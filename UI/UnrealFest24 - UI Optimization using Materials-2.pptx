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705" r:id="rId5"/>
    <p:sldMasterId id="2147483750" r:id="rId6"/>
  </p:sldMasterIdLst>
  <p:notesMasterIdLst>
    <p:notesMasterId r:id="rId19"/>
  </p:notesMasterIdLst>
  <p:handoutMasterIdLst>
    <p:handoutMasterId r:id="rId20"/>
  </p:handoutMasterIdLst>
  <p:sldIdLst>
    <p:sldId id="467" r:id="rId7"/>
    <p:sldId id="260" r:id="rId8"/>
    <p:sldId id="466" r:id="rId9"/>
    <p:sldId id="468" r:id="rId10"/>
    <p:sldId id="477" r:id="rId11"/>
    <p:sldId id="478" r:id="rId12"/>
    <p:sldId id="479" r:id="rId13"/>
    <p:sldId id="480" r:id="rId14"/>
    <p:sldId id="481" r:id="rId15"/>
    <p:sldId id="482" r:id="rId16"/>
    <p:sldId id="487" r:id="rId17"/>
    <p:sldId id="471" r:id="rId18"/>
  </p:sldIdLst>
  <p:sldSz cx="12192000" cy="6858000"/>
  <p:notesSz cx="6858000" cy="9144000"/>
  <p:embeddedFontLst>
    <p:embeddedFont>
      <p:font typeface="Antonio" panose="020B0604020202020204" charset="0"/>
      <p:regular r:id="rId21"/>
      <p:bold r:id="rId22"/>
    </p:embeddedFont>
    <p:embeddedFont>
      <p:font typeface="Plus Jakarta Sans" panose="020B0604020202020204" charset="0"/>
      <p:regular r:id="rId23"/>
      <p:bold r:id="rId24"/>
      <p:italic r:id="rId25"/>
      <p:boldItalic r:id="rId26"/>
    </p:embeddedFont>
    <p:embeddedFont>
      <p:font typeface="Plus Jakarta Sans ExtraBold" panose="020B0604020202020204" charset="0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8B8503-4927-8457-D8CA-F1E6F0BFED6E}" v="39" dt="2024-06-18T11:09:09.975"/>
    <p1510:client id="{CAA2C27F-4A3F-439B-8842-A169921615A6}" v="19" dt="2024-06-18T08:39:31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8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Janak" userId="S::djanak_a@virtuosgames.com::c433d9f9-364a-4ce6-8ac2-e546a8f4372e" providerId="AD" clId="Web-{2C8B8503-4927-8457-D8CA-F1E6F0BFED6E}"/>
    <pc:docChg chg="modSld modMainMaster">
      <pc:chgData name="Daniel Janak" userId="S::djanak_a@virtuosgames.com::c433d9f9-364a-4ce6-8ac2-e546a8f4372e" providerId="AD" clId="Web-{2C8B8503-4927-8457-D8CA-F1E6F0BFED6E}" dt="2024-06-18T11:09:08.725" v="39" actId="20577"/>
      <pc:docMkLst>
        <pc:docMk/>
      </pc:docMkLst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1005574379" sldId="260"/>
        </pc:sldMkLst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3064343467" sldId="466"/>
        </pc:sldMkLst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61807601" sldId="467"/>
        </pc:sldMkLst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189694247" sldId="468"/>
        </pc:sldMkLst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1588492880" sldId="471"/>
        </pc:sldMkLst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3747471853" sldId="477"/>
        </pc:sldMkLst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3075501233" sldId="478"/>
        </pc:sldMkLst>
      </pc:sldChg>
      <pc:sldChg chg="modSp modTransition">
        <pc:chgData name="Daniel Janak" userId="S::djanak_a@virtuosgames.com::c433d9f9-364a-4ce6-8ac2-e546a8f4372e" providerId="AD" clId="Web-{2C8B8503-4927-8457-D8CA-F1E6F0BFED6E}" dt="2024-06-18T11:09:08.725" v="39" actId="20577"/>
        <pc:sldMkLst>
          <pc:docMk/>
          <pc:sldMk cId="830712481" sldId="479"/>
        </pc:sldMkLst>
        <pc:spChg chg="mod">
          <ac:chgData name="Daniel Janak" userId="S::djanak_a@virtuosgames.com::c433d9f9-364a-4ce6-8ac2-e546a8f4372e" providerId="AD" clId="Web-{2C8B8503-4927-8457-D8CA-F1E6F0BFED6E}" dt="2024-06-18T11:05:51.844" v="8" actId="20577"/>
          <ac:spMkLst>
            <pc:docMk/>
            <pc:sldMk cId="830712481" sldId="479"/>
            <ac:spMk id="4" creationId="{4FD95421-7D05-FCAB-5E4A-8817D0F3596A}"/>
          </ac:spMkLst>
        </pc:spChg>
        <pc:spChg chg="mod">
          <ac:chgData name="Daniel Janak" userId="S::djanak_a@virtuosgames.com::c433d9f9-364a-4ce6-8ac2-e546a8f4372e" providerId="AD" clId="Web-{2C8B8503-4927-8457-D8CA-F1E6F0BFED6E}" dt="2024-06-18T11:09:08.725" v="39" actId="20577"/>
          <ac:spMkLst>
            <pc:docMk/>
            <pc:sldMk cId="830712481" sldId="479"/>
            <ac:spMk id="36" creationId="{0CDEAD7C-AE00-565E-465B-27842AFE9FF8}"/>
          </ac:spMkLst>
        </pc:spChg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2982345784" sldId="480"/>
        </pc:sldMkLst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1722278360" sldId="481"/>
        </pc:sldMkLst>
      </pc:sldChg>
      <pc:sldChg chg="modSp 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1901875796" sldId="482"/>
        </pc:sldMkLst>
        <pc:spChg chg="mod">
          <ac:chgData name="Daniel Janak" userId="S::djanak_a@virtuosgames.com::c433d9f9-364a-4ce6-8ac2-e546a8f4372e" providerId="AD" clId="Web-{2C8B8503-4927-8457-D8CA-F1E6F0BFED6E}" dt="2024-06-18T11:05:13.390" v="7" actId="1076"/>
          <ac:spMkLst>
            <pc:docMk/>
            <pc:sldMk cId="1901875796" sldId="482"/>
            <ac:spMk id="38" creationId="{E15F882D-F33D-E740-BB22-49E466567791}"/>
          </ac:spMkLst>
        </pc:spChg>
        <pc:spChg chg="mod">
          <ac:chgData name="Daniel Janak" userId="S::djanak_a@virtuosgames.com::c433d9f9-364a-4ce6-8ac2-e546a8f4372e" providerId="AD" clId="Web-{2C8B8503-4927-8457-D8CA-F1E6F0BFED6E}" dt="2024-06-18T11:05:04.858" v="6" actId="1076"/>
          <ac:spMkLst>
            <pc:docMk/>
            <pc:sldMk cId="1901875796" sldId="482"/>
            <ac:spMk id="39" creationId="{B474A394-72C1-37E0-49FE-B3FB7B277C09}"/>
          </ac:spMkLst>
        </pc:spChg>
        <pc:graphicFrameChg chg="mod">
          <ac:chgData name="Daniel Janak" userId="S::djanak_a@virtuosgames.com::c433d9f9-364a-4ce6-8ac2-e546a8f4372e" providerId="AD" clId="Web-{2C8B8503-4927-8457-D8CA-F1E6F0BFED6E}" dt="2024-06-18T11:03:50.637" v="3" actId="1076"/>
          <ac:graphicFrameMkLst>
            <pc:docMk/>
            <pc:sldMk cId="1901875796" sldId="482"/>
            <ac:graphicFrameMk id="27" creationId="{9B743444-34D7-6763-4F6F-E9637926FAA2}"/>
          </ac:graphicFrameMkLst>
        </pc:graphicFrameChg>
        <pc:graphicFrameChg chg="mod">
          <ac:chgData name="Daniel Janak" userId="S::djanak_a@virtuosgames.com::c433d9f9-364a-4ce6-8ac2-e546a8f4372e" providerId="AD" clId="Web-{2C8B8503-4927-8457-D8CA-F1E6F0BFED6E}" dt="2024-06-18T11:04:29.701" v="4" actId="1076"/>
          <ac:graphicFrameMkLst>
            <pc:docMk/>
            <pc:sldMk cId="1901875796" sldId="482"/>
            <ac:graphicFrameMk id="29" creationId="{7BAACD5A-6CF1-6936-B400-79BCB7CCC4B1}"/>
          </ac:graphicFrameMkLst>
        </pc:graphicFrameChg>
      </pc:sldChg>
      <pc:sldChg chg="modTransition">
        <pc:chgData name="Daniel Janak" userId="S::djanak_a@virtuosgames.com::c433d9f9-364a-4ce6-8ac2-e546a8f4372e" providerId="AD" clId="Web-{2C8B8503-4927-8457-D8CA-F1E6F0BFED6E}" dt="2024-06-18T11:08:27.427" v="34"/>
        <pc:sldMkLst>
          <pc:docMk/>
          <pc:sldMk cId="1802905053" sldId="487"/>
        </pc:sldMkLst>
      </pc:sldChg>
      <pc:sldMasterChg chg="modTransition modSldLayout">
        <pc:chgData name="Daniel Janak" userId="S::djanak_a@virtuosgames.com::c433d9f9-364a-4ce6-8ac2-e546a8f4372e" providerId="AD" clId="Web-{2C8B8503-4927-8457-D8CA-F1E6F0BFED6E}" dt="2024-06-18T11:08:27.427" v="34"/>
        <pc:sldMasterMkLst>
          <pc:docMk/>
          <pc:sldMasterMk cId="2120384990" sldId="2147483660"/>
        </pc:sldMasterMkLst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049516986" sldId="214748366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194556905" sldId="214748366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354760067" sldId="214748366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274108536" sldId="214748366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180294585" sldId="214748366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840440888" sldId="214748366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09603799" sldId="214748366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527004823" sldId="214748366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4062821333" sldId="214748366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221593903" sldId="214748367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577596867" sldId="214748367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140978424" sldId="214748367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638428754" sldId="214748367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565916712" sldId="214748367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758803006" sldId="214748367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941028904" sldId="214748367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083494786" sldId="214748367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816783648" sldId="214748367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562069141" sldId="214748367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423063895" sldId="214748368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679012518" sldId="214748368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210153705" sldId="214748368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874349476" sldId="214748368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763987614" sldId="214748368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636356054" sldId="214748368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853475668" sldId="214748368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273702020" sldId="214748368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721263790" sldId="214748368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317547785" sldId="214748368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965310430" sldId="214748369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77979703" sldId="214748369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832726443" sldId="214748369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251913996" sldId="214748369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775994779" sldId="214748369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029953922" sldId="214748369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962283225" sldId="214748370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757900686" sldId="214748370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370999208" sldId="214748370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4111991635" sldId="214748370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3758876212" sldId="214748370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167354107" sldId="214748380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2839717075" sldId="214748380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1099214835" sldId="214748380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120384990" sldId="2147483660"/>
            <pc:sldLayoutMk cId="967195403" sldId="2147483806"/>
          </pc:sldLayoutMkLst>
        </pc:sldLayoutChg>
      </pc:sldMasterChg>
      <pc:sldMasterChg chg="modTransition modSldLayout">
        <pc:chgData name="Daniel Janak" userId="S::djanak_a@virtuosgames.com::c433d9f9-364a-4ce6-8ac2-e546a8f4372e" providerId="AD" clId="Web-{2C8B8503-4927-8457-D8CA-F1E6F0BFED6E}" dt="2024-06-18T11:08:27.427" v="34"/>
        <pc:sldMasterMkLst>
          <pc:docMk/>
          <pc:sldMasterMk cId="2258160795" sldId="2147483705"/>
        </pc:sldMasterMkLst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626980712" sldId="214748370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161579674" sldId="214748370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974722860" sldId="214748370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490309691" sldId="214748370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4016893692" sldId="214748371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191837403" sldId="214748371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260307044" sldId="214748371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048431592" sldId="214748371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334008685" sldId="214748371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688254148" sldId="214748371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683386026" sldId="214748371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540545716" sldId="214748371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857402668" sldId="214748371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915254201" sldId="214748371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781671022" sldId="214748372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4166457229" sldId="214748372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130367606" sldId="214748372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511200253" sldId="214748372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4215807697" sldId="214748372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51728704" sldId="214748372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648408100" sldId="214748372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87903239" sldId="214748372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472668027" sldId="214748372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417147695" sldId="214748372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334099252" sldId="214748373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642580944" sldId="214748373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933585727" sldId="214748373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788448801" sldId="214748373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491670517" sldId="214748373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540409891" sldId="214748373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680892464" sldId="214748374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909668439" sldId="214748374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999329251" sldId="214748374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660085137" sldId="214748374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119946888" sldId="214748374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075500244" sldId="214748374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1616148615" sldId="214748374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979202037" sldId="214748374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133948147" sldId="214748374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663454316" sldId="214748374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52696710" sldId="214748379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4041165039" sldId="214748380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3764945073" sldId="214748380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2258160795" sldId="2147483705"/>
            <pc:sldLayoutMk cId="2587669619" sldId="2147483802"/>
          </pc:sldLayoutMkLst>
        </pc:sldLayoutChg>
      </pc:sldMasterChg>
      <pc:sldMasterChg chg="modTransition modSldLayout">
        <pc:chgData name="Daniel Janak" userId="S::djanak_a@virtuosgames.com::c433d9f9-364a-4ce6-8ac2-e546a8f4372e" providerId="AD" clId="Web-{2C8B8503-4927-8457-D8CA-F1E6F0BFED6E}" dt="2024-06-18T11:08:27.427" v="34"/>
        <pc:sldMasterMkLst>
          <pc:docMk/>
          <pc:sldMasterMk cId="1330186687" sldId="2147483750"/>
        </pc:sldMasterMkLst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22910226" sldId="214748375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4248038888" sldId="214748375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4106641817" sldId="214748375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968659392" sldId="214748375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1049446430" sldId="214748375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698124157" sldId="214748375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505693976" sldId="214748375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503372471" sldId="214748375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348076846" sldId="214748375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888006785" sldId="214748376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798834436" sldId="214748376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147082937" sldId="214748376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838421952" sldId="214748376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1094650808" sldId="214748376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801676593" sldId="214748376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681552499" sldId="214748376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452804455" sldId="214748376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877998554" sldId="214748376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1916206512" sldId="214748376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1069859435" sldId="214748377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805183755" sldId="214748377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931815517" sldId="214748377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211010708" sldId="214748377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957636791" sldId="214748377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117537827" sldId="214748377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1670522461" sldId="214748377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749064137" sldId="214748377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1336114876" sldId="214748377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279191274" sldId="214748377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4111403987" sldId="214748378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441659867" sldId="214748378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793850840" sldId="214748378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335480949" sldId="214748378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4217881983" sldId="2147483788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393535906" sldId="2147483789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2135391422" sldId="2147483790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827379017" sldId="2147483791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4195161849" sldId="2147483792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420487915" sldId="2147483793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07989303" sldId="2147483794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291237120" sldId="2147483795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903906777" sldId="2147483796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1871264951" sldId="2147483797"/>
          </pc:sldLayoutMkLst>
        </pc:sldLayoutChg>
        <pc:sldLayoutChg chg="modTransition">
          <pc:chgData name="Daniel Janak" userId="S::djanak_a@virtuosgames.com::c433d9f9-364a-4ce6-8ac2-e546a8f4372e" providerId="AD" clId="Web-{2C8B8503-4927-8457-D8CA-F1E6F0BFED6E}" dt="2024-06-18T11:08:27.427" v="34"/>
          <pc:sldLayoutMkLst>
            <pc:docMk/>
            <pc:sldMasterMk cId="1330186687" sldId="2147483750"/>
            <pc:sldLayoutMk cId="3519734441" sldId="2147483798"/>
          </pc:sldLayoutMkLst>
        </pc:sldLayoutChg>
      </pc:sldMasterChg>
    </pc:docChg>
  </pc:docChgLst>
  <pc:docChgLst>
    <pc:chgData name="Pierre-Louis Barbier" userId="bd84f3cd-5091-4211-80db-c7358e807730" providerId="ADAL" clId="{CAA2C27F-4A3F-439B-8842-A169921615A6}"/>
    <pc:docChg chg="undo custSel addSld modSld">
      <pc:chgData name="Pierre-Louis Barbier" userId="bd84f3cd-5091-4211-80db-c7358e807730" providerId="ADAL" clId="{CAA2C27F-4A3F-439B-8842-A169921615A6}" dt="2024-06-18T08:42:59.820" v="180" actId="1037"/>
      <pc:docMkLst>
        <pc:docMk/>
      </pc:docMkLst>
      <pc:sldChg chg="addSp delSp modSp add mod">
        <pc:chgData name="Pierre-Louis Barbier" userId="bd84f3cd-5091-4211-80db-c7358e807730" providerId="ADAL" clId="{CAA2C27F-4A3F-439B-8842-A169921615A6}" dt="2024-06-18T08:42:59.820" v="180" actId="1037"/>
        <pc:sldMkLst>
          <pc:docMk/>
          <pc:sldMk cId="1588492880" sldId="471"/>
        </pc:sldMkLst>
        <pc:spChg chg="del">
          <ac:chgData name="Pierre-Louis Barbier" userId="bd84f3cd-5091-4211-80db-c7358e807730" providerId="ADAL" clId="{CAA2C27F-4A3F-439B-8842-A169921615A6}" dt="2024-06-18T08:39:48.550" v="28" actId="478"/>
          <ac:spMkLst>
            <pc:docMk/>
            <pc:sldMk cId="1588492880" sldId="471"/>
            <ac:spMk id="2" creationId="{C24F7976-E726-EE72-1E32-AA0E6B7A0F9D}"/>
          </ac:spMkLst>
        </pc:spChg>
        <pc:spChg chg="del">
          <ac:chgData name="Pierre-Louis Barbier" userId="bd84f3cd-5091-4211-80db-c7358e807730" providerId="ADAL" clId="{CAA2C27F-4A3F-439B-8842-A169921615A6}" dt="2024-06-18T08:39:48.550" v="28" actId="478"/>
          <ac:spMkLst>
            <pc:docMk/>
            <pc:sldMk cId="1588492880" sldId="471"/>
            <ac:spMk id="3" creationId="{9B6209A0-443C-3836-8954-186E9D68E30E}"/>
          </ac:spMkLst>
        </pc:spChg>
        <pc:spChg chg="add mod">
          <ac:chgData name="Pierre-Louis Barbier" userId="bd84f3cd-5091-4211-80db-c7358e807730" providerId="ADAL" clId="{CAA2C27F-4A3F-439B-8842-A169921615A6}" dt="2024-06-18T08:42:59.820" v="180" actId="1037"/>
          <ac:spMkLst>
            <pc:docMk/>
            <pc:sldMk cId="1588492880" sldId="471"/>
            <ac:spMk id="5" creationId="{DAD582A2-9297-D2F0-250C-8468AD0ACD38}"/>
          </ac:spMkLst>
        </pc:spChg>
        <pc:spChg chg="add mod">
          <ac:chgData name="Pierre-Louis Barbier" userId="bd84f3cd-5091-4211-80db-c7358e807730" providerId="ADAL" clId="{CAA2C27F-4A3F-439B-8842-A169921615A6}" dt="2024-06-18T08:42:59.820" v="180" actId="1037"/>
          <ac:spMkLst>
            <pc:docMk/>
            <pc:sldMk cId="1588492880" sldId="471"/>
            <ac:spMk id="7" creationId="{20295A9F-A1E9-33F9-DA9C-3FA2CBF80CFF}"/>
          </ac:spMkLst>
        </pc:spChg>
        <pc:spChg chg="mod">
          <ac:chgData name="Pierre-Louis Barbier" userId="bd84f3cd-5091-4211-80db-c7358e807730" providerId="ADAL" clId="{CAA2C27F-4A3F-439B-8842-A169921615A6}" dt="2024-06-18T08:42:07.408" v="91" actId="108"/>
          <ac:spMkLst>
            <pc:docMk/>
            <pc:sldMk cId="1588492880" sldId="471"/>
            <ac:spMk id="8" creationId="{6A4ABBF5-980D-FC55-06FA-4FA82E8CE305}"/>
          </ac:spMkLst>
        </pc:spChg>
        <pc:spChg chg="mod">
          <ac:chgData name="Pierre-Louis Barbier" userId="bd84f3cd-5091-4211-80db-c7358e807730" providerId="ADAL" clId="{CAA2C27F-4A3F-439B-8842-A169921615A6}" dt="2024-06-18T08:40:45.702" v="54" actId="20577"/>
          <ac:spMkLst>
            <pc:docMk/>
            <pc:sldMk cId="1588492880" sldId="471"/>
            <ac:spMk id="9" creationId="{FD382238-FCA0-D72B-48C5-E91047A4CF44}"/>
          </ac:spMkLst>
        </pc:spChg>
      </pc:sldChg>
      <pc:sldChg chg="addSp modSp mod modAnim">
        <pc:chgData name="Pierre-Louis Barbier" userId="bd84f3cd-5091-4211-80db-c7358e807730" providerId="ADAL" clId="{CAA2C27F-4A3F-439B-8842-A169921615A6}" dt="2024-06-18T08:39:23.666" v="26" actId="14100"/>
        <pc:sldMkLst>
          <pc:docMk/>
          <pc:sldMk cId="1802905053" sldId="487"/>
        </pc:sldMkLst>
        <pc:spChg chg="add mod">
          <ac:chgData name="Pierre-Louis Barbier" userId="bd84f3cd-5091-4211-80db-c7358e807730" providerId="ADAL" clId="{CAA2C27F-4A3F-439B-8842-A169921615A6}" dt="2024-06-18T08:39:23.666" v="26" actId="14100"/>
          <ac:spMkLst>
            <pc:docMk/>
            <pc:sldMk cId="1802905053" sldId="487"/>
            <ac:spMk id="5" creationId="{EA1D76A7-5C9E-DADB-A3ED-082CCB5F77E9}"/>
          </ac:spMkLst>
        </pc:spChg>
        <pc:spChg chg="mod">
          <ac:chgData name="Pierre-Louis Barbier" userId="bd84f3cd-5091-4211-80db-c7358e807730" providerId="ADAL" clId="{CAA2C27F-4A3F-439B-8842-A169921615A6}" dt="2024-06-18T08:38:48.554" v="20" actId="27636"/>
          <ac:spMkLst>
            <pc:docMk/>
            <pc:sldMk cId="1802905053" sldId="487"/>
            <ac:spMk id="7" creationId="{F3419384-E68F-08A6-6F16-062987D4692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/>
            </a:pPr>
            <a:r>
              <a:rPr lang="en-US"/>
              <a:t>Render times (inclusive, average of 10 runs)</a:t>
            </a:r>
          </a:p>
        </c:rich>
      </c:tx>
      <c:layout>
        <c:manualLayout>
          <c:xMode val="edge"/>
          <c:yMode val="edge"/>
          <c:x val="0.14205799999999999"/>
          <c:y val="0"/>
          <c:w val="0.71588399999999996"/>
          <c:h val="0.34799799999999997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21393799999999999"/>
          <c:y val="0.34799799999999997"/>
          <c:w val="0.73738899999999996"/>
          <c:h val="0.41459299999999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UMG Layout</c:v>
                </c:pt>
              </c:strCache>
            </c:strRef>
          </c:tx>
          <c:spPr>
            <a:solidFill>
              <a:srgbClr val="2E578C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Initialisation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3.31352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D-49E3-B6B7-76F8381119E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Materials</c:v>
                </c:pt>
              </c:strCache>
            </c:strRef>
          </c:tx>
          <c:spPr>
            <a:solidFill>
              <a:srgbClr val="5D9648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Initialisation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2.03478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3D-49E3-B6B7-76F8381119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#,##0.00&quot;ms&quot;" sourceLinked="0"/>
        <c:majorTickMark val="none"/>
        <c:minorTickMark val="none"/>
        <c:tickLblPos val="high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2"/>
        <c:crosses val="autoZero"/>
        <c:crossBetween val="between"/>
        <c:majorUnit val="0.85"/>
        <c:minorUnit val="0.42499999999999999"/>
      </c:valAx>
      <c:spPr>
        <a:noFill/>
        <a:ln w="12700" cap="flat">
          <a:solidFill>
            <a:srgbClr val="FFFFFF"/>
          </a:solidFill>
          <a:prstDash val="solid"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114745"/>
          <c:y val="0.148835"/>
          <c:w val="0.85579499999999997"/>
          <c:h val="0.2081570000000000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735800000000001"/>
          <c:y val="0.191137"/>
          <c:w val="0.812469"/>
          <c:h val="0.52027699999999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UMG Layout</c:v>
                </c:pt>
              </c:strCache>
            </c:strRef>
          </c:tx>
          <c:spPr>
            <a:solidFill>
              <a:srgbClr val="2E578C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Batches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B5-4AFC-8456-5C4561D7D0D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Materials</c:v>
                </c:pt>
              </c:strCache>
            </c:strRef>
          </c:tx>
          <c:spPr>
            <a:solidFill>
              <a:srgbClr val="5D9648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Batches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B5-4AFC-8456-5C4561D7D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#,##0" sourceLinked="0"/>
        <c:majorTickMark val="none"/>
        <c:minorTickMark val="none"/>
        <c:tickLblPos val="high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2"/>
        <c:crosses val="autoZero"/>
        <c:crossBetween val="between"/>
        <c:majorUnit val="15"/>
        <c:minorUnit val="7.5"/>
      </c:valAx>
      <c:spPr>
        <a:noFill/>
        <a:ln w="12700" cap="flat">
          <a:solidFill>
            <a:srgbClr val="FFFFFF"/>
          </a:solidFill>
          <a:prstDash val="solid"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919200000000001"/>
          <c:y val="0.191137"/>
          <c:w val="0.805315"/>
          <c:h val="0.52027699999999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UMG Layout</c:v>
                </c:pt>
              </c:strCache>
            </c:strRef>
          </c:tx>
          <c:spPr>
            <a:solidFill>
              <a:srgbClr val="2E578C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Widgets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7B-4CBA-BB5E-E24328394B1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Materials</c:v>
                </c:pt>
              </c:strCache>
            </c:strRef>
          </c:tx>
          <c:spPr>
            <a:solidFill>
              <a:srgbClr val="5D9648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Widgets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7B-4CBA-BB5E-E24328394B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#,##0" sourceLinked="0"/>
        <c:majorTickMark val="none"/>
        <c:minorTickMark val="none"/>
        <c:tickLblPos val="high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2"/>
        <c:crosses val="autoZero"/>
        <c:crossBetween val="between"/>
        <c:majorUnit val="37.5"/>
        <c:minorUnit val="18.75"/>
      </c:valAx>
      <c:spPr>
        <a:noFill/>
        <a:ln w="12700" cap="flat">
          <a:solidFill>
            <a:srgbClr val="FFFFFF"/>
          </a:solidFill>
          <a:prstDash val="solid"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15199999999999"/>
          <c:y val="0.191137"/>
          <c:w val="0.79520999999999997"/>
          <c:h val="0.52027699999999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UMG Layout</c:v>
                </c:pt>
              </c:strCache>
            </c:strRef>
          </c:tx>
          <c:spPr>
            <a:solidFill>
              <a:srgbClr val="2E578C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Vertices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8-411A-B440-64A38D3F1B7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Materials</c:v>
                </c:pt>
              </c:strCache>
            </c:strRef>
          </c:tx>
          <c:spPr>
            <a:solidFill>
              <a:srgbClr val="5D9648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Vertices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B8-411A-B440-64A38D3F1B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#,##0" sourceLinked="0"/>
        <c:majorTickMark val="none"/>
        <c:minorTickMark val="none"/>
        <c:tickLblPos val="high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2"/>
        <c:crosses val="autoZero"/>
        <c:crossBetween val="between"/>
        <c:majorUnit val="400"/>
        <c:minorUnit val="200"/>
      </c:valAx>
      <c:spPr>
        <a:noFill/>
        <a:ln w="12700" cap="flat">
          <a:solidFill>
            <a:srgbClr val="FFFFFF"/>
          </a:solidFill>
          <a:prstDash val="solid"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74699999999999"/>
          <c:y val="0.191137"/>
          <c:w val="0.77397400000000005"/>
          <c:h val="0.52027699999999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UMG Layout</c:v>
                </c:pt>
              </c:strCache>
            </c:strRef>
          </c:tx>
          <c:spPr>
            <a:solidFill>
              <a:srgbClr val="2E578C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Idle Draw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0.10102999999999999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3-4D22-9EA5-1149B1C96EB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Materials</c:v>
                </c:pt>
              </c:strCache>
            </c:strRef>
          </c:tx>
          <c:spPr>
            <a:solidFill>
              <a:srgbClr val="5D9648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Idle Draw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6.6299999999999998E-2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C3-4D22-9EA5-1149B1C96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#,##0.00&quot;ms&quot;" sourceLinked="0"/>
        <c:majorTickMark val="none"/>
        <c:minorTickMark val="none"/>
        <c:tickLblPos val="high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094734552"/>
        <c:crosses val="autoZero"/>
        <c:crossBetween val="between"/>
        <c:majorUnit val="2.75E-2"/>
        <c:minorUnit val="1.375E-2"/>
      </c:valAx>
      <c:spPr>
        <a:noFill/>
        <a:ln w="12700" cap="flat">
          <a:solidFill>
            <a:srgbClr val="FFFFFF"/>
          </a:solidFill>
          <a:prstDash val="solid"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B75087-D9CB-79F2-5E6F-C4DCC0A12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6397C-E20F-71F4-4777-3FDFA64ED3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2E242-D5B4-4BF5-952A-F378DCDB30D1}" type="datetimeFigureOut">
              <a:rPr lang="en-SG" smtClean="0"/>
              <a:t>18/6/2024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280C5-91B7-CBB7-A311-898AE1AA47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5F92C-1709-62B1-6853-B77022CCB4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2AAF8-B763-4F06-8194-86E169AA99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02689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2127C-F66F-4F1B-B11D-589A28EF4F3F}" type="datetimeFigureOut">
              <a:rPr lang="en-SG" smtClean="0"/>
              <a:t>18/6/2024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581F6-381F-4F26-BD07-DE0B33AC63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210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ea typeface="Calibri"/>
                <a:cs typeface="Calibri"/>
              </a:rPr>
              <a:t>Corentin</a:t>
            </a:r>
            <a:endParaRPr lang="en-GB"/>
          </a:p>
          <a:p>
            <a:pPr marL="171450" indent="-171450">
              <a:buFont typeface="Arial"/>
              <a:buChar char="•"/>
            </a:pPr>
            <a:r>
              <a:rPr lang="en-GB"/>
              <a:t>Thank you for your attention, do you have any questions?</a:t>
            </a:r>
            <a:endParaRPr lang="en-IE">
              <a:ea typeface="Calibri"/>
              <a:cs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23B32-59BB-490B-9C3E-555CE2EEB49B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920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hyperlink" Target="https://www.linkedin.com/company/virtuosgames/?originalSubdomain=sg" TargetMode="External"/><Relationship Id="rId7" Type="http://schemas.openxmlformats.org/officeDocument/2006/relationships/image" Target="../media/image5.emf"/><Relationship Id="rId2" Type="http://schemas.openxmlformats.org/officeDocument/2006/relationships/hyperlink" Target="https://www.youtube.com/user/VirtuosPR/featured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artstation.com/virtuosgames" TargetMode="External"/><Relationship Id="rId5" Type="http://schemas.openxmlformats.org/officeDocument/2006/relationships/hyperlink" Target="https://www.facebook.com/virtuosgames/" TargetMode="External"/><Relationship Id="rId4" Type="http://schemas.openxmlformats.org/officeDocument/2006/relationships/hyperlink" Target="https://twitter.com/virtuosgames?lang=en" TargetMode="External"/><Relationship Id="rId9" Type="http://schemas.openxmlformats.org/officeDocument/2006/relationships/image" Target="../media/image2.emf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emf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hyperlink" Target="https://www.linkedin.com/company/virtuosgames/?originalSubdomain=sg" TargetMode="External"/><Relationship Id="rId7" Type="http://schemas.openxmlformats.org/officeDocument/2006/relationships/image" Target="../media/image5.emf"/><Relationship Id="rId2" Type="http://schemas.openxmlformats.org/officeDocument/2006/relationships/hyperlink" Target="https://www.youtube.com/user/VirtuosPR/featured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artstation.com/virtuosgames" TargetMode="External"/><Relationship Id="rId5" Type="http://schemas.openxmlformats.org/officeDocument/2006/relationships/hyperlink" Target="https://www.facebook.com/virtuosgames/" TargetMode="External"/><Relationship Id="rId4" Type="http://schemas.openxmlformats.org/officeDocument/2006/relationships/hyperlink" Target="https://twitter.com/virtuosgames?lang=en" TargetMode="External"/><Relationship Id="rId9" Type="http://schemas.openxmlformats.org/officeDocument/2006/relationships/image" Target="../media/image2.emf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emf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hyperlink" Target="https://www.linkedin.com/company/virtuosgames/?originalSubdomain=sg" TargetMode="External"/><Relationship Id="rId7" Type="http://schemas.openxmlformats.org/officeDocument/2006/relationships/image" Target="../media/image9.emf"/><Relationship Id="rId2" Type="http://schemas.openxmlformats.org/officeDocument/2006/relationships/hyperlink" Target="https://www.youtube.com/user/VirtuosPR/featured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artstation.com/virtuosgames" TargetMode="External"/><Relationship Id="rId5" Type="http://schemas.openxmlformats.org/officeDocument/2006/relationships/hyperlink" Target="https://www.facebook.com/virtuosgames/" TargetMode="External"/><Relationship Id="rId4" Type="http://schemas.openxmlformats.org/officeDocument/2006/relationships/hyperlink" Target="https://twitter.com/virtuosgames?lang=en" TargetMode="External"/><Relationship Id="rId9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0B7FDC-0A7C-4AA0-05B8-9A38AF7E7D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E0AFE-3A5F-4ECF-2ABB-0AE4CD2674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58709" y="2289176"/>
            <a:ext cx="5074581" cy="18224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60AD62-7A5D-7A4F-16A6-CD27A8441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5C9174B-9408-7B76-08EF-0BE9C31B9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49516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artner and Gam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0B7FDC-0A7C-4AA0-05B8-9A38AF7E7D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A839B8-10A9-AEAF-C118-8ABE3C210C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84957" y="5060571"/>
            <a:ext cx="3155795" cy="109490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Partner Logo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B1DB1A-E396-842D-EFF9-7429C0D766AA}"/>
              </a:ext>
            </a:extLst>
          </p:cNvPr>
          <p:cNvSpPr/>
          <p:nvPr userDrawn="1"/>
        </p:nvSpPr>
        <p:spPr>
          <a:xfrm>
            <a:off x="-89210" y="3148086"/>
            <a:ext cx="12192000" cy="148899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10000"/>
                  <a:alpha val="0"/>
                </a:schemeClr>
              </a:gs>
              <a:gs pos="65000">
                <a:srgbClr val="1A191B">
                  <a:alpha val="80000"/>
                </a:srgbClr>
              </a:gs>
              <a:gs pos="32000">
                <a:schemeClr val="tx1">
                  <a:alpha val="80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 dirty="0">
              <a:latin typeface="Plus Jakarta Sans ExtraBold" pitchFamily="2" charset="0"/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973192-DE5D-D748-04A9-21F08F1797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44716" y="3472827"/>
            <a:ext cx="8702566" cy="8221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No More Than 2 Lines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873AD-BB1C-8E59-C701-EDFC035C3A95}"/>
              </a:ext>
            </a:extLst>
          </p:cNvPr>
          <p:cNvSpPr txBox="1"/>
          <p:nvPr userDrawn="1"/>
        </p:nvSpPr>
        <p:spPr>
          <a:xfrm>
            <a:off x="4337825" y="5369002"/>
            <a:ext cx="74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+mj-lt"/>
              </a:rPr>
              <a:t>For: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DD6E18-C53F-CF10-3AAA-1D4BD36E85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6453" y="1024761"/>
            <a:ext cx="4239091" cy="152239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A715429-482B-F151-1DB1-D5E8DB86B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913C855-5AEE-416D-AF19-78FE546AA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94556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artner and Gam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DB2761-CAF7-1066-F5EC-91D47A351B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2506C-CCBF-89DF-75FA-775AB7FE7E3A}"/>
              </a:ext>
            </a:extLst>
          </p:cNvPr>
          <p:cNvSpPr/>
          <p:nvPr userDrawn="1"/>
        </p:nvSpPr>
        <p:spPr>
          <a:xfrm>
            <a:off x="0" y="3245005"/>
            <a:ext cx="12192000" cy="254993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10000"/>
                  <a:alpha val="0"/>
                </a:schemeClr>
              </a:gs>
              <a:gs pos="65000">
                <a:srgbClr val="1A191B">
                  <a:alpha val="80000"/>
                </a:srgbClr>
              </a:gs>
              <a:gs pos="32000">
                <a:schemeClr val="tx1">
                  <a:alpha val="60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 dirty="0">
              <a:latin typeface="Plus Jakarta Sans ExtraBold" pitchFamily="2" charset="0"/>
            </a:endParaRP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F362D226-70C8-356D-6ADC-4008B0C5AD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60088" y="3639088"/>
            <a:ext cx="4415883" cy="16453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Game Logo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A42558F-7AAF-CDBC-2A71-2002283802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16032" y="3639088"/>
            <a:ext cx="4415880" cy="16453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Partner Logo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4D2114-E7AD-3ED9-D3E4-07B7F434AB29}"/>
              </a:ext>
            </a:extLst>
          </p:cNvPr>
          <p:cNvCxnSpPr/>
          <p:nvPr userDrawn="1"/>
        </p:nvCxnSpPr>
        <p:spPr>
          <a:xfrm>
            <a:off x="6096000" y="3639088"/>
            <a:ext cx="0" cy="1645352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BAC3B5C-77D9-1228-2A3B-E141B7D113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6453" y="1024761"/>
            <a:ext cx="4239091" cy="152239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70FA6C-A671-308C-8D51-BF4E7FF3A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9F6BBFC-4424-70B0-3A79-3EFF35729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4760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BA753F-9010-BC2C-35E4-3601ACD79B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2506C-CCBF-89DF-75FA-775AB7FE7E3A}"/>
              </a:ext>
            </a:extLst>
          </p:cNvPr>
          <p:cNvSpPr/>
          <p:nvPr userDrawn="1"/>
        </p:nvSpPr>
        <p:spPr>
          <a:xfrm>
            <a:off x="0" y="3170583"/>
            <a:ext cx="12192000" cy="1488998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65000">
                <a:schemeClr val="tx1"/>
              </a:gs>
              <a:gs pos="32000">
                <a:schemeClr val="tx1"/>
              </a:gs>
              <a:gs pos="99000">
                <a:schemeClr val="tx1">
                  <a:alpha val="0"/>
                  <a:lumMod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 dirty="0">
              <a:latin typeface="Plus Jakarta Sans ExtraBold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41AD8B-ABE0-5A53-39E9-70C2B3678F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44716" y="3495324"/>
            <a:ext cx="8702566" cy="8221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No More Than 2 Lines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9E870-FC30-6BE9-1310-2C6AB3657F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6453" y="1024761"/>
            <a:ext cx="4239091" cy="152239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3A65C9B-2370-A323-ACF9-6EE0F7663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1AC7764-4C7C-FA5A-2057-12EBAA7B3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74108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088468-B63A-230D-99F3-5CC80362B2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54A147-F385-A006-FFB0-7BC0772AFE08}"/>
              </a:ext>
            </a:extLst>
          </p:cNvPr>
          <p:cNvSpPr/>
          <p:nvPr userDrawn="1"/>
        </p:nvSpPr>
        <p:spPr>
          <a:xfrm>
            <a:off x="0" y="2186768"/>
            <a:ext cx="12192000" cy="2909667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  <a:lumMod val="0"/>
                </a:schemeClr>
              </a:gs>
              <a:gs pos="65000">
                <a:schemeClr val="tx1"/>
              </a:gs>
              <a:gs pos="32000">
                <a:schemeClr val="tx1"/>
              </a:gs>
              <a:gs pos="99000">
                <a:schemeClr val="tx1">
                  <a:alpha val="0"/>
                  <a:lumMod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41AD8B-ABE0-5A53-39E9-70C2B3678F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051" y="2462067"/>
            <a:ext cx="8507895" cy="8176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</a:t>
            </a:r>
          </a:p>
          <a:p>
            <a:pPr lvl="0"/>
            <a:r>
              <a:rPr lang="en-US" dirty="0"/>
              <a:t>No More Than 2 Lines</a:t>
            </a:r>
            <a:endParaRPr lang="en-SG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FE2E91E-34F8-C402-5DF3-0395DBEAFA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052" y="3634077"/>
            <a:ext cx="8507895" cy="12068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Sentence case | 20 </a:t>
            </a:r>
            <a:r>
              <a:rPr lang="en-US" dirty="0" err="1"/>
              <a:t>pt</a:t>
            </a:r>
            <a:r>
              <a:rPr lang="en-US" dirty="0"/>
              <a:t> (B) | No more than 4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DF8FF3-306D-F29C-A15C-06A959661D5E}"/>
              </a:ext>
            </a:extLst>
          </p:cNvPr>
          <p:cNvCxnSpPr/>
          <p:nvPr userDrawn="1"/>
        </p:nvCxnSpPr>
        <p:spPr>
          <a:xfrm>
            <a:off x="1842051" y="3439551"/>
            <a:ext cx="8507895" cy="0"/>
          </a:xfrm>
          <a:prstGeom prst="line">
            <a:avLst/>
          </a:prstGeom>
          <a:ln w="25400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E54838C-9999-572F-CF01-2151833D18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1445" y="673207"/>
            <a:ext cx="2629106" cy="94419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120CDD3-F662-8E10-7F21-62356286A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762C31D-C951-37C9-4C17-73ABA30BD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80294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8ECE64-EACF-57C8-C8F8-520947064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3A912-E076-DA80-8E0E-7AA5F0FEA5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772" y="2020454"/>
            <a:ext cx="9880456" cy="28170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+mj-lt"/>
              <a:buNone/>
              <a:defRPr sz="2000" b="1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Quote - Sentence case| 20 </a:t>
            </a:r>
            <a:r>
              <a:rPr lang="en-US" dirty="0" err="1"/>
              <a:t>pt</a:t>
            </a:r>
            <a:r>
              <a:rPr lang="en-US" dirty="0"/>
              <a:t> (B)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Integer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a </a:t>
            </a:r>
            <a:r>
              <a:rPr lang="en-US" dirty="0" err="1"/>
              <a:t>molestie</a:t>
            </a:r>
            <a:r>
              <a:rPr lang="en-US" dirty="0"/>
              <a:t>. Donec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et </a:t>
            </a:r>
            <a:r>
              <a:rPr lang="en-US" dirty="0" err="1"/>
              <a:t>scelerisque</a:t>
            </a:r>
            <a:r>
              <a:rPr lang="en-US" dirty="0"/>
              <a:t> vitae,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01215-B09C-DB6A-ADD4-B6F5DCD161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40660D5-56A9-E305-5AB4-353E0A8C8F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/>
              </a:gs>
              <a:gs pos="51000">
                <a:schemeClr val="tx1">
                  <a:alpha val="45000"/>
                </a:schemeClr>
              </a:gs>
              <a:gs pos="100000">
                <a:schemeClr val="accent6">
                  <a:alpha val="0"/>
                  <a:lumMod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2777663-6036-D8BB-50B0-3E1E3C89D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A84EEC-5139-13E3-2FC5-D2D622E7C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0440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7C0FD7-3BCA-375E-083F-CD0A512E0D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4070D-F749-544E-D57B-5F4E75640903}"/>
              </a:ext>
            </a:extLst>
          </p:cNvPr>
          <p:cNvSpPr txBox="1"/>
          <p:nvPr userDrawn="1"/>
        </p:nvSpPr>
        <p:spPr>
          <a:xfrm>
            <a:off x="1052398" y="2874734"/>
            <a:ext cx="6921170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We Make Games Better,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AADD6-BEE7-FD4A-FE0E-5FF634EA1852}"/>
              </a:ext>
            </a:extLst>
          </p:cNvPr>
          <p:cNvSpPr txBox="1"/>
          <p:nvPr userDrawn="1"/>
        </p:nvSpPr>
        <p:spPr>
          <a:xfrm>
            <a:off x="7780546" y="2874733"/>
            <a:ext cx="3082526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+mj-lt"/>
              </a:rPr>
              <a:t>Together.</a:t>
            </a:r>
            <a:endParaRPr lang="en-SG" sz="44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824A72-4690-5EFD-EF1A-EDDAF79718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76F7EAB-3238-9EED-A141-5A886BF6B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0C63B59-DDAD-D98D-6D2D-AE4B72824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603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4 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B5605A-8565-CDB9-8647-3943483EC986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A97F240-B782-FE94-A096-B1BF8F55B88F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3" y="2032261"/>
            <a:ext cx="5996021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solidFill>
                  <a:schemeClr val="bg1"/>
                </a:solidFill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3515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30532" y="2443389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515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0532" y="3775271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3515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0532" y="5070084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515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0532" y="1074438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EEA4B9FA-54CB-C8A0-C0CF-BFAAAFFEB4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30532" y="1432784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9C17F15A-28B8-1E50-64A6-C8A653C398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30532" y="2816740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34D3F7-D054-2584-9361-E22D8EE3E2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0532" y="4114200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19DF0E3-806A-E50A-30A5-8D02D726F5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0532" y="5411659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6101B-0DE1-6F87-AA1D-57B438FC88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D885AA-D3EF-ECB7-1618-0B9FEA242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5EC5417-05C3-2794-1A7F-498669EE8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27004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8 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6BAB910-A834-675D-78F4-C79704037FF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FE4F9CB5-D55D-B191-8EDF-24B652917915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3" y="2032261"/>
            <a:ext cx="6093125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2283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3309" y="2443389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2283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83309" y="3775271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2283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15652" y="5070084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2283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83309" y="1074438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EEA4B9FA-54CB-C8A0-C0CF-BFAAAFFEB4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15652" y="1432784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9C17F15A-28B8-1E50-64A6-C8A653C398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15652" y="2816740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34D3F7-D054-2584-9361-E22D8EE3E2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15652" y="4114200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19DF0E3-806A-E50A-30A5-8D02D726F5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15652" y="5411659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8D48C59-15BF-C56B-2328-7AE31CD395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25817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06.</a:t>
            </a:r>
            <a:endParaRPr lang="en-SG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473DF59E-E091-F3B6-8122-C7767F2846E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40491" y="2443389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62D223E6-DCE6-2936-93A2-88E3B0FBD4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25817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07.</a:t>
            </a:r>
            <a:endParaRPr lang="en-SG" dirty="0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C165C70-FD82-784C-39B4-DE9300A395F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0491" y="3775271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B1D5101E-F0CD-93D1-1FAD-8FCFCEC32F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25817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08.</a:t>
            </a:r>
            <a:endParaRPr lang="en-SG" dirty="0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1B7AF26-6148-6095-56DA-BF42FF59A2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0491" y="5070084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AB00759-5312-47D2-8816-DAEB63E581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25817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05.</a:t>
            </a:r>
            <a:endParaRPr lang="en-SG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D1C08462-C73A-52C1-1AF9-DACDCFB62B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0491" y="1074438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4E100DBB-C0EA-9396-6EE9-134F825422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2834" y="1432784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447E032-A686-9821-1BDC-F78E48215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72834" y="2816740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3CAC66A9-A56B-E15C-2563-4A6F01F14B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72834" y="4114200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96980445-075D-C565-CB07-7BDBEE7D100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72834" y="5411659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D09ED1D-8621-1A51-C38D-4C0316427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84A00A2C-0049-6DE3-D838-9BA38759D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3A938D6-69AB-5E3D-23C5-3B6A67F3D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62821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8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EB9FA1-C8C3-2483-B407-0400E1B1813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17C1844-F12A-A315-79DC-BCA036E2D4FE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3515" y="2072687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30532" y="2072687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515" y="2576666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0532" y="2576666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3515" y="3080645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0532" y="3080645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7C6B9B5A-C66C-A070-D92E-F4E9EB9E04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515" y="358462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05.</a:t>
            </a:r>
            <a:endParaRPr lang="en-SG" dirty="0"/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F985B450-44C5-AB54-25BC-2FDA0E0F5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0532" y="3584624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57F48770-C25D-48DF-D9D6-669ACFADE6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515" y="4088603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06.</a:t>
            </a:r>
            <a:endParaRPr lang="en-SG" dirty="0"/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E4FB2187-E8CB-9D0A-A5F5-C3AB72A229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0532" y="4088603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B8E7C83E-8BB9-BC48-6F87-9BFFDEC458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515" y="4592582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07.</a:t>
            </a:r>
            <a:endParaRPr lang="en-SG" dirty="0"/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3CF6143F-5DDC-133E-CEAE-7A799E3C1C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0532" y="4592582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515" y="156870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0532" y="1568708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1E91CD6F-3721-2993-8E1A-F92839D96F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515" y="5096562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08.</a:t>
            </a:r>
            <a:endParaRPr lang="en-SG" dirty="0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EEE62C0A-46DE-3BDD-D7C6-4287B81BFA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30532" y="5096562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F3B9C3-C31C-2D09-0E32-1DB722C949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B9A7D11-F881-F84E-EC0C-9EE13E11C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6EABECF-957C-ADA4-008C-5F74AAF25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1593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+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4064F0-FBF7-D035-E7D9-35600DEFC3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E532679-06E0-A305-CBC0-F71AE6DDB4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  <a:lvl2pPr marL="457200" indent="0" algn="r">
              <a:buNone/>
              <a:defRPr/>
            </a:lvl2pPr>
          </a:lstStyle>
          <a:p>
            <a:pPr lvl="1"/>
            <a:r>
              <a:rPr lang="en-US" dirty="0"/>
              <a:t> 	Picture			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850F23DF-33DD-1501-9394-B1C1F18AEA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2804" y="1513277"/>
            <a:ext cx="3175000" cy="5189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3200" b="1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Game Name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DD6BE2-AADC-8D42-EA37-41DB8FF700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8C12203-8D2F-1643-D198-D801A881D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56413A-09DF-476C-5C12-C50256DE4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7596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with Game Logo +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4064F0-FBF7-D035-E7D9-35600DEFC3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E532679-06E0-A305-CBC0-F71AE6DDB4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  <a:lvl2pPr marL="457200" indent="0" algn="r">
              <a:buNone/>
              <a:defRPr/>
            </a:lvl2pPr>
          </a:lstStyle>
          <a:p>
            <a:pPr lvl="1"/>
            <a:r>
              <a:rPr lang="en-US" dirty="0"/>
              <a:t> 	Picture			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26967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3668D-E853-A07D-68D6-DFB1F8E7D54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82613" y="1176067"/>
            <a:ext cx="2757487" cy="850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Game Logo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807668-E03B-A9F0-EEB1-660AC882B2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F8C5546-A08B-3109-3618-FAF3B0804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61E8E41-8730-2D1F-74BE-627744061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0978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4064F0-FBF7-D035-E7D9-35600DEFC3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pic>
        <p:nvPicPr>
          <p:cNvPr id="16" name="Picture 15" descr="A picture containing text, dark, lit, display&#10;&#10;Description automatically generated">
            <a:extLst>
              <a:ext uri="{FF2B5EF4-FFF2-40B4-BE49-F238E27FC236}">
                <a16:creationId xmlns:a16="http://schemas.microsoft.com/office/drawing/2014/main" id="{9C8C1F85-021B-2CB8-7BC7-41E05B489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186"/>
          <a:stretch/>
        </p:blipFill>
        <p:spPr>
          <a:xfrm>
            <a:off x="2307113" y="0"/>
            <a:ext cx="9884887" cy="6858000"/>
          </a:xfrm>
          <a:prstGeom prst="rect">
            <a:avLst/>
          </a:prstGeom>
        </p:spPr>
      </p:pic>
      <p:pic>
        <p:nvPicPr>
          <p:cNvPr id="17" name="Picture 16" descr="A picture containing text, table, indoor&#10;&#10;Description automatically generated">
            <a:extLst>
              <a:ext uri="{FF2B5EF4-FFF2-40B4-BE49-F238E27FC236}">
                <a16:creationId xmlns:a16="http://schemas.microsoft.com/office/drawing/2014/main" id="{00C1A983-0599-1502-1EBD-01EF4162C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3690" y="1139252"/>
            <a:ext cx="4828310" cy="5718748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E438C5-47C5-D759-C7B1-F3AC4540F2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4902178-BF9A-1240-4E21-44BF05F27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6CC492-B2A3-494E-E6CA-A727D9055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38428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EDD80C-789B-1A84-61AB-62FE7C628F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pic>
        <p:nvPicPr>
          <p:cNvPr id="16" name="Picture 15" descr="A picture containing text, dark, lit, display&#10;&#10;Description automatically generated">
            <a:extLst>
              <a:ext uri="{FF2B5EF4-FFF2-40B4-BE49-F238E27FC236}">
                <a16:creationId xmlns:a16="http://schemas.microsoft.com/office/drawing/2014/main" id="{9C8C1F85-021B-2CB8-7BC7-41E05B489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186"/>
          <a:stretch/>
        </p:blipFill>
        <p:spPr>
          <a:xfrm>
            <a:off x="2307113" y="0"/>
            <a:ext cx="9884887" cy="6858000"/>
          </a:xfrm>
          <a:prstGeom prst="rect">
            <a:avLst/>
          </a:prstGeom>
        </p:spPr>
      </p:pic>
      <p:pic>
        <p:nvPicPr>
          <p:cNvPr id="17" name="Picture 16" descr="A picture containing text, table, indoor&#10;&#10;Description automatically generated">
            <a:extLst>
              <a:ext uri="{FF2B5EF4-FFF2-40B4-BE49-F238E27FC236}">
                <a16:creationId xmlns:a16="http://schemas.microsoft.com/office/drawing/2014/main" id="{00C1A983-0599-1502-1EBD-01EF4162C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3690" y="1139252"/>
            <a:ext cx="4828310" cy="5718748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00FFE4DD-E9CD-D2E9-3F52-579559D644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1495169"/>
            <a:ext cx="972065" cy="5189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9BB925-9803-D3B0-88CA-A9D0CC54CC3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F32EBA6-DB0E-2984-E9AF-FDC72D711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DBF449C-81BA-9C85-4595-1D9F3F805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65916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54E97C-CB46-3D84-5F6F-06B2463622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E4A35B-7762-38C2-F4D9-D7032E93EE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979FF41-4AB4-7C38-C721-F1C9874B90F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76821F5-D76C-088E-D1D7-EDC7B1866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5F31C31-34E2-5BAA-2F23-EF7F2403C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8803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46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259452-AA79-50FC-E59B-BCC501334D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225118"/>
            <a:ext cx="11490325" cy="271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/14 </a:t>
            </a:r>
            <a:r>
              <a:rPr lang="en-US" dirty="0" err="1"/>
              <a:t>pt</a:t>
            </a:r>
            <a:endParaRPr lang="en-SG" dirty="0"/>
          </a:p>
          <a:p>
            <a:pPr lvl="0"/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DD56-A7FD-723C-DBAD-A57EBD9253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023BBB5-6ABE-1F5D-4F44-97808810F6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3" y="1641764"/>
            <a:ext cx="11490325" cy="47174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Char char="•"/>
              <a:defRPr sz="1400" b="0"/>
            </a:lvl2pPr>
            <a:lvl3pPr marL="628650" indent="0">
              <a:buFont typeface="Arial" panose="020B0604020202020204" pitchFamily="34" charset="0"/>
              <a:buChar char="•"/>
              <a:defRPr sz="1400" b="0"/>
            </a:lvl3pPr>
            <a:lvl4pPr marL="1371600" indent="0">
              <a:buFont typeface="Arial" panose="020B0604020202020204" pitchFamily="34" charset="0"/>
              <a:buChar char="•"/>
              <a:defRPr sz="1400" b="0"/>
            </a:lvl4pPr>
            <a:lvl5pPr marL="1828800" indent="0">
              <a:buFont typeface="Arial" panose="020B0604020202020204" pitchFamily="34" charset="0"/>
              <a:buChar char="•"/>
              <a:defRPr sz="1400" b="0"/>
            </a:lvl5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Body Copy | 14/12 </a:t>
            </a:r>
            <a:r>
              <a:rPr lang="en-SG" dirty="0" err="1"/>
              <a:t>pt</a:t>
            </a:r>
            <a:r>
              <a:rPr lang="en-SG" dirty="0"/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 </a:t>
            </a:r>
            <a:r>
              <a:rPr lang="en-SG" dirty="0" err="1"/>
              <a:t>Pellentesque</a:t>
            </a:r>
            <a:r>
              <a:rPr lang="en-SG" dirty="0"/>
              <a:t> </a:t>
            </a:r>
            <a:r>
              <a:rPr lang="en-SG" dirty="0" err="1"/>
              <a:t>lectus</a:t>
            </a:r>
            <a:r>
              <a:rPr lang="en-SG" dirty="0"/>
              <a:t> </a:t>
            </a:r>
            <a:r>
              <a:rPr lang="en-SG" dirty="0" err="1"/>
              <a:t>urna</a:t>
            </a:r>
            <a:r>
              <a:rPr lang="en-SG" dirty="0"/>
              <a:t>, </a:t>
            </a:r>
            <a:r>
              <a:rPr lang="en-SG" dirty="0" err="1"/>
              <a:t>sollicitudin</a:t>
            </a:r>
            <a:r>
              <a:rPr lang="en-SG" dirty="0"/>
              <a:t> </a:t>
            </a:r>
            <a:r>
              <a:rPr lang="en-SG" dirty="0" err="1"/>
              <a:t>eget</a:t>
            </a:r>
            <a:r>
              <a:rPr lang="en-SG" dirty="0"/>
              <a:t> pulvinar at,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ut</a:t>
            </a:r>
            <a:r>
              <a:rPr lang="en-SG" dirty="0"/>
              <a:t> eros. </a:t>
            </a:r>
            <a:r>
              <a:rPr lang="en-SG" dirty="0" err="1"/>
              <a:t>Interdum</a:t>
            </a:r>
            <a:r>
              <a:rPr lang="en-SG" dirty="0"/>
              <a:t> et </a:t>
            </a:r>
            <a:r>
              <a:rPr lang="en-SG" dirty="0" err="1"/>
              <a:t>malesuada</a:t>
            </a:r>
            <a:r>
              <a:rPr lang="en-SG" dirty="0"/>
              <a:t> fames ac ante ipsum </a:t>
            </a:r>
            <a:r>
              <a:rPr lang="en-SG" dirty="0" err="1"/>
              <a:t>primis</a:t>
            </a:r>
            <a:r>
              <a:rPr lang="en-SG" dirty="0"/>
              <a:t> in </a:t>
            </a:r>
            <a:r>
              <a:rPr lang="en-SG" dirty="0" err="1"/>
              <a:t>faucibus</a:t>
            </a:r>
            <a:r>
              <a:rPr lang="en-SG" dirty="0"/>
              <a:t>. </a:t>
            </a:r>
            <a:r>
              <a:rPr lang="en-SG" dirty="0" err="1"/>
              <a:t>Phasellus</a:t>
            </a:r>
            <a:r>
              <a:rPr lang="en-SG" dirty="0"/>
              <a:t> </a:t>
            </a:r>
            <a:r>
              <a:rPr lang="en-SG" dirty="0" err="1"/>
              <a:t>pellentesque</a:t>
            </a:r>
            <a:r>
              <a:rPr lang="en-SG" dirty="0"/>
              <a:t> </a:t>
            </a:r>
            <a:r>
              <a:rPr lang="en-SG" dirty="0" err="1"/>
              <a:t>tellus</a:t>
            </a:r>
            <a:r>
              <a:rPr lang="en-SG" dirty="0"/>
              <a:t> a </a:t>
            </a:r>
            <a:r>
              <a:rPr lang="en-SG" dirty="0" err="1"/>
              <a:t>dapibus</a:t>
            </a:r>
            <a:r>
              <a:rPr lang="en-SG" dirty="0"/>
              <a:t> tempus. Maecenas auctor </a:t>
            </a:r>
            <a:r>
              <a:rPr lang="en-SG" dirty="0" err="1"/>
              <a:t>leo</a:t>
            </a:r>
            <a:r>
              <a:rPr lang="en-SG" dirty="0"/>
              <a:t> </a:t>
            </a:r>
            <a:r>
              <a:rPr lang="en-SG" dirty="0" err="1"/>
              <a:t>vel</a:t>
            </a:r>
            <a:r>
              <a:rPr lang="en-SG" dirty="0"/>
              <a:t> gravida </a:t>
            </a:r>
            <a:r>
              <a:rPr lang="en-SG" dirty="0" err="1"/>
              <a:t>condimentum</a:t>
            </a:r>
            <a:r>
              <a:rPr lang="en-SG" dirty="0"/>
              <a:t>. </a:t>
            </a:r>
            <a:r>
              <a:rPr lang="en-SG" dirty="0" err="1"/>
              <a:t>Curabitur</a:t>
            </a:r>
            <a:r>
              <a:rPr lang="en-SG" dirty="0"/>
              <a:t> </a:t>
            </a:r>
            <a:r>
              <a:rPr lang="en-SG" dirty="0" err="1"/>
              <a:t>luctus</a:t>
            </a:r>
            <a:r>
              <a:rPr lang="en-SG" dirty="0"/>
              <a:t> </a:t>
            </a:r>
            <a:r>
              <a:rPr lang="en-SG" dirty="0" err="1"/>
              <a:t>condimentum</a:t>
            </a:r>
            <a:r>
              <a:rPr lang="en-SG" dirty="0"/>
              <a:t> ex </a:t>
            </a:r>
            <a:r>
              <a:rPr lang="en-SG" dirty="0" err="1"/>
              <a:t>vehicula</a:t>
            </a:r>
            <a:r>
              <a:rPr lang="en-SG" dirty="0"/>
              <a:t> </a:t>
            </a:r>
            <a:r>
              <a:rPr lang="en-SG" dirty="0" err="1"/>
              <a:t>commodo</a:t>
            </a:r>
            <a:r>
              <a:rPr lang="en-SG" dirty="0"/>
              <a:t>. Class </a:t>
            </a:r>
            <a:r>
              <a:rPr lang="en-SG" dirty="0" err="1"/>
              <a:t>aptent</a:t>
            </a:r>
            <a:r>
              <a:rPr lang="en-SG" dirty="0"/>
              <a:t> </a:t>
            </a:r>
            <a:r>
              <a:rPr lang="en-SG" dirty="0" err="1"/>
              <a:t>taciti</a:t>
            </a:r>
            <a:r>
              <a:rPr lang="en-SG" dirty="0"/>
              <a:t> </a:t>
            </a:r>
            <a:r>
              <a:rPr lang="en-SG" dirty="0" err="1"/>
              <a:t>sociosqu</a:t>
            </a:r>
            <a:r>
              <a:rPr lang="en-SG" dirty="0"/>
              <a:t> ad </a:t>
            </a:r>
            <a:r>
              <a:rPr lang="en-SG" dirty="0" err="1"/>
              <a:t>litora</a:t>
            </a:r>
            <a:r>
              <a:rPr lang="en-SG" dirty="0"/>
              <a:t> </a:t>
            </a:r>
            <a:r>
              <a:rPr lang="en-SG" dirty="0" err="1"/>
              <a:t>torquent</a:t>
            </a:r>
            <a:r>
              <a:rPr lang="en-SG" dirty="0"/>
              <a:t> per </a:t>
            </a:r>
            <a:r>
              <a:rPr lang="en-SG" dirty="0" err="1"/>
              <a:t>conubia</a:t>
            </a:r>
            <a:r>
              <a:rPr lang="en-SG" dirty="0"/>
              <a:t> nostra, per </a:t>
            </a:r>
            <a:r>
              <a:rPr lang="en-SG" dirty="0" err="1"/>
              <a:t>inceptos</a:t>
            </a:r>
            <a:r>
              <a:rPr lang="en-SG" dirty="0"/>
              <a:t> </a:t>
            </a:r>
            <a:r>
              <a:rPr lang="en-SG" dirty="0" err="1"/>
              <a:t>himenaeos</a:t>
            </a:r>
            <a:r>
              <a:rPr lang="en-SG" dirty="0"/>
              <a:t>. 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 .</a:t>
            </a:r>
          </a:p>
          <a:p>
            <a:pPr marL="1657350" marR="0" lvl="3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2114550" marR="0" lvl="4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2114550" marR="0" lvl="4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SG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A4D805C-EA2D-E933-86DD-FE3F89BC392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CBE5A4E-285C-9C24-E3D6-6D63B5DD9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203058A-04D3-8406-DEE7-56748B063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41028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mmar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259452-AA79-50FC-E59B-BCC501334D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1225118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F4A5B4A-971E-762C-F92E-460B971C9F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4964" y="3189000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CF517F1-F240-5F6F-EC1B-35404517BD5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72082" y="1225118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21FB94D-A01D-9A51-D5F8-B6CBBE0CB12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72082" y="3189000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able Placeholder 16">
            <a:extLst>
              <a:ext uri="{FF2B5EF4-FFF2-40B4-BE49-F238E27FC236}">
                <a16:creationId xmlns:a16="http://schemas.microsoft.com/office/drawing/2014/main" id="{D38A2B8C-84B7-C1CA-C84F-807B5AE6053B}"/>
              </a:ext>
            </a:extLst>
          </p:cNvPr>
          <p:cNvSpPr>
            <a:spLocks noGrp="1"/>
          </p:cNvSpPr>
          <p:nvPr>
            <p:ph type="tbl" sz="quarter" idx="50" hasCustomPrompt="1"/>
          </p:nvPr>
        </p:nvSpPr>
        <p:spPr>
          <a:xfrm>
            <a:off x="6372225" y="3542292"/>
            <a:ext cx="5461000" cy="263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7F84FF-CB48-FCBB-D3F4-9AE54C622A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6668E95B-E5A3-D4A3-F2B7-11F154DBBED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4964" y="1578409"/>
            <a:ext cx="5461000" cy="1479116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Char char="•"/>
              <a:defRPr sz="1200" b="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Body Copy | 14/12 pt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Maecenas auctor </a:t>
            </a:r>
            <a:r>
              <a:rPr lang="en-SG" dirty="0" err="1"/>
              <a:t>leo</a:t>
            </a:r>
            <a:r>
              <a:rPr lang="en-SG" dirty="0"/>
              <a:t> </a:t>
            </a:r>
            <a:r>
              <a:rPr lang="en-SG" dirty="0" err="1"/>
              <a:t>vel</a:t>
            </a:r>
            <a:r>
              <a:rPr lang="en-SG" dirty="0"/>
              <a:t> gravida </a:t>
            </a:r>
            <a:r>
              <a:rPr lang="en-SG" dirty="0" err="1"/>
              <a:t>condimentum</a:t>
            </a:r>
            <a:r>
              <a:rPr lang="en-SG" dirty="0"/>
              <a:t>. </a:t>
            </a:r>
            <a:r>
              <a:rPr lang="en-SG" dirty="0" err="1"/>
              <a:t>Curabitur</a:t>
            </a:r>
            <a:r>
              <a:rPr lang="en-SG" dirty="0"/>
              <a:t> </a:t>
            </a:r>
            <a:r>
              <a:rPr lang="en-SG" dirty="0" err="1"/>
              <a:t>luctus</a:t>
            </a:r>
            <a:r>
              <a:rPr lang="en-SG" dirty="0"/>
              <a:t> </a:t>
            </a:r>
            <a:r>
              <a:rPr lang="en-SG" dirty="0" err="1"/>
              <a:t>condimentum</a:t>
            </a:r>
            <a:r>
              <a:rPr lang="en-SG" dirty="0"/>
              <a:t> ex </a:t>
            </a:r>
            <a:r>
              <a:rPr lang="en-SG" dirty="0" err="1"/>
              <a:t>vehicula</a:t>
            </a:r>
            <a:r>
              <a:rPr lang="en-SG" dirty="0"/>
              <a:t> </a:t>
            </a:r>
            <a:r>
              <a:rPr lang="en-SG" dirty="0" err="1"/>
              <a:t>commodo</a:t>
            </a:r>
            <a:r>
              <a:rPr lang="en-SG" dirty="0"/>
              <a:t>. Class </a:t>
            </a:r>
            <a:r>
              <a:rPr lang="en-SG" dirty="0" err="1"/>
              <a:t>aptent</a:t>
            </a:r>
            <a:r>
              <a:rPr lang="en-SG" dirty="0"/>
              <a:t> </a:t>
            </a:r>
            <a:r>
              <a:rPr lang="en-SG" dirty="0" err="1"/>
              <a:t>taciti</a:t>
            </a:r>
            <a:r>
              <a:rPr lang="en-SG" dirty="0"/>
              <a:t> </a:t>
            </a:r>
            <a:r>
              <a:rPr lang="en-SG" dirty="0" err="1"/>
              <a:t>sociosqu</a:t>
            </a:r>
            <a:r>
              <a:rPr lang="en-SG" dirty="0"/>
              <a:t> ad </a:t>
            </a:r>
            <a:r>
              <a:rPr lang="en-SG" dirty="0" err="1"/>
              <a:t>litora</a:t>
            </a:r>
            <a:r>
              <a:rPr lang="en-SG" dirty="0"/>
              <a:t> </a:t>
            </a:r>
            <a:r>
              <a:rPr lang="en-SG" dirty="0" err="1"/>
              <a:t>torquent</a:t>
            </a:r>
            <a:r>
              <a:rPr lang="en-SG" dirty="0"/>
              <a:t> per </a:t>
            </a:r>
            <a:r>
              <a:rPr lang="en-SG" dirty="0" err="1"/>
              <a:t>conubia</a:t>
            </a:r>
            <a:r>
              <a:rPr lang="en-SG" dirty="0"/>
              <a:t> nostra, per </a:t>
            </a:r>
            <a:r>
              <a:rPr lang="en-SG" dirty="0" err="1"/>
              <a:t>inceptos</a:t>
            </a:r>
            <a:r>
              <a:rPr lang="en-SG" dirty="0"/>
              <a:t> </a:t>
            </a:r>
            <a:r>
              <a:rPr lang="en-SG" dirty="0" err="1"/>
              <a:t>himenaeos</a:t>
            </a:r>
            <a:r>
              <a:rPr lang="en-SG" dirty="0"/>
              <a:t>. 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  <a:endParaRPr lang="en-US" dirty="0"/>
          </a:p>
          <a:p>
            <a:pPr marL="5715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5715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SG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E6E4BF4-1BFB-CD87-FC7B-376301F38F4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4964" y="3542291"/>
            <a:ext cx="5461000" cy="26340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0"/>
            </a:lvl2pPr>
            <a:lvl3pPr marL="742950" indent="0">
              <a:buNone/>
              <a:defRPr sz="1200" b="0"/>
            </a:lvl3pPr>
            <a:lvl4pPr marL="1371600" indent="0">
              <a:buNone/>
              <a:defRPr sz="1200" b="0"/>
            </a:lvl4pPr>
            <a:lvl5pPr marL="1828800" indent="0">
              <a:buNone/>
              <a:defRPr sz="1200" b="0"/>
            </a:lvl5pPr>
          </a:lstStyle>
          <a:p>
            <a:pPr lvl="0"/>
            <a:r>
              <a:rPr lang="en-US" dirty="0"/>
              <a:t>Body Copy | 12 pt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marL="457200" marR="0" lvl="1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371600" marR="0" lvl="3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000250" marR="0" lvl="4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E9D2FFE-E6FF-A5C6-414A-4903DB895FF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082" y="1578409"/>
            <a:ext cx="5461000" cy="146959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 b="0"/>
            </a:lvl2pPr>
            <a:lvl3pPr marL="914400" indent="0">
              <a:buNone/>
              <a:defRPr sz="1200" b="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914400" marR="0" lvl="2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F404D5F-38AD-AD61-2617-3495EA720C1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144B554-AC5F-664F-2483-2B2F11E33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51FFA62-EAB0-D12A-9239-5974D43E2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83494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Option Col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259452-AA79-50FC-E59B-BCC501334D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C3F3BC-8D48-FC5E-9866-BDF81F40EE1F}"/>
              </a:ext>
            </a:extLst>
          </p:cNvPr>
          <p:cNvSpPr/>
          <p:nvPr userDrawn="1"/>
        </p:nvSpPr>
        <p:spPr>
          <a:xfrm>
            <a:off x="44616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3D84D-E5BA-2681-84D9-54E2CB83D4F1}"/>
              </a:ext>
            </a:extLst>
          </p:cNvPr>
          <p:cNvSpPr/>
          <p:nvPr userDrawn="1"/>
        </p:nvSpPr>
        <p:spPr>
          <a:xfrm>
            <a:off x="446162" y="2008272"/>
            <a:ext cx="2792525" cy="417454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3B928C-F1B9-6720-F010-9A280A5215CA}"/>
              </a:ext>
            </a:extLst>
          </p:cNvPr>
          <p:cNvSpPr/>
          <p:nvPr userDrawn="1"/>
        </p:nvSpPr>
        <p:spPr>
          <a:xfrm>
            <a:off x="330840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D2652-6968-4015-92A4-1F061275B806}"/>
              </a:ext>
            </a:extLst>
          </p:cNvPr>
          <p:cNvSpPr/>
          <p:nvPr userDrawn="1"/>
        </p:nvSpPr>
        <p:spPr>
          <a:xfrm>
            <a:off x="3308402" y="2008272"/>
            <a:ext cx="2792525" cy="417454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CA4CB3-8F85-EF0A-1CDB-10EA14B081F2}"/>
              </a:ext>
            </a:extLst>
          </p:cNvPr>
          <p:cNvSpPr/>
          <p:nvPr userDrawn="1"/>
        </p:nvSpPr>
        <p:spPr>
          <a:xfrm>
            <a:off x="617064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D9DAAC-8152-9FAB-90BC-FCD7AF24B54E}"/>
              </a:ext>
            </a:extLst>
          </p:cNvPr>
          <p:cNvSpPr/>
          <p:nvPr userDrawn="1"/>
        </p:nvSpPr>
        <p:spPr>
          <a:xfrm>
            <a:off x="6170642" y="2008272"/>
            <a:ext cx="2792525" cy="417454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11AE64-E58D-2B5F-46DB-2A02B20350BB}"/>
              </a:ext>
            </a:extLst>
          </p:cNvPr>
          <p:cNvSpPr/>
          <p:nvPr userDrawn="1"/>
        </p:nvSpPr>
        <p:spPr>
          <a:xfrm>
            <a:off x="9032883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7C5071-5A2F-88BF-BFD3-95126238BC76}"/>
              </a:ext>
            </a:extLst>
          </p:cNvPr>
          <p:cNvSpPr/>
          <p:nvPr userDrawn="1"/>
        </p:nvSpPr>
        <p:spPr>
          <a:xfrm>
            <a:off x="9032883" y="2008272"/>
            <a:ext cx="2792525" cy="417454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6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C39897C-B309-43FB-B437-A6F505F48C2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11055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51F037C-E9F2-9B4D-36A6-E87FA74C12A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71821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7CAAAAA3-9CAD-2E2C-5CCC-05F48E23E92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19523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91BDB-DEE8-6BC7-F702-87C5480725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5873ED4-7EB4-B853-81CA-4D810EAC5FC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226" y="2183287"/>
            <a:ext cx="2597860" cy="37733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B9A3AE3-BF91-8CA2-33BE-890E6D8CEFE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11055" y="2183287"/>
            <a:ext cx="2597860" cy="377337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pt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7DD1CDB0-5241-129E-BFC7-E7575570029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71821" y="2183287"/>
            <a:ext cx="2597860" cy="377337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pt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2A9D493-EF37-6A05-171D-0BB9623681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19523" y="2183287"/>
            <a:ext cx="2597860" cy="377337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pt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08EBCEC-504C-3C7D-8826-B9EC6A4F670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2D90852-4EA9-E9D8-51FC-16C17845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EDA41C3-9FD8-95E5-9313-F6A8FF1EA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16783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Option Collumn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259452-AA79-50FC-E59B-BCC501334D11}"/>
              </a:ext>
            </a:extLst>
          </p:cNvPr>
          <p:cNvSpPr/>
          <p:nvPr userDrawn="1"/>
        </p:nvSpPr>
        <p:spPr>
          <a:xfrm>
            <a:off x="-1" y="0"/>
            <a:ext cx="12192000" cy="6863528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C3F3BC-8D48-FC5E-9866-BDF81F40EE1F}"/>
              </a:ext>
            </a:extLst>
          </p:cNvPr>
          <p:cNvSpPr/>
          <p:nvPr userDrawn="1"/>
        </p:nvSpPr>
        <p:spPr>
          <a:xfrm>
            <a:off x="446163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3D84D-E5BA-2681-84D9-54E2CB83D4F1}"/>
              </a:ext>
            </a:extLst>
          </p:cNvPr>
          <p:cNvSpPr/>
          <p:nvPr userDrawn="1"/>
        </p:nvSpPr>
        <p:spPr>
          <a:xfrm>
            <a:off x="446163" y="2452406"/>
            <a:ext cx="2221200" cy="373040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384756-4DA5-767F-5D4A-7968922A98BD}"/>
              </a:ext>
            </a:extLst>
          </p:cNvPr>
          <p:cNvSpPr/>
          <p:nvPr userDrawn="1"/>
        </p:nvSpPr>
        <p:spPr>
          <a:xfrm flipV="1">
            <a:off x="456554" y="1235144"/>
            <a:ext cx="556751" cy="474883"/>
          </a:xfrm>
          <a:prstGeom prst="rect">
            <a:avLst/>
          </a:prstGeom>
          <a:solidFill>
            <a:schemeClr val="tx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6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E86C9D-D844-ECE2-F4AD-40F428FCF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226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D446E95-8FA2-9CDB-B8EF-3D57CF3368C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7225" y="1323543"/>
            <a:ext cx="470500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56F34D-D43B-C424-4135-F886458514A8}"/>
              </a:ext>
            </a:extLst>
          </p:cNvPr>
          <p:cNvSpPr/>
          <p:nvPr userDrawn="1"/>
        </p:nvSpPr>
        <p:spPr>
          <a:xfrm>
            <a:off x="2717414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A70809-8F90-3FE3-0B68-1730D3CE8F5F}"/>
              </a:ext>
            </a:extLst>
          </p:cNvPr>
          <p:cNvSpPr/>
          <p:nvPr userDrawn="1"/>
        </p:nvSpPr>
        <p:spPr>
          <a:xfrm>
            <a:off x="2717414" y="2452406"/>
            <a:ext cx="2221200" cy="373040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5D5EFD17-3858-119B-0EFE-E7E105E3A36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08477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0ECA3052-DA71-E04F-D0A2-9C714F15DE3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08477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FE77E50-664F-11B8-27B6-052F0FA734C1}"/>
              </a:ext>
            </a:extLst>
          </p:cNvPr>
          <p:cNvSpPr/>
          <p:nvPr userDrawn="1"/>
        </p:nvSpPr>
        <p:spPr>
          <a:xfrm>
            <a:off x="4998498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19A0D5-D4BA-A1DC-5F54-435E52815226}"/>
              </a:ext>
            </a:extLst>
          </p:cNvPr>
          <p:cNvSpPr/>
          <p:nvPr userDrawn="1"/>
        </p:nvSpPr>
        <p:spPr>
          <a:xfrm>
            <a:off x="4998498" y="2452406"/>
            <a:ext cx="2221200" cy="373040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D98D353F-C365-3C31-16D3-284A635C3F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89561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F04E9130-9147-6859-7F74-F9A8ECF32C6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89561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237EB7-BB28-5E93-ED6B-2649A919FEAB}"/>
              </a:ext>
            </a:extLst>
          </p:cNvPr>
          <p:cNvSpPr/>
          <p:nvPr userDrawn="1"/>
        </p:nvSpPr>
        <p:spPr>
          <a:xfrm>
            <a:off x="7279582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55D4230-AF65-A074-225C-A9225CB8B5B3}"/>
              </a:ext>
            </a:extLst>
          </p:cNvPr>
          <p:cNvSpPr/>
          <p:nvPr userDrawn="1"/>
        </p:nvSpPr>
        <p:spPr>
          <a:xfrm>
            <a:off x="7279582" y="2452406"/>
            <a:ext cx="2221200" cy="373040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6E5A4E02-9738-441D-127F-CD4EBFFB15B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70645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8" name="Text Placeholder 11">
            <a:extLst>
              <a:ext uri="{FF2B5EF4-FFF2-40B4-BE49-F238E27FC236}">
                <a16:creationId xmlns:a16="http://schemas.microsoft.com/office/drawing/2014/main" id="{DDE5D750-C67A-675E-EB04-5FD5D196F51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70645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764BCD-CF4B-8E57-0EB4-CA81F39A350A}"/>
              </a:ext>
            </a:extLst>
          </p:cNvPr>
          <p:cNvSpPr/>
          <p:nvPr userDrawn="1"/>
        </p:nvSpPr>
        <p:spPr>
          <a:xfrm>
            <a:off x="9560666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F44561-AACC-F72C-7B96-E82D1B6B871E}"/>
              </a:ext>
            </a:extLst>
          </p:cNvPr>
          <p:cNvSpPr/>
          <p:nvPr userDrawn="1"/>
        </p:nvSpPr>
        <p:spPr>
          <a:xfrm>
            <a:off x="9560666" y="2452406"/>
            <a:ext cx="2221200" cy="373040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11">
            <a:extLst>
              <a:ext uri="{FF2B5EF4-FFF2-40B4-BE49-F238E27FC236}">
                <a16:creationId xmlns:a16="http://schemas.microsoft.com/office/drawing/2014/main" id="{936FC3E9-9A80-853A-D105-5275CAE2E63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651729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4" name="Text Placeholder 11">
            <a:extLst>
              <a:ext uri="{FF2B5EF4-FFF2-40B4-BE49-F238E27FC236}">
                <a16:creationId xmlns:a16="http://schemas.microsoft.com/office/drawing/2014/main" id="{2A4251F4-5908-1F05-1BF5-B701D99C236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651729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756C282-BDC8-1723-84BC-359BB882C304}"/>
              </a:ext>
            </a:extLst>
          </p:cNvPr>
          <p:cNvSpPr/>
          <p:nvPr userDrawn="1"/>
        </p:nvSpPr>
        <p:spPr>
          <a:xfrm flipV="1">
            <a:off x="2724872" y="1235144"/>
            <a:ext cx="556751" cy="474883"/>
          </a:xfrm>
          <a:prstGeom prst="rect">
            <a:avLst/>
          </a:prstGeom>
          <a:solidFill>
            <a:schemeClr val="tx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43E48306-95BD-D9A2-F796-3E3C3CDA1A1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805543" y="1323543"/>
            <a:ext cx="476080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370F121-ACB3-200F-C4DE-103C92CCFC6C}"/>
              </a:ext>
            </a:extLst>
          </p:cNvPr>
          <p:cNvSpPr/>
          <p:nvPr userDrawn="1"/>
        </p:nvSpPr>
        <p:spPr>
          <a:xfrm flipV="1">
            <a:off x="5008346" y="1235144"/>
            <a:ext cx="556751" cy="474883"/>
          </a:xfrm>
          <a:prstGeom prst="rect">
            <a:avLst/>
          </a:prstGeom>
          <a:solidFill>
            <a:schemeClr val="tx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994098B3-3996-7FE6-A8FD-84596E380FB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89561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96F8D31-CB45-CD6B-6C47-D0172BEA7320}"/>
              </a:ext>
            </a:extLst>
          </p:cNvPr>
          <p:cNvSpPr/>
          <p:nvPr userDrawn="1"/>
        </p:nvSpPr>
        <p:spPr>
          <a:xfrm flipV="1">
            <a:off x="7286768" y="1235144"/>
            <a:ext cx="556751" cy="474883"/>
          </a:xfrm>
          <a:prstGeom prst="rect">
            <a:avLst/>
          </a:prstGeom>
          <a:solidFill>
            <a:schemeClr val="tx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 Placeholder 11">
            <a:extLst>
              <a:ext uri="{FF2B5EF4-FFF2-40B4-BE49-F238E27FC236}">
                <a16:creationId xmlns:a16="http://schemas.microsoft.com/office/drawing/2014/main" id="{F3CDF76D-B0A6-D2D2-3B16-B027ED4D722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67983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D.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9716C2-AE62-36CD-DCCE-9F8252781D04}"/>
              </a:ext>
            </a:extLst>
          </p:cNvPr>
          <p:cNvSpPr/>
          <p:nvPr userDrawn="1"/>
        </p:nvSpPr>
        <p:spPr>
          <a:xfrm flipV="1">
            <a:off x="9575129" y="1235144"/>
            <a:ext cx="556751" cy="474883"/>
          </a:xfrm>
          <a:prstGeom prst="rect">
            <a:avLst/>
          </a:prstGeom>
          <a:solidFill>
            <a:schemeClr val="tx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 Placeholder 11">
            <a:extLst>
              <a:ext uri="{FF2B5EF4-FFF2-40B4-BE49-F238E27FC236}">
                <a16:creationId xmlns:a16="http://schemas.microsoft.com/office/drawing/2014/main" id="{DD8E2612-BCF6-B3D7-BF5B-D4071E3779C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646405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88A0A-84B5-81C8-E110-58E5AC46B4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A1DC9C3-FA06-C03F-313B-768088AEF9E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30128DB-90FA-01FC-829B-CAC907B59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AB1C469-F66A-692E-847F-BBEA305C7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2069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on Col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259452-AA79-50FC-E59B-BCC501334D11}"/>
              </a:ext>
            </a:extLst>
          </p:cNvPr>
          <p:cNvSpPr/>
          <p:nvPr userDrawn="1"/>
        </p:nvSpPr>
        <p:spPr>
          <a:xfrm>
            <a:off x="-1" y="1331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F74CBBF-722E-739B-2D72-AFB90C6E67C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473289" y="1265049"/>
            <a:ext cx="3098711" cy="9379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Partner Logo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B2B5B8-9CE1-A6EF-8BAA-515616BCED7C}"/>
              </a:ext>
            </a:extLst>
          </p:cNvPr>
          <p:cNvSpPr/>
          <p:nvPr userDrawn="1"/>
        </p:nvSpPr>
        <p:spPr>
          <a:xfrm>
            <a:off x="478971" y="2432958"/>
            <a:ext cx="5312229" cy="592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5DBA8-EBB4-174A-FD75-AC8A5197FB1E}"/>
              </a:ext>
            </a:extLst>
          </p:cNvPr>
          <p:cNvSpPr/>
          <p:nvPr userDrawn="1"/>
        </p:nvSpPr>
        <p:spPr>
          <a:xfrm>
            <a:off x="478971" y="3034540"/>
            <a:ext cx="5312229" cy="314827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74DA125-79F1-F60E-387C-A8DA00EB71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8433" y="2550466"/>
            <a:ext cx="4828421" cy="3412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7BD9970-65BC-F415-94D0-A9A4B7533F1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378" y="3260035"/>
            <a:ext cx="4828421" cy="26966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773560-6C61-0881-2158-E0FDC4B401D8}"/>
              </a:ext>
            </a:extLst>
          </p:cNvPr>
          <p:cNvSpPr/>
          <p:nvPr userDrawn="1"/>
        </p:nvSpPr>
        <p:spPr>
          <a:xfrm>
            <a:off x="6400801" y="2432958"/>
            <a:ext cx="5424607" cy="592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D2E984-E9E9-82FB-B9A8-6C48EFA6232E}"/>
              </a:ext>
            </a:extLst>
          </p:cNvPr>
          <p:cNvSpPr/>
          <p:nvPr userDrawn="1"/>
        </p:nvSpPr>
        <p:spPr>
          <a:xfrm>
            <a:off x="6400801" y="3034540"/>
            <a:ext cx="5424607" cy="314827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E0D8782-5302-2195-0453-3C91BF09C8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645201" y="2550466"/>
            <a:ext cx="4828421" cy="39227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654F899-BEBF-0321-B16F-A0E4AF11D4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45201" y="3260035"/>
            <a:ext cx="4828421" cy="26966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2193E8-446D-4DD8-5741-8CD678771E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45A4A47-7DA7-98CA-6E69-4DA8FA5B9074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620089" y="1265049"/>
            <a:ext cx="3098711" cy="9379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 dirty="0" err="1"/>
              <a:t>Virtuos</a:t>
            </a:r>
            <a:r>
              <a:rPr lang="en-US" dirty="0"/>
              <a:t> Logo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72E39F5-6C94-7E07-B995-7055BD3B87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B66814-2453-0134-1B12-9A2FC902B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C41C36B-039F-7E7A-84AB-2E8AAA350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23063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259452-AA79-50FC-E59B-BCC501334D11}"/>
              </a:ext>
            </a:extLst>
          </p:cNvPr>
          <p:cNvSpPr/>
          <p:nvPr userDrawn="1"/>
        </p:nvSpPr>
        <p:spPr>
          <a:xfrm>
            <a:off x="-1" y="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44BC46-BD63-122D-C8D1-E12077C091A9}"/>
              </a:ext>
            </a:extLst>
          </p:cNvPr>
          <p:cNvGrpSpPr/>
          <p:nvPr userDrawn="1"/>
        </p:nvGrpSpPr>
        <p:grpSpPr>
          <a:xfrm>
            <a:off x="445977" y="3483400"/>
            <a:ext cx="11241120" cy="565649"/>
            <a:chOff x="619354" y="3155452"/>
            <a:chExt cx="10885927" cy="547776"/>
          </a:xfrm>
        </p:grpSpPr>
        <p:sp>
          <p:nvSpPr>
            <p:cNvPr id="5" name="Parallelogram 1">
              <a:extLst>
                <a:ext uri="{FF2B5EF4-FFF2-40B4-BE49-F238E27FC236}">
                  <a16:creationId xmlns:a16="http://schemas.microsoft.com/office/drawing/2014/main" id="{DAE1ED37-2402-659D-AC83-81DAADE557E6}"/>
                </a:ext>
              </a:extLst>
            </p:cNvPr>
            <p:cNvSpPr/>
            <p:nvPr userDrawn="1"/>
          </p:nvSpPr>
          <p:spPr>
            <a:xfrm>
              <a:off x="619354" y="3155452"/>
              <a:ext cx="1517882" cy="547776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49615 w 2437402"/>
                <a:gd name="connsiteY1" fmla="*/ 3175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19502 w 2437402"/>
                <a:gd name="connsiteY1" fmla="*/ 18233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10611 w 2417900"/>
                <a:gd name="connsiteY0" fmla="*/ 867317 h 867317"/>
                <a:gd name="connsiteX1" fmla="*/ 0 w 2417900"/>
                <a:gd name="connsiteY1" fmla="*/ 18233 h 867317"/>
                <a:gd name="connsiteX2" fmla="*/ 2417900 w 2417900"/>
                <a:gd name="connsiteY2" fmla="*/ 0 h 867317"/>
                <a:gd name="connsiteX3" fmla="*/ 2021660 w 2417900"/>
                <a:gd name="connsiteY3" fmla="*/ 858612 h 867317"/>
                <a:gd name="connsiteX4" fmla="*/ 10611 w 2417900"/>
                <a:gd name="connsiteY4" fmla="*/ 867317 h 867317"/>
                <a:gd name="connsiteX0" fmla="*/ 0 w 2420214"/>
                <a:gd name="connsiteY0" fmla="*/ 867317 h 867317"/>
                <a:gd name="connsiteX1" fmla="*/ 2314 w 2420214"/>
                <a:gd name="connsiteY1" fmla="*/ 18233 h 867317"/>
                <a:gd name="connsiteX2" fmla="*/ 2420214 w 2420214"/>
                <a:gd name="connsiteY2" fmla="*/ 0 h 867317"/>
                <a:gd name="connsiteX3" fmla="*/ 2023974 w 2420214"/>
                <a:gd name="connsiteY3" fmla="*/ 858612 h 867317"/>
                <a:gd name="connsiteX4" fmla="*/ 0 w 2420214"/>
                <a:gd name="connsiteY4" fmla="*/ 867317 h 867317"/>
                <a:gd name="connsiteX0" fmla="*/ 0 w 2420214"/>
                <a:gd name="connsiteY0" fmla="*/ 874934 h 874934"/>
                <a:gd name="connsiteX1" fmla="*/ 8777 w 2420214"/>
                <a:gd name="connsiteY1" fmla="*/ 0 h 874934"/>
                <a:gd name="connsiteX2" fmla="*/ 2420214 w 2420214"/>
                <a:gd name="connsiteY2" fmla="*/ 7617 h 874934"/>
                <a:gd name="connsiteX3" fmla="*/ 2023974 w 2420214"/>
                <a:gd name="connsiteY3" fmla="*/ 866229 h 874934"/>
                <a:gd name="connsiteX4" fmla="*/ 0 w 2420214"/>
                <a:gd name="connsiteY4" fmla="*/ 874934 h 874934"/>
                <a:gd name="connsiteX0" fmla="*/ 4220 w 2424434"/>
                <a:gd name="connsiteY0" fmla="*/ 867317 h 867317"/>
                <a:gd name="connsiteX1" fmla="*/ 72 w 2424434"/>
                <a:gd name="connsiteY1" fmla="*/ 11770 h 867317"/>
                <a:gd name="connsiteX2" fmla="*/ 2424434 w 2424434"/>
                <a:gd name="connsiteY2" fmla="*/ 0 h 867317"/>
                <a:gd name="connsiteX3" fmla="*/ 2028194 w 2424434"/>
                <a:gd name="connsiteY3" fmla="*/ 858612 h 867317"/>
                <a:gd name="connsiteX4" fmla="*/ 4220 w 2424434"/>
                <a:gd name="connsiteY4" fmla="*/ 867317 h 867317"/>
                <a:gd name="connsiteX0" fmla="*/ 4220 w 2424434"/>
                <a:gd name="connsiteY0" fmla="*/ 874934 h 874934"/>
                <a:gd name="connsiteX1" fmla="*/ 72 w 2424434"/>
                <a:gd name="connsiteY1" fmla="*/ 0 h 874934"/>
                <a:gd name="connsiteX2" fmla="*/ 2424434 w 2424434"/>
                <a:gd name="connsiteY2" fmla="*/ 7617 h 874934"/>
                <a:gd name="connsiteX3" fmla="*/ 2028194 w 2424434"/>
                <a:gd name="connsiteY3" fmla="*/ 866229 h 874934"/>
                <a:gd name="connsiteX4" fmla="*/ 4220 w 2424434"/>
                <a:gd name="connsiteY4" fmla="*/ 874934 h 874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4434" h="874934">
                  <a:moveTo>
                    <a:pt x="4220" y="874934"/>
                  </a:moveTo>
                  <a:cubicBezTo>
                    <a:pt x="4991" y="591906"/>
                    <a:pt x="-699" y="283028"/>
                    <a:pt x="72" y="0"/>
                  </a:cubicBezTo>
                  <a:lnTo>
                    <a:pt x="2424434" y="7617"/>
                  </a:lnTo>
                  <a:lnTo>
                    <a:pt x="2028194" y="866229"/>
                  </a:lnTo>
                  <a:lnTo>
                    <a:pt x="4220" y="87493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Parallelogram 1">
              <a:extLst>
                <a:ext uri="{FF2B5EF4-FFF2-40B4-BE49-F238E27FC236}">
                  <a16:creationId xmlns:a16="http://schemas.microsoft.com/office/drawing/2014/main" id="{DF1182D1-659C-DA1F-1CF7-00F62E9B2068}"/>
                </a:ext>
              </a:extLst>
            </p:cNvPr>
            <p:cNvSpPr/>
            <p:nvPr userDrawn="1"/>
          </p:nvSpPr>
          <p:spPr>
            <a:xfrm>
              <a:off x="1950344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Parallelogram 1">
              <a:extLst>
                <a:ext uri="{FF2B5EF4-FFF2-40B4-BE49-F238E27FC236}">
                  <a16:creationId xmlns:a16="http://schemas.microsoft.com/office/drawing/2014/main" id="{0529736F-454E-1FCC-219C-BC1518CEABBA}"/>
                </a:ext>
              </a:extLst>
            </p:cNvPr>
            <p:cNvSpPr/>
            <p:nvPr userDrawn="1"/>
          </p:nvSpPr>
          <p:spPr>
            <a:xfrm>
              <a:off x="3289451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Parallelogram 1">
              <a:extLst>
                <a:ext uri="{FF2B5EF4-FFF2-40B4-BE49-F238E27FC236}">
                  <a16:creationId xmlns:a16="http://schemas.microsoft.com/office/drawing/2014/main" id="{CA00DC72-4DF1-94DD-FDED-94CA8210E9B5}"/>
                </a:ext>
              </a:extLst>
            </p:cNvPr>
            <p:cNvSpPr/>
            <p:nvPr userDrawn="1"/>
          </p:nvSpPr>
          <p:spPr>
            <a:xfrm>
              <a:off x="4628560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Parallelogram 1">
              <a:extLst>
                <a:ext uri="{FF2B5EF4-FFF2-40B4-BE49-F238E27FC236}">
                  <a16:creationId xmlns:a16="http://schemas.microsoft.com/office/drawing/2014/main" id="{67073A6F-AC69-2D7E-0951-74684BE0B27C}"/>
                </a:ext>
              </a:extLst>
            </p:cNvPr>
            <p:cNvSpPr/>
            <p:nvPr userDrawn="1"/>
          </p:nvSpPr>
          <p:spPr>
            <a:xfrm>
              <a:off x="5967668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Parallelogram 1">
              <a:extLst>
                <a:ext uri="{FF2B5EF4-FFF2-40B4-BE49-F238E27FC236}">
                  <a16:creationId xmlns:a16="http://schemas.microsoft.com/office/drawing/2014/main" id="{9A198743-A6EA-430C-3440-0D95EE34EC7B}"/>
                </a:ext>
              </a:extLst>
            </p:cNvPr>
            <p:cNvSpPr/>
            <p:nvPr userDrawn="1"/>
          </p:nvSpPr>
          <p:spPr>
            <a:xfrm>
              <a:off x="7306777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1">
              <a:extLst>
                <a:ext uri="{FF2B5EF4-FFF2-40B4-BE49-F238E27FC236}">
                  <a16:creationId xmlns:a16="http://schemas.microsoft.com/office/drawing/2014/main" id="{B74FFA18-47C0-2F3D-5BD8-A2778B37E2FF}"/>
                </a:ext>
              </a:extLst>
            </p:cNvPr>
            <p:cNvSpPr/>
            <p:nvPr userDrawn="1"/>
          </p:nvSpPr>
          <p:spPr>
            <a:xfrm>
              <a:off x="8640171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arallelogram 1">
              <a:extLst>
                <a:ext uri="{FF2B5EF4-FFF2-40B4-BE49-F238E27FC236}">
                  <a16:creationId xmlns:a16="http://schemas.microsoft.com/office/drawing/2014/main" id="{938CF57D-ADD5-3360-6FC3-9FB49ABD92A1}"/>
                </a:ext>
              </a:extLst>
            </p:cNvPr>
            <p:cNvSpPr/>
            <p:nvPr userDrawn="1"/>
          </p:nvSpPr>
          <p:spPr>
            <a:xfrm>
              <a:off x="9979280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402528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402528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B7B5DE2-26F1-0ADD-B6DD-A33E9F5AAD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5249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534C2754-7C89-5C4D-0BF1-84195A54A5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6692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07EBAE87-8B18-84AF-8736-2F72E921B2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28135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C5C59C6F-C675-A717-A17B-B454551E7D0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19578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B77516F7-9965-B737-72BA-F898D0003E3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11021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8" name="Text Placeholder 33">
            <a:extLst>
              <a:ext uri="{FF2B5EF4-FFF2-40B4-BE49-F238E27FC236}">
                <a16:creationId xmlns:a16="http://schemas.microsoft.com/office/drawing/2014/main" id="{436E5FD0-FA0B-99E0-BE7D-BCFAB46B9EC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02464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9" name="Text Placeholder 33">
            <a:extLst>
              <a:ext uri="{FF2B5EF4-FFF2-40B4-BE49-F238E27FC236}">
                <a16:creationId xmlns:a16="http://schemas.microsoft.com/office/drawing/2014/main" id="{6CFC0C3D-3273-12FD-3761-96DF507B1AD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93907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6A8DC0B2-FBED-4F39-7C76-E83081A4A5B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85353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012DC796-33F3-700B-1DBE-AB21841DE5F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524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FE82D389-5B74-4A12-1395-8DC010A6FDF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44281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4" name="Text Placeholder 33">
            <a:extLst>
              <a:ext uri="{FF2B5EF4-FFF2-40B4-BE49-F238E27FC236}">
                <a16:creationId xmlns:a16="http://schemas.microsoft.com/office/drawing/2014/main" id="{D3950FC4-EFB5-19B8-DBFC-3C4C8204D7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33416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5" name="Text Placeholder 33">
            <a:extLst>
              <a:ext uri="{FF2B5EF4-FFF2-40B4-BE49-F238E27FC236}">
                <a16:creationId xmlns:a16="http://schemas.microsoft.com/office/drawing/2014/main" id="{67B3A090-D586-138E-6710-638A6783441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14913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6" name="Text Placeholder 33">
            <a:extLst>
              <a:ext uri="{FF2B5EF4-FFF2-40B4-BE49-F238E27FC236}">
                <a16:creationId xmlns:a16="http://schemas.microsoft.com/office/drawing/2014/main" id="{4D0810F7-D6A2-95CD-E9E8-E7209C6C316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04801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7" name="Text Placeholder 33">
            <a:extLst>
              <a:ext uri="{FF2B5EF4-FFF2-40B4-BE49-F238E27FC236}">
                <a16:creationId xmlns:a16="http://schemas.microsoft.com/office/drawing/2014/main" id="{1713E597-A247-6E2F-3D79-972B8B99C8A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9468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8" name="Text Placeholder 33">
            <a:extLst>
              <a:ext uri="{FF2B5EF4-FFF2-40B4-BE49-F238E27FC236}">
                <a16:creationId xmlns:a16="http://schemas.microsoft.com/office/drawing/2014/main" id="{F93967CB-DA3D-0557-A2A5-E2E7641E1D1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884577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9" name="Text Placeholder 33">
            <a:extLst>
              <a:ext uri="{FF2B5EF4-FFF2-40B4-BE49-F238E27FC236}">
                <a16:creationId xmlns:a16="http://schemas.microsoft.com/office/drawing/2014/main" id="{C205AE47-F5C8-2A65-BA6A-997336771A1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8360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6F7F61-F704-078E-8299-2F63B67E28CC}"/>
              </a:ext>
            </a:extLst>
          </p:cNvPr>
          <p:cNvSpPr/>
          <p:nvPr userDrawn="1"/>
        </p:nvSpPr>
        <p:spPr>
          <a:xfrm>
            <a:off x="445977" y="1369589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Placeholder 11">
            <a:extLst>
              <a:ext uri="{FF2B5EF4-FFF2-40B4-BE49-F238E27FC236}">
                <a16:creationId xmlns:a16="http://schemas.microsoft.com/office/drawing/2014/main" id="{8B7358C1-E764-8CEA-6C70-1DEEEDB3DAB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52117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2" name="Text Placeholder 11">
            <a:extLst>
              <a:ext uri="{FF2B5EF4-FFF2-40B4-BE49-F238E27FC236}">
                <a16:creationId xmlns:a16="http://schemas.microsoft.com/office/drawing/2014/main" id="{98FA3FB5-6C2C-EB7D-F92C-18608DFE00F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52117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8E6253-AB5A-91F4-37D3-75F32EF5B1C5}"/>
              </a:ext>
            </a:extLst>
          </p:cNvPr>
          <p:cNvCxnSpPr/>
          <p:nvPr userDrawn="1"/>
        </p:nvCxnSpPr>
        <p:spPr>
          <a:xfrm>
            <a:off x="1230425" y="315344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94AC1B5-0A29-A7C2-0A38-C6892ED736E1}"/>
              </a:ext>
            </a:extLst>
          </p:cNvPr>
          <p:cNvCxnSpPr/>
          <p:nvPr userDrawn="1"/>
        </p:nvCxnSpPr>
        <p:spPr>
          <a:xfrm>
            <a:off x="2547161" y="402212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5BA748-5157-4209-CA17-4ABCD7C01490}"/>
              </a:ext>
            </a:extLst>
          </p:cNvPr>
          <p:cNvCxnSpPr/>
          <p:nvPr userDrawn="1"/>
        </p:nvCxnSpPr>
        <p:spPr>
          <a:xfrm>
            <a:off x="4046777" y="3171733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C691394-6AD8-4700-14E6-19D5DAE7A2B4}"/>
              </a:ext>
            </a:extLst>
          </p:cNvPr>
          <p:cNvCxnSpPr/>
          <p:nvPr userDrawn="1"/>
        </p:nvCxnSpPr>
        <p:spPr>
          <a:xfrm>
            <a:off x="5308649" y="4031269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9A6103-4F95-CA1F-CC29-80D7BC7E0B30}"/>
              </a:ext>
            </a:extLst>
          </p:cNvPr>
          <p:cNvCxnSpPr/>
          <p:nvPr userDrawn="1"/>
        </p:nvCxnSpPr>
        <p:spPr>
          <a:xfrm>
            <a:off x="6826553" y="3171733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7544CD-08BA-4F7A-79E6-A3CCEBB2F22C}"/>
              </a:ext>
            </a:extLst>
          </p:cNvPr>
          <p:cNvCxnSpPr/>
          <p:nvPr userDrawn="1"/>
        </p:nvCxnSpPr>
        <p:spPr>
          <a:xfrm>
            <a:off x="8097569" y="402212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C033C4B-1237-D60E-06F0-17E02FC99048}"/>
              </a:ext>
            </a:extLst>
          </p:cNvPr>
          <p:cNvCxnSpPr/>
          <p:nvPr userDrawn="1"/>
        </p:nvCxnSpPr>
        <p:spPr>
          <a:xfrm>
            <a:off x="9679481" y="315344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A6F752E-F5CE-6560-01FD-1F1E4C4F4A87}"/>
              </a:ext>
            </a:extLst>
          </p:cNvPr>
          <p:cNvSpPr/>
          <p:nvPr userDrawn="1"/>
        </p:nvSpPr>
        <p:spPr>
          <a:xfrm>
            <a:off x="3317192" y="1369589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 Placeholder 11">
            <a:extLst>
              <a:ext uri="{FF2B5EF4-FFF2-40B4-BE49-F238E27FC236}">
                <a16:creationId xmlns:a16="http://schemas.microsoft.com/office/drawing/2014/main" id="{9552887D-CFB4-5CB1-1A60-07E6F894E74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23332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3" name="Text Placeholder 11">
            <a:extLst>
              <a:ext uri="{FF2B5EF4-FFF2-40B4-BE49-F238E27FC236}">
                <a16:creationId xmlns:a16="http://schemas.microsoft.com/office/drawing/2014/main" id="{0041C091-BB1B-6C7A-10C1-22FDBB5E02E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423332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80A0474-AA08-B1F7-F2D9-0B9B98474A4B}"/>
              </a:ext>
            </a:extLst>
          </p:cNvPr>
          <p:cNvSpPr/>
          <p:nvPr userDrawn="1"/>
        </p:nvSpPr>
        <p:spPr>
          <a:xfrm>
            <a:off x="6171237" y="1369589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 Placeholder 11">
            <a:extLst>
              <a:ext uri="{FF2B5EF4-FFF2-40B4-BE49-F238E27FC236}">
                <a16:creationId xmlns:a16="http://schemas.microsoft.com/office/drawing/2014/main" id="{2082C408-CFB9-1E15-58F8-29BBD1CBB9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277377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6" name="Text Placeholder 11">
            <a:extLst>
              <a:ext uri="{FF2B5EF4-FFF2-40B4-BE49-F238E27FC236}">
                <a16:creationId xmlns:a16="http://schemas.microsoft.com/office/drawing/2014/main" id="{5E9D4B60-5701-128D-F6BB-EFD17C630B1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77377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14D441A-D31D-5027-8B81-756B91ECC533}"/>
              </a:ext>
            </a:extLst>
          </p:cNvPr>
          <p:cNvSpPr/>
          <p:nvPr userDrawn="1"/>
        </p:nvSpPr>
        <p:spPr>
          <a:xfrm>
            <a:off x="9004761" y="1369589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 Placeholder 11">
            <a:extLst>
              <a:ext uri="{FF2B5EF4-FFF2-40B4-BE49-F238E27FC236}">
                <a16:creationId xmlns:a16="http://schemas.microsoft.com/office/drawing/2014/main" id="{982C2261-7AC5-4A5C-2B48-FA1BA8AA4FF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10901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9" name="Text Placeholder 11">
            <a:extLst>
              <a:ext uri="{FF2B5EF4-FFF2-40B4-BE49-F238E27FC236}">
                <a16:creationId xmlns:a16="http://schemas.microsoft.com/office/drawing/2014/main" id="{7A86DBA5-1F8A-3C90-5A92-8E7951D177C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110901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2221755-C2BB-16E4-05B2-2F229EAAA6F3}"/>
              </a:ext>
            </a:extLst>
          </p:cNvPr>
          <p:cNvSpPr/>
          <p:nvPr userDrawn="1"/>
        </p:nvSpPr>
        <p:spPr>
          <a:xfrm>
            <a:off x="445977" y="4369267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 Placeholder 11">
            <a:extLst>
              <a:ext uri="{FF2B5EF4-FFF2-40B4-BE49-F238E27FC236}">
                <a16:creationId xmlns:a16="http://schemas.microsoft.com/office/drawing/2014/main" id="{F309B644-0B2B-45DB-C70C-EB0F31A596E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52117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AB95726E-3246-44BB-3A0F-355A5E14A48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52117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E1B3CF-C6C9-4DB9-E441-CAC69AC8B5E7}"/>
              </a:ext>
            </a:extLst>
          </p:cNvPr>
          <p:cNvSpPr/>
          <p:nvPr userDrawn="1"/>
        </p:nvSpPr>
        <p:spPr>
          <a:xfrm>
            <a:off x="3317192" y="4369267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 Placeholder 11">
            <a:extLst>
              <a:ext uri="{FF2B5EF4-FFF2-40B4-BE49-F238E27FC236}">
                <a16:creationId xmlns:a16="http://schemas.microsoft.com/office/drawing/2014/main" id="{CAF94949-08A2-1434-8B94-80D9D1147DD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423332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5" name="Text Placeholder 11">
            <a:extLst>
              <a:ext uri="{FF2B5EF4-FFF2-40B4-BE49-F238E27FC236}">
                <a16:creationId xmlns:a16="http://schemas.microsoft.com/office/drawing/2014/main" id="{0D6B143D-0EF7-8CDA-7F91-1277F07D71B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423332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C774661-4C96-D426-9EDA-21FEB8A3A310}"/>
              </a:ext>
            </a:extLst>
          </p:cNvPr>
          <p:cNvSpPr/>
          <p:nvPr userDrawn="1"/>
        </p:nvSpPr>
        <p:spPr>
          <a:xfrm>
            <a:off x="6171237" y="4369267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 Placeholder 11">
            <a:extLst>
              <a:ext uri="{FF2B5EF4-FFF2-40B4-BE49-F238E27FC236}">
                <a16:creationId xmlns:a16="http://schemas.microsoft.com/office/drawing/2014/main" id="{3B80CDA1-6874-0133-3DAE-D95AB1CBE74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77377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8" name="Text Placeholder 11">
            <a:extLst>
              <a:ext uri="{FF2B5EF4-FFF2-40B4-BE49-F238E27FC236}">
                <a16:creationId xmlns:a16="http://schemas.microsoft.com/office/drawing/2014/main" id="{0490CB0F-5965-281E-43D0-95B657CE180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277377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2FF5497-244B-0BD9-7901-C5652D4F5086}"/>
              </a:ext>
            </a:extLst>
          </p:cNvPr>
          <p:cNvSpPr/>
          <p:nvPr userDrawn="1"/>
        </p:nvSpPr>
        <p:spPr>
          <a:xfrm>
            <a:off x="9004761" y="4369267"/>
            <a:ext cx="2677255" cy="178385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 Placeholder 11">
            <a:extLst>
              <a:ext uri="{FF2B5EF4-FFF2-40B4-BE49-F238E27FC236}">
                <a16:creationId xmlns:a16="http://schemas.microsoft.com/office/drawing/2014/main" id="{7F658233-83C9-FB0A-FE67-841D531185D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110901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1" name="Text Placeholder 11">
            <a:extLst>
              <a:ext uri="{FF2B5EF4-FFF2-40B4-BE49-F238E27FC236}">
                <a16:creationId xmlns:a16="http://schemas.microsoft.com/office/drawing/2014/main" id="{8EBE3C00-F3C1-1C73-DC26-FED10AF8535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110901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B9BC2D-21E6-3077-6FC3-100BBD308E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37C400-F749-0585-7F03-36C95B166C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1050AD1-DE0D-46C0-9B03-C1FF75281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CDA3688-445C-5B70-05EB-BC3620DF8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9012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0E40D0-3758-71C7-4112-40E448FB7BA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08873A-FA7D-F210-E26D-E1AF899C3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1999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ED0863-19A8-5015-D926-1E71C83EB6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30AF163-1BE0-DE2E-2CA3-D1DC924D27B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1B7217A-2648-0705-5B0C-2E1095FC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2E61FC0-0E93-DFBF-A328-39DA400C0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10153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8BF5FB-3ADB-CA47-0F3D-5508D06F36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62BD69C-8310-2FBB-31D0-4533EFEB7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58194-6737-0FA3-7B0D-9C76E7EE9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1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F69766-C87C-906D-D8CF-C3B40891A2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9A92A51-F8F9-60D8-918E-25E1B6BC30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5DD5FBF-362A-E313-046F-115AB0CD8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BC2D233-B0B4-786F-BD4B-A3F195BFD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4349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C6B377-4DA8-63A6-FDD6-4DB30A85B3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4604C358-7A2A-748C-DEB2-978F9FEC8B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08414" y="0"/>
            <a:ext cx="4083585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E4E4BCF4-C78D-F544-702F-23021240D2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87257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63EE6BE-3979-AAE8-E8BD-66047B3B7E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75043" y="0"/>
            <a:ext cx="4048543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4D21D6-2017-18ED-4D09-4D9D772C78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9598F3C-6FA0-E944-C1AB-445D9E6991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DB5C1CF-4DBF-FA5A-3EC8-84ADF9C3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2968FFB-E2C1-016B-C31B-EDAF9BEC8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63987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mall Text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6B3A57-AC20-3798-ED9E-D9D47E1379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1F8DE6-402F-D370-D319-85EEC41554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4009"/>
            <a:ext cx="12192001" cy="6858000"/>
          </a:xfrm>
          <a:prstGeom prst="rect">
            <a:avLst/>
          </a:prstGeom>
        </p:spPr>
        <p:txBody>
          <a:bodyPr anchor="ctr"/>
          <a:lstStyle>
            <a:lvl1pPr algn="ctr">
              <a:defRPr b="1"/>
            </a:lvl1pPr>
          </a:lstStyle>
          <a:p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E23063F-7FAB-E806-84EA-D0A2A4B9BC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5134708"/>
            <a:ext cx="3627436" cy="1384201"/>
          </a:xfrm>
          <a:prstGeom prst="rect">
            <a:avLst/>
          </a:prstGeom>
          <a:solidFill>
            <a:schemeClr val="tx1">
              <a:lumMod val="90000"/>
              <a:lumOff val="10000"/>
              <a:alpha val="60000"/>
            </a:schemeClr>
          </a:solidFill>
        </p:spPr>
        <p:txBody>
          <a:bodyPr lIns="180000" tIns="180000" rIns="180000" bIns="180000" anchor="ctr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lvl="0"/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</a:p>
          <a:p>
            <a:pPr lvl="0"/>
            <a:r>
              <a:rPr lang="en-SG" dirty="0"/>
              <a:t>Keep to 4-6 lines</a:t>
            </a:r>
            <a:r>
              <a:rPr lang="en-US" dirty="0"/>
              <a:t> and be flexible in retracting or expanding the text box.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F44120-C411-C23F-8A85-D26991660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80E9F5D-3094-88D3-9CCC-F03A098C6A9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C987366-BB57-DAFE-E796-F1C25B6F4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628DD874-93DB-36F6-35F4-AC6E020C1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36356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FE6FCF-4D82-A171-B956-2C0AA115733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92E7F01-DE5D-219C-5243-F6D24409C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1193369"/>
            <a:ext cx="3627436" cy="5325539"/>
          </a:xfrm>
          <a:prstGeom prst="rect">
            <a:avLst/>
          </a:prstGeom>
          <a:solidFill>
            <a:schemeClr val="tx1">
              <a:lumMod val="90000"/>
              <a:lumOff val="10000"/>
              <a:alpha val="60000"/>
            </a:schemeClr>
          </a:solidFill>
        </p:spPr>
        <p:txBody>
          <a:bodyPr lIns="180000" tIns="180000" rIns="180000" bIns="180000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  <a:endParaRPr lang="en-US" dirty="0"/>
          </a:p>
          <a:p>
            <a:pPr lvl="0"/>
            <a:r>
              <a:rPr lang="en-US" dirty="0"/>
              <a:t>For full screen images with information, always put the information on the bottom right with an overlay if the image is heavy with detail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D79341-0C78-BFA1-97F5-D6FA694100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08C44A2-E6ED-D14B-87D2-AC5BD2F404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07DC0C3-5221-10EE-860D-EE87D8CE3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55A0BFD-7161-D11E-1AF4-2A699780E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53475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Large Text Bottom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27B530-8CF9-EFD4-434C-C9203EBC24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92E7F01-DE5D-219C-5243-F6D24409C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706" y="5397388"/>
            <a:ext cx="11323702" cy="1121520"/>
          </a:xfrm>
          <a:prstGeom prst="rect">
            <a:avLst/>
          </a:prstGeom>
          <a:solidFill>
            <a:schemeClr val="tx1">
              <a:lumMod val="90000"/>
              <a:lumOff val="10000"/>
              <a:alpha val="60000"/>
            </a:schemeClr>
          </a:solidFill>
        </p:spPr>
        <p:txBody>
          <a:bodyPr lIns="180000" tIns="180000" rIns="180000" bIns="180000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  <a:endParaRPr lang="en-US" dirty="0"/>
          </a:p>
          <a:p>
            <a:pPr lvl="0"/>
            <a:r>
              <a:rPr lang="en-US" dirty="0"/>
              <a:t>For full screen images with information, always put the information on the bottom right with an overlay if the image is heavy </a:t>
            </a:r>
            <a:br>
              <a:rPr lang="en-US" dirty="0"/>
            </a:br>
            <a:r>
              <a:rPr lang="en-US" dirty="0"/>
              <a:t>with detail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643BFC-9B85-97A9-C93A-A880A7246E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3BEBBDA-D797-82F4-260B-554BA0847E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A7FA62D-D7B7-B189-85D1-3BACEF161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E69305A-0A39-2F20-0865-7EF8116E6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3702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+ 16:9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FB366F-B8AA-0DAB-4800-4E2B93C657D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92E7F01-DE5D-219C-5243-F6D24409C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941981"/>
            <a:ext cx="3962401" cy="5912010"/>
          </a:xfrm>
          <a:prstGeom prst="rect">
            <a:avLst/>
          </a:prstGeom>
          <a:gradFill>
            <a:gsLst>
              <a:gs pos="0">
                <a:schemeClr val="accent6">
                  <a:lumMod val="10000"/>
                </a:schemeClr>
              </a:gs>
              <a:gs pos="51000">
                <a:schemeClr val="accent6">
                  <a:lumMod val="10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tIns="360000" rIns="432000" bIns="180000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  <a:endParaRPr lang="en-US" dirty="0"/>
          </a:p>
          <a:p>
            <a:pPr lvl="0"/>
            <a:r>
              <a:rPr lang="en-US" dirty="0"/>
              <a:t>For full screen images with information, always put the information on the bottom right with an overlay if the image is heavy with detail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E2688-047B-F7BB-E9DD-F005365F45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EB6DB37-A83D-257D-66E6-1020AC85ED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EE6C77E-C372-C930-4139-E0C2C352C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3F60C56-F378-F5CE-FFED-F077A54F7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1263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3 Point Expl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FB366F-B8AA-0DAB-4800-4E2B93C657D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941980"/>
            <a:ext cx="3368841" cy="59160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8C5F9-69E3-D8BB-0B49-C8DA7C04A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18979" y="1476251"/>
            <a:ext cx="7322884" cy="368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Title Case | 16/18 </a:t>
            </a:r>
            <a:r>
              <a:rPr lang="en-US" dirty="0" err="1"/>
              <a:t>pt</a:t>
            </a:r>
            <a:r>
              <a:rPr lang="en-US" dirty="0"/>
              <a:t> :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8A92BA-CA56-E435-682B-8730810C8C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18979" y="4601533"/>
            <a:ext cx="7322884" cy="14595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Sentence Case | 12/14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1E6D2A-729E-CB85-2AAC-BB7439BA20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18979" y="4120395"/>
            <a:ext cx="7322884" cy="368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Title Case | 16/18 </a:t>
            </a:r>
            <a:r>
              <a:rPr lang="en-US" dirty="0" err="1"/>
              <a:t>pt</a:t>
            </a:r>
            <a:r>
              <a:rPr lang="en-US" dirty="0"/>
              <a:t> :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B59C513-6852-D3EB-8C25-B91A38A6ACF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118980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1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F5D578A-21B0-A070-010A-15854A5C8B4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89464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2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9325B33-D2D3-778B-FDE0-3CF55E7EA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3771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088DEF-0355-1B2A-9E1D-E492DABC9F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2650273-C483-A2C1-BA38-A035064844A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982D1DA-1901-9210-97FA-39446A964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D71E800-D6D1-48EF-4F0C-B82095ABD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17547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F94C3C-211C-BB1C-A2D8-3DB5015CF0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590BBCB1-848A-C43E-8DF9-510E1B9C415D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093725" y="0"/>
            <a:ext cx="4098275" cy="6858001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6DB09EA3-788A-C055-15B8-8387B21956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93726" y="5453335"/>
            <a:ext cx="4091823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846AA7E-8D50-602A-57B0-62504D96F35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93726" y="4614203"/>
            <a:ext cx="4094763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573080F0-2398-39DD-1A9B-5249C245B07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"/>
            <a:ext cx="4098275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743904E-4A15-9E75-0F11-050F12C133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5"/>
            <a:ext cx="4091823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1A35670-7A0F-A366-72BE-8814043D24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" y="4614203"/>
            <a:ext cx="4094763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6013A04-2446-5850-DE76-073DE434720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046862" y="1"/>
            <a:ext cx="4098275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42874D7-4BE0-E9ED-1BB7-8DF8D41B9A1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046863" y="5453335"/>
            <a:ext cx="4091823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70553F-F7F1-5EDC-259B-B447E0568A7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046863" y="4614203"/>
            <a:ext cx="4094763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65BA03-3E55-1804-BEA7-857E20C9CB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2124D0D-5792-2DFD-12BD-B413A0F7518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01F02FA-9954-7FB8-30B7-EBA7DCF56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D00762D-DB59-0E22-01BC-F5BF078CC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7354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CF96D5-243B-20C6-7F45-DE391FF219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99A5A0B3-AF04-CA3D-A0A1-BA24FCB2F4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3018773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3F25929E-89E7-4D3E-0D5A-4405463800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4"/>
            <a:ext cx="3022644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D86AF2D-A0E8-08CA-F2B5-B0078D8959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2"/>
            <a:ext cx="3022645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231503D2-F1CC-5140-B985-4C8A2732BB0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991029" y="0"/>
            <a:ext cx="3104972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B9F15F-71B5-01F5-7028-273F7AAF8EF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90918" y="5453334"/>
            <a:ext cx="3108954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BFCB803-16DC-9FC3-EF3D-76F9C8B475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90917" y="4614202"/>
            <a:ext cx="3108955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B9724FFD-FCBF-3AC2-2A77-A716109B9F8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068256" y="0"/>
            <a:ext cx="3058652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7EECFE4-0C93-9279-2F12-67B7B69CDF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68257" y="5453334"/>
            <a:ext cx="3062574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ABF4AAD-B169-7317-8F25-8B9A676685E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068256" y="4614202"/>
            <a:ext cx="3062575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6490B31-28D0-2F01-C996-359E3A754D53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092725" y="0"/>
            <a:ext cx="3095403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9E1FA0-53F6-8630-5C4A-5CD0117A0D3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92628" y="5453334"/>
            <a:ext cx="3099372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55689BD2-374B-5B9D-662B-F21658B37EA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92627" y="4614202"/>
            <a:ext cx="3099373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9DE1128-13A3-3EE5-CE53-11809B283A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420AA-0960-5BB1-AB14-91A75C04E7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10CDDF2-C9E9-6164-9791-0D016BA7D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02815EC-3C4E-E773-33D8-39A559EEB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9717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870C53-968C-C641-B6DC-622F3A4BA6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EA84BD67-BABD-87B2-8FCA-3DA8DBD238D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02E6AD3-A8AE-A0F4-027E-14ED1A6DE7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4"/>
            <a:ext cx="2475436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9393BAA6-E45B-001E-5C81-02153784A3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2"/>
            <a:ext cx="2475437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43F2DD8-10F7-CC53-9765-7A8FB4DD343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56649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2325378C-509D-8EB6-98CC-DEA381C3B6A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456649" y="5453334"/>
            <a:ext cx="2475436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625B1E6-A26F-0364-4377-4D677E8CFDE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456648" y="4614202"/>
            <a:ext cx="2475437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A1E10BF-7BE7-E496-F0F1-4A305DAEB46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24720" y="0"/>
            <a:ext cx="2429391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0CA5E57-2FD4-42B0-BB47-7293DADA91B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24720" y="5453334"/>
            <a:ext cx="2432506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ABFC8DC-F50A-7379-A2E4-3CE5241104A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4719" y="4614202"/>
            <a:ext cx="2432507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9B331697-C48B-C3F0-8A4B-13DE885CC4F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7334656" y="0"/>
            <a:ext cx="2402589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2FCE4E-9444-A2A4-81EC-0D7305FF0DF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334602" y="5453334"/>
            <a:ext cx="2405670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1FE50A1-E39C-5B0E-FDB2-2F0D1924A05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34601" y="4614202"/>
            <a:ext cx="2405671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379D62A4-0513-E765-BC1D-859686D556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9719734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7A1849A7-D511-88EC-D064-AD1008F271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719734" y="5453334"/>
            <a:ext cx="2475436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04B1F86-BDCD-122E-D6B2-D3F253C9A57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19733" y="4614202"/>
            <a:ext cx="2475437" cy="839132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81F3B-8E98-E092-0A95-89ADED51D2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36FAAE3-B0C1-6E25-D837-303A53C12A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5B6D3904-A4E1-3EAF-4CEC-CE3A6FCBF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E8BC8E8-B44C-8E47-CC16-DE6146C01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9214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86DA3A-DD1E-0FDA-70D4-4869C6C4A2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C73324F9-9684-2BDF-CB78-21D8C9B1E86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BD802FB-7AEC-D30D-E97A-AF1153461F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5"/>
            <a:ext cx="2027891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E807A92-CC56-4C33-9BD5-0B2B072944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765964"/>
            <a:ext cx="2024958" cy="687371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20D29C66-1216-B04E-B191-6ECCD9D633C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12889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B5FE0A62-BF01-140A-90CF-AFAB638BDFC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2889" y="5453335"/>
            <a:ext cx="2027891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FF5C8EB-3CE7-B672-1769-68B693BA3B4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2888" y="4765964"/>
            <a:ext cx="2024958" cy="687371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9E063435-4DC1-67ED-DBE9-656C08687C2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031812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6D90AC78-593D-F1E8-9375-74837AB804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031812" y="5453335"/>
            <a:ext cx="2027891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A91793E-56D8-7C59-5343-E8CE1F4B9E8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31811" y="4765964"/>
            <a:ext cx="2024958" cy="687371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C7E7DF2D-00CF-9550-E768-F64F33D5805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047717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77A3968E-6FCC-E410-5304-19D75C9D908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047717" y="5453335"/>
            <a:ext cx="2027891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41358195-64E0-EBD5-9FD3-6CA328EF148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47716" y="4765964"/>
            <a:ext cx="2024958" cy="687371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9EF1D771-D91E-A60C-E608-CF003867377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069658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4E700E47-3D27-12E2-AC5D-ECC6632945D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69658" y="5453335"/>
            <a:ext cx="2027891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CF37DDD-6DF4-D860-3A73-BA70E2B2442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69657" y="4765964"/>
            <a:ext cx="2024958" cy="687371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5A79A937-4DA8-11F4-3772-2A0EBACFA0AC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091598" y="0"/>
            <a:ext cx="2100401" cy="6858001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6002191A-2628-C03E-9FEF-7194E89D612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091599" y="5453335"/>
            <a:ext cx="2101007" cy="1404665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35D34912-AB9E-A5E0-D7B0-AA395A95831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091598" y="4765964"/>
            <a:ext cx="2097968" cy="687371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CF315F-4EB3-A841-A1B9-96CC10B3B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EF80024-1249-3B06-3EBE-411DBEFEA6E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AA944E9-443E-3BFE-4399-5CC167921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52740EB-9C24-D3A2-ACA8-491E4684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6719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+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68552D-5660-D23A-372F-6D67C599AD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F2CB10-B702-6F65-E788-03F724FE30D6}"/>
              </a:ext>
            </a:extLst>
          </p:cNvPr>
          <p:cNvSpPr/>
          <p:nvPr userDrawn="1"/>
        </p:nvSpPr>
        <p:spPr>
          <a:xfrm>
            <a:off x="6327161" y="3865797"/>
            <a:ext cx="5265727" cy="2020389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C3A061-9D7F-231F-B7F6-930481FA0777}"/>
              </a:ext>
            </a:extLst>
          </p:cNvPr>
          <p:cNvSpPr/>
          <p:nvPr userDrawn="1"/>
        </p:nvSpPr>
        <p:spPr>
          <a:xfrm>
            <a:off x="640456" y="3865797"/>
            <a:ext cx="5265727" cy="2020389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DC3265-E32E-BD8C-9684-175192E575F0}"/>
              </a:ext>
            </a:extLst>
          </p:cNvPr>
          <p:cNvSpPr/>
          <p:nvPr userDrawn="1"/>
        </p:nvSpPr>
        <p:spPr>
          <a:xfrm>
            <a:off x="6327161" y="1374388"/>
            <a:ext cx="5265727" cy="2020389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9E164-9B69-48E0-0C31-3B97F22D1B44}"/>
              </a:ext>
            </a:extLst>
          </p:cNvPr>
          <p:cNvSpPr/>
          <p:nvPr userDrawn="1"/>
        </p:nvSpPr>
        <p:spPr>
          <a:xfrm>
            <a:off x="640456" y="1374388"/>
            <a:ext cx="5265727" cy="2020389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C1541BA7-B170-C32C-BEF3-626F2C9EC1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00656" y="1793713"/>
            <a:ext cx="3082723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4B5A77B-72F6-24DA-62A7-3065C0C25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0656" y="2076982"/>
            <a:ext cx="3082723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74E3DCDB-009F-2EF2-A1C3-7D55EC536B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7362" y="1778723"/>
            <a:ext cx="3103419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B9E84A6-5677-1164-F9BF-DC7EB51677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87362" y="2061992"/>
            <a:ext cx="3103419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44" name="Picture Placeholder 82">
            <a:extLst>
              <a:ext uri="{FF2B5EF4-FFF2-40B4-BE49-F238E27FC236}">
                <a16:creationId xmlns:a16="http://schemas.microsoft.com/office/drawing/2014/main" id="{DBAB4667-181B-BE4D-6C62-EE17BB0306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9364" y="1628555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45" name="Picture Placeholder 82">
            <a:extLst>
              <a:ext uri="{FF2B5EF4-FFF2-40B4-BE49-F238E27FC236}">
                <a16:creationId xmlns:a16="http://schemas.microsoft.com/office/drawing/2014/main" id="{E214E977-E6B7-02E3-4FF4-0FD6FE94ED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586070" y="1628555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5FB3DD2-0851-7C55-3E9A-51EC08A395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0656" y="4296767"/>
            <a:ext cx="3082723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228C44B4-5150-7BDF-4BB3-FCB36FADFF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0656" y="4580036"/>
            <a:ext cx="3082723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8E58FA3F-88B0-2168-2113-3E077D0C52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87362" y="4281777"/>
            <a:ext cx="3103419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A35ED88-C662-3F06-5FFA-90B1EBB6AC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7362" y="4565046"/>
            <a:ext cx="3103419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14" name="Picture Placeholder 82">
            <a:extLst>
              <a:ext uri="{FF2B5EF4-FFF2-40B4-BE49-F238E27FC236}">
                <a16:creationId xmlns:a16="http://schemas.microsoft.com/office/drawing/2014/main" id="{F39FFC39-4941-84C4-C421-36DF927132EC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99364" y="4131609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15" name="Picture Placeholder 82">
            <a:extLst>
              <a:ext uri="{FF2B5EF4-FFF2-40B4-BE49-F238E27FC236}">
                <a16:creationId xmlns:a16="http://schemas.microsoft.com/office/drawing/2014/main" id="{E4E59084-E6FA-B1D8-CF73-8196346C9CD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586070" y="4131609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43BD8D-A41D-DE62-810F-FBEEFC9BB4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AB86F7A-FE54-3BE2-868D-05ACB437683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C3D062D-5424-8487-A21F-261435DB6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D0815C1-AC66-6391-D2D5-8A73BA64F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65310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2F7F1F-CA55-C8CA-9C87-941D8C4DED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62A3D-E6D4-4260-2C95-6E56DAC89B21}"/>
              </a:ext>
            </a:extLst>
          </p:cNvPr>
          <p:cNvSpPr/>
          <p:nvPr userDrawn="1"/>
        </p:nvSpPr>
        <p:spPr>
          <a:xfrm>
            <a:off x="288749" y="1139278"/>
            <a:ext cx="5694901" cy="256425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C1541BA7-B170-C32C-BEF3-626F2C9EC1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300" y="1340663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4B5A77B-72F6-24DA-62A7-3065C0C25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9300" y="2303075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34AA80D-4FA8-15DA-D498-E7977AF5E84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1943" y="1340663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CEB1A207-5DA2-5877-AE75-862832ED7A1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59300" y="1686916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D68FD-2782-78A0-BD5A-2AA11FCDBCA3}"/>
              </a:ext>
            </a:extLst>
          </p:cNvPr>
          <p:cNvSpPr/>
          <p:nvPr userDrawn="1"/>
        </p:nvSpPr>
        <p:spPr>
          <a:xfrm>
            <a:off x="288749" y="3904913"/>
            <a:ext cx="5694901" cy="256425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47AE9887-C64D-9482-B672-9D2D4A690B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59300" y="4106298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D4AE0D48-CAE6-005D-E13A-55AC772316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59300" y="5068710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3B6F6A10-D407-0E90-9E1E-7A9C181C223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1943" y="4106298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76484472-25C1-7771-8C62-E4BB15270D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59300" y="4452551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F7803F8-F9D0-81DE-CA03-F66C1C20DAF5}"/>
              </a:ext>
            </a:extLst>
          </p:cNvPr>
          <p:cNvSpPr/>
          <p:nvPr userDrawn="1"/>
        </p:nvSpPr>
        <p:spPr>
          <a:xfrm>
            <a:off x="6175199" y="1139278"/>
            <a:ext cx="5694901" cy="256425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F6A3B238-B285-7D3D-96FD-84E2A76E80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45750" y="1340663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1514AEEF-6747-8716-742F-BCE0351E73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45750" y="2303075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F0D5301-6A35-E7F5-58F2-10D532D419F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88393" y="1340663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B15C45A3-52EE-08DA-A691-217F806B7A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45750" y="1686916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7E1276-E0F0-1A1C-CB3D-3C661FEF7861}"/>
              </a:ext>
            </a:extLst>
          </p:cNvPr>
          <p:cNvSpPr/>
          <p:nvPr userDrawn="1"/>
        </p:nvSpPr>
        <p:spPr>
          <a:xfrm>
            <a:off x="6175199" y="3904913"/>
            <a:ext cx="5694901" cy="256425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75EB5A86-4984-902D-448F-CED6F64DA8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45750" y="4106298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8DF2EDFB-ABB5-AA47-D0B1-BBC0835C92A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045750" y="5068710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51" name="Picture Placeholder 9">
            <a:extLst>
              <a:ext uri="{FF2B5EF4-FFF2-40B4-BE49-F238E27FC236}">
                <a16:creationId xmlns:a16="http://schemas.microsoft.com/office/drawing/2014/main" id="{06B5D5AB-5163-95D5-C5BD-0218938F71F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88393" y="4106298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4AE33913-E45F-763D-69CC-61CD7C3682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045750" y="4452551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 (B)|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AE85E2-2232-50EE-C781-34DDF2F6CC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5D9A1DD-D8C6-C767-E351-0C186D564E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BC9F16F-49B3-1014-F6AA-C4DC35C51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BE6E08C-AB27-0713-0191-48D8D391C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7979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rson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C4F06F-5A93-D48B-7B15-DEE0ADC4EC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FA5813-B48B-D8F4-50EE-27AE25C08C14}"/>
              </a:ext>
            </a:extLst>
          </p:cNvPr>
          <p:cNvSpPr/>
          <p:nvPr userDrawn="1"/>
        </p:nvSpPr>
        <p:spPr>
          <a:xfrm>
            <a:off x="344765" y="1091039"/>
            <a:ext cx="5735488" cy="17772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E66943C3-2AC2-15DB-0C00-CC3334070C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5161" y="1286453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AF5FC109-F4CE-A6CD-E861-13614D94C6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5161" y="1991338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FA288470-DB15-3A53-ED35-5DBB947DA3D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529" y="1286454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EC17574-1C73-3C7D-255C-034C69E35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25161" y="1632706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DE2125-3DA3-FBCE-ACEA-8F46C0D0E9A2}"/>
              </a:ext>
            </a:extLst>
          </p:cNvPr>
          <p:cNvSpPr/>
          <p:nvPr userDrawn="1"/>
        </p:nvSpPr>
        <p:spPr>
          <a:xfrm>
            <a:off x="344765" y="2926731"/>
            <a:ext cx="5735488" cy="17772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77EA2C37-BE31-1A42-5387-DB24A6FE8B2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25161" y="3122145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69" name="Text Placeholder 29">
            <a:extLst>
              <a:ext uri="{FF2B5EF4-FFF2-40B4-BE49-F238E27FC236}">
                <a16:creationId xmlns:a16="http://schemas.microsoft.com/office/drawing/2014/main" id="{6C856ABD-CCB3-D8F8-DACE-81448DECBBC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25161" y="3827030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70" name="Picture Placeholder 9">
            <a:extLst>
              <a:ext uri="{FF2B5EF4-FFF2-40B4-BE49-F238E27FC236}">
                <a16:creationId xmlns:a16="http://schemas.microsoft.com/office/drawing/2014/main" id="{525ACC26-B493-434C-DE07-9D7D342FA5F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80529" y="3122146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71" name="Text Placeholder 29">
            <a:extLst>
              <a:ext uri="{FF2B5EF4-FFF2-40B4-BE49-F238E27FC236}">
                <a16:creationId xmlns:a16="http://schemas.microsoft.com/office/drawing/2014/main" id="{C61F0CFC-0F5C-BDED-C809-079A853D64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25161" y="3468398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(B) | Keep to 1 Line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6832147-6A2A-F981-9BD8-7612A9A96AF1}"/>
              </a:ext>
            </a:extLst>
          </p:cNvPr>
          <p:cNvSpPr/>
          <p:nvPr userDrawn="1"/>
        </p:nvSpPr>
        <p:spPr>
          <a:xfrm>
            <a:off x="344765" y="4771573"/>
            <a:ext cx="5735488" cy="17772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4491DFB9-4447-062E-C71D-C4CDB0294E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61" y="4966987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E2AF1548-5787-08A7-07E7-1106E7307E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61" y="5671872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75" name="Picture Placeholder 9">
            <a:extLst>
              <a:ext uri="{FF2B5EF4-FFF2-40B4-BE49-F238E27FC236}">
                <a16:creationId xmlns:a16="http://schemas.microsoft.com/office/drawing/2014/main" id="{4244237A-9DB0-8F85-F925-6C0B1A2739B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80529" y="4966988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0D71EDF1-9ADE-4069-FEF9-ECDA00D90D8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25161" y="5313240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(B) | Keep to 1 Line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854AFF8-F444-ED44-8F72-9BE1AA38EBCC}"/>
              </a:ext>
            </a:extLst>
          </p:cNvPr>
          <p:cNvSpPr/>
          <p:nvPr userDrawn="1"/>
        </p:nvSpPr>
        <p:spPr>
          <a:xfrm>
            <a:off x="6144356" y="1091039"/>
            <a:ext cx="5735488" cy="17772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5930DFDF-25AC-B476-76D8-0F659FFECD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24752" y="1286453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D2215A06-3E7A-6E63-AFBB-817C78C683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24752" y="1991338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62EF9D30-081B-B1E6-E440-0ED1C0ADD66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80120" y="1286454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81" name="Text Placeholder 29">
            <a:extLst>
              <a:ext uri="{FF2B5EF4-FFF2-40B4-BE49-F238E27FC236}">
                <a16:creationId xmlns:a16="http://schemas.microsoft.com/office/drawing/2014/main" id="{F6383A93-907F-5395-A904-01E151EB464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724752" y="1632706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(B) | Keep to 1 Line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DC6E8B2-DBC4-EF46-7692-7AA31A28045D}"/>
              </a:ext>
            </a:extLst>
          </p:cNvPr>
          <p:cNvSpPr/>
          <p:nvPr userDrawn="1"/>
        </p:nvSpPr>
        <p:spPr>
          <a:xfrm>
            <a:off x="6144356" y="2926731"/>
            <a:ext cx="5735488" cy="17772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3B45960F-1E5D-2290-BFD7-DE1C3683CE4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24752" y="3122145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66496723-A108-BFEF-B07E-0A40EB0C32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24752" y="3827030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111" name="Picture Placeholder 9">
            <a:extLst>
              <a:ext uri="{FF2B5EF4-FFF2-40B4-BE49-F238E27FC236}">
                <a16:creationId xmlns:a16="http://schemas.microsoft.com/office/drawing/2014/main" id="{31859D53-37B2-07C7-D6C4-6639C08F824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380120" y="3122146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112" name="Text Placeholder 29">
            <a:extLst>
              <a:ext uri="{FF2B5EF4-FFF2-40B4-BE49-F238E27FC236}">
                <a16:creationId xmlns:a16="http://schemas.microsoft.com/office/drawing/2014/main" id="{DCBC9974-E751-DFC9-A896-C6AFB51128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24752" y="3468398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(B) | Keep to 1 Line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72FF3CD-1340-6A72-6399-62B6A157FD6C}"/>
              </a:ext>
            </a:extLst>
          </p:cNvPr>
          <p:cNvSpPr/>
          <p:nvPr userDrawn="1"/>
        </p:nvSpPr>
        <p:spPr>
          <a:xfrm>
            <a:off x="6144356" y="4771573"/>
            <a:ext cx="5735488" cy="17772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114" name="Text Placeholder 29">
            <a:extLst>
              <a:ext uri="{FF2B5EF4-FFF2-40B4-BE49-F238E27FC236}">
                <a16:creationId xmlns:a16="http://schemas.microsoft.com/office/drawing/2014/main" id="{78B4E6BB-3DFD-7F80-2A70-9366899CBD4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4752" y="4966987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15" name="Text Placeholder 29">
            <a:extLst>
              <a:ext uri="{FF2B5EF4-FFF2-40B4-BE49-F238E27FC236}">
                <a16:creationId xmlns:a16="http://schemas.microsoft.com/office/drawing/2014/main" id="{3BBD42F2-CD72-3040-9718-7BA9C9C8D35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24752" y="5671872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116" name="Picture Placeholder 9">
            <a:extLst>
              <a:ext uri="{FF2B5EF4-FFF2-40B4-BE49-F238E27FC236}">
                <a16:creationId xmlns:a16="http://schemas.microsoft.com/office/drawing/2014/main" id="{94FD9FF8-D962-2AAD-6E64-3B40CEB4CFD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6380120" y="4966988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117" name="Text Placeholder 29">
            <a:extLst>
              <a:ext uri="{FF2B5EF4-FFF2-40B4-BE49-F238E27FC236}">
                <a16:creationId xmlns:a16="http://schemas.microsoft.com/office/drawing/2014/main" id="{F643E97D-D458-1E04-5100-5D9993CE8E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24752" y="5313240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48000">
                <a:schemeClr val="bg2">
                  <a:lumMod val="50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F8D46C-4A86-CFC8-1C52-F4FA087676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4B606-CC5B-81FE-492A-1571AF138C9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F24063D-BFCC-3B49-F76E-D9F17DFC5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92A8A71-34A1-6321-52F9-89DD51852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2726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4 Imag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BBF111-74B7-10E8-7E4C-14E0C92EAA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84C0D0-85B0-B1F4-8E13-C8C7FA44DB34}"/>
              </a:ext>
            </a:extLst>
          </p:cNvPr>
          <p:cNvSpPr/>
          <p:nvPr userDrawn="1"/>
        </p:nvSpPr>
        <p:spPr>
          <a:xfrm>
            <a:off x="344765" y="1091038"/>
            <a:ext cx="4262739" cy="5332063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883" y="1246621"/>
            <a:ext cx="3951509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7B24AE04-B107-EC30-D216-B038C4B8213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5300" y="1585474"/>
            <a:ext cx="3957558" cy="47141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1" y="1592886"/>
            <a:ext cx="3264811" cy="2001475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592886"/>
            <a:ext cx="3255217" cy="2001476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4137102"/>
            <a:ext cx="3264811" cy="2162500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4137100"/>
            <a:ext cx="3255217" cy="2162501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DCCE345-52D9-A9C5-B1EA-A78A00D701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870615" y="1246621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185DFFF-F0F4-2326-7BF8-161B975051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461306" y="1246621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D5F1FA13-4A00-359E-0F7D-F0921C77CF2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870615" y="3777948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557671C-B77F-92A9-53FF-E1B0788AB46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61306" y="3777948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9E850-2C46-7D3E-F13F-0B772E3CEA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D60468-DAA2-0D12-4941-7C9B5C6EA39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8EF76AB-6F6A-4576-3D89-ECE6447B0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6A2BEBC-2962-9798-1929-786EA4E46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51913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er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BBF111-74B7-10E8-7E4C-14E0C92EAA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A3D8BB-A896-10BE-BA77-71ABFABE4853}"/>
              </a:ext>
            </a:extLst>
          </p:cNvPr>
          <p:cNvSpPr/>
          <p:nvPr userDrawn="1"/>
        </p:nvSpPr>
        <p:spPr>
          <a:xfrm>
            <a:off x="334963" y="2897828"/>
            <a:ext cx="4389194" cy="165569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ECE793-0D88-8A73-75FF-9C4BF0FFF2C5}"/>
              </a:ext>
            </a:extLst>
          </p:cNvPr>
          <p:cNvSpPr/>
          <p:nvPr userDrawn="1"/>
        </p:nvSpPr>
        <p:spPr>
          <a:xfrm>
            <a:off x="334963" y="4643908"/>
            <a:ext cx="4389194" cy="165569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4F268-5479-6A7E-5BEB-A1E982584A64}"/>
              </a:ext>
            </a:extLst>
          </p:cNvPr>
          <p:cNvSpPr/>
          <p:nvPr userDrawn="1"/>
        </p:nvSpPr>
        <p:spPr>
          <a:xfrm>
            <a:off x="334963" y="1152563"/>
            <a:ext cx="4389194" cy="165569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883" y="1246621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9107E2-8DB4-DFF9-3F5C-16A4089180C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5883" y="3008193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BC1DA544-AEF7-E331-946F-B8BFA64E58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883" y="4740418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0" y="1152563"/>
            <a:ext cx="3571852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152563"/>
            <a:ext cx="3386138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3702336"/>
            <a:ext cx="3571852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3702336"/>
            <a:ext cx="3386138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0A0489-068C-4280-0FD0-7FE8319319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C8016EF0-6430-8FA8-AA39-30D3789049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5299" y="1585474"/>
            <a:ext cx="41543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EFBAB4AC-D57C-014F-55D6-0A8E198EF00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5299" y="3347599"/>
            <a:ext cx="41543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02FBBF6-3D73-FB3C-9619-D35C0B7E90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5299" y="5081149"/>
            <a:ext cx="41543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DA61425-CF42-4CD1-E9A5-BCB4A3A49B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F0FAD6-C55F-B884-865F-49E7BC11D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54F31CE5-AA30-9FB6-BD08-96171DB50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75994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er Case Study - Gradient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2FA46E-0744-14DA-D622-63EF2AE069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3DDF92-20C6-03D8-31C3-B14242AE65EE}"/>
              </a:ext>
            </a:extLst>
          </p:cNvPr>
          <p:cNvSpPr/>
          <p:nvPr userDrawn="1"/>
        </p:nvSpPr>
        <p:spPr>
          <a:xfrm>
            <a:off x="0" y="-4009"/>
            <a:ext cx="7416144" cy="6862009"/>
          </a:xfrm>
          <a:prstGeom prst="rect">
            <a:avLst/>
          </a:prstGeom>
          <a:gradFill>
            <a:gsLst>
              <a:gs pos="0">
                <a:schemeClr val="tx1"/>
              </a:gs>
              <a:gs pos="51000">
                <a:schemeClr val="tx1"/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3159" y="1246621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9107E2-8DB4-DFF9-3F5C-16A4089180C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3159" y="2994746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BC1DA544-AEF7-E331-946F-B8BFA64E58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3159" y="4740418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0" y="1152563"/>
            <a:ext cx="3571852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152563"/>
            <a:ext cx="3386138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3702336"/>
            <a:ext cx="3571852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3702336"/>
            <a:ext cx="3386138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232FAD-52FE-42F5-8C8C-455ABBDADBBC}"/>
              </a:ext>
            </a:extLst>
          </p:cNvPr>
          <p:cNvSpPr/>
          <p:nvPr userDrawn="1"/>
        </p:nvSpPr>
        <p:spPr>
          <a:xfrm>
            <a:off x="361585" y="1337783"/>
            <a:ext cx="127322" cy="12732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322230">
              <a:schemeClr val="bg2">
                <a:alpha val="57022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lus Jakarta Sans ExtraBold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E46531-BC68-3F3D-76E8-5136AE5A19C9}"/>
              </a:ext>
            </a:extLst>
          </p:cNvPr>
          <p:cNvSpPr/>
          <p:nvPr userDrawn="1"/>
        </p:nvSpPr>
        <p:spPr>
          <a:xfrm>
            <a:off x="361585" y="3088997"/>
            <a:ext cx="127322" cy="12732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322230">
              <a:schemeClr val="bg2">
                <a:alpha val="57022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lus Jakarta Sans ExtraBold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C4BCD9-5C6C-C8CC-037D-B1F1981FCCB4}"/>
              </a:ext>
            </a:extLst>
          </p:cNvPr>
          <p:cNvSpPr/>
          <p:nvPr userDrawn="1"/>
        </p:nvSpPr>
        <p:spPr>
          <a:xfrm>
            <a:off x="361585" y="4829128"/>
            <a:ext cx="127322" cy="12732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322230">
              <a:schemeClr val="bg2">
                <a:alpha val="57022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lus Jakarta Sans ExtraBold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16D332-0846-182C-03B7-46D27093FB3F}"/>
              </a:ext>
            </a:extLst>
          </p:cNvPr>
          <p:cNvCxnSpPr>
            <a:cxnSpLocks/>
          </p:cNvCxnSpPr>
          <p:nvPr userDrawn="1"/>
        </p:nvCxnSpPr>
        <p:spPr>
          <a:xfrm>
            <a:off x="422476" y="1442417"/>
            <a:ext cx="0" cy="5138315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48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C80349E-9F38-9F77-2E5B-5CA9EEE03A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DAA7F376-5FCB-D9A4-E149-CCB9EB2392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6750" y="1585474"/>
            <a:ext cx="3952874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68E11020-A989-5825-B03E-0EA2FCD9613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6750" y="3347599"/>
            <a:ext cx="3952874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A951DA35-A7C9-80C4-CCCF-14C13BCA7FD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6750" y="5081149"/>
            <a:ext cx="3952874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2143A4B-BF65-0B23-A88D-39BF782CA7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81C9DA8-F994-56E9-42E6-C8DA523B9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7F60D06-0381-7702-FC5E-CE20D40EE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9953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mar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D6A92B-141F-13EB-27EC-556DB5BF42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4F8EE18F-239E-71AC-D2CF-A2B81BC1C388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334963" y="949407"/>
            <a:ext cx="11490325" cy="4336271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AF7409A2-79D7-FF95-72E0-4528A6DB0D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2" y="5459954"/>
            <a:ext cx="11490325" cy="8308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E1B630-9435-8C4E-1BB3-206036526E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4C6AB-41BE-E4B7-43CF-619D2ED253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AF62FA9-C98B-3F71-76A1-8F6883E97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41FDA49C-3097-D5F2-ECC5-704ACF443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62283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D6A92B-141F-13EB-27EC-556DB5BF42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AF7409A2-79D7-FF95-72E0-4528A6DB0D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2" y="5459954"/>
            <a:ext cx="11490325" cy="8308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DBD0B98-13CB-4FC2-B4FF-728EEDFFCA1E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34963" y="949407"/>
            <a:ext cx="11490325" cy="4336272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E685E9-5495-1933-3164-0E7F524115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2F644DB-E4A4-1C31-5D52-8BF5B989E08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31F3615-80FA-8F3B-BD0B-53D5316A2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D7E607C-07C9-F250-9E1B-A7CD3A0C0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7900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CB828-4C07-6CFA-2023-EE6E693932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D1905-759E-3C59-6380-C4D640E703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263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015CFD-3DFC-1946-02A4-51C0C755C3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1207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AC2120-1498-05E7-8BC4-21EB58717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151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81B60AC-F803-5DF4-10EE-1C89145493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31095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48C180-C81B-D4D0-327C-80A959DA64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142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21BA854-6F5E-9476-AAD5-4A01C365D9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2086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6EE5D24-A43F-3F0F-DAF3-6D517961D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53886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AE80C1D-2E18-6960-83AA-BDCD9D9E9D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5974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D984A1B-E173-A02C-1361-ED40003B7C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263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2B63BA-F552-EA8A-6F3F-5725C0FAB1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1207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B43EB7E-A968-64B0-DD60-EC997AAE009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6151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F3DA7A-8C5D-7631-EC44-0A0C63C3B1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1095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CDAA74A-1913-AA8F-1C29-89D7544C4B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1142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B7F315C-96F8-F47B-EF73-11FE71474D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2086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B405D38-BD57-79F4-2686-D54AA6A26F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3886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D78AF0-16E6-C7FA-9D76-A62B246051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5974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98E8BE9-696B-A028-C093-A78ACFF050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6263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5093408-A3A3-55CA-E9C9-341B3DF7A7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61207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D8D4769-E23F-DE51-0C38-19ADEB10412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46151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D9F5EA8-D498-CC61-8BA4-0527458C4B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31095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04EB6FC-9536-CE23-216A-FCB3962326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1142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7BF0DE4-A74B-E170-3813-BAFDAA1E0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82086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205FD24-0FD2-12CF-B3E3-0D5E704BD7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53886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F773B4A-FD10-A96F-AE0B-0D4B6B6D32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55974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5A0812A-D159-DC99-E9E7-C3BD11DFDF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0262" y="1011207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EA6E607B-65DD-15AF-7F98-5DD6C79878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0262" y="2849088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745CBE-9EB4-EB11-57A4-7F07190FAE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0262" y="4687032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1311E-7616-AB63-EA5E-05FB6BE82F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78C95-BE8F-6061-D2D3-CF82CB8065C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45A919EF-5B42-29D5-8687-53BAD95AD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7997881-E168-FF65-136A-916D46E01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70999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lumn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CB828-4C07-6CFA-2023-EE6E693932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5A0812A-D159-DC99-E9E7-C3BD11DFDF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9841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2A27C85-5845-18C5-14A7-BCB1967611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9841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11620A8-C2B6-A85E-CF68-DB2A9B5212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841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298FE61-A1FE-3390-5901-A47F5A1F42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9841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86263D4-5431-C61A-940E-C6187331EE5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9841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CC049AD4-6F8E-DBAB-4DA6-07239318D7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9841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D6B3FB7-6921-0958-EE90-9CD2F529A39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9841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BC20E84-E309-1BC3-DC03-6E1173E15C2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9841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E4A02A2-9E35-0F73-9F7C-412F1C0825A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3964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D89AC11-49DF-9222-E441-571D39A8559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93964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F895B73-737A-A314-DE51-BB12CB234D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93964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69E799C-CB82-C667-F199-F0806D8101C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93964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73DA608-DCAE-658B-44E0-5A40501879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93964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205F17D2-5903-5DFB-8FAD-E500270D1E1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93964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0D9482F-7F2A-CA88-5850-1EA46753AD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93964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89CAE1B1-1108-2379-78D5-AEF7396CE38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393964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2D492475-0F21-3B3F-0B23-566E72F0197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74303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67A3DC5A-425F-3BD8-30B7-E8BF53FA96A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74303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9B1F2D43-8F0D-8477-4144-EB2A688B256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4303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91DFF3D0-AF1E-51F1-4941-1006176B25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274303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B2869BB-2BA4-120C-FC2C-1225451C8D6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74303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58193655-5CF6-A3F5-8262-20D6C64E9EC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274303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F3EBAE1F-4F69-B505-902A-07BF0F1F5F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74303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41380F40-E323-250B-8F57-D82DA62AF1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274303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647A9F5-ECC6-2A88-2936-A62B14E21FE4}"/>
              </a:ext>
            </a:extLst>
          </p:cNvPr>
          <p:cNvCxnSpPr>
            <a:cxnSpLocks/>
          </p:cNvCxnSpPr>
          <p:nvPr userDrawn="1"/>
        </p:nvCxnSpPr>
        <p:spPr>
          <a:xfrm>
            <a:off x="4173415" y="1074947"/>
            <a:ext cx="0" cy="5325853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34EFA5A-7C8C-0124-B0A9-5F95A82C2549}"/>
              </a:ext>
            </a:extLst>
          </p:cNvPr>
          <p:cNvCxnSpPr>
            <a:cxnSpLocks/>
          </p:cNvCxnSpPr>
          <p:nvPr userDrawn="1"/>
        </p:nvCxnSpPr>
        <p:spPr>
          <a:xfrm>
            <a:off x="8112369" y="1074947"/>
            <a:ext cx="0" cy="5325853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F9C8436-8152-32F7-74A2-B73FB0FDEA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FA0ACA-38CF-7413-1BE4-88383FCEE2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51000">
                <a:schemeClr val="tx1">
                  <a:alpha val="4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655BA-1CCD-A136-645E-311DFC5B3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DCCD0560-3C56-6AC3-0EA1-2F3BFAED1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1991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4B53FA-6667-A460-362F-A286DF0B15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8D8032AE-7623-AA52-0E9E-8BC48AD96477}"/>
              </a:ext>
            </a:extLst>
          </p:cNvPr>
          <p:cNvSpPr txBox="1">
            <a:spLocks/>
          </p:cNvSpPr>
          <p:nvPr userDrawn="1"/>
        </p:nvSpPr>
        <p:spPr>
          <a:xfrm>
            <a:off x="909747" y="3302482"/>
            <a:ext cx="10270076" cy="108200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Plus Jakarta Sans ExtraBold" pitchFamily="2" charset="77"/>
                <a:ea typeface="+mj-ea"/>
                <a:cs typeface="Plus Jakarta Sans ExtraBold" pitchFamily="2" charset="77"/>
              </a:defRPr>
            </a:lvl1pPr>
          </a:lstStyle>
          <a:p>
            <a:pPr algn="ctr"/>
            <a:r>
              <a:rPr lang="en-US" sz="1800" b="1" i="0" kern="1600" spc="300" dirty="0">
                <a:latin typeface="+mj-lt"/>
                <a:cs typeface="Plus Jakarta Sans ExtraBold" pitchFamily="2" charset="77"/>
              </a:rPr>
              <a:t>FOR MORE INFORMATION CONTACT 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9B995475-FE8C-0AD2-56D8-0B81CDB9CF7C}"/>
              </a:ext>
            </a:extLst>
          </p:cNvPr>
          <p:cNvSpPr txBox="1">
            <a:spLocks/>
          </p:cNvSpPr>
          <p:nvPr userDrawn="1"/>
        </p:nvSpPr>
        <p:spPr>
          <a:xfrm>
            <a:off x="960962" y="2301994"/>
            <a:ext cx="10270076" cy="108200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0" kern="1600" spc="300" dirty="0">
                <a:solidFill>
                  <a:schemeClr val="bg1"/>
                </a:solidFill>
                <a:latin typeface="+mj-lt"/>
                <a:cs typeface="Plus Jakarta Sans ExtraBold" pitchFamily="2" charset="77"/>
              </a:rPr>
              <a:t>THANK YOU</a:t>
            </a:r>
          </a:p>
        </p:txBody>
      </p:sp>
      <p:sp>
        <p:nvSpPr>
          <p:cNvPr id="90" name="Text Placeholder 72">
            <a:extLst>
              <a:ext uri="{FF2B5EF4-FFF2-40B4-BE49-F238E27FC236}">
                <a16:creationId xmlns:a16="http://schemas.microsoft.com/office/drawing/2014/main" id="{7AE55BBE-4053-5596-D2A3-7BD883D042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0281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1" name="Text Placeholder 72">
            <a:extLst>
              <a:ext uri="{FF2B5EF4-FFF2-40B4-BE49-F238E27FC236}">
                <a16:creationId xmlns:a16="http://schemas.microsoft.com/office/drawing/2014/main" id="{77D67B7E-7C87-5DF7-757E-684478A903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281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2" name="Text Placeholder 72">
            <a:extLst>
              <a:ext uri="{FF2B5EF4-FFF2-40B4-BE49-F238E27FC236}">
                <a16:creationId xmlns:a16="http://schemas.microsoft.com/office/drawing/2014/main" id="{8721B986-5E4C-DBB0-C38D-2A2CD11A6A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585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3" name="Text Placeholder 72">
            <a:extLst>
              <a:ext uri="{FF2B5EF4-FFF2-40B4-BE49-F238E27FC236}">
                <a16:creationId xmlns:a16="http://schemas.microsoft.com/office/drawing/2014/main" id="{894D0FC1-EEF3-41B3-FD22-DF020A0A80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3585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4" name="Text Placeholder 72">
            <a:extLst>
              <a:ext uri="{FF2B5EF4-FFF2-40B4-BE49-F238E27FC236}">
                <a16:creationId xmlns:a16="http://schemas.microsoft.com/office/drawing/2014/main" id="{FFD913D3-4F42-0C4C-6776-CF82036FAC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481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5" name="Text Placeholder 72">
            <a:extLst>
              <a:ext uri="{FF2B5EF4-FFF2-40B4-BE49-F238E27FC236}">
                <a16:creationId xmlns:a16="http://schemas.microsoft.com/office/drawing/2014/main" id="{D498C6E7-6B85-4C51-01EA-2AB372BE21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481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6" name="Text Placeholder 72">
            <a:extLst>
              <a:ext uri="{FF2B5EF4-FFF2-40B4-BE49-F238E27FC236}">
                <a16:creationId xmlns:a16="http://schemas.microsoft.com/office/drawing/2014/main" id="{86999FA6-EE0E-C97F-941B-BAB2D44978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785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7" name="Text Placeholder 72">
            <a:extLst>
              <a:ext uri="{FF2B5EF4-FFF2-40B4-BE49-F238E27FC236}">
                <a16:creationId xmlns:a16="http://schemas.microsoft.com/office/drawing/2014/main" id="{36B28DF1-1784-6124-C843-21E087492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4785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4104DD-1969-F872-ADFF-31338F443342}"/>
              </a:ext>
            </a:extLst>
          </p:cNvPr>
          <p:cNvGrpSpPr/>
          <p:nvPr userDrawn="1"/>
        </p:nvGrpSpPr>
        <p:grpSpPr>
          <a:xfrm>
            <a:off x="714818" y="6243908"/>
            <a:ext cx="7867649" cy="238435"/>
            <a:chOff x="714818" y="6201923"/>
            <a:chExt cx="7867649" cy="2384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2DD9DAD-6158-A9F6-470E-BA4DB833F8B3}"/>
                </a:ext>
              </a:extLst>
            </p:cNvPr>
            <p:cNvGrpSpPr/>
            <p:nvPr userDrawn="1"/>
          </p:nvGrpSpPr>
          <p:grpSpPr>
            <a:xfrm>
              <a:off x="714818" y="6201923"/>
              <a:ext cx="7867649" cy="238435"/>
              <a:chOff x="5030370" y="6062888"/>
              <a:chExt cx="7072662" cy="24898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1235244-9EA6-F3F0-EA3C-FDF173197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41933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3" name="TextBox 12">
                <a:hlinkClick r:id="rId2"/>
                <a:extLst>
                  <a:ext uri="{FF2B5EF4-FFF2-40B4-BE49-F238E27FC236}">
                    <a16:creationId xmlns:a16="http://schemas.microsoft.com/office/drawing/2014/main" id="{9D6AF1E2-3DA8-025D-1615-0B3ABD34B1AD}"/>
                  </a:ext>
                </a:extLst>
              </p:cNvPr>
              <p:cNvSpPr txBox="1"/>
              <p:nvPr userDrawn="1"/>
            </p:nvSpPr>
            <p:spPr>
              <a:xfrm>
                <a:off x="9845129" y="6076433"/>
                <a:ext cx="977241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noProof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@virtuosgames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AF203AB-51F9-1FB0-A4DA-966A75841883}"/>
                  </a:ext>
                </a:extLst>
              </p:cNvPr>
              <p:cNvGrpSpPr/>
              <p:nvPr/>
            </p:nvGrpSpPr>
            <p:grpSpPr>
              <a:xfrm>
                <a:off x="9582621" y="6062888"/>
                <a:ext cx="286299" cy="248984"/>
                <a:chOff x="7081336" y="5172775"/>
                <a:chExt cx="308369" cy="26817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571347B-6BE3-2D36-7585-6488A9639C99}"/>
                    </a:ext>
                  </a:extLst>
                </p:cNvPr>
                <p:cNvSpPr/>
                <p:nvPr/>
              </p:nvSpPr>
              <p:spPr>
                <a:xfrm>
                  <a:off x="7121526" y="5172775"/>
                  <a:ext cx="268179" cy="2681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33" name="Freeform: Shape 78">
                  <a:extLst>
                    <a:ext uri="{FF2B5EF4-FFF2-40B4-BE49-F238E27FC236}">
                      <a16:creationId xmlns:a16="http://schemas.microsoft.com/office/drawing/2014/main" id="{E8D5F2EB-A7C1-C718-A447-FD4384A9AA1B}"/>
                    </a:ext>
                  </a:extLst>
                </p:cNvPr>
                <p:cNvSpPr/>
                <p:nvPr/>
              </p:nvSpPr>
              <p:spPr>
                <a:xfrm>
                  <a:off x="7081336" y="5227472"/>
                  <a:ext cx="209337" cy="147843"/>
                </a:xfrm>
                <a:custGeom>
                  <a:avLst/>
                  <a:gdLst>
                    <a:gd name="connsiteX0" fmla="*/ 207155 w 209336"/>
                    <a:gd name="connsiteY0" fmla="*/ 31837 h 147843"/>
                    <a:gd name="connsiteX1" fmla="*/ 198869 w 209336"/>
                    <a:gd name="connsiteY1" fmla="*/ 10903 h 147843"/>
                    <a:gd name="connsiteX2" fmla="*/ 177936 w 209336"/>
                    <a:gd name="connsiteY2" fmla="*/ 2181 h 147843"/>
                    <a:gd name="connsiteX3" fmla="*/ 104668 w 209336"/>
                    <a:gd name="connsiteY3" fmla="*/ 0 h 147843"/>
                    <a:gd name="connsiteX4" fmla="*/ 104668 w 209336"/>
                    <a:gd name="connsiteY4" fmla="*/ 0 h 147843"/>
                    <a:gd name="connsiteX5" fmla="*/ 31400 w 209336"/>
                    <a:gd name="connsiteY5" fmla="*/ 2181 h 147843"/>
                    <a:gd name="connsiteX6" fmla="*/ 10467 w 209336"/>
                    <a:gd name="connsiteY6" fmla="*/ 10903 h 147843"/>
                    <a:gd name="connsiteX7" fmla="*/ 2181 w 209336"/>
                    <a:gd name="connsiteY7" fmla="*/ 31837 h 147843"/>
                    <a:gd name="connsiteX8" fmla="*/ 0 w 209336"/>
                    <a:gd name="connsiteY8" fmla="*/ 65854 h 147843"/>
                    <a:gd name="connsiteX9" fmla="*/ 0 w 209336"/>
                    <a:gd name="connsiteY9" fmla="*/ 81554 h 147843"/>
                    <a:gd name="connsiteX10" fmla="*/ 2181 w 209336"/>
                    <a:gd name="connsiteY10" fmla="*/ 115571 h 147843"/>
                    <a:gd name="connsiteX11" fmla="*/ 10467 w 209336"/>
                    <a:gd name="connsiteY11" fmla="*/ 136505 h 147843"/>
                    <a:gd name="connsiteX12" fmla="*/ 33581 w 209336"/>
                    <a:gd name="connsiteY12" fmla="*/ 145663 h 147843"/>
                    <a:gd name="connsiteX13" fmla="*/ 104668 w 209336"/>
                    <a:gd name="connsiteY13" fmla="*/ 147844 h 147843"/>
                    <a:gd name="connsiteX14" fmla="*/ 177936 w 209336"/>
                    <a:gd name="connsiteY14" fmla="*/ 145663 h 147843"/>
                    <a:gd name="connsiteX15" fmla="*/ 198869 w 209336"/>
                    <a:gd name="connsiteY15" fmla="*/ 136941 h 147843"/>
                    <a:gd name="connsiteX16" fmla="*/ 207155 w 209336"/>
                    <a:gd name="connsiteY16" fmla="*/ 116007 h 147843"/>
                    <a:gd name="connsiteX17" fmla="*/ 209336 w 209336"/>
                    <a:gd name="connsiteY17" fmla="*/ 81990 h 147843"/>
                    <a:gd name="connsiteX18" fmla="*/ 209336 w 209336"/>
                    <a:gd name="connsiteY18" fmla="*/ 66290 h 147843"/>
                    <a:gd name="connsiteX19" fmla="*/ 207155 w 209336"/>
                    <a:gd name="connsiteY19" fmla="*/ 31837 h 147843"/>
                    <a:gd name="connsiteX20" fmla="*/ 82862 w 209336"/>
                    <a:gd name="connsiteY20" fmla="*/ 100743 h 147843"/>
                    <a:gd name="connsiteX21" fmla="*/ 82862 w 209336"/>
                    <a:gd name="connsiteY21" fmla="*/ 41867 h 147843"/>
                    <a:gd name="connsiteX22" fmla="*/ 139557 w 209336"/>
                    <a:gd name="connsiteY22" fmla="*/ 71523 h 147843"/>
                    <a:gd name="connsiteX23" fmla="*/ 82862 w 209336"/>
                    <a:gd name="connsiteY23" fmla="*/ 100743 h 1478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09336" h="147843">
                      <a:moveTo>
                        <a:pt x="207155" y="31837"/>
                      </a:moveTo>
                      <a:cubicBezTo>
                        <a:pt x="207155" y="31837"/>
                        <a:pt x="204975" y="17445"/>
                        <a:pt x="198869" y="10903"/>
                      </a:cubicBezTo>
                      <a:cubicBezTo>
                        <a:pt x="191019" y="2617"/>
                        <a:pt x="181861" y="2617"/>
                        <a:pt x="177936" y="2181"/>
                      </a:cubicBezTo>
                      <a:cubicBezTo>
                        <a:pt x="148716" y="0"/>
                        <a:pt x="104668" y="0"/>
                        <a:pt x="104668" y="0"/>
                      </a:cubicBezTo>
                      <a:lnTo>
                        <a:pt x="104668" y="0"/>
                      </a:lnTo>
                      <a:cubicBezTo>
                        <a:pt x="104668" y="0"/>
                        <a:pt x="60620" y="0"/>
                        <a:pt x="31400" y="2181"/>
                      </a:cubicBezTo>
                      <a:cubicBezTo>
                        <a:pt x="27475" y="2617"/>
                        <a:pt x="18317" y="2617"/>
                        <a:pt x="10467" y="10903"/>
                      </a:cubicBezTo>
                      <a:cubicBezTo>
                        <a:pt x="4361" y="17445"/>
                        <a:pt x="2181" y="31837"/>
                        <a:pt x="2181" y="31837"/>
                      </a:cubicBezTo>
                      <a:cubicBezTo>
                        <a:pt x="2181" y="31837"/>
                        <a:pt x="0" y="48845"/>
                        <a:pt x="0" y="65854"/>
                      </a:cubicBezTo>
                      <a:lnTo>
                        <a:pt x="0" y="81554"/>
                      </a:lnTo>
                      <a:cubicBezTo>
                        <a:pt x="0" y="98562"/>
                        <a:pt x="2181" y="115571"/>
                        <a:pt x="2181" y="115571"/>
                      </a:cubicBezTo>
                      <a:cubicBezTo>
                        <a:pt x="2181" y="115571"/>
                        <a:pt x="4361" y="129963"/>
                        <a:pt x="10467" y="136505"/>
                      </a:cubicBezTo>
                      <a:cubicBezTo>
                        <a:pt x="18317" y="144791"/>
                        <a:pt x="28784" y="144791"/>
                        <a:pt x="33581" y="145663"/>
                      </a:cubicBezTo>
                      <a:cubicBezTo>
                        <a:pt x="50153" y="147407"/>
                        <a:pt x="104668" y="147844"/>
                        <a:pt x="104668" y="147844"/>
                      </a:cubicBezTo>
                      <a:cubicBezTo>
                        <a:pt x="104668" y="147844"/>
                        <a:pt x="148716" y="147844"/>
                        <a:pt x="177936" y="145663"/>
                      </a:cubicBezTo>
                      <a:cubicBezTo>
                        <a:pt x="181861" y="145227"/>
                        <a:pt x="191019" y="145227"/>
                        <a:pt x="198869" y="136941"/>
                      </a:cubicBezTo>
                      <a:cubicBezTo>
                        <a:pt x="204975" y="130399"/>
                        <a:pt x="207155" y="116007"/>
                        <a:pt x="207155" y="116007"/>
                      </a:cubicBezTo>
                      <a:cubicBezTo>
                        <a:pt x="207155" y="116007"/>
                        <a:pt x="209336" y="98998"/>
                        <a:pt x="209336" y="81990"/>
                      </a:cubicBezTo>
                      <a:lnTo>
                        <a:pt x="209336" y="66290"/>
                      </a:lnTo>
                      <a:cubicBezTo>
                        <a:pt x="209336" y="48845"/>
                        <a:pt x="207155" y="31837"/>
                        <a:pt x="207155" y="31837"/>
                      </a:cubicBezTo>
                      <a:close/>
                      <a:moveTo>
                        <a:pt x="82862" y="100743"/>
                      </a:moveTo>
                      <a:lnTo>
                        <a:pt x="82862" y="41867"/>
                      </a:lnTo>
                      <a:lnTo>
                        <a:pt x="139557" y="71523"/>
                      </a:lnTo>
                      <a:lnTo>
                        <a:pt x="82862" y="10074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6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3F79DE6-B992-6013-DC49-A9311FCBE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3729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" name="TextBox 15">
                <a:hlinkClick r:id="rId3"/>
                <a:extLst>
                  <a:ext uri="{FF2B5EF4-FFF2-40B4-BE49-F238E27FC236}">
                    <a16:creationId xmlns:a16="http://schemas.microsoft.com/office/drawing/2014/main" id="{B3057E0C-9823-2B8D-85E1-6101B30DE640}"/>
                  </a:ext>
                </a:extLst>
              </p:cNvPr>
              <p:cNvSpPr txBox="1"/>
              <p:nvPr userDrawn="1"/>
            </p:nvSpPr>
            <p:spPr>
              <a:xfrm>
                <a:off x="8423345" y="6071479"/>
                <a:ext cx="955036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dirty="0" err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bg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BB48791-0D91-BA28-00A5-9978CE753856}"/>
                  </a:ext>
                </a:extLst>
              </p:cNvPr>
              <p:cNvSpPr/>
              <p:nvPr/>
            </p:nvSpPr>
            <p:spPr>
              <a:xfrm>
                <a:off x="8068325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C696541-C75A-B307-EBAF-34ED3B6ED3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3950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" name="TextBox 18">
                <a:hlinkClick r:id="rId4"/>
                <a:extLst>
                  <a:ext uri="{FF2B5EF4-FFF2-40B4-BE49-F238E27FC236}">
                    <a16:creationId xmlns:a16="http://schemas.microsoft.com/office/drawing/2014/main" id="{12F7D2D2-9B09-C229-4039-790DCCC2DBCD}"/>
                  </a:ext>
                </a:extLst>
              </p:cNvPr>
              <p:cNvSpPr txBox="1"/>
              <p:nvPr userDrawn="1"/>
            </p:nvSpPr>
            <p:spPr>
              <a:xfrm>
                <a:off x="6806905" y="6062888"/>
                <a:ext cx="1192452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dirty="0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@</a:t>
                </a:r>
                <a:r>
                  <a:rPr lang="en-US" sz="1100" b="1" i="0" dirty="0" err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bg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0B438AB-3826-6434-A10C-F391134FEE45}"/>
                  </a:ext>
                </a:extLst>
              </p:cNvPr>
              <p:cNvSpPr/>
              <p:nvPr/>
            </p:nvSpPr>
            <p:spPr>
              <a:xfrm>
                <a:off x="6579538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14EA74E-C398-FE69-462A-FB7732D70F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6685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2" name="TextBox 21">
                <a:hlinkClick r:id="rId5"/>
                <a:extLst>
                  <a:ext uri="{FF2B5EF4-FFF2-40B4-BE49-F238E27FC236}">
                    <a16:creationId xmlns:a16="http://schemas.microsoft.com/office/drawing/2014/main" id="{B9826731-DCC5-BCDC-FDF8-6C9D91354EAB}"/>
                  </a:ext>
                </a:extLst>
              </p:cNvPr>
              <p:cNvSpPr txBox="1"/>
              <p:nvPr userDrawn="1"/>
            </p:nvSpPr>
            <p:spPr>
              <a:xfrm>
                <a:off x="5364320" y="6072221"/>
                <a:ext cx="1168342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>
                  <a:defRPr sz="900" b="0" spc="0">
                    <a:ln>
                      <a:noFill/>
                    </a:ln>
                    <a:solidFill>
                      <a:schemeClr val="bg1">
                        <a:alpha val="80000"/>
                      </a:schemeClr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pPr lvl="0"/>
                <a:r>
                  <a:rPr lang="en-US" sz="1100" b="1" i="0" dirty="0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@</a:t>
                </a:r>
                <a:r>
                  <a:rPr lang="en-US" sz="1100" b="1" i="0" dirty="0" err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bg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83D69E1-E14F-32B2-51FD-A66D3BE8FCC1}"/>
                  </a:ext>
                </a:extLst>
              </p:cNvPr>
              <p:cNvGrpSpPr/>
              <p:nvPr/>
            </p:nvGrpSpPr>
            <p:grpSpPr>
              <a:xfrm>
                <a:off x="5030370" y="6062888"/>
                <a:ext cx="248984" cy="248984"/>
                <a:chOff x="8263379" y="5170293"/>
                <a:chExt cx="268179" cy="268179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8E43F9A-02E3-C5AB-D125-D75772AFCA5E}"/>
                    </a:ext>
                  </a:extLst>
                </p:cNvPr>
                <p:cNvSpPr/>
                <p:nvPr/>
              </p:nvSpPr>
              <p:spPr>
                <a:xfrm>
                  <a:off x="8263379" y="5170293"/>
                  <a:ext cx="268179" cy="2681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31" name="Freeform: Shape 74">
                  <a:extLst>
                    <a:ext uri="{FF2B5EF4-FFF2-40B4-BE49-F238E27FC236}">
                      <a16:creationId xmlns:a16="http://schemas.microsoft.com/office/drawing/2014/main" id="{12DEF1F6-B91C-DF59-5C6C-35D3C3943B69}"/>
                    </a:ext>
                  </a:extLst>
                </p:cNvPr>
                <p:cNvSpPr/>
                <p:nvPr/>
              </p:nvSpPr>
              <p:spPr>
                <a:xfrm>
                  <a:off x="8350790" y="5211026"/>
                  <a:ext cx="93356" cy="186712"/>
                </a:xfrm>
                <a:custGeom>
                  <a:avLst/>
                  <a:gdLst>
                    <a:gd name="connsiteX0" fmla="*/ 103348 w 103348"/>
                    <a:gd name="connsiteY0" fmla="*/ 71052 h 206696"/>
                    <a:gd name="connsiteX1" fmla="*/ 64593 w 103348"/>
                    <a:gd name="connsiteY1" fmla="*/ 71052 h 206696"/>
                    <a:gd name="connsiteX2" fmla="*/ 64593 w 103348"/>
                    <a:gd name="connsiteY2" fmla="*/ 45215 h 206696"/>
                    <a:gd name="connsiteX3" fmla="*/ 77511 w 103348"/>
                    <a:gd name="connsiteY3" fmla="*/ 32296 h 206696"/>
                    <a:gd name="connsiteX4" fmla="*/ 90430 w 103348"/>
                    <a:gd name="connsiteY4" fmla="*/ 32296 h 206696"/>
                    <a:gd name="connsiteX5" fmla="*/ 90430 w 103348"/>
                    <a:gd name="connsiteY5" fmla="*/ 0 h 206696"/>
                    <a:gd name="connsiteX6" fmla="*/ 64593 w 103348"/>
                    <a:gd name="connsiteY6" fmla="*/ 0 h 206696"/>
                    <a:gd name="connsiteX7" fmla="*/ 25837 w 103348"/>
                    <a:gd name="connsiteY7" fmla="*/ 38756 h 206696"/>
                    <a:gd name="connsiteX8" fmla="*/ 25837 w 103348"/>
                    <a:gd name="connsiteY8" fmla="*/ 71052 h 206696"/>
                    <a:gd name="connsiteX9" fmla="*/ 0 w 103348"/>
                    <a:gd name="connsiteY9" fmla="*/ 71052 h 206696"/>
                    <a:gd name="connsiteX10" fmla="*/ 0 w 103348"/>
                    <a:gd name="connsiteY10" fmla="*/ 103348 h 206696"/>
                    <a:gd name="connsiteX11" fmla="*/ 25837 w 103348"/>
                    <a:gd name="connsiteY11" fmla="*/ 103348 h 206696"/>
                    <a:gd name="connsiteX12" fmla="*/ 25837 w 103348"/>
                    <a:gd name="connsiteY12" fmla="*/ 206696 h 206696"/>
                    <a:gd name="connsiteX13" fmla="*/ 64593 w 103348"/>
                    <a:gd name="connsiteY13" fmla="*/ 206696 h 206696"/>
                    <a:gd name="connsiteX14" fmla="*/ 64593 w 103348"/>
                    <a:gd name="connsiteY14" fmla="*/ 103348 h 206696"/>
                    <a:gd name="connsiteX15" fmla="*/ 90430 w 103348"/>
                    <a:gd name="connsiteY15" fmla="*/ 103348 h 206696"/>
                    <a:gd name="connsiteX16" fmla="*/ 103348 w 103348"/>
                    <a:gd name="connsiteY16" fmla="*/ 71052 h 206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3348" h="206696">
                      <a:moveTo>
                        <a:pt x="103348" y="71052"/>
                      </a:moveTo>
                      <a:lnTo>
                        <a:pt x="64593" y="71052"/>
                      </a:lnTo>
                      <a:lnTo>
                        <a:pt x="64593" y="45215"/>
                      </a:lnTo>
                      <a:cubicBezTo>
                        <a:pt x="64593" y="38084"/>
                        <a:pt x="70380" y="32296"/>
                        <a:pt x="77511" y="32296"/>
                      </a:cubicBezTo>
                      <a:lnTo>
                        <a:pt x="90430" y="32296"/>
                      </a:lnTo>
                      <a:lnTo>
                        <a:pt x="90430" y="0"/>
                      </a:lnTo>
                      <a:lnTo>
                        <a:pt x="64593" y="0"/>
                      </a:lnTo>
                      <a:cubicBezTo>
                        <a:pt x="43187" y="0"/>
                        <a:pt x="25837" y="17350"/>
                        <a:pt x="25837" y="38756"/>
                      </a:cubicBezTo>
                      <a:lnTo>
                        <a:pt x="25837" y="71052"/>
                      </a:lnTo>
                      <a:lnTo>
                        <a:pt x="0" y="71052"/>
                      </a:lnTo>
                      <a:lnTo>
                        <a:pt x="0" y="103348"/>
                      </a:lnTo>
                      <a:lnTo>
                        <a:pt x="25837" y="103348"/>
                      </a:lnTo>
                      <a:lnTo>
                        <a:pt x="25837" y="206696"/>
                      </a:lnTo>
                      <a:lnTo>
                        <a:pt x="64593" y="206696"/>
                      </a:lnTo>
                      <a:lnTo>
                        <a:pt x="64593" y="103348"/>
                      </a:lnTo>
                      <a:lnTo>
                        <a:pt x="90430" y="103348"/>
                      </a:lnTo>
                      <a:lnTo>
                        <a:pt x="103348" y="710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9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  <p:sp>
            <p:nvSpPr>
              <p:cNvPr id="24" name="TextBox 23">
                <a:hlinkClick r:id="rId6"/>
                <a:extLst>
                  <a:ext uri="{FF2B5EF4-FFF2-40B4-BE49-F238E27FC236}">
                    <a16:creationId xmlns:a16="http://schemas.microsoft.com/office/drawing/2014/main" id="{0EA5E3B7-5A45-B86B-2E70-9BFD411BF067}"/>
                  </a:ext>
                </a:extLst>
              </p:cNvPr>
              <p:cNvSpPr txBox="1"/>
              <p:nvPr/>
            </p:nvSpPr>
            <p:spPr>
              <a:xfrm>
                <a:off x="11321383" y="6094133"/>
                <a:ext cx="781649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noProof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BFE40CC-4426-B478-1EFD-13406D356A13}"/>
                  </a:ext>
                </a:extLst>
              </p:cNvPr>
              <p:cNvSpPr/>
              <p:nvPr/>
            </p:nvSpPr>
            <p:spPr>
              <a:xfrm>
                <a:off x="10940179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120EAF8-B34D-3AF4-0608-E4EBE9531F84}"/>
                  </a:ext>
                </a:extLst>
              </p:cNvPr>
              <p:cNvGrpSpPr/>
              <p:nvPr/>
            </p:nvGrpSpPr>
            <p:grpSpPr>
              <a:xfrm>
                <a:off x="11046731" y="6098938"/>
                <a:ext cx="176554" cy="155336"/>
                <a:chOff x="8725073" y="4968391"/>
                <a:chExt cx="196940" cy="173280"/>
              </a:xfrm>
            </p:grpSpPr>
            <p:sp>
              <p:nvSpPr>
                <p:cNvPr id="27" name="Freeform: Shape 70">
                  <a:extLst>
                    <a:ext uri="{FF2B5EF4-FFF2-40B4-BE49-F238E27FC236}">
                      <a16:creationId xmlns:a16="http://schemas.microsoft.com/office/drawing/2014/main" id="{9139DE39-BABB-4416-DBAE-A428C62C30A5}"/>
                    </a:ext>
                  </a:extLst>
                </p:cNvPr>
                <p:cNvSpPr/>
                <p:nvPr/>
              </p:nvSpPr>
              <p:spPr>
                <a:xfrm>
                  <a:off x="8725073" y="5102034"/>
                  <a:ext cx="144585" cy="39637"/>
                </a:xfrm>
                <a:custGeom>
                  <a:avLst/>
                  <a:gdLst>
                    <a:gd name="connsiteX0" fmla="*/ 0 w 740092"/>
                    <a:gd name="connsiteY0" fmla="*/ 0 h 202882"/>
                    <a:gd name="connsiteX1" fmla="*/ 84772 w 740092"/>
                    <a:gd name="connsiteY1" fmla="*/ 146685 h 202882"/>
                    <a:gd name="connsiteX2" fmla="*/ 84772 w 740092"/>
                    <a:gd name="connsiteY2" fmla="*/ 146685 h 202882"/>
                    <a:gd name="connsiteX3" fmla="*/ 175260 w 740092"/>
                    <a:gd name="connsiteY3" fmla="*/ 202883 h 202882"/>
                    <a:gd name="connsiteX4" fmla="*/ 175260 w 740092"/>
                    <a:gd name="connsiteY4" fmla="*/ 202883 h 202882"/>
                    <a:gd name="connsiteX5" fmla="*/ 175260 w 740092"/>
                    <a:gd name="connsiteY5" fmla="*/ 202883 h 202882"/>
                    <a:gd name="connsiteX6" fmla="*/ 740093 w 740092"/>
                    <a:gd name="connsiteY6" fmla="*/ 202883 h 202882"/>
                    <a:gd name="connsiteX7" fmla="*/ 622935 w 740092"/>
                    <a:gd name="connsiteY7" fmla="*/ 0 h 202882"/>
                    <a:gd name="connsiteX8" fmla="*/ 0 w 740092"/>
                    <a:gd name="connsiteY8" fmla="*/ 0 h 202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40092" h="202882">
                      <a:moveTo>
                        <a:pt x="0" y="0"/>
                      </a:moveTo>
                      <a:lnTo>
                        <a:pt x="84772" y="146685"/>
                      </a:lnTo>
                      <a:lnTo>
                        <a:pt x="84772" y="146685"/>
                      </a:lnTo>
                      <a:cubicBezTo>
                        <a:pt x="101917" y="180022"/>
                        <a:pt x="136207" y="202883"/>
                        <a:pt x="175260" y="202883"/>
                      </a:cubicBezTo>
                      <a:lnTo>
                        <a:pt x="175260" y="202883"/>
                      </a:lnTo>
                      <a:lnTo>
                        <a:pt x="175260" y="202883"/>
                      </a:lnTo>
                      <a:lnTo>
                        <a:pt x="740093" y="202883"/>
                      </a:lnTo>
                      <a:lnTo>
                        <a:pt x="6229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28" name="Freeform: Shape 71">
                  <a:extLst>
                    <a:ext uri="{FF2B5EF4-FFF2-40B4-BE49-F238E27FC236}">
                      <a16:creationId xmlns:a16="http://schemas.microsoft.com/office/drawing/2014/main" id="{DF6E7BB9-9964-40EB-4EE4-9DDDFFF66FFA}"/>
                    </a:ext>
                  </a:extLst>
                </p:cNvPr>
                <p:cNvSpPr/>
                <p:nvPr/>
              </p:nvSpPr>
              <p:spPr>
                <a:xfrm>
                  <a:off x="8802362" y="4968391"/>
                  <a:ext cx="119651" cy="173054"/>
                </a:xfrm>
                <a:custGeom>
                  <a:avLst/>
                  <a:gdLst>
                    <a:gd name="connsiteX0" fmla="*/ 612457 w 612457"/>
                    <a:gd name="connsiteY0" fmla="*/ 684848 h 885825"/>
                    <a:gd name="connsiteX1" fmla="*/ 596265 w 612457"/>
                    <a:gd name="connsiteY1" fmla="*/ 629603 h 885825"/>
                    <a:gd name="connsiteX2" fmla="*/ 264795 w 612457"/>
                    <a:gd name="connsiteY2" fmla="*/ 54293 h 885825"/>
                    <a:gd name="connsiteX3" fmla="*/ 175260 w 612457"/>
                    <a:gd name="connsiteY3" fmla="*/ 0 h 885825"/>
                    <a:gd name="connsiteX4" fmla="*/ 0 w 612457"/>
                    <a:gd name="connsiteY4" fmla="*/ 0 h 885825"/>
                    <a:gd name="connsiteX5" fmla="*/ 511493 w 612457"/>
                    <a:gd name="connsiteY5" fmla="*/ 885825 h 885825"/>
                    <a:gd name="connsiteX6" fmla="*/ 592455 w 612457"/>
                    <a:gd name="connsiteY6" fmla="*/ 745808 h 885825"/>
                    <a:gd name="connsiteX7" fmla="*/ 612457 w 612457"/>
                    <a:gd name="connsiteY7" fmla="*/ 684848 h 885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2457" h="885825">
                      <a:moveTo>
                        <a:pt x="612457" y="684848"/>
                      </a:moveTo>
                      <a:cubicBezTo>
                        <a:pt x="612457" y="664845"/>
                        <a:pt x="606743" y="645795"/>
                        <a:pt x="596265" y="629603"/>
                      </a:cubicBezTo>
                      <a:lnTo>
                        <a:pt x="264795" y="54293"/>
                      </a:lnTo>
                      <a:cubicBezTo>
                        <a:pt x="247650" y="21907"/>
                        <a:pt x="214313" y="0"/>
                        <a:pt x="175260" y="0"/>
                      </a:cubicBezTo>
                      <a:lnTo>
                        <a:pt x="0" y="0"/>
                      </a:lnTo>
                      <a:lnTo>
                        <a:pt x="511493" y="885825"/>
                      </a:lnTo>
                      <a:lnTo>
                        <a:pt x="592455" y="745808"/>
                      </a:lnTo>
                      <a:cubicBezTo>
                        <a:pt x="607695" y="719138"/>
                        <a:pt x="612457" y="707708"/>
                        <a:pt x="612457" y="6848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29" name="Freeform: Shape 72">
                  <a:extLst>
                    <a:ext uri="{FF2B5EF4-FFF2-40B4-BE49-F238E27FC236}">
                      <a16:creationId xmlns:a16="http://schemas.microsoft.com/office/drawing/2014/main" id="{52CFA9E1-4A12-B6F6-2605-23871ABDBA7B}"/>
                    </a:ext>
                  </a:extLst>
                </p:cNvPr>
                <p:cNvSpPr/>
                <p:nvPr/>
              </p:nvSpPr>
              <p:spPr>
                <a:xfrm>
                  <a:off x="8741527" y="4996479"/>
                  <a:ext cx="89133" cy="77225"/>
                </a:xfrm>
                <a:custGeom>
                  <a:avLst/>
                  <a:gdLst>
                    <a:gd name="connsiteX0" fmla="*/ 456247 w 456247"/>
                    <a:gd name="connsiteY0" fmla="*/ 395288 h 395287"/>
                    <a:gd name="connsiteX1" fmla="*/ 228600 w 456247"/>
                    <a:gd name="connsiteY1" fmla="*/ 0 h 395287"/>
                    <a:gd name="connsiteX2" fmla="*/ 0 w 456247"/>
                    <a:gd name="connsiteY2" fmla="*/ 395288 h 39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6247" h="395287">
                      <a:moveTo>
                        <a:pt x="456247" y="395288"/>
                      </a:moveTo>
                      <a:lnTo>
                        <a:pt x="228600" y="0"/>
                      </a:lnTo>
                      <a:lnTo>
                        <a:pt x="0" y="3952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B9AB930-701D-CD5B-EA5E-AC870045AE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1094" y="6245774"/>
              <a:ext cx="153889" cy="14385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1121C7-AD34-282E-EF04-C09849BE9A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83283" y="6214176"/>
              <a:ext cx="175451" cy="17545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ACB70B-EFF3-FA52-8AF5-488E26F496D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054939" y="691669"/>
            <a:ext cx="4082121" cy="1466025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6CB0D0-5F96-50F9-3B91-2C9E3A203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07463-E5E0-EC99-0815-6786BC83B40A}"/>
              </a:ext>
            </a:extLst>
          </p:cNvPr>
          <p:cNvSpPr txBox="1"/>
          <p:nvPr userDrawn="1"/>
        </p:nvSpPr>
        <p:spPr>
          <a:xfrm>
            <a:off x="9544349" y="6174557"/>
            <a:ext cx="2402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 dirty="0" err="1">
                <a:solidFill>
                  <a:schemeClr val="bg2"/>
                </a:solidFill>
                <a:latin typeface="+mn-lt"/>
                <a:cs typeface="Plus Jakarta Sans ExtraBold" pitchFamily="2" charset="77"/>
              </a:rPr>
              <a:t>virtuosgames.com</a:t>
            </a:r>
            <a:endParaRPr lang="en-US" sz="1400" b="1" i="0" dirty="0">
              <a:solidFill>
                <a:schemeClr val="bg2"/>
              </a:solidFill>
              <a:latin typeface="+mn-lt"/>
              <a:cs typeface="Plus Jakarta Sans ExtraBold" pitchFamily="2" charset="77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6FFDEF86-ABEF-8702-3D67-44B2546B4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58876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DBCADE-2F5B-6CF6-0323-1BC8762581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58709" y="2289176"/>
            <a:ext cx="5074581" cy="18224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92FFDF-B41E-6FCF-C099-27E90F0A9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85445EB-90ED-2B63-DC0A-15092ACAB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2698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artner and Gam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F88C4B-E723-EADC-02AE-038719675B2A}"/>
              </a:ext>
            </a:extLst>
          </p:cNvPr>
          <p:cNvSpPr/>
          <p:nvPr userDrawn="1"/>
        </p:nvSpPr>
        <p:spPr>
          <a:xfrm>
            <a:off x="0" y="3170583"/>
            <a:ext cx="12192000" cy="1488998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65000">
                <a:schemeClr val="tx2"/>
              </a:gs>
              <a:gs pos="32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A839B8-10A9-AEAF-C118-8ABE3C210C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84957" y="5060571"/>
            <a:ext cx="3155795" cy="109490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Partner Logo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973192-DE5D-D748-04A9-21F08F1797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44716" y="3472827"/>
            <a:ext cx="8702566" cy="8221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No More Than 2 Lines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873AD-BB1C-8E59-C701-EDFC035C3A95}"/>
              </a:ext>
            </a:extLst>
          </p:cNvPr>
          <p:cNvSpPr txBox="1"/>
          <p:nvPr userDrawn="1"/>
        </p:nvSpPr>
        <p:spPr>
          <a:xfrm>
            <a:off x="4337825" y="5369002"/>
            <a:ext cx="74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+mj-lt"/>
              </a:rPr>
              <a:t>For: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3F994-723C-4C0F-F2AA-D6D5317A7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6453" y="1024761"/>
            <a:ext cx="4239091" cy="1522398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E7C39E-D804-CE82-490D-A22E312BC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D5B69CA-7A6A-6DB9-C477-BBE243A0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61579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artner and Gam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9CE952-7FBB-B723-8DF6-0BE7C78BDC31}"/>
              </a:ext>
            </a:extLst>
          </p:cNvPr>
          <p:cNvSpPr/>
          <p:nvPr userDrawn="1"/>
        </p:nvSpPr>
        <p:spPr>
          <a:xfrm>
            <a:off x="0" y="3245004"/>
            <a:ext cx="12192000" cy="254993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65000">
                <a:schemeClr val="tx2"/>
              </a:gs>
              <a:gs pos="32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F362D226-70C8-356D-6ADC-4008B0C5AD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60088" y="3639088"/>
            <a:ext cx="4415883" cy="16453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Game Logo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A42558F-7AAF-CDBC-2A71-2002283802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16032" y="3639088"/>
            <a:ext cx="4415880" cy="16453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Partner Logo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4D2114-E7AD-3ED9-D3E4-07B7F434AB29}"/>
              </a:ext>
            </a:extLst>
          </p:cNvPr>
          <p:cNvCxnSpPr/>
          <p:nvPr userDrawn="1"/>
        </p:nvCxnSpPr>
        <p:spPr>
          <a:xfrm>
            <a:off x="6096000" y="3639088"/>
            <a:ext cx="0" cy="1645352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586060F-1B24-9C38-BE49-05F241593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6453" y="1024761"/>
            <a:ext cx="4239091" cy="1522398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CE4B437-432C-338E-A23A-11EB950DA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7DE469B-669E-5054-5800-001D99F91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4722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02506C-CCBF-89DF-75FA-775AB7FE7E3A}"/>
              </a:ext>
            </a:extLst>
          </p:cNvPr>
          <p:cNvSpPr/>
          <p:nvPr userDrawn="1"/>
        </p:nvSpPr>
        <p:spPr>
          <a:xfrm>
            <a:off x="0" y="3170583"/>
            <a:ext cx="12192000" cy="1488998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65000">
                <a:schemeClr val="tx2"/>
              </a:gs>
              <a:gs pos="32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41AD8B-ABE0-5A53-39E9-70C2B3678F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44716" y="3495324"/>
            <a:ext cx="8702566" cy="8221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No More Than 2 Lines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C21E28-3A0E-AD48-A0E3-7E95A500BD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76453" y="1024761"/>
            <a:ext cx="4239091" cy="1522398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4A9C80-A567-04FC-F87F-BFC290812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0999FCE-155C-32FC-13BB-323A82497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0309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+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54A147-F385-A006-FFB0-7BC0772AFE08}"/>
              </a:ext>
            </a:extLst>
          </p:cNvPr>
          <p:cNvSpPr/>
          <p:nvPr userDrawn="1"/>
        </p:nvSpPr>
        <p:spPr>
          <a:xfrm>
            <a:off x="0" y="2186768"/>
            <a:ext cx="12192000" cy="290966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65000">
                <a:schemeClr val="tx2"/>
              </a:gs>
              <a:gs pos="32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41AD8B-ABE0-5A53-39E9-70C2B3678F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051" y="2462067"/>
            <a:ext cx="8507895" cy="8176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</a:t>
            </a:r>
          </a:p>
          <a:p>
            <a:pPr lvl="0"/>
            <a:r>
              <a:rPr lang="en-US" dirty="0"/>
              <a:t>No More Than 2 Lines</a:t>
            </a:r>
            <a:endParaRPr lang="en-SG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FE2E91E-34F8-C402-5DF3-0395DBEAFA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052" y="3634077"/>
            <a:ext cx="8507895" cy="12068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Sentence case | 20 </a:t>
            </a:r>
            <a:r>
              <a:rPr lang="en-US" dirty="0" err="1"/>
              <a:t>pt</a:t>
            </a:r>
            <a:r>
              <a:rPr lang="en-US" dirty="0"/>
              <a:t> (B) | No more than 4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DF8FF3-306D-F29C-A15C-06A959661D5E}"/>
              </a:ext>
            </a:extLst>
          </p:cNvPr>
          <p:cNvCxnSpPr/>
          <p:nvPr userDrawn="1"/>
        </p:nvCxnSpPr>
        <p:spPr>
          <a:xfrm>
            <a:off x="1842051" y="3439551"/>
            <a:ext cx="8507895" cy="0"/>
          </a:xfrm>
          <a:prstGeom prst="line">
            <a:avLst/>
          </a:prstGeom>
          <a:ln w="25400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B26DF9E-A187-BEFA-8293-14331544FA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5254" y="754033"/>
            <a:ext cx="2461487" cy="884002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B0D994-2351-BB18-24FF-8272BD287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3BFB88D-8DC1-F518-F153-2FDA191F5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6893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3A912-E076-DA80-8E0E-7AA5F0FEA5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772" y="2020454"/>
            <a:ext cx="9880456" cy="28170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+mj-lt"/>
              <a:buNone/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Quote - Sentence case| 20 </a:t>
            </a:r>
            <a:r>
              <a:rPr lang="en-US" dirty="0" err="1"/>
              <a:t>pt</a:t>
            </a:r>
            <a:r>
              <a:rPr lang="en-US" dirty="0"/>
              <a:t> (B)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Integer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a </a:t>
            </a:r>
            <a:r>
              <a:rPr lang="en-US" dirty="0" err="1"/>
              <a:t>molestie</a:t>
            </a:r>
            <a:r>
              <a:rPr lang="en-US" dirty="0"/>
              <a:t>. Donec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et </a:t>
            </a:r>
            <a:r>
              <a:rPr lang="en-US" dirty="0" err="1"/>
              <a:t>scelerisque</a:t>
            </a:r>
            <a:r>
              <a:rPr lang="en-US" dirty="0"/>
              <a:t> vitae,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5E231-5CCC-04D3-7F73-84348E0D52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24F2D73-F541-0519-F515-78922CB6542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B5D8EB9-BB49-FFF3-C0A9-D5643443B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67E1E2-4A55-C7A8-F608-AE57CAA81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91837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7C0FD7-3BCA-375E-083F-CD0A512E0D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4070D-F749-544E-D57B-5F4E75640903}"/>
              </a:ext>
            </a:extLst>
          </p:cNvPr>
          <p:cNvSpPr txBox="1"/>
          <p:nvPr userDrawn="1"/>
        </p:nvSpPr>
        <p:spPr>
          <a:xfrm>
            <a:off x="1052398" y="2874734"/>
            <a:ext cx="6921170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We Make Games Better,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AADD6-BEE7-FD4A-FE0E-5FF634EA1852}"/>
              </a:ext>
            </a:extLst>
          </p:cNvPr>
          <p:cNvSpPr txBox="1"/>
          <p:nvPr userDrawn="1"/>
        </p:nvSpPr>
        <p:spPr>
          <a:xfrm>
            <a:off x="7780546" y="2874733"/>
            <a:ext cx="3082526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+mj-lt"/>
              </a:rPr>
              <a:t>Together.</a:t>
            </a:r>
            <a:endParaRPr lang="en-SG" sz="44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A5C3B1-3B34-2EB1-15A3-5D9BC1883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0F91FFD-CDB5-9E19-A66B-1BBA4FEAB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1A67732-02C1-105E-002F-947EC2A89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0307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4 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F4E523-CCFE-9A31-B3B4-D884AB654A17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0DD8B3D-ED5F-9A94-1B5D-57463B59FCB9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3515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30532" y="2443389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515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0532" y="3775271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3515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0532" y="5070084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515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0532" y="1074438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EEA4B9FA-54CB-C8A0-C0CF-BFAAAFFEB4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30532" y="1432784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9C17F15A-28B8-1E50-64A6-C8A653C398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30532" y="2816740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34D3F7-D054-2584-9361-E22D8EE3E2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0532" y="4114200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19DF0E3-806A-E50A-30A5-8D02D726F5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0532" y="5411659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87D283-1881-975C-B4E7-772609C8F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FE6C150-7A17-9A13-006C-7966A696D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531E7-708B-664B-AE6C-90426B846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8431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8 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9CBC8CE-D8D8-D4B4-7E59-C0A418F713A9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25CC167-D13C-2E29-8342-57C6AEAC72F4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2283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5652" y="2443389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2283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5652" y="3775271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2283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15652" y="5070084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2283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15652" y="1074438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EEA4B9FA-54CB-C8A0-C0CF-BFAAAFFEB4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15652" y="1432784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9C17F15A-28B8-1E50-64A6-C8A653C398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15652" y="2816740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34D3F7-D054-2584-9361-E22D8EE3E2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15652" y="4114200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19DF0E3-806A-E50A-30A5-8D02D726F5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15652" y="5411659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8D48C59-15BF-C56B-2328-7AE31CD395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25817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06.</a:t>
            </a:r>
            <a:endParaRPr lang="en-SG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473DF59E-E091-F3B6-8122-C7767F2846E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2834" y="2443389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62D223E6-DCE6-2936-93A2-88E3B0FBD4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25817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07.</a:t>
            </a:r>
            <a:endParaRPr lang="en-SG" dirty="0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C165C70-FD82-784C-39B4-DE9300A395F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2834" y="3775271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B1D5101E-F0CD-93D1-1FAD-8FCFCEC32F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25817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08.</a:t>
            </a:r>
            <a:endParaRPr lang="en-SG" dirty="0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1B7AF26-6148-6095-56DA-BF42FF59A2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72834" y="5070084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AB00759-5312-47D2-8816-DAEB63E581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25817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05.</a:t>
            </a:r>
            <a:endParaRPr lang="en-SG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D1C08462-C73A-52C1-1AF9-DACDCFB62B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2834" y="1074438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4E100DBB-C0EA-9396-6EE9-134F825422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2834" y="1432784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447E032-A686-9821-1BDC-F78E48215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72834" y="2816740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3CAC66A9-A56B-E15C-2563-4A6F01F14B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72834" y="4114200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96980445-075D-C565-CB07-7BDBEE7D100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72834" y="5411659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(B) | no more than 3 lines</a:t>
            </a:r>
            <a:endParaRPr lang="en-S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127877-E118-6C2A-0B68-E67C09C2FE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600B4BB6-0D18-F0F9-FB95-2A68CBE42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7C0D2A5-AD82-56AA-0EC9-292EFAD28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400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8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BB0F1D-4E08-CA58-175E-87F27AF47DB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8A892E-B8F7-7FE1-03CF-7454B52B2C46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3515" y="2072687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30532" y="2072687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515" y="2576666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0532" y="2576666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3515" y="3080645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0532" y="3080645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7C6B9B5A-C66C-A070-D92E-F4E9EB9E04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515" y="358462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05.</a:t>
            </a:r>
            <a:endParaRPr lang="en-SG" dirty="0"/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F985B450-44C5-AB54-25BC-2FDA0E0F5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0532" y="3584624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57F48770-C25D-48DF-D9D6-669ACFADE6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515" y="4088603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06.</a:t>
            </a:r>
            <a:endParaRPr lang="en-SG" dirty="0"/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E4FB2187-E8CB-9D0A-A5F5-C3AB72A229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0532" y="4088603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B8E7C83E-8BB9-BC48-6F87-9BFFDEC458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515" y="4592582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07.</a:t>
            </a:r>
            <a:endParaRPr lang="en-SG" dirty="0"/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3CF6143F-5DDC-133E-CEAE-7A799E3C1C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0532" y="4592582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515" y="156870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0532" y="1568708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1E91CD6F-3721-2993-8E1A-F92839D96F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515" y="5096562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08.</a:t>
            </a:r>
            <a:endParaRPr lang="en-SG" dirty="0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EEE62C0A-46DE-3BDD-D7C6-4287B81BFA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30532" y="5096562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5C8CFF-118A-C7F5-A1D0-5A7ACB18FC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F82323-4D66-FF81-98AC-C255A05FC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A069D6C-8242-65D2-F3F7-835335C17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88254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+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E532679-06E0-A305-CBC0-F71AE6DDB4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  <a:lvl2pPr marL="457200" indent="0" algn="r">
              <a:buNone/>
              <a:defRPr/>
            </a:lvl2pPr>
          </a:lstStyle>
          <a:p>
            <a:pPr lvl="1"/>
            <a:r>
              <a:rPr lang="en-US" dirty="0"/>
              <a:t> 	Picture			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850F23DF-33DD-1501-9394-B1C1F18AEA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2804" y="1513277"/>
            <a:ext cx="3175000" cy="5189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3200" b="1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Game Name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083020-1F04-172F-133F-D638F861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EC71B7-E996-DAC4-1918-C7C86CF62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69B822B-B599-572D-FD6E-36E1DF91F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83386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with Game Logo +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E532679-06E0-A305-CBC0-F71AE6DDB4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  <a:lvl2pPr marL="457200" indent="0" algn="r">
              <a:buNone/>
              <a:defRPr/>
            </a:lvl2pPr>
          </a:lstStyle>
          <a:p>
            <a:pPr lvl="1"/>
            <a:r>
              <a:rPr lang="en-US" dirty="0"/>
              <a:t> 	Picture			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26967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3668D-E853-A07D-68D6-DFB1F8E7D54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82613" y="1176067"/>
            <a:ext cx="2757487" cy="850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Game Logo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D070C0-6820-6C85-BF30-E3B0632AF4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55E4035-0805-E617-E8A5-79BC8EDD9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D0D582B-B049-9F29-93DD-4039742F4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0545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text, dark, lit, display&#10;&#10;Description automatically generated">
            <a:extLst>
              <a:ext uri="{FF2B5EF4-FFF2-40B4-BE49-F238E27FC236}">
                <a16:creationId xmlns:a16="http://schemas.microsoft.com/office/drawing/2014/main" id="{9C8C1F85-021B-2CB8-7BC7-41E05B489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186"/>
          <a:stretch/>
        </p:blipFill>
        <p:spPr>
          <a:xfrm>
            <a:off x="2307113" y="0"/>
            <a:ext cx="9884887" cy="6858000"/>
          </a:xfrm>
          <a:prstGeom prst="rect">
            <a:avLst/>
          </a:prstGeom>
        </p:spPr>
      </p:pic>
      <p:pic>
        <p:nvPicPr>
          <p:cNvPr id="17" name="Picture 16" descr="A picture containing text, table, indoor&#10;&#10;Description automatically generated">
            <a:extLst>
              <a:ext uri="{FF2B5EF4-FFF2-40B4-BE49-F238E27FC236}">
                <a16:creationId xmlns:a16="http://schemas.microsoft.com/office/drawing/2014/main" id="{00C1A983-0599-1502-1EBD-01EF4162C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3690" y="1139252"/>
            <a:ext cx="4828310" cy="5718748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7546A7-5605-84E7-634D-39BD001B49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EE63AA-2BE7-EA5F-483D-E99628C6D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44EFD15-77C7-F721-826D-631994CC9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57402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text, dark, lit, display&#10;&#10;Description automatically generated">
            <a:extLst>
              <a:ext uri="{FF2B5EF4-FFF2-40B4-BE49-F238E27FC236}">
                <a16:creationId xmlns:a16="http://schemas.microsoft.com/office/drawing/2014/main" id="{9C8C1F85-021B-2CB8-7BC7-41E05B489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186"/>
          <a:stretch/>
        </p:blipFill>
        <p:spPr>
          <a:xfrm>
            <a:off x="2307113" y="0"/>
            <a:ext cx="9884887" cy="6858000"/>
          </a:xfrm>
          <a:prstGeom prst="rect">
            <a:avLst/>
          </a:prstGeom>
        </p:spPr>
      </p:pic>
      <p:pic>
        <p:nvPicPr>
          <p:cNvPr id="17" name="Picture 16" descr="A picture containing text, table, indoor&#10;&#10;Description automatically generated">
            <a:extLst>
              <a:ext uri="{FF2B5EF4-FFF2-40B4-BE49-F238E27FC236}">
                <a16:creationId xmlns:a16="http://schemas.microsoft.com/office/drawing/2014/main" id="{00C1A983-0599-1502-1EBD-01EF4162C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3690" y="1139252"/>
            <a:ext cx="4828310" cy="5718748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00FFE4DD-E9CD-D2E9-3F52-579559D644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1495169"/>
            <a:ext cx="972065" cy="5189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C866C-2814-30A7-9017-DB43A56005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B6754C2-2684-201F-C89E-75F0F51BB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00A2EE3-5501-6294-9F69-75DB26E70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15254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88C0D-AF09-1A0B-32B6-152FA89C3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3B501E7-0516-5495-098D-F3DE90DBDA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6020D55-2FC2-23B5-A1C9-6266359B4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C28BCD-7BF6-06DE-D3DE-5354625C1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1671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46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225118"/>
            <a:ext cx="11490325" cy="271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/14 </a:t>
            </a:r>
            <a:r>
              <a:rPr lang="en-US" dirty="0" err="1"/>
              <a:t>pt</a:t>
            </a:r>
            <a:endParaRPr lang="en-SG" dirty="0"/>
          </a:p>
          <a:p>
            <a:pPr lvl="0"/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E263AF-F92F-F952-4AAA-5BB3E6547C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3B9BF956-410A-BE85-E2AF-559A7E9E497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3" y="1641764"/>
            <a:ext cx="11490325" cy="47174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Char char="•"/>
              <a:defRPr sz="1400" b="0"/>
            </a:lvl2pPr>
            <a:lvl3pPr marL="914400" indent="0">
              <a:buFont typeface="Arial" panose="020B0604020202020204" pitchFamily="34" charset="0"/>
              <a:buChar char="•"/>
              <a:defRPr sz="1400" b="0"/>
            </a:lvl3pPr>
            <a:lvl4pPr marL="1371600" indent="0">
              <a:buFont typeface="Arial" panose="020B0604020202020204" pitchFamily="34" charset="0"/>
              <a:buChar char="•"/>
              <a:defRPr sz="1400" b="0"/>
            </a:lvl4pPr>
            <a:lvl5pPr marL="1828800" indent="0">
              <a:buNone/>
              <a:defRPr sz="1400" b="0"/>
            </a:lvl5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Body Copy | 14/12 pt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 </a:t>
            </a:r>
            <a:r>
              <a:rPr lang="en-SG" dirty="0" err="1"/>
              <a:t>Pellentesque</a:t>
            </a:r>
            <a:r>
              <a:rPr lang="en-SG" dirty="0"/>
              <a:t> </a:t>
            </a:r>
            <a:r>
              <a:rPr lang="en-SG" dirty="0" err="1"/>
              <a:t>lectus</a:t>
            </a:r>
            <a:r>
              <a:rPr lang="en-SG" dirty="0"/>
              <a:t> </a:t>
            </a:r>
            <a:r>
              <a:rPr lang="en-SG" dirty="0" err="1"/>
              <a:t>urna</a:t>
            </a:r>
            <a:r>
              <a:rPr lang="en-SG" dirty="0"/>
              <a:t>, </a:t>
            </a:r>
            <a:r>
              <a:rPr lang="en-SG" dirty="0" err="1"/>
              <a:t>sollicitudin</a:t>
            </a:r>
            <a:r>
              <a:rPr lang="en-SG" dirty="0"/>
              <a:t> </a:t>
            </a:r>
            <a:r>
              <a:rPr lang="en-SG" dirty="0" err="1"/>
              <a:t>eget</a:t>
            </a:r>
            <a:r>
              <a:rPr lang="en-SG" dirty="0"/>
              <a:t> pulvinar at,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ut</a:t>
            </a:r>
            <a:r>
              <a:rPr lang="en-SG" dirty="0"/>
              <a:t> eros. </a:t>
            </a:r>
            <a:r>
              <a:rPr lang="en-SG" dirty="0" err="1"/>
              <a:t>Interdum</a:t>
            </a:r>
            <a:r>
              <a:rPr lang="en-SG" dirty="0"/>
              <a:t> et </a:t>
            </a:r>
            <a:r>
              <a:rPr lang="en-SG" dirty="0" err="1"/>
              <a:t>malesuada</a:t>
            </a:r>
            <a:r>
              <a:rPr lang="en-SG" dirty="0"/>
              <a:t> fames ac ante ipsum </a:t>
            </a:r>
            <a:r>
              <a:rPr lang="en-SG" dirty="0" err="1"/>
              <a:t>primis</a:t>
            </a:r>
            <a:r>
              <a:rPr lang="en-SG" dirty="0"/>
              <a:t> in </a:t>
            </a:r>
            <a:r>
              <a:rPr lang="en-SG" dirty="0" err="1"/>
              <a:t>faucibus</a:t>
            </a:r>
            <a:r>
              <a:rPr lang="en-SG" dirty="0"/>
              <a:t>. </a:t>
            </a:r>
            <a:r>
              <a:rPr lang="en-SG" dirty="0" err="1"/>
              <a:t>Phasellus</a:t>
            </a:r>
            <a:r>
              <a:rPr lang="en-SG" dirty="0"/>
              <a:t> </a:t>
            </a:r>
            <a:r>
              <a:rPr lang="en-SG" dirty="0" err="1"/>
              <a:t>pellentesque</a:t>
            </a:r>
            <a:r>
              <a:rPr lang="en-SG" dirty="0"/>
              <a:t> </a:t>
            </a:r>
            <a:r>
              <a:rPr lang="en-SG" dirty="0" err="1"/>
              <a:t>tellus</a:t>
            </a:r>
            <a:r>
              <a:rPr lang="en-SG" dirty="0"/>
              <a:t> a </a:t>
            </a:r>
            <a:r>
              <a:rPr lang="en-SG" dirty="0" err="1"/>
              <a:t>dapibus</a:t>
            </a:r>
            <a:r>
              <a:rPr lang="en-SG" dirty="0"/>
              <a:t> tempus. Maecenas auctor </a:t>
            </a:r>
            <a:r>
              <a:rPr lang="en-SG" dirty="0" err="1"/>
              <a:t>leo</a:t>
            </a:r>
            <a:r>
              <a:rPr lang="en-SG" dirty="0"/>
              <a:t> </a:t>
            </a:r>
            <a:r>
              <a:rPr lang="en-SG" dirty="0" err="1"/>
              <a:t>vel</a:t>
            </a:r>
            <a:r>
              <a:rPr lang="en-SG" dirty="0"/>
              <a:t> gravida </a:t>
            </a:r>
            <a:r>
              <a:rPr lang="en-SG" dirty="0" err="1"/>
              <a:t>condimentum</a:t>
            </a:r>
            <a:r>
              <a:rPr lang="en-SG" dirty="0"/>
              <a:t>. </a:t>
            </a:r>
            <a:r>
              <a:rPr lang="en-SG" dirty="0" err="1"/>
              <a:t>Curabitur</a:t>
            </a:r>
            <a:r>
              <a:rPr lang="en-SG" dirty="0"/>
              <a:t> </a:t>
            </a:r>
            <a:r>
              <a:rPr lang="en-SG" dirty="0" err="1"/>
              <a:t>luctus</a:t>
            </a:r>
            <a:r>
              <a:rPr lang="en-SG" dirty="0"/>
              <a:t> </a:t>
            </a:r>
            <a:r>
              <a:rPr lang="en-SG" dirty="0" err="1"/>
              <a:t>condimentum</a:t>
            </a:r>
            <a:r>
              <a:rPr lang="en-SG" dirty="0"/>
              <a:t> ex </a:t>
            </a:r>
            <a:r>
              <a:rPr lang="en-SG" dirty="0" err="1"/>
              <a:t>vehicula</a:t>
            </a:r>
            <a:r>
              <a:rPr lang="en-SG" dirty="0"/>
              <a:t> </a:t>
            </a:r>
            <a:r>
              <a:rPr lang="en-SG" dirty="0" err="1"/>
              <a:t>commodo</a:t>
            </a:r>
            <a:r>
              <a:rPr lang="en-SG" dirty="0"/>
              <a:t>. Class </a:t>
            </a:r>
            <a:r>
              <a:rPr lang="en-SG" dirty="0" err="1"/>
              <a:t>aptent</a:t>
            </a:r>
            <a:r>
              <a:rPr lang="en-SG" dirty="0"/>
              <a:t> </a:t>
            </a:r>
            <a:r>
              <a:rPr lang="en-SG" dirty="0" err="1"/>
              <a:t>taciti</a:t>
            </a:r>
            <a:r>
              <a:rPr lang="en-SG" dirty="0"/>
              <a:t> </a:t>
            </a:r>
            <a:r>
              <a:rPr lang="en-SG" dirty="0" err="1"/>
              <a:t>sociosqu</a:t>
            </a:r>
            <a:r>
              <a:rPr lang="en-SG" dirty="0"/>
              <a:t> ad </a:t>
            </a:r>
            <a:r>
              <a:rPr lang="en-SG" dirty="0" err="1"/>
              <a:t>litora</a:t>
            </a:r>
            <a:r>
              <a:rPr lang="en-SG" dirty="0"/>
              <a:t> </a:t>
            </a:r>
            <a:r>
              <a:rPr lang="en-SG" dirty="0" err="1"/>
              <a:t>torquent</a:t>
            </a:r>
            <a:r>
              <a:rPr lang="en-SG" dirty="0"/>
              <a:t> per </a:t>
            </a:r>
            <a:r>
              <a:rPr lang="en-SG" dirty="0" err="1"/>
              <a:t>conubia</a:t>
            </a:r>
            <a:r>
              <a:rPr lang="en-SG" dirty="0"/>
              <a:t> nostra, per </a:t>
            </a:r>
            <a:r>
              <a:rPr lang="en-SG" dirty="0" err="1"/>
              <a:t>inceptos</a:t>
            </a:r>
            <a:r>
              <a:rPr lang="en-SG" dirty="0"/>
              <a:t> </a:t>
            </a:r>
            <a:r>
              <a:rPr lang="en-SG" dirty="0" err="1"/>
              <a:t>himenaeos</a:t>
            </a:r>
            <a:r>
              <a:rPr lang="en-SG" dirty="0"/>
              <a:t>. 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 .</a:t>
            </a:r>
          </a:p>
          <a:p>
            <a:pPr marL="1657350" marR="0" lvl="3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2114550" marR="0" lvl="4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C760D25-753F-6224-141E-1AA8B411DB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8C070E-9BDD-6552-9D3F-D0DE12F3C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BE4A396-5A52-212D-1087-91BC9EA2E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66457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mmar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1225118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F4A5B4A-971E-762C-F92E-460B971C9F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4964" y="3189000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CF517F1-F240-5F6F-EC1B-35404517BD5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72082" y="1225118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21FB94D-A01D-9A51-D5F8-B6CBBE0CB12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72082" y="3189000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able Placeholder 16">
            <a:extLst>
              <a:ext uri="{FF2B5EF4-FFF2-40B4-BE49-F238E27FC236}">
                <a16:creationId xmlns:a16="http://schemas.microsoft.com/office/drawing/2014/main" id="{D38A2B8C-84B7-C1CA-C84F-807B5AE6053B}"/>
              </a:ext>
            </a:extLst>
          </p:cNvPr>
          <p:cNvSpPr>
            <a:spLocks noGrp="1"/>
          </p:cNvSpPr>
          <p:nvPr>
            <p:ph type="tbl" sz="quarter" idx="50" hasCustomPrompt="1"/>
          </p:nvPr>
        </p:nvSpPr>
        <p:spPr>
          <a:xfrm>
            <a:off x="6372225" y="3542292"/>
            <a:ext cx="5461000" cy="263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Table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BD355-5EB3-7B2A-710F-BD379634C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4BD02D73-D48E-8470-2871-2A18D0829A4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4964" y="1578409"/>
            <a:ext cx="5461000" cy="13518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200" b="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Body Copy | 14/12 pt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Maecenas auctor </a:t>
            </a:r>
            <a:r>
              <a:rPr lang="en-SG" dirty="0" err="1"/>
              <a:t>leo</a:t>
            </a:r>
            <a:r>
              <a:rPr lang="en-SG" dirty="0"/>
              <a:t> </a:t>
            </a:r>
            <a:r>
              <a:rPr lang="en-SG" dirty="0" err="1"/>
              <a:t>vel</a:t>
            </a:r>
            <a:r>
              <a:rPr lang="en-SG" dirty="0"/>
              <a:t> gravida </a:t>
            </a:r>
            <a:r>
              <a:rPr lang="en-SG" dirty="0" err="1"/>
              <a:t>condimentum</a:t>
            </a:r>
            <a:r>
              <a:rPr lang="en-SG" dirty="0"/>
              <a:t>. </a:t>
            </a:r>
            <a:r>
              <a:rPr lang="en-SG" dirty="0" err="1"/>
              <a:t>Curabitur</a:t>
            </a:r>
            <a:r>
              <a:rPr lang="en-SG" dirty="0"/>
              <a:t> </a:t>
            </a:r>
            <a:r>
              <a:rPr lang="en-SG" dirty="0" err="1"/>
              <a:t>luctus</a:t>
            </a:r>
            <a:r>
              <a:rPr lang="en-SG" dirty="0"/>
              <a:t> </a:t>
            </a:r>
            <a:r>
              <a:rPr lang="en-SG" dirty="0" err="1"/>
              <a:t>condimentum</a:t>
            </a:r>
            <a:r>
              <a:rPr lang="en-SG" dirty="0"/>
              <a:t> ex </a:t>
            </a:r>
            <a:r>
              <a:rPr lang="en-SG" dirty="0" err="1"/>
              <a:t>vehicula</a:t>
            </a:r>
            <a:r>
              <a:rPr lang="en-SG" dirty="0"/>
              <a:t> </a:t>
            </a:r>
            <a:r>
              <a:rPr lang="en-SG" dirty="0" err="1"/>
              <a:t>commodo</a:t>
            </a:r>
            <a:r>
              <a:rPr lang="en-SG" dirty="0"/>
              <a:t>. Class </a:t>
            </a:r>
            <a:r>
              <a:rPr lang="en-SG" dirty="0" err="1"/>
              <a:t>aptent</a:t>
            </a:r>
            <a:r>
              <a:rPr lang="en-SG" dirty="0"/>
              <a:t> </a:t>
            </a:r>
            <a:r>
              <a:rPr lang="en-SG" dirty="0" err="1"/>
              <a:t>taciti</a:t>
            </a:r>
            <a:r>
              <a:rPr lang="en-SG" dirty="0"/>
              <a:t> </a:t>
            </a:r>
            <a:r>
              <a:rPr lang="en-SG" dirty="0" err="1"/>
              <a:t>sociosqu</a:t>
            </a:r>
            <a:r>
              <a:rPr lang="en-SG" dirty="0"/>
              <a:t> ad </a:t>
            </a:r>
            <a:r>
              <a:rPr lang="en-SG" dirty="0" err="1"/>
              <a:t>litora</a:t>
            </a:r>
            <a:r>
              <a:rPr lang="en-SG" dirty="0"/>
              <a:t> </a:t>
            </a:r>
            <a:r>
              <a:rPr lang="en-SG" dirty="0" err="1"/>
              <a:t>torquent</a:t>
            </a:r>
            <a:r>
              <a:rPr lang="en-SG" dirty="0"/>
              <a:t> per </a:t>
            </a:r>
            <a:r>
              <a:rPr lang="en-SG" dirty="0" err="1"/>
              <a:t>conubia</a:t>
            </a:r>
            <a:r>
              <a:rPr lang="en-SG" dirty="0"/>
              <a:t> nostra, per </a:t>
            </a:r>
            <a:r>
              <a:rPr lang="en-SG" dirty="0" err="1"/>
              <a:t>inceptos</a:t>
            </a:r>
            <a:r>
              <a:rPr lang="en-SG" dirty="0"/>
              <a:t> </a:t>
            </a:r>
            <a:r>
              <a:rPr lang="en-SG" dirty="0" err="1"/>
              <a:t>himenaeos</a:t>
            </a:r>
            <a:r>
              <a:rPr lang="en-SG" dirty="0"/>
              <a:t>. 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  <a:endParaRPr lang="en-US" dirty="0"/>
          </a:p>
          <a:p>
            <a:pPr marL="5715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4F935B2-0E5C-6816-B3EE-069100F44C6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4964" y="3542291"/>
            <a:ext cx="5461000" cy="2634066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0"/>
            </a:lvl2pPr>
            <a:lvl3pPr marL="914400" indent="0">
              <a:buNone/>
              <a:defRPr sz="1200" b="0"/>
            </a:lvl3pPr>
            <a:lvl4pPr marL="1371600" indent="0">
              <a:buNone/>
              <a:defRPr sz="1200" b="0"/>
            </a:lvl4pPr>
            <a:lvl5pPr marL="1828800" indent="0">
              <a:buNone/>
              <a:defRPr sz="1200" b="0"/>
            </a:lvl5pPr>
          </a:lstStyle>
          <a:p>
            <a:pPr lvl="0"/>
            <a:r>
              <a:rPr lang="en-US" dirty="0"/>
              <a:t>Body Copy | 12 pt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marL="457200" marR="0" lvl="1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371600" marR="0" lvl="3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000250" marR="0" lvl="4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860E44E-A8EE-5A38-6C46-95768CB947E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082" y="1578409"/>
            <a:ext cx="5461000" cy="13518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 b="0"/>
            </a:lvl2pPr>
            <a:lvl3pPr marL="1085850" indent="-171450">
              <a:buFont typeface="Arial" panose="020B0604020202020204" pitchFamily="34" charset="0"/>
              <a:buChar char="•"/>
              <a:defRPr sz="1200" b="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9FF92A6-651A-DC3E-85AE-4ECE15022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8CAE00F-7353-CF93-2D56-8057866CB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852FCA-99C6-7E1F-A34E-7741DC3FB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30367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Option Col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C3F3BC-8D48-FC5E-9866-BDF81F40EE1F}"/>
              </a:ext>
            </a:extLst>
          </p:cNvPr>
          <p:cNvSpPr/>
          <p:nvPr userDrawn="1"/>
        </p:nvSpPr>
        <p:spPr>
          <a:xfrm>
            <a:off x="44616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3D84D-E5BA-2681-84D9-54E2CB83D4F1}"/>
              </a:ext>
            </a:extLst>
          </p:cNvPr>
          <p:cNvSpPr/>
          <p:nvPr userDrawn="1"/>
        </p:nvSpPr>
        <p:spPr>
          <a:xfrm>
            <a:off x="446162" y="2008272"/>
            <a:ext cx="2792525" cy="4174541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3B928C-F1B9-6720-F010-9A280A5215CA}"/>
              </a:ext>
            </a:extLst>
          </p:cNvPr>
          <p:cNvSpPr/>
          <p:nvPr userDrawn="1"/>
        </p:nvSpPr>
        <p:spPr>
          <a:xfrm>
            <a:off x="330840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D2652-6968-4015-92A4-1F061275B806}"/>
              </a:ext>
            </a:extLst>
          </p:cNvPr>
          <p:cNvSpPr/>
          <p:nvPr userDrawn="1"/>
        </p:nvSpPr>
        <p:spPr>
          <a:xfrm>
            <a:off x="3308402" y="2008272"/>
            <a:ext cx="2792525" cy="4174541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CA4CB3-8F85-EF0A-1CDB-10EA14B081F2}"/>
              </a:ext>
            </a:extLst>
          </p:cNvPr>
          <p:cNvSpPr/>
          <p:nvPr userDrawn="1"/>
        </p:nvSpPr>
        <p:spPr>
          <a:xfrm>
            <a:off x="617064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D9DAAC-8152-9FAB-90BC-FCD7AF24B54E}"/>
              </a:ext>
            </a:extLst>
          </p:cNvPr>
          <p:cNvSpPr/>
          <p:nvPr userDrawn="1"/>
        </p:nvSpPr>
        <p:spPr>
          <a:xfrm>
            <a:off x="6170642" y="2008272"/>
            <a:ext cx="2792525" cy="4174541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11AE64-E58D-2B5F-46DB-2A02B20350BB}"/>
              </a:ext>
            </a:extLst>
          </p:cNvPr>
          <p:cNvSpPr/>
          <p:nvPr userDrawn="1"/>
        </p:nvSpPr>
        <p:spPr>
          <a:xfrm>
            <a:off x="9032883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7C5071-5A2F-88BF-BFD3-95126238BC76}"/>
              </a:ext>
            </a:extLst>
          </p:cNvPr>
          <p:cNvSpPr/>
          <p:nvPr userDrawn="1"/>
        </p:nvSpPr>
        <p:spPr>
          <a:xfrm>
            <a:off x="9032883" y="2008272"/>
            <a:ext cx="2792525" cy="4174541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6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C39897C-B309-43FB-B437-A6F505F48C2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11055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51F037C-E9F2-9B4D-36A6-E87FA74C12A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71821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7CAAAAA3-9CAD-2E2C-5CCC-05F48E23E92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19523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3E80CF-4ECA-0F7D-58BE-6BA5074DB3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C688CA0-EBC0-0609-1612-1154BC0BD99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226" y="2173762"/>
            <a:ext cx="2597860" cy="37733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50D8575-2AB2-A5B8-2BB7-B6BB6D324CF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94726" y="2173762"/>
            <a:ext cx="2597860" cy="37733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95DE43D-0FDF-5C4C-A772-A9774685D3E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71276" y="2173762"/>
            <a:ext cx="2597860" cy="37733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AEDDD08-7A8A-18C2-7A37-2E88107EED3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119251" y="2173762"/>
            <a:ext cx="2597860" cy="37733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F6A69E7-83E6-A6D6-3400-6681189048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6A271E-52D7-0913-14FC-48DAC4402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B615AAA-D380-0FAE-922D-EC1CD869C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11200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Option Collumn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C3F3BC-8D48-FC5E-9866-BDF81F40EE1F}"/>
              </a:ext>
            </a:extLst>
          </p:cNvPr>
          <p:cNvSpPr/>
          <p:nvPr userDrawn="1"/>
        </p:nvSpPr>
        <p:spPr>
          <a:xfrm>
            <a:off x="446163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3D84D-E5BA-2681-84D9-54E2CB83D4F1}"/>
              </a:ext>
            </a:extLst>
          </p:cNvPr>
          <p:cNvSpPr/>
          <p:nvPr userDrawn="1"/>
        </p:nvSpPr>
        <p:spPr>
          <a:xfrm>
            <a:off x="446163" y="2452406"/>
            <a:ext cx="2221200" cy="37304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384756-4DA5-767F-5D4A-7968922A98BD}"/>
              </a:ext>
            </a:extLst>
          </p:cNvPr>
          <p:cNvSpPr/>
          <p:nvPr userDrawn="1"/>
        </p:nvSpPr>
        <p:spPr>
          <a:xfrm flipV="1">
            <a:off x="456554" y="1235144"/>
            <a:ext cx="556751" cy="474883"/>
          </a:xfrm>
          <a:prstGeom prst="rect">
            <a:avLst/>
          </a:prstGeom>
          <a:solidFill>
            <a:schemeClr val="tx2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6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E86C9D-D844-ECE2-F4AD-40F428FCF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226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D446E95-8FA2-9CDB-B8EF-3D57CF3368C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7225" y="1323543"/>
            <a:ext cx="470500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56F34D-D43B-C424-4135-F886458514A8}"/>
              </a:ext>
            </a:extLst>
          </p:cNvPr>
          <p:cNvSpPr/>
          <p:nvPr userDrawn="1"/>
        </p:nvSpPr>
        <p:spPr>
          <a:xfrm>
            <a:off x="2717414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A70809-8F90-3FE3-0B68-1730D3CE8F5F}"/>
              </a:ext>
            </a:extLst>
          </p:cNvPr>
          <p:cNvSpPr/>
          <p:nvPr userDrawn="1"/>
        </p:nvSpPr>
        <p:spPr>
          <a:xfrm>
            <a:off x="2717414" y="2452406"/>
            <a:ext cx="2221200" cy="37304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5D5EFD17-3858-119B-0EFE-E7E105E3A36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08477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0ECA3052-DA71-E04F-D0A2-9C714F15DE3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08477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FE77E50-664F-11B8-27B6-052F0FA734C1}"/>
              </a:ext>
            </a:extLst>
          </p:cNvPr>
          <p:cNvSpPr/>
          <p:nvPr userDrawn="1"/>
        </p:nvSpPr>
        <p:spPr>
          <a:xfrm>
            <a:off x="4998498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19A0D5-D4BA-A1DC-5F54-435E52815226}"/>
              </a:ext>
            </a:extLst>
          </p:cNvPr>
          <p:cNvSpPr/>
          <p:nvPr userDrawn="1"/>
        </p:nvSpPr>
        <p:spPr>
          <a:xfrm>
            <a:off x="4998498" y="2452406"/>
            <a:ext cx="2221200" cy="37304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D98D353F-C365-3C31-16D3-284A635C3F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89561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F04E9130-9147-6859-7F74-F9A8ECF32C6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89561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237EB7-BB28-5E93-ED6B-2649A919FEAB}"/>
              </a:ext>
            </a:extLst>
          </p:cNvPr>
          <p:cNvSpPr/>
          <p:nvPr userDrawn="1"/>
        </p:nvSpPr>
        <p:spPr>
          <a:xfrm>
            <a:off x="7279582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55D4230-AF65-A074-225C-A9225CB8B5B3}"/>
              </a:ext>
            </a:extLst>
          </p:cNvPr>
          <p:cNvSpPr/>
          <p:nvPr userDrawn="1"/>
        </p:nvSpPr>
        <p:spPr>
          <a:xfrm>
            <a:off x="7279582" y="2452406"/>
            <a:ext cx="2221200" cy="37304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6E5A4E02-9738-441D-127F-CD4EBFFB15B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70645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8" name="Text Placeholder 11">
            <a:extLst>
              <a:ext uri="{FF2B5EF4-FFF2-40B4-BE49-F238E27FC236}">
                <a16:creationId xmlns:a16="http://schemas.microsoft.com/office/drawing/2014/main" id="{DDE5D750-C67A-675E-EB04-5FD5D196F51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70645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764BCD-CF4B-8E57-0EB4-CA81F39A350A}"/>
              </a:ext>
            </a:extLst>
          </p:cNvPr>
          <p:cNvSpPr/>
          <p:nvPr userDrawn="1"/>
        </p:nvSpPr>
        <p:spPr>
          <a:xfrm>
            <a:off x="9560666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F44561-AACC-F72C-7B96-E82D1B6B871E}"/>
              </a:ext>
            </a:extLst>
          </p:cNvPr>
          <p:cNvSpPr/>
          <p:nvPr userDrawn="1"/>
        </p:nvSpPr>
        <p:spPr>
          <a:xfrm>
            <a:off x="9560666" y="2452406"/>
            <a:ext cx="2221200" cy="37304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11">
            <a:extLst>
              <a:ext uri="{FF2B5EF4-FFF2-40B4-BE49-F238E27FC236}">
                <a16:creationId xmlns:a16="http://schemas.microsoft.com/office/drawing/2014/main" id="{936FC3E9-9A80-853A-D105-5275CAE2E63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651729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4" name="Text Placeholder 11">
            <a:extLst>
              <a:ext uri="{FF2B5EF4-FFF2-40B4-BE49-F238E27FC236}">
                <a16:creationId xmlns:a16="http://schemas.microsoft.com/office/drawing/2014/main" id="{2A4251F4-5908-1F05-1BF5-B701D99C236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651729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756C282-BDC8-1723-84BC-359BB882C304}"/>
              </a:ext>
            </a:extLst>
          </p:cNvPr>
          <p:cNvSpPr/>
          <p:nvPr userDrawn="1"/>
        </p:nvSpPr>
        <p:spPr>
          <a:xfrm flipV="1">
            <a:off x="2724872" y="1235144"/>
            <a:ext cx="556751" cy="474883"/>
          </a:xfrm>
          <a:prstGeom prst="rect">
            <a:avLst/>
          </a:prstGeom>
          <a:solidFill>
            <a:schemeClr val="tx2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43E48306-95BD-D9A2-F796-3E3C3CDA1A1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805543" y="1323543"/>
            <a:ext cx="476080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370F121-ACB3-200F-C4DE-103C92CCFC6C}"/>
              </a:ext>
            </a:extLst>
          </p:cNvPr>
          <p:cNvSpPr/>
          <p:nvPr userDrawn="1"/>
        </p:nvSpPr>
        <p:spPr>
          <a:xfrm flipV="1">
            <a:off x="5008346" y="1235144"/>
            <a:ext cx="556751" cy="474883"/>
          </a:xfrm>
          <a:prstGeom prst="rect">
            <a:avLst/>
          </a:prstGeom>
          <a:solidFill>
            <a:schemeClr val="tx2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994098B3-3996-7FE6-A8FD-84596E380FB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89561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96F8D31-CB45-CD6B-6C47-D0172BEA7320}"/>
              </a:ext>
            </a:extLst>
          </p:cNvPr>
          <p:cNvSpPr/>
          <p:nvPr userDrawn="1"/>
        </p:nvSpPr>
        <p:spPr>
          <a:xfrm flipV="1">
            <a:off x="7286768" y="1235144"/>
            <a:ext cx="556751" cy="474883"/>
          </a:xfrm>
          <a:prstGeom prst="rect">
            <a:avLst/>
          </a:prstGeom>
          <a:solidFill>
            <a:schemeClr val="tx2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 Placeholder 11">
            <a:extLst>
              <a:ext uri="{FF2B5EF4-FFF2-40B4-BE49-F238E27FC236}">
                <a16:creationId xmlns:a16="http://schemas.microsoft.com/office/drawing/2014/main" id="{F3CDF76D-B0A6-D2D2-3B16-B027ED4D722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67983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D.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9716C2-AE62-36CD-DCCE-9F8252781D04}"/>
              </a:ext>
            </a:extLst>
          </p:cNvPr>
          <p:cNvSpPr/>
          <p:nvPr userDrawn="1"/>
        </p:nvSpPr>
        <p:spPr>
          <a:xfrm flipV="1">
            <a:off x="9575129" y="1235144"/>
            <a:ext cx="556751" cy="474883"/>
          </a:xfrm>
          <a:prstGeom prst="rect">
            <a:avLst/>
          </a:prstGeom>
          <a:solidFill>
            <a:schemeClr val="tx2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 Placeholder 11">
            <a:extLst>
              <a:ext uri="{FF2B5EF4-FFF2-40B4-BE49-F238E27FC236}">
                <a16:creationId xmlns:a16="http://schemas.microsoft.com/office/drawing/2014/main" id="{DD8E2612-BCF6-B3D7-BF5B-D4071E3779C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646405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9DA145-E94B-52BD-852C-9C451EA136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4C14903-A178-9802-5FDE-790BE7BD2D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CF85F40-F83E-725F-4A3A-B0E30170D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2E2480F-A2A2-58DB-44B2-1FBF9EB06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5807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on Col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F74CBBF-722E-739B-2D72-AFB90C6E67C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473289" y="1265049"/>
            <a:ext cx="3098711" cy="9379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Partner Logo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B2B5B8-9CE1-A6EF-8BAA-515616BCED7C}"/>
              </a:ext>
            </a:extLst>
          </p:cNvPr>
          <p:cNvSpPr/>
          <p:nvPr userDrawn="1"/>
        </p:nvSpPr>
        <p:spPr>
          <a:xfrm>
            <a:off x="478971" y="2432958"/>
            <a:ext cx="5312229" cy="592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5DBA8-EBB4-174A-FD75-AC8A5197FB1E}"/>
              </a:ext>
            </a:extLst>
          </p:cNvPr>
          <p:cNvSpPr/>
          <p:nvPr userDrawn="1"/>
        </p:nvSpPr>
        <p:spPr>
          <a:xfrm>
            <a:off x="478971" y="3034540"/>
            <a:ext cx="5312229" cy="31482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74DA125-79F1-F60E-387C-A8DA00EB71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8433" y="2550466"/>
            <a:ext cx="4828421" cy="3412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7BD9970-65BC-F415-94D0-A9A4B7533F1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378" y="3260035"/>
            <a:ext cx="4828421" cy="26966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773560-6C61-0881-2158-E0FDC4B401D8}"/>
              </a:ext>
            </a:extLst>
          </p:cNvPr>
          <p:cNvSpPr/>
          <p:nvPr userDrawn="1"/>
        </p:nvSpPr>
        <p:spPr>
          <a:xfrm>
            <a:off x="6400801" y="2432958"/>
            <a:ext cx="5424607" cy="592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D2E984-E9E9-82FB-B9A8-6C48EFA6232E}"/>
              </a:ext>
            </a:extLst>
          </p:cNvPr>
          <p:cNvSpPr/>
          <p:nvPr userDrawn="1"/>
        </p:nvSpPr>
        <p:spPr>
          <a:xfrm>
            <a:off x="6400801" y="3034540"/>
            <a:ext cx="5424607" cy="31482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E0D8782-5302-2195-0453-3C91BF09C8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645201" y="2550466"/>
            <a:ext cx="4828421" cy="39227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654F899-BEBF-0321-B16F-A0E4AF11D4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45201" y="3260035"/>
            <a:ext cx="4828421" cy="26966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46853-10F8-D07C-EB10-A4EB1243F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4DDBB045-AD77-FA8F-1708-E826B85841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620089" y="1265049"/>
            <a:ext cx="3098711" cy="9379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 dirty="0" err="1"/>
              <a:t>Virtuos</a:t>
            </a:r>
            <a:r>
              <a:rPr lang="en-US" dirty="0"/>
              <a:t> Logo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67BE3-06C0-7412-668D-CA9DCE5487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BAB681F-7EEF-9A97-85C0-B936F9641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B22B7-9EAF-053E-BCD2-F5B110EC4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1728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844BC46-BD63-122D-C8D1-E12077C091A9}"/>
              </a:ext>
            </a:extLst>
          </p:cNvPr>
          <p:cNvGrpSpPr/>
          <p:nvPr userDrawn="1"/>
        </p:nvGrpSpPr>
        <p:grpSpPr>
          <a:xfrm>
            <a:off x="445977" y="3483400"/>
            <a:ext cx="11241120" cy="565649"/>
            <a:chOff x="619354" y="3155452"/>
            <a:chExt cx="10885927" cy="547776"/>
          </a:xfrm>
        </p:grpSpPr>
        <p:sp>
          <p:nvSpPr>
            <p:cNvPr id="5" name="Parallelogram 1">
              <a:extLst>
                <a:ext uri="{FF2B5EF4-FFF2-40B4-BE49-F238E27FC236}">
                  <a16:creationId xmlns:a16="http://schemas.microsoft.com/office/drawing/2014/main" id="{DAE1ED37-2402-659D-AC83-81DAADE557E6}"/>
                </a:ext>
              </a:extLst>
            </p:cNvPr>
            <p:cNvSpPr/>
            <p:nvPr userDrawn="1"/>
          </p:nvSpPr>
          <p:spPr>
            <a:xfrm>
              <a:off x="619354" y="3155452"/>
              <a:ext cx="1517882" cy="547776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49615 w 2437402"/>
                <a:gd name="connsiteY1" fmla="*/ 3175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19502 w 2437402"/>
                <a:gd name="connsiteY1" fmla="*/ 18233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10611 w 2417900"/>
                <a:gd name="connsiteY0" fmla="*/ 867317 h 867317"/>
                <a:gd name="connsiteX1" fmla="*/ 0 w 2417900"/>
                <a:gd name="connsiteY1" fmla="*/ 18233 h 867317"/>
                <a:gd name="connsiteX2" fmla="*/ 2417900 w 2417900"/>
                <a:gd name="connsiteY2" fmla="*/ 0 h 867317"/>
                <a:gd name="connsiteX3" fmla="*/ 2021660 w 2417900"/>
                <a:gd name="connsiteY3" fmla="*/ 858612 h 867317"/>
                <a:gd name="connsiteX4" fmla="*/ 10611 w 2417900"/>
                <a:gd name="connsiteY4" fmla="*/ 867317 h 867317"/>
                <a:gd name="connsiteX0" fmla="*/ 0 w 2420214"/>
                <a:gd name="connsiteY0" fmla="*/ 867317 h 867317"/>
                <a:gd name="connsiteX1" fmla="*/ 2314 w 2420214"/>
                <a:gd name="connsiteY1" fmla="*/ 18233 h 867317"/>
                <a:gd name="connsiteX2" fmla="*/ 2420214 w 2420214"/>
                <a:gd name="connsiteY2" fmla="*/ 0 h 867317"/>
                <a:gd name="connsiteX3" fmla="*/ 2023974 w 2420214"/>
                <a:gd name="connsiteY3" fmla="*/ 858612 h 867317"/>
                <a:gd name="connsiteX4" fmla="*/ 0 w 2420214"/>
                <a:gd name="connsiteY4" fmla="*/ 867317 h 867317"/>
                <a:gd name="connsiteX0" fmla="*/ 0 w 2420214"/>
                <a:gd name="connsiteY0" fmla="*/ 874934 h 874934"/>
                <a:gd name="connsiteX1" fmla="*/ 8777 w 2420214"/>
                <a:gd name="connsiteY1" fmla="*/ 0 h 874934"/>
                <a:gd name="connsiteX2" fmla="*/ 2420214 w 2420214"/>
                <a:gd name="connsiteY2" fmla="*/ 7617 h 874934"/>
                <a:gd name="connsiteX3" fmla="*/ 2023974 w 2420214"/>
                <a:gd name="connsiteY3" fmla="*/ 866229 h 874934"/>
                <a:gd name="connsiteX4" fmla="*/ 0 w 2420214"/>
                <a:gd name="connsiteY4" fmla="*/ 874934 h 874934"/>
                <a:gd name="connsiteX0" fmla="*/ 4220 w 2424434"/>
                <a:gd name="connsiteY0" fmla="*/ 867317 h 867317"/>
                <a:gd name="connsiteX1" fmla="*/ 72 w 2424434"/>
                <a:gd name="connsiteY1" fmla="*/ 11770 h 867317"/>
                <a:gd name="connsiteX2" fmla="*/ 2424434 w 2424434"/>
                <a:gd name="connsiteY2" fmla="*/ 0 h 867317"/>
                <a:gd name="connsiteX3" fmla="*/ 2028194 w 2424434"/>
                <a:gd name="connsiteY3" fmla="*/ 858612 h 867317"/>
                <a:gd name="connsiteX4" fmla="*/ 4220 w 2424434"/>
                <a:gd name="connsiteY4" fmla="*/ 867317 h 867317"/>
                <a:gd name="connsiteX0" fmla="*/ 4220 w 2424434"/>
                <a:gd name="connsiteY0" fmla="*/ 874934 h 874934"/>
                <a:gd name="connsiteX1" fmla="*/ 72 w 2424434"/>
                <a:gd name="connsiteY1" fmla="*/ 0 h 874934"/>
                <a:gd name="connsiteX2" fmla="*/ 2424434 w 2424434"/>
                <a:gd name="connsiteY2" fmla="*/ 7617 h 874934"/>
                <a:gd name="connsiteX3" fmla="*/ 2028194 w 2424434"/>
                <a:gd name="connsiteY3" fmla="*/ 866229 h 874934"/>
                <a:gd name="connsiteX4" fmla="*/ 4220 w 2424434"/>
                <a:gd name="connsiteY4" fmla="*/ 874934 h 874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4434" h="874934">
                  <a:moveTo>
                    <a:pt x="4220" y="874934"/>
                  </a:moveTo>
                  <a:cubicBezTo>
                    <a:pt x="4991" y="591906"/>
                    <a:pt x="-699" y="283028"/>
                    <a:pt x="72" y="0"/>
                  </a:cubicBezTo>
                  <a:lnTo>
                    <a:pt x="2424434" y="7617"/>
                  </a:lnTo>
                  <a:lnTo>
                    <a:pt x="2028194" y="866229"/>
                  </a:lnTo>
                  <a:lnTo>
                    <a:pt x="4220" y="87493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Parallelogram 1">
              <a:extLst>
                <a:ext uri="{FF2B5EF4-FFF2-40B4-BE49-F238E27FC236}">
                  <a16:creationId xmlns:a16="http://schemas.microsoft.com/office/drawing/2014/main" id="{DF1182D1-659C-DA1F-1CF7-00F62E9B2068}"/>
                </a:ext>
              </a:extLst>
            </p:cNvPr>
            <p:cNvSpPr/>
            <p:nvPr userDrawn="1"/>
          </p:nvSpPr>
          <p:spPr>
            <a:xfrm>
              <a:off x="1950344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Parallelogram 1">
              <a:extLst>
                <a:ext uri="{FF2B5EF4-FFF2-40B4-BE49-F238E27FC236}">
                  <a16:creationId xmlns:a16="http://schemas.microsoft.com/office/drawing/2014/main" id="{0529736F-454E-1FCC-219C-BC1518CEABBA}"/>
                </a:ext>
              </a:extLst>
            </p:cNvPr>
            <p:cNvSpPr/>
            <p:nvPr userDrawn="1"/>
          </p:nvSpPr>
          <p:spPr>
            <a:xfrm>
              <a:off x="3289451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Parallelogram 1">
              <a:extLst>
                <a:ext uri="{FF2B5EF4-FFF2-40B4-BE49-F238E27FC236}">
                  <a16:creationId xmlns:a16="http://schemas.microsoft.com/office/drawing/2014/main" id="{CA00DC72-4DF1-94DD-FDED-94CA8210E9B5}"/>
                </a:ext>
              </a:extLst>
            </p:cNvPr>
            <p:cNvSpPr/>
            <p:nvPr userDrawn="1"/>
          </p:nvSpPr>
          <p:spPr>
            <a:xfrm>
              <a:off x="4628560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Parallelogram 1">
              <a:extLst>
                <a:ext uri="{FF2B5EF4-FFF2-40B4-BE49-F238E27FC236}">
                  <a16:creationId xmlns:a16="http://schemas.microsoft.com/office/drawing/2014/main" id="{67073A6F-AC69-2D7E-0951-74684BE0B27C}"/>
                </a:ext>
              </a:extLst>
            </p:cNvPr>
            <p:cNvSpPr/>
            <p:nvPr userDrawn="1"/>
          </p:nvSpPr>
          <p:spPr>
            <a:xfrm>
              <a:off x="5967668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Parallelogram 1">
              <a:extLst>
                <a:ext uri="{FF2B5EF4-FFF2-40B4-BE49-F238E27FC236}">
                  <a16:creationId xmlns:a16="http://schemas.microsoft.com/office/drawing/2014/main" id="{9A198743-A6EA-430C-3440-0D95EE34EC7B}"/>
                </a:ext>
              </a:extLst>
            </p:cNvPr>
            <p:cNvSpPr/>
            <p:nvPr userDrawn="1"/>
          </p:nvSpPr>
          <p:spPr>
            <a:xfrm>
              <a:off x="7306777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1">
              <a:extLst>
                <a:ext uri="{FF2B5EF4-FFF2-40B4-BE49-F238E27FC236}">
                  <a16:creationId xmlns:a16="http://schemas.microsoft.com/office/drawing/2014/main" id="{B74FFA18-47C0-2F3D-5BD8-A2778B37E2FF}"/>
                </a:ext>
              </a:extLst>
            </p:cNvPr>
            <p:cNvSpPr/>
            <p:nvPr userDrawn="1"/>
          </p:nvSpPr>
          <p:spPr>
            <a:xfrm>
              <a:off x="8640171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arallelogram 1">
              <a:extLst>
                <a:ext uri="{FF2B5EF4-FFF2-40B4-BE49-F238E27FC236}">
                  <a16:creationId xmlns:a16="http://schemas.microsoft.com/office/drawing/2014/main" id="{938CF57D-ADD5-3360-6FC3-9FB49ABD92A1}"/>
                </a:ext>
              </a:extLst>
            </p:cNvPr>
            <p:cNvSpPr/>
            <p:nvPr userDrawn="1"/>
          </p:nvSpPr>
          <p:spPr>
            <a:xfrm>
              <a:off x="9979280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402528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402528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B7B5DE2-26F1-0ADD-B6DD-A33E9F5AAD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5249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534C2754-7C89-5C4D-0BF1-84195A54A5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6692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07EBAE87-8B18-84AF-8736-2F72E921B2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28135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C5C59C6F-C675-A717-A17B-B454551E7D0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19578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B77516F7-9965-B737-72BA-F898D0003E3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11021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8" name="Text Placeholder 33">
            <a:extLst>
              <a:ext uri="{FF2B5EF4-FFF2-40B4-BE49-F238E27FC236}">
                <a16:creationId xmlns:a16="http://schemas.microsoft.com/office/drawing/2014/main" id="{436E5FD0-FA0B-99E0-BE7D-BCFAB46B9EC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02464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9" name="Text Placeholder 33">
            <a:extLst>
              <a:ext uri="{FF2B5EF4-FFF2-40B4-BE49-F238E27FC236}">
                <a16:creationId xmlns:a16="http://schemas.microsoft.com/office/drawing/2014/main" id="{6CFC0C3D-3273-12FD-3761-96DF507B1AD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93907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6A8DC0B2-FBED-4F39-7C76-E83081A4A5B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85353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012DC796-33F3-700B-1DBE-AB21841DE5F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524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FE82D389-5B74-4A12-1395-8DC010A6FDF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44281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4" name="Text Placeholder 33">
            <a:extLst>
              <a:ext uri="{FF2B5EF4-FFF2-40B4-BE49-F238E27FC236}">
                <a16:creationId xmlns:a16="http://schemas.microsoft.com/office/drawing/2014/main" id="{D3950FC4-EFB5-19B8-DBFC-3C4C8204D7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33416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5" name="Text Placeholder 33">
            <a:extLst>
              <a:ext uri="{FF2B5EF4-FFF2-40B4-BE49-F238E27FC236}">
                <a16:creationId xmlns:a16="http://schemas.microsoft.com/office/drawing/2014/main" id="{67B3A090-D586-138E-6710-638A6783441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14913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6" name="Text Placeholder 33">
            <a:extLst>
              <a:ext uri="{FF2B5EF4-FFF2-40B4-BE49-F238E27FC236}">
                <a16:creationId xmlns:a16="http://schemas.microsoft.com/office/drawing/2014/main" id="{4D0810F7-D6A2-95CD-E9E8-E7209C6C316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04801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7" name="Text Placeholder 33">
            <a:extLst>
              <a:ext uri="{FF2B5EF4-FFF2-40B4-BE49-F238E27FC236}">
                <a16:creationId xmlns:a16="http://schemas.microsoft.com/office/drawing/2014/main" id="{1713E597-A247-6E2F-3D79-972B8B99C8A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9468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8" name="Text Placeholder 33">
            <a:extLst>
              <a:ext uri="{FF2B5EF4-FFF2-40B4-BE49-F238E27FC236}">
                <a16:creationId xmlns:a16="http://schemas.microsoft.com/office/drawing/2014/main" id="{F93967CB-DA3D-0557-A2A5-E2E7641E1D1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884577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9" name="Text Placeholder 33">
            <a:extLst>
              <a:ext uri="{FF2B5EF4-FFF2-40B4-BE49-F238E27FC236}">
                <a16:creationId xmlns:a16="http://schemas.microsoft.com/office/drawing/2014/main" id="{C205AE47-F5C8-2A65-BA6A-997336771A1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8360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6F7F61-F704-078E-8299-2F63B67E28CC}"/>
              </a:ext>
            </a:extLst>
          </p:cNvPr>
          <p:cNvSpPr/>
          <p:nvPr userDrawn="1"/>
        </p:nvSpPr>
        <p:spPr>
          <a:xfrm>
            <a:off x="445977" y="1369589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Placeholder 11">
            <a:extLst>
              <a:ext uri="{FF2B5EF4-FFF2-40B4-BE49-F238E27FC236}">
                <a16:creationId xmlns:a16="http://schemas.microsoft.com/office/drawing/2014/main" id="{8B7358C1-E764-8CEA-6C70-1DEEEDB3DAB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52117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2" name="Text Placeholder 11">
            <a:extLst>
              <a:ext uri="{FF2B5EF4-FFF2-40B4-BE49-F238E27FC236}">
                <a16:creationId xmlns:a16="http://schemas.microsoft.com/office/drawing/2014/main" id="{98FA3FB5-6C2C-EB7D-F92C-18608DFE00F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52117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8E6253-AB5A-91F4-37D3-75F32EF5B1C5}"/>
              </a:ext>
            </a:extLst>
          </p:cNvPr>
          <p:cNvCxnSpPr/>
          <p:nvPr userDrawn="1"/>
        </p:nvCxnSpPr>
        <p:spPr>
          <a:xfrm>
            <a:off x="1230425" y="315344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94AC1B5-0A29-A7C2-0A38-C6892ED736E1}"/>
              </a:ext>
            </a:extLst>
          </p:cNvPr>
          <p:cNvCxnSpPr/>
          <p:nvPr userDrawn="1"/>
        </p:nvCxnSpPr>
        <p:spPr>
          <a:xfrm>
            <a:off x="2547161" y="402212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5BA748-5157-4209-CA17-4ABCD7C01490}"/>
              </a:ext>
            </a:extLst>
          </p:cNvPr>
          <p:cNvCxnSpPr/>
          <p:nvPr userDrawn="1"/>
        </p:nvCxnSpPr>
        <p:spPr>
          <a:xfrm>
            <a:off x="4046777" y="3171733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C691394-6AD8-4700-14E6-19D5DAE7A2B4}"/>
              </a:ext>
            </a:extLst>
          </p:cNvPr>
          <p:cNvCxnSpPr/>
          <p:nvPr userDrawn="1"/>
        </p:nvCxnSpPr>
        <p:spPr>
          <a:xfrm>
            <a:off x="5308649" y="4031269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9A6103-4F95-CA1F-CC29-80D7BC7E0B30}"/>
              </a:ext>
            </a:extLst>
          </p:cNvPr>
          <p:cNvCxnSpPr/>
          <p:nvPr userDrawn="1"/>
        </p:nvCxnSpPr>
        <p:spPr>
          <a:xfrm>
            <a:off x="6826553" y="3171733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7544CD-08BA-4F7A-79E6-A3CCEBB2F22C}"/>
              </a:ext>
            </a:extLst>
          </p:cNvPr>
          <p:cNvCxnSpPr/>
          <p:nvPr userDrawn="1"/>
        </p:nvCxnSpPr>
        <p:spPr>
          <a:xfrm>
            <a:off x="8097569" y="402212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C033C4B-1237-D60E-06F0-17E02FC99048}"/>
              </a:ext>
            </a:extLst>
          </p:cNvPr>
          <p:cNvCxnSpPr/>
          <p:nvPr userDrawn="1"/>
        </p:nvCxnSpPr>
        <p:spPr>
          <a:xfrm>
            <a:off x="9679481" y="315344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A6F752E-F5CE-6560-01FD-1F1E4C4F4A87}"/>
              </a:ext>
            </a:extLst>
          </p:cNvPr>
          <p:cNvSpPr/>
          <p:nvPr userDrawn="1"/>
        </p:nvSpPr>
        <p:spPr>
          <a:xfrm>
            <a:off x="3317192" y="1369589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 Placeholder 11">
            <a:extLst>
              <a:ext uri="{FF2B5EF4-FFF2-40B4-BE49-F238E27FC236}">
                <a16:creationId xmlns:a16="http://schemas.microsoft.com/office/drawing/2014/main" id="{9552887D-CFB4-5CB1-1A60-07E6F894E74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23332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3" name="Text Placeholder 11">
            <a:extLst>
              <a:ext uri="{FF2B5EF4-FFF2-40B4-BE49-F238E27FC236}">
                <a16:creationId xmlns:a16="http://schemas.microsoft.com/office/drawing/2014/main" id="{0041C091-BB1B-6C7A-10C1-22FDBB5E02E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423332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80A0474-AA08-B1F7-F2D9-0B9B98474A4B}"/>
              </a:ext>
            </a:extLst>
          </p:cNvPr>
          <p:cNvSpPr/>
          <p:nvPr userDrawn="1"/>
        </p:nvSpPr>
        <p:spPr>
          <a:xfrm>
            <a:off x="6171237" y="1369589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 Placeholder 11">
            <a:extLst>
              <a:ext uri="{FF2B5EF4-FFF2-40B4-BE49-F238E27FC236}">
                <a16:creationId xmlns:a16="http://schemas.microsoft.com/office/drawing/2014/main" id="{2082C408-CFB9-1E15-58F8-29BBD1CBB9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277377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6" name="Text Placeholder 11">
            <a:extLst>
              <a:ext uri="{FF2B5EF4-FFF2-40B4-BE49-F238E27FC236}">
                <a16:creationId xmlns:a16="http://schemas.microsoft.com/office/drawing/2014/main" id="{5E9D4B60-5701-128D-F6BB-EFD17C630B1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77377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14D441A-D31D-5027-8B81-756B91ECC533}"/>
              </a:ext>
            </a:extLst>
          </p:cNvPr>
          <p:cNvSpPr/>
          <p:nvPr userDrawn="1"/>
        </p:nvSpPr>
        <p:spPr>
          <a:xfrm>
            <a:off x="9004761" y="1369589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 Placeholder 11">
            <a:extLst>
              <a:ext uri="{FF2B5EF4-FFF2-40B4-BE49-F238E27FC236}">
                <a16:creationId xmlns:a16="http://schemas.microsoft.com/office/drawing/2014/main" id="{982C2261-7AC5-4A5C-2B48-FA1BA8AA4FF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10901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9" name="Text Placeholder 11">
            <a:extLst>
              <a:ext uri="{FF2B5EF4-FFF2-40B4-BE49-F238E27FC236}">
                <a16:creationId xmlns:a16="http://schemas.microsoft.com/office/drawing/2014/main" id="{7A86DBA5-1F8A-3C90-5A92-8E7951D177C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110901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2221755-C2BB-16E4-05B2-2F229EAAA6F3}"/>
              </a:ext>
            </a:extLst>
          </p:cNvPr>
          <p:cNvSpPr/>
          <p:nvPr userDrawn="1"/>
        </p:nvSpPr>
        <p:spPr>
          <a:xfrm>
            <a:off x="445977" y="4369267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 Placeholder 11">
            <a:extLst>
              <a:ext uri="{FF2B5EF4-FFF2-40B4-BE49-F238E27FC236}">
                <a16:creationId xmlns:a16="http://schemas.microsoft.com/office/drawing/2014/main" id="{F309B644-0B2B-45DB-C70C-EB0F31A596E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52117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AB95726E-3246-44BB-3A0F-355A5E14A48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52117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E1B3CF-C6C9-4DB9-E441-CAC69AC8B5E7}"/>
              </a:ext>
            </a:extLst>
          </p:cNvPr>
          <p:cNvSpPr/>
          <p:nvPr userDrawn="1"/>
        </p:nvSpPr>
        <p:spPr>
          <a:xfrm>
            <a:off x="3317192" y="4369267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 Placeholder 11">
            <a:extLst>
              <a:ext uri="{FF2B5EF4-FFF2-40B4-BE49-F238E27FC236}">
                <a16:creationId xmlns:a16="http://schemas.microsoft.com/office/drawing/2014/main" id="{CAF94949-08A2-1434-8B94-80D9D1147DD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423332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5" name="Text Placeholder 11">
            <a:extLst>
              <a:ext uri="{FF2B5EF4-FFF2-40B4-BE49-F238E27FC236}">
                <a16:creationId xmlns:a16="http://schemas.microsoft.com/office/drawing/2014/main" id="{0D6B143D-0EF7-8CDA-7F91-1277F07D71B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423332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C774661-4C96-D426-9EDA-21FEB8A3A310}"/>
              </a:ext>
            </a:extLst>
          </p:cNvPr>
          <p:cNvSpPr/>
          <p:nvPr userDrawn="1"/>
        </p:nvSpPr>
        <p:spPr>
          <a:xfrm>
            <a:off x="6171237" y="4369267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 Placeholder 11">
            <a:extLst>
              <a:ext uri="{FF2B5EF4-FFF2-40B4-BE49-F238E27FC236}">
                <a16:creationId xmlns:a16="http://schemas.microsoft.com/office/drawing/2014/main" id="{3B80CDA1-6874-0133-3DAE-D95AB1CBE74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77377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8" name="Text Placeholder 11">
            <a:extLst>
              <a:ext uri="{FF2B5EF4-FFF2-40B4-BE49-F238E27FC236}">
                <a16:creationId xmlns:a16="http://schemas.microsoft.com/office/drawing/2014/main" id="{0490CB0F-5965-281E-43D0-95B657CE180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277377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2FF5497-244B-0BD9-7901-C5652D4F5086}"/>
              </a:ext>
            </a:extLst>
          </p:cNvPr>
          <p:cNvSpPr/>
          <p:nvPr userDrawn="1"/>
        </p:nvSpPr>
        <p:spPr>
          <a:xfrm>
            <a:off x="9004761" y="4369267"/>
            <a:ext cx="2677255" cy="1783856"/>
          </a:xfrm>
          <a:prstGeom prst="rect">
            <a:avLst/>
          </a:prstGeom>
          <a:solidFill>
            <a:schemeClr val="tx2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 Placeholder 11">
            <a:extLst>
              <a:ext uri="{FF2B5EF4-FFF2-40B4-BE49-F238E27FC236}">
                <a16:creationId xmlns:a16="http://schemas.microsoft.com/office/drawing/2014/main" id="{7F658233-83C9-FB0A-FE67-841D531185D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110901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1" name="Text Placeholder 11">
            <a:extLst>
              <a:ext uri="{FF2B5EF4-FFF2-40B4-BE49-F238E27FC236}">
                <a16:creationId xmlns:a16="http://schemas.microsoft.com/office/drawing/2014/main" id="{8EBE3C00-F3C1-1C73-DC26-FED10AF8535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110901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B39780-9BF8-7750-E6E1-5276BE4627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06FD282-3C73-8442-338C-CDC4051A91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5AEF476-CB5D-8472-2A2E-0F5998609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285841-F28D-A267-D090-C91DC298B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48408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08873A-FA7D-F210-E26D-E1AF899C3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F75E4B-5EE0-DBCA-AE87-E9C2365EA0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11624F9-2043-A972-32B1-9DA0FDBFCE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F7DDEBA-FB5B-B51D-37E5-E9EEC3154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9ABCE5-5865-31C6-5513-146C11677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903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58194-6737-0FA3-7B0D-9C76E7EE9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62BD69C-8310-2FBB-31D0-4533EFEB7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66281-994B-C1B8-A87E-2D80DF17EE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02727-831A-FCB6-0618-F560C8D192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4CFB27D-533C-B1E2-359B-8E469A2BB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323EC9-4582-14E8-AC01-11DDCDAD3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72668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B086D845-2AEA-7217-30CC-125EEFE7CB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108536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9EC27E-AA24-166A-EE82-19CFE5DA2F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75043" y="0"/>
            <a:ext cx="4048543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CC52EAB-B04A-9DFB-FEEC-0D822111B7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814" y="0"/>
            <a:ext cx="4100185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1956DC-8F6F-E71B-4883-0BEEC9ED3F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5A9B8-5539-1CAA-4F1B-C16CA3B54E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98AC86-C881-688D-65F0-3CDF85649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09989FC-34D9-3D36-6418-DE2761D0E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7147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mall Text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1F8DE6-402F-D370-D319-85EEC41554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4009"/>
            <a:ext cx="12192001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E23063F-7FAB-E806-84EA-D0A2A4B9BC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5134708"/>
            <a:ext cx="3627436" cy="138420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180000" tIns="180000" rIns="180000" bIns="180000" anchor="ctr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lvl="0"/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</a:p>
          <a:p>
            <a:pPr lvl="0"/>
            <a:r>
              <a:rPr lang="en-SG" dirty="0"/>
              <a:t>Keep to 4-6 lines</a:t>
            </a:r>
            <a:r>
              <a:rPr lang="en-US" dirty="0"/>
              <a:t> and be flexible in retracting or expanding the text box.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A2F74-DC58-1CC5-E741-AEDA0A83A7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12A8F-CB68-3238-0CFC-3F0CFBE361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12E4A0-D5AC-1088-C3BA-FD6AA5086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C9866B-B9CE-540B-532C-F130FED53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4099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2191998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92E7F01-DE5D-219C-5243-F6D24409C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1193369"/>
            <a:ext cx="3627436" cy="5325539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180000" tIns="180000" rIns="180000" bIns="180000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  <a:endParaRPr lang="en-US" dirty="0"/>
          </a:p>
          <a:p>
            <a:pPr lvl="0"/>
            <a:r>
              <a:rPr lang="en-US" dirty="0"/>
              <a:t>For full screen images with information, always put the information on the bottom right with an overlay if the image is heavy with detail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6BA57-FE22-1BAD-C75B-3A0D64257C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18A15-7AC1-7215-C866-E635F29108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CD1B68-B8B8-FCCC-2C9D-6CA42E354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8EF4C7-3339-C377-0A65-7CB8FFE4C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42580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Bottom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2AFFF50-0D21-7A2D-C353-58B9BA7C84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704" y="5397388"/>
            <a:ext cx="11323703" cy="1121520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180000" tIns="180000" rIns="180000" bIns="180000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  <a:endParaRPr lang="en-US" dirty="0"/>
          </a:p>
          <a:p>
            <a:pPr lvl="0"/>
            <a:r>
              <a:rPr lang="en-US" dirty="0"/>
              <a:t>For full screen images with information, always put the information on the bottom right with an overlay if the image is heavy with detail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F95AF3-6480-9C13-0C77-73CB0808FF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E194B-63A5-4684-2CD3-9813925974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D938965-4A51-7696-885C-933438D50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271CAA-17F6-E67B-FD06-B95794DA9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33585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+ 16:9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9F6F7-5A14-B740-F6A2-B5E1FD62F5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939AD41-111A-26C6-A323-82E634E2BB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5" y="941981"/>
            <a:ext cx="3962401" cy="5912010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tIns="360000" rIns="432000" bIns="180000"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  <a:endParaRPr lang="en-US" dirty="0"/>
          </a:p>
          <a:p>
            <a:pPr lvl="0"/>
            <a:r>
              <a:rPr lang="en-US" dirty="0"/>
              <a:t>For full screen images with information, always put the information on the bottom right with an overlay if the image is heavy with detail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14E371A-3DFE-6FCC-661F-4CE0273D0E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F7C8A37-DC43-9942-A2C7-426619EC6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1A7A0-8C36-2E9D-BFD3-643AE4359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8448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3 Point Expl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8C5F9-69E3-D8BB-0B49-C8DA7C04A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18979" y="1476251"/>
            <a:ext cx="7322884" cy="368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Title Case | 16/18 </a:t>
            </a:r>
            <a:r>
              <a:rPr lang="en-US" dirty="0" err="1"/>
              <a:t>pt</a:t>
            </a:r>
            <a:r>
              <a:rPr lang="en-US" dirty="0"/>
              <a:t> :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8A92BA-CA56-E435-682B-8730810C8C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18979" y="4601533"/>
            <a:ext cx="7322884" cy="14595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Sentence Case | 12/14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1E6D2A-729E-CB85-2AAC-BB7439BA20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18979" y="4120395"/>
            <a:ext cx="7322884" cy="368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Title Case | 16/18 </a:t>
            </a:r>
            <a:r>
              <a:rPr lang="en-US" dirty="0" err="1"/>
              <a:t>pt</a:t>
            </a:r>
            <a:r>
              <a:rPr lang="en-US" dirty="0"/>
              <a:t> :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B59C513-6852-D3EB-8C25-B91A38A6ACF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118980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1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F5D578A-21B0-A070-010A-15854A5C8B4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89464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2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9325B33-D2D3-778B-FDE0-3CF55E7EA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3771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C6EE3-E3A4-7235-B6B4-940055C56B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CC6AD2-F36C-01B6-0094-DADA40266B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941980"/>
            <a:ext cx="3368841" cy="59160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22B056E-8567-425E-2113-A6F6B35ADA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92E08CF-71C0-6CB2-5798-E59B16BE4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47D353-C1E4-0B1D-514D-07AEA257F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1670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C082F0C5-5272-45D0-5234-B91E4A11BC5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575" y="1"/>
            <a:ext cx="4098275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14EF600-7287-E231-9294-492F0D8C6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53335"/>
            <a:ext cx="4091823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7DC2C60-4765-BFEE-CEDB-AFB3E28C35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3"/>
            <a:ext cx="4094763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5FCD7EA-45D3-622B-527F-B9FFE52973C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046862" y="1"/>
            <a:ext cx="4098275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B259E5-F126-F8E2-91DF-4134E347FE8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046863" y="5453335"/>
            <a:ext cx="4091823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8168C84-3713-340B-EEB8-422F884C66D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046863" y="4614203"/>
            <a:ext cx="4094763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661B6841-6319-CEB3-BF92-A4492FB4DFD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109959" y="0"/>
            <a:ext cx="4082041" cy="6858001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0F9AFB3A-6621-4D56-BF71-E45D2B63A4E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10212" y="5453335"/>
            <a:ext cx="4075337" cy="1431403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34D22613-EB3A-D824-B455-90053D2F9B3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10226" y="4614202"/>
            <a:ext cx="4078264" cy="85510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4251756-E299-B509-334A-60AE565C7D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972FAB-ED38-762B-BF5C-32583D0261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9E8DFB4-0721-E460-FD8D-7D6BB122D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87B7FC7-09B6-C797-84F4-932EF248F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2696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10C0AA6-B079-E3E2-4BD7-15CB9C86901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3018773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555A52E5-3576-A946-D87E-ACA174C8AC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4"/>
            <a:ext cx="3022644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579313B-B0B4-C416-CCA5-C2E0A56F2F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2"/>
            <a:ext cx="3022645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18047BEA-456A-FD7B-FD3C-2C005DDD93F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991029" y="0"/>
            <a:ext cx="3104972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7249B0C2-6619-7F3E-34A0-CEB20C75AA9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90918" y="5453334"/>
            <a:ext cx="3108954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FC7AB20-A87C-5D95-62DA-F6269606972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90917" y="4614202"/>
            <a:ext cx="3108955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99FF2038-2DD2-8AB1-D0A7-8972D49936A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068256" y="0"/>
            <a:ext cx="3058652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9CC673E-14FD-2FFC-50D2-442FFE56D57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68257" y="5453334"/>
            <a:ext cx="3062574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F6F4E4CA-3BA8-3006-854F-9E647F085F2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068256" y="4614202"/>
            <a:ext cx="3062575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2FD69B31-5C5B-3745-B6C3-4E3A7F3894B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092725" y="0"/>
            <a:ext cx="3095403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E4E97626-A259-7BBE-3026-5796FFB3208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92628" y="5453334"/>
            <a:ext cx="3099372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A9990440-7120-23A9-B723-7EDE96FBB5C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92627" y="4614202"/>
            <a:ext cx="3099373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960B9B-F23D-C872-DEB0-EDBCA63F84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665ED-2A3D-59A3-4541-B468FE8E32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CFEC2D2-CA21-2D1E-E776-9C5F05980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AF7CE5D-86EC-1D4E-E12A-2CE69CAFB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1165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0C87AFDA-5FCC-DF63-7674-F6AE2F8448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E4F7D6CC-0361-0C0A-19AA-3D8C43D7F0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4"/>
            <a:ext cx="2475436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E59EBC3-8B59-95EF-ED84-4B8DF1DC3B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2"/>
            <a:ext cx="2475437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A1E95BE-320F-0A48-6557-1CD8201C4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56649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2DD7C65-6825-D3C5-4B02-FF15F65C5E3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456649" y="5453334"/>
            <a:ext cx="2475436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F5CE13FC-EED6-D69E-DAC2-A1AAD3775C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456648" y="4614202"/>
            <a:ext cx="2475437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5FF09BCA-30D6-D64A-19D4-5A08F7BCD55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24720" y="0"/>
            <a:ext cx="2429391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E593B331-C928-1E04-A8C8-05EB7C93EE1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24720" y="5453334"/>
            <a:ext cx="2432506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DFCB04D-BEDB-3B76-3442-2AA47C14A3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4719" y="4614202"/>
            <a:ext cx="2432507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F5FFE12B-6CEA-14C1-E1C7-F6352B1DB4B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7334656" y="0"/>
            <a:ext cx="2402589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BCD2E30A-9108-7830-695D-A70A41268B8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334602" y="5453334"/>
            <a:ext cx="2405670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FE2FE1B1-C02A-520F-E4F7-34594D9FAC6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34601" y="4614202"/>
            <a:ext cx="2405671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AD30E812-A4A1-FC07-34DC-702AAF339AE8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9719734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09F8FB93-0EB9-770E-45B4-46FCF57BA38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719734" y="5453334"/>
            <a:ext cx="2475436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5D35B40-4204-2F43-40CC-574316D4C73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19733" y="4614202"/>
            <a:ext cx="2475437" cy="839132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9786BE3-300D-9510-9312-7B0F6F0D0B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EA42E2-7963-AAA5-FFEA-DC85545AD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B7A6031-5CD7-B5FC-567E-4FEF023DE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4271C1D-610A-1F34-331F-F1D024EB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64945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00428FE-DBFF-3DF5-7685-947D00C1E0C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9D2EAC1-5E82-1C9C-C458-367846283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5"/>
            <a:ext cx="2027891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AC2856B-30F3-CC9D-AFD9-CB2EA86CD4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765964"/>
            <a:ext cx="2024958" cy="687371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A735D94-CB73-88A5-6551-ADA5E80C2AA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12889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F04AE65-6FF5-520B-7C64-C1AF08AF76A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2889" y="5453335"/>
            <a:ext cx="2027891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8B7AB3D9-0FAD-74D3-E5E4-7BDAA24BBCE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2888" y="4765964"/>
            <a:ext cx="2024958" cy="687371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B273A67-3F0A-BF15-5CF5-19D45294BD1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031812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89CC17A-C755-CC7B-92C4-6A4D099D8C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031812" y="5453335"/>
            <a:ext cx="2027891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6BCBE7F-5901-E57C-7CC1-7649864A1AC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31811" y="4765964"/>
            <a:ext cx="2024958" cy="687371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2AC63D5-49B3-3A61-9A1E-71870CA9C29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047717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79BC6AE7-A53F-DDF6-6F40-57BD820E8FD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047717" y="5453335"/>
            <a:ext cx="2027891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F8145B7-7DBD-F17A-642D-D4E5A024A51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47716" y="4765964"/>
            <a:ext cx="2024958" cy="687371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C0436DBF-694F-9411-80A2-D8526856750C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069658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8DF67D2-305E-E354-6DF9-4EDF97BA89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69658" y="5453335"/>
            <a:ext cx="2027891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5B256FE-EB74-7329-FB29-35143385F0A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69657" y="4765964"/>
            <a:ext cx="2024958" cy="687371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653B5F37-FB61-ED67-8A00-4F1FFEADB16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091598" y="0"/>
            <a:ext cx="2100401" cy="6858001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717BD82A-9649-31EB-1AC7-D03648B056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091599" y="5453335"/>
            <a:ext cx="2101007" cy="1404665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53DB9D8C-B581-ABBE-0450-1E77A9C32AB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091598" y="4765964"/>
            <a:ext cx="2097968" cy="687371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E30A02E-FB00-21C7-4982-1A10295FB6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CEB5A-02B3-BCD4-B0D0-9C9C82113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09777CB-E2F2-12C3-366B-F5ECE6B6A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773AAF1E-2697-2E6F-5B1B-01BA59E65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87669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+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3F2CB10-B702-6F65-E788-03F724FE30D6}"/>
              </a:ext>
            </a:extLst>
          </p:cNvPr>
          <p:cNvSpPr/>
          <p:nvPr userDrawn="1"/>
        </p:nvSpPr>
        <p:spPr>
          <a:xfrm>
            <a:off x="6327161" y="3865797"/>
            <a:ext cx="5265727" cy="2020389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C3A061-9D7F-231F-B7F6-930481FA0777}"/>
              </a:ext>
            </a:extLst>
          </p:cNvPr>
          <p:cNvSpPr/>
          <p:nvPr userDrawn="1"/>
        </p:nvSpPr>
        <p:spPr>
          <a:xfrm>
            <a:off x="640456" y="3865797"/>
            <a:ext cx="5265727" cy="2020389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DC3265-E32E-BD8C-9684-175192E575F0}"/>
              </a:ext>
            </a:extLst>
          </p:cNvPr>
          <p:cNvSpPr/>
          <p:nvPr userDrawn="1"/>
        </p:nvSpPr>
        <p:spPr>
          <a:xfrm>
            <a:off x="6327161" y="1374388"/>
            <a:ext cx="5265727" cy="2020389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9E164-9B69-48E0-0C31-3B97F22D1B44}"/>
              </a:ext>
            </a:extLst>
          </p:cNvPr>
          <p:cNvSpPr/>
          <p:nvPr userDrawn="1"/>
        </p:nvSpPr>
        <p:spPr>
          <a:xfrm>
            <a:off x="640456" y="1374388"/>
            <a:ext cx="5265727" cy="2020389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C1541BA7-B170-C32C-BEF3-626F2C9EC1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00656" y="1793713"/>
            <a:ext cx="3082723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4B5A77B-72F6-24DA-62A7-3065C0C25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0656" y="2076982"/>
            <a:ext cx="3082723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74E3DCDB-009F-2EF2-A1C3-7D55EC536B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7362" y="1778723"/>
            <a:ext cx="3103419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B9E84A6-5677-1164-F9BF-DC7EB51677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87362" y="2061992"/>
            <a:ext cx="3103419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44" name="Picture Placeholder 82">
            <a:extLst>
              <a:ext uri="{FF2B5EF4-FFF2-40B4-BE49-F238E27FC236}">
                <a16:creationId xmlns:a16="http://schemas.microsoft.com/office/drawing/2014/main" id="{DBAB4667-181B-BE4D-6C62-EE17BB0306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9364" y="1628555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45" name="Picture Placeholder 82">
            <a:extLst>
              <a:ext uri="{FF2B5EF4-FFF2-40B4-BE49-F238E27FC236}">
                <a16:creationId xmlns:a16="http://schemas.microsoft.com/office/drawing/2014/main" id="{E214E977-E6B7-02E3-4FF4-0FD6FE94ED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586070" y="1628555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5FB3DD2-0851-7C55-3E9A-51EC08A395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0656" y="4296767"/>
            <a:ext cx="3082723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228C44B4-5150-7BDF-4BB3-FCB36FADFF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0656" y="4580036"/>
            <a:ext cx="3082723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8E58FA3F-88B0-2168-2113-3E077D0C52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87362" y="4281777"/>
            <a:ext cx="3103419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A35ED88-C662-3F06-5FFA-90B1EBB6AC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7362" y="4565046"/>
            <a:ext cx="3103419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14" name="Picture Placeholder 82">
            <a:extLst>
              <a:ext uri="{FF2B5EF4-FFF2-40B4-BE49-F238E27FC236}">
                <a16:creationId xmlns:a16="http://schemas.microsoft.com/office/drawing/2014/main" id="{F39FFC39-4941-84C4-C421-36DF927132EC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99364" y="4131609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15" name="Picture Placeholder 82">
            <a:extLst>
              <a:ext uri="{FF2B5EF4-FFF2-40B4-BE49-F238E27FC236}">
                <a16:creationId xmlns:a16="http://schemas.microsoft.com/office/drawing/2014/main" id="{E4E59084-E6FA-B1D8-CF73-8196346C9CD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586070" y="4131609"/>
            <a:ext cx="1506537" cy="1506537"/>
          </a:xfrm>
          <a:prstGeom prst="rect">
            <a:avLst/>
          </a:prstGeom>
        </p:spPr>
        <p:txBody>
          <a:bodyPr/>
          <a:lstStyle>
            <a:lvl1pPr>
              <a:defRPr sz="1600" b="1" i="0">
                <a:solidFill>
                  <a:schemeClr val="bg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DC0FA2-EF2B-89DF-CDB7-03A11B219A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DE11C-74B1-1DD2-8DAD-88385BB6F4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655EA60-0B34-2709-AFE4-127C31563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1A855B-7A7F-B61F-23C0-90D19A924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0409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962A3D-E6D4-4260-2C95-6E56DAC89B21}"/>
              </a:ext>
            </a:extLst>
          </p:cNvPr>
          <p:cNvSpPr/>
          <p:nvPr userDrawn="1"/>
        </p:nvSpPr>
        <p:spPr>
          <a:xfrm>
            <a:off x="288749" y="1139278"/>
            <a:ext cx="5694901" cy="256425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C1541BA7-B170-C32C-BEF3-626F2C9EC1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300" y="1340663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4B5A77B-72F6-24DA-62A7-3065C0C25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9300" y="2303075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34AA80D-4FA8-15DA-D498-E7977AF5E84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1943" y="1340663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CEB1A207-5DA2-5877-AE75-862832ED7A1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59300" y="1686916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D68FD-2782-78A0-BD5A-2AA11FCDBCA3}"/>
              </a:ext>
            </a:extLst>
          </p:cNvPr>
          <p:cNvSpPr/>
          <p:nvPr userDrawn="1"/>
        </p:nvSpPr>
        <p:spPr>
          <a:xfrm>
            <a:off x="288749" y="3904913"/>
            <a:ext cx="5694901" cy="256425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47AE9887-C64D-9482-B672-9D2D4A690B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59300" y="4106298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D4AE0D48-CAE6-005D-E13A-55AC772316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59300" y="5068710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3B6F6A10-D407-0E90-9E1E-7A9C181C223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1943" y="4106298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76484472-25C1-7771-8C62-E4BB15270D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59300" y="4452551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F7803F8-F9D0-81DE-CA03-F66C1C20DAF5}"/>
              </a:ext>
            </a:extLst>
          </p:cNvPr>
          <p:cNvSpPr/>
          <p:nvPr userDrawn="1"/>
        </p:nvSpPr>
        <p:spPr>
          <a:xfrm>
            <a:off x="6175199" y="1139278"/>
            <a:ext cx="5694901" cy="256425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F6A3B238-B285-7D3D-96FD-84E2A76E80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45750" y="1340663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1514AEEF-6747-8716-742F-BCE0351E73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45750" y="2303075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F0D5301-6A35-E7F5-58F2-10D532D419F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88393" y="1340663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B15C45A3-52EE-08DA-A691-217F806B7A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45750" y="1686916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7E1276-E0F0-1A1C-CB3D-3C661FEF7861}"/>
              </a:ext>
            </a:extLst>
          </p:cNvPr>
          <p:cNvSpPr/>
          <p:nvPr userDrawn="1"/>
        </p:nvSpPr>
        <p:spPr>
          <a:xfrm>
            <a:off x="6175199" y="3904913"/>
            <a:ext cx="5694901" cy="256425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75EB5A86-4984-902D-448F-CED6F64DA8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45750" y="4106298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8DF2EDFB-ABB5-AA47-D0B1-BBC0835C92A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045750" y="5068710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51" name="Picture Placeholder 9">
            <a:extLst>
              <a:ext uri="{FF2B5EF4-FFF2-40B4-BE49-F238E27FC236}">
                <a16:creationId xmlns:a16="http://schemas.microsoft.com/office/drawing/2014/main" id="{06B5D5AB-5163-95D5-C5BD-0218938F71F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88393" y="4106298"/>
            <a:ext cx="1574502" cy="21875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4AE33913-E45F-763D-69CC-61CD7C3682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045750" y="4452551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36E2FC-BBBE-D953-E632-5A06E1DC9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CD35C9-0A14-88CA-9B16-C63DD92D8E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A14AC12-9CA1-4316-1571-0C2EEBF4B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8B64B4F-07AA-498A-477B-F00056C63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80892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rson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38FA5813-B48B-D8F4-50EE-27AE25C08C14}"/>
              </a:ext>
            </a:extLst>
          </p:cNvPr>
          <p:cNvSpPr/>
          <p:nvPr userDrawn="1"/>
        </p:nvSpPr>
        <p:spPr>
          <a:xfrm>
            <a:off x="344765" y="1091039"/>
            <a:ext cx="5735488" cy="177724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E66943C3-2AC2-15DB-0C00-CC3334070C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5161" y="1286453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AF5FC109-F4CE-A6CD-E861-13614D94C6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5161" y="1991338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FA288470-DB15-3A53-ED35-5DBB947DA3D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529" y="1286454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EC17574-1C73-3C7D-255C-034C69E35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25161" y="1632706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DE2125-3DA3-FBCE-ACEA-8F46C0D0E9A2}"/>
              </a:ext>
            </a:extLst>
          </p:cNvPr>
          <p:cNvSpPr/>
          <p:nvPr userDrawn="1"/>
        </p:nvSpPr>
        <p:spPr>
          <a:xfrm>
            <a:off x="344765" y="2926731"/>
            <a:ext cx="5735488" cy="177724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77EA2C37-BE31-1A42-5387-DB24A6FE8B2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25161" y="3122145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69" name="Text Placeholder 29">
            <a:extLst>
              <a:ext uri="{FF2B5EF4-FFF2-40B4-BE49-F238E27FC236}">
                <a16:creationId xmlns:a16="http://schemas.microsoft.com/office/drawing/2014/main" id="{6C856ABD-CCB3-D8F8-DACE-81448DECBBC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25161" y="3827030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70" name="Picture Placeholder 9">
            <a:extLst>
              <a:ext uri="{FF2B5EF4-FFF2-40B4-BE49-F238E27FC236}">
                <a16:creationId xmlns:a16="http://schemas.microsoft.com/office/drawing/2014/main" id="{525ACC26-B493-434C-DE07-9D7D342FA5F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80529" y="3122146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71" name="Text Placeholder 29">
            <a:extLst>
              <a:ext uri="{FF2B5EF4-FFF2-40B4-BE49-F238E27FC236}">
                <a16:creationId xmlns:a16="http://schemas.microsoft.com/office/drawing/2014/main" id="{C61F0CFC-0F5C-BDED-C809-079A853D64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25161" y="3468398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6832147-6A2A-F981-9BD8-7612A9A96AF1}"/>
              </a:ext>
            </a:extLst>
          </p:cNvPr>
          <p:cNvSpPr/>
          <p:nvPr userDrawn="1"/>
        </p:nvSpPr>
        <p:spPr>
          <a:xfrm>
            <a:off x="344765" y="4771573"/>
            <a:ext cx="5735488" cy="177724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4491DFB9-4447-062E-C71D-C4CDB0294E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61" y="4966987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E2AF1548-5787-08A7-07E7-1106E7307E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61" y="5671872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75" name="Picture Placeholder 9">
            <a:extLst>
              <a:ext uri="{FF2B5EF4-FFF2-40B4-BE49-F238E27FC236}">
                <a16:creationId xmlns:a16="http://schemas.microsoft.com/office/drawing/2014/main" id="{4244237A-9DB0-8F85-F925-6C0B1A2739B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80529" y="4966988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0D71EDF1-9ADE-4069-FEF9-ECDA00D90D8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25161" y="5313240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854AFF8-F444-ED44-8F72-9BE1AA38EBCC}"/>
              </a:ext>
            </a:extLst>
          </p:cNvPr>
          <p:cNvSpPr/>
          <p:nvPr userDrawn="1"/>
        </p:nvSpPr>
        <p:spPr>
          <a:xfrm>
            <a:off x="6144356" y="1091039"/>
            <a:ext cx="5735488" cy="177724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5930DFDF-25AC-B476-76D8-0F659FFECD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24752" y="1286453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D2215A06-3E7A-6E63-AFBB-817C78C683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24752" y="1991338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62EF9D30-081B-B1E6-E440-0ED1C0ADD66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80120" y="1286454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81" name="Text Placeholder 29">
            <a:extLst>
              <a:ext uri="{FF2B5EF4-FFF2-40B4-BE49-F238E27FC236}">
                <a16:creationId xmlns:a16="http://schemas.microsoft.com/office/drawing/2014/main" id="{F6383A93-907F-5395-A904-01E151EB464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724752" y="1632706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DC6E8B2-DBC4-EF46-7692-7AA31A28045D}"/>
              </a:ext>
            </a:extLst>
          </p:cNvPr>
          <p:cNvSpPr/>
          <p:nvPr userDrawn="1"/>
        </p:nvSpPr>
        <p:spPr>
          <a:xfrm>
            <a:off x="6144356" y="2926731"/>
            <a:ext cx="5735488" cy="177724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3B45960F-1E5D-2290-BFD7-DE1C3683CE4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24752" y="3122145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66496723-A108-BFEF-B07E-0A40EB0C32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24752" y="3827030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111" name="Picture Placeholder 9">
            <a:extLst>
              <a:ext uri="{FF2B5EF4-FFF2-40B4-BE49-F238E27FC236}">
                <a16:creationId xmlns:a16="http://schemas.microsoft.com/office/drawing/2014/main" id="{31859D53-37B2-07C7-D6C4-6639C08F824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380120" y="3122146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112" name="Text Placeholder 29">
            <a:extLst>
              <a:ext uri="{FF2B5EF4-FFF2-40B4-BE49-F238E27FC236}">
                <a16:creationId xmlns:a16="http://schemas.microsoft.com/office/drawing/2014/main" id="{DCBC9974-E751-DFC9-A896-C6AFB51128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24752" y="3468398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72FF3CD-1340-6A72-6399-62B6A157FD6C}"/>
              </a:ext>
            </a:extLst>
          </p:cNvPr>
          <p:cNvSpPr/>
          <p:nvPr userDrawn="1"/>
        </p:nvSpPr>
        <p:spPr>
          <a:xfrm>
            <a:off x="6144356" y="4771573"/>
            <a:ext cx="5735488" cy="177724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114" name="Text Placeholder 29">
            <a:extLst>
              <a:ext uri="{FF2B5EF4-FFF2-40B4-BE49-F238E27FC236}">
                <a16:creationId xmlns:a16="http://schemas.microsoft.com/office/drawing/2014/main" id="{78B4E6BB-3DFD-7F80-2A70-9366899CBD4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4752" y="4966987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15" name="Text Placeholder 29">
            <a:extLst>
              <a:ext uri="{FF2B5EF4-FFF2-40B4-BE49-F238E27FC236}">
                <a16:creationId xmlns:a16="http://schemas.microsoft.com/office/drawing/2014/main" id="{3BBD42F2-CD72-3040-9718-7BA9C9C8D35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24752" y="5671872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116" name="Picture Placeholder 9">
            <a:extLst>
              <a:ext uri="{FF2B5EF4-FFF2-40B4-BE49-F238E27FC236}">
                <a16:creationId xmlns:a16="http://schemas.microsoft.com/office/drawing/2014/main" id="{94FD9FF8-D962-2AAD-6E64-3B40CEB4CFD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6380120" y="4966988"/>
            <a:ext cx="1220721" cy="135322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SG" dirty="0"/>
          </a:p>
        </p:txBody>
      </p:sp>
      <p:sp>
        <p:nvSpPr>
          <p:cNvPr id="117" name="Text Placeholder 29">
            <a:extLst>
              <a:ext uri="{FF2B5EF4-FFF2-40B4-BE49-F238E27FC236}">
                <a16:creationId xmlns:a16="http://schemas.microsoft.com/office/drawing/2014/main" id="{F643E97D-D458-1E04-5100-5D9993CE8E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24752" y="5313240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0000"/>
                  <a:lumOff val="10000"/>
                </a:schemeClr>
              </a:gs>
              <a:gs pos="48000">
                <a:schemeClr val="tx1">
                  <a:lumMod val="90000"/>
                  <a:lumOff val="10000"/>
                </a:schemeClr>
              </a:gs>
              <a:gs pos="100000">
                <a:schemeClr val="tx1">
                  <a:lumMod val="90000"/>
                  <a:lumOff val="10000"/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37B69-A621-459F-840A-0C463AF98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0E8B7DF-923C-B1F4-C04B-97A19766B4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0E7F1F-0611-E2B5-3DC1-D88857E5F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8D621-DC86-E4CE-1F10-0B524549E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9668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4 Imag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84C0D0-85B0-B1F4-8E13-C8C7FA44DB34}"/>
              </a:ext>
            </a:extLst>
          </p:cNvPr>
          <p:cNvSpPr/>
          <p:nvPr userDrawn="1"/>
        </p:nvSpPr>
        <p:spPr>
          <a:xfrm>
            <a:off x="344765" y="1091038"/>
            <a:ext cx="4262739" cy="53320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883" y="1246621"/>
            <a:ext cx="3951509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7B24AE04-B107-EC30-D216-B038C4B8213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5300" y="1585474"/>
            <a:ext cx="3957558" cy="47141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1" y="1592886"/>
            <a:ext cx="3264811" cy="2001475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592886"/>
            <a:ext cx="3255217" cy="2001476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4137102"/>
            <a:ext cx="3264811" cy="2162500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4137100"/>
            <a:ext cx="3255217" cy="2162501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endParaRPr lang="en-SG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DCCE345-52D9-A9C5-B1EA-A78A00D701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870615" y="1246621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185DFFF-F0F4-2326-7BF8-161B975051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461306" y="1246621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D5F1FA13-4A00-359E-0F7D-F0921C77CF2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870615" y="3777948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557671C-B77F-92A9-53FF-E1B0788AB46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61306" y="3777948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42EB5C-EA50-9FFD-1E94-E6A1589501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A25353B-51C7-5558-7CF6-3553BE72E4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54D7C8-7D44-072F-F1DE-88AFCEE98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F34ABBA-2111-C3FC-0E89-66B483A07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9329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er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A3D8BB-A896-10BE-BA77-71ABFABE4853}"/>
              </a:ext>
            </a:extLst>
          </p:cNvPr>
          <p:cNvSpPr/>
          <p:nvPr userDrawn="1"/>
        </p:nvSpPr>
        <p:spPr>
          <a:xfrm>
            <a:off x="334963" y="2897828"/>
            <a:ext cx="4389194" cy="16556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ECE793-0D88-8A73-75FF-9C4BF0FFF2C5}"/>
              </a:ext>
            </a:extLst>
          </p:cNvPr>
          <p:cNvSpPr/>
          <p:nvPr userDrawn="1"/>
        </p:nvSpPr>
        <p:spPr>
          <a:xfrm>
            <a:off x="334963" y="4643908"/>
            <a:ext cx="4389194" cy="16556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4F268-5479-6A7E-5BEB-A1E982584A64}"/>
              </a:ext>
            </a:extLst>
          </p:cNvPr>
          <p:cNvSpPr/>
          <p:nvPr userDrawn="1"/>
        </p:nvSpPr>
        <p:spPr>
          <a:xfrm>
            <a:off x="334963" y="1152563"/>
            <a:ext cx="4389194" cy="16556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883" y="1246621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9107E2-8DB4-DFF9-3F5C-16A4089180C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5883" y="3008193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BC1DA544-AEF7-E331-946F-B8BFA64E58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883" y="4740418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0" y="1152563"/>
            <a:ext cx="3571852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152563"/>
            <a:ext cx="3386138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3702336"/>
            <a:ext cx="3571852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3702336"/>
            <a:ext cx="3386138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61459-315B-7367-753D-5F793A348B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FF25EB8B-E6C0-9532-1D36-76841A65A42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5299" y="1585474"/>
            <a:ext cx="41543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63B8EC70-D78A-4BF4-65D7-869A0254946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5299" y="3347599"/>
            <a:ext cx="41543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0A7E1CFE-4DC8-3661-6015-DD254F6B2D0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5299" y="5081149"/>
            <a:ext cx="41543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BCD9750-9D6B-7EB3-8C2D-E32649137C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72CFB09-F0BE-9DAA-B269-7657E2BAC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CA7C46-3E84-7546-FADC-FD21C1F68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0085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er Case Study - Gradient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3DDF92-20C6-03D8-31C3-B14242AE65EE}"/>
              </a:ext>
            </a:extLst>
          </p:cNvPr>
          <p:cNvSpPr/>
          <p:nvPr userDrawn="1"/>
        </p:nvSpPr>
        <p:spPr>
          <a:xfrm>
            <a:off x="0" y="-4009"/>
            <a:ext cx="7416144" cy="6862009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>
                  <a:alpha val="50000"/>
                </a:schemeClr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3159" y="1246621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9107E2-8DB4-DFF9-3F5C-16A4089180C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3159" y="2994746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BC1DA544-AEF7-E331-946F-B8BFA64E58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3159" y="4740418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0" y="1152563"/>
            <a:ext cx="3571852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152563"/>
            <a:ext cx="3386138" cy="253274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3702336"/>
            <a:ext cx="3571852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3702336"/>
            <a:ext cx="3386138" cy="2597266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S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232FAD-52FE-42F5-8C8C-455ABBDADBBC}"/>
              </a:ext>
            </a:extLst>
          </p:cNvPr>
          <p:cNvSpPr/>
          <p:nvPr userDrawn="1"/>
        </p:nvSpPr>
        <p:spPr>
          <a:xfrm>
            <a:off x="361585" y="1337783"/>
            <a:ext cx="127322" cy="12732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322230">
              <a:schemeClr val="bg2">
                <a:alpha val="57022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lus Jakarta Sans ExtraBold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E46531-BC68-3F3D-76E8-5136AE5A19C9}"/>
              </a:ext>
            </a:extLst>
          </p:cNvPr>
          <p:cNvSpPr/>
          <p:nvPr userDrawn="1"/>
        </p:nvSpPr>
        <p:spPr>
          <a:xfrm>
            <a:off x="361585" y="3088997"/>
            <a:ext cx="127322" cy="12732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322230">
              <a:schemeClr val="bg2">
                <a:alpha val="57022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lus Jakarta Sans ExtraBold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C4BCD9-5C6C-C8CC-037D-B1F1981FCCB4}"/>
              </a:ext>
            </a:extLst>
          </p:cNvPr>
          <p:cNvSpPr/>
          <p:nvPr userDrawn="1"/>
        </p:nvSpPr>
        <p:spPr>
          <a:xfrm>
            <a:off x="361585" y="4829128"/>
            <a:ext cx="127322" cy="12732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322230">
              <a:schemeClr val="bg2">
                <a:alpha val="57022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lus Jakarta Sans ExtraBold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16D332-0846-182C-03B7-46D27093FB3F}"/>
              </a:ext>
            </a:extLst>
          </p:cNvPr>
          <p:cNvCxnSpPr>
            <a:cxnSpLocks/>
          </p:cNvCxnSpPr>
          <p:nvPr userDrawn="1"/>
        </p:nvCxnSpPr>
        <p:spPr>
          <a:xfrm>
            <a:off x="422476" y="1442417"/>
            <a:ext cx="0" cy="5138315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48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FF5A93F-D8AC-B577-0C0A-7D274E999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9897E319-FEFF-F1D6-543F-723F3D5AD26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4375" y="1585474"/>
            <a:ext cx="3925726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DCB0C09-3353-0DD5-C48D-4F293986C2A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84375" y="3347599"/>
            <a:ext cx="3925726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D15AB9E2-128B-EAF3-F33E-71BA1FA46DE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84375" y="5081149"/>
            <a:ext cx="3925726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A35947E-658B-F97F-AA8A-116D7C915A9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02D1C37-274A-1157-8841-12359E8B0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5A265E3-4598-4A8C-BACA-16A46A3FA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19946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mar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4F8EE18F-239E-71AC-D2CF-A2B81BC1C388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334963" y="949407"/>
            <a:ext cx="11490325" cy="4336271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SG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AF7409A2-79D7-FF95-72E0-4528A6DB0D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2" y="5459954"/>
            <a:ext cx="11490325" cy="8308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3873D-2984-B98B-7AA8-82A854CEC9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85F41DC-9F52-C165-BCD7-A8FDD771963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5A5E0F9-412C-9015-79AD-34C169578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82EC2-4271-ABB5-DC4E-BC1211ACD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75500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AF7409A2-79D7-FF95-72E0-4528A6DB0D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2" y="5459954"/>
            <a:ext cx="11490325" cy="8308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DBD0B98-13CB-4FC2-B4FF-728EEDFFCA1E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34963" y="949407"/>
            <a:ext cx="11490325" cy="4336272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</a:lstStyle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F084C-1255-A766-9D68-1000C9E6D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1C9746F-436B-AB6F-9A88-45DF1B30E61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162D470-89BF-324B-5C0B-79B511613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3CDB34-0E35-ACC1-5EBA-51C4C39F5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16148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D1905-759E-3C59-6380-C4D640E703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263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015CFD-3DFC-1946-02A4-51C0C755C3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1207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AC2120-1498-05E7-8BC4-21EB58717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151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81B60AC-F803-5DF4-10EE-1C89145493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31095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48C180-C81B-D4D0-327C-80A959DA64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142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21BA854-6F5E-9476-AAD5-4A01C365D9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2086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6EE5D24-A43F-3F0F-DAF3-6D517961D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53886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AE80C1D-2E18-6960-83AA-BDCD9D9E9D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5974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D984A1B-E173-A02C-1361-ED40003B7C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263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2B63BA-F552-EA8A-6F3F-5725C0FAB1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1207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B43EB7E-A968-64B0-DD60-EC997AAE009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6151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F3DA7A-8C5D-7631-EC44-0A0C63C3B1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1095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CDAA74A-1913-AA8F-1C29-89D7544C4B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1142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B7F315C-96F8-F47B-EF73-11FE71474D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2086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B405D38-BD57-79F4-2686-D54AA6A26F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3886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D78AF0-16E6-C7FA-9D76-A62B246051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5974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98E8BE9-696B-A028-C093-A78ACFF050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6263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5093408-A3A3-55CA-E9C9-341B3DF7A7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61207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D8D4769-E23F-DE51-0C38-19ADEB10412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46151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D9F5EA8-D498-CC61-8BA4-0527458C4B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31095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04EB6FC-9536-CE23-216A-FCB3962326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1142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7BF0DE4-A74B-E170-3813-BAFDAA1E0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82086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205FD24-0FD2-12CF-B3E3-0D5E704BD7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53886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F773B4A-FD10-A96F-AE0B-0D4B6B6D32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55974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5A0812A-D159-DC99-E9E7-C3BD11DFDF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0262" y="1011207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EA6E607B-65DD-15AF-7F98-5DD6C79878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0262" y="2849088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745CBE-9EB4-EB11-57A4-7F07190FAE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0262" y="4687032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E9EA1-C498-1D24-47F6-0CFEF110A8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B8B0A-EF11-B3BB-D27F-8F6845FF0E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A99D7E4-B153-0618-E43F-A1AEE58D9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84283B-8E1F-8081-E54D-07167D8D7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9202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lumn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5A0812A-D159-DC99-E9E7-C3BD11DFDF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9841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2A27C85-5845-18C5-14A7-BCB1967611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9841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11620A8-C2B6-A85E-CF68-DB2A9B5212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841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298FE61-A1FE-3390-5901-A47F5A1F42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9841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86263D4-5431-C61A-940E-C6187331EE5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9841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CC049AD4-6F8E-DBAB-4DA6-07239318D7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9841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D6B3FB7-6921-0958-EE90-9CD2F529A39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9841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BC20E84-E309-1BC3-DC03-6E1173E15C2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9841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E4A02A2-9E35-0F73-9F7C-412F1C0825A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3964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D89AC11-49DF-9222-E441-571D39A8559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93964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F895B73-737A-A314-DE51-BB12CB234D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93964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69E799C-CB82-C667-F199-F0806D8101C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93964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73DA608-DCAE-658B-44E0-5A40501879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93964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205F17D2-5903-5DFB-8FAD-E500270D1E1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93964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0D9482F-7F2A-CA88-5850-1EA46753AD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93964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89CAE1B1-1108-2379-78D5-AEF7396CE38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393964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2D492475-0F21-3B3F-0B23-566E72F0197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74303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67A3DC5A-425F-3BD8-30B7-E8BF53FA96A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74303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9B1F2D43-8F0D-8477-4144-EB2A688B256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4303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91DFF3D0-AF1E-51F1-4941-1006176B25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274303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B2869BB-2BA4-120C-FC2C-1225451C8D6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74303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58193655-5CF6-A3F5-8262-20D6C64E9EC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274303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F3EBAE1F-4F69-B505-902A-07BF0F1F5F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74303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41380F40-E323-250B-8F57-D82DA62AF1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274303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bg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1C025C-3A73-98F6-277A-9F33E94996F7}"/>
              </a:ext>
            </a:extLst>
          </p:cNvPr>
          <p:cNvCxnSpPr>
            <a:cxnSpLocks/>
          </p:cNvCxnSpPr>
          <p:nvPr userDrawn="1"/>
        </p:nvCxnSpPr>
        <p:spPr>
          <a:xfrm>
            <a:off x="4173415" y="941981"/>
            <a:ext cx="0" cy="5916019"/>
          </a:xfrm>
          <a:prstGeom prst="line">
            <a:avLst/>
          </a:prstGeom>
          <a:ln w="158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53FCDD-E622-75CE-101D-C71B29EE2984}"/>
              </a:ext>
            </a:extLst>
          </p:cNvPr>
          <p:cNvCxnSpPr>
            <a:cxnSpLocks/>
          </p:cNvCxnSpPr>
          <p:nvPr userDrawn="1"/>
        </p:nvCxnSpPr>
        <p:spPr>
          <a:xfrm>
            <a:off x="8112369" y="941981"/>
            <a:ext cx="0" cy="5916019"/>
          </a:xfrm>
          <a:prstGeom prst="line">
            <a:avLst/>
          </a:prstGeom>
          <a:ln w="158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A22AAD6-C215-878F-C278-9503DD2F10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31EC413-2A53-DAA6-3B5B-E965334A072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tx2"/>
              </a:gs>
              <a:gs pos="51000">
                <a:schemeClr val="tx2"/>
              </a:gs>
              <a:gs pos="99000">
                <a:schemeClr val="tx2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7217743-7E6D-F93D-C207-ABD019C32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85A32D2-9AA9-8999-3DC6-801123E8E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3948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>
            <a:extLst>
              <a:ext uri="{FF2B5EF4-FFF2-40B4-BE49-F238E27FC236}">
                <a16:creationId xmlns:a16="http://schemas.microsoft.com/office/drawing/2014/main" id="{8D8032AE-7623-AA52-0E9E-8BC48AD96477}"/>
              </a:ext>
            </a:extLst>
          </p:cNvPr>
          <p:cNvSpPr txBox="1">
            <a:spLocks/>
          </p:cNvSpPr>
          <p:nvPr userDrawn="1"/>
        </p:nvSpPr>
        <p:spPr>
          <a:xfrm>
            <a:off x="909747" y="3302482"/>
            <a:ext cx="10270076" cy="108200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Plus Jakarta Sans ExtraBold" pitchFamily="2" charset="77"/>
                <a:ea typeface="+mj-ea"/>
                <a:cs typeface="Plus Jakarta Sans ExtraBold" pitchFamily="2" charset="77"/>
              </a:defRPr>
            </a:lvl1pPr>
          </a:lstStyle>
          <a:p>
            <a:pPr algn="ctr"/>
            <a:r>
              <a:rPr lang="en-US" sz="1800" b="1" i="0" kern="1600" spc="300" dirty="0">
                <a:latin typeface="+mj-lt"/>
                <a:cs typeface="Plus Jakarta Sans ExtraBold" pitchFamily="2" charset="77"/>
              </a:rPr>
              <a:t>FOR MORE INFORMATION CONTACT 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9B995475-FE8C-0AD2-56D8-0B81CDB9CF7C}"/>
              </a:ext>
            </a:extLst>
          </p:cNvPr>
          <p:cNvSpPr txBox="1">
            <a:spLocks/>
          </p:cNvSpPr>
          <p:nvPr userDrawn="1"/>
        </p:nvSpPr>
        <p:spPr>
          <a:xfrm>
            <a:off x="960962" y="2301994"/>
            <a:ext cx="10270076" cy="108200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0" kern="1600" spc="300" dirty="0">
                <a:solidFill>
                  <a:schemeClr val="bg1"/>
                </a:solidFill>
                <a:latin typeface="+mj-lt"/>
                <a:cs typeface="Plus Jakarta Sans ExtraBold" pitchFamily="2" charset="77"/>
              </a:rPr>
              <a:t>THANK YOU</a:t>
            </a:r>
          </a:p>
        </p:txBody>
      </p:sp>
      <p:sp>
        <p:nvSpPr>
          <p:cNvPr id="90" name="Text Placeholder 72">
            <a:extLst>
              <a:ext uri="{FF2B5EF4-FFF2-40B4-BE49-F238E27FC236}">
                <a16:creationId xmlns:a16="http://schemas.microsoft.com/office/drawing/2014/main" id="{7AE55BBE-4053-5596-D2A3-7BD883D042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0281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1" name="Text Placeholder 72">
            <a:extLst>
              <a:ext uri="{FF2B5EF4-FFF2-40B4-BE49-F238E27FC236}">
                <a16:creationId xmlns:a16="http://schemas.microsoft.com/office/drawing/2014/main" id="{77D67B7E-7C87-5DF7-757E-684478A903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281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2" name="Text Placeholder 72">
            <a:extLst>
              <a:ext uri="{FF2B5EF4-FFF2-40B4-BE49-F238E27FC236}">
                <a16:creationId xmlns:a16="http://schemas.microsoft.com/office/drawing/2014/main" id="{8721B986-5E4C-DBB0-C38D-2A2CD11A6A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585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3" name="Text Placeholder 72">
            <a:extLst>
              <a:ext uri="{FF2B5EF4-FFF2-40B4-BE49-F238E27FC236}">
                <a16:creationId xmlns:a16="http://schemas.microsoft.com/office/drawing/2014/main" id="{894D0FC1-EEF3-41B3-FD22-DF020A0A80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3585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4" name="Text Placeholder 72">
            <a:extLst>
              <a:ext uri="{FF2B5EF4-FFF2-40B4-BE49-F238E27FC236}">
                <a16:creationId xmlns:a16="http://schemas.microsoft.com/office/drawing/2014/main" id="{FFD913D3-4F42-0C4C-6776-CF82036FAC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481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5" name="Text Placeholder 72">
            <a:extLst>
              <a:ext uri="{FF2B5EF4-FFF2-40B4-BE49-F238E27FC236}">
                <a16:creationId xmlns:a16="http://schemas.microsoft.com/office/drawing/2014/main" id="{D498C6E7-6B85-4C51-01EA-2AB372BE21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481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6" name="Text Placeholder 72">
            <a:extLst>
              <a:ext uri="{FF2B5EF4-FFF2-40B4-BE49-F238E27FC236}">
                <a16:creationId xmlns:a16="http://schemas.microsoft.com/office/drawing/2014/main" id="{86999FA6-EE0E-C97F-941B-BAB2D44978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785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7" name="Text Placeholder 72">
            <a:extLst>
              <a:ext uri="{FF2B5EF4-FFF2-40B4-BE49-F238E27FC236}">
                <a16:creationId xmlns:a16="http://schemas.microsoft.com/office/drawing/2014/main" id="{36B28DF1-1784-6124-C843-21E087492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4785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5DC685-5B81-DEEF-405D-F18CFD0B1116}"/>
              </a:ext>
            </a:extLst>
          </p:cNvPr>
          <p:cNvGrpSpPr/>
          <p:nvPr userDrawn="1"/>
        </p:nvGrpSpPr>
        <p:grpSpPr>
          <a:xfrm>
            <a:off x="714818" y="6243908"/>
            <a:ext cx="7867649" cy="238435"/>
            <a:chOff x="714818" y="6201923"/>
            <a:chExt cx="7867649" cy="23843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97C8661-C511-F929-820B-BD54CC364861}"/>
                </a:ext>
              </a:extLst>
            </p:cNvPr>
            <p:cNvGrpSpPr/>
            <p:nvPr userDrawn="1"/>
          </p:nvGrpSpPr>
          <p:grpSpPr>
            <a:xfrm>
              <a:off x="714818" y="6201923"/>
              <a:ext cx="7867649" cy="238435"/>
              <a:chOff x="5030370" y="6062888"/>
              <a:chExt cx="7072662" cy="248984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97609D8-7853-5808-FCBA-4569AC5658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41933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7" name="TextBox 56">
                <a:hlinkClick r:id="rId2"/>
                <a:extLst>
                  <a:ext uri="{FF2B5EF4-FFF2-40B4-BE49-F238E27FC236}">
                    <a16:creationId xmlns:a16="http://schemas.microsoft.com/office/drawing/2014/main" id="{23F6B7DF-E46F-CADF-0CB2-E27EBFF6D78C}"/>
                  </a:ext>
                </a:extLst>
              </p:cNvPr>
              <p:cNvSpPr txBox="1"/>
              <p:nvPr userDrawn="1"/>
            </p:nvSpPr>
            <p:spPr>
              <a:xfrm>
                <a:off x="9845129" y="6076433"/>
                <a:ext cx="977241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noProof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@virtuosgames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B465112F-A2D2-81C8-4292-1AD8E9D0E003}"/>
                  </a:ext>
                </a:extLst>
              </p:cNvPr>
              <p:cNvGrpSpPr/>
              <p:nvPr/>
            </p:nvGrpSpPr>
            <p:grpSpPr>
              <a:xfrm>
                <a:off x="9582621" y="6062888"/>
                <a:ext cx="286299" cy="248984"/>
                <a:chOff x="7081336" y="5172775"/>
                <a:chExt cx="308369" cy="268179"/>
              </a:xfrm>
            </p:grpSpPr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FD7DE809-B638-8C9D-FA04-4B182FB01F85}"/>
                    </a:ext>
                  </a:extLst>
                </p:cNvPr>
                <p:cNvSpPr/>
                <p:nvPr/>
              </p:nvSpPr>
              <p:spPr>
                <a:xfrm>
                  <a:off x="7121526" y="5172775"/>
                  <a:ext cx="268179" cy="2681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116" name="Freeform: Shape 78">
                  <a:extLst>
                    <a:ext uri="{FF2B5EF4-FFF2-40B4-BE49-F238E27FC236}">
                      <a16:creationId xmlns:a16="http://schemas.microsoft.com/office/drawing/2014/main" id="{B7F7DAF5-6B4D-B50B-1EBD-B84F1B9ABE66}"/>
                    </a:ext>
                  </a:extLst>
                </p:cNvPr>
                <p:cNvSpPr/>
                <p:nvPr/>
              </p:nvSpPr>
              <p:spPr>
                <a:xfrm>
                  <a:off x="7081336" y="5227472"/>
                  <a:ext cx="209337" cy="147843"/>
                </a:xfrm>
                <a:custGeom>
                  <a:avLst/>
                  <a:gdLst>
                    <a:gd name="connsiteX0" fmla="*/ 207155 w 209336"/>
                    <a:gd name="connsiteY0" fmla="*/ 31837 h 147843"/>
                    <a:gd name="connsiteX1" fmla="*/ 198869 w 209336"/>
                    <a:gd name="connsiteY1" fmla="*/ 10903 h 147843"/>
                    <a:gd name="connsiteX2" fmla="*/ 177936 w 209336"/>
                    <a:gd name="connsiteY2" fmla="*/ 2181 h 147843"/>
                    <a:gd name="connsiteX3" fmla="*/ 104668 w 209336"/>
                    <a:gd name="connsiteY3" fmla="*/ 0 h 147843"/>
                    <a:gd name="connsiteX4" fmla="*/ 104668 w 209336"/>
                    <a:gd name="connsiteY4" fmla="*/ 0 h 147843"/>
                    <a:gd name="connsiteX5" fmla="*/ 31400 w 209336"/>
                    <a:gd name="connsiteY5" fmla="*/ 2181 h 147843"/>
                    <a:gd name="connsiteX6" fmla="*/ 10467 w 209336"/>
                    <a:gd name="connsiteY6" fmla="*/ 10903 h 147843"/>
                    <a:gd name="connsiteX7" fmla="*/ 2181 w 209336"/>
                    <a:gd name="connsiteY7" fmla="*/ 31837 h 147843"/>
                    <a:gd name="connsiteX8" fmla="*/ 0 w 209336"/>
                    <a:gd name="connsiteY8" fmla="*/ 65854 h 147843"/>
                    <a:gd name="connsiteX9" fmla="*/ 0 w 209336"/>
                    <a:gd name="connsiteY9" fmla="*/ 81554 h 147843"/>
                    <a:gd name="connsiteX10" fmla="*/ 2181 w 209336"/>
                    <a:gd name="connsiteY10" fmla="*/ 115571 h 147843"/>
                    <a:gd name="connsiteX11" fmla="*/ 10467 w 209336"/>
                    <a:gd name="connsiteY11" fmla="*/ 136505 h 147843"/>
                    <a:gd name="connsiteX12" fmla="*/ 33581 w 209336"/>
                    <a:gd name="connsiteY12" fmla="*/ 145663 h 147843"/>
                    <a:gd name="connsiteX13" fmla="*/ 104668 w 209336"/>
                    <a:gd name="connsiteY13" fmla="*/ 147844 h 147843"/>
                    <a:gd name="connsiteX14" fmla="*/ 177936 w 209336"/>
                    <a:gd name="connsiteY14" fmla="*/ 145663 h 147843"/>
                    <a:gd name="connsiteX15" fmla="*/ 198869 w 209336"/>
                    <a:gd name="connsiteY15" fmla="*/ 136941 h 147843"/>
                    <a:gd name="connsiteX16" fmla="*/ 207155 w 209336"/>
                    <a:gd name="connsiteY16" fmla="*/ 116007 h 147843"/>
                    <a:gd name="connsiteX17" fmla="*/ 209336 w 209336"/>
                    <a:gd name="connsiteY17" fmla="*/ 81990 h 147843"/>
                    <a:gd name="connsiteX18" fmla="*/ 209336 w 209336"/>
                    <a:gd name="connsiteY18" fmla="*/ 66290 h 147843"/>
                    <a:gd name="connsiteX19" fmla="*/ 207155 w 209336"/>
                    <a:gd name="connsiteY19" fmla="*/ 31837 h 147843"/>
                    <a:gd name="connsiteX20" fmla="*/ 82862 w 209336"/>
                    <a:gd name="connsiteY20" fmla="*/ 100743 h 147843"/>
                    <a:gd name="connsiteX21" fmla="*/ 82862 w 209336"/>
                    <a:gd name="connsiteY21" fmla="*/ 41867 h 147843"/>
                    <a:gd name="connsiteX22" fmla="*/ 139557 w 209336"/>
                    <a:gd name="connsiteY22" fmla="*/ 71523 h 147843"/>
                    <a:gd name="connsiteX23" fmla="*/ 82862 w 209336"/>
                    <a:gd name="connsiteY23" fmla="*/ 100743 h 1478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09336" h="147843">
                      <a:moveTo>
                        <a:pt x="207155" y="31837"/>
                      </a:moveTo>
                      <a:cubicBezTo>
                        <a:pt x="207155" y="31837"/>
                        <a:pt x="204975" y="17445"/>
                        <a:pt x="198869" y="10903"/>
                      </a:cubicBezTo>
                      <a:cubicBezTo>
                        <a:pt x="191019" y="2617"/>
                        <a:pt x="181861" y="2617"/>
                        <a:pt x="177936" y="2181"/>
                      </a:cubicBezTo>
                      <a:cubicBezTo>
                        <a:pt x="148716" y="0"/>
                        <a:pt x="104668" y="0"/>
                        <a:pt x="104668" y="0"/>
                      </a:cubicBezTo>
                      <a:lnTo>
                        <a:pt x="104668" y="0"/>
                      </a:lnTo>
                      <a:cubicBezTo>
                        <a:pt x="104668" y="0"/>
                        <a:pt x="60620" y="0"/>
                        <a:pt x="31400" y="2181"/>
                      </a:cubicBezTo>
                      <a:cubicBezTo>
                        <a:pt x="27475" y="2617"/>
                        <a:pt x="18317" y="2617"/>
                        <a:pt x="10467" y="10903"/>
                      </a:cubicBezTo>
                      <a:cubicBezTo>
                        <a:pt x="4361" y="17445"/>
                        <a:pt x="2181" y="31837"/>
                        <a:pt x="2181" y="31837"/>
                      </a:cubicBezTo>
                      <a:cubicBezTo>
                        <a:pt x="2181" y="31837"/>
                        <a:pt x="0" y="48845"/>
                        <a:pt x="0" y="65854"/>
                      </a:cubicBezTo>
                      <a:lnTo>
                        <a:pt x="0" y="81554"/>
                      </a:lnTo>
                      <a:cubicBezTo>
                        <a:pt x="0" y="98562"/>
                        <a:pt x="2181" y="115571"/>
                        <a:pt x="2181" y="115571"/>
                      </a:cubicBezTo>
                      <a:cubicBezTo>
                        <a:pt x="2181" y="115571"/>
                        <a:pt x="4361" y="129963"/>
                        <a:pt x="10467" y="136505"/>
                      </a:cubicBezTo>
                      <a:cubicBezTo>
                        <a:pt x="18317" y="144791"/>
                        <a:pt x="28784" y="144791"/>
                        <a:pt x="33581" y="145663"/>
                      </a:cubicBezTo>
                      <a:cubicBezTo>
                        <a:pt x="50153" y="147407"/>
                        <a:pt x="104668" y="147844"/>
                        <a:pt x="104668" y="147844"/>
                      </a:cubicBezTo>
                      <a:cubicBezTo>
                        <a:pt x="104668" y="147844"/>
                        <a:pt x="148716" y="147844"/>
                        <a:pt x="177936" y="145663"/>
                      </a:cubicBezTo>
                      <a:cubicBezTo>
                        <a:pt x="181861" y="145227"/>
                        <a:pt x="191019" y="145227"/>
                        <a:pt x="198869" y="136941"/>
                      </a:cubicBezTo>
                      <a:cubicBezTo>
                        <a:pt x="204975" y="130399"/>
                        <a:pt x="207155" y="116007"/>
                        <a:pt x="207155" y="116007"/>
                      </a:cubicBezTo>
                      <a:cubicBezTo>
                        <a:pt x="207155" y="116007"/>
                        <a:pt x="209336" y="98998"/>
                        <a:pt x="209336" y="81990"/>
                      </a:cubicBezTo>
                      <a:lnTo>
                        <a:pt x="209336" y="66290"/>
                      </a:lnTo>
                      <a:cubicBezTo>
                        <a:pt x="209336" y="48845"/>
                        <a:pt x="207155" y="31837"/>
                        <a:pt x="207155" y="31837"/>
                      </a:cubicBezTo>
                      <a:close/>
                      <a:moveTo>
                        <a:pt x="82862" y="100743"/>
                      </a:moveTo>
                      <a:lnTo>
                        <a:pt x="82862" y="41867"/>
                      </a:lnTo>
                      <a:lnTo>
                        <a:pt x="139557" y="71523"/>
                      </a:lnTo>
                      <a:lnTo>
                        <a:pt x="82862" y="10074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6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C671A3E-9528-E393-9489-F5DDC3934A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3729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8" name="TextBox 97">
                <a:hlinkClick r:id="rId3"/>
                <a:extLst>
                  <a:ext uri="{FF2B5EF4-FFF2-40B4-BE49-F238E27FC236}">
                    <a16:creationId xmlns:a16="http://schemas.microsoft.com/office/drawing/2014/main" id="{EE8BE123-48DC-D409-A730-4DA2A792B04D}"/>
                  </a:ext>
                </a:extLst>
              </p:cNvPr>
              <p:cNvSpPr txBox="1"/>
              <p:nvPr userDrawn="1"/>
            </p:nvSpPr>
            <p:spPr>
              <a:xfrm>
                <a:off x="8423345" y="6071479"/>
                <a:ext cx="955036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dirty="0" err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bg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4A3BACD-7F62-0AF6-6B46-A00235454A3B}"/>
                  </a:ext>
                </a:extLst>
              </p:cNvPr>
              <p:cNvSpPr/>
              <p:nvPr/>
            </p:nvSpPr>
            <p:spPr>
              <a:xfrm>
                <a:off x="8068325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8E4B197-7C75-5334-A2E0-6CA4CA3124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3950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02" name="TextBox 101">
                <a:hlinkClick r:id="rId4"/>
                <a:extLst>
                  <a:ext uri="{FF2B5EF4-FFF2-40B4-BE49-F238E27FC236}">
                    <a16:creationId xmlns:a16="http://schemas.microsoft.com/office/drawing/2014/main" id="{A1BBD968-245C-E4A5-0C6E-69BAB165A578}"/>
                  </a:ext>
                </a:extLst>
              </p:cNvPr>
              <p:cNvSpPr txBox="1"/>
              <p:nvPr userDrawn="1"/>
            </p:nvSpPr>
            <p:spPr>
              <a:xfrm>
                <a:off x="6806905" y="6062888"/>
                <a:ext cx="1192452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dirty="0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@</a:t>
                </a:r>
                <a:r>
                  <a:rPr lang="en-US" sz="1100" b="1" i="0" dirty="0" err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bg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71746AC7-6945-5395-23E1-1DA83C66CF9B}"/>
                  </a:ext>
                </a:extLst>
              </p:cNvPr>
              <p:cNvSpPr/>
              <p:nvPr/>
            </p:nvSpPr>
            <p:spPr>
              <a:xfrm>
                <a:off x="6579538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172518E4-6A57-CB5E-D256-A70301624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6685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05" name="TextBox 104">
                <a:hlinkClick r:id="rId5"/>
                <a:extLst>
                  <a:ext uri="{FF2B5EF4-FFF2-40B4-BE49-F238E27FC236}">
                    <a16:creationId xmlns:a16="http://schemas.microsoft.com/office/drawing/2014/main" id="{80EE4731-22CE-EE83-3BC3-BE7E2AF99C72}"/>
                  </a:ext>
                </a:extLst>
              </p:cNvPr>
              <p:cNvSpPr txBox="1"/>
              <p:nvPr userDrawn="1"/>
            </p:nvSpPr>
            <p:spPr>
              <a:xfrm>
                <a:off x="5364320" y="6072221"/>
                <a:ext cx="1168342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>
                  <a:defRPr sz="900" b="0" spc="0">
                    <a:ln>
                      <a:noFill/>
                    </a:ln>
                    <a:solidFill>
                      <a:schemeClr val="bg1">
                        <a:alpha val="80000"/>
                      </a:schemeClr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pPr lvl="0"/>
                <a:r>
                  <a:rPr lang="en-US" sz="1100" b="1" i="0" dirty="0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@</a:t>
                </a:r>
                <a:r>
                  <a:rPr lang="en-US" sz="1100" b="1" i="0" dirty="0" err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bg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98CD969F-86DC-1281-9C7D-2409FFD5705B}"/>
                  </a:ext>
                </a:extLst>
              </p:cNvPr>
              <p:cNvGrpSpPr/>
              <p:nvPr/>
            </p:nvGrpSpPr>
            <p:grpSpPr>
              <a:xfrm>
                <a:off x="5030370" y="6062888"/>
                <a:ext cx="248984" cy="248984"/>
                <a:chOff x="8263379" y="5170293"/>
                <a:chExt cx="268179" cy="268179"/>
              </a:xfrm>
            </p:grpSpPr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EC518AD-856E-AB28-A91C-58AC97C3287C}"/>
                    </a:ext>
                  </a:extLst>
                </p:cNvPr>
                <p:cNvSpPr/>
                <p:nvPr/>
              </p:nvSpPr>
              <p:spPr>
                <a:xfrm>
                  <a:off x="8263379" y="5170293"/>
                  <a:ext cx="268179" cy="2681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114" name="Freeform: Shape 74">
                  <a:extLst>
                    <a:ext uri="{FF2B5EF4-FFF2-40B4-BE49-F238E27FC236}">
                      <a16:creationId xmlns:a16="http://schemas.microsoft.com/office/drawing/2014/main" id="{AE9F523B-9559-E81E-CE7C-F369CC760746}"/>
                    </a:ext>
                  </a:extLst>
                </p:cNvPr>
                <p:cNvSpPr/>
                <p:nvPr/>
              </p:nvSpPr>
              <p:spPr>
                <a:xfrm>
                  <a:off x="8350790" y="5211026"/>
                  <a:ext cx="93356" cy="186712"/>
                </a:xfrm>
                <a:custGeom>
                  <a:avLst/>
                  <a:gdLst>
                    <a:gd name="connsiteX0" fmla="*/ 103348 w 103348"/>
                    <a:gd name="connsiteY0" fmla="*/ 71052 h 206696"/>
                    <a:gd name="connsiteX1" fmla="*/ 64593 w 103348"/>
                    <a:gd name="connsiteY1" fmla="*/ 71052 h 206696"/>
                    <a:gd name="connsiteX2" fmla="*/ 64593 w 103348"/>
                    <a:gd name="connsiteY2" fmla="*/ 45215 h 206696"/>
                    <a:gd name="connsiteX3" fmla="*/ 77511 w 103348"/>
                    <a:gd name="connsiteY3" fmla="*/ 32296 h 206696"/>
                    <a:gd name="connsiteX4" fmla="*/ 90430 w 103348"/>
                    <a:gd name="connsiteY4" fmla="*/ 32296 h 206696"/>
                    <a:gd name="connsiteX5" fmla="*/ 90430 w 103348"/>
                    <a:gd name="connsiteY5" fmla="*/ 0 h 206696"/>
                    <a:gd name="connsiteX6" fmla="*/ 64593 w 103348"/>
                    <a:gd name="connsiteY6" fmla="*/ 0 h 206696"/>
                    <a:gd name="connsiteX7" fmla="*/ 25837 w 103348"/>
                    <a:gd name="connsiteY7" fmla="*/ 38756 h 206696"/>
                    <a:gd name="connsiteX8" fmla="*/ 25837 w 103348"/>
                    <a:gd name="connsiteY8" fmla="*/ 71052 h 206696"/>
                    <a:gd name="connsiteX9" fmla="*/ 0 w 103348"/>
                    <a:gd name="connsiteY9" fmla="*/ 71052 h 206696"/>
                    <a:gd name="connsiteX10" fmla="*/ 0 w 103348"/>
                    <a:gd name="connsiteY10" fmla="*/ 103348 h 206696"/>
                    <a:gd name="connsiteX11" fmla="*/ 25837 w 103348"/>
                    <a:gd name="connsiteY11" fmla="*/ 103348 h 206696"/>
                    <a:gd name="connsiteX12" fmla="*/ 25837 w 103348"/>
                    <a:gd name="connsiteY12" fmla="*/ 206696 h 206696"/>
                    <a:gd name="connsiteX13" fmla="*/ 64593 w 103348"/>
                    <a:gd name="connsiteY13" fmla="*/ 206696 h 206696"/>
                    <a:gd name="connsiteX14" fmla="*/ 64593 w 103348"/>
                    <a:gd name="connsiteY14" fmla="*/ 103348 h 206696"/>
                    <a:gd name="connsiteX15" fmla="*/ 90430 w 103348"/>
                    <a:gd name="connsiteY15" fmla="*/ 103348 h 206696"/>
                    <a:gd name="connsiteX16" fmla="*/ 103348 w 103348"/>
                    <a:gd name="connsiteY16" fmla="*/ 71052 h 206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3348" h="206696">
                      <a:moveTo>
                        <a:pt x="103348" y="71052"/>
                      </a:moveTo>
                      <a:lnTo>
                        <a:pt x="64593" y="71052"/>
                      </a:lnTo>
                      <a:lnTo>
                        <a:pt x="64593" y="45215"/>
                      </a:lnTo>
                      <a:cubicBezTo>
                        <a:pt x="64593" y="38084"/>
                        <a:pt x="70380" y="32296"/>
                        <a:pt x="77511" y="32296"/>
                      </a:cubicBezTo>
                      <a:lnTo>
                        <a:pt x="90430" y="32296"/>
                      </a:lnTo>
                      <a:lnTo>
                        <a:pt x="90430" y="0"/>
                      </a:lnTo>
                      <a:lnTo>
                        <a:pt x="64593" y="0"/>
                      </a:lnTo>
                      <a:cubicBezTo>
                        <a:pt x="43187" y="0"/>
                        <a:pt x="25837" y="17350"/>
                        <a:pt x="25837" y="38756"/>
                      </a:cubicBezTo>
                      <a:lnTo>
                        <a:pt x="25837" y="71052"/>
                      </a:lnTo>
                      <a:lnTo>
                        <a:pt x="0" y="71052"/>
                      </a:lnTo>
                      <a:lnTo>
                        <a:pt x="0" y="103348"/>
                      </a:lnTo>
                      <a:lnTo>
                        <a:pt x="25837" y="103348"/>
                      </a:lnTo>
                      <a:lnTo>
                        <a:pt x="25837" y="206696"/>
                      </a:lnTo>
                      <a:lnTo>
                        <a:pt x="64593" y="206696"/>
                      </a:lnTo>
                      <a:lnTo>
                        <a:pt x="64593" y="103348"/>
                      </a:lnTo>
                      <a:lnTo>
                        <a:pt x="90430" y="103348"/>
                      </a:lnTo>
                      <a:lnTo>
                        <a:pt x="103348" y="710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9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  <p:sp>
            <p:nvSpPr>
              <p:cNvPr id="107" name="TextBox 106">
                <a:hlinkClick r:id="rId6"/>
                <a:extLst>
                  <a:ext uri="{FF2B5EF4-FFF2-40B4-BE49-F238E27FC236}">
                    <a16:creationId xmlns:a16="http://schemas.microsoft.com/office/drawing/2014/main" id="{841C1947-EA50-DD42-CD5B-7223C8E3DBDB}"/>
                  </a:ext>
                </a:extLst>
              </p:cNvPr>
              <p:cNvSpPr txBox="1"/>
              <p:nvPr/>
            </p:nvSpPr>
            <p:spPr>
              <a:xfrm>
                <a:off x="11321383" y="6094133"/>
                <a:ext cx="781649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noProof="1">
                    <a:solidFill>
                      <a:schemeClr val="bg1"/>
                    </a:solidFill>
                    <a:latin typeface="+mn-lt"/>
                    <a:cs typeface="Plus Jakarta Sans ExtraBold" pitchFamily="2" charset="0"/>
                  </a:rPr>
                  <a:t>Virtuos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EE22C10-47C6-6522-6F88-7F71D7C04DA8}"/>
                  </a:ext>
                </a:extLst>
              </p:cNvPr>
              <p:cNvSpPr/>
              <p:nvPr/>
            </p:nvSpPr>
            <p:spPr>
              <a:xfrm>
                <a:off x="10940179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33D04655-B048-F86B-B719-9CE7220762DF}"/>
                  </a:ext>
                </a:extLst>
              </p:cNvPr>
              <p:cNvGrpSpPr/>
              <p:nvPr/>
            </p:nvGrpSpPr>
            <p:grpSpPr>
              <a:xfrm>
                <a:off x="11046731" y="6098938"/>
                <a:ext cx="176554" cy="155336"/>
                <a:chOff x="8725073" y="4968391"/>
                <a:chExt cx="196940" cy="173280"/>
              </a:xfrm>
            </p:grpSpPr>
            <p:sp>
              <p:nvSpPr>
                <p:cNvPr id="110" name="Freeform: Shape 70">
                  <a:extLst>
                    <a:ext uri="{FF2B5EF4-FFF2-40B4-BE49-F238E27FC236}">
                      <a16:creationId xmlns:a16="http://schemas.microsoft.com/office/drawing/2014/main" id="{A4B2EE99-D7E8-B53F-81CA-6463E208CCF8}"/>
                    </a:ext>
                  </a:extLst>
                </p:cNvPr>
                <p:cNvSpPr/>
                <p:nvPr/>
              </p:nvSpPr>
              <p:spPr>
                <a:xfrm>
                  <a:off x="8725073" y="5102034"/>
                  <a:ext cx="144585" cy="39637"/>
                </a:xfrm>
                <a:custGeom>
                  <a:avLst/>
                  <a:gdLst>
                    <a:gd name="connsiteX0" fmla="*/ 0 w 740092"/>
                    <a:gd name="connsiteY0" fmla="*/ 0 h 202882"/>
                    <a:gd name="connsiteX1" fmla="*/ 84772 w 740092"/>
                    <a:gd name="connsiteY1" fmla="*/ 146685 h 202882"/>
                    <a:gd name="connsiteX2" fmla="*/ 84772 w 740092"/>
                    <a:gd name="connsiteY2" fmla="*/ 146685 h 202882"/>
                    <a:gd name="connsiteX3" fmla="*/ 175260 w 740092"/>
                    <a:gd name="connsiteY3" fmla="*/ 202883 h 202882"/>
                    <a:gd name="connsiteX4" fmla="*/ 175260 w 740092"/>
                    <a:gd name="connsiteY4" fmla="*/ 202883 h 202882"/>
                    <a:gd name="connsiteX5" fmla="*/ 175260 w 740092"/>
                    <a:gd name="connsiteY5" fmla="*/ 202883 h 202882"/>
                    <a:gd name="connsiteX6" fmla="*/ 740093 w 740092"/>
                    <a:gd name="connsiteY6" fmla="*/ 202883 h 202882"/>
                    <a:gd name="connsiteX7" fmla="*/ 622935 w 740092"/>
                    <a:gd name="connsiteY7" fmla="*/ 0 h 202882"/>
                    <a:gd name="connsiteX8" fmla="*/ 0 w 740092"/>
                    <a:gd name="connsiteY8" fmla="*/ 0 h 202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40092" h="202882">
                      <a:moveTo>
                        <a:pt x="0" y="0"/>
                      </a:moveTo>
                      <a:lnTo>
                        <a:pt x="84772" y="146685"/>
                      </a:lnTo>
                      <a:lnTo>
                        <a:pt x="84772" y="146685"/>
                      </a:lnTo>
                      <a:cubicBezTo>
                        <a:pt x="101917" y="180022"/>
                        <a:pt x="136207" y="202883"/>
                        <a:pt x="175260" y="202883"/>
                      </a:cubicBezTo>
                      <a:lnTo>
                        <a:pt x="175260" y="202883"/>
                      </a:lnTo>
                      <a:lnTo>
                        <a:pt x="175260" y="202883"/>
                      </a:lnTo>
                      <a:lnTo>
                        <a:pt x="740093" y="202883"/>
                      </a:lnTo>
                      <a:lnTo>
                        <a:pt x="6229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111" name="Freeform: Shape 71">
                  <a:extLst>
                    <a:ext uri="{FF2B5EF4-FFF2-40B4-BE49-F238E27FC236}">
                      <a16:creationId xmlns:a16="http://schemas.microsoft.com/office/drawing/2014/main" id="{A36AB82F-4123-DE10-9165-36D865D7A684}"/>
                    </a:ext>
                  </a:extLst>
                </p:cNvPr>
                <p:cNvSpPr/>
                <p:nvPr/>
              </p:nvSpPr>
              <p:spPr>
                <a:xfrm>
                  <a:off x="8802362" y="4968391"/>
                  <a:ext cx="119651" cy="173054"/>
                </a:xfrm>
                <a:custGeom>
                  <a:avLst/>
                  <a:gdLst>
                    <a:gd name="connsiteX0" fmla="*/ 612457 w 612457"/>
                    <a:gd name="connsiteY0" fmla="*/ 684848 h 885825"/>
                    <a:gd name="connsiteX1" fmla="*/ 596265 w 612457"/>
                    <a:gd name="connsiteY1" fmla="*/ 629603 h 885825"/>
                    <a:gd name="connsiteX2" fmla="*/ 264795 w 612457"/>
                    <a:gd name="connsiteY2" fmla="*/ 54293 h 885825"/>
                    <a:gd name="connsiteX3" fmla="*/ 175260 w 612457"/>
                    <a:gd name="connsiteY3" fmla="*/ 0 h 885825"/>
                    <a:gd name="connsiteX4" fmla="*/ 0 w 612457"/>
                    <a:gd name="connsiteY4" fmla="*/ 0 h 885825"/>
                    <a:gd name="connsiteX5" fmla="*/ 511493 w 612457"/>
                    <a:gd name="connsiteY5" fmla="*/ 885825 h 885825"/>
                    <a:gd name="connsiteX6" fmla="*/ 592455 w 612457"/>
                    <a:gd name="connsiteY6" fmla="*/ 745808 h 885825"/>
                    <a:gd name="connsiteX7" fmla="*/ 612457 w 612457"/>
                    <a:gd name="connsiteY7" fmla="*/ 684848 h 885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2457" h="885825">
                      <a:moveTo>
                        <a:pt x="612457" y="684848"/>
                      </a:moveTo>
                      <a:cubicBezTo>
                        <a:pt x="612457" y="664845"/>
                        <a:pt x="606743" y="645795"/>
                        <a:pt x="596265" y="629603"/>
                      </a:cubicBezTo>
                      <a:lnTo>
                        <a:pt x="264795" y="54293"/>
                      </a:lnTo>
                      <a:cubicBezTo>
                        <a:pt x="247650" y="21907"/>
                        <a:pt x="214313" y="0"/>
                        <a:pt x="175260" y="0"/>
                      </a:cubicBezTo>
                      <a:lnTo>
                        <a:pt x="0" y="0"/>
                      </a:lnTo>
                      <a:lnTo>
                        <a:pt x="511493" y="885825"/>
                      </a:lnTo>
                      <a:lnTo>
                        <a:pt x="592455" y="745808"/>
                      </a:lnTo>
                      <a:cubicBezTo>
                        <a:pt x="607695" y="719138"/>
                        <a:pt x="612457" y="707708"/>
                        <a:pt x="612457" y="6848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112" name="Freeform: Shape 72">
                  <a:extLst>
                    <a:ext uri="{FF2B5EF4-FFF2-40B4-BE49-F238E27FC236}">
                      <a16:creationId xmlns:a16="http://schemas.microsoft.com/office/drawing/2014/main" id="{5925E347-5D8D-8AFF-CC03-D2E0B528F355}"/>
                    </a:ext>
                  </a:extLst>
                </p:cNvPr>
                <p:cNvSpPr/>
                <p:nvPr/>
              </p:nvSpPr>
              <p:spPr>
                <a:xfrm>
                  <a:off x="8741527" y="4996479"/>
                  <a:ext cx="89133" cy="77225"/>
                </a:xfrm>
                <a:custGeom>
                  <a:avLst/>
                  <a:gdLst>
                    <a:gd name="connsiteX0" fmla="*/ 456247 w 456247"/>
                    <a:gd name="connsiteY0" fmla="*/ 395288 h 395287"/>
                    <a:gd name="connsiteX1" fmla="*/ 228600 w 456247"/>
                    <a:gd name="connsiteY1" fmla="*/ 0 h 395287"/>
                    <a:gd name="connsiteX2" fmla="*/ 0 w 456247"/>
                    <a:gd name="connsiteY2" fmla="*/ 395288 h 39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6247" h="395287">
                      <a:moveTo>
                        <a:pt x="456247" y="395288"/>
                      </a:moveTo>
                      <a:lnTo>
                        <a:pt x="228600" y="0"/>
                      </a:lnTo>
                      <a:lnTo>
                        <a:pt x="0" y="3952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82A7418-DAAA-9C6B-A002-2D442A6F54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1094" y="6245774"/>
              <a:ext cx="153889" cy="143853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89BA32A-4698-5E24-CC66-F6475E46E7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83283" y="6214176"/>
              <a:ext cx="175451" cy="17545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2BC3CDE-86C7-D847-B99E-ECD97376A7A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054939" y="691669"/>
            <a:ext cx="4082121" cy="1466025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62B8BE5-E4F8-49C7-DDE3-F6BB3C8CC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4C6E2-CB00-541A-32FC-D02BFBAF4AC9}"/>
              </a:ext>
            </a:extLst>
          </p:cNvPr>
          <p:cNvSpPr txBox="1"/>
          <p:nvPr userDrawn="1"/>
        </p:nvSpPr>
        <p:spPr>
          <a:xfrm>
            <a:off x="9544349" y="6174557"/>
            <a:ext cx="2402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 dirty="0" err="1">
                <a:solidFill>
                  <a:schemeClr val="bg2"/>
                </a:solidFill>
                <a:latin typeface="+mn-lt"/>
                <a:cs typeface="Plus Jakarta Sans ExtraBold" pitchFamily="2" charset="77"/>
              </a:rPr>
              <a:t>virtuosgames.com</a:t>
            </a:r>
            <a:endParaRPr lang="en-US" sz="1400" b="1" i="0" dirty="0">
              <a:solidFill>
                <a:schemeClr val="bg2"/>
              </a:solidFill>
              <a:latin typeface="+mn-lt"/>
              <a:cs typeface="Plus Jakarta Sans ExtraBold" pitchFamily="2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4BEDCA-032F-8BCB-2E37-D67C5F97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3454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CF010-6EA3-458B-86AD-87A835CFC1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97654" y="2356949"/>
            <a:ext cx="4996691" cy="1794477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452E0C-06BC-D256-C086-7109376C1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FD5C240B-AF2A-E043-F3B5-A1533426B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2910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artner and Gam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619DCB-9176-D426-8D8B-EF8CBA20B682}"/>
              </a:ext>
            </a:extLst>
          </p:cNvPr>
          <p:cNvSpPr/>
          <p:nvPr userDrawn="1"/>
        </p:nvSpPr>
        <p:spPr>
          <a:xfrm>
            <a:off x="0" y="3170583"/>
            <a:ext cx="12192000" cy="14889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65000">
                <a:schemeClr val="bg1"/>
              </a:gs>
              <a:gs pos="32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A839B8-10A9-AEAF-C118-8ABE3C210C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84957" y="5060571"/>
            <a:ext cx="3155795" cy="109490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Partner Logo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973192-DE5D-D748-04A9-21F08F1797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44716" y="3472827"/>
            <a:ext cx="8702566" cy="8221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No More Than 2 Lines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873AD-BB1C-8E59-C701-EDFC035C3A95}"/>
              </a:ext>
            </a:extLst>
          </p:cNvPr>
          <p:cNvSpPr txBox="1"/>
          <p:nvPr userDrawn="1"/>
        </p:nvSpPr>
        <p:spPr>
          <a:xfrm>
            <a:off x="4337825" y="5369002"/>
            <a:ext cx="74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+mj-lt"/>
              </a:rPr>
              <a:t>For: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D46ACE-2153-E439-847D-5F51D0CC88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1660" y="1019481"/>
            <a:ext cx="4239092" cy="152239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1D8AF50-B6B3-84A8-36EA-75356D686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AE6811B-7335-73FC-5306-F1B9A5911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48038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artner and Gam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CF15E9-6E10-8C82-1DDD-C2E6BFDAA20B}"/>
              </a:ext>
            </a:extLst>
          </p:cNvPr>
          <p:cNvSpPr/>
          <p:nvPr userDrawn="1"/>
        </p:nvSpPr>
        <p:spPr>
          <a:xfrm>
            <a:off x="0" y="3245003"/>
            <a:ext cx="12192000" cy="254993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65000">
                <a:schemeClr val="bg1"/>
              </a:gs>
              <a:gs pos="32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F362D226-70C8-356D-6ADC-4008B0C5AD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60088" y="3639088"/>
            <a:ext cx="4415883" cy="16453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Game Logo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A42558F-7AAF-CDBC-2A71-2002283802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16032" y="3639088"/>
            <a:ext cx="4415880" cy="16453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Partner Logo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4D2114-E7AD-3ED9-D3E4-07B7F434AB29}"/>
              </a:ext>
            </a:extLst>
          </p:cNvPr>
          <p:cNvCxnSpPr/>
          <p:nvPr userDrawn="1"/>
        </p:nvCxnSpPr>
        <p:spPr>
          <a:xfrm>
            <a:off x="6096000" y="3639088"/>
            <a:ext cx="0" cy="1645352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E18962E-19BE-EB82-D79A-82EF154783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1660" y="1019481"/>
            <a:ext cx="4239092" cy="1522398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7A2D00-B2B4-2F0F-C240-EFC60F856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55D0817-008B-5BD2-A7A4-DE82E8F63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6641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02506C-CCBF-89DF-75FA-775AB7FE7E3A}"/>
              </a:ext>
            </a:extLst>
          </p:cNvPr>
          <p:cNvSpPr/>
          <p:nvPr userDrawn="1"/>
        </p:nvSpPr>
        <p:spPr>
          <a:xfrm>
            <a:off x="0" y="3170583"/>
            <a:ext cx="12192000" cy="14889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65000">
                <a:schemeClr val="bg1"/>
              </a:gs>
              <a:gs pos="32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41AD8B-ABE0-5A53-39E9-70C2B3678F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44716" y="3495324"/>
            <a:ext cx="8702566" cy="8221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No More Than 2 Lines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89B6CB-BAB4-80D3-F12B-C956C9D029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1660" y="1019481"/>
            <a:ext cx="4239092" cy="1522398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D807DF8-2D50-63A6-6B35-CE1144EE9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C48AA55-3C38-B9AF-0D63-C1D1E2761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68659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+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54A147-F385-A006-FFB0-7BC0772AFE08}"/>
              </a:ext>
            </a:extLst>
          </p:cNvPr>
          <p:cNvSpPr/>
          <p:nvPr userDrawn="1"/>
        </p:nvSpPr>
        <p:spPr>
          <a:xfrm>
            <a:off x="0" y="2186768"/>
            <a:ext cx="12192000" cy="290966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65000">
                <a:schemeClr val="bg1"/>
              </a:gs>
              <a:gs pos="3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41AD8B-ABE0-5A53-39E9-70C2B3678F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051" y="2462067"/>
            <a:ext cx="8507895" cy="8176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Title Case | 28 </a:t>
            </a:r>
            <a:r>
              <a:rPr lang="en-US" dirty="0" err="1"/>
              <a:t>pt</a:t>
            </a:r>
            <a:r>
              <a:rPr lang="en-US" dirty="0"/>
              <a:t> (Header) | </a:t>
            </a:r>
          </a:p>
          <a:p>
            <a:pPr lvl="0"/>
            <a:r>
              <a:rPr lang="en-US" dirty="0"/>
              <a:t>No More Than 2 Lines</a:t>
            </a:r>
            <a:endParaRPr lang="en-SG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FE2E91E-34F8-C402-5DF3-0395DBEAFA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052" y="3634077"/>
            <a:ext cx="8507895" cy="12068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Sentence case | 20 </a:t>
            </a:r>
            <a:r>
              <a:rPr lang="en-US" dirty="0" err="1"/>
              <a:t>pt</a:t>
            </a:r>
            <a:r>
              <a:rPr lang="en-US" dirty="0"/>
              <a:t> (B) | No more than 4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DF8FF3-306D-F29C-A15C-06A959661D5E}"/>
              </a:ext>
            </a:extLst>
          </p:cNvPr>
          <p:cNvCxnSpPr/>
          <p:nvPr userDrawn="1"/>
        </p:nvCxnSpPr>
        <p:spPr>
          <a:xfrm>
            <a:off x="1842051" y="3439551"/>
            <a:ext cx="8507895" cy="0"/>
          </a:xfrm>
          <a:prstGeom prst="line">
            <a:avLst/>
          </a:prstGeom>
          <a:ln w="254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88B2649-6328-6300-A0C8-5A4B73C9A0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2978" y="642537"/>
            <a:ext cx="2686040" cy="964646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AFCDE5C-2E0F-B1BA-0289-04C1949E6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2FEA92B-BB3C-B4BB-309C-D1CBFD056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9446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3A912-E076-DA80-8E0E-7AA5F0FEA5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772" y="2020454"/>
            <a:ext cx="9880456" cy="28170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+mj-lt"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Quote - Sentence case| 20 </a:t>
            </a:r>
            <a:r>
              <a:rPr lang="en-US" dirty="0" err="1"/>
              <a:t>pt</a:t>
            </a:r>
            <a:r>
              <a:rPr lang="en-US" dirty="0"/>
              <a:t> (B)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Integer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a </a:t>
            </a:r>
            <a:r>
              <a:rPr lang="en-US" dirty="0" err="1"/>
              <a:t>molestie</a:t>
            </a:r>
            <a:r>
              <a:rPr lang="en-US" dirty="0"/>
              <a:t>. Donec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et </a:t>
            </a:r>
            <a:r>
              <a:rPr lang="en-US" dirty="0" err="1"/>
              <a:t>scelerisque</a:t>
            </a:r>
            <a:r>
              <a:rPr lang="en-US" dirty="0"/>
              <a:t> vitae,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 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A6193D5-003C-814D-72B8-41BFA3029A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CA09E-CA0D-A8C1-BB52-AE2607B4B9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97ED69-1475-703D-5341-AB44E26BF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749541A-E74A-0B06-7BEA-310A5C2C5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98124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740E28-0566-F825-08B1-4658EE37B0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4070D-F749-544E-D57B-5F4E75640903}"/>
              </a:ext>
            </a:extLst>
          </p:cNvPr>
          <p:cNvSpPr txBox="1"/>
          <p:nvPr userDrawn="1"/>
        </p:nvSpPr>
        <p:spPr>
          <a:xfrm>
            <a:off x="1052398" y="2874734"/>
            <a:ext cx="6921170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We Make Games Better,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AADD6-BEE7-FD4A-FE0E-5FF634EA1852}"/>
              </a:ext>
            </a:extLst>
          </p:cNvPr>
          <p:cNvSpPr txBox="1"/>
          <p:nvPr userDrawn="1"/>
        </p:nvSpPr>
        <p:spPr>
          <a:xfrm>
            <a:off x="7780546" y="2874733"/>
            <a:ext cx="3082526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+mj-lt"/>
              </a:rPr>
              <a:t>Together.</a:t>
            </a:r>
            <a:endParaRPr lang="en-SG" sz="44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55FCE-64D6-958C-FAC1-D8225D99EC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3899C1B-1B4E-9A8E-203E-8210BE46C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6F64E2C-99E4-9D91-74C0-80E5A7C2F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5693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4 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BD481E-3E9D-96AD-7E5D-A4A8563903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EC2B619-1BC5-A1DC-B033-1F658BE4C9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3515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30532" y="2443389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515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0532" y="3775271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3515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0532" y="5070084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515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0532" y="1074438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EEA4B9FA-54CB-C8A0-C0CF-BFAAAFFEB4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30532" y="1432784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9C17F15A-28B8-1E50-64A6-C8A653C398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30532" y="2816740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34D3F7-D054-2584-9361-E22D8EE3E2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0532" y="4114200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19DF0E3-806A-E50A-30A5-8D02D726F5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0532" y="5411659"/>
            <a:ext cx="4098322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FC485-BF2C-76EE-4083-8012418C19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A52ADA7-F64B-B3B2-C745-85E8B0E48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CF22599-7BB9-6E8C-D71C-08416F561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3372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8 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9E98A61-9E50-AFE1-D939-3A2DD3951F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F48679E-671C-E281-CE4D-4FE50419D807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2283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5652" y="2443389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2283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5652" y="3775271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2283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15652" y="5070084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2283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15652" y="1074438"/>
            <a:ext cx="2459608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EEA4B9FA-54CB-C8A0-C0CF-BFAAAFFEB4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15652" y="1432784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9C17F15A-28B8-1E50-64A6-C8A653C398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15652" y="2816740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C34D3F7-D054-2584-9361-E22D8EE3E2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15652" y="4114200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19DF0E3-806A-E50A-30A5-8D02D726F5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15652" y="5411659"/>
            <a:ext cx="2459608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8D48C59-15BF-C56B-2328-7AE31CD395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25817" y="2443389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06.</a:t>
            </a:r>
            <a:endParaRPr lang="en-SG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473DF59E-E091-F3B6-8122-C7767F2846E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2834" y="2443389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62D223E6-DCE6-2936-93A2-88E3B0FBD4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25817" y="3775271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07.</a:t>
            </a:r>
            <a:endParaRPr lang="en-SG" dirty="0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C165C70-FD82-784C-39B4-DE9300A395F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2834" y="3775271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B1D5101E-F0CD-93D1-1FAD-8FCFCEC32F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25817" y="507008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08.</a:t>
            </a:r>
            <a:endParaRPr lang="en-SG" dirty="0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1B7AF26-6148-6095-56DA-BF42FF59A2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72834" y="5070084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AB00759-5312-47D2-8816-DAEB63E581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25817" y="107443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05.</a:t>
            </a:r>
            <a:endParaRPr lang="en-SG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D1C08462-C73A-52C1-1AF9-DACDCFB62B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2834" y="1074438"/>
            <a:ext cx="2468706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4E100DBB-C0EA-9396-6EE9-134F825422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2834" y="1432784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E447E032-A686-9821-1BDC-F78E48215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72834" y="2816740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3CAC66A9-A56B-E15C-2563-4A6F01F14B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72834" y="4114200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96980445-075D-C565-CB07-7BDBEE7D100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72834" y="5411659"/>
            <a:ext cx="2468706" cy="64315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Sentence case | 12 </a:t>
            </a:r>
            <a:r>
              <a:rPr lang="en-US" dirty="0" err="1"/>
              <a:t>pt</a:t>
            </a:r>
            <a:r>
              <a:rPr lang="en-US" dirty="0"/>
              <a:t>  (B) | </a:t>
            </a:r>
            <a:br>
              <a:rPr lang="en-US" dirty="0"/>
            </a:br>
            <a:r>
              <a:rPr lang="en-US" dirty="0"/>
              <a:t>no more than 3 lines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E7EAED-E514-867B-FA79-83BB3367C3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11B37ABD-B941-DCCA-8226-5A76FF040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DB34AC3B-DF9B-00AD-C1BC-EEF353CE5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48076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- 8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AC01A-A88D-7B84-052E-5DA58C434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19725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Plus Jakarta Sans ExtraBold" pitchFamily="2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995DBA3-9337-8E5D-4305-B37CEC4D7E41}"/>
              </a:ext>
            </a:extLst>
          </p:cNvPr>
          <p:cNvSpPr/>
          <p:nvPr userDrawn="1"/>
        </p:nvSpPr>
        <p:spPr>
          <a:xfrm>
            <a:off x="3842540" y="0"/>
            <a:ext cx="8349459" cy="6858000"/>
          </a:xfrm>
          <a:custGeom>
            <a:avLst/>
            <a:gdLst>
              <a:gd name="connsiteX0" fmla="*/ 0 w 6934200"/>
              <a:gd name="connsiteY0" fmla="*/ 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0 w 6934200"/>
              <a:gd name="connsiteY4" fmla="*/ 0 h 6858000"/>
              <a:gd name="connsiteX0" fmla="*/ 3352800 w 6934200"/>
              <a:gd name="connsiteY0" fmla="*/ 25400 h 6858000"/>
              <a:gd name="connsiteX1" fmla="*/ 6934200 w 6934200"/>
              <a:gd name="connsiteY1" fmla="*/ 0 h 6858000"/>
              <a:gd name="connsiteX2" fmla="*/ 6934200 w 6934200"/>
              <a:gd name="connsiteY2" fmla="*/ 6858000 h 6858000"/>
              <a:gd name="connsiteX3" fmla="*/ 0 w 6934200"/>
              <a:gd name="connsiteY3" fmla="*/ 6858000 h 6858000"/>
              <a:gd name="connsiteX4" fmla="*/ 3352800 w 6934200"/>
              <a:gd name="connsiteY4" fmla="*/ 25400 h 6858000"/>
              <a:gd name="connsiteX0" fmla="*/ 3352800 w 6934200"/>
              <a:gd name="connsiteY0" fmla="*/ 0 h 6870700"/>
              <a:gd name="connsiteX1" fmla="*/ 6934200 w 6934200"/>
              <a:gd name="connsiteY1" fmla="*/ 12700 h 6870700"/>
              <a:gd name="connsiteX2" fmla="*/ 6934200 w 6934200"/>
              <a:gd name="connsiteY2" fmla="*/ 6870700 h 6870700"/>
              <a:gd name="connsiteX3" fmla="*/ 0 w 6934200"/>
              <a:gd name="connsiteY3" fmla="*/ 6870700 h 6870700"/>
              <a:gd name="connsiteX4" fmla="*/ 3352800 w 6934200"/>
              <a:gd name="connsiteY4" fmla="*/ 0 h 6870700"/>
              <a:gd name="connsiteX0" fmla="*/ 5232400 w 8813800"/>
              <a:gd name="connsiteY0" fmla="*/ 0 h 6959600"/>
              <a:gd name="connsiteX1" fmla="*/ 8813800 w 8813800"/>
              <a:gd name="connsiteY1" fmla="*/ 12700 h 6959600"/>
              <a:gd name="connsiteX2" fmla="*/ 8813800 w 8813800"/>
              <a:gd name="connsiteY2" fmla="*/ 6870700 h 6959600"/>
              <a:gd name="connsiteX3" fmla="*/ 0 w 8813800"/>
              <a:gd name="connsiteY3" fmla="*/ 6959600 h 6959600"/>
              <a:gd name="connsiteX4" fmla="*/ 5232400 w 8813800"/>
              <a:gd name="connsiteY4" fmla="*/ 0 h 6959600"/>
              <a:gd name="connsiteX0" fmla="*/ 4318000 w 7899400"/>
              <a:gd name="connsiteY0" fmla="*/ 0 h 6870700"/>
              <a:gd name="connsiteX1" fmla="*/ 7899400 w 7899400"/>
              <a:gd name="connsiteY1" fmla="*/ 12700 h 6870700"/>
              <a:gd name="connsiteX2" fmla="*/ 7899400 w 7899400"/>
              <a:gd name="connsiteY2" fmla="*/ 6870700 h 6870700"/>
              <a:gd name="connsiteX3" fmla="*/ 0 w 7899400"/>
              <a:gd name="connsiteY3" fmla="*/ 6845300 h 6870700"/>
              <a:gd name="connsiteX4" fmla="*/ 4318000 w 7899400"/>
              <a:gd name="connsiteY4" fmla="*/ 0 h 6870700"/>
              <a:gd name="connsiteX0" fmla="*/ 44323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4432300 w 8013700"/>
              <a:gd name="connsiteY4" fmla="*/ 0 h 6870700"/>
              <a:gd name="connsiteX0" fmla="*/ 3314700 w 8013700"/>
              <a:gd name="connsiteY0" fmla="*/ 0 h 6870700"/>
              <a:gd name="connsiteX1" fmla="*/ 8013700 w 8013700"/>
              <a:gd name="connsiteY1" fmla="*/ 12700 h 6870700"/>
              <a:gd name="connsiteX2" fmla="*/ 8013700 w 8013700"/>
              <a:gd name="connsiteY2" fmla="*/ 6870700 h 6870700"/>
              <a:gd name="connsiteX3" fmla="*/ 0 w 8013700"/>
              <a:gd name="connsiteY3" fmla="*/ 6858000 h 6870700"/>
              <a:gd name="connsiteX4" fmla="*/ 3314700 w 8013700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013700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314700 w 8506069"/>
              <a:gd name="connsiteY0" fmla="*/ 0 h 6870700"/>
              <a:gd name="connsiteX1" fmla="*/ 8506069 w 8506069"/>
              <a:gd name="connsiteY1" fmla="*/ 36146 h 6870700"/>
              <a:gd name="connsiteX2" fmla="*/ 8506069 w 8506069"/>
              <a:gd name="connsiteY2" fmla="*/ 6870700 h 6870700"/>
              <a:gd name="connsiteX3" fmla="*/ 0 w 8506069"/>
              <a:gd name="connsiteY3" fmla="*/ 6858000 h 6870700"/>
              <a:gd name="connsiteX4" fmla="*/ 3314700 w 8506069"/>
              <a:gd name="connsiteY4" fmla="*/ 0 h 6870700"/>
              <a:gd name="connsiteX0" fmla="*/ 3136900 w 8328269"/>
              <a:gd name="connsiteY0" fmla="*/ 0 h 6896100"/>
              <a:gd name="connsiteX1" fmla="*/ 8328269 w 8328269"/>
              <a:gd name="connsiteY1" fmla="*/ 36146 h 6896100"/>
              <a:gd name="connsiteX2" fmla="*/ 8328269 w 8328269"/>
              <a:gd name="connsiteY2" fmla="*/ 6870700 h 6896100"/>
              <a:gd name="connsiteX3" fmla="*/ 0 w 8328269"/>
              <a:gd name="connsiteY3" fmla="*/ 6896100 h 6896100"/>
              <a:gd name="connsiteX4" fmla="*/ 3136900 w 8328269"/>
              <a:gd name="connsiteY4" fmla="*/ 0 h 6896100"/>
              <a:gd name="connsiteX0" fmla="*/ 3251200 w 8442569"/>
              <a:gd name="connsiteY0" fmla="*/ 0 h 6883400"/>
              <a:gd name="connsiteX1" fmla="*/ 8442569 w 8442569"/>
              <a:gd name="connsiteY1" fmla="*/ 36146 h 6883400"/>
              <a:gd name="connsiteX2" fmla="*/ 8442569 w 8442569"/>
              <a:gd name="connsiteY2" fmla="*/ 6870700 h 6883400"/>
              <a:gd name="connsiteX3" fmla="*/ 0 w 8442569"/>
              <a:gd name="connsiteY3" fmla="*/ 6883400 h 6883400"/>
              <a:gd name="connsiteX4" fmla="*/ 3251200 w 8442569"/>
              <a:gd name="connsiteY4" fmla="*/ 0 h 6883400"/>
              <a:gd name="connsiteX0" fmla="*/ 3251200 w 8442569"/>
              <a:gd name="connsiteY0" fmla="*/ 0 h 6870700"/>
              <a:gd name="connsiteX1" fmla="*/ 8442569 w 8442569"/>
              <a:gd name="connsiteY1" fmla="*/ 36146 h 6870700"/>
              <a:gd name="connsiteX2" fmla="*/ 8442569 w 8442569"/>
              <a:gd name="connsiteY2" fmla="*/ 6870700 h 6870700"/>
              <a:gd name="connsiteX3" fmla="*/ 0 w 8442569"/>
              <a:gd name="connsiteY3" fmla="*/ 6858000 h 6870700"/>
              <a:gd name="connsiteX4" fmla="*/ 3251200 w 8442569"/>
              <a:gd name="connsiteY4" fmla="*/ 0 h 6870700"/>
              <a:gd name="connsiteX0" fmla="*/ 3251200 w 8442569"/>
              <a:gd name="connsiteY0" fmla="*/ 5183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51200 w 8442569"/>
              <a:gd name="connsiteY4" fmla="*/ 5183 h 6875883"/>
              <a:gd name="connsiteX0" fmla="*/ 3246866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246866 w 8442569"/>
              <a:gd name="connsiteY4" fmla="*/ 9525 h 6875883"/>
              <a:gd name="connsiteX0" fmla="*/ 3331709 w 8442569"/>
              <a:gd name="connsiteY0" fmla="*/ 9525 h 6875883"/>
              <a:gd name="connsiteX1" fmla="*/ 8442569 w 8442569"/>
              <a:gd name="connsiteY1" fmla="*/ 0 h 6875883"/>
              <a:gd name="connsiteX2" fmla="*/ 8442569 w 8442569"/>
              <a:gd name="connsiteY2" fmla="*/ 6875883 h 6875883"/>
              <a:gd name="connsiteX3" fmla="*/ 0 w 8442569"/>
              <a:gd name="connsiteY3" fmla="*/ 6863183 h 6875883"/>
              <a:gd name="connsiteX4" fmla="*/ 3331709 w 8442569"/>
              <a:gd name="connsiteY4" fmla="*/ 9525 h 6875883"/>
              <a:gd name="connsiteX0" fmla="*/ 3237438 w 8348298"/>
              <a:gd name="connsiteY0" fmla="*/ 9525 h 6882072"/>
              <a:gd name="connsiteX1" fmla="*/ 8348298 w 8348298"/>
              <a:gd name="connsiteY1" fmla="*/ 0 h 6882072"/>
              <a:gd name="connsiteX2" fmla="*/ 8348298 w 8348298"/>
              <a:gd name="connsiteY2" fmla="*/ 6875883 h 6882072"/>
              <a:gd name="connsiteX3" fmla="*/ 0 w 8348298"/>
              <a:gd name="connsiteY3" fmla="*/ 6882072 h 6882072"/>
              <a:gd name="connsiteX4" fmla="*/ 3237438 w 8348298"/>
              <a:gd name="connsiteY4" fmla="*/ 9525 h 6882072"/>
              <a:gd name="connsiteX0" fmla="*/ 3228011 w 8338871"/>
              <a:gd name="connsiteY0" fmla="*/ 9525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28011 w 8338871"/>
              <a:gd name="connsiteY4" fmla="*/ 9525 h 6882072"/>
              <a:gd name="connsiteX0" fmla="*/ 3236638 w 8338871"/>
              <a:gd name="connsiteY0" fmla="*/ 13846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36638 w 8338871"/>
              <a:gd name="connsiteY4" fmla="*/ 13846 h 6882072"/>
              <a:gd name="connsiteX0" fmla="*/ 3245265 w 8338871"/>
              <a:gd name="connsiteY0" fmla="*/ 5204 h 6882072"/>
              <a:gd name="connsiteX1" fmla="*/ 8338871 w 8338871"/>
              <a:gd name="connsiteY1" fmla="*/ 0 h 6882072"/>
              <a:gd name="connsiteX2" fmla="*/ 8338871 w 8338871"/>
              <a:gd name="connsiteY2" fmla="*/ 6875883 h 6882072"/>
              <a:gd name="connsiteX3" fmla="*/ 0 w 8338871"/>
              <a:gd name="connsiteY3" fmla="*/ 6882072 h 6882072"/>
              <a:gd name="connsiteX4" fmla="*/ 3245265 w 8338871"/>
              <a:gd name="connsiteY4" fmla="*/ 5204 h 6882072"/>
              <a:gd name="connsiteX0" fmla="*/ 3236639 w 8330245"/>
              <a:gd name="connsiteY0" fmla="*/ 5204 h 6875883"/>
              <a:gd name="connsiteX1" fmla="*/ 8330245 w 8330245"/>
              <a:gd name="connsiteY1" fmla="*/ 0 h 6875883"/>
              <a:gd name="connsiteX2" fmla="*/ 8330245 w 8330245"/>
              <a:gd name="connsiteY2" fmla="*/ 6875883 h 6875883"/>
              <a:gd name="connsiteX3" fmla="*/ 0 w 8330245"/>
              <a:gd name="connsiteY3" fmla="*/ 6873430 h 6875883"/>
              <a:gd name="connsiteX4" fmla="*/ 3236639 w 8330245"/>
              <a:gd name="connsiteY4" fmla="*/ 5204 h 6875883"/>
              <a:gd name="connsiteX0" fmla="*/ 3236639 w 8330245"/>
              <a:gd name="connsiteY0" fmla="*/ 0 h 6890170"/>
              <a:gd name="connsiteX1" fmla="*/ 8330245 w 8330245"/>
              <a:gd name="connsiteY1" fmla="*/ 14287 h 6890170"/>
              <a:gd name="connsiteX2" fmla="*/ 8330245 w 8330245"/>
              <a:gd name="connsiteY2" fmla="*/ 6890170 h 6890170"/>
              <a:gd name="connsiteX3" fmla="*/ 0 w 8330245"/>
              <a:gd name="connsiteY3" fmla="*/ 6887717 h 6890170"/>
              <a:gd name="connsiteX4" fmla="*/ 3236639 w 8330245"/>
              <a:gd name="connsiteY4" fmla="*/ 0 h 6890170"/>
              <a:gd name="connsiteX0" fmla="*/ 3256095 w 8349701"/>
              <a:gd name="connsiteY0" fmla="*/ 0 h 6890170"/>
              <a:gd name="connsiteX1" fmla="*/ 8349701 w 8349701"/>
              <a:gd name="connsiteY1" fmla="*/ 14287 h 6890170"/>
              <a:gd name="connsiteX2" fmla="*/ 8349701 w 8349701"/>
              <a:gd name="connsiteY2" fmla="*/ 6890170 h 6890170"/>
              <a:gd name="connsiteX3" fmla="*/ 0 w 8349701"/>
              <a:gd name="connsiteY3" fmla="*/ 6887717 h 6890170"/>
              <a:gd name="connsiteX4" fmla="*/ 3256095 w 8349701"/>
              <a:gd name="connsiteY4" fmla="*/ 0 h 689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9701" h="6890170">
                <a:moveTo>
                  <a:pt x="3256095" y="0"/>
                </a:moveTo>
                <a:lnTo>
                  <a:pt x="8349701" y="14287"/>
                </a:lnTo>
                <a:lnTo>
                  <a:pt x="8349701" y="6890170"/>
                </a:lnTo>
                <a:lnTo>
                  <a:pt x="0" y="6887717"/>
                </a:lnTo>
                <a:lnTo>
                  <a:pt x="3256095" y="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b="0" i="0" dirty="0">
              <a:latin typeface="Plus Jakarta Sans ExtraBold" pitchFamily="2" charset="0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1405684-ADF6-FD30-E6FA-B5A8DEFA76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7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06DEDB-DE31-CDDB-F6FF-D7755682FD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3515" y="2072687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02.</a:t>
            </a:r>
            <a:endParaRPr lang="en-SG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4681DB0-8D8F-63A1-6226-726520C434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30532" y="2072687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D08F871-9569-BDFB-3CF4-477D35A4B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515" y="2576666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03.</a:t>
            </a:r>
            <a:endParaRPr lang="en-SG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D4745E-DF39-9D3E-A7A5-0FB0EB84B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0532" y="2576666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8AB178ED-BC12-43CC-7F9C-BC532C9E30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3515" y="3080645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04.</a:t>
            </a:r>
            <a:endParaRPr lang="en-SG" dirty="0"/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CE5F77B2-974D-B583-5166-9A63B3F0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0532" y="3080645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7C6B9B5A-C66C-A070-D92E-F4E9EB9E04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515" y="3584624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05.</a:t>
            </a:r>
            <a:endParaRPr lang="en-SG" dirty="0"/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F985B450-44C5-AB54-25BC-2FDA0E0F5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0532" y="3584624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57F48770-C25D-48DF-D9D6-669ACFADE6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515" y="4088603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06.</a:t>
            </a:r>
            <a:endParaRPr lang="en-SG" dirty="0"/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E4FB2187-E8CB-9D0A-A5F5-C3AB72A229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0532" y="4088603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B8E7C83E-8BB9-BC48-6F87-9BFFDEC458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515" y="4592582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07.</a:t>
            </a:r>
            <a:endParaRPr lang="en-SG" dirty="0"/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3CF6143F-5DDC-133E-CEAE-7A799E3C1C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0532" y="4592582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0A79C43C-0C17-F88E-B99D-1590289AB4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515" y="1568708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20DCBF6C-A313-1CB3-16F5-5710EE3F4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0532" y="1568708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1E91CD6F-3721-2993-8E1A-F92839D96F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515" y="5096562"/>
            <a:ext cx="613717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08.</a:t>
            </a:r>
            <a:endParaRPr lang="en-SG" dirty="0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EEE62C0A-46DE-3BDD-D7C6-4287B81BFA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30532" y="5096562"/>
            <a:ext cx="4098322" cy="34658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 Case | 18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1E89B6-0DA3-AEB0-EB9C-38E4527CBF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4958EA6-1748-71E2-A155-8B27E339A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6A4ED0F-3476-0BBE-8230-B6A9B6E01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88006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+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E532679-06E0-A305-CBC0-F71AE6DDB4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  <a:lvl2pPr marL="457200" indent="0" algn="r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 	Picture			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2326A7-8807-7D66-E891-5366B5549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solidFill>
                  <a:schemeClr val="tx1"/>
                </a:solidFill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850F23DF-33DD-1501-9394-B1C1F18AEA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2804" y="1513277"/>
            <a:ext cx="3175000" cy="5189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14725"/>
              </a:prstClr>
            </a:outerShdw>
          </a:effectLst>
        </p:spPr>
        <p:txBody>
          <a:bodyPr/>
          <a:lstStyle>
            <a:lvl1pPr marL="0" indent="0">
              <a:buNone/>
              <a:defRPr sz="3200" b="1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Game Name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F04285-A250-B08B-BECD-AD32C62D7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5E3E39F-D741-38B4-C462-3070C4CB9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8D7076-78B6-365D-CA03-91BFDD98A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8834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with Game Logo +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E532679-06E0-A305-CBC0-F71AE6DDB4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/>
            </a:lvl1pPr>
            <a:lvl2pPr marL="457200" indent="0" algn="r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 	Picture		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569A16-0EAA-3790-448E-69D821217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779380DF-98EB-8778-FBFB-04105185B7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26967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solidFill>
                  <a:schemeClr val="tx1"/>
                </a:solidFill>
                <a:effectLst/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1ED5C85-8AFD-BCD1-2830-E1FF349628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82613" y="1176067"/>
            <a:ext cx="2757487" cy="850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Game Logo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980236-8A4F-D9F4-1BF1-355E50BFA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F4EFBD2-3BF6-8FF5-603D-C2429029B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47082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text, dark, lit, display&#10;&#10;Description automatically generated">
            <a:extLst>
              <a:ext uri="{FF2B5EF4-FFF2-40B4-BE49-F238E27FC236}">
                <a16:creationId xmlns:a16="http://schemas.microsoft.com/office/drawing/2014/main" id="{9C8C1F85-021B-2CB8-7BC7-41E05B489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186"/>
          <a:stretch/>
        </p:blipFill>
        <p:spPr>
          <a:xfrm>
            <a:off x="2307113" y="0"/>
            <a:ext cx="9884887" cy="6858000"/>
          </a:xfrm>
          <a:prstGeom prst="rect">
            <a:avLst/>
          </a:prstGeom>
        </p:spPr>
      </p:pic>
      <p:pic>
        <p:nvPicPr>
          <p:cNvPr id="17" name="Picture 16" descr="A picture containing text, table, indoor&#10;&#10;Description automatically generated">
            <a:extLst>
              <a:ext uri="{FF2B5EF4-FFF2-40B4-BE49-F238E27FC236}">
                <a16:creationId xmlns:a16="http://schemas.microsoft.com/office/drawing/2014/main" id="{00C1A983-0599-1502-1EBD-01EF4162C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3690" y="1139252"/>
            <a:ext cx="4828310" cy="57187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6FDC72-12D4-118A-276A-4C9AA1C77F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FE612E0-78A4-CBAB-BFFB-CCEC8CA959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solidFill>
                  <a:schemeClr val="tx1"/>
                </a:solidFill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3ED76FA-1140-3E51-860A-5332A344B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99BDEA1-46F1-7D98-D2F1-AB3255A8D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3842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text, dark, lit, display&#10;&#10;Description automatically generated">
            <a:extLst>
              <a:ext uri="{FF2B5EF4-FFF2-40B4-BE49-F238E27FC236}">
                <a16:creationId xmlns:a16="http://schemas.microsoft.com/office/drawing/2014/main" id="{9C8C1F85-021B-2CB8-7BC7-41E05B489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186"/>
          <a:stretch/>
        </p:blipFill>
        <p:spPr>
          <a:xfrm>
            <a:off x="2307113" y="0"/>
            <a:ext cx="9884887" cy="6858000"/>
          </a:xfrm>
          <a:prstGeom prst="rect">
            <a:avLst/>
          </a:prstGeom>
        </p:spPr>
      </p:pic>
      <p:pic>
        <p:nvPicPr>
          <p:cNvPr id="17" name="Picture 16" descr="A picture containing text, table, indoor&#10;&#10;Description automatically generated">
            <a:extLst>
              <a:ext uri="{FF2B5EF4-FFF2-40B4-BE49-F238E27FC236}">
                <a16:creationId xmlns:a16="http://schemas.microsoft.com/office/drawing/2014/main" id="{00C1A983-0599-1502-1EBD-01EF4162C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3690" y="1139252"/>
            <a:ext cx="4828310" cy="57187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4CE6A3-57B3-90F3-E56D-E47FAAA7C3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65CDDF6-DB6C-DC2F-E646-35323450F3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804" y="2032261"/>
            <a:ext cx="5513196" cy="29818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0000" b="1" i="0">
                <a:solidFill>
                  <a:schemeClr val="tx1"/>
                </a:solidFill>
                <a:latin typeface="Antonio" pitchFamily="2" charset="77"/>
              </a:defRPr>
            </a:lvl1pPr>
            <a:lvl2pPr>
              <a:defRPr sz="10000" b="1">
                <a:latin typeface="Antonio" pitchFamily="2" charset="0"/>
              </a:defRPr>
            </a:lvl2pPr>
            <a:lvl3pPr>
              <a:defRPr sz="10000" b="1">
                <a:latin typeface="Antonio" pitchFamily="2" charset="0"/>
              </a:defRPr>
            </a:lvl3pPr>
            <a:lvl4pPr>
              <a:defRPr sz="10000" b="1">
                <a:latin typeface="Antonio" pitchFamily="2" charset="0"/>
              </a:defRPr>
            </a:lvl4pPr>
            <a:lvl5pPr>
              <a:defRPr sz="10000" b="1">
                <a:latin typeface="Antonio" pitchFamily="2" charset="0"/>
              </a:defRPr>
            </a:lvl5pPr>
          </a:lstStyle>
          <a:p>
            <a:pPr lvl="0"/>
            <a:r>
              <a:rPr lang="en-US" dirty="0"/>
              <a:t>ANTONIO</a:t>
            </a:r>
          </a:p>
          <a:p>
            <a:pPr lvl="0"/>
            <a:r>
              <a:rPr lang="en-US" dirty="0"/>
              <a:t>100 PT (B)</a:t>
            </a:r>
            <a:endParaRPr lang="en-SG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B6FBEF86-EA20-01D5-32B5-46EF757136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1495169"/>
            <a:ext cx="972065" cy="5189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01.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C31FF4-8846-3A56-C562-38EA0C961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3BD02-6D05-0B9D-613C-1BF5BCAC9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4650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D0524-1E97-2A4F-AEBD-4F5796E06F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812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A6A40E-8727-BEF0-B105-5557B98E14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72D5108-705D-68DC-15AF-8736E2F45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2333F23-9ACB-C875-64C1-B1E3EDCEC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01676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46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225118"/>
            <a:ext cx="11490325" cy="271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/14 </a:t>
            </a:r>
            <a:r>
              <a:rPr lang="en-US" dirty="0" err="1"/>
              <a:t>pt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4CCDFFE-5587-241E-0CED-5D53EB308E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421BFD-CB32-FCAD-6A08-EC99761E0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5CF8BD3-7CE9-A4E1-41C8-6559C8775DD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3" y="1641764"/>
            <a:ext cx="11490325" cy="47174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1885950" algn="l"/>
              </a:tabLst>
              <a:defRPr sz="1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Char char="•"/>
              <a:tabLst>
                <a:tab pos="1885950" algn="l"/>
              </a:tabLst>
              <a:defRPr sz="1400" b="0"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Char char="•"/>
              <a:tabLst>
                <a:tab pos="1885950" algn="l"/>
              </a:tabLst>
              <a:defRPr sz="1400" b="0">
                <a:solidFill>
                  <a:schemeClr val="tx1"/>
                </a:solidFill>
              </a:defRPr>
            </a:lvl3pPr>
            <a:lvl4pPr marL="1371600" indent="0">
              <a:buFont typeface="Arial" panose="020B0604020202020204" pitchFamily="34" charset="0"/>
              <a:buChar char="•"/>
              <a:tabLst>
                <a:tab pos="1885950" algn="l"/>
              </a:tabLst>
              <a:defRPr sz="1400" b="0">
                <a:solidFill>
                  <a:schemeClr val="tx1"/>
                </a:solidFill>
              </a:defRPr>
            </a:lvl4pPr>
            <a:lvl5pPr marL="1828800" indent="0">
              <a:buNone/>
              <a:tabLst>
                <a:tab pos="1885950" algn="l"/>
              </a:tabLst>
              <a:defRPr sz="1400" b="0">
                <a:solidFill>
                  <a:schemeClr val="tx1"/>
                </a:solidFill>
              </a:defRPr>
            </a:lvl5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Body Copy | 14/12 pt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 </a:t>
            </a:r>
            <a:r>
              <a:rPr lang="en-SG" dirty="0" err="1"/>
              <a:t>Pellentesque</a:t>
            </a:r>
            <a:r>
              <a:rPr lang="en-SG" dirty="0"/>
              <a:t> </a:t>
            </a:r>
            <a:r>
              <a:rPr lang="en-SG" dirty="0" err="1"/>
              <a:t>lectus</a:t>
            </a:r>
            <a:r>
              <a:rPr lang="en-SG" dirty="0"/>
              <a:t> </a:t>
            </a:r>
            <a:r>
              <a:rPr lang="en-SG" dirty="0" err="1"/>
              <a:t>urna</a:t>
            </a:r>
            <a:r>
              <a:rPr lang="en-SG" dirty="0"/>
              <a:t>, </a:t>
            </a:r>
            <a:r>
              <a:rPr lang="en-SG" dirty="0" err="1"/>
              <a:t>sollicitudin</a:t>
            </a:r>
            <a:r>
              <a:rPr lang="en-SG" dirty="0"/>
              <a:t> </a:t>
            </a:r>
            <a:r>
              <a:rPr lang="en-SG" dirty="0" err="1"/>
              <a:t>eget</a:t>
            </a:r>
            <a:r>
              <a:rPr lang="en-SG" dirty="0"/>
              <a:t> pulvinar at,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ut</a:t>
            </a:r>
            <a:r>
              <a:rPr lang="en-SG" dirty="0"/>
              <a:t> eros. </a:t>
            </a:r>
            <a:r>
              <a:rPr lang="en-SG" dirty="0" err="1"/>
              <a:t>Interdum</a:t>
            </a:r>
            <a:r>
              <a:rPr lang="en-SG" dirty="0"/>
              <a:t> et </a:t>
            </a:r>
            <a:r>
              <a:rPr lang="en-SG" dirty="0" err="1"/>
              <a:t>malesuada</a:t>
            </a:r>
            <a:r>
              <a:rPr lang="en-SG" dirty="0"/>
              <a:t> fames ac ante ipsum </a:t>
            </a:r>
            <a:r>
              <a:rPr lang="en-SG" dirty="0" err="1"/>
              <a:t>primis</a:t>
            </a:r>
            <a:r>
              <a:rPr lang="en-SG" dirty="0"/>
              <a:t> in </a:t>
            </a:r>
            <a:r>
              <a:rPr lang="en-SG" dirty="0" err="1"/>
              <a:t>faucibus</a:t>
            </a:r>
            <a:r>
              <a:rPr lang="en-SG" dirty="0"/>
              <a:t>. </a:t>
            </a:r>
            <a:r>
              <a:rPr lang="en-SG" dirty="0" err="1"/>
              <a:t>Phasellus</a:t>
            </a:r>
            <a:r>
              <a:rPr lang="en-SG" dirty="0"/>
              <a:t> </a:t>
            </a:r>
            <a:r>
              <a:rPr lang="en-SG" dirty="0" err="1"/>
              <a:t>pellentesque</a:t>
            </a:r>
            <a:r>
              <a:rPr lang="en-SG" dirty="0"/>
              <a:t> </a:t>
            </a:r>
            <a:r>
              <a:rPr lang="en-SG" dirty="0" err="1"/>
              <a:t>tellus</a:t>
            </a:r>
            <a:r>
              <a:rPr lang="en-SG" dirty="0"/>
              <a:t> a </a:t>
            </a:r>
            <a:r>
              <a:rPr lang="en-SG" dirty="0" err="1"/>
              <a:t>dapibus</a:t>
            </a:r>
            <a:r>
              <a:rPr lang="en-SG" dirty="0"/>
              <a:t> tempus. Maecenas auctor </a:t>
            </a:r>
            <a:r>
              <a:rPr lang="en-SG" dirty="0" err="1"/>
              <a:t>leo</a:t>
            </a:r>
            <a:r>
              <a:rPr lang="en-SG" dirty="0"/>
              <a:t> </a:t>
            </a:r>
            <a:r>
              <a:rPr lang="en-SG" dirty="0" err="1"/>
              <a:t>vel</a:t>
            </a:r>
            <a:r>
              <a:rPr lang="en-SG" dirty="0"/>
              <a:t> gravida </a:t>
            </a:r>
            <a:r>
              <a:rPr lang="en-SG" dirty="0" err="1"/>
              <a:t>condimentum</a:t>
            </a:r>
            <a:r>
              <a:rPr lang="en-SG" dirty="0"/>
              <a:t>. </a:t>
            </a:r>
            <a:r>
              <a:rPr lang="en-SG" dirty="0" err="1"/>
              <a:t>Curabitur</a:t>
            </a:r>
            <a:r>
              <a:rPr lang="en-SG" dirty="0"/>
              <a:t> </a:t>
            </a:r>
            <a:r>
              <a:rPr lang="en-SG" dirty="0" err="1"/>
              <a:t>luctus</a:t>
            </a:r>
            <a:r>
              <a:rPr lang="en-SG" dirty="0"/>
              <a:t> </a:t>
            </a:r>
            <a:r>
              <a:rPr lang="en-SG" dirty="0" err="1"/>
              <a:t>condimentum</a:t>
            </a:r>
            <a:r>
              <a:rPr lang="en-SG" dirty="0"/>
              <a:t> ex </a:t>
            </a:r>
            <a:r>
              <a:rPr lang="en-SG" dirty="0" err="1"/>
              <a:t>vehicula</a:t>
            </a:r>
            <a:r>
              <a:rPr lang="en-SG" dirty="0"/>
              <a:t> </a:t>
            </a:r>
            <a:r>
              <a:rPr lang="en-SG" dirty="0" err="1"/>
              <a:t>commodo</a:t>
            </a:r>
            <a:r>
              <a:rPr lang="en-SG" dirty="0"/>
              <a:t>. Class </a:t>
            </a:r>
            <a:r>
              <a:rPr lang="en-SG" dirty="0" err="1"/>
              <a:t>aptent</a:t>
            </a:r>
            <a:r>
              <a:rPr lang="en-SG" dirty="0"/>
              <a:t> </a:t>
            </a:r>
            <a:r>
              <a:rPr lang="en-SG" dirty="0" err="1"/>
              <a:t>taciti</a:t>
            </a:r>
            <a:r>
              <a:rPr lang="en-SG" dirty="0"/>
              <a:t> </a:t>
            </a:r>
            <a:r>
              <a:rPr lang="en-SG" dirty="0" err="1"/>
              <a:t>sociosqu</a:t>
            </a:r>
            <a:r>
              <a:rPr lang="en-SG" dirty="0"/>
              <a:t> ad </a:t>
            </a:r>
            <a:r>
              <a:rPr lang="en-SG" dirty="0" err="1"/>
              <a:t>litora</a:t>
            </a:r>
            <a:r>
              <a:rPr lang="en-SG" dirty="0"/>
              <a:t> </a:t>
            </a:r>
            <a:r>
              <a:rPr lang="en-SG" dirty="0" err="1"/>
              <a:t>torquent</a:t>
            </a:r>
            <a:r>
              <a:rPr lang="en-SG" dirty="0"/>
              <a:t> per </a:t>
            </a:r>
            <a:r>
              <a:rPr lang="en-SG" dirty="0" err="1"/>
              <a:t>conubia</a:t>
            </a:r>
            <a:r>
              <a:rPr lang="en-SG" dirty="0"/>
              <a:t> nostra, per </a:t>
            </a:r>
            <a:r>
              <a:rPr lang="en-SG" dirty="0" err="1"/>
              <a:t>inceptos</a:t>
            </a:r>
            <a:r>
              <a:rPr lang="en-SG" dirty="0"/>
              <a:t> </a:t>
            </a:r>
            <a:r>
              <a:rPr lang="en-SG" dirty="0" err="1"/>
              <a:t>himenaeos</a:t>
            </a:r>
            <a:r>
              <a:rPr lang="en-SG" dirty="0"/>
              <a:t>. 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 .</a:t>
            </a:r>
          </a:p>
          <a:p>
            <a:pPr marL="1657350" marR="0" lvl="3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  <a:p>
            <a:pPr marL="2114550" marR="0" lvl="4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78F3B93-17EF-30FD-48B5-860389A14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3BE9F-3B13-02FE-E5E6-21E21ACC2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1552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mmar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1225118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F4A5B4A-971E-762C-F92E-460B971C9F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4964" y="3189000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CF517F1-F240-5F6F-EC1B-35404517BD5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72082" y="1225118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21FB94D-A01D-9A51-D5F8-B6CBBE0CB12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72082" y="3189000"/>
            <a:ext cx="5461000" cy="2711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able Placeholder 16">
            <a:extLst>
              <a:ext uri="{FF2B5EF4-FFF2-40B4-BE49-F238E27FC236}">
                <a16:creationId xmlns:a16="http://schemas.microsoft.com/office/drawing/2014/main" id="{D38A2B8C-84B7-C1CA-C84F-807B5AE6053B}"/>
              </a:ext>
            </a:extLst>
          </p:cNvPr>
          <p:cNvSpPr>
            <a:spLocks noGrp="1"/>
          </p:cNvSpPr>
          <p:nvPr>
            <p:ph type="tbl" sz="quarter" idx="50" hasCustomPrompt="1"/>
          </p:nvPr>
        </p:nvSpPr>
        <p:spPr>
          <a:xfrm>
            <a:off x="6372225" y="3542292"/>
            <a:ext cx="5461000" cy="263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Table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E11ABC4-ED36-22E2-0C99-856BB73B81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F62295-CCE1-C5EC-E911-DC003CEF4D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9C85C12-C443-080E-AACD-AC471992632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4964" y="1578409"/>
            <a:ext cx="5461000" cy="13518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Body Copy | 14/12 pt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Maecenas auctor </a:t>
            </a:r>
            <a:r>
              <a:rPr lang="en-SG" dirty="0" err="1"/>
              <a:t>leo</a:t>
            </a:r>
            <a:r>
              <a:rPr lang="en-SG" dirty="0"/>
              <a:t> </a:t>
            </a:r>
            <a:r>
              <a:rPr lang="en-SG" dirty="0" err="1"/>
              <a:t>vel</a:t>
            </a:r>
            <a:r>
              <a:rPr lang="en-SG" dirty="0"/>
              <a:t> gravida </a:t>
            </a:r>
            <a:r>
              <a:rPr lang="en-SG" dirty="0" err="1"/>
              <a:t>condimentum</a:t>
            </a:r>
            <a:r>
              <a:rPr lang="en-SG" dirty="0"/>
              <a:t>. </a:t>
            </a:r>
            <a:r>
              <a:rPr lang="en-SG" dirty="0" err="1"/>
              <a:t>Curabitur</a:t>
            </a:r>
            <a:r>
              <a:rPr lang="en-SG" dirty="0"/>
              <a:t> </a:t>
            </a:r>
            <a:r>
              <a:rPr lang="en-SG" dirty="0" err="1"/>
              <a:t>luctus</a:t>
            </a:r>
            <a:r>
              <a:rPr lang="en-SG" dirty="0"/>
              <a:t> </a:t>
            </a:r>
            <a:r>
              <a:rPr lang="en-SG" dirty="0" err="1"/>
              <a:t>condimentum</a:t>
            </a:r>
            <a:r>
              <a:rPr lang="en-SG" dirty="0"/>
              <a:t> ex </a:t>
            </a:r>
            <a:r>
              <a:rPr lang="en-SG" dirty="0" err="1"/>
              <a:t>vehicula</a:t>
            </a:r>
            <a:r>
              <a:rPr lang="en-SG" dirty="0"/>
              <a:t> </a:t>
            </a:r>
            <a:r>
              <a:rPr lang="en-SG" dirty="0" err="1"/>
              <a:t>commodo</a:t>
            </a:r>
            <a:r>
              <a:rPr lang="en-SG" dirty="0"/>
              <a:t>. Class </a:t>
            </a:r>
            <a:r>
              <a:rPr lang="en-SG" dirty="0" err="1"/>
              <a:t>aptent</a:t>
            </a:r>
            <a:r>
              <a:rPr lang="en-SG" dirty="0"/>
              <a:t> </a:t>
            </a:r>
            <a:r>
              <a:rPr lang="en-SG" dirty="0" err="1"/>
              <a:t>taciti</a:t>
            </a:r>
            <a:r>
              <a:rPr lang="en-SG" dirty="0"/>
              <a:t> </a:t>
            </a:r>
            <a:r>
              <a:rPr lang="en-SG" dirty="0" err="1"/>
              <a:t>sociosqu</a:t>
            </a:r>
            <a:r>
              <a:rPr lang="en-SG" dirty="0"/>
              <a:t> ad </a:t>
            </a:r>
            <a:r>
              <a:rPr lang="en-SG" dirty="0" err="1"/>
              <a:t>litora</a:t>
            </a:r>
            <a:r>
              <a:rPr lang="en-SG" dirty="0"/>
              <a:t> </a:t>
            </a:r>
            <a:r>
              <a:rPr lang="en-SG" dirty="0" err="1"/>
              <a:t>torquent</a:t>
            </a:r>
            <a:r>
              <a:rPr lang="en-SG" dirty="0"/>
              <a:t> per </a:t>
            </a:r>
            <a:r>
              <a:rPr lang="en-SG" dirty="0" err="1"/>
              <a:t>conubia</a:t>
            </a:r>
            <a:r>
              <a:rPr lang="en-SG" dirty="0"/>
              <a:t> nostra, per </a:t>
            </a:r>
            <a:r>
              <a:rPr lang="en-SG" dirty="0" err="1"/>
              <a:t>inceptos</a:t>
            </a:r>
            <a:r>
              <a:rPr lang="en-SG" dirty="0"/>
              <a:t> </a:t>
            </a:r>
            <a:r>
              <a:rPr lang="en-SG" dirty="0" err="1"/>
              <a:t>himenaeos</a:t>
            </a:r>
            <a:r>
              <a:rPr lang="en-SG" dirty="0"/>
              <a:t>. 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  <a:endParaRPr lang="en-US" dirty="0"/>
          </a:p>
          <a:p>
            <a:pPr marL="5715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SG" dirty="0"/>
              <a:t>Lorem ipsum </a:t>
            </a:r>
            <a:r>
              <a:rPr lang="en-SG" dirty="0" err="1"/>
              <a:t>dolor</a:t>
            </a:r>
            <a:r>
              <a:rPr lang="en-SG" dirty="0"/>
              <a:t> sit </a:t>
            </a:r>
            <a:r>
              <a:rPr lang="en-SG" dirty="0" err="1"/>
              <a:t>amet</a:t>
            </a:r>
            <a:r>
              <a:rPr lang="en-SG" dirty="0"/>
              <a:t>, </a:t>
            </a:r>
            <a:r>
              <a:rPr lang="en-SG" dirty="0" err="1"/>
              <a:t>consectetur</a:t>
            </a:r>
            <a:r>
              <a:rPr lang="en-SG" dirty="0"/>
              <a:t> </a:t>
            </a:r>
            <a:r>
              <a:rPr lang="en-SG" dirty="0" err="1"/>
              <a:t>adipiscing</a:t>
            </a:r>
            <a:r>
              <a:rPr lang="en-SG" dirty="0"/>
              <a:t> </a:t>
            </a:r>
            <a:r>
              <a:rPr lang="en-SG" dirty="0" err="1"/>
              <a:t>elit</a:t>
            </a:r>
            <a:r>
              <a:rPr lang="en-SG" dirty="0"/>
              <a:t>.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AD51D46-4D3C-2CE3-5137-13EC1290D8F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4964" y="3542291"/>
            <a:ext cx="5461000" cy="2634066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200" b="0">
                <a:solidFill>
                  <a:schemeClr val="tx1"/>
                </a:solidFill>
              </a:defRPr>
            </a:lvl3pPr>
            <a:lvl4pPr marL="1371600" indent="0">
              <a:buNone/>
              <a:defRPr sz="1200" b="0">
                <a:solidFill>
                  <a:schemeClr val="tx1"/>
                </a:solidFill>
              </a:defRPr>
            </a:lvl4pPr>
            <a:lvl5pPr marL="1828800" indent="0"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Body Copy | 12 pt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marL="457200" marR="0" lvl="1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371600" marR="0" lvl="3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000250" marR="0" lvl="4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301A878-7D78-58BC-810E-33139120983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082" y="1578409"/>
            <a:ext cx="5461000" cy="135182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AE43942-AD12-B91B-5BFC-07404E3C1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1F6C94F-469C-89AF-F7CB-17C1166FD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2804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Option Col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C3F3BC-8D48-FC5E-9866-BDF81F40EE1F}"/>
              </a:ext>
            </a:extLst>
          </p:cNvPr>
          <p:cNvSpPr/>
          <p:nvPr userDrawn="1"/>
        </p:nvSpPr>
        <p:spPr>
          <a:xfrm>
            <a:off x="44616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3D84D-E5BA-2681-84D9-54E2CB83D4F1}"/>
              </a:ext>
            </a:extLst>
          </p:cNvPr>
          <p:cNvSpPr/>
          <p:nvPr userDrawn="1"/>
        </p:nvSpPr>
        <p:spPr>
          <a:xfrm>
            <a:off x="446162" y="2008272"/>
            <a:ext cx="2792525" cy="4174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3B928C-F1B9-6720-F010-9A280A5215CA}"/>
              </a:ext>
            </a:extLst>
          </p:cNvPr>
          <p:cNvSpPr/>
          <p:nvPr userDrawn="1"/>
        </p:nvSpPr>
        <p:spPr>
          <a:xfrm>
            <a:off x="330840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D2652-6968-4015-92A4-1F061275B806}"/>
              </a:ext>
            </a:extLst>
          </p:cNvPr>
          <p:cNvSpPr/>
          <p:nvPr userDrawn="1"/>
        </p:nvSpPr>
        <p:spPr>
          <a:xfrm>
            <a:off x="3308402" y="2008272"/>
            <a:ext cx="2792525" cy="4174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CA4CB3-8F85-EF0A-1CDB-10EA14B081F2}"/>
              </a:ext>
            </a:extLst>
          </p:cNvPr>
          <p:cNvSpPr/>
          <p:nvPr userDrawn="1"/>
        </p:nvSpPr>
        <p:spPr>
          <a:xfrm>
            <a:off x="6170642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D9DAAC-8152-9FAB-90BC-FCD7AF24B54E}"/>
              </a:ext>
            </a:extLst>
          </p:cNvPr>
          <p:cNvSpPr/>
          <p:nvPr userDrawn="1"/>
        </p:nvSpPr>
        <p:spPr>
          <a:xfrm>
            <a:off x="6170642" y="2008272"/>
            <a:ext cx="2792525" cy="4174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11AE64-E58D-2B5F-46DB-2A02B20350BB}"/>
              </a:ext>
            </a:extLst>
          </p:cNvPr>
          <p:cNvSpPr/>
          <p:nvPr userDrawn="1"/>
        </p:nvSpPr>
        <p:spPr>
          <a:xfrm>
            <a:off x="9032883" y="1252603"/>
            <a:ext cx="2792525" cy="755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7C5071-5A2F-88BF-BFD3-95126238BC76}"/>
              </a:ext>
            </a:extLst>
          </p:cNvPr>
          <p:cNvSpPr/>
          <p:nvPr userDrawn="1"/>
        </p:nvSpPr>
        <p:spPr>
          <a:xfrm>
            <a:off x="9032883" y="2008272"/>
            <a:ext cx="2792525" cy="4174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6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C39897C-B309-43FB-B437-A6F505F48C2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11055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51F037C-E9F2-9B4D-36A6-E87FA74C12A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71821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7CAAAAA3-9CAD-2E2C-5CCC-05F48E23E92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19523" y="1339900"/>
            <a:ext cx="2597860" cy="572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514B12B-365D-DBE5-0C71-6D5C6E8EBF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412D4-7010-D2B9-16B8-61079CC76D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653AD85-6008-6429-B29F-D94159FCE84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226" y="2183287"/>
            <a:ext cx="2597860" cy="37733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914400" indent="0"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E9F536C-E273-9B0E-CA49-AE3923D7960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11055" y="2183287"/>
            <a:ext cx="2597860" cy="377337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914400" indent="0"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pt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F6AD5CB-008E-ACD3-D8FF-7823411CB0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71821" y="2183287"/>
            <a:ext cx="2597860" cy="377337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914400" indent="0"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pt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973410E-1C06-4D07-668D-0B943908FF7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19523" y="2183287"/>
            <a:ext cx="2597860" cy="3773376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914400" indent="0"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pt</a:t>
            </a:r>
          </a:p>
          <a:p>
            <a:pPr marL="45720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914400" marR="0" lvl="2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39EF0D9-110F-CB73-0122-2202D6F4D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433D8BE-CB8C-335C-2997-422D2BDD7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77998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Option Collumn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C3F3BC-8D48-FC5E-9866-BDF81F40EE1F}"/>
              </a:ext>
            </a:extLst>
          </p:cNvPr>
          <p:cNvSpPr/>
          <p:nvPr userDrawn="1"/>
        </p:nvSpPr>
        <p:spPr>
          <a:xfrm>
            <a:off x="446163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3D84D-E5BA-2681-84D9-54E2CB83D4F1}"/>
              </a:ext>
            </a:extLst>
          </p:cNvPr>
          <p:cNvSpPr/>
          <p:nvPr userDrawn="1"/>
        </p:nvSpPr>
        <p:spPr>
          <a:xfrm>
            <a:off x="446163" y="2452406"/>
            <a:ext cx="2221200" cy="3730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384756-4DA5-767F-5D4A-7968922A98BD}"/>
              </a:ext>
            </a:extLst>
          </p:cNvPr>
          <p:cNvSpPr/>
          <p:nvPr userDrawn="1"/>
        </p:nvSpPr>
        <p:spPr>
          <a:xfrm flipV="1">
            <a:off x="456554" y="1235144"/>
            <a:ext cx="556751" cy="474883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A75671-FD26-C0D7-EF7F-ABA013909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6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E86C9D-D844-ECE2-F4AD-40F428FCF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226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D446E95-8FA2-9CDB-B8EF-3D57CF3368C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7225" y="1323543"/>
            <a:ext cx="470500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56F34D-D43B-C424-4135-F886458514A8}"/>
              </a:ext>
            </a:extLst>
          </p:cNvPr>
          <p:cNvSpPr/>
          <p:nvPr userDrawn="1"/>
        </p:nvSpPr>
        <p:spPr>
          <a:xfrm>
            <a:off x="2717414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A70809-8F90-3FE3-0B68-1730D3CE8F5F}"/>
              </a:ext>
            </a:extLst>
          </p:cNvPr>
          <p:cNvSpPr/>
          <p:nvPr userDrawn="1"/>
        </p:nvSpPr>
        <p:spPr>
          <a:xfrm>
            <a:off x="2717414" y="2452406"/>
            <a:ext cx="2221200" cy="3730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5D5EFD17-3858-119B-0EFE-E7E105E3A36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08477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0ECA3052-DA71-E04F-D0A2-9C714F15DE3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08477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FE77E50-664F-11B8-27B6-052F0FA734C1}"/>
              </a:ext>
            </a:extLst>
          </p:cNvPr>
          <p:cNvSpPr/>
          <p:nvPr userDrawn="1"/>
        </p:nvSpPr>
        <p:spPr>
          <a:xfrm>
            <a:off x="4998498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19A0D5-D4BA-A1DC-5F54-435E52815226}"/>
              </a:ext>
            </a:extLst>
          </p:cNvPr>
          <p:cNvSpPr/>
          <p:nvPr userDrawn="1"/>
        </p:nvSpPr>
        <p:spPr>
          <a:xfrm>
            <a:off x="4998498" y="2452406"/>
            <a:ext cx="2221200" cy="3730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D98D353F-C365-3C31-16D3-284A635C3F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89561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F04E9130-9147-6859-7F74-F9A8ECF32C6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89561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237EB7-BB28-5E93-ED6B-2649A919FEAB}"/>
              </a:ext>
            </a:extLst>
          </p:cNvPr>
          <p:cNvSpPr/>
          <p:nvPr userDrawn="1"/>
        </p:nvSpPr>
        <p:spPr>
          <a:xfrm>
            <a:off x="7279582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55D4230-AF65-A074-225C-A9225CB8B5B3}"/>
              </a:ext>
            </a:extLst>
          </p:cNvPr>
          <p:cNvSpPr/>
          <p:nvPr userDrawn="1"/>
        </p:nvSpPr>
        <p:spPr>
          <a:xfrm>
            <a:off x="7279582" y="2452406"/>
            <a:ext cx="2221200" cy="3730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6E5A4E02-9738-441D-127F-CD4EBFFB15B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70645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8" name="Text Placeholder 11">
            <a:extLst>
              <a:ext uri="{FF2B5EF4-FFF2-40B4-BE49-F238E27FC236}">
                <a16:creationId xmlns:a16="http://schemas.microsoft.com/office/drawing/2014/main" id="{DDE5D750-C67A-675E-EB04-5FD5D196F51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70645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764BCD-CF4B-8E57-0EB4-CA81F39A350A}"/>
              </a:ext>
            </a:extLst>
          </p:cNvPr>
          <p:cNvSpPr/>
          <p:nvPr userDrawn="1"/>
        </p:nvSpPr>
        <p:spPr>
          <a:xfrm>
            <a:off x="9560666" y="1710027"/>
            <a:ext cx="2221200" cy="742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F44561-AACC-F72C-7B96-E82D1B6B871E}"/>
              </a:ext>
            </a:extLst>
          </p:cNvPr>
          <p:cNvSpPr/>
          <p:nvPr userDrawn="1"/>
        </p:nvSpPr>
        <p:spPr>
          <a:xfrm>
            <a:off x="9560666" y="2452406"/>
            <a:ext cx="2221200" cy="3730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11">
            <a:extLst>
              <a:ext uri="{FF2B5EF4-FFF2-40B4-BE49-F238E27FC236}">
                <a16:creationId xmlns:a16="http://schemas.microsoft.com/office/drawing/2014/main" id="{936FC3E9-9A80-853A-D105-5275CAE2E63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651729" y="1770279"/>
            <a:ext cx="2022205" cy="620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4" name="Text Placeholder 11">
            <a:extLst>
              <a:ext uri="{FF2B5EF4-FFF2-40B4-BE49-F238E27FC236}">
                <a16:creationId xmlns:a16="http://schemas.microsoft.com/office/drawing/2014/main" id="{2A4251F4-5908-1F05-1BF5-B701D99C236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651729" y="2555793"/>
            <a:ext cx="2022205" cy="34499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12 </a:t>
            </a:r>
            <a:r>
              <a:rPr lang="en-US" dirty="0" err="1"/>
              <a:t>pt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756C282-BDC8-1723-84BC-359BB882C304}"/>
              </a:ext>
            </a:extLst>
          </p:cNvPr>
          <p:cNvSpPr/>
          <p:nvPr userDrawn="1"/>
        </p:nvSpPr>
        <p:spPr>
          <a:xfrm flipV="1">
            <a:off x="2724872" y="1235144"/>
            <a:ext cx="556751" cy="474883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43E48306-95BD-D9A2-F796-3E3C3CDA1A1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805543" y="1323543"/>
            <a:ext cx="476080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370F121-ACB3-200F-C4DE-103C92CCFC6C}"/>
              </a:ext>
            </a:extLst>
          </p:cNvPr>
          <p:cNvSpPr/>
          <p:nvPr userDrawn="1"/>
        </p:nvSpPr>
        <p:spPr>
          <a:xfrm flipV="1">
            <a:off x="5008346" y="1235144"/>
            <a:ext cx="556751" cy="474883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994098B3-3996-7FE6-A8FD-84596E380FB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89561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96F8D31-CB45-CD6B-6C47-D0172BEA7320}"/>
              </a:ext>
            </a:extLst>
          </p:cNvPr>
          <p:cNvSpPr/>
          <p:nvPr userDrawn="1"/>
        </p:nvSpPr>
        <p:spPr>
          <a:xfrm flipV="1">
            <a:off x="7286768" y="1235144"/>
            <a:ext cx="556751" cy="474883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 Placeholder 11">
            <a:extLst>
              <a:ext uri="{FF2B5EF4-FFF2-40B4-BE49-F238E27FC236}">
                <a16:creationId xmlns:a16="http://schemas.microsoft.com/office/drawing/2014/main" id="{F3CDF76D-B0A6-D2D2-3B16-B027ED4D722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67983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D.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9716C2-AE62-36CD-DCCE-9F8252781D04}"/>
              </a:ext>
            </a:extLst>
          </p:cNvPr>
          <p:cNvSpPr/>
          <p:nvPr userDrawn="1"/>
        </p:nvSpPr>
        <p:spPr>
          <a:xfrm flipV="1">
            <a:off x="9575129" y="1235144"/>
            <a:ext cx="556751" cy="474883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 Placeholder 11">
            <a:extLst>
              <a:ext uri="{FF2B5EF4-FFF2-40B4-BE49-F238E27FC236}">
                <a16:creationId xmlns:a16="http://schemas.microsoft.com/office/drawing/2014/main" id="{DD8E2612-BCF6-B3D7-BF5B-D4071E3779C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646405" y="1323543"/>
            <a:ext cx="472602" cy="3262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E.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6999D5-9534-08AE-0F5C-E095BF65A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EDC6C-2C6E-E37B-BEA1-02C9F75DCD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A6AB8F-7285-1E37-080F-E5F488558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10F372A-BA42-2919-DA84-033B62BB3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16206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on Col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F74CBBF-722E-739B-2D72-AFB90C6E67C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473289" y="1265049"/>
            <a:ext cx="3098711" cy="93797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Partner Logo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B2B5B8-9CE1-A6EF-8BAA-515616BCED7C}"/>
              </a:ext>
            </a:extLst>
          </p:cNvPr>
          <p:cNvSpPr/>
          <p:nvPr userDrawn="1"/>
        </p:nvSpPr>
        <p:spPr>
          <a:xfrm>
            <a:off x="478971" y="2432958"/>
            <a:ext cx="5312229" cy="592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5DBA8-EBB4-174A-FD75-AC8A5197FB1E}"/>
              </a:ext>
            </a:extLst>
          </p:cNvPr>
          <p:cNvSpPr/>
          <p:nvPr userDrawn="1"/>
        </p:nvSpPr>
        <p:spPr>
          <a:xfrm>
            <a:off x="478971" y="3034540"/>
            <a:ext cx="5312229" cy="31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74DA125-79F1-F60E-387C-A8DA00EB71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378" y="2550466"/>
            <a:ext cx="4828421" cy="3412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7BD9970-65BC-F415-94D0-A9A4B7533F1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378" y="3260035"/>
            <a:ext cx="4828421" cy="2696627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773560-6C61-0881-2158-E0FDC4B401D8}"/>
              </a:ext>
            </a:extLst>
          </p:cNvPr>
          <p:cNvSpPr/>
          <p:nvPr userDrawn="1"/>
        </p:nvSpPr>
        <p:spPr>
          <a:xfrm>
            <a:off x="6400801" y="2432958"/>
            <a:ext cx="5424607" cy="592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D2E984-E9E9-82FB-B9A8-6C48EFA6232E}"/>
              </a:ext>
            </a:extLst>
          </p:cNvPr>
          <p:cNvSpPr/>
          <p:nvPr userDrawn="1"/>
        </p:nvSpPr>
        <p:spPr>
          <a:xfrm>
            <a:off x="6400801" y="3034540"/>
            <a:ext cx="5424607" cy="3148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E0D8782-5302-2195-0453-3C91BF09C8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645201" y="2550467"/>
            <a:ext cx="4828421" cy="3412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654F899-BEBF-0321-B16F-A0E4AF11D4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45201" y="3260035"/>
            <a:ext cx="4828421" cy="2696627"/>
          </a:xfrm>
          <a:prstGeom prst="rect">
            <a:avLst/>
          </a:prstGeom>
          <a:noFill/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14 </a:t>
            </a:r>
            <a:r>
              <a:rPr lang="en-US" dirty="0" err="1"/>
              <a:t>pt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pulvinar at,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a </a:t>
            </a:r>
            <a:r>
              <a:rPr lang="en-US" dirty="0" err="1"/>
              <a:t>dapibus</a:t>
            </a:r>
            <a:r>
              <a:rPr lang="en-US" dirty="0"/>
              <a:t> tempus. Maecenas auctor </a:t>
            </a:r>
            <a:r>
              <a:rPr lang="en-US" dirty="0" err="1"/>
              <a:t>leo</a:t>
            </a:r>
            <a:r>
              <a:rPr lang="en-US" dirty="0"/>
              <a:t> vel gravida </a:t>
            </a:r>
            <a:r>
              <a:rPr lang="en-US" dirty="0" err="1"/>
              <a:t>condimentum</a:t>
            </a:r>
            <a:r>
              <a:rPr lang="en-US" dirty="0"/>
              <a:t>.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B38C0BA-F909-DD88-C276-BC345D0094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77218C-78CD-A61E-39BC-3A4F6E2E96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70619" y="1520341"/>
            <a:ext cx="1977583" cy="4730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683947-7A9B-332A-4F12-8271B37A8B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D218B8-ABE0-2EF0-C627-0F2BC347D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53DF1CA-4AE4-3A92-B902-B2307AE17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9859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844BC46-BD63-122D-C8D1-E12077C091A9}"/>
              </a:ext>
            </a:extLst>
          </p:cNvPr>
          <p:cNvGrpSpPr/>
          <p:nvPr userDrawn="1"/>
        </p:nvGrpSpPr>
        <p:grpSpPr>
          <a:xfrm>
            <a:off x="445977" y="3483400"/>
            <a:ext cx="11241120" cy="565649"/>
            <a:chOff x="619354" y="3155452"/>
            <a:chExt cx="10885927" cy="547776"/>
          </a:xfrm>
        </p:grpSpPr>
        <p:sp>
          <p:nvSpPr>
            <p:cNvPr id="5" name="Parallelogram 1">
              <a:extLst>
                <a:ext uri="{FF2B5EF4-FFF2-40B4-BE49-F238E27FC236}">
                  <a16:creationId xmlns:a16="http://schemas.microsoft.com/office/drawing/2014/main" id="{DAE1ED37-2402-659D-AC83-81DAADE557E6}"/>
                </a:ext>
              </a:extLst>
            </p:cNvPr>
            <p:cNvSpPr/>
            <p:nvPr userDrawn="1"/>
          </p:nvSpPr>
          <p:spPr>
            <a:xfrm>
              <a:off x="619354" y="3155452"/>
              <a:ext cx="1517882" cy="547776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49615 w 2437402"/>
                <a:gd name="connsiteY1" fmla="*/ 3175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19502 w 2437402"/>
                <a:gd name="connsiteY1" fmla="*/ 18233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10611 w 2417900"/>
                <a:gd name="connsiteY0" fmla="*/ 867317 h 867317"/>
                <a:gd name="connsiteX1" fmla="*/ 0 w 2417900"/>
                <a:gd name="connsiteY1" fmla="*/ 18233 h 867317"/>
                <a:gd name="connsiteX2" fmla="*/ 2417900 w 2417900"/>
                <a:gd name="connsiteY2" fmla="*/ 0 h 867317"/>
                <a:gd name="connsiteX3" fmla="*/ 2021660 w 2417900"/>
                <a:gd name="connsiteY3" fmla="*/ 858612 h 867317"/>
                <a:gd name="connsiteX4" fmla="*/ 10611 w 2417900"/>
                <a:gd name="connsiteY4" fmla="*/ 867317 h 867317"/>
                <a:gd name="connsiteX0" fmla="*/ 0 w 2420214"/>
                <a:gd name="connsiteY0" fmla="*/ 867317 h 867317"/>
                <a:gd name="connsiteX1" fmla="*/ 2314 w 2420214"/>
                <a:gd name="connsiteY1" fmla="*/ 18233 h 867317"/>
                <a:gd name="connsiteX2" fmla="*/ 2420214 w 2420214"/>
                <a:gd name="connsiteY2" fmla="*/ 0 h 867317"/>
                <a:gd name="connsiteX3" fmla="*/ 2023974 w 2420214"/>
                <a:gd name="connsiteY3" fmla="*/ 858612 h 867317"/>
                <a:gd name="connsiteX4" fmla="*/ 0 w 2420214"/>
                <a:gd name="connsiteY4" fmla="*/ 867317 h 867317"/>
                <a:gd name="connsiteX0" fmla="*/ 0 w 2420214"/>
                <a:gd name="connsiteY0" fmla="*/ 874934 h 874934"/>
                <a:gd name="connsiteX1" fmla="*/ 8777 w 2420214"/>
                <a:gd name="connsiteY1" fmla="*/ 0 h 874934"/>
                <a:gd name="connsiteX2" fmla="*/ 2420214 w 2420214"/>
                <a:gd name="connsiteY2" fmla="*/ 7617 h 874934"/>
                <a:gd name="connsiteX3" fmla="*/ 2023974 w 2420214"/>
                <a:gd name="connsiteY3" fmla="*/ 866229 h 874934"/>
                <a:gd name="connsiteX4" fmla="*/ 0 w 2420214"/>
                <a:gd name="connsiteY4" fmla="*/ 874934 h 874934"/>
                <a:gd name="connsiteX0" fmla="*/ 4220 w 2424434"/>
                <a:gd name="connsiteY0" fmla="*/ 867317 h 867317"/>
                <a:gd name="connsiteX1" fmla="*/ 72 w 2424434"/>
                <a:gd name="connsiteY1" fmla="*/ 11770 h 867317"/>
                <a:gd name="connsiteX2" fmla="*/ 2424434 w 2424434"/>
                <a:gd name="connsiteY2" fmla="*/ 0 h 867317"/>
                <a:gd name="connsiteX3" fmla="*/ 2028194 w 2424434"/>
                <a:gd name="connsiteY3" fmla="*/ 858612 h 867317"/>
                <a:gd name="connsiteX4" fmla="*/ 4220 w 2424434"/>
                <a:gd name="connsiteY4" fmla="*/ 867317 h 867317"/>
                <a:gd name="connsiteX0" fmla="*/ 4220 w 2424434"/>
                <a:gd name="connsiteY0" fmla="*/ 874934 h 874934"/>
                <a:gd name="connsiteX1" fmla="*/ 72 w 2424434"/>
                <a:gd name="connsiteY1" fmla="*/ 0 h 874934"/>
                <a:gd name="connsiteX2" fmla="*/ 2424434 w 2424434"/>
                <a:gd name="connsiteY2" fmla="*/ 7617 h 874934"/>
                <a:gd name="connsiteX3" fmla="*/ 2028194 w 2424434"/>
                <a:gd name="connsiteY3" fmla="*/ 866229 h 874934"/>
                <a:gd name="connsiteX4" fmla="*/ 4220 w 2424434"/>
                <a:gd name="connsiteY4" fmla="*/ 874934 h 874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4434" h="874934">
                  <a:moveTo>
                    <a:pt x="4220" y="874934"/>
                  </a:moveTo>
                  <a:cubicBezTo>
                    <a:pt x="4991" y="591906"/>
                    <a:pt x="-699" y="283028"/>
                    <a:pt x="72" y="0"/>
                  </a:cubicBezTo>
                  <a:lnTo>
                    <a:pt x="2424434" y="7617"/>
                  </a:lnTo>
                  <a:lnTo>
                    <a:pt x="2028194" y="866229"/>
                  </a:lnTo>
                  <a:lnTo>
                    <a:pt x="4220" y="87493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Parallelogram 1">
              <a:extLst>
                <a:ext uri="{FF2B5EF4-FFF2-40B4-BE49-F238E27FC236}">
                  <a16:creationId xmlns:a16="http://schemas.microsoft.com/office/drawing/2014/main" id="{DF1182D1-659C-DA1F-1CF7-00F62E9B2068}"/>
                </a:ext>
              </a:extLst>
            </p:cNvPr>
            <p:cNvSpPr/>
            <p:nvPr userDrawn="1"/>
          </p:nvSpPr>
          <p:spPr>
            <a:xfrm>
              <a:off x="1950344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Parallelogram 1">
              <a:extLst>
                <a:ext uri="{FF2B5EF4-FFF2-40B4-BE49-F238E27FC236}">
                  <a16:creationId xmlns:a16="http://schemas.microsoft.com/office/drawing/2014/main" id="{0529736F-454E-1FCC-219C-BC1518CEABBA}"/>
                </a:ext>
              </a:extLst>
            </p:cNvPr>
            <p:cNvSpPr/>
            <p:nvPr userDrawn="1"/>
          </p:nvSpPr>
          <p:spPr>
            <a:xfrm>
              <a:off x="3289451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Parallelogram 1">
              <a:extLst>
                <a:ext uri="{FF2B5EF4-FFF2-40B4-BE49-F238E27FC236}">
                  <a16:creationId xmlns:a16="http://schemas.microsoft.com/office/drawing/2014/main" id="{CA00DC72-4DF1-94DD-FDED-94CA8210E9B5}"/>
                </a:ext>
              </a:extLst>
            </p:cNvPr>
            <p:cNvSpPr/>
            <p:nvPr userDrawn="1"/>
          </p:nvSpPr>
          <p:spPr>
            <a:xfrm>
              <a:off x="4628560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Parallelogram 1">
              <a:extLst>
                <a:ext uri="{FF2B5EF4-FFF2-40B4-BE49-F238E27FC236}">
                  <a16:creationId xmlns:a16="http://schemas.microsoft.com/office/drawing/2014/main" id="{67073A6F-AC69-2D7E-0951-74684BE0B27C}"/>
                </a:ext>
              </a:extLst>
            </p:cNvPr>
            <p:cNvSpPr/>
            <p:nvPr userDrawn="1"/>
          </p:nvSpPr>
          <p:spPr>
            <a:xfrm>
              <a:off x="5967668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Parallelogram 1">
              <a:extLst>
                <a:ext uri="{FF2B5EF4-FFF2-40B4-BE49-F238E27FC236}">
                  <a16:creationId xmlns:a16="http://schemas.microsoft.com/office/drawing/2014/main" id="{9A198743-A6EA-430C-3440-0D95EE34EC7B}"/>
                </a:ext>
              </a:extLst>
            </p:cNvPr>
            <p:cNvSpPr/>
            <p:nvPr userDrawn="1"/>
          </p:nvSpPr>
          <p:spPr>
            <a:xfrm>
              <a:off x="7306777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1">
              <a:extLst>
                <a:ext uri="{FF2B5EF4-FFF2-40B4-BE49-F238E27FC236}">
                  <a16:creationId xmlns:a16="http://schemas.microsoft.com/office/drawing/2014/main" id="{B74FFA18-47C0-2F3D-5BD8-A2778B37E2FF}"/>
                </a:ext>
              </a:extLst>
            </p:cNvPr>
            <p:cNvSpPr/>
            <p:nvPr userDrawn="1"/>
          </p:nvSpPr>
          <p:spPr>
            <a:xfrm>
              <a:off x="8640171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041162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arallelogram 1">
              <a:extLst>
                <a:ext uri="{FF2B5EF4-FFF2-40B4-BE49-F238E27FC236}">
                  <a16:creationId xmlns:a16="http://schemas.microsoft.com/office/drawing/2014/main" id="{938CF57D-ADD5-3360-6FC3-9FB49ABD92A1}"/>
                </a:ext>
              </a:extLst>
            </p:cNvPr>
            <p:cNvSpPr/>
            <p:nvPr userDrawn="1"/>
          </p:nvSpPr>
          <p:spPr>
            <a:xfrm>
              <a:off x="9979280" y="3160221"/>
              <a:ext cx="1526001" cy="537557"/>
            </a:xfrm>
            <a:custGeom>
              <a:avLst/>
              <a:gdLst>
                <a:gd name="connsiteX0" fmla="*/ 0 w 1345474"/>
                <a:gd name="connsiteY0" fmla="*/ 862149 h 862149"/>
                <a:gd name="connsiteX1" fmla="*/ 215537 w 1345474"/>
                <a:gd name="connsiteY1" fmla="*/ 0 h 862149"/>
                <a:gd name="connsiteX2" fmla="*/ 1345474 w 1345474"/>
                <a:gd name="connsiteY2" fmla="*/ 0 h 862149"/>
                <a:gd name="connsiteX3" fmla="*/ 1129937 w 1345474"/>
                <a:gd name="connsiteY3" fmla="*/ 862149 h 862149"/>
                <a:gd name="connsiteX4" fmla="*/ 0 w 1345474"/>
                <a:gd name="connsiteY4" fmla="*/ 862149 h 862149"/>
                <a:gd name="connsiteX0" fmla="*/ 0 w 1541417"/>
                <a:gd name="connsiteY0" fmla="*/ 862149 h 862149"/>
                <a:gd name="connsiteX1" fmla="*/ 215537 w 1541417"/>
                <a:gd name="connsiteY1" fmla="*/ 0 h 862149"/>
                <a:gd name="connsiteX2" fmla="*/ 1541417 w 1541417"/>
                <a:gd name="connsiteY2" fmla="*/ 13062 h 862149"/>
                <a:gd name="connsiteX3" fmla="*/ 1129937 w 1541417"/>
                <a:gd name="connsiteY3" fmla="*/ 862149 h 862149"/>
                <a:gd name="connsiteX4" fmla="*/ 0 w 1541417"/>
                <a:gd name="connsiteY4" fmla="*/ 862149 h 862149"/>
                <a:gd name="connsiteX0" fmla="*/ 0 w 1541417"/>
                <a:gd name="connsiteY0" fmla="*/ 849087 h 849087"/>
                <a:gd name="connsiteX1" fmla="*/ 4506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415769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41417"/>
                <a:gd name="connsiteY0" fmla="*/ 849087 h 849087"/>
                <a:gd name="connsiteX1" fmla="*/ 380868 w 1541417"/>
                <a:gd name="connsiteY1" fmla="*/ 1 h 849087"/>
                <a:gd name="connsiteX2" fmla="*/ 1541417 w 1541417"/>
                <a:gd name="connsiteY2" fmla="*/ 0 h 849087"/>
                <a:gd name="connsiteX3" fmla="*/ 1129937 w 1541417"/>
                <a:gd name="connsiteY3" fmla="*/ 849087 h 849087"/>
                <a:gd name="connsiteX4" fmla="*/ 0 w 1541417"/>
                <a:gd name="connsiteY4" fmla="*/ 849087 h 849087"/>
                <a:gd name="connsiteX0" fmla="*/ 0 w 1526177"/>
                <a:gd name="connsiteY0" fmla="*/ 849087 h 849087"/>
                <a:gd name="connsiteX1" fmla="*/ 380868 w 1526177"/>
                <a:gd name="connsiteY1" fmla="*/ 1 h 849087"/>
                <a:gd name="connsiteX2" fmla="*/ 1526177 w 1526177"/>
                <a:gd name="connsiteY2" fmla="*/ 0 h 849087"/>
                <a:gd name="connsiteX3" fmla="*/ 1129937 w 1526177"/>
                <a:gd name="connsiteY3" fmla="*/ 849087 h 849087"/>
                <a:gd name="connsiteX4" fmla="*/ 0 w 1526177"/>
                <a:gd name="connsiteY4" fmla="*/ 849087 h 849087"/>
                <a:gd name="connsiteX0" fmla="*/ 0 w 1526177"/>
                <a:gd name="connsiteY0" fmla="*/ 849087 h 852262"/>
                <a:gd name="connsiteX1" fmla="*/ 380868 w 1526177"/>
                <a:gd name="connsiteY1" fmla="*/ 1 h 852262"/>
                <a:gd name="connsiteX2" fmla="*/ 1526177 w 1526177"/>
                <a:gd name="connsiteY2" fmla="*/ 0 h 852262"/>
                <a:gd name="connsiteX3" fmla="*/ 1479187 w 1526177"/>
                <a:gd name="connsiteY3" fmla="*/ 852262 h 852262"/>
                <a:gd name="connsiteX4" fmla="*/ 0 w 1526177"/>
                <a:gd name="connsiteY4" fmla="*/ 849087 h 852262"/>
                <a:gd name="connsiteX0" fmla="*/ 0 w 1881777"/>
                <a:gd name="connsiteY0" fmla="*/ 852262 h 855437"/>
                <a:gd name="connsiteX1" fmla="*/ 380868 w 1881777"/>
                <a:gd name="connsiteY1" fmla="*/ 3176 h 855437"/>
                <a:gd name="connsiteX2" fmla="*/ 1881777 w 1881777"/>
                <a:gd name="connsiteY2" fmla="*/ 0 h 855437"/>
                <a:gd name="connsiteX3" fmla="*/ 1479187 w 1881777"/>
                <a:gd name="connsiteY3" fmla="*/ 855437 h 855437"/>
                <a:gd name="connsiteX4" fmla="*/ 0 w 1881777"/>
                <a:gd name="connsiteY4" fmla="*/ 852262 h 855437"/>
                <a:gd name="connsiteX0" fmla="*/ 0 w 2437402"/>
                <a:gd name="connsiteY0" fmla="*/ 852262 h 855437"/>
                <a:gd name="connsiteX1" fmla="*/ 380868 w 2437402"/>
                <a:gd name="connsiteY1" fmla="*/ 3176 h 855437"/>
                <a:gd name="connsiteX2" fmla="*/ 2437402 w 2437402"/>
                <a:gd name="connsiteY2" fmla="*/ 0 h 855437"/>
                <a:gd name="connsiteX3" fmla="*/ 1479187 w 2437402"/>
                <a:gd name="connsiteY3" fmla="*/ 855437 h 855437"/>
                <a:gd name="connsiteX4" fmla="*/ 0 w 2437402"/>
                <a:gd name="connsiteY4" fmla="*/ 852262 h 855437"/>
                <a:gd name="connsiteX0" fmla="*/ 0 w 2437402"/>
                <a:gd name="connsiteY0" fmla="*/ 852262 h 852262"/>
                <a:gd name="connsiteX1" fmla="*/ 380868 w 2437402"/>
                <a:gd name="connsiteY1" fmla="*/ 3176 h 852262"/>
                <a:gd name="connsiteX2" fmla="*/ 2437402 w 2437402"/>
                <a:gd name="connsiteY2" fmla="*/ 0 h 852262"/>
                <a:gd name="connsiteX3" fmla="*/ 2101487 w 2437402"/>
                <a:gd name="connsiteY3" fmla="*/ 852262 h 852262"/>
                <a:gd name="connsiteX4" fmla="*/ 0 w 2437402"/>
                <a:gd name="connsiteY4" fmla="*/ 852262 h 85226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041162 w 2437402"/>
                <a:gd name="connsiteY3" fmla="*/ 858612 h 858612"/>
                <a:gd name="connsiteX4" fmla="*/ 0 w 2437402"/>
                <a:gd name="connsiteY4" fmla="*/ 852262 h 858612"/>
                <a:gd name="connsiteX0" fmla="*/ 0 w 2437402"/>
                <a:gd name="connsiteY0" fmla="*/ 852262 h 858612"/>
                <a:gd name="connsiteX1" fmla="*/ 380868 w 2437402"/>
                <a:gd name="connsiteY1" fmla="*/ 3176 h 858612"/>
                <a:gd name="connsiteX2" fmla="*/ 2437402 w 2437402"/>
                <a:gd name="connsiteY2" fmla="*/ 0 h 858612"/>
                <a:gd name="connsiteX3" fmla="*/ 2402528 w 2437402"/>
                <a:gd name="connsiteY3" fmla="*/ 858612 h 858612"/>
                <a:gd name="connsiteX4" fmla="*/ 0 w 2437402"/>
                <a:gd name="connsiteY4" fmla="*/ 852262 h 85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402" h="858612">
                  <a:moveTo>
                    <a:pt x="0" y="852262"/>
                  </a:moveTo>
                  <a:lnTo>
                    <a:pt x="380868" y="3176"/>
                  </a:lnTo>
                  <a:lnTo>
                    <a:pt x="2437402" y="0"/>
                  </a:lnTo>
                  <a:lnTo>
                    <a:pt x="2402528" y="858612"/>
                  </a:lnTo>
                  <a:lnTo>
                    <a:pt x="0" y="8522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B7B5DE2-26F1-0ADD-B6DD-A33E9F5AAD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5249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534C2754-7C89-5C4D-0BF1-84195A54A5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6692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07EBAE87-8B18-84AF-8736-2F72E921B2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28135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C5C59C6F-C675-A717-A17B-B454551E7D0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19578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B77516F7-9965-B737-72BA-F898D0003E3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11021" y="3556166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8" name="Text Placeholder 33">
            <a:extLst>
              <a:ext uri="{FF2B5EF4-FFF2-40B4-BE49-F238E27FC236}">
                <a16:creationId xmlns:a16="http://schemas.microsoft.com/office/drawing/2014/main" id="{436E5FD0-FA0B-99E0-BE7D-BCFAB46B9EC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02464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9" name="Text Placeholder 33">
            <a:extLst>
              <a:ext uri="{FF2B5EF4-FFF2-40B4-BE49-F238E27FC236}">
                <a16:creationId xmlns:a16="http://schemas.microsoft.com/office/drawing/2014/main" id="{6CFC0C3D-3273-12FD-3761-96DF507B1AD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93907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6A8DC0B2-FBED-4F39-7C76-E83081A4A5B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85353" y="3565695"/>
            <a:ext cx="1284288" cy="255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Body Copy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012DC796-33F3-700B-1DBE-AB21841DE5F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524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FE82D389-5B74-4A12-1395-8DC010A6FDF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44281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4" name="Text Placeholder 33">
            <a:extLst>
              <a:ext uri="{FF2B5EF4-FFF2-40B4-BE49-F238E27FC236}">
                <a16:creationId xmlns:a16="http://schemas.microsoft.com/office/drawing/2014/main" id="{D3950FC4-EFB5-19B8-DBFC-3C4C8204D7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33416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5" name="Text Placeholder 33">
            <a:extLst>
              <a:ext uri="{FF2B5EF4-FFF2-40B4-BE49-F238E27FC236}">
                <a16:creationId xmlns:a16="http://schemas.microsoft.com/office/drawing/2014/main" id="{67B3A090-D586-138E-6710-638A6783441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14913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6" name="Text Placeholder 33">
            <a:extLst>
              <a:ext uri="{FF2B5EF4-FFF2-40B4-BE49-F238E27FC236}">
                <a16:creationId xmlns:a16="http://schemas.microsoft.com/office/drawing/2014/main" id="{4D0810F7-D6A2-95CD-E9E8-E7209C6C316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04801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7" name="Text Placeholder 33">
            <a:extLst>
              <a:ext uri="{FF2B5EF4-FFF2-40B4-BE49-F238E27FC236}">
                <a16:creationId xmlns:a16="http://schemas.microsoft.com/office/drawing/2014/main" id="{1713E597-A247-6E2F-3D79-972B8B99C8A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9468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8" name="Text Placeholder 33">
            <a:extLst>
              <a:ext uri="{FF2B5EF4-FFF2-40B4-BE49-F238E27FC236}">
                <a16:creationId xmlns:a16="http://schemas.microsoft.com/office/drawing/2014/main" id="{F93967CB-DA3D-0557-A2A5-E2E7641E1D1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884577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59" name="Text Placeholder 33">
            <a:extLst>
              <a:ext uri="{FF2B5EF4-FFF2-40B4-BE49-F238E27FC236}">
                <a16:creationId xmlns:a16="http://schemas.microsoft.com/office/drawing/2014/main" id="{C205AE47-F5C8-2A65-BA6A-997336771A1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83609" y="3779148"/>
            <a:ext cx="1284288" cy="2010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800"/>
            </a:lvl3pPr>
            <a:lvl4pPr marL="1371600" indent="0">
              <a:buNone/>
              <a:defRPr sz="700"/>
            </a:lvl4pPr>
            <a:lvl5pPr marL="1828800" indent="0">
              <a:buNone/>
              <a:defRPr sz="700"/>
            </a:lvl5pPr>
          </a:lstStyle>
          <a:p>
            <a:pPr lvl="0"/>
            <a:r>
              <a:rPr lang="en-US" dirty="0"/>
              <a:t>X Month/Year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6F7F61-F704-078E-8299-2F63B67E28CC}"/>
              </a:ext>
            </a:extLst>
          </p:cNvPr>
          <p:cNvSpPr/>
          <p:nvPr userDrawn="1"/>
        </p:nvSpPr>
        <p:spPr>
          <a:xfrm>
            <a:off x="445977" y="1369589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Placeholder 11">
            <a:extLst>
              <a:ext uri="{FF2B5EF4-FFF2-40B4-BE49-F238E27FC236}">
                <a16:creationId xmlns:a16="http://schemas.microsoft.com/office/drawing/2014/main" id="{8B7358C1-E764-8CEA-6C70-1DEEEDB3DAB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52117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2" name="Text Placeholder 11">
            <a:extLst>
              <a:ext uri="{FF2B5EF4-FFF2-40B4-BE49-F238E27FC236}">
                <a16:creationId xmlns:a16="http://schemas.microsoft.com/office/drawing/2014/main" id="{98FA3FB5-6C2C-EB7D-F92C-18608DFE00F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52117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8E6253-AB5A-91F4-37D3-75F32EF5B1C5}"/>
              </a:ext>
            </a:extLst>
          </p:cNvPr>
          <p:cNvCxnSpPr/>
          <p:nvPr userDrawn="1"/>
        </p:nvCxnSpPr>
        <p:spPr>
          <a:xfrm>
            <a:off x="1230425" y="315344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94AC1B5-0A29-A7C2-0A38-C6892ED736E1}"/>
              </a:ext>
            </a:extLst>
          </p:cNvPr>
          <p:cNvCxnSpPr/>
          <p:nvPr userDrawn="1"/>
        </p:nvCxnSpPr>
        <p:spPr>
          <a:xfrm>
            <a:off x="2547161" y="402212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5BA748-5157-4209-CA17-4ABCD7C01490}"/>
              </a:ext>
            </a:extLst>
          </p:cNvPr>
          <p:cNvCxnSpPr/>
          <p:nvPr userDrawn="1"/>
        </p:nvCxnSpPr>
        <p:spPr>
          <a:xfrm>
            <a:off x="4046777" y="3171733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C691394-6AD8-4700-14E6-19D5DAE7A2B4}"/>
              </a:ext>
            </a:extLst>
          </p:cNvPr>
          <p:cNvCxnSpPr/>
          <p:nvPr userDrawn="1"/>
        </p:nvCxnSpPr>
        <p:spPr>
          <a:xfrm>
            <a:off x="5308649" y="4031269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9A6103-4F95-CA1F-CC29-80D7BC7E0B30}"/>
              </a:ext>
            </a:extLst>
          </p:cNvPr>
          <p:cNvCxnSpPr/>
          <p:nvPr userDrawn="1"/>
        </p:nvCxnSpPr>
        <p:spPr>
          <a:xfrm>
            <a:off x="6826553" y="3171733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7544CD-08BA-4F7A-79E6-A3CCEBB2F22C}"/>
              </a:ext>
            </a:extLst>
          </p:cNvPr>
          <p:cNvCxnSpPr/>
          <p:nvPr userDrawn="1"/>
        </p:nvCxnSpPr>
        <p:spPr>
          <a:xfrm>
            <a:off x="8097569" y="402212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C033C4B-1237-D60E-06F0-17E02FC99048}"/>
              </a:ext>
            </a:extLst>
          </p:cNvPr>
          <p:cNvCxnSpPr/>
          <p:nvPr userDrawn="1"/>
        </p:nvCxnSpPr>
        <p:spPr>
          <a:xfrm>
            <a:off x="9679481" y="3153445"/>
            <a:ext cx="0" cy="329955"/>
          </a:xfrm>
          <a:prstGeom prst="line">
            <a:avLst/>
          </a:prstGeom>
          <a:ln w="158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A6F752E-F5CE-6560-01FD-1F1E4C4F4A87}"/>
              </a:ext>
            </a:extLst>
          </p:cNvPr>
          <p:cNvSpPr/>
          <p:nvPr userDrawn="1"/>
        </p:nvSpPr>
        <p:spPr>
          <a:xfrm>
            <a:off x="3317192" y="1369589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 Placeholder 11">
            <a:extLst>
              <a:ext uri="{FF2B5EF4-FFF2-40B4-BE49-F238E27FC236}">
                <a16:creationId xmlns:a16="http://schemas.microsoft.com/office/drawing/2014/main" id="{9552887D-CFB4-5CB1-1A60-07E6F894E74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23332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3" name="Text Placeholder 11">
            <a:extLst>
              <a:ext uri="{FF2B5EF4-FFF2-40B4-BE49-F238E27FC236}">
                <a16:creationId xmlns:a16="http://schemas.microsoft.com/office/drawing/2014/main" id="{0041C091-BB1B-6C7A-10C1-22FDBB5E02E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423332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80A0474-AA08-B1F7-F2D9-0B9B98474A4B}"/>
              </a:ext>
            </a:extLst>
          </p:cNvPr>
          <p:cNvSpPr/>
          <p:nvPr userDrawn="1"/>
        </p:nvSpPr>
        <p:spPr>
          <a:xfrm>
            <a:off x="6171237" y="1369589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 Placeholder 11">
            <a:extLst>
              <a:ext uri="{FF2B5EF4-FFF2-40B4-BE49-F238E27FC236}">
                <a16:creationId xmlns:a16="http://schemas.microsoft.com/office/drawing/2014/main" id="{2082C408-CFB9-1E15-58F8-29BBD1CBB9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277377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6" name="Text Placeholder 11">
            <a:extLst>
              <a:ext uri="{FF2B5EF4-FFF2-40B4-BE49-F238E27FC236}">
                <a16:creationId xmlns:a16="http://schemas.microsoft.com/office/drawing/2014/main" id="{5E9D4B60-5701-128D-F6BB-EFD17C630B1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77377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14D441A-D31D-5027-8B81-756B91ECC533}"/>
              </a:ext>
            </a:extLst>
          </p:cNvPr>
          <p:cNvSpPr/>
          <p:nvPr userDrawn="1"/>
        </p:nvSpPr>
        <p:spPr>
          <a:xfrm>
            <a:off x="9004761" y="1369589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 Placeholder 11">
            <a:extLst>
              <a:ext uri="{FF2B5EF4-FFF2-40B4-BE49-F238E27FC236}">
                <a16:creationId xmlns:a16="http://schemas.microsoft.com/office/drawing/2014/main" id="{982C2261-7AC5-4A5C-2B48-FA1BA8AA4FF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10901" y="1448838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9" name="Text Placeholder 11">
            <a:extLst>
              <a:ext uri="{FF2B5EF4-FFF2-40B4-BE49-F238E27FC236}">
                <a16:creationId xmlns:a16="http://schemas.microsoft.com/office/drawing/2014/main" id="{7A86DBA5-1F8A-3C90-5A92-8E7951D177C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110901" y="1759734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2221755-C2BB-16E4-05B2-2F229EAAA6F3}"/>
              </a:ext>
            </a:extLst>
          </p:cNvPr>
          <p:cNvSpPr/>
          <p:nvPr userDrawn="1"/>
        </p:nvSpPr>
        <p:spPr>
          <a:xfrm>
            <a:off x="445977" y="4369267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 Placeholder 11">
            <a:extLst>
              <a:ext uri="{FF2B5EF4-FFF2-40B4-BE49-F238E27FC236}">
                <a16:creationId xmlns:a16="http://schemas.microsoft.com/office/drawing/2014/main" id="{F309B644-0B2B-45DB-C70C-EB0F31A596E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52117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AB95726E-3246-44BB-3A0F-355A5E14A48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52117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E1B3CF-C6C9-4DB9-E441-CAC69AC8B5E7}"/>
              </a:ext>
            </a:extLst>
          </p:cNvPr>
          <p:cNvSpPr/>
          <p:nvPr userDrawn="1"/>
        </p:nvSpPr>
        <p:spPr>
          <a:xfrm>
            <a:off x="3317192" y="4369267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 Placeholder 11">
            <a:extLst>
              <a:ext uri="{FF2B5EF4-FFF2-40B4-BE49-F238E27FC236}">
                <a16:creationId xmlns:a16="http://schemas.microsoft.com/office/drawing/2014/main" id="{CAF94949-08A2-1434-8B94-80D9D1147DD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423332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5" name="Text Placeholder 11">
            <a:extLst>
              <a:ext uri="{FF2B5EF4-FFF2-40B4-BE49-F238E27FC236}">
                <a16:creationId xmlns:a16="http://schemas.microsoft.com/office/drawing/2014/main" id="{0D6B143D-0EF7-8CDA-7F91-1277F07D71B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423332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C774661-4C96-D426-9EDA-21FEB8A3A310}"/>
              </a:ext>
            </a:extLst>
          </p:cNvPr>
          <p:cNvSpPr/>
          <p:nvPr userDrawn="1"/>
        </p:nvSpPr>
        <p:spPr>
          <a:xfrm>
            <a:off x="6171237" y="4369267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 Placeholder 11">
            <a:extLst>
              <a:ext uri="{FF2B5EF4-FFF2-40B4-BE49-F238E27FC236}">
                <a16:creationId xmlns:a16="http://schemas.microsoft.com/office/drawing/2014/main" id="{3B80CDA1-6874-0133-3DAE-D95AB1CBE74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77377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8" name="Text Placeholder 11">
            <a:extLst>
              <a:ext uri="{FF2B5EF4-FFF2-40B4-BE49-F238E27FC236}">
                <a16:creationId xmlns:a16="http://schemas.microsoft.com/office/drawing/2014/main" id="{0490CB0F-5965-281E-43D0-95B657CE180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277377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2FF5497-244B-0BD9-7901-C5652D4F5086}"/>
              </a:ext>
            </a:extLst>
          </p:cNvPr>
          <p:cNvSpPr/>
          <p:nvPr userDrawn="1"/>
        </p:nvSpPr>
        <p:spPr>
          <a:xfrm>
            <a:off x="9004761" y="4369267"/>
            <a:ext cx="2677255" cy="1783856"/>
          </a:xfrm>
          <a:prstGeom prst="rect">
            <a:avLst/>
          </a:prstGeom>
          <a:solidFill>
            <a:schemeClr val="bg1"/>
          </a:solidFill>
          <a:ln w="158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 Placeholder 11">
            <a:extLst>
              <a:ext uri="{FF2B5EF4-FFF2-40B4-BE49-F238E27FC236}">
                <a16:creationId xmlns:a16="http://schemas.microsoft.com/office/drawing/2014/main" id="{7F658233-83C9-FB0A-FE67-841D531185D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110901" y="4448516"/>
            <a:ext cx="2470531" cy="2238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Header |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1" name="Text Placeholder 11">
            <a:extLst>
              <a:ext uri="{FF2B5EF4-FFF2-40B4-BE49-F238E27FC236}">
                <a16:creationId xmlns:a16="http://schemas.microsoft.com/office/drawing/2014/main" id="{8EBE3C00-F3C1-1C73-DC26-FED10AF8535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110901" y="4759412"/>
            <a:ext cx="2470531" cy="125655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800" b="1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Body Copy | 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B857D6F-80D1-C377-8831-EE34EA0691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E60C5A-8688-E53C-2CFD-2B31CCE672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BBC237-8E11-120C-6F56-B56ACA790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C3E98-F1F8-95E1-A85E-5590A06DB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5183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08873A-FA7D-F210-E26D-E1AF899C3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0F938D0-DAAB-A10A-6650-B5B1233B40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21CDBF-13CA-B1D7-A3D1-E1CA38A649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9149C66-9E2F-89B1-78DD-CCC12E12F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2AEE761-2008-0C2D-6646-A0C29E30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1815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58194-6737-0FA3-7B0D-9C76E7EE9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799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62BD69C-8310-2FBB-31D0-4533EFEB7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799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57B87-C23F-86D6-A10A-60D2C67EA5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A44394-3204-6C9D-DB63-65CDA3D210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BDA8F85-1B66-8FB7-DF6F-78D339E35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EC96016-8FE9-12B0-4FBB-8BA15C9B2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1010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1F7D95E-7B62-E943-DE7A-FCE4AB31C4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101980" cy="685799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B3FF253-31DF-BDF4-01F8-07EE80AA43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75043" y="0"/>
            <a:ext cx="4048543" cy="685799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968529B-DD2B-57BD-CD42-3AAE812BB6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2867" y="0"/>
            <a:ext cx="4092509" cy="685799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411EC3D-E059-8C48-8735-6E82749AC1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831CC9-985E-3005-D630-C12CC2EE05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1457EBE-C729-33B2-C4BC-7943F1E2A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73811FF-CD9A-C557-6414-AE9C61C28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7636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mall Text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1F8DE6-402F-D370-D319-85EEC41554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0"/>
            <a:ext cx="12192001" cy="686200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E23063F-7FAB-E806-84EA-D0A2A4B9BC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5134708"/>
            <a:ext cx="3627436" cy="138420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80000" tIns="180000" rIns="180000" bIns="180000" anchor="ctr"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lvl="0"/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</a:p>
          <a:p>
            <a:pPr lvl="0"/>
            <a:r>
              <a:rPr lang="en-SG" dirty="0"/>
              <a:t>Keep to 4-6 lines</a:t>
            </a:r>
            <a:r>
              <a:rPr lang="en-US" dirty="0"/>
              <a:t> and be flexible in retracting or expanding the text box.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9F90A-9FE5-9CBD-54C6-C2304D0E0D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3A33EE-DCDE-6F54-1883-BA1FFFC9AD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E8F9273-1858-DBC3-3F15-8A19CE507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88F0D4F-7BC6-185A-367D-34063A68B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17537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2191998" cy="6858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028ED-206C-4826-9175-3A0BA0CFF1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FA5AC7-358D-C1BF-DCFE-C81EDF8F29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FA40547-99CD-BC46-DB58-CFAEE93819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1193369"/>
            <a:ext cx="3627436" cy="532553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80000" tIns="180000" rIns="180000" bIns="180000"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lvl="0"/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</a:p>
          <a:p>
            <a:pPr lvl="0"/>
            <a:r>
              <a:rPr lang="en-SG" dirty="0"/>
              <a:t>Keep to 4-6 lines</a:t>
            </a:r>
            <a:r>
              <a:rPr lang="en-US" dirty="0"/>
              <a:t> and be flexible in retracting or expanding the text box.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343119-4CD1-16FD-A291-FECF96F4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F8393EF-3B38-D24D-42F0-D5EB2B7C7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0522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Bottom +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2AFFF50-0D21-7A2D-C353-58B9BA7C84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704" y="5397388"/>
            <a:ext cx="11323703" cy="112152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80000" tIns="180000" rIns="180000" bIns="180000"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dirty="0"/>
              <a:t>Sentence case | 14 </a:t>
            </a:r>
            <a:r>
              <a:rPr lang="en-SG" dirty="0" err="1"/>
              <a:t>pt</a:t>
            </a:r>
            <a:r>
              <a:rPr lang="en-SG" dirty="0"/>
              <a:t> (B)</a:t>
            </a:r>
            <a:endParaRPr lang="en-US" dirty="0"/>
          </a:p>
          <a:p>
            <a:pPr lvl="0"/>
            <a:r>
              <a:rPr lang="en-US" dirty="0"/>
              <a:t>For full-screen images with information, always put the information on the bottom right with an overlay if the image is heavy with detail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5D33BF5-33C6-FFA9-3DDE-9715E278DA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210C-09F0-FDD4-682F-4786B15086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7D6925A-9BCF-4758-0894-FA3878796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51B78FE-507F-7CAF-E6ED-96CDB4D55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49064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Text + 16:9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364A9-B430-8402-CDF5-E550F8758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E303E5E-6A8D-2613-23A3-4178941CB6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1" y="941981"/>
            <a:ext cx="3962401" cy="5912010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tIns="360000" rIns="432000" bIns="180000"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200" b="0"/>
            </a:lvl2pPr>
            <a:lvl3pPr>
              <a:defRPr sz="1200" b="0"/>
            </a:lvl3pPr>
            <a:lvl4pPr>
              <a:defRPr sz="1200" b="0"/>
            </a:lvl4pPr>
            <a:lvl5pPr>
              <a:defRPr sz="1200" b="0"/>
            </a:lvl5pPr>
          </a:lstStyle>
          <a:p>
            <a:pPr lvl="0"/>
            <a:r>
              <a:rPr lang="en-US" dirty="0"/>
              <a:t>For full screen images with information, always put the information on the bottom right with an overlay if the image is heavy with details</a:t>
            </a:r>
          </a:p>
          <a:p>
            <a:pPr lvl="0"/>
            <a:endParaRPr lang="en-SG" dirty="0"/>
          </a:p>
          <a:p>
            <a:pPr lvl="0"/>
            <a:r>
              <a:rPr lang="en-SG" dirty="0"/>
              <a:t>Keep to 4-6 lines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815F9E-E2F5-9B99-0B38-0115565778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6C6408-41EA-7E0E-8DF1-97D6F5B87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F08F33C-88C8-6A84-2595-31B1A2456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6114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3 Point Expl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0B46457-81F3-96BB-E6C0-2225E8427B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941980"/>
            <a:ext cx="3368841" cy="5916019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8C5F9-69E3-D8BB-0B49-C8DA7C04A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18979" y="1476251"/>
            <a:ext cx="7322884" cy="368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Title Case | 16/18 </a:t>
            </a:r>
            <a:r>
              <a:rPr lang="en-US" dirty="0" err="1"/>
              <a:t>pt</a:t>
            </a:r>
            <a:r>
              <a:rPr lang="en-US" dirty="0"/>
              <a:t> :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8A92BA-CA56-E435-682B-8730810C8C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18979" y="4601533"/>
            <a:ext cx="7322884" cy="14595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Sentence Case | 12/14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1E6D2A-729E-CB85-2AAC-BB7439BA20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18979" y="4120395"/>
            <a:ext cx="7322884" cy="368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Title Case | 16/18 </a:t>
            </a:r>
            <a:r>
              <a:rPr lang="en-US" dirty="0" err="1"/>
              <a:t>pt</a:t>
            </a:r>
            <a:r>
              <a:rPr lang="en-US" dirty="0"/>
              <a:t> :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B59C513-6852-D3EB-8C25-B91A38A6ACF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118980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1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F5D578A-21B0-A070-010A-15854A5C8B4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89464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2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9325B33-D2D3-778B-FDE0-3CF55E7EA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3771" y="1989473"/>
            <a:ext cx="2358092" cy="1472406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Point 3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60FB31A-D7E1-621A-1BFB-A07A95BFB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9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9D25FB-B34C-D9FD-B9A4-D8BA69A975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A747AA7-22CD-70DD-2A56-1224C5434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C241F5C-4673-2652-CA41-6439392EC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9191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195A6ACC-F3E8-690A-01B4-FAD166B1473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1"/>
            <a:ext cx="4098275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B31EEC2-B3E1-D781-9E5F-5FC68ED7D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53335"/>
            <a:ext cx="4091823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54AA9B54-C896-478D-10AD-DE0FE8AC81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3"/>
            <a:ext cx="4094763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4D175D98-2B6F-8A61-5B72-3D18D020F4F2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046862" y="1"/>
            <a:ext cx="4098275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2C28EBD-AF5D-ED3D-D986-6129CABF0BD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046863" y="5453335"/>
            <a:ext cx="4091823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CE6B019B-9D3A-8E9D-15E0-307C49F43A8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046863" y="4614203"/>
            <a:ext cx="4094763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EAE54B01-52AB-6C83-E79B-547EB010B2CF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109959" y="1"/>
            <a:ext cx="4082041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A5041B5-EAD7-3175-F40E-E86AF3818D8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10212" y="5453335"/>
            <a:ext cx="4075337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BB68676A-ACF7-9819-A201-9435B280A84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10226" y="4614203"/>
            <a:ext cx="4078264" cy="84420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73F00-B862-4D4B-508B-F5B1BC4903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-3807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A5061-A2BD-9626-A279-FA64ABF95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28659E8-E286-0077-C437-59D1A3B4F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335266-66C2-069A-A068-975C895BC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91237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7B4FB5A3-CB1F-82AC-2D13-1DC03CEF632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3018773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49ECE6AD-85BC-9761-F23F-DA677B7AE8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4"/>
            <a:ext cx="3022644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36D227A3-FD7D-8CF6-B894-C69CB0161C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2"/>
            <a:ext cx="3022645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85D8248B-A55F-1427-062B-D2F4456BD39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991029" y="0"/>
            <a:ext cx="3104972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090BE421-D2CA-FFE4-BDBD-D4D9CA39025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90918" y="5453334"/>
            <a:ext cx="3108954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A8B070E3-CC0C-506F-DE5C-06CED0AC84A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90917" y="4614202"/>
            <a:ext cx="3108955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8F98690-DB5B-7259-3A07-8362AED84F0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068256" y="0"/>
            <a:ext cx="3058652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69959F8-E58A-C326-CD50-C5CD95BF85E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68257" y="5453334"/>
            <a:ext cx="3062574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1B7E18E0-1790-EFA9-3EE7-93EA207E1B2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068256" y="4614202"/>
            <a:ext cx="3062575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E22462AE-DE12-4CDD-AF76-30B81E671021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092725" y="0"/>
            <a:ext cx="3095403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550957B0-4930-C94E-A9DA-C5C9DC70366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92628" y="5453334"/>
            <a:ext cx="3099372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407B2D3-C847-4DD3-FE43-0AFC55673C8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92627" y="4614202"/>
            <a:ext cx="3099373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48FD8-453A-D272-A6C5-6AEE7A4868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A2D2E4-9B9C-D12C-4529-257FFCE597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7BD4D2-E7D8-193C-C9B0-BB152A88A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E6FFA7A-0986-B28C-EE38-3999995D3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3906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783F8600-95E7-5852-28A4-7274F0FDD87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74EA8DC0-B6DA-4C3E-8245-9F71CB3E7C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4"/>
            <a:ext cx="2475436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07FA38D-EB1C-21FC-3893-3833F15EE9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14202"/>
            <a:ext cx="2475437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9F224185-3197-02D9-FC98-73AA9FF2351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56649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38B1D3-CCAA-8569-5EC5-2710121498C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456649" y="5453334"/>
            <a:ext cx="2475436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AB6FEEE8-1FC2-2717-E1E7-5265FE66ED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456648" y="4614202"/>
            <a:ext cx="2475437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B0DA5AF9-E411-8275-E772-A420B0FF99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24720" y="0"/>
            <a:ext cx="2429391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935F613F-70DE-F380-597A-B7CC57BB48D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24720" y="5453334"/>
            <a:ext cx="2432506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26553DA9-6B7D-5D35-4DCF-EBED5F3A055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4719" y="4614202"/>
            <a:ext cx="2432507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A1B4A75F-FBD4-D584-1FB2-B89359114AAA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7334656" y="0"/>
            <a:ext cx="2402589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E293104-56E2-9BEE-86F0-195295DFD1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334602" y="5453334"/>
            <a:ext cx="2405670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18F661C6-4BD8-EB98-DF06-C7A4BC71051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34601" y="4614202"/>
            <a:ext cx="2405671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4A39BAD-5ED4-EAC5-2161-33B173DB645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9719734" y="0"/>
            <a:ext cx="2472266" cy="6857999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39565FE-8033-D2F7-27DB-D39F2BB6FC1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719734" y="5453334"/>
            <a:ext cx="2475436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D680207-890B-7180-4B38-08737A0EB70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19733" y="4614202"/>
            <a:ext cx="2475437" cy="8391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16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5A192-C35E-C0E7-6E7F-46B5205FF7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4EA62-9BF8-DE96-9234-333B1B762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702480-2499-1CEC-51AD-40619F769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13B312F-6802-6583-CABF-C0C42FA62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1264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Collumn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A8D8E4F-3E22-3484-DA0B-E3616718F71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31D9F40-0F85-BB55-D6E3-E11C14C24F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453335"/>
            <a:ext cx="2027891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D61E557-6B22-5849-3F3E-1FFBEB479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765964"/>
            <a:ext cx="2024958" cy="68737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33733D18-D4A6-C8F6-C1C0-960D5D23CA3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12889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826CE53F-B7B2-451F-585D-9C4BDAFDF70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2889" y="5453335"/>
            <a:ext cx="2027891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93EFB2BC-7FBD-0609-B18F-A6E373773D1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2888" y="4765964"/>
            <a:ext cx="2024958" cy="68737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B03B864F-9EB7-6DBB-ACEF-CAEBE29828C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031812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DF6BE31-56F5-062A-68F9-B220B52677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031812" y="5453335"/>
            <a:ext cx="2027891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24FB239-3B46-C047-E3CF-E0A030B746D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31811" y="4765964"/>
            <a:ext cx="2024958" cy="68737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8A9DF06A-9ACC-8208-28AB-295C850EF54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047717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B420074F-A345-298D-6FB2-06AAF388D16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047717" y="5453335"/>
            <a:ext cx="2027891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B079078-9ABB-1E98-B023-7244B30AD19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47716" y="4765964"/>
            <a:ext cx="2024958" cy="68737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F28C2D10-A1DD-4D2C-7E82-A9E03D7FA03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069658" y="1"/>
            <a:ext cx="2027306" cy="685800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72D84500-55D0-1BB6-A985-EC35421CDB1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69658" y="5453335"/>
            <a:ext cx="2027891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F78EB3B0-311F-8594-AD15-AC9CF1A9EB5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69657" y="4765964"/>
            <a:ext cx="2024958" cy="68737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B93A9FB-C208-985B-EBC5-3696096FE178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091598" y="0"/>
            <a:ext cx="2100401" cy="6858001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F8F74B26-82EA-AE56-2D57-94E1220C484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091599" y="5453335"/>
            <a:ext cx="2101007" cy="140466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216000" anchor="t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Sentence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  <a:p>
            <a:pPr lvl="0"/>
            <a:endParaRPr lang="en-SG" dirty="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2A8C2E-8B74-53DE-B5EE-B1AF0FD15EE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091598" y="4765964"/>
            <a:ext cx="2097968" cy="68737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44000" tIns="14400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algn="ctr">
              <a:defRPr sz="1400"/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Case | 14 </a:t>
            </a:r>
            <a:r>
              <a:rPr lang="en-US" dirty="0" err="1"/>
              <a:t>pt</a:t>
            </a:r>
            <a:r>
              <a:rPr lang="en-US" dirty="0"/>
              <a:t> (B)</a:t>
            </a:r>
            <a:endParaRPr lang="en-S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CD56AD4-10E6-2250-C5F3-DEC6C6B201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3BAF94-5363-540C-B7E5-BA656F8C82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D0E5653-2326-B529-D7E6-AA94D00B2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F58169B5-5754-06F8-37FA-EBB999195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19734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+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3F2CB10-B702-6F65-E788-03F724FE30D6}"/>
              </a:ext>
            </a:extLst>
          </p:cNvPr>
          <p:cNvSpPr/>
          <p:nvPr userDrawn="1"/>
        </p:nvSpPr>
        <p:spPr>
          <a:xfrm>
            <a:off x="6327161" y="3865797"/>
            <a:ext cx="5265727" cy="2020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C3A061-9D7F-231F-B7F6-930481FA0777}"/>
              </a:ext>
            </a:extLst>
          </p:cNvPr>
          <p:cNvSpPr/>
          <p:nvPr userDrawn="1"/>
        </p:nvSpPr>
        <p:spPr>
          <a:xfrm>
            <a:off x="640456" y="3865797"/>
            <a:ext cx="5265727" cy="2020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DC3265-E32E-BD8C-9684-175192E575F0}"/>
              </a:ext>
            </a:extLst>
          </p:cNvPr>
          <p:cNvSpPr/>
          <p:nvPr userDrawn="1"/>
        </p:nvSpPr>
        <p:spPr>
          <a:xfrm>
            <a:off x="6327161" y="1374388"/>
            <a:ext cx="5265727" cy="2020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9E164-9B69-48E0-0C31-3B97F22D1B44}"/>
              </a:ext>
            </a:extLst>
          </p:cNvPr>
          <p:cNvSpPr/>
          <p:nvPr userDrawn="1"/>
        </p:nvSpPr>
        <p:spPr>
          <a:xfrm>
            <a:off x="640456" y="1374388"/>
            <a:ext cx="5265727" cy="2020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C1541BA7-B170-C32C-BEF3-626F2C9EC1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00656" y="1793713"/>
            <a:ext cx="3082723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4B5A77B-72F6-24DA-62A7-3065C0C25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0656" y="2076982"/>
            <a:ext cx="3082723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74E3DCDB-009F-2EF2-A1C3-7D55EC536B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7362" y="1778723"/>
            <a:ext cx="3103419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B9E84A6-5677-1164-F9BF-DC7EB51677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87362" y="2061992"/>
            <a:ext cx="3103419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44" name="Picture Placeholder 82">
            <a:extLst>
              <a:ext uri="{FF2B5EF4-FFF2-40B4-BE49-F238E27FC236}">
                <a16:creationId xmlns:a16="http://schemas.microsoft.com/office/drawing/2014/main" id="{DBAB4667-181B-BE4D-6C62-EE17BB0306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9364" y="1628555"/>
            <a:ext cx="1506537" cy="1506537"/>
          </a:xfrm>
          <a:prstGeom prst="rect">
            <a:avLst/>
          </a:prstGeom>
        </p:spPr>
        <p:txBody>
          <a:bodyPr anchor="ctr"/>
          <a:lstStyle>
            <a:lvl1pPr algn="ctr">
              <a:defRPr sz="1600" b="1" i="0">
                <a:solidFill>
                  <a:schemeClr val="tx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45" name="Picture Placeholder 82">
            <a:extLst>
              <a:ext uri="{FF2B5EF4-FFF2-40B4-BE49-F238E27FC236}">
                <a16:creationId xmlns:a16="http://schemas.microsoft.com/office/drawing/2014/main" id="{E214E977-E6B7-02E3-4FF4-0FD6FE94ED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586070" y="1628555"/>
            <a:ext cx="1506537" cy="1506537"/>
          </a:xfrm>
          <a:prstGeom prst="rect">
            <a:avLst/>
          </a:prstGeom>
        </p:spPr>
        <p:txBody>
          <a:bodyPr anchor="ctr"/>
          <a:lstStyle>
            <a:lvl1pPr algn="ctr">
              <a:defRPr sz="1600" b="1" i="0">
                <a:solidFill>
                  <a:schemeClr val="tx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5FB3DD2-0851-7C55-3E9A-51EC08A395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0656" y="4296767"/>
            <a:ext cx="3082723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228C44B4-5150-7BDF-4BB3-FCB36FADFF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0656" y="4580036"/>
            <a:ext cx="3082723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8E58FA3F-88B0-2168-2113-3E077D0C52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87362" y="4281777"/>
            <a:ext cx="3103419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A35ED88-C662-3F06-5FFA-90B1EBB6AC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7362" y="4565046"/>
            <a:ext cx="3103419" cy="903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4 lines</a:t>
            </a:r>
            <a:endParaRPr lang="en-US" dirty="0"/>
          </a:p>
        </p:txBody>
      </p:sp>
      <p:sp>
        <p:nvSpPr>
          <p:cNvPr id="14" name="Picture Placeholder 82">
            <a:extLst>
              <a:ext uri="{FF2B5EF4-FFF2-40B4-BE49-F238E27FC236}">
                <a16:creationId xmlns:a16="http://schemas.microsoft.com/office/drawing/2014/main" id="{F39FFC39-4941-84C4-C421-36DF927132EC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99364" y="4131609"/>
            <a:ext cx="1506537" cy="1506537"/>
          </a:xfrm>
          <a:prstGeom prst="rect">
            <a:avLst/>
          </a:prstGeom>
        </p:spPr>
        <p:txBody>
          <a:bodyPr anchor="ctr"/>
          <a:lstStyle>
            <a:lvl1pPr algn="ctr">
              <a:defRPr sz="1600" b="1" i="0">
                <a:solidFill>
                  <a:schemeClr val="tx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sp>
        <p:nvSpPr>
          <p:cNvPr id="15" name="Picture Placeholder 82">
            <a:extLst>
              <a:ext uri="{FF2B5EF4-FFF2-40B4-BE49-F238E27FC236}">
                <a16:creationId xmlns:a16="http://schemas.microsoft.com/office/drawing/2014/main" id="{E4E59084-E6FA-B1D8-CF73-8196346C9CD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586070" y="4131609"/>
            <a:ext cx="1506537" cy="1506537"/>
          </a:xfrm>
          <a:prstGeom prst="rect">
            <a:avLst/>
          </a:prstGeom>
        </p:spPr>
        <p:txBody>
          <a:bodyPr anchor="ctr"/>
          <a:lstStyle>
            <a:lvl1pPr algn="ctr">
              <a:defRPr sz="1600" b="1" i="0">
                <a:solidFill>
                  <a:schemeClr val="tx1"/>
                </a:solidFill>
                <a:latin typeface="+mn-lt"/>
                <a:cs typeface="Plus Jakarta Sans ExtraBold" pitchFamily="2" charset="0"/>
              </a:defRPr>
            </a:lvl1pPr>
          </a:lstStyle>
          <a:p>
            <a:r>
              <a:rPr lang="en-US" dirty="0"/>
              <a:t>Icon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8F4CEB-43B4-C330-BE11-7E8C489D31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14230F-C6EA-8A97-6EAB-6AF866B159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D4D7578-5D68-27F9-DDBB-757AA56D3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415C411-4FE9-6A35-E439-BC865826C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1403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962A3D-E6D4-4260-2C95-6E56DAC89B21}"/>
              </a:ext>
            </a:extLst>
          </p:cNvPr>
          <p:cNvSpPr/>
          <p:nvPr userDrawn="1"/>
        </p:nvSpPr>
        <p:spPr>
          <a:xfrm>
            <a:off x="288749" y="1139278"/>
            <a:ext cx="5694901" cy="2564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C1541BA7-B170-C32C-BEF3-626F2C9EC1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300" y="1340663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4B5A77B-72F6-24DA-62A7-3065C0C25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9300" y="2303075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34AA80D-4FA8-15DA-D498-E7977AF5E84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1943" y="1340663"/>
            <a:ext cx="1574502" cy="2187519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CEB1A207-5DA2-5877-AE75-862832ED7A1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59300" y="1686916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8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D68FD-2782-78A0-BD5A-2AA11FCDBCA3}"/>
              </a:ext>
            </a:extLst>
          </p:cNvPr>
          <p:cNvSpPr/>
          <p:nvPr userDrawn="1"/>
        </p:nvSpPr>
        <p:spPr>
          <a:xfrm>
            <a:off x="288749" y="3904913"/>
            <a:ext cx="5694901" cy="2564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47AE9887-C64D-9482-B672-9D2D4A690B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59300" y="4106298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D4AE0D48-CAE6-005D-E13A-55AC772316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59300" y="5068710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3B6F6A10-D407-0E90-9E1E-7A9C181C223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1943" y="4106298"/>
            <a:ext cx="1574502" cy="2187519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76484472-25C1-7771-8C62-E4BB15270D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59300" y="4452551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8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F7803F8-F9D0-81DE-CA03-F66C1C20DAF5}"/>
              </a:ext>
            </a:extLst>
          </p:cNvPr>
          <p:cNvSpPr/>
          <p:nvPr userDrawn="1"/>
        </p:nvSpPr>
        <p:spPr>
          <a:xfrm>
            <a:off x="6175199" y="1139278"/>
            <a:ext cx="5694901" cy="2564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F6A3B238-B285-7D3D-96FD-84E2A76E80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45750" y="1340663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1514AEEF-6747-8716-742F-BCE0351E73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45750" y="2303075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F0D5301-6A35-E7F5-58F2-10D532D419F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88393" y="1340663"/>
            <a:ext cx="1574502" cy="2187519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B15C45A3-52EE-08DA-A691-217F806B7A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45750" y="1686916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8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7E1276-E0F0-1A1C-CB3D-3C661FEF7861}"/>
              </a:ext>
            </a:extLst>
          </p:cNvPr>
          <p:cNvSpPr/>
          <p:nvPr userDrawn="1"/>
        </p:nvSpPr>
        <p:spPr>
          <a:xfrm>
            <a:off x="6175199" y="3904913"/>
            <a:ext cx="5694901" cy="2564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75EB5A86-4984-902D-448F-CED6F64DA8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45750" y="4106298"/>
            <a:ext cx="3619708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16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8DF2EDFB-ABB5-AA47-D0B1-BBC0835C92A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045750" y="5068710"/>
            <a:ext cx="3619708" cy="1225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8 lines</a:t>
            </a:r>
            <a:endParaRPr lang="en-150" dirty="0"/>
          </a:p>
        </p:txBody>
      </p:sp>
      <p:sp>
        <p:nvSpPr>
          <p:cNvPr id="51" name="Picture Placeholder 9">
            <a:extLst>
              <a:ext uri="{FF2B5EF4-FFF2-40B4-BE49-F238E27FC236}">
                <a16:creationId xmlns:a16="http://schemas.microsoft.com/office/drawing/2014/main" id="{06B5D5AB-5163-95D5-C5BD-0218938F71F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88393" y="4106298"/>
            <a:ext cx="1574502" cy="2187519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4AE33913-E45F-763D-69CC-61CD7C3682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045750" y="4452551"/>
            <a:ext cx="3619708" cy="542383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8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14 </a:t>
            </a:r>
            <a:r>
              <a:rPr lang="en-GB" dirty="0" err="1"/>
              <a:t>pt</a:t>
            </a:r>
            <a:r>
              <a:rPr lang="en-GB" dirty="0"/>
              <a:t> (B) |</a:t>
            </a:r>
            <a:br>
              <a:rPr lang="en-GB" dirty="0"/>
            </a:br>
            <a:r>
              <a:rPr lang="en-GB" dirty="0"/>
              <a:t>No more than 2 lines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768BA-62AD-A142-B260-A2E241CD5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B52BF60-F4E1-9049-BD44-8438CB0DFD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B4FB8A-388B-5B8F-B13D-109F3359F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E64BBFE-8021-C9A3-8216-C3E7F53B0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1659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rson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38FA5813-B48B-D8F4-50EE-27AE25C08C14}"/>
              </a:ext>
            </a:extLst>
          </p:cNvPr>
          <p:cNvSpPr/>
          <p:nvPr userDrawn="1"/>
        </p:nvSpPr>
        <p:spPr>
          <a:xfrm>
            <a:off x="344765" y="1091039"/>
            <a:ext cx="5735488" cy="1777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E66943C3-2AC2-15DB-0C00-CC3334070C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5161" y="1286453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AF5FC109-F4CE-A6CD-E861-13614D94C6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5161" y="1991338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FA288470-DB15-3A53-ED35-5DBB947DA3D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529" y="1286454"/>
            <a:ext cx="1220721" cy="1353226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EC17574-1C73-3C7D-255C-034C69E35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25161" y="1632706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7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DE2125-3DA3-FBCE-ACEA-8F46C0D0E9A2}"/>
              </a:ext>
            </a:extLst>
          </p:cNvPr>
          <p:cNvSpPr/>
          <p:nvPr userDrawn="1"/>
        </p:nvSpPr>
        <p:spPr>
          <a:xfrm>
            <a:off x="344765" y="2926731"/>
            <a:ext cx="5735488" cy="1777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77EA2C37-BE31-1A42-5387-DB24A6FE8B2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25161" y="3122145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69" name="Text Placeholder 29">
            <a:extLst>
              <a:ext uri="{FF2B5EF4-FFF2-40B4-BE49-F238E27FC236}">
                <a16:creationId xmlns:a16="http://schemas.microsoft.com/office/drawing/2014/main" id="{6C856ABD-CCB3-D8F8-DACE-81448DECBBC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25161" y="3827030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70" name="Picture Placeholder 9">
            <a:extLst>
              <a:ext uri="{FF2B5EF4-FFF2-40B4-BE49-F238E27FC236}">
                <a16:creationId xmlns:a16="http://schemas.microsoft.com/office/drawing/2014/main" id="{525ACC26-B493-434C-DE07-9D7D342FA5F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80529" y="3122146"/>
            <a:ext cx="1220721" cy="1353226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71" name="Text Placeholder 29">
            <a:extLst>
              <a:ext uri="{FF2B5EF4-FFF2-40B4-BE49-F238E27FC236}">
                <a16:creationId xmlns:a16="http://schemas.microsoft.com/office/drawing/2014/main" id="{C61F0CFC-0F5C-BDED-C809-079A853D64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25161" y="3468398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7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6832147-6A2A-F981-9BD8-7612A9A96AF1}"/>
              </a:ext>
            </a:extLst>
          </p:cNvPr>
          <p:cNvSpPr/>
          <p:nvPr userDrawn="1"/>
        </p:nvSpPr>
        <p:spPr>
          <a:xfrm>
            <a:off x="344765" y="4771573"/>
            <a:ext cx="5735488" cy="1777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4491DFB9-4447-062E-C71D-C4CDB0294E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61" y="4966987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E2AF1548-5787-08A7-07E7-1106E7307E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61" y="5671872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75" name="Picture Placeholder 9">
            <a:extLst>
              <a:ext uri="{FF2B5EF4-FFF2-40B4-BE49-F238E27FC236}">
                <a16:creationId xmlns:a16="http://schemas.microsoft.com/office/drawing/2014/main" id="{4244237A-9DB0-8F85-F925-6C0B1A2739B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80529" y="4966988"/>
            <a:ext cx="1220721" cy="1353226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0D71EDF1-9ADE-4069-FEF9-ECDA00D90D8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25161" y="5313240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7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854AFF8-F444-ED44-8F72-9BE1AA38EBCC}"/>
              </a:ext>
            </a:extLst>
          </p:cNvPr>
          <p:cNvSpPr/>
          <p:nvPr userDrawn="1"/>
        </p:nvSpPr>
        <p:spPr>
          <a:xfrm>
            <a:off x="6144356" y="1091039"/>
            <a:ext cx="5735488" cy="1777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5930DFDF-25AC-B476-76D8-0F659FFECD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24752" y="1286453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D2215A06-3E7A-6E63-AFBB-817C78C683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24752" y="1991338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62EF9D30-081B-B1E6-E440-0ED1C0ADD66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80120" y="1286454"/>
            <a:ext cx="1220721" cy="1353226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81" name="Text Placeholder 29">
            <a:extLst>
              <a:ext uri="{FF2B5EF4-FFF2-40B4-BE49-F238E27FC236}">
                <a16:creationId xmlns:a16="http://schemas.microsoft.com/office/drawing/2014/main" id="{F6383A93-907F-5395-A904-01E151EB464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724752" y="1632706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7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DC6E8B2-DBC4-EF46-7692-7AA31A28045D}"/>
              </a:ext>
            </a:extLst>
          </p:cNvPr>
          <p:cNvSpPr/>
          <p:nvPr userDrawn="1"/>
        </p:nvSpPr>
        <p:spPr>
          <a:xfrm>
            <a:off x="6144356" y="2926731"/>
            <a:ext cx="5735488" cy="1777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3B45960F-1E5D-2290-BFD7-DE1C3683CE4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24752" y="3122145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66496723-A108-BFEF-B07E-0A40EB0C32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24752" y="3827030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111" name="Picture Placeholder 9">
            <a:extLst>
              <a:ext uri="{FF2B5EF4-FFF2-40B4-BE49-F238E27FC236}">
                <a16:creationId xmlns:a16="http://schemas.microsoft.com/office/drawing/2014/main" id="{31859D53-37B2-07C7-D6C4-6639C08F824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380120" y="3122146"/>
            <a:ext cx="1220721" cy="1353226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112" name="Text Placeholder 29">
            <a:extLst>
              <a:ext uri="{FF2B5EF4-FFF2-40B4-BE49-F238E27FC236}">
                <a16:creationId xmlns:a16="http://schemas.microsoft.com/office/drawing/2014/main" id="{DCBC9974-E751-DFC9-A896-C6AFB51128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24752" y="3468398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7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72FF3CD-1340-6A72-6399-62B6A157FD6C}"/>
              </a:ext>
            </a:extLst>
          </p:cNvPr>
          <p:cNvSpPr/>
          <p:nvPr userDrawn="1"/>
        </p:nvSpPr>
        <p:spPr>
          <a:xfrm>
            <a:off x="6144356" y="4771573"/>
            <a:ext cx="5735488" cy="1777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114" name="Text Placeholder 29">
            <a:extLst>
              <a:ext uri="{FF2B5EF4-FFF2-40B4-BE49-F238E27FC236}">
                <a16:creationId xmlns:a16="http://schemas.microsoft.com/office/drawing/2014/main" id="{78B4E6BB-3DFD-7F80-2A70-9366899CBD4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4752" y="4966987"/>
            <a:ext cx="3931254" cy="2848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Full Name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115" name="Text Placeholder 29">
            <a:extLst>
              <a:ext uri="{FF2B5EF4-FFF2-40B4-BE49-F238E27FC236}">
                <a16:creationId xmlns:a16="http://schemas.microsoft.com/office/drawing/2014/main" id="{3BBD42F2-CD72-3040-9718-7BA9C9C8D35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24752" y="5671872"/>
            <a:ext cx="3931254" cy="6483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r>
              <a:rPr lang="en-US" dirty="0"/>
              <a:t>Description | 10 </a:t>
            </a:r>
            <a:r>
              <a:rPr lang="en-US" dirty="0" err="1"/>
              <a:t>pt</a:t>
            </a:r>
            <a:r>
              <a:rPr lang="en-US" dirty="0"/>
              <a:t> | No more than 4 lines</a:t>
            </a:r>
            <a:endParaRPr lang="en-150" dirty="0"/>
          </a:p>
        </p:txBody>
      </p:sp>
      <p:sp>
        <p:nvSpPr>
          <p:cNvPr id="116" name="Picture Placeholder 9">
            <a:extLst>
              <a:ext uri="{FF2B5EF4-FFF2-40B4-BE49-F238E27FC236}">
                <a16:creationId xmlns:a16="http://schemas.microsoft.com/office/drawing/2014/main" id="{94FD9FF8-D962-2AAD-6E64-3B40CEB4CFD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6380120" y="4966988"/>
            <a:ext cx="1220721" cy="1353226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117" name="Text Placeholder 29">
            <a:extLst>
              <a:ext uri="{FF2B5EF4-FFF2-40B4-BE49-F238E27FC236}">
                <a16:creationId xmlns:a16="http://schemas.microsoft.com/office/drawing/2014/main" id="{F643E97D-D458-1E04-5100-5D9993CE8E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24752" y="5313240"/>
            <a:ext cx="3931254" cy="28485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47000">
                <a:schemeClr val="bg2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+mj-lt"/>
                <a:cs typeface="Plus Jakarta Sans ExtraBold" pitchFamily="2" charset="77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Job Title | 12 </a:t>
            </a:r>
            <a:r>
              <a:rPr lang="en-GB" dirty="0" err="1"/>
              <a:t>pt</a:t>
            </a:r>
            <a:r>
              <a:rPr lang="en-GB" dirty="0"/>
              <a:t>  (B)| Keep to 1 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4B3F03-98F6-EABA-FC9F-705E622FF5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6927BDD-B924-A2F5-E1FB-B8454668D7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A00964E-D5F4-DA21-2CA4-2649BF0CE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EA9F090-EA4B-7BB8-6799-D05587EC1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385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4 Imag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84C0D0-85B0-B1F4-8E13-C8C7FA44DB34}"/>
              </a:ext>
            </a:extLst>
          </p:cNvPr>
          <p:cNvSpPr/>
          <p:nvPr userDrawn="1"/>
        </p:nvSpPr>
        <p:spPr>
          <a:xfrm>
            <a:off x="344765" y="1091038"/>
            <a:ext cx="4262739" cy="5332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883" y="1246621"/>
            <a:ext cx="3951509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7B24AE04-B107-EC30-D216-B038C4B8213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5300" y="1585474"/>
            <a:ext cx="3957558" cy="47141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1" y="1592886"/>
            <a:ext cx="3264811" cy="2001475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592886"/>
            <a:ext cx="3255217" cy="2001476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4137102"/>
            <a:ext cx="3264811" cy="2162500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4137100"/>
            <a:ext cx="3255217" cy="2162501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DCCE345-52D9-A9C5-B1EA-A78A00D701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870615" y="1246621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185DFFF-F0F4-2326-7BF8-161B975051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461306" y="1246621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D5F1FA13-4A00-359E-0F7D-F0921C77CF2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870615" y="3777948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557671C-B77F-92A9-53FF-E1B0788AB46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61306" y="3777948"/>
            <a:ext cx="3264811" cy="332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69E06-6A88-A0BA-CEAA-D5E4E64D9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61492D4-D7BD-453C-F2D5-A3E65F51CE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5D0EF60-5983-634E-74C7-F59B40684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D3D6A2C-437F-ED74-18D0-01501925B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5480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er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A3D8BB-A896-10BE-BA77-71ABFABE4853}"/>
              </a:ext>
            </a:extLst>
          </p:cNvPr>
          <p:cNvSpPr/>
          <p:nvPr userDrawn="1"/>
        </p:nvSpPr>
        <p:spPr>
          <a:xfrm>
            <a:off x="334963" y="2897828"/>
            <a:ext cx="4389194" cy="16556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ECE793-0D88-8A73-75FF-9C4BF0FFF2C5}"/>
              </a:ext>
            </a:extLst>
          </p:cNvPr>
          <p:cNvSpPr/>
          <p:nvPr userDrawn="1"/>
        </p:nvSpPr>
        <p:spPr>
          <a:xfrm>
            <a:off x="334963" y="4643908"/>
            <a:ext cx="4389194" cy="16556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4F268-5479-6A7E-5BEB-A1E982584A64}"/>
              </a:ext>
            </a:extLst>
          </p:cNvPr>
          <p:cNvSpPr/>
          <p:nvPr userDrawn="1"/>
        </p:nvSpPr>
        <p:spPr>
          <a:xfrm>
            <a:off x="334963" y="1152563"/>
            <a:ext cx="4389194" cy="16556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883" y="1246621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9107E2-8DB4-DFF9-3F5C-16A4089180C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5883" y="3008193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BC1DA544-AEF7-E331-946F-B8BFA64E58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883" y="4740418"/>
            <a:ext cx="4141621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0" y="1152563"/>
            <a:ext cx="3571852" cy="253274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152563"/>
            <a:ext cx="3386138" cy="253274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3702336"/>
            <a:ext cx="3571852" cy="25972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3702336"/>
            <a:ext cx="3386138" cy="25972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9357CE-CF0E-3748-0A6A-EDE4B3765F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EC77999C-9F58-2743-7A3B-3B5CA482D6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5299" y="1585474"/>
            <a:ext cx="4147961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DFDF037E-84F6-0759-B6D2-0E6EA1006BB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5299" y="3347599"/>
            <a:ext cx="4147961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4504EBEE-AABD-420B-7C4E-7097FBA0A18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5299" y="5081149"/>
            <a:ext cx="4147961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ADDD6F1-EAAD-5F12-80A7-A994C1296F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45F8F07-3141-F182-5BE6-0D00890A6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A62732D-2C4F-AD85-28AA-C604CFCC6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7881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er Case Study - Gradient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3DDF92-20C6-03D8-31C3-B14242AE65EE}"/>
              </a:ext>
            </a:extLst>
          </p:cNvPr>
          <p:cNvSpPr/>
          <p:nvPr userDrawn="1"/>
        </p:nvSpPr>
        <p:spPr>
          <a:xfrm>
            <a:off x="0" y="-4009"/>
            <a:ext cx="7416144" cy="6862009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alpha val="50430"/>
                </a:schemeClr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417DA0C-1EB2-84E1-35EA-08399B8D3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3159" y="1246621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9107E2-8DB4-DFF9-3F5C-16A4089180C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3159" y="2994746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BC1DA544-AEF7-E331-946F-B8BFA64E58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3159" y="4740418"/>
            <a:ext cx="3924345" cy="332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SG" dirty="0"/>
              <a:t>Title Case | 14 </a:t>
            </a:r>
            <a:r>
              <a:rPr lang="en-SG" dirty="0" err="1"/>
              <a:t>pt</a:t>
            </a:r>
            <a:r>
              <a:rPr lang="en-SG" dirty="0"/>
              <a:t> (B) | Keep to 1 Line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9665C57-3DDA-0189-D99A-BAF12217D0A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88740" y="1152563"/>
            <a:ext cx="3571852" cy="253274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779D4F88-AC0F-F316-A1E9-A4BBA06B39A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470900" y="1152563"/>
            <a:ext cx="3386138" cy="253274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6" name="Picture Placeholder 27">
            <a:extLst>
              <a:ext uri="{FF2B5EF4-FFF2-40B4-BE49-F238E27FC236}">
                <a16:creationId xmlns:a16="http://schemas.microsoft.com/office/drawing/2014/main" id="{CA9EA4B3-1284-640A-37B7-191CFFFCDE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8740" y="3702336"/>
            <a:ext cx="3571852" cy="25972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/>
          </a:p>
        </p:txBody>
      </p:sp>
      <p:sp>
        <p:nvSpPr>
          <p:cNvPr id="37" name="Picture Placeholder 27">
            <a:extLst>
              <a:ext uri="{FF2B5EF4-FFF2-40B4-BE49-F238E27FC236}">
                <a16:creationId xmlns:a16="http://schemas.microsoft.com/office/drawing/2014/main" id="{8B35C8CA-237D-0303-A18C-14D09F3CBA1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470900" y="3702336"/>
            <a:ext cx="3386138" cy="25972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5D4F1C-A45D-C49D-CE70-E8B9A7B77679}"/>
              </a:ext>
            </a:extLst>
          </p:cNvPr>
          <p:cNvCxnSpPr>
            <a:cxnSpLocks/>
          </p:cNvCxnSpPr>
          <p:nvPr userDrawn="1"/>
        </p:nvCxnSpPr>
        <p:spPr>
          <a:xfrm>
            <a:off x="422476" y="1442417"/>
            <a:ext cx="0" cy="4857185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2">
                    <a:alpha val="0"/>
                  </a:schemeClr>
                </a:gs>
                <a:gs pos="48000">
                  <a:schemeClr val="bg2">
                    <a:lumMod val="60000"/>
                    <a:lumOff val="40000"/>
                    <a:alpha val="51000"/>
                  </a:schemeClr>
                </a:gs>
                <a:gs pos="100000">
                  <a:schemeClr val="bg2">
                    <a:lumMod val="60000"/>
                    <a:lumOff val="40000"/>
                    <a:alpha val="52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ED93124-D79E-4403-F2E8-5621A041F331}"/>
              </a:ext>
            </a:extLst>
          </p:cNvPr>
          <p:cNvSpPr/>
          <p:nvPr userDrawn="1"/>
        </p:nvSpPr>
        <p:spPr>
          <a:xfrm>
            <a:off x="361585" y="1337783"/>
            <a:ext cx="127322" cy="127323"/>
          </a:xfrm>
          <a:prstGeom prst="ellipse">
            <a:avLst/>
          </a:prstGeom>
          <a:solidFill>
            <a:schemeClr val="bg2"/>
          </a:soli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glow rad="235170">
              <a:schemeClr val="accent2">
                <a:lumMod val="60000"/>
                <a:lumOff val="40000"/>
                <a:alpha val="3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latin typeface="Plus Jakarta Sans ExtraBold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A69D34-2FB8-C1C4-A4EF-93C8CA8EC0BA}"/>
              </a:ext>
            </a:extLst>
          </p:cNvPr>
          <p:cNvSpPr/>
          <p:nvPr userDrawn="1"/>
        </p:nvSpPr>
        <p:spPr>
          <a:xfrm>
            <a:off x="361585" y="3088997"/>
            <a:ext cx="127322" cy="127323"/>
          </a:xfrm>
          <a:prstGeom prst="ellipse">
            <a:avLst/>
          </a:prstGeom>
          <a:solidFill>
            <a:schemeClr val="bg2"/>
          </a:soli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glow rad="235170">
              <a:schemeClr val="accent2">
                <a:lumMod val="60000"/>
                <a:lumOff val="40000"/>
                <a:alpha val="3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latin typeface="Plus Jakarta Sans ExtraBold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21717F0-18D7-D985-650A-37B4CCD20AFE}"/>
              </a:ext>
            </a:extLst>
          </p:cNvPr>
          <p:cNvSpPr/>
          <p:nvPr userDrawn="1"/>
        </p:nvSpPr>
        <p:spPr>
          <a:xfrm>
            <a:off x="361585" y="4829128"/>
            <a:ext cx="127322" cy="127323"/>
          </a:xfrm>
          <a:prstGeom prst="ellipse">
            <a:avLst/>
          </a:prstGeom>
          <a:solidFill>
            <a:schemeClr val="bg2"/>
          </a:soli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glow rad="235170">
              <a:schemeClr val="accent2">
                <a:lumMod val="60000"/>
                <a:lumOff val="40000"/>
                <a:alpha val="3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latin typeface="Plus Jakarta Sans ExtraBold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8941B6-6825-66A0-CDFF-A2A80C761A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010939B3-92C1-2299-4D69-4502B920D0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6275" y="1585474"/>
            <a:ext cx="39338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1FD0F55-085A-BFAA-25AB-D7322130EAD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6275" y="3347599"/>
            <a:ext cx="39338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2D506741-6C49-1177-1EB2-8F827E7DD76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6275" y="5081149"/>
            <a:ext cx="3933825" cy="112077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12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12 pt (B) | No more than 6 lines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FD8B6A0-4CF7-C9B8-6F1B-A23DE083A1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AAC45B1-C791-5A2A-D434-FE82B8372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125007B-FE38-FE58-FF35-BEE9AB9EA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93535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mar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4F8EE18F-239E-71AC-D2CF-A2B81BC1C388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334963" y="949407"/>
            <a:ext cx="11490325" cy="4336271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AF7409A2-79D7-FF95-72E0-4528A6DB0D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2" y="5459954"/>
            <a:ext cx="11490325" cy="8308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FF12D9-17E4-857A-F788-A252D4096D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7C3FFCE-FF04-66C5-5E6D-E9E584BA0B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4FAA269-E693-CC73-B8CB-B1F025419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F13EBB1-942F-FDA2-3FC7-9EE79804E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5391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AF7409A2-79D7-FF95-72E0-4528A6DB0D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2" y="5459954"/>
            <a:ext cx="11490325" cy="8308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2pPr>
            <a:lvl3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3pPr>
            <a:lvl4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4pPr>
            <a:lvl5pPr>
              <a:defRPr sz="20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12 </a:t>
            </a:r>
            <a:r>
              <a:rPr lang="en-GB" dirty="0" err="1"/>
              <a:t>pt</a:t>
            </a:r>
            <a:r>
              <a:rPr lang="en-GB" dirty="0"/>
              <a:t> (B) | No more than 6 lines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DBD0B98-13CB-4FC2-B4FF-728EEDFFCA1E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334963" y="949407"/>
            <a:ext cx="11490325" cy="4336272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2431D5-1F04-5359-4A38-303CEA9A62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08CB477-0940-930F-0254-309512508D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079102D-39A0-DB62-BAC9-58B68229A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90CC1EC-75E0-576F-C49C-FC72842D0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27379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D1905-759E-3C59-6380-C4D640E703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263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015CFD-3DFC-1946-02A4-51C0C755C3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1207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AC2120-1498-05E7-8BC4-21EB58717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151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81B60AC-F803-5DF4-10EE-1C89145493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31095" y="13494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48C180-C81B-D4D0-327C-80A959DA64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142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21BA854-6F5E-9476-AAD5-4A01C365D9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2086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6EE5D24-A43F-3F0F-DAF3-6D517961D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53886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AE80C1D-2E18-6960-83AA-BDCD9D9E9D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5974" y="16371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D984A1B-E173-A02C-1361-ED40003B7C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263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2B63BA-F552-EA8A-6F3F-5725C0FAB1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1207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B43EB7E-A968-64B0-DD60-EC997AAE009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6151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F3DA7A-8C5D-7631-EC44-0A0C63C3B1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1095" y="3178272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CDAA74A-1913-AA8F-1C29-89D7544C4B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1142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B7F315C-96F8-F47B-EF73-11FE71474D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2086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B405D38-BD57-79F4-2686-D54AA6A26F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3886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D78AF0-16E6-C7FA-9D76-A62B246051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5974" y="3465978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98E8BE9-696B-A028-C093-A78ACFF050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6263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5093408-A3A3-55CA-E9C9-341B3DF7A7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61207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D8D4769-E23F-DE51-0C38-19ADEB10412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46151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D9F5EA8-D498-CC61-8BA4-0527458C4B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31095" y="4997928"/>
            <a:ext cx="2084642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Title Case | 14 </a:t>
            </a:r>
            <a:r>
              <a:rPr lang="en-GB" dirty="0" err="1"/>
              <a:t>pt</a:t>
            </a:r>
            <a:r>
              <a:rPr lang="en-GB" dirty="0"/>
              <a:t> (B)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04EB6FC-9536-CE23-216A-FCB3962326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1142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7BF0DE4-A74B-E170-3813-BAFDAA1E0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82086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205FD24-0FD2-12CF-B3E3-0D5E704BD7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53886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F773B4A-FD10-A96F-AE0B-0D4B6B6D32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55974" y="5285634"/>
            <a:ext cx="2084642" cy="10973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-14400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Bullet Points | Sentence case | 11 </a:t>
            </a:r>
            <a:r>
              <a:rPr lang="en-GB" dirty="0" err="1"/>
              <a:t>pt</a:t>
            </a:r>
            <a:r>
              <a:rPr lang="en-GB" dirty="0"/>
              <a:t> 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5A0812A-D159-DC99-E9E7-C3BD11DFDF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0262" y="1011207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EA6E607B-65DD-15AF-7F98-5DD6C79878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0262" y="2849088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745CBE-9EB4-EB11-57A4-7F07190FAE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0262" y="4687032"/>
            <a:ext cx="5086465" cy="329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4E8B15-C751-2A59-49B4-124BA27F20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AF2-417F-9AA2-4EA0-4D7368B72D9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F01E28C-D84F-2030-892D-52217DA62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6102398-5C18-5EE6-45CD-456C4C9B1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95161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lumn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5A0812A-D159-DC99-E9E7-C3BD11DFDF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9841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2A27C85-5845-18C5-14A7-BCB1967611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9841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11620A8-C2B6-A85E-CF68-DB2A9B5212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841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298FE61-A1FE-3390-5901-A47F5A1F42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9841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86263D4-5431-C61A-940E-C6187331EE5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9841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CC049AD4-6F8E-DBAB-4DA6-07239318D7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9841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D6B3FB7-6921-0958-EE90-9CD2F529A39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9841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BC20E84-E309-1BC3-DC03-6E1173E15C2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9841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E4A02A2-9E35-0F73-9F7C-412F1C0825A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3964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D89AC11-49DF-9222-E441-571D39A8559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93964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F895B73-737A-A314-DE51-BB12CB234D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93964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69E799C-CB82-C667-F199-F0806D8101C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93964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73DA608-DCAE-658B-44E0-5A40501879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93964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205F17D2-5903-5DFB-8FAD-E500270D1E1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93964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0D9482F-7F2A-CA88-5850-1EA46753AD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93964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89CAE1B1-1108-2379-78D5-AEF7396CE38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393964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2D492475-0F21-3B3F-0B23-566E72F0197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74303" y="10749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67A3DC5A-425F-3BD8-30B7-E8BF53FA96A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74303" y="14618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9B1F2D43-8F0D-8477-4144-EB2A688B256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4303" y="2528609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91DFF3D0-AF1E-51F1-4941-1006176B25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274303" y="2915469"/>
            <a:ext cx="3554282" cy="81246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B2869BB-2BA4-120C-FC2C-1225451C8D6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74303" y="3970547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58193655-5CF6-A3F5-8262-20D6C64E9EC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274303" y="4357408"/>
            <a:ext cx="3554282" cy="8359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F3EBAE1F-4F69-B505-902A-07BF0F1F5F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274303" y="5412485"/>
            <a:ext cx="3554282" cy="32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Title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  <a:endParaRPr lang="en-US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41380F40-E323-250B-8F57-D82DA62AF1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274303" y="5799345"/>
            <a:ext cx="3554282" cy="601455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b="1" i="0">
                <a:solidFill>
                  <a:schemeClr val="tx1"/>
                </a:solidFill>
                <a:latin typeface="+mn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r>
              <a:rPr lang="en-GB" dirty="0"/>
              <a:t>Sentence Case | 18 </a:t>
            </a:r>
            <a:r>
              <a:rPr lang="en-GB" dirty="0" err="1"/>
              <a:t>pt</a:t>
            </a:r>
            <a:r>
              <a:rPr lang="en-GB" dirty="0"/>
              <a:t> (B)| Keep to 1 Line</a:t>
            </a:r>
          </a:p>
          <a:p>
            <a:pPr lvl="0"/>
            <a:endParaRPr lang="en-GB" dirty="0"/>
          </a:p>
          <a:p>
            <a:pPr lvl="0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3A330C-97AA-1201-FB9E-30F35E48586E}"/>
              </a:ext>
            </a:extLst>
          </p:cNvPr>
          <p:cNvCxnSpPr>
            <a:cxnSpLocks/>
          </p:cNvCxnSpPr>
          <p:nvPr userDrawn="1"/>
        </p:nvCxnSpPr>
        <p:spPr>
          <a:xfrm>
            <a:off x="4173415" y="941981"/>
            <a:ext cx="0" cy="5916019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EB2AF8-E154-2930-88A0-244B32572504}"/>
              </a:ext>
            </a:extLst>
          </p:cNvPr>
          <p:cNvCxnSpPr>
            <a:cxnSpLocks/>
          </p:cNvCxnSpPr>
          <p:nvPr userDrawn="1"/>
        </p:nvCxnSpPr>
        <p:spPr>
          <a:xfrm>
            <a:off x="8112369" y="941981"/>
            <a:ext cx="0" cy="5916019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547B5A4-1E21-0389-F84D-C591F47F69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791" y="339091"/>
            <a:ext cx="1152617" cy="413943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54D09FC-FCC6-CB45-23A7-FD2657747D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01"/>
            <a:ext cx="10548729" cy="937972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/>
              </a:gs>
              <a:gs pos="99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lIns="432000" rIns="72000" anchor="ctr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Case | 24/ 28 </a:t>
            </a:r>
            <a:r>
              <a:rPr lang="en-US" dirty="0" err="1"/>
              <a:t>pt</a:t>
            </a:r>
            <a:r>
              <a:rPr lang="en-US" dirty="0"/>
              <a:t> (Header) | Keep to 1 Line</a:t>
            </a:r>
            <a:endParaRPr lang="en-SG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1C136A0-FF30-B6EF-48BF-99F5ECD43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98AC90-8E09-DAB0-6AAF-2AE1A27E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487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>
            <a:extLst>
              <a:ext uri="{FF2B5EF4-FFF2-40B4-BE49-F238E27FC236}">
                <a16:creationId xmlns:a16="http://schemas.microsoft.com/office/drawing/2014/main" id="{8D8032AE-7623-AA52-0E9E-8BC48AD96477}"/>
              </a:ext>
            </a:extLst>
          </p:cNvPr>
          <p:cNvSpPr txBox="1">
            <a:spLocks/>
          </p:cNvSpPr>
          <p:nvPr userDrawn="1"/>
        </p:nvSpPr>
        <p:spPr>
          <a:xfrm>
            <a:off x="909747" y="3302482"/>
            <a:ext cx="10270076" cy="108200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Plus Jakarta Sans ExtraBold" pitchFamily="2" charset="77"/>
                <a:ea typeface="+mj-ea"/>
                <a:cs typeface="Plus Jakarta Sans ExtraBold" pitchFamily="2" charset="77"/>
              </a:defRPr>
            </a:lvl1pPr>
          </a:lstStyle>
          <a:p>
            <a:pPr algn="ctr"/>
            <a:r>
              <a:rPr lang="en-US" sz="1800" b="1" i="0" kern="1600" spc="300" dirty="0">
                <a:solidFill>
                  <a:schemeClr val="tx1"/>
                </a:solidFill>
                <a:latin typeface="+mj-lt"/>
                <a:cs typeface="Plus Jakarta Sans ExtraBold" pitchFamily="2" charset="77"/>
              </a:rPr>
              <a:t>FOR MORE INFORMATION CONTACT 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9B995475-FE8C-0AD2-56D8-0B81CDB9CF7C}"/>
              </a:ext>
            </a:extLst>
          </p:cNvPr>
          <p:cNvSpPr txBox="1">
            <a:spLocks/>
          </p:cNvSpPr>
          <p:nvPr userDrawn="1"/>
        </p:nvSpPr>
        <p:spPr>
          <a:xfrm>
            <a:off x="960962" y="2301994"/>
            <a:ext cx="10270076" cy="108200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0" kern="1600" spc="300" dirty="0">
                <a:solidFill>
                  <a:schemeClr val="tx1"/>
                </a:solidFill>
                <a:latin typeface="+mj-lt"/>
                <a:cs typeface="Plus Jakarta Sans ExtraBold" pitchFamily="2" charset="77"/>
              </a:rPr>
              <a:t>THANK YOU</a:t>
            </a:r>
          </a:p>
        </p:txBody>
      </p:sp>
      <p:sp>
        <p:nvSpPr>
          <p:cNvPr id="90" name="Text Placeholder 72">
            <a:extLst>
              <a:ext uri="{FF2B5EF4-FFF2-40B4-BE49-F238E27FC236}">
                <a16:creationId xmlns:a16="http://schemas.microsoft.com/office/drawing/2014/main" id="{7AE55BBE-4053-5596-D2A3-7BD883D042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0281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1" name="Text Placeholder 72">
            <a:extLst>
              <a:ext uri="{FF2B5EF4-FFF2-40B4-BE49-F238E27FC236}">
                <a16:creationId xmlns:a16="http://schemas.microsoft.com/office/drawing/2014/main" id="{77D67B7E-7C87-5DF7-757E-684478A903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281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2" name="Text Placeholder 72">
            <a:extLst>
              <a:ext uri="{FF2B5EF4-FFF2-40B4-BE49-F238E27FC236}">
                <a16:creationId xmlns:a16="http://schemas.microsoft.com/office/drawing/2014/main" id="{8721B986-5E4C-DBB0-C38D-2A2CD11A6A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585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3" name="Text Placeholder 72">
            <a:extLst>
              <a:ext uri="{FF2B5EF4-FFF2-40B4-BE49-F238E27FC236}">
                <a16:creationId xmlns:a16="http://schemas.microsoft.com/office/drawing/2014/main" id="{894D0FC1-EEF3-41B3-FD22-DF020A0A80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3585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4" name="Text Placeholder 72">
            <a:extLst>
              <a:ext uri="{FF2B5EF4-FFF2-40B4-BE49-F238E27FC236}">
                <a16:creationId xmlns:a16="http://schemas.microsoft.com/office/drawing/2014/main" id="{FFD913D3-4F42-0C4C-6776-CF82036FAC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481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5" name="Text Placeholder 72">
            <a:extLst>
              <a:ext uri="{FF2B5EF4-FFF2-40B4-BE49-F238E27FC236}">
                <a16:creationId xmlns:a16="http://schemas.microsoft.com/office/drawing/2014/main" id="{D498C6E7-6B85-4C51-01EA-2AB372BE21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481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96" name="Text Placeholder 72">
            <a:extLst>
              <a:ext uri="{FF2B5EF4-FFF2-40B4-BE49-F238E27FC236}">
                <a16:creationId xmlns:a16="http://schemas.microsoft.com/office/drawing/2014/main" id="{86999FA6-EE0E-C97F-941B-BAB2D44978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7858" y="449603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bg2"/>
                </a:solidFill>
                <a:latin typeface="+mj-lt"/>
                <a:cs typeface="Plus Jakarta Sans ExtraBold" pitchFamily="2" charset="77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/>
              <a:t>Name Here</a:t>
            </a:r>
            <a:endParaRPr lang="en-US" dirty="0"/>
          </a:p>
        </p:txBody>
      </p:sp>
      <p:sp>
        <p:nvSpPr>
          <p:cNvPr id="97" name="Text Placeholder 72">
            <a:extLst>
              <a:ext uri="{FF2B5EF4-FFF2-40B4-BE49-F238E27FC236}">
                <a16:creationId xmlns:a16="http://schemas.microsoft.com/office/drawing/2014/main" id="{36B28DF1-1784-6124-C843-21E087492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47858" y="4872785"/>
            <a:ext cx="2408238" cy="3077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+mn-lt"/>
                <a:ea typeface="Noto Sans Medium" panose="020B0502040504020204" pitchFamily="34" charset="0"/>
                <a:cs typeface="Plus Jakarta Sans ExtraBold" pitchFamily="2" charset="0"/>
              </a:defRPr>
            </a:lvl1pPr>
            <a:lvl2pPr marL="4572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2pPr>
            <a:lvl3pPr marL="9144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3pPr>
            <a:lvl4pPr marL="13716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4pPr>
            <a:lvl5pPr marL="1828800" indent="0">
              <a:buNone/>
              <a:defRPr sz="1800" b="1" i="0">
                <a:solidFill>
                  <a:schemeClr val="bg2"/>
                </a:solidFill>
                <a:latin typeface="Plus Jakarta Sans ExtraBold" pitchFamily="2" charset="77"/>
                <a:cs typeface="Plus Jakarta Sans ExtraBold" pitchFamily="2" charset="77"/>
              </a:defRPr>
            </a:lvl5pPr>
          </a:lstStyle>
          <a:p>
            <a:pPr lvl="0"/>
            <a:r>
              <a:rPr lang="en-GB" dirty="0" err="1"/>
              <a:t>name@virtuosgames.com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6243EF-5A63-5D9A-6969-F9C7DCE53A16}"/>
              </a:ext>
            </a:extLst>
          </p:cNvPr>
          <p:cNvSpPr txBox="1"/>
          <p:nvPr userDrawn="1"/>
        </p:nvSpPr>
        <p:spPr>
          <a:xfrm>
            <a:off x="2494547" y="63326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D62965B-1D79-9142-3B4A-1D1D2F60162B}"/>
              </a:ext>
            </a:extLst>
          </p:cNvPr>
          <p:cNvGrpSpPr/>
          <p:nvPr userDrawn="1"/>
        </p:nvGrpSpPr>
        <p:grpSpPr>
          <a:xfrm>
            <a:off x="714818" y="6260291"/>
            <a:ext cx="7851618" cy="238435"/>
            <a:chOff x="714818" y="6201923"/>
            <a:chExt cx="7851618" cy="2384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6E130FB-A98A-E87A-69AD-EFF20AE4EB2C}"/>
                </a:ext>
              </a:extLst>
            </p:cNvPr>
            <p:cNvGrpSpPr/>
            <p:nvPr userDrawn="1"/>
          </p:nvGrpSpPr>
          <p:grpSpPr>
            <a:xfrm>
              <a:off x="714818" y="6201923"/>
              <a:ext cx="7851618" cy="238435"/>
              <a:chOff x="5030370" y="6062888"/>
              <a:chExt cx="7058251" cy="248984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67B0C8C5-6CBA-8D5F-A3AD-E30C87DF3D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41933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" name="TextBox 4">
                <a:hlinkClick r:id="rId2"/>
                <a:extLst>
                  <a:ext uri="{FF2B5EF4-FFF2-40B4-BE49-F238E27FC236}">
                    <a16:creationId xmlns:a16="http://schemas.microsoft.com/office/drawing/2014/main" id="{8659002B-D774-04C9-508B-0BEE275BD3F7}"/>
                  </a:ext>
                </a:extLst>
              </p:cNvPr>
              <p:cNvSpPr txBox="1"/>
              <p:nvPr userDrawn="1"/>
            </p:nvSpPr>
            <p:spPr>
              <a:xfrm>
                <a:off x="9845129" y="6087311"/>
                <a:ext cx="977241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noProof="1">
                    <a:solidFill>
                      <a:schemeClr val="tx1"/>
                    </a:solidFill>
                    <a:latin typeface="+mn-lt"/>
                    <a:cs typeface="Plus Jakarta Sans ExtraBold" pitchFamily="2" charset="0"/>
                  </a:rPr>
                  <a:t>@virtuosgames</a:t>
                </a: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2086DF7-D125-E7A9-FF9C-869E54FF83DD}"/>
                  </a:ext>
                </a:extLst>
              </p:cNvPr>
              <p:cNvGrpSpPr/>
              <p:nvPr/>
            </p:nvGrpSpPr>
            <p:grpSpPr>
              <a:xfrm>
                <a:off x="9582621" y="6062888"/>
                <a:ext cx="286299" cy="248984"/>
                <a:chOff x="7081336" y="5172775"/>
                <a:chExt cx="308369" cy="268179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6D9A36F-7348-F32E-E8EF-2C22659CE92A}"/>
                    </a:ext>
                  </a:extLst>
                </p:cNvPr>
                <p:cNvSpPr/>
                <p:nvPr/>
              </p:nvSpPr>
              <p:spPr>
                <a:xfrm>
                  <a:off x="7121526" y="5172775"/>
                  <a:ext cx="268179" cy="2681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25" name="Freeform: Shape 78">
                  <a:extLst>
                    <a:ext uri="{FF2B5EF4-FFF2-40B4-BE49-F238E27FC236}">
                      <a16:creationId xmlns:a16="http://schemas.microsoft.com/office/drawing/2014/main" id="{33931DBF-CAD7-7349-C9CA-530DAC053DA3}"/>
                    </a:ext>
                  </a:extLst>
                </p:cNvPr>
                <p:cNvSpPr/>
                <p:nvPr/>
              </p:nvSpPr>
              <p:spPr>
                <a:xfrm>
                  <a:off x="7081336" y="5227472"/>
                  <a:ext cx="209337" cy="147843"/>
                </a:xfrm>
                <a:custGeom>
                  <a:avLst/>
                  <a:gdLst>
                    <a:gd name="connsiteX0" fmla="*/ 207155 w 209336"/>
                    <a:gd name="connsiteY0" fmla="*/ 31837 h 147843"/>
                    <a:gd name="connsiteX1" fmla="*/ 198869 w 209336"/>
                    <a:gd name="connsiteY1" fmla="*/ 10903 h 147843"/>
                    <a:gd name="connsiteX2" fmla="*/ 177936 w 209336"/>
                    <a:gd name="connsiteY2" fmla="*/ 2181 h 147843"/>
                    <a:gd name="connsiteX3" fmla="*/ 104668 w 209336"/>
                    <a:gd name="connsiteY3" fmla="*/ 0 h 147843"/>
                    <a:gd name="connsiteX4" fmla="*/ 104668 w 209336"/>
                    <a:gd name="connsiteY4" fmla="*/ 0 h 147843"/>
                    <a:gd name="connsiteX5" fmla="*/ 31400 w 209336"/>
                    <a:gd name="connsiteY5" fmla="*/ 2181 h 147843"/>
                    <a:gd name="connsiteX6" fmla="*/ 10467 w 209336"/>
                    <a:gd name="connsiteY6" fmla="*/ 10903 h 147843"/>
                    <a:gd name="connsiteX7" fmla="*/ 2181 w 209336"/>
                    <a:gd name="connsiteY7" fmla="*/ 31837 h 147843"/>
                    <a:gd name="connsiteX8" fmla="*/ 0 w 209336"/>
                    <a:gd name="connsiteY8" fmla="*/ 65854 h 147843"/>
                    <a:gd name="connsiteX9" fmla="*/ 0 w 209336"/>
                    <a:gd name="connsiteY9" fmla="*/ 81554 h 147843"/>
                    <a:gd name="connsiteX10" fmla="*/ 2181 w 209336"/>
                    <a:gd name="connsiteY10" fmla="*/ 115571 h 147843"/>
                    <a:gd name="connsiteX11" fmla="*/ 10467 w 209336"/>
                    <a:gd name="connsiteY11" fmla="*/ 136505 h 147843"/>
                    <a:gd name="connsiteX12" fmla="*/ 33581 w 209336"/>
                    <a:gd name="connsiteY12" fmla="*/ 145663 h 147843"/>
                    <a:gd name="connsiteX13" fmla="*/ 104668 w 209336"/>
                    <a:gd name="connsiteY13" fmla="*/ 147844 h 147843"/>
                    <a:gd name="connsiteX14" fmla="*/ 177936 w 209336"/>
                    <a:gd name="connsiteY14" fmla="*/ 145663 h 147843"/>
                    <a:gd name="connsiteX15" fmla="*/ 198869 w 209336"/>
                    <a:gd name="connsiteY15" fmla="*/ 136941 h 147843"/>
                    <a:gd name="connsiteX16" fmla="*/ 207155 w 209336"/>
                    <a:gd name="connsiteY16" fmla="*/ 116007 h 147843"/>
                    <a:gd name="connsiteX17" fmla="*/ 209336 w 209336"/>
                    <a:gd name="connsiteY17" fmla="*/ 81990 h 147843"/>
                    <a:gd name="connsiteX18" fmla="*/ 209336 w 209336"/>
                    <a:gd name="connsiteY18" fmla="*/ 66290 h 147843"/>
                    <a:gd name="connsiteX19" fmla="*/ 207155 w 209336"/>
                    <a:gd name="connsiteY19" fmla="*/ 31837 h 147843"/>
                    <a:gd name="connsiteX20" fmla="*/ 82862 w 209336"/>
                    <a:gd name="connsiteY20" fmla="*/ 100743 h 147843"/>
                    <a:gd name="connsiteX21" fmla="*/ 82862 w 209336"/>
                    <a:gd name="connsiteY21" fmla="*/ 41867 h 147843"/>
                    <a:gd name="connsiteX22" fmla="*/ 139557 w 209336"/>
                    <a:gd name="connsiteY22" fmla="*/ 71523 h 147843"/>
                    <a:gd name="connsiteX23" fmla="*/ 82862 w 209336"/>
                    <a:gd name="connsiteY23" fmla="*/ 100743 h 1478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09336" h="147843">
                      <a:moveTo>
                        <a:pt x="207155" y="31837"/>
                      </a:moveTo>
                      <a:cubicBezTo>
                        <a:pt x="207155" y="31837"/>
                        <a:pt x="204975" y="17445"/>
                        <a:pt x="198869" y="10903"/>
                      </a:cubicBezTo>
                      <a:cubicBezTo>
                        <a:pt x="191019" y="2617"/>
                        <a:pt x="181861" y="2617"/>
                        <a:pt x="177936" y="2181"/>
                      </a:cubicBezTo>
                      <a:cubicBezTo>
                        <a:pt x="148716" y="0"/>
                        <a:pt x="104668" y="0"/>
                        <a:pt x="104668" y="0"/>
                      </a:cubicBezTo>
                      <a:lnTo>
                        <a:pt x="104668" y="0"/>
                      </a:lnTo>
                      <a:cubicBezTo>
                        <a:pt x="104668" y="0"/>
                        <a:pt x="60620" y="0"/>
                        <a:pt x="31400" y="2181"/>
                      </a:cubicBezTo>
                      <a:cubicBezTo>
                        <a:pt x="27475" y="2617"/>
                        <a:pt x="18317" y="2617"/>
                        <a:pt x="10467" y="10903"/>
                      </a:cubicBezTo>
                      <a:cubicBezTo>
                        <a:pt x="4361" y="17445"/>
                        <a:pt x="2181" y="31837"/>
                        <a:pt x="2181" y="31837"/>
                      </a:cubicBezTo>
                      <a:cubicBezTo>
                        <a:pt x="2181" y="31837"/>
                        <a:pt x="0" y="48845"/>
                        <a:pt x="0" y="65854"/>
                      </a:cubicBezTo>
                      <a:lnTo>
                        <a:pt x="0" y="81554"/>
                      </a:lnTo>
                      <a:cubicBezTo>
                        <a:pt x="0" y="98562"/>
                        <a:pt x="2181" y="115571"/>
                        <a:pt x="2181" y="115571"/>
                      </a:cubicBezTo>
                      <a:cubicBezTo>
                        <a:pt x="2181" y="115571"/>
                        <a:pt x="4361" y="129963"/>
                        <a:pt x="10467" y="136505"/>
                      </a:cubicBezTo>
                      <a:cubicBezTo>
                        <a:pt x="18317" y="144791"/>
                        <a:pt x="28784" y="144791"/>
                        <a:pt x="33581" y="145663"/>
                      </a:cubicBezTo>
                      <a:cubicBezTo>
                        <a:pt x="50153" y="147407"/>
                        <a:pt x="104668" y="147844"/>
                        <a:pt x="104668" y="147844"/>
                      </a:cubicBezTo>
                      <a:cubicBezTo>
                        <a:pt x="104668" y="147844"/>
                        <a:pt x="148716" y="147844"/>
                        <a:pt x="177936" y="145663"/>
                      </a:cubicBezTo>
                      <a:cubicBezTo>
                        <a:pt x="181861" y="145227"/>
                        <a:pt x="191019" y="145227"/>
                        <a:pt x="198869" y="136941"/>
                      </a:cubicBezTo>
                      <a:cubicBezTo>
                        <a:pt x="204975" y="130399"/>
                        <a:pt x="207155" y="116007"/>
                        <a:pt x="207155" y="116007"/>
                      </a:cubicBezTo>
                      <a:cubicBezTo>
                        <a:pt x="207155" y="116007"/>
                        <a:pt x="209336" y="98998"/>
                        <a:pt x="209336" y="81990"/>
                      </a:cubicBezTo>
                      <a:lnTo>
                        <a:pt x="209336" y="66290"/>
                      </a:lnTo>
                      <a:cubicBezTo>
                        <a:pt x="209336" y="48845"/>
                        <a:pt x="207155" y="31837"/>
                        <a:pt x="207155" y="31837"/>
                      </a:cubicBezTo>
                      <a:close/>
                      <a:moveTo>
                        <a:pt x="82862" y="100743"/>
                      </a:moveTo>
                      <a:lnTo>
                        <a:pt x="82862" y="41867"/>
                      </a:lnTo>
                      <a:lnTo>
                        <a:pt x="139557" y="71523"/>
                      </a:lnTo>
                      <a:lnTo>
                        <a:pt x="82862" y="100743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42A5E72-A6B6-C769-B58B-9226E1B7AF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3729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" name="TextBox 7">
                <a:hlinkClick r:id="rId3"/>
                <a:extLst>
                  <a:ext uri="{FF2B5EF4-FFF2-40B4-BE49-F238E27FC236}">
                    <a16:creationId xmlns:a16="http://schemas.microsoft.com/office/drawing/2014/main" id="{02320210-57B5-FA3F-6193-0C111A47DD81}"/>
                  </a:ext>
                </a:extLst>
              </p:cNvPr>
              <p:cNvSpPr txBox="1"/>
              <p:nvPr userDrawn="1"/>
            </p:nvSpPr>
            <p:spPr>
              <a:xfrm>
                <a:off x="8423345" y="6071479"/>
                <a:ext cx="955036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dirty="0" err="1">
                    <a:solidFill>
                      <a:schemeClr val="tx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tx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AD6C42E-E1B4-2D1C-C233-BFFC63EE730A}"/>
                  </a:ext>
                </a:extLst>
              </p:cNvPr>
              <p:cNvSpPr/>
              <p:nvPr/>
            </p:nvSpPr>
            <p:spPr>
              <a:xfrm>
                <a:off x="8068325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68AB4E1-B558-07BC-81B6-CAEB7B520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3950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" name="TextBox 10">
                <a:hlinkClick r:id="rId4"/>
                <a:extLst>
                  <a:ext uri="{FF2B5EF4-FFF2-40B4-BE49-F238E27FC236}">
                    <a16:creationId xmlns:a16="http://schemas.microsoft.com/office/drawing/2014/main" id="{8717C510-B94F-179B-E889-2AAA59ADFADA}"/>
                  </a:ext>
                </a:extLst>
              </p:cNvPr>
              <p:cNvSpPr txBox="1"/>
              <p:nvPr userDrawn="1"/>
            </p:nvSpPr>
            <p:spPr>
              <a:xfrm>
                <a:off x="6806905" y="6062888"/>
                <a:ext cx="1192452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dirty="0">
                    <a:solidFill>
                      <a:schemeClr val="tx1"/>
                    </a:solidFill>
                    <a:latin typeface="+mn-lt"/>
                    <a:cs typeface="Plus Jakarta Sans ExtraBold" pitchFamily="2" charset="0"/>
                  </a:rPr>
                  <a:t>@</a:t>
                </a:r>
                <a:r>
                  <a:rPr lang="en-US" sz="1100" b="1" i="0" dirty="0" err="1">
                    <a:solidFill>
                      <a:schemeClr val="tx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tx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44BEE3A-2574-3766-5408-D41DEAA0EDE9}"/>
                  </a:ext>
                </a:extLst>
              </p:cNvPr>
              <p:cNvSpPr/>
              <p:nvPr/>
            </p:nvSpPr>
            <p:spPr>
              <a:xfrm>
                <a:off x="6579538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ABACBD4-11E8-0BBF-6B68-BAA2860DA5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6685" y="6105580"/>
                <a:ext cx="0" cy="163600"/>
              </a:xfrm>
              <a:prstGeom prst="line">
                <a:avLst/>
              </a:prstGeom>
              <a:noFill/>
              <a:ln w="9525">
                <a:solidFill>
                  <a:schemeClr val="accent1">
                    <a:alpha val="3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" name="TextBox 13">
                <a:hlinkClick r:id="rId5"/>
                <a:extLst>
                  <a:ext uri="{FF2B5EF4-FFF2-40B4-BE49-F238E27FC236}">
                    <a16:creationId xmlns:a16="http://schemas.microsoft.com/office/drawing/2014/main" id="{BE552B7D-7986-2B51-0B7E-74F1F1263CC5}"/>
                  </a:ext>
                </a:extLst>
              </p:cNvPr>
              <p:cNvSpPr txBox="1"/>
              <p:nvPr userDrawn="1"/>
            </p:nvSpPr>
            <p:spPr>
              <a:xfrm>
                <a:off x="5364320" y="6072221"/>
                <a:ext cx="1168342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>
                  <a:defRPr sz="900" b="0" spc="0">
                    <a:ln>
                      <a:noFill/>
                    </a:ln>
                    <a:solidFill>
                      <a:schemeClr val="bg1">
                        <a:alpha val="80000"/>
                      </a:schemeClr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pPr lvl="0"/>
                <a:r>
                  <a:rPr lang="en-US" sz="1100" b="1" i="0" dirty="0">
                    <a:solidFill>
                      <a:schemeClr val="tx1"/>
                    </a:solidFill>
                    <a:latin typeface="+mn-lt"/>
                    <a:cs typeface="Plus Jakarta Sans ExtraBold" pitchFamily="2" charset="0"/>
                  </a:rPr>
                  <a:t>@</a:t>
                </a:r>
                <a:r>
                  <a:rPr lang="en-US" sz="1100" b="1" i="0" dirty="0" err="1">
                    <a:solidFill>
                      <a:schemeClr val="tx1"/>
                    </a:solidFill>
                    <a:latin typeface="+mn-lt"/>
                    <a:cs typeface="Plus Jakarta Sans ExtraBold" pitchFamily="2" charset="0"/>
                  </a:rPr>
                  <a:t>virtuosgames</a:t>
                </a:r>
                <a:endParaRPr lang="en-US" sz="1100" b="1" i="0" dirty="0">
                  <a:solidFill>
                    <a:schemeClr val="tx1"/>
                  </a:solidFill>
                  <a:latin typeface="+mn-lt"/>
                  <a:cs typeface="Plus Jakarta Sans ExtraBold" pitchFamily="2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BDC34F2-4434-1D93-2978-AA0530A89085}"/>
                  </a:ext>
                </a:extLst>
              </p:cNvPr>
              <p:cNvGrpSpPr/>
              <p:nvPr/>
            </p:nvGrpSpPr>
            <p:grpSpPr>
              <a:xfrm>
                <a:off x="5030370" y="6062888"/>
                <a:ext cx="248984" cy="248984"/>
                <a:chOff x="8263379" y="5170293"/>
                <a:chExt cx="268179" cy="268179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383F554-2305-317F-C02E-9AB853FF0A03}"/>
                    </a:ext>
                  </a:extLst>
                </p:cNvPr>
                <p:cNvSpPr/>
                <p:nvPr/>
              </p:nvSpPr>
              <p:spPr>
                <a:xfrm>
                  <a:off x="8263379" y="5170293"/>
                  <a:ext cx="268179" cy="2681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23" name="Freeform: Shape 74">
                  <a:extLst>
                    <a:ext uri="{FF2B5EF4-FFF2-40B4-BE49-F238E27FC236}">
                      <a16:creationId xmlns:a16="http://schemas.microsoft.com/office/drawing/2014/main" id="{9DB38DE0-E2DA-8108-679C-5C31A900EE71}"/>
                    </a:ext>
                  </a:extLst>
                </p:cNvPr>
                <p:cNvSpPr/>
                <p:nvPr/>
              </p:nvSpPr>
              <p:spPr>
                <a:xfrm>
                  <a:off x="8350790" y="5211026"/>
                  <a:ext cx="93356" cy="186712"/>
                </a:xfrm>
                <a:custGeom>
                  <a:avLst/>
                  <a:gdLst>
                    <a:gd name="connsiteX0" fmla="*/ 103348 w 103348"/>
                    <a:gd name="connsiteY0" fmla="*/ 71052 h 206696"/>
                    <a:gd name="connsiteX1" fmla="*/ 64593 w 103348"/>
                    <a:gd name="connsiteY1" fmla="*/ 71052 h 206696"/>
                    <a:gd name="connsiteX2" fmla="*/ 64593 w 103348"/>
                    <a:gd name="connsiteY2" fmla="*/ 45215 h 206696"/>
                    <a:gd name="connsiteX3" fmla="*/ 77511 w 103348"/>
                    <a:gd name="connsiteY3" fmla="*/ 32296 h 206696"/>
                    <a:gd name="connsiteX4" fmla="*/ 90430 w 103348"/>
                    <a:gd name="connsiteY4" fmla="*/ 32296 h 206696"/>
                    <a:gd name="connsiteX5" fmla="*/ 90430 w 103348"/>
                    <a:gd name="connsiteY5" fmla="*/ 0 h 206696"/>
                    <a:gd name="connsiteX6" fmla="*/ 64593 w 103348"/>
                    <a:gd name="connsiteY6" fmla="*/ 0 h 206696"/>
                    <a:gd name="connsiteX7" fmla="*/ 25837 w 103348"/>
                    <a:gd name="connsiteY7" fmla="*/ 38756 h 206696"/>
                    <a:gd name="connsiteX8" fmla="*/ 25837 w 103348"/>
                    <a:gd name="connsiteY8" fmla="*/ 71052 h 206696"/>
                    <a:gd name="connsiteX9" fmla="*/ 0 w 103348"/>
                    <a:gd name="connsiteY9" fmla="*/ 71052 h 206696"/>
                    <a:gd name="connsiteX10" fmla="*/ 0 w 103348"/>
                    <a:gd name="connsiteY10" fmla="*/ 103348 h 206696"/>
                    <a:gd name="connsiteX11" fmla="*/ 25837 w 103348"/>
                    <a:gd name="connsiteY11" fmla="*/ 103348 h 206696"/>
                    <a:gd name="connsiteX12" fmla="*/ 25837 w 103348"/>
                    <a:gd name="connsiteY12" fmla="*/ 206696 h 206696"/>
                    <a:gd name="connsiteX13" fmla="*/ 64593 w 103348"/>
                    <a:gd name="connsiteY13" fmla="*/ 206696 h 206696"/>
                    <a:gd name="connsiteX14" fmla="*/ 64593 w 103348"/>
                    <a:gd name="connsiteY14" fmla="*/ 103348 h 206696"/>
                    <a:gd name="connsiteX15" fmla="*/ 90430 w 103348"/>
                    <a:gd name="connsiteY15" fmla="*/ 103348 h 206696"/>
                    <a:gd name="connsiteX16" fmla="*/ 103348 w 103348"/>
                    <a:gd name="connsiteY16" fmla="*/ 71052 h 206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3348" h="206696">
                      <a:moveTo>
                        <a:pt x="103348" y="71052"/>
                      </a:moveTo>
                      <a:lnTo>
                        <a:pt x="64593" y="71052"/>
                      </a:lnTo>
                      <a:lnTo>
                        <a:pt x="64593" y="45215"/>
                      </a:lnTo>
                      <a:cubicBezTo>
                        <a:pt x="64593" y="38084"/>
                        <a:pt x="70380" y="32296"/>
                        <a:pt x="77511" y="32296"/>
                      </a:cubicBezTo>
                      <a:lnTo>
                        <a:pt x="90430" y="32296"/>
                      </a:lnTo>
                      <a:lnTo>
                        <a:pt x="90430" y="0"/>
                      </a:lnTo>
                      <a:lnTo>
                        <a:pt x="64593" y="0"/>
                      </a:lnTo>
                      <a:cubicBezTo>
                        <a:pt x="43187" y="0"/>
                        <a:pt x="25837" y="17350"/>
                        <a:pt x="25837" y="38756"/>
                      </a:cubicBezTo>
                      <a:lnTo>
                        <a:pt x="25837" y="71052"/>
                      </a:lnTo>
                      <a:lnTo>
                        <a:pt x="0" y="71052"/>
                      </a:lnTo>
                      <a:lnTo>
                        <a:pt x="0" y="103348"/>
                      </a:lnTo>
                      <a:lnTo>
                        <a:pt x="25837" y="103348"/>
                      </a:lnTo>
                      <a:lnTo>
                        <a:pt x="25837" y="206696"/>
                      </a:lnTo>
                      <a:lnTo>
                        <a:pt x="64593" y="206696"/>
                      </a:lnTo>
                      <a:lnTo>
                        <a:pt x="64593" y="103348"/>
                      </a:lnTo>
                      <a:lnTo>
                        <a:pt x="90430" y="103348"/>
                      </a:lnTo>
                      <a:lnTo>
                        <a:pt x="103348" y="7105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9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  <p:sp>
            <p:nvSpPr>
              <p:cNvPr id="16" name="TextBox 15">
                <a:hlinkClick r:id="rId6"/>
                <a:extLst>
                  <a:ext uri="{FF2B5EF4-FFF2-40B4-BE49-F238E27FC236}">
                    <a16:creationId xmlns:a16="http://schemas.microsoft.com/office/drawing/2014/main" id="{4246B3B0-E1FD-1EFC-E9E0-02DDFC1774E1}"/>
                  </a:ext>
                </a:extLst>
              </p:cNvPr>
              <p:cNvSpPr txBox="1"/>
              <p:nvPr/>
            </p:nvSpPr>
            <p:spPr>
              <a:xfrm>
                <a:off x="11306972" y="6087310"/>
                <a:ext cx="781649" cy="214727"/>
              </a:xfrm>
              <a:prstGeom prst="rect">
                <a:avLst/>
              </a:prstGeom>
              <a:noFill/>
            </p:spPr>
            <p:txBody>
              <a:bodyPr wrap="square" lIns="0" tIns="0" rIns="0" bIns="36000" rtlCol="0" anchor="ctr" anchorCtr="0">
                <a:spAutoFit/>
              </a:bodyPr>
              <a:lstStyle>
                <a:defPPr>
                  <a:defRPr lang="fr-FR"/>
                </a:defPPr>
                <a:lvl1pPr lvl="0">
                  <a:defRPr sz="1000" b="0" spc="0">
                    <a:ln>
                      <a:noFill/>
                    </a:ln>
                    <a:solidFill>
                      <a:schemeClr val="bg2"/>
                    </a:solidFill>
                    <a:ea typeface="Trebuchet MS" panose="020B0502030000000004" pitchFamily="34" charset="0"/>
                    <a:cs typeface="Arial" panose="02000000000000000000" pitchFamily="2" charset="0"/>
                  </a:defRPr>
                </a:lvl1pPr>
              </a:lstStyle>
              <a:p>
                <a:r>
                  <a:rPr lang="en-US" sz="1100" b="1" i="0" noProof="1">
                    <a:solidFill>
                      <a:schemeClr val="tx1"/>
                    </a:solidFill>
                    <a:latin typeface="+mn-lt"/>
                    <a:cs typeface="Plus Jakarta Sans ExtraBold" pitchFamily="2" charset="0"/>
                  </a:rPr>
                  <a:t>Virtuos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701D49F-19A6-B417-69E5-C737510B646D}"/>
                  </a:ext>
                </a:extLst>
              </p:cNvPr>
              <p:cNvSpPr/>
              <p:nvPr/>
            </p:nvSpPr>
            <p:spPr>
              <a:xfrm>
                <a:off x="10940179" y="6062888"/>
                <a:ext cx="248984" cy="24898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 b="1" i="0" dirty="0">
                  <a:latin typeface="+mn-lt"/>
                  <a:cs typeface="Plus Jakarta Sans ExtraBold" pitchFamily="2" charset="0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3EEC492-43DC-DCEE-B031-ED38E6F952E1}"/>
                  </a:ext>
                </a:extLst>
              </p:cNvPr>
              <p:cNvGrpSpPr/>
              <p:nvPr/>
            </p:nvGrpSpPr>
            <p:grpSpPr>
              <a:xfrm>
                <a:off x="11046731" y="6091165"/>
                <a:ext cx="176554" cy="170646"/>
                <a:chOff x="8725073" y="4959731"/>
                <a:chExt cx="196940" cy="190359"/>
              </a:xfrm>
            </p:grpSpPr>
            <p:sp>
              <p:nvSpPr>
                <p:cNvPr id="19" name="Freeform: Shape 70">
                  <a:extLst>
                    <a:ext uri="{FF2B5EF4-FFF2-40B4-BE49-F238E27FC236}">
                      <a16:creationId xmlns:a16="http://schemas.microsoft.com/office/drawing/2014/main" id="{5AC738B1-8D72-A999-6565-117338DAF6E8}"/>
                    </a:ext>
                  </a:extLst>
                </p:cNvPr>
                <p:cNvSpPr/>
                <p:nvPr/>
              </p:nvSpPr>
              <p:spPr>
                <a:xfrm>
                  <a:off x="8725073" y="5100076"/>
                  <a:ext cx="144585" cy="43602"/>
                </a:xfrm>
                <a:custGeom>
                  <a:avLst/>
                  <a:gdLst>
                    <a:gd name="connsiteX0" fmla="*/ 0 w 740092"/>
                    <a:gd name="connsiteY0" fmla="*/ 0 h 202882"/>
                    <a:gd name="connsiteX1" fmla="*/ 84772 w 740092"/>
                    <a:gd name="connsiteY1" fmla="*/ 146685 h 202882"/>
                    <a:gd name="connsiteX2" fmla="*/ 84772 w 740092"/>
                    <a:gd name="connsiteY2" fmla="*/ 146685 h 202882"/>
                    <a:gd name="connsiteX3" fmla="*/ 175260 w 740092"/>
                    <a:gd name="connsiteY3" fmla="*/ 202883 h 202882"/>
                    <a:gd name="connsiteX4" fmla="*/ 175260 w 740092"/>
                    <a:gd name="connsiteY4" fmla="*/ 202883 h 202882"/>
                    <a:gd name="connsiteX5" fmla="*/ 175260 w 740092"/>
                    <a:gd name="connsiteY5" fmla="*/ 202883 h 202882"/>
                    <a:gd name="connsiteX6" fmla="*/ 740093 w 740092"/>
                    <a:gd name="connsiteY6" fmla="*/ 202883 h 202882"/>
                    <a:gd name="connsiteX7" fmla="*/ 622935 w 740092"/>
                    <a:gd name="connsiteY7" fmla="*/ 0 h 202882"/>
                    <a:gd name="connsiteX8" fmla="*/ 0 w 740092"/>
                    <a:gd name="connsiteY8" fmla="*/ 0 h 202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40092" h="202882">
                      <a:moveTo>
                        <a:pt x="0" y="0"/>
                      </a:moveTo>
                      <a:lnTo>
                        <a:pt x="84772" y="146685"/>
                      </a:lnTo>
                      <a:lnTo>
                        <a:pt x="84772" y="146685"/>
                      </a:lnTo>
                      <a:cubicBezTo>
                        <a:pt x="101917" y="180022"/>
                        <a:pt x="136207" y="202883"/>
                        <a:pt x="175260" y="202883"/>
                      </a:cubicBezTo>
                      <a:lnTo>
                        <a:pt x="175260" y="202883"/>
                      </a:lnTo>
                      <a:lnTo>
                        <a:pt x="175260" y="202883"/>
                      </a:lnTo>
                      <a:lnTo>
                        <a:pt x="740093" y="202883"/>
                      </a:lnTo>
                      <a:lnTo>
                        <a:pt x="6229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20" name="Freeform: Shape 71">
                  <a:extLst>
                    <a:ext uri="{FF2B5EF4-FFF2-40B4-BE49-F238E27FC236}">
                      <a16:creationId xmlns:a16="http://schemas.microsoft.com/office/drawing/2014/main" id="{5FBEA4CE-0E51-C3CC-1E36-722CC3EE02C3}"/>
                    </a:ext>
                  </a:extLst>
                </p:cNvPr>
                <p:cNvSpPr/>
                <p:nvPr/>
              </p:nvSpPr>
              <p:spPr>
                <a:xfrm>
                  <a:off x="8802362" y="4959731"/>
                  <a:ext cx="119651" cy="190359"/>
                </a:xfrm>
                <a:custGeom>
                  <a:avLst/>
                  <a:gdLst>
                    <a:gd name="connsiteX0" fmla="*/ 612457 w 612457"/>
                    <a:gd name="connsiteY0" fmla="*/ 684848 h 885825"/>
                    <a:gd name="connsiteX1" fmla="*/ 596265 w 612457"/>
                    <a:gd name="connsiteY1" fmla="*/ 629603 h 885825"/>
                    <a:gd name="connsiteX2" fmla="*/ 264795 w 612457"/>
                    <a:gd name="connsiteY2" fmla="*/ 54293 h 885825"/>
                    <a:gd name="connsiteX3" fmla="*/ 175260 w 612457"/>
                    <a:gd name="connsiteY3" fmla="*/ 0 h 885825"/>
                    <a:gd name="connsiteX4" fmla="*/ 0 w 612457"/>
                    <a:gd name="connsiteY4" fmla="*/ 0 h 885825"/>
                    <a:gd name="connsiteX5" fmla="*/ 511493 w 612457"/>
                    <a:gd name="connsiteY5" fmla="*/ 885825 h 885825"/>
                    <a:gd name="connsiteX6" fmla="*/ 592455 w 612457"/>
                    <a:gd name="connsiteY6" fmla="*/ 745808 h 885825"/>
                    <a:gd name="connsiteX7" fmla="*/ 612457 w 612457"/>
                    <a:gd name="connsiteY7" fmla="*/ 684848 h 885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2457" h="885825">
                      <a:moveTo>
                        <a:pt x="612457" y="684848"/>
                      </a:moveTo>
                      <a:cubicBezTo>
                        <a:pt x="612457" y="664845"/>
                        <a:pt x="606743" y="645795"/>
                        <a:pt x="596265" y="629603"/>
                      </a:cubicBezTo>
                      <a:lnTo>
                        <a:pt x="264795" y="54293"/>
                      </a:lnTo>
                      <a:cubicBezTo>
                        <a:pt x="247650" y="21907"/>
                        <a:pt x="214313" y="0"/>
                        <a:pt x="175260" y="0"/>
                      </a:cubicBezTo>
                      <a:lnTo>
                        <a:pt x="0" y="0"/>
                      </a:lnTo>
                      <a:lnTo>
                        <a:pt x="511493" y="885825"/>
                      </a:lnTo>
                      <a:lnTo>
                        <a:pt x="592455" y="745808"/>
                      </a:lnTo>
                      <a:cubicBezTo>
                        <a:pt x="607695" y="719138"/>
                        <a:pt x="612457" y="707708"/>
                        <a:pt x="612457" y="6848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  <p:sp>
              <p:nvSpPr>
                <p:cNvPr id="21" name="Freeform: Shape 72">
                  <a:extLst>
                    <a:ext uri="{FF2B5EF4-FFF2-40B4-BE49-F238E27FC236}">
                      <a16:creationId xmlns:a16="http://schemas.microsoft.com/office/drawing/2014/main" id="{9743B049-BC98-1D02-843A-AB0D884E5E2C}"/>
                    </a:ext>
                  </a:extLst>
                </p:cNvPr>
                <p:cNvSpPr/>
                <p:nvPr/>
              </p:nvSpPr>
              <p:spPr>
                <a:xfrm>
                  <a:off x="8741527" y="4992628"/>
                  <a:ext cx="89133" cy="84948"/>
                </a:xfrm>
                <a:custGeom>
                  <a:avLst/>
                  <a:gdLst>
                    <a:gd name="connsiteX0" fmla="*/ 456247 w 456247"/>
                    <a:gd name="connsiteY0" fmla="*/ 395288 h 395287"/>
                    <a:gd name="connsiteX1" fmla="*/ 228600 w 456247"/>
                    <a:gd name="connsiteY1" fmla="*/ 0 h 395287"/>
                    <a:gd name="connsiteX2" fmla="*/ 0 w 456247"/>
                    <a:gd name="connsiteY2" fmla="*/ 395288 h 39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6247" h="395287">
                      <a:moveTo>
                        <a:pt x="456247" y="395288"/>
                      </a:moveTo>
                      <a:lnTo>
                        <a:pt x="228600" y="0"/>
                      </a:lnTo>
                      <a:lnTo>
                        <a:pt x="0" y="39528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 sz="1400" b="1" i="0" dirty="0">
                    <a:latin typeface="+mn-lt"/>
                    <a:cs typeface="Plus Jakarta Sans ExtraBold" pitchFamily="2" charset="0"/>
                  </a:endParaRPr>
                </a:p>
              </p:txBody>
            </p:sp>
          </p:grp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D418F7F-4FCA-A33A-1B6C-BC30D736EC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4320" y="6229911"/>
              <a:ext cx="162690" cy="15208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CEB0011-0CA9-CDF7-3C02-285F15BAC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94653" y="6210807"/>
              <a:ext cx="171183" cy="171183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0D62C14B-C8C1-BEFC-A5B8-F45EE67A439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102109" y="669045"/>
            <a:ext cx="3995706" cy="143499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72B9576-B425-7530-4E39-4E457735C691}"/>
              </a:ext>
            </a:extLst>
          </p:cNvPr>
          <p:cNvSpPr txBox="1"/>
          <p:nvPr userDrawn="1"/>
        </p:nvSpPr>
        <p:spPr>
          <a:xfrm>
            <a:off x="9544349" y="6174557"/>
            <a:ext cx="2402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 dirty="0" err="1">
                <a:solidFill>
                  <a:schemeClr val="bg2"/>
                </a:solidFill>
                <a:latin typeface="+mn-lt"/>
                <a:cs typeface="Plus Jakarta Sans ExtraBold" pitchFamily="2" charset="77"/>
              </a:rPr>
              <a:t>virtuosgames.com</a:t>
            </a:r>
            <a:endParaRPr lang="en-US" sz="1400" b="1" i="0" dirty="0">
              <a:solidFill>
                <a:schemeClr val="bg2"/>
              </a:solidFill>
              <a:latin typeface="+mn-lt"/>
              <a:cs typeface="Plus Jakarta Sans ExtraBold" pitchFamily="2" charset="77"/>
            </a:endParaRPr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3B4023AC-C72C-D8DA-36AF-3F85E6FEB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1077" y="6559420"/>
            <a:ext cx="192055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457200">
              <a:defRPr/>
            </a:pPr>
            <a:r>
              <a:rPr lang="en-US" spc="200" dirty="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FDA878-304D-DCBF-18AA-04B1E9DBB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8750" y="6559420"/>
            <a:ext cx="334962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ED5F150-BB19-460A-858F-4FCD43B098AE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7989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jpe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7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slideLayout" Target="../slideLayouts/slideLayout8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slideLayout" Target="../slideLayouts/slideLayout87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46" Type="http://schemas.openxmlformats.org/officeDocument/2006/relationships/image" Target="../media/image1.jpeg"/><Relationship Id="rId20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8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9" Type="http://schemas.openxmlformats.org/officeDocument/2006/relationships/slideLayout" Target="../slideLayouts/slideLayout127.xml"/><Relationship Id="rId21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122.xml"/><Relationship Id="rId42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32" Type="http://schemas.openxmlformats.org/officeDocument/2006/relationships/slideLayout" Target="../slideLayouts/slideLayout120.xml"/><Relationship Id="rId37" Type="http://schemas.openxmlformats.org/officeDocument/2006/relationships/slideLayout" Target="../slideLayouts/slideLayout125.xml"/><Relationship Id="rId40" Type="http://schemas.openxmlformats.org/officeDocument/2006/relationships/slideLayout" Target="../slideLayouts/slideLayout128.xml"/><Relationship Id="rId45" Type="http://schemas.openxmlformats.org/officeDocument/2006/relationships/theme" Target="../theme/theme3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6.xml"/><Relationship Id="rId36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31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8.xml"/><Relationship Id="rId35" Type="http://schemas.openxmlformats.org/officeDocument/2006/relationships/slideLayout" Target="../slideLayouts/slideLayout123.xml"/><Relationship Id="rId43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33" Type="http://schemas.openxmlformats.org/officeDocument/2006/relationships/slideLayout" Target="../slideLayouts/slideLayout121.xml"/><Relationship Id="rId38" Type="http://schemas.openxmlformats.org/officeDocument/2006/relationships/slideLayout" Target="../slideLayouts/slideLayout126.xml"/><Relationship Id="rId46" Type="http://schemas.openxmlformats.org/officeDocument/2006/relationships/image" Target="../media/image1.jpeg"/><Relationship Id="rId20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6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384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803" r:id="rId30"/>
    <p:sldLayoutId id="2147483804" r:id="rId31"/>
    <p:sldLayoutId id="2147483805" r:id="rId32"/>
    <p:sldLayoutId id="2147483806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6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16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99" r:id="rId30"/>
    <p:sldLayoutId id="2147483800" r:id="rId31"/>
    <p:sldLayoutId id="2147483801" r:id="rId32"/>
    <p:sldLayoutId id="2147483802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</p:sldLayoutIdLst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6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71CE12-2B0B-F64D-D1C5-302EE39961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8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95" r:id="rId30"/>
    <p:sldLayoutId id="2147483796" r:id="rId31"/>
    <p:sldLayoutId id="2147483797" r:id="rId32"/>
    <p:sldLayoutId id="2147483798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</p:sldLayoutIdLst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D07EEE-06AB-8181-8325-E07C2DD63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1929" y="2406233"/>
            <a:ext cx="8608140" cy="81769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Simple Generic UI Materials</a:t>
            </a:r>
          </a:p>
          <a:p>
            <a:r>
              <a:rPr lang="en-US" dirty="0"/>
              <a:t> to Improve </a:t>
            </a:r>
            <a:r>
              <a:rPr lang="en-US" dirty="0" err="1"/>
              <a:t>Ul</a:t>
            </a:r>
            <a:r>
              <a:rPr lang="en-US" dirty="0"/>
              <a:t> Performance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6BF338-9860-D17E-D4F5-6091E7275B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1600" dirty="0"/>
              <a:t>Daniel Janák </a:t>
            </a:r>
            <a:r>
              <a:rPr lang="pt-BR" sz="1600" dirty="0">
                <a:solidFill>
                  <a:schemeClr val="bg2"/>
                </a:solidFill>
              </a:rPr>
              <a:t>&amp;</a:t>
            </a:r>
            <a:r>
              <a:rPr lang="pt-BR" sz="1600" dirty="0"/>
              <a:t> Andres Ibañez de Aldecoa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746A2-5175-3FDA-FA61-39FB0A6C8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1807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DF30BD-C82C-FC3B-3BBC-E09571573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04" y="2037895"/>
            <a:ext cx="3723725" cy="2782209"/>
          </a:xfrm>
        </p:spPr>
        <p:txBody>
          <a:bodyPr/>
          <a:lstStyle/>
          <a:p>
            <a:pPr>
              <a:tabLst>
                <a:tab pos="2060575" algn="l"/>
              </a:tabLst>
            </a:pPr>
            <a:r>
              <a:rPr lang="en-US" dirty="0">
                <a:solidFill>
                  <a:schemeClr val="bg2"/>
                </a:solidFill>
              </a:rPr>
              <a:t>WHO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WE ARE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F45FB-1B7C-D8B0-34CF-9A94AC5E4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5574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6" name="Group 2525">
            <a:extLst>
              <a:ext uri="{FF2B5EF4-FFF2-40B4-BE49-F238E27FC236}">
                <a16:creationId xmlns:a16="http://schemas.microsoft.com/office/drawing/2014/main" id="{2827DB04-8B4F-A7EB-9A34-09DCD74D2EB8}"/>
              </a:ext>
            </a:extLst>
          </p:cNvPr>
          <p:cNvGrpSpPr/>
          <p:nvPr/>
        </p:nvGrpSpPr>
        <p:grpSpPr>
          <a:xfrm>
            <a:off x="668962" y="94978"/>
            <a:ext cx="10930009" cy="6515136"/>
            <a:chOff x="901160" y="583093"/>
            <a:chExt cx="9951793" cy="5932043"/>
          </a:xfrm>
        </p:grpSpPr>
        <p:grpSp>
          <p:nvGrpSpPr>
            <p:cNvPr id="1256" name="Group 1255">
              <a:extLst>
                <a:ext uri="{FF2B5EF4-FFF2-40B4-BE49-F238E27FC236}">
                  <a16:creationId xmlns:a16="http://schemas.microsoft.com/office/drawing/2014/main" id="{449B1D5D-A1EA-3B0C-BB5C-53F65259207C}"/>
                </a:ext>
              </a:extLst>
            </p:cNvPr>
            <p:cNvGrpSpPr/>
            <p:nvPr/>
          </p:nvGrpSpPr>
          <p:grpSpPr>
            <a:xfrm>
              <a:off x="901160" y="583093"/>
              <a:ext cx="9951793" cy="5932043"/>
              <a:chOff x="1805420" y="1134711"/>
              <a:chExt cx="8351147" cy="4978057"/>
            </a:xfrm>
            <a:gradFill flip="none" rotWithShape="1">
              <a:gsLst>
                <a:gs pos="0">
                  <a:schemeClr val="tx2">
                    <a:lumMod val="75000"/>
                  </a:schemeClr>
                </a:gs>
                <a:gs pos="4800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16200000" scaled="1"/>
              <a:tileRect/>
            </a:gradFill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F6309612-63F7-2ED6-B711-63CF53B7C3AC}"/>
                  </a:ext>
                </a:extLst>
              </p:cNvPr>
              <p:cNvSpPr/>
              <p:nvPr/>
            </p:nvSpPr>
            <p:spPr>
              <a:xfrm>
                <a:off x="8769562" y="3086661"/>
                <a:ext cx="122511" cy="209833"/>
              </a:xfrm>
              <a:custGeom>
                <a:avLst/>
                <a:gdLst>
                  <a:gd name="connsiteX0" fmla="*/ 122512 w 122511"/>
                  <a:gd name="connsiteY0" fmla="*/ 23789 h 209833"/>
                  <a:gd name="connsiteX1" fmla="*/ 117754 w 122511"/>
                  <a:gd name="connsiteY1" fmla="*/ 30925 h 209833"/>
                  <a:gd name="connsiteX2" fmla="*/ 115375 w 122511"/>
                  <a:gd name="connsiteY2" fmla="*/ 32115 h 209833"/>
                  <a:gd name="connsiteX3" fmla="*/ 112996 w 122511"/>
                  <a:gd name="connsiteY3" fmla="*/ 32115 h 209833"/>
                  <a:gd name="connsiteX4" fmla="*/ 111806 w 122511"/>
                  <a:gd name="connsiteY4" fmla="*/ 36873 h 209833"/>
                  <a:gd name="connsiteX5" fmla="*/ 108238 w 122511"/>
                  <a:gd name="connsiteY5" fmla="*/ 57093 h 209833"/>
                  <a:gd name="connsiteX6" fmla="*/ 110617 w 122511"/>
                  <a:gd name="connsiteY6" fmla="*/ 60661 h 209833"/>
                  <a:gd name="connsiteX7" fmla="*/ 111806 w 122511"/>
                  <a:gd name="connsiteY7" fmla="*/ 65419 h 209833"/>
                  <a:gd name="connsiteX8" fmla="*/ 114185 w 122511"/>
                  <a:gd name="connsiteY8" fmla="*/ 76124 h 209833"/>
                  <a:gd name="connsiteX9" fmla="*/ 114185 w 122511"/>
                  <a:gd name="connsiteY9" fmla="*/ 76124 h 209833"/>
                  <a:gd name="connsiteX10" fmla="*/ 115375 w 122511"/>
                  <a:gd name="connsiteY10" fmla="*/ 80882 h 209833"/>
                  <a:gd name="connsiteX11" fmla="*/ 112996 w 122511"/>
                  <a:gd name="connsiteY11" fmla="*/ 85639 h 209833"/>
                  <a:gd name="connsiteX12" fmla="*/ 110617 w 122511"/>
                  <a:gd name="connsiteY12" fmla="*/ 90397 h 209833"/>
                  <a:gd name="connsiteX13" fmla="*/ 108238 w 122511"/>
                  <a:gd name="connsiteY13" fmla="*/ 93965 h 209833"/>
                  <a:gd name="connsiteX14" fmla="*/ 97534 w 122511"/>
                  <a:gd name="connsiteY14" fmla="*/ 107049 h 209833"/>
                  <a:gd name="connsiteX15" fmla="*/ 84450 w 122511"/>
                  <a:gd name="connsiteY15" fmla="*/ 117754 h 209833"/>
                  <a:gd name="connsiteX16" fmla="*/ 77313 w 122511"/>
                  <a:gd name="connsiteY16" fmla="*/ 124891 h 209833"/>
                  <a:gd name="connsiteX17" fmla="*/ 72555 w 122511"/>
                  <a:gd name="connsiteY17" fmla="*/ 132027 h 209833"/>
                  <a:gd name="connsiteX18" fmla="*/ 74934 w 122511"/>
                  <a:gd name="connsiteY18" fmla="*/ 137975 h 209833"/>
                  <a:gd name="connsiteX19" fmla="*/ 73745 w 122511"/>
                  <a:gd name="connsiteY19" fmla="*/ 145111 h 209833"/>
                  <a:gd name="connsiteX20" fmla="*/ 76123 w 122511"/>
                  <a:gd name="connsiteY20" fmla="*/ 149869 h 209833"/>
                  <a:gd name="connsiteX21" fmla="*/ 83260 w 122511"/>
                  <a:gd name="connsiteY21" fmla="*/ 152248 h 209833"/>
                  <a:gd name="connsiteX22" fmla="*/ 86829 w 122511"/>
                  <a:gd name="connsiteY22" fmla="*/ 154627 h 209833"/>
                  <a:gd name="connsiteX23" fmla="*/ 89208 w 122511"/>
                  <a:gd name="connsiteY23" fmla="*/ 158195 h 209833"/>
                  <a:gd name="connsiteX24" fmla="*/ 97534 w 122511"/>
                  <a:gd name="connsiteY24" fmla="*/ 161763 h 209833"/>
                  <a:gd name="connsiteX25" fmla="*/ 104670 w 122511"/>
                  <a:gd name="connsiteY25" fmla="*/ 166521 h 209833"/>
                  <a:gd name="connsiteX26" fmla="*/ 108238 w 122511"/>
                  <a:gd name="connsiteY26" fmla="*/ 173658 h 209833"/>
                  <a:gd name="connsiteX27" fmla="*/ 108238 w 122511"/>
                  <a:gd name="connsiteY27" fmla="*/ 173658 h 209833"/>
                  <a:gd name="connsiteX28" fmla="*/ 101102 w 122511"/>
                  <a:gd name="connsiteY28" fmla="*/ 176036 h 209833"/>
                  <a:gd name="connsiteX29" fmla="*/ 93965 w 122511"/>
                  <a:gd name="connsiteY29" fmla="*/ 179605 h 209833"/>
                  <a:gd name="connsiteX30" fmla="*/ 84450 w 122511"/>
                  <a:gd name="connsiteY30" fmla="*/ 179605 h 209833"/>
                  <a:gd name="connsiteX31" fmla="*/ 79692 w 122511"/>
                  <a:gd name="connsiteY31" fmla="*/ 179605 h 209833"/>
                  <a:gd name="connsiteX32" fmla="*/ 76123 w 122511"/>
                  <a:gd name="connsiteY32" fmla="*/ 181984 h 209833"/>
                  <a:gd name="connsiteX33" fmla="*/ 64229 w 122511"/>
                  <a:gd name="connsiteY33" fmla="*/ 190310 h 209833"/>
                  <a:gd name="connsiteX34" fmla="*/ 57093 w 122511"/>
                  <a:gd name="connsiteY34" fmla="*/ 193878 h 209833"/>
                  <a:gd name="connsiteX35" fmla="*/ 52335 w 122511"/>
                  <a:gd name="connsiteY35" fmla="*/ 199825 h 209833"/>
                  <a:gd name="connsiteX36" fmla="*/ 52335 w 122511"/>
                  <a:gd name="connsiteY36" fmla="*/ 203393 h 209833"/>
                  <a:gd name="connsiteX37" fmla="*/ 52335 w 122511"/>
                  <a:gd name="connsiteY37" fmla="*/ 204583 h 209833"/>
                  <a:gd name="connsiteX38" fmla="*/ 52335 w 122511"/>
                  <a:gd name="connsiteY38" fmla="*/ 204583 h 209833"/>
                  <a:gd name="connsiteX39" fmla="*/ 49956 w 122511"/>
                  <a:gd name="connsiteY39" fmla="*/ 203393 h 209833"/>
                  <a:gd name="connsiteX40" fmla="*/ 45198 w 122511"/>
                  <a:gd name="connsiteY40" fmla="*/ 198636 h 209833"/>
                  <a:gd name="connsiteX41" fmla="*/ 41630 w 122511"/>
                  <a:gd name="connsiteY41" fmla="*/ 204583 h 209833"/>
                  <a:gd name="connsiteX42" fmla="*/ 39251 w 122511"/>
                  <a:gd name="connsiteY42" fmla="*/ 206962 h 209833"/>
                  <a:gd name="connsiteX43" fmla="*/ 33304 w 122511"/>
                  <a:gd name="connsiteY43" fmla="*/ 208151 h 209833"/>
                  <a:gd name="connsiteX44" fmla="*/ 30925 w 122511"/>
                  <a:gd name="connsiteY44" fmla="*/ 209341 h 209833"/>
                  <a:gd name="connsiteX45" fmla="*/ 30925 w 122511"/>
                  <a:gd name="connsiteY45" fmla="*/ 203393 h 209833"/>
                  <a:gd name="connsiteX46" fmla="*/ 32115 w 122511"/>
                  <a:gd name="connsiteY46" fmla="*/ 198636 h 209833"/>
                  <a:gd name="connsiteX47" fmla="*/ 24978 w 122511"/>
                  <a:gd name="connsiteY47" fmla="*/ 199825 h 209833"/>
                  <a:gd name="connsiteX48" fmla="*/ 23789 w 122511"/>
                  <a:gd name="connsiteY48" fmla="*/ 193878 h 209833"/>
                  <a:gd name="connsiteX49" fmla="*/ 23789 w 122511"/>
                  <a:gd name="connsiteY49" fmla="*/ 185552 h 209833"/>
                  <a:gd name="connsiteX50" fmla="*/ 26168 w 122511"/>
                  <a:gd name="connsiteY50" fmla="*/ 179605 h 209833"/>
                  <a:gd name="connsiteX51" fmla="*/ 38062 w 122511"/>
                  <a:gd name="connsiteY51" fmla="*/ 172468 h 209833"/>
                  <a:gd name="connsiteX52" fmla="*/ 34493 w 122511"/>
                  <a:gd name="connsiteY52" fmla="*/ 173658 h 209833"/>
                  <a:gd name="connsiteX53" fmla="*/ 26168 w 122511"/>
                  <a:gd name="connsiteY53" fmla="*/ 172468 h 209833"/>
                  <a:gd name="connsiteX54" fmla="*/ 23789 w 122511"/>
                  <a:gd name="connsiteY54" fmla="*/ 164142 h 209833"/>
                  <a:gd name="connsiteX55" fmla="*/ 24978 w 122511"/>
                  <a:gd name="connsiteY55" fmla="*/ 157006 h 209833"/>
                  <a:gd name="connsiteX56" fmla="*/ 27357 w 122511"/>
                  <a:gd name="connsiteY56" fmla="*/ 153437 h 209833"/>
                  <a:gd name="connsiteX57" fmla="*/ 29736 w 122511"/>
                  <a:gd name="connsiteY57" fmla="*/ 149869 h 209833"/>
                  <a:gd name="connsiteX58" fmla="*/ 27357 w 122511"/>
                  <a:gd name="connsiteY58" fmla="*/ 142732 h 209833"/>
                  <a:gd name="connsiteX59" fmla="*/ 29736 w 122511"/>
                  <a:gd name="connsiteY59" fmla="*/ 136785 h 209833"/>
                  <a:gd name="connsiteX60" fmla="*/ 26168 w 122511"/>
                  <a:gd name="connsiteY60" fmla="*/ 139164 h 209833"/>
                  <a:gd name="connsiteX61" fmla="*/ 21410 w 122511"/>
                  <a:gd name="connsiteY61" fmla="*/ 141543 h 209833"/>
                  <a:gd name="connsiteX62" fmla="*/ 15463 w 122511"/>
                  <a:gd name="connsiteY62" fmla="*/ 140353 h 209833"/>
                  <a:gd name="connsiteX63" fmla="*/ 10704 w 122511"/>
                  <a:gd name="connsiteY63" fmla="*/ 136785 h 209833"/>
                  <a:gd name="connsiteX64" fmla="*/ 7136 w 122511"/>
                  <a:gd name="connsiteY64" fmla="*/ 141543 h 209833"/>
                  <a:gd name="connsiteX65" fmla="*/ 2379 w 122511"/>
                  <a:gd name="connsiteY65" fmla="*/ 134406 h 209833"/>
                  <a:gd name="connsiteX66" fmla="*/ 0 w 122511"/>
                  <a:gd name="connsiteY66" fmla="*/ 130838 h 209833"/>
                  <a:gd name="connsiteX67" fmla="*/ 0 w 122511"/>
                  <a:gd name="connsiteY67" fmla="*/ 128459 h 209833"/>
                  <a:gd name="connsiteX68" fmla="*/ 2379 w 122511"/>
                  <a:gd name="connsiteY68" fmla="*/ 124891 h 209833"/>
                  <a:gd name="connsiteX69" fmla="*/ 7136 w 122511"/>
                  <a:gd name="connsiteY69" fmla="*/ 112996 h 209833"/>
                  <a:gd name="connsiteX70" fmla="*/ 15463 w 122511"/>
                  <a:gd name="connsiteY70" fmla="*/ 98723 h 209833"/>
                  <a:gd name="connsiteX71" fmla="*/ 32115 w 122511"/>
                  <a:gd name="connsiteY71" fmla="*/ 74934 h 209833"/>
                  <a:gd name="connsiteX72" fmla="*/ 38062 w 122511"/>
                  <a:gd name="connsiteY72" fmla="*/ 52335 h 209833"/>
                  <a:gd name="connsiteX73" fmla="*/ 65419 w 122511"/>
                  <a:gd name="connsiteY73" fmla="*/ 63040 h 209833"/>
                  <a:gd name="connsiteX74" fmla="*/ 82071 w 122511"/>
                  <a:gd name="connsiteY74" fmla="*/ 54714 h 209833"/>
                  <a:gd name="connsiteX75" fmla="*/ 74934 w 122511"/>
                  <a:gd name="connsiteY75" fmla="*/ 40441 h 209833"/>
                  <a:gd name="connsiteX76" fmla="*/ 89208 w 122511"/>
                  <a:gd name="connsiteY76" fmla="*/ 33304 h 209833"/>
                  <a:gd name="connsiteX77" fmla="*/ 96344 w 122511"/>
                  <a:gd name="connsiteY77" fmla="*/ 19031 h 209833"/>
                  <a:gd name="connsiteX78" fmla="*/ 102291 w 122511"/>
                  <a:gd name="connsiteY78" fmla="*/ 15463 h 209833"/>
                  <a:gd name="connsiteX79" fmla="*/ 102291 w 122511"/>
                  <a:gd name="connsiteY79" fmla="*/ 0 h 209833"/>
                  <a:gd name="connsiteX80" fmla="*/ 111806 w 122511"/>
                  <a:gd name="connsiteY80" fmla="*/ 11894 h 209833"/>
                  <a:gd name="connsiteX81" fmla="*/ 121323 w 122511"/>
                  <a:gd name="connsiteY81" fmla="*/ 10705 h 209833"/>
                  <a:gd name="connsiteX82" fmla="*/ 121323 w 122511"/>
                  <a:gd name="connsiteY82" fmla="*/ 11894 h 209833"/>
                  <a:gd name="connsiteX83" fmla="*/ 122512 w 122511"/>
                  <a:gd name="connsiteY83" fmla="*/ 23789 h 209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2511" h="209833">
                    <a:moveTo>
                      <a:pt x="122512" y="23789"/>
                    </a:moveTo>
                    <a:cubicBezTo>
                      <a:pt x="121323" y="27357"/>
                      <a:pt x="120133" y="29736"/>
                      <a:pt x="117754" y="30925"/>
                    </a:cubicBezTo>
                    <a:cubicBezTo>
                      <a:pt x="117754" y="30925"/>
                      <a:pt x="116564" y="32115"/>
                      <a:pt x="115375" y="32115"/>
                    </a:cubicBezTo>
                    <a:cubicBezTo>
                      <a:pt x="114185" y="32115"/>
                      <a:pt x="112996" y="32115"/>
                      <a:pt x="112996" y="32115"/>
                    </a:cubicBezTo>
                    <a:cubicBezTo>
                      <a:pt x="111806" y="33304"/>
                      <a:pt x="111806" y="35683"/>
                      <a:pt x="111806" y="36873"/>
                    </a:cubicBezTo>
                    <a:cubicBezTo>
                      <a:pt x="111806" y="44009"/>
                      <a:pt x="105859" y="49956"/>
                      <a:pt x="108238" y="57093"/>
                    </a:cubicBezTo>
                    <a:cubicBezTo>
                      <a:pt x="109428" y="58282"/>
                      <a:pt x="109428" y="59472"/>
                      <a:pt x="110617" y="60661"/>
                    </a:cubicBezTo>
                    <a:cubicBezTo>
                      <a:pt x="111806" y="61851"/>
                      <a:pt x="111806" y="63040"/>
                      <a:pt x="111806" y="65419"/>
                    </a:cubicBezTo>
                    <a:cubicBezTo>
                      <a:pt x="111806" y="68987"/>
                      <a:pt x="112996" y="72556"/>
                      <a:pt x="114185" y="76124"/>
                    </a:cubicBezTo>
                    <a:cubicBezTo>
                      <a:pt x="114185" y="76124"/>
                      <a:pt x="114185" y="76124"/>
                      <a:pt x="114185" y="76124"/>
                    </a:cubicBezTo>
                    <a:cubicBezTo>
                      <a:pt x="114185" y="77313"/>
                      <a:pt x="115375" y="78503"/>
                      <a:pt x="115375" y="80882"/>
                    </a:cubicBezTo>
                    <a:cubicBezTo>
                      <a:pt x="115375" y="82071"/>
                      <a:pt x="114185" y="84450"/>
                      <a:pt x="112996" y="85639"/>
                    </a:cubicBezTo>
                    <a:cubicBezTo>
                      <a:pt x="111806" y="86829"/>
                      <a:pt x="111806" y="88018"/>
                      <a:pt x="110617" y="90397"/>
                    </a:cubicBezTo>
                    <a:cubicBezTo>
                      <a:pt x="109428" y="91587"/>
                      <a:pt x="109428" y="92776"/>
                      <a:pt x="108238" y="93965"/>
                    </a:cubicBezTo>
                    <a:cubicBezTo>
                      <a:pt x="105859" y="96344"/>
                      <a:pt x="98723" y="99913"/>
                      <a:pt x="97534" y="107049"/>
                    </a:cubicBezTo>
                    <a:cubicBezTo>
                      <a:pt x="97534" y="112996"/>
                      <a:pt x="89208" y="115375"/>
                      <a:pt x="84450" y="117754"/>
                    </a:cubicBezTo>
                    <a:cubicBezTo>
                      <a:pt x="82071" y="120133"/>
                      <a:pt x="79692" y="122512"/>
                      <a:pt x="77313" y="124891"/>
                    </a:cubicBezTo>
                    <a:cubicBezTo>
                      <a:pt x="74934" y="127270"/>
                      <a:pt x="71366" y="127270"/>
                      <a:pt x="72555" y="132027"/>
                    </a:cubicBezTo>
                    <a:cubicBezTo>
                      <a:pt x="72555" y="134406"/>
                      <a:pt x="74934" y="135596"/>
                      <a:pt x="74934" y="137975"/>
                    </a:cubicBezTo>
                    <a:cubicBezTo>
                      <a:pt x="74934" y="140353"/>
                      <a:pt x="73745" y="142732"/>
                      <a:pt x="73745" y="145111"/>
                    </a:cubicBezTo>
                    <a:cubicBezTo>
                      <a:pt x="73745" y="148679"/>
                      <a:pt x="73745" y="149869"/>
                      <a:pt x="76123" y="149869"/>
                    </a:cubicBezTo>
                    <a:cubicBezTo>
                      <a:pt x="78502" y="151058"/>
                      <a:pt x="80881" y="151058"/>
                      <a:pt x="83260" y="152248"/>
                    </a:cubicBezTo>
                    <a:cubicBezTo>
                      <a:pt x="84450" y="153437"/>
                      <a:pt x="85639" y="153437"/>
                      <a:pt x="86829" y="154627"/>
                    </a:cubicBezTo>
                    <a:cubicBezTo>
                      <a:pt x="88018" y="155816"/>
                      <a:pt x="88018" y="157006"/>
                      <a:pt x="89208" y="158195"/>
                    </a:cubicBezTo>
                    <a:cubicBezTo>
                      <a:pt x="91587" y="160574"/>
                      <a:pt x="95155" y="160574"/>
                      <a:pt x="97534" y="161763"/>
                    </a:cubicBezTo>
                    <a:cubicBezTo>
                      <a:pt x="99912" y="162953"/>
                      <a:pt x="103481" y="164142"/>
                      <a:pt x="104670" y="166521"/>
                    </a:cubicBezTo>
                    <a:cubicBezTo>
                      <a:pt x="105859" y="168900"/>
                      <a:pt x="108238" y="171279"/>
                      <a:pt x="108238" y="173658"/>
                    </a:cubicBezTo>
                    <a:cubicBezTo>
                      <a:pt x="108238" y="173658"/>
                      <a:pt x="108238" y="173658"/>
                      <a:pt x="108238" y="173658"/>
                    </a:cubicBezTo>
                    <a:cubicBezTo>
                      <a:pt x="105859" y="172468"/>
                      <a:pt x="103481" y="174847"/>
                      <a:pt x="101102" y="176036"/>
                    </a:cubicBezTo>
                    <a:cubicBezTo>
                      <a:pt x="98723" y="177226"/>
                      <a:pt x="96344" y="179605"/>
                      <a:pt x="93965" y="179605"/>
                    </a:cubicBezTo>
                    <a:cubicBezTo>
                      <a:pt x="90397" y="179605"/>
                      <a:pt x="88018" y="179605"/>
                      <a:pt x="84450" y="179605"/>
                    </a:cubicBezTo>
                    <a:cubicBezTo>
                      <a:pt x="83260" y="179605"/>
                      <a:pt x="80881" y="179605"/>
                      <a:pt x="79692" y="179605"/>
                    </a:cubicBezTo>
                    <a:cubicBezTo>
                      <a:pt x="78502" y="179605"/>
                      <a:pt x="77313" y="180794"/>
                      <a:pt x="76123" y="181984"/>
                    </a:cubicBezTo>
                    <a:cubicBezTo>
                      <a:pt x="73745" y="185552"/>
                      <a:pt x="67798" y="189120"/>
                      <a:pt x="64229" y="190310"/>
                    </a:cubicBezTo>
                    <a:cubicBezTo>
                      <a:pt x="61851" y="190310"/>
                      <a:pt x="59472" y="191499"/>
                      <a:pt x="57093" y="193878"/>
                    </a:cubicBezTo>
                    <a:cubicBezTo>
                      <a:pt x="54714" y="196257"/>
                      <a:pt x="53525" y="196257"/>
                      <a:pt x="52335" y="199825"/>
                    </a:cubicBezTo>
                    <a:cubicBezTo>
                      <a:pt x="52335" y="201015"/>
                      <a:pt x="52335" y="203393"/>
                      <a:pt x="52335" y="203393"/>
                    </a:cubicBezTo>
                    <a:cubicBezTo>
                      <a:pt x="52335" y="203393"/>
                      <a:pt x="52335" y="203393"/>
                      <a:pt x="52335" y="204583"/>
                    </a:cubicBezTo>
                    <a:cubicBezTo>
                      <a:pt x="52335" y="204583"/>
                      <a:pt x="52335" y="204583"/>
                      <a:pt x="52335" y="204583"/>
                    </a:cubicBezTo>
                    <a:cubicBezTo>
                      <a:pt x="52335" y="204583"/>
                      <a:pt x="51146" y="203393"/>
                      <a:pt x="49956" y="203393"/>
                    </a:cubicBezTo>
                    <a:cubicBezTo>
                      <a:pt x="49956" y="202204"/>
                      <a:pt x="46388" y="197446"/>
                      <a:pt x="45198" y="198636"/>
                    </a:cubicBezTo>
                    <a:cubicBezTo>
                      <a:pt x="42819" y="199825"/>
                      <a:pt x="42819" y="203393"/>
                      <a:pt x="41630" y="204583"/>
                    </a:cubicBezTo>
                    <a:cubicBezTo>
                      <a:pt x="41630" y="205772"/>
                      <a:pt x="40440" y="206962"/>
                      <a:pt x="39251" y="206962"/>
                    </a:cubicBezTo>
                    <a:cubicBezTo>
                      <a:pt x="36872" y="208151"/>
                      <a:pt x="34493" y="206962"/>
                      <a:pt x="33304" y="208151"/>
                    </a:cubicBezTo>
                    <a:cubicBezTo>
                      <a:pt x="32115" y="209341"/>
                      <a:pt x="32115" y="210530"/>
                      <a:pt x="30925" y="209341"/>
                    </a:cubicBezTo>
                    <a:cubicBezTo>
                      <a:pt x="28546" y="208151"/>
                      <a:pt x="29736" y="204583"/>
                      <a:pt x="30925" y="203393"/>
                    </a:cubicBezTo>
                    <a:cubicBezTo>
                      <a:pt x="32115" y="201015"/>
                      <a:pt x="35683" y="199825"/>
                      <a:pt x="32115" y="198636"/>
                    </a:cubicBezTo>
                    <a:cubicBezTo>
                      <a:pt x="28546" y="197446"/>
                      <a:pt x="27357" y="199825"/>
                      <a:pt x="24978" y="199825"/>
                    </a:cubicBezTo>
                    <a:cubicBezTo>
                      <a:pt x="21410" y="199825"/>
                      <a:pt x="23789" y="196257"/>
                      <a:pt x="23789" y="193878"/>
                    </a:cubicBezTo>
                    <a:cubicBezTo>
                      <a:pt x="23789" y="191499"/>
                      <a:pt x="23789" y="187931"/>
                      <a:pt x="23789" y="185552"/>
                    </a:cubicBezTo>
                    <a:cubicBezTo>
                      <a:pt x="23789" y="183173"/>
                      <a:pt x="24978" y="180794"/>
                      <a:pt x="26168" y="179605"/>
                    </a:cubicBezTo>
                    <a:cubicBezTo>
                      <a:pt x="29736" y="176036"/>
                      <a:pt x="36872" y="178415"/>
                      <a:pt x="38062" y="172468"/>
                    </a:cubicBezTo>
                    <a:cubicBezTo>
                      <a:pt x="36872" y="172468"/>
                      <a:pt x="35683" y="173658"/>
                      <a:pt x="34493" y="173658"/>
                    </a:cubicBezTo>
                    <a:cubicBezTo>
                      <a:pt x="32115" y="173658"/>
                      <a:pt x="28546" y="173658"/>
                      <a:pt x="26168" y="172468"/>
                    </a:cubicBezTo>
                    <a:cubicBezTo>
                      <a:pt x="23789" y="171279"/>
                      <a:pt x="23789" y="166521"/>
                      <a:pt x="23789" y="164142"/>
                    </a:cubicBezTo>
                    <a:cubicBezTo>
                      <a:pt x="23789" y="160574"/>
                      <a:pt x="23789" y="159384"/>
                      <a:pt x="24978" y="157006"/>
                    </a:cubicBezTo>
                    <a:cubicBezTo>
                      <a:pt x="26168" y="155816"/>
                      <a:pt x="26168" y="154627"/>
                      <a:pt x="27357" y="153437"/>
                    </a:cubicBezTo>
                    <a:cubicBezTo>
                      <a:pt x="27357" y="152248"/>
                      <a:pt x="28546" y="151058"/>
                      <a:pt x="29736" y="149869"/>
                    </a:cubicBezTo>
                    <a:cubicBezTo>
                      <a:pt x="30925" y="147490"/>
                      <a:pt x="27357" y="145111"/>
                      <a:pt x="27357" y="142732"/>
                    </a:cubicBezTo>
                    <a:cubicBezTo>
                      <a:pt x="28546" y="140353"/>
                      <a:pt x="32115" y="139164"/>
                      <a:pt x="29736" y="136785"/>
                    </a:cubicBezTo>
                    <a:cubicBezTo>
                      <a:pt x="28546" y="136785"/>
                      <a:pt x="27357" y="137975"/>
                      <a:pt x="26168" y="139164"/>
                    </a:cubicBezTo>
                    <a:cubicBezTo>
                      <a:pt x="26168" y="141543"/>
                      <a:pt x="22599" y="141543"/>
                      <a:pt x="21410" y="141543"/>
                    </a:cubicBezTo>
                    <a:cubicBezTo>
                      <a:pt x="19031" y="141543"/>
                      <a:pt x="16652" y="141543"/>
                      <a:pt x="15463" y="140353"/>
                    </a:cubicBezTo>
                    <a:cubicBezTo>
                      <a:pt x="14273" y="139164"/>
                      <a:pt x="13083" y="136785"/>
                      <a:pt x="10704" y="136785"/>
                    </a:cubicBezTo>
                    <a:cubicBezTo>
                      <a:pt x="8326" y="136785"/>
                      <a:pt x="8326" y="139164"/>
                      <a:pt x="7136" y="141543"/>
                    </a:cubicBezTo>
                    <a:cubicBezTo>
                      <a:pt x="3568" y="141543"/>
                      <a:pt x="3568" y="136785"/>
                      <a:pt x="2379" y="134406"/>
                    </a:cubicBezTo>
                    <a:cubicBezTo>
                      <a:pt x="1189" y="133217"/>
                      <a:pt x="0" y="132027"/>
                      <a:pt x="0" y="130838"/>
                    </a:cubicBezTo>
                    <a:cubicBezTo>
                      <a:pt x="0" y="129649"/>
                      <a:pt x="0" y="129649"/>
                      <a:pt x="0" y="128459"/>
                    </a:cubicBezTo>
                    <a:cubicBezTo>
                      <a:pt x="1189" y="128459"/>
                      <a:pt x="1189" y="127270"/>
                      <a:pt x="2379" y="124891"/>
                    </a:cubicBezTo>
                    <a:cubicBezTo>
                      <a:pt x="2379" y="122512"/>
                      <a:pt x="4757" y="115375"/>
                      <a:pt x="7136" y="112996"/>
                    </a:cubicBezTo>
                    <a:cubicBezTo>
                      <a:pt x="8326" y="109428"/>
                      <a:pt x="10704" y="105860"/>
                      <a:pt x="15463" y="98723"/>
                    </a:cubicBezTo>
                    <a:cubicBezTo>
                      <a:pt x="20221" y="91587"/>
                      <a:pt x="29736" y="80882"/>
                      <a:pt x="32115" y="74934"/>
                    </a:cubicBezTo>
                    <a:cubicBezTo>
                      <a:pt x="33304" y="68987"/>
                      <a:pt x="32115" y="51146"/>
                      <a:pt x="38062" y="52335"/>
                    </a:cubicBezTo>
                    <a:cubicBezTo>
                      <a:pt x="44009" y="54714"/>
                      <a:pt x="58282" y="64230"/>
                      <a:pt x="65419" y="63040"/>
                    </a:cubicBezTo>
                    <a:cubicBezTo>
                      <a:pt x="72555" y="60661"/>
                      <a:pt x="88018" y="60661"/>
                      <a:pt x="82071" y="54714"/>
                    </a:cubicBezTo>
                    <a:cubicBezTo>
                      <a:pt x="77313" y="48767"/>
                      <a:pt x="67798" y="41630"/>
                      <a:pt x="74934" y="40441"/>
                    </a:cubicBezTo>
                    <a:cubicBezTo>
                      <a:pt x="82071" y="39251"/>
                      <a:pt x="85639" y="39251"/>
                      <a:pt x="89208" y="33304"/>
                    </a:cubicBezTo>
                    <a:cubicBezTo>
                      <a:pt x="91587" y="26168"/>
                      <a:pt x="92776" y="19031"/>
                      <a:pt x="96344" y="19031"/>
                    </a:cubicBezTo>
                    <a:cubicBezTo>
                      <a:pt x="99912" y="19031"/>
                      <a:pt x="103481" y="20221"/>
                      <a:pt x="102291" y="15463"/>
                    </a:cubicBezTo>
                    <a:cubicBezTo>
                      <a:pt x="101102" y="10705"/>
                      <a:pt x="96344" y="0"/>
                      <a:pt x="102291" y="0"/>
                    </a:cubicBezTo>
                    <a:cubicBezTo>
                      <a:pt x="108238" y="0"/>
                      <a:pt x="108238" y="10705"/>
                      <a:pt x="111806" y="11894"/>
                    </a:cubicBezTo>
                    <a:cubicBezTo>
                      <a:pt x="114185" y="11894"/>
                      <a:pt x="118944" y="10705"/>
                      <a:pt x="121323" y="10705"/>
                    </a:cubicBezTo>
                    <a:cubicBezTo>
                      <a:pt x="121323" y="10705"/>
                      <a:pt x="121323" y="11894"/>
                      <a:pt x="121323" y="11894"/>
                    </a:cubicBezTo>
                    <a:cubicBezTo>
                      <a:pt x="120133" y="16652"/>
                      <a:pt x="120133" y="22599"/>
                      <a:pt x="122512" y="23789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1" name="Graphic 27">
                <a:extLst>
                  <a:ext uri="{FF2B5EF4-FFF2-40B4-BE49-F238E27FC236}">
                    <a16:creationId xmlns:a16="http://schemas.microsoft.com/office/drawing/2014/main" id="{1313739C-C20A-04DF-2117-2038DEABD9E8}"/>
                  </a:ext>
                </a:extLst>
              </p:cNvPr>
              <p:cNvGrpSpPr/>
              <p:nvPr/>
            </p:nvGrpSpPr>
            <p:grpSpPr>
              <a:xfrm>
                <a:off x="8821897" y="3259995"/>
                <a:ext cx="118572" cy="188254"/>
                <a:chOff x="8821897" y="3259995"/>
                <a:chExt cx="118572" cy="188254"/>
              </a:xfrm>
              <a:grpFill/>
            </p:grpSpPr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4A4506BB-D705-E4D2-58D5-9D439BD00D34}"/>
                    </a:ext>
                  </a:extLst>
                </p:cNvPr>
                <p:cNvSpPr/>
                <p:nvPr/>
              </p:nvSpPr>
              <p:spPr>
                <a:xfrm>
                  <a:off x="8821897" y="3259995"/>
                  <a:ext cx="107279" cy="149003"/>
                </a:xfrm>
                <a:custGeom>
                  <a:avLst/>
                  <a:gdLst>
                    <a:gd name="connsiteX0" fmla="*/ 99913 w 107279"/>
                    <a:gd name="connsiteY0" fmla="*/ 70501 h 149003"/>
                    <a:gd name="connsiteX1" fmla="*/ 95155 w 107279"/>
                    <a:gd name="connsiteY1" fmla="*/ 56228 h 149003"/>
                    <a:gd name="connsiteX2" fmla="*/ 89208 w 107279"/>
                    <a:gd name="connsiteY2" fmla="*/ 43144 h 149003"/>
                    <a:gd name="connsiteX3" fmla="*/ 68988 w 107279"/>
                    <a:gd name="connsiteY3" fmla="*/ 22923 h 149003"/>
                    <a:gd name="connsiteX4" fmla="*/ 60662 w 107279"/>
                    <a:gd name="connsiteY4" fmla="*/ 11029 h 149003"/>
                    <a:gd name="connsiteX5" fmla="*/ 55904 w 107279"/>
                    <a:gd name="connsiteY5" fmla="*/ 324 h 149003"/>
                    <a:gd name="connsiteX6" fmla="*/ 55904 w 107279"/>
                    <a:gd name="connsiteY6" fmla="*/ 324 h 149003"/>
                    <a:gd name="connsiteX7" fmla="*/ 48767 w 107279"/>
                    <a:gd name="connsiteY7" fmla="*/ 2703 h 149003"/>
                    <a:gd name="connsiteX8" fmla="*/ 41630 w 107279"/>
                    <a:gd name="connsiteY8" fmla="*/ 6271 h 149003"/>
                    <a:gd name="connsiteX9" fmla="*/ 32115 w 107279"/>
                    <a:gd name="connsiteY9" fmla="*/ 6271 h 149003"/>
                    <a:gd name="connsiteX10" fmla="*/ 27358 w 107279"/>
                    <a:gd name="connsiteY10" fmla="*/ 6271 h 149003"/>
                    <a:gd name="connsiteX11" fmla="*/ 23789 w 107279"/>
                    <a:gd name="connsiteY11" fmla="*/ 8650 h 149003"/>
                    <a:gd name="connsiteX12" fmla="*/ 11894 w 107279"/>
                    <a:gd name="connsiteY12" fmla="*/ 16976 h 149003"/>
                    <a:gd name="connsiteX13" fmla="*/ 4758 w 107279"/>
                    <a:gd name="connsiteY13" fmla="*/ 20545 h 149003"/>
                    <a:gd name="connsiteX14" fmla="*/ 0 w 107279"/>
                    <a:gd name="connsiteY14" fmla="*/ 26492 h 149003"/>
                    <a:gd name="connsiteX15" fmla="*/ 0 w 107279"/>
                    <a:gd name="connsiteY15" fmla="*/ 30060 h 149003"/>
                    <a:gd name="connsiteX16" fmla="*/ 0 w 107279"/>
                    <a:gd name="connsiteY16" fmla="*/ 31250 h 149003"/>
                    <a:gd name="connsiteX17" fmla="*/ 7137 w 107279"/>
                    <a:gd name="connsiteY17" fmla="*/ 28871 h 149003"/>
                    <a:gd name="connsiteX18" fmla="*/ 10705 w 107279"/>
                    <a:gd name="connsiteY18" fmla="*/ 32439 h 149003"/>
                    <a:gd name="connsiteX19" fmla="*/ 24979 w 107279"/>
                    <a:gd name="connsiteY19" fmla="*/ 49091 h 149003"/>
                    <a:gd name="connsiteX20" fmla="*/ 28547 w 107279"/>
                    <a:gd name="connsiteY20" fmla="*/ 55038 h 149003"/>
                    <a:gd name="connsiteX21" fmla="*/ 32115 w 107279"/>
                    <a:gd name="connsiteY21" fmla="*/ 62175 h 149003"/>
                    <a:gd name="connsiteX22" fmla="*/ 21410 w 107279"/>
                    <a:gd name="connsiteY22" fmla="*/ 57417 h 149003"/>
                    <a:gd name="connsiteX23" fmla="*/ 20221 w 107279"/>
                    <a:gd name="connsiteY23" fmla="*/ 59796 h 149003"/>
                    <a:gd name="connsiteX24" fmla="*/ 15463 w 107279"/>
                    <a:gd name="connsiteY24" fmla="*/ 59796 h 149003"/>
                    <a:gd name="connsiteX25" fmla="*/ 10705 w 107279"/>
                    <a:gd name="connsiteY25" fmla="*/ 65743 h 149003"/>
                    <a:gd name="connsiteX26" fmla="*/ 17842 w 107279"/>
                    <a:gd name="connsiteY26" fmla="*/ 70501 h 149003"/>
                    <a:gd name="connsiteX27" fmla="*/ 22600 w 107279"/>
                    <a:gd name="connsiteY27" fmla="*/ 70501 h 149003"/>
                    <a:gd name="connsiteX28" fmla="*/ 24979 w 107279"/>
                    <a:gd name="connsiteY28" fmla="*/ 74069 h 149003"/>
                    <a:gd name="connsiteX29" fmla="*/ 28547 w 107279"/>
                    <a:gd name="connsiteY29" fmla="*/ 82395 h 149003"/>
                    <a:gd name="connsiteX30" fmla="*/ 29736 w 107279"/>
                    <a:gd name="connsiteY30" fmla="*/ 87153 h 149003"/>
                    <a:gd name="connsiteX31" fmla="*/ 32115 w 107279"/>
                    <a:gd name="connsiteY31" fmla="*/ 89532 h 149003"/>
                    <a:gd name="connsiteX32" fmla="*/ 35683 w 107279"/>
                    <a:gd name="connsiteY32" fmla="*/ 94289 h 149003"/>
                    <a:gd name="connsiteX33" fmla="*/ 28547 w 107279"/>
                    <a:gd name="connsiteY33" fmla="*/ 106184 h 149003"/>
                    <a:gd name="connsiteX34" fmla="*/ 30926 w 107279"/>
                    <a:gd name="connsiteY34" fmla="*/ 112131 h 149003"/>
                    <a:gd name="connsiteX35" fmla="*/ 28547 w 107279"/>
                    <a:gd name="connsiteY35" fmla="*/ 119268 h 149003"/>
                    <a:gd name="connsiteX36" fmla="*/ 30926 w 107279"/>
                    <a:gd name="connsiteY36" fmla="*/ 121647 h 149003"/>
                    <a:gd name="connsiteX37" fmla="*/ 29736 w 107279"/>
                    <a:gd name="connsiteY37" fmla="*/ 125215 h 149003"/>
                    <a:gd name="connsiteX38" fmla="*/ 30926 w 107279"/>
                    <a:gd name="connsiteY38" fmla="*/ 132352 h 149003"/>
                    <a:gd name="connsiteX39" fmla="*/ 35683 w 107279"/>
                    <a:gd name="connsiteY39" fmla="*/ 134730 h 149003"/>
                    <a:gd name="connsiteX40" fmla="*/ 39252 w 107279"/>
                    <a:gd name="connsiteY40" fmla="*/ 137109 h 149003"/>
                    <a:gd name="connsiteX41" fmla="*/ 39252 w 107279"/>
                    <a:gd name="connsiteY41" fmla="*/ 143056 h 149003"/>
                    <a:gd name="connsiteX42" fmla="*/ 41630 w 107279"/>
                    <a:gd name="connsiteY42" fmla="*/ 145435 h 149003"/>
                    <a:gd name="connsiteX43" fmla="*/ 41630 w 107279"/>
                    <a:gd name="connsiteY43" fmla="*/ 149004 h 149003"/>
                    <a:gd name="connsiteX44" fmla="*/ 46388 w 107279"/>
                    <a:gd name="connsiteY44" fmla="*/ 141867 h 149003"/>
                    <a:gd name="connsiteX45" fmla="*/ 47577 w 107279"/>
                    <a:gd name="connsiteY45" fmla="*/ 143056 h 149003"/>
                    <a:gd name="connsiteX46" fmla="*/ 55904 w 107279"/>
                    <a:gd name="connsiteY46" fmla="*/ 135920 h 149003"/>
                    <a:gd name="connsiteX47" fmla="*/ 63041 w 107279"/>
                    <a:gd name="connsiteY47" fmla="*/ 128783 h 149003"/>
                    <a:gd name="connsiteX48" fmla="*/ 71366 w 107279"/>
                    <a:gd name="connsiteY48" fmla="*/ 128783 h 149003"/>
                    <a:gd name="connsiteX49" fmla="*/ 72556 w 107279"/>
                    <a:gd name="connsiteY49" fmla="*/ 126404 h 149003"/>
                    <a:gd name="connsiteX50" fmla="*/ 79692 w 107279"/>
                    <a:gd name="connsiteY50" fmla="*/ 129973 h 149003"/>
                    <a:gd name="connsiteX51" fmla="*/ 84450 w 107279"/>
                    <a:gd name="connsiteY51" fmla="*/ 129973 h 149003"/>
                    <a:gd name="connsiteX52" fmla="*/ 86829 w 107279"/>
                    <a:gd name="connsiteY52" fmla="*/ 131162 h 149003"/>
                    <a:gd name="connsiteX53" fmla="*/ 89208 w 107279"/>
                    <a:gd name="connsiteY53" fmla="*/ 124025 h 149003"/>
                    <a:gd name="connsiteX54" fmla="*/ 99913 w 107279"/>
                    <a:gd name="connsiteY54" fmla="*/ 121647 h 149003"/>
                    <a:gd name="connsiteX55" fmla="*/ 101102 w 107279"/>
                    <a:gd name="connsiteY55" fmla="*/ 119268 h 149003"/>
                    <a:gd name="connsiteX56" fmla="*/ 103481 w 107279"/>
                    <a:gd name="connsiteY56" fmla="*/ 118078 h 149003"/>
                    <a:gd name="connsiteX57" fmla="*/ 104671 w 107279"/>
                    <a:gd name="connsiteY57" fmla="*/ 114510 h 149003"/>
                    <a:gd name="connsiteX58" fmla="*/ 104671 w 107279"/>
                    <a:gd name="connsiteY58" fmla="*/ 110942 h 149003"/>
                    <a:gd name="connsiteX59" fmla="*/ 107049 w 107279"/>
                    <a:gd name="connsiteY59" fmla="*/ 108563 h 149003"/>
                    <a:gd name="connsiteX60" fmla="*/ 107049 w 107279"/>
                    <a:gd name="connsiteY60" fmla="*/ 97858 h 149003"/>
                    <a:gd name="connsiteX61" fmla="*/ 99913 w 107279"/>
                    <a:gd name="connsiteY61" fmla="*/ 70501 h 149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107279" h="149003">
                      <a:moveTo>
                        <a:pt x="99913" y="70501"/>
                      </a:moveTo>
                      <a:cubicBezTo>
                        <a:pt x="97534" y="65743"/>
                        <a:pt x="96345" y="60985"/>
                        <a:pt x="95155" y="56228"/>
                      </a:cubicBezTo>
                      <a:cubicBezTo>
                        <a:pt x="95155" y="50280"/>
                        <a:pt x="92777" y="47902"/>
                        <a:pt x="89208" y="43144"/>
                      </a:cubicBezTo>
                      <a:cubicBezTo>
                        <a:pt x="83260" y="36007"/>
                        <a:pt x="76124" y="30060"/>
                        <a:pt x="68988" y="22923"/>
                      </a:cubicBezTo>
                      <a:cubicBezTo>
                        <a:pt x="65419" y="19355"/>
                        <a:pt x="63041" y="15787"/>
                        <a:pt x="60662" y="11029"/>
                      </a:cubicBezTo>
                      <a:cubicBezTo>
                        <a:pt x="59472" y="7461"/>
                        <a:pt x="58283" y="3893"/>
                        <a:pt x="55904" y="324"/>
                      </a:cubicBezTo>
                      <a:cubicBezTo>
                        <a:pt x="55904" y="324"/>
                        <a:pt x="55904" y="324"/>
                        <a:pt x="55904" y="324"/>
                      </a:cubicBezTo>
                      <a:cubicBezTo>
                        <a:pt x="53525" y="-865"/>
                        <a:pt x="51146" y="1514"/>
                        <a:pt x="48767" y="2703"/>
                      </a:cubicBezTo>
                      <a:cubicBezTo>
                        <a:pt x="46388" y="3893"/>
                        <a:pt x="44009" y="6271"/>
                        <a:pt x="41630" y="6271"/>
                      </a:cubicBezTo>
                      <a:cubicBezTo>
                        <a:pt x="38062" y="6271"/>
                        <a:pt x="35683" y="6271"/>
                        <a:pt x="32115" y="6271"/>
                      </a:cubicBezTo>
                      <a:cubicBezTo>
                        <a:pt x="30926" y="6271"/>
                        <a:pt x="28547" y="6271"/>
                        <a:pt x="27358" y="6271"/>
                      </a:cubicBezTo>
                      <a:cubicBezTo>
                        <a:pt x="26168" y="6271"/>
                        <a:pt x="24979" y="7461"/>
                        <a:pt x="23789" y="8650"/>
                      </a:cubicBezTo>
                      <a:cubicBezTo>
                        <a:pt x="21410" y="12219"/>
                        <a:pt x="15463" y="15787"/>
                        <a:pt x="11894" y="16976"/>
                      </a:cubicBezTo>
                      <a:cubicBezTo>
                        <a:pt x="9516" y="16976"/>
                        <a:pt x="7137" y="18166"/>
                        <a:pt x="4758" y="20545"/>
                      </a:cubicBezTo>
                      <a:cubicBezTo>
                        <a:pt x="2379" y="22923"/>
                        <a:pt x="1190" y="22923"/>
                        <a:pt x="0" y="26492"/>
                      </a:cubicBezTo>
                      <a:cubicBezTo>
                        <a:pt x="0" y="27681"/>
                        <a:pt x="0" y="30060"/>
                        <a:pt x="0" y="30060"/>
                      </a:cubicBezTo>
                      <a:cubicBezTo>
                        <a:pt x="0" y="30060"/>
                        <a:pt x="0" y="30060"/>
                        <a:pt x="0" y="31250"/>
                      </a:cubicBezTo>
                      <a:cubicBezTo>
                        <a:pt x="2379" y="31250"/>
                        <a:pt x="4758" y="28871"/>
                        <a:pt x="7137" y="28871"/>
                      </a:cubicBezTo>
                      <a:cubicBezTo>
                        <a:pt x="10705" y="28871"/>
                        <a:pt x="9516" y="28871"/>
                        <a:pt x="10705" y="32439"/>
                      </a:cubicBezTo>
                      <a:cubicBezTo>
                        <a:pt x="15463" y="34818"/>
                        <a:pt x="24979" y="43144"/>
                        <a:pt x="24979" y="49091"/>
                      </a:cubicBezTo>
                      <a:cubicBezTo>
                        <a:pt x="27358" y="49091"/>
                        <a:pt x="27358" y="53849"/>
                        <a:pt x="28547" y="55038"/>
                      </a:cubicBezTo>
                      <a:cubicBezTo>
                        <a:pt x="29736" y="57417"/>
                        <a:pt x="32115" y="58606"/>
                        <a:pt x="32115" y="62175"/>
                      </a:cubicBezTo>
                      <a:cubicBezTo>
                        <a:pt x="28547" y="63364"/>
                        <a:pt x="24979" y="58606"/>
                        <a:pt x="21410" y="57417"/>
                      </a:cubicBezTo>
                      <a:cubicBezTo>
                        <a:pt x="21410" y="58606"/>
                        <a:pt x="20221" y="59796"/>
                        <a:pt x="20221" y="59796"/>
                      </a:cubicBezTo>
                      <a:cubicBezTo>
                        <a:pt x="19031" y="59796"/>
                        <a:pt x="17842" y="58606"/>
                        <a:pt x="15463" y="59796"/>
                      </a:cubicBezTo>
                      <a:cubicBezTo>
                        <a:pt x="15463" y="62175"/>
                        <a:pt x="10705" y="63364"/>
                        <a:pt x="10705" y="65743"/>
                      </a:cubicBezTo>
                      <a:cubicBezTo>
                        <a:pt x="10705" y="68122"/>
                        <a:pt x="15463" y="70501"/>
                        <a:pt x="17842" y="70501"/>
                      </a:cubicBezTo>
                      <a:cubicBezTo>
                        <a:pt x="19031" y="70501"/>
                        <a:pt x="21410" y="70501"/>
                        <a:pt x="22600" y="70501"/>
                      </a:cubicBezTo>
                      <a:cubicBezTo>
                        <a:pt x="24979" y="71690"/>
                        <a:pt x="23789" y="71690"/>
                        <a:pt x="24979" y="74069"/>
                      </a:cubicBezTo>
                      <a:cubicBezTo>
                        <a:pt x="26168" y="76448"/>
                        <a:pt x="27358" y="80016"/>
                        <a:pt x="28547" y="82395"/>
                      </a:cubicBezTo>
                      <a:cubicBezTo>
                        <a:pt x="28547" y="83585"/>
                        <a:pt x="28547" y="85963"/>
                        <a:pt x="29736" y="87153"/>
                      </a:cubicBezTo>
                      <a:cubicBezTo>
                        <a:pt x="30926" y="88342"/>
                        <a:pt x="30926" y="88342"/>
                        <a:pt x="32115" y="89532"/>
                      </a:cubicBezTo>
                      <a:cubicBezTo>
                        <a:pt x="33305" y="90721"/>
                        <a:pt x="35683" y="90721"/>
                        <a:pt x="35683" y="94289"/>
                      </a:cubicBezTo>
                      <a:cubicBezTo>
                        <a:pt x="35683" y="99047"/>
                        <a:pt x="28547" y="101426"/>
                        <a:pt x="28547" y="106184"/>
                      </a:cubicBezTo>
                      <a:cubicBezTo>
                        <a:pt x="28547" y="108563"/>
                        <a:pt x="32115" y="109752"/>
                        <a:pt x="30926" y="112131"/>
                      </a:cubicBezTo>
                      <a:cubicBezTo>
                        <a:pt x="30926" y="114510"/>
                        <a:pt x="28547" y="115699"/>
                        <a:pt x="28547" y="119268"/>
                      </a:cubicBezTo>
                      <a:cubicBezTo>
                        <a:pt x="28547" y="120457"/>
                        <a:pt x="30926" y="121647"/>
                        <a:pt x="30926" y="121647"/>
                      </a:cubicBezTo>
                      <a:cubicBezTo>
                        <a:pt x="30926" y="122836"/>
                        <a:pt x="29736" y="124025"/>
                        <a:pt x="29736" y="125215"/>
                      </a:cubicBezTo>
                      <a:cubicBezTo>
                        <a:pt x="29736" y="127594"/>
                        <a:pt x="30926" y="129973"/>
                        <a:pt x="30926" y="132352"/>
                      </a:cubicBezTo>
                      <a:cubicBezTo>
                        <a:pt x="32115" y="133541"/>
                        <a:pt x="34494" y="133541"/>
                        <a:pt x="35683" y="134730"/>
                      </a:cubicBezTo>
                      <a:cubicBezTo>
                        <a:pt x="36873" y="135920"/>
                        <a:pt x="36873" y="137109"/>
                        <a:pt x="39252" y="137109"/>
                      </a:cubicBezTo>
                      <a:cubicBezTo>
                        <a:pt x="40441" y="139488"/>
                        <a:pt x="39252" y="140678"/>
                        <a:pt x="39252" y="143056"/>
                      </a:cubicBezTo>
                      <a:cubicBezTo>
                        <a:pt x="39252" y="144246"/>
                        <a:pt x="40441" y="144246"/>
                        <a:pt x="41630" y="145435"/>
                      </a:cubicBezTo>
                      <a:cubicBezTo>
                        <a:pt x="41630" y="146625"/>
                        <a:pt x="41630" y="147814"/>
                        <a:pt x="41630" y="149004"/>
                      </a:cubicBezTo>
                      <a:cubicBezTo>
                        <a:pt x="45199" y="149004"/>
                        <a:pt x="45199" y="145435"/>
                        <a:pt x="46388" y="141867"/>
                      </a:cubicBezTo>
                      <a:cubicBezTo>
                        <a:pt x="46388" y="141867"/>
                        <a:pt x="47577" y="141867"/>
                        <a:pt x="47577" y="143056"/>
                      </a:cubicBezTo>
                      <a:cubicBezTo>
                        <a:pt x="49956" y="140678"/>
                        <a:pt x="53525" y="138299"/>
                        <a:pt x="55904" y="135920"/>
                      </a:cubicBezTo>
                      <a:cubicBezTo>
                        <a:pt x="58283" y="133541"/>
                        <a:pt x="61851" y="131162"/>
                        <a:pt x="63041" y="128783"/>
                      </a:cubicBezTo>
                      <a:cubicBezTo>
                        <a:pt x="66609" y="127594"/>
                        <a:pt x="67798" y="129973"/>
                        <a:pt x="71366" y="128783"/>
                      </a:cubicBezTo>
                      <a:cubicBezTo>
                        <a:pt x="71366" y="127594"/>
                        <a:pt x="72556" y="127594"/>
                        <a:pt x="72556" y="126404"/>
                      </a:cubicBezTo>
                      <a:cubicBezTo>
                        <a:pt x="77313" y="124025"/>
                        <a:pt x="76124" y="128783"/>
                        <a:pt x="79692" y="129973"/>
                      </a:cubicBezTo>
                      <a:cubicBezTo>
                        <a:pt x="80882" y="129973"/>
                        <a:pt x="83260" y="128783"/>
                        <a:pt x="84450" y="129973"/>
                      </a:cubicBezTo>
                      <a:cubicBezTo>
                        <a:pt x="85639" y="129973"/>
                        <a:pt x="85639" y="131162"/>
                        <a:pt x="86829" y="131162"/>
                      </a:cubicBezTo>
                      <a:cubicBezTo>
                        <a:pt x="88018" y="127594"/>
                        <a:pt x="84450" y="125215"/>
                        <a:pt x="89208" y="124025"/>
                      </a:cubicBezTo>
                      <a:cubicBezTo>
                        <a:pt x="92777" y="122836"/>
                        <a:pt x="97534" y="125215"/>
                        <a:pt x="99913" y="121647"/>
                      </a:cubicBezTo>
                      <a:cubicBezTo>
                        <a:pt x="99913" y="121647"/>
                        <a:pt x="99913" y="119268"/>
                        <a:pt x="101102" y="119268"/>
                      </a:cubicBezTo>
                      <a:cubicBezTo>
                        <a:pt x="101102" y="118078"/>
                        <a:pt x="102292" y="119268"/>
                        <a:pt x="103481" y="118078"/>
                      </a:cubicBezTo>
                      <a:cubicBezTo>
                        <a:pt x="104671" y="116889"/>
                        <a:pt x="104671" y="115699"/>
                        <a:pt x="104671" y="114510"/>
                      </a:cubicBezTo>
                      <a:cubicBezTo>
                        <a:pt x="104671" y="112131"/>
                        <a:pt x="104671" y="112131"/>
                        <a:pt x="104671" y="110942"/>
                      </a:cubicBezTo>
                      <a:cubicBezTo>
                        <a:pt x="104671" y="109752"/>
                        <a:pt x="107049" y="109752"/>
                        <a:pt x="107049" y="108563"/>
                      </a:cubicBezTo>
                      <a:cubicBezTo>
                        <a:pt x="107049" y="104995"/>
                        <a:pt x="107049" y="101426"/>
                        <a:pt x="107049" y="97858"/>
                      </a:cubicBezTo>
                      <a:cubicBezTo>
                        <a:pt x="108239" y="89532"/>
                        <a:pt x="104671" y="78827"/>
                        <a:pt x="99913" y="70501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9B44A4F0-618F-4B9E-C05D-6031C587F11A}"/>
                    </a:ext>
                  </a:extLst>
                </p:cNvPr>
                <p:cNvSpPr/>
                <p:nvPr/>
              </p:nvSpPr>
              <p:spPr>
                <a:xfrm>
                  <a:off x="8854561" y="3405430"/>
                  <a:ext cx="8173" cy="8094"/>
                </a:xfrm>
                <a:custGeom>
                  <a:avLst/>
                  <a:gdLst>
                    <a:gd name="connsiteX0" fmla="*/ 6588 w 8173"/>
                    <a:gd name="connsiteY0" fmla="*/ 0 h 8094"/>
                    <a:gd name="connsiteX1" fmla="*/ 640 w 8173"/>
                    <a:gd name="connsiteY1" fmla="*/ 3568 h 8094"/>
                    <a:gd name="connsiteX2" fmla="*/ 6588 w 8173"/>
                    <a:gd name="connsiteY2" fmla="*/ 7137 h 8094"/>
                    <a:gd name="connsiteX3" fmla="*/ 6588 w 8173"/>
                    <a:gd name="connsiteY3" fmla="*/ 0 h 8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" h="8094">
                      <a:moveTo>
                        <a:pt x="6588" y="0"/>
                      </a:moveTo>
                      <a:cubicBezTo>
                        <a:pt x="3019" y="0"/>
                        <a:pt x="-1739" y="0"/>
                        <a:pt x="640" y="3568"/>
                      </a:cubicBezTo>
                      <a:cubicBezTo>
                        <a:pt x="1830" y="7137"/>
                        <a:pt x="6588" y="9516"/>
                        <a:pt x="6588" y="7137"/>
                      </a:cubicBezTo>
                      <a:cubicBezTo>
                        <a:pt x="6588" y="5947"/>
                        <a:pt x="10156" y="0"/>
                        <a:pt x="6588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5438D2CA-7D0E-E534-1835-A34D99B88EA3}"/>
                    </a:ext>
                  </a:extLst>
                </p:cNvPr>
                <p:cNvSpPr/>
                <p:nvPr/>
              </p:nvSpPr>
              <p:spPr>
                <a:xfrm>
                  <a:off x="8862255" y="3435298"/>
                  <a:ext cx="20387" cy="12951"/>
                </a:xfrm>
                <a:custGeom>
                  <a:avLst/>
                  <a:gdLst>
                    <a:gd name="connsiteX0" fmla="*/ 9599 w 20387"/>
                    <a:gd name="connsiteY0" fmla="*/ 1057 h 12951"/>
                    <a:gd name="connsiteX1" fmla="*/ 83 w 20387"/>
                    <a:gd name="connsiteY1" fmla="*/ 10573 h 12951"/>
                    <a:gd name="connsiteX2" fmla="*/ 14357 w 20387"/>
                    <a:gd name="connsiteY2" fmla="*/ 11762 h 12951"/>
                    <a:gd name="connsiteX3" fmla="*/ 20304 w 20387"/>
                    <a:gd name="connsiteY3" fmla="*/ 1057 h 12951"/>
                    <a:gd name="connsiteX4" fmla="*/ 9599 w 20387"/>
                    <a:gd name="connsiteY4" fmla="*/ 1057 h 12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387" h="12951">
                      <a:moveTo>
                        <a:pt x="9599" y="1057"/>
                      </a:moveTo>
                      <a:cubicBezTo>
                        <a:pt x="4841" y="2247"/>
                        <a:pt x="1272" y="7004"/>
                        <a:pt x="83" y="10573"/>
                      </a:cubicBezTo>
                      <a:cubicBezTo>
                        <a:pt x="-1106" y="14141"/>
                        <a:pt x="10788" y="12952"/>
                        <a:pt x="14357" y="11762"/>
                      </a:cubicBezTo>
                      <a:cubicBezTo>
                        <a:pt x="17925" y="10573"/>
                        <a:pt x="19114" y="3436"/>
                        <a:pt x="20304" y="1057"/>
                      </a:cubicBezTo>
                      <a:cubicBezTo>
                        <a:pt x="21493" y="-1322"/>
                        <a:pt x="9599" y="1057"/>
                        <a:pt x="9599" y="105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32939B93-E375-6C0B-E695-3DEEAC2F1CC1}"/>
                    </a:ext>
                  </a:extLst>
                </p:cNvPr>
                <p:cNvSpPr/>
                <p:nvPr/>
              </p:nvSpPr>
              <p:spPr>
                <a:xfrm>
                  <a:off x="8913294" y="3386267"/>
                  <a:ext cx="5475" cy="8458"/>
                </a:xfrm>
                <a:custGeom>
                  <a:avLst/>
                  <a:gdLst>
                    <a:gd name="connsiteX0" fmla="*/ 4947 w 5475"/>
                    <a:gd name="connsiteY0" fmla="*/ 132 h 8458"/>
                    <a:gd name="connsiteX1" fmla="*/ 189 w 5475"/>
                    <a:gd name="connsiteY1" fmla="*/ 3700 h 8458"/>
                    <a:gd name="connsiteX2" fmla="*/ 4947 w 5475"/>
                    <a:gd name="connsiteY2" fmla="*/ 7269 h 8458"/>
                    <a:gd name="connsiteX3" fmla="*/ 4947 w 5475"/>
                    <a:gd name="connsiteY3" fmla="*/ 132 h 8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75" h="8458">
                      <a:moveTo>
                        <a:pt x="4947" y="132"/>
                      </a:moveTo>
                      <a:cubicBezTo>
                        <a:pt x="3757" y="132"/>
                        <a:pt x="-1000" y="-1057"/>
                        <a:pt x="189" y="3700"/>
                      </a:cubicBezTo>
                      <a:cubicBezTo>
                        <a:pt x="2568" y="8458"/>
                        <a:pt x="1379" y="9648"/>
                        <a:pt x="4947" y="7269"/>
                      </a:cubicBezTo>
                      <a:cubicBezTo>
                        <a:pt x="4947" y="7269"/>
                        <a:pt x="6136" y="132"/>
                        <a:pt x="4947" y="132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8A3F31D0-B174-632B-52FD-8BDF3A2E9E7B}"/>
                    </a:ext>
                  </a:extLst>
                </p:cNvPr>
                <p:cNvSpPr/>
                <p:nvPr/>
              </p:nvSpPr>
              <p:spPr>
                <a:xfrm>
                  <a:off x="8935767" y="3398293"/>
                  <a:ext cx="4702" cy="11942"/>
                </a:xfrm>
                <a:custGeom>
                  <a:avLst/>
                  <a:gdLst>
                    <a:gd name="connsiteX0" fmla="*/ 2696 w 4702"/>
                    <a:gd name="connsiteY0" fmla="*/ 10705 h 11942"/>
                    <a:gd name="connsiteX1" fmla="*/ 3885 w 4702"/>
                    <a:gd name="connsiteY1" fmla="*/ 0 h 11942"/>
                    <a:gd name="connsiteX2" fmla="*/ 317 w 4702"/>
                    <a:gd name="connsiteY2" fmla="*/ 8326 h 11942"/>
                    <a:gd name="connsiteX3" fmla="*/ 2696 w 4702"/>
                    <a:gd name="connsiteY3" fmla="*/ 10705 h 1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2" h="11942">
                      <a:moveTo>
                        <a:pt x="2696" y="10705"/>
                      </a:moveTo>
                      <a:cubicBezTo>
                        <a:pt x="2696" y="10705"/>
                        <a:pt x="6264" y="0"/>
                        <a:pt x="3885" y="0"/>
                      </a:cubicBezTo>
                      <a:cubicBezTo>
                        <a:pt x="1506" y="0"/>
                        <a:pt x="-873" y="5947"/>
                        <a:pt x="317" y="8326"/>
                      </a:cubicBezTo>
                      <a:cubicBezTo>
                        <a:pt x="1506" y="11894"/>
                        <a:pt x="317" y="13084"/>
                        <a:pt x="2696" y="10705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AD1453B8-2081-3A98-B394-C31B9C1AC27B}"/>
                    </a:ext>
                  </a:extLst>
                </p:cNvPr>
                <p:cNvSpPr/>
                <p:nvPr/>
              </p:nvSpPr>
              <p:spPr>
                <a:xfrm>
                  <a:off x="8932515" y="3413756"/>
                  <a:ext cx="6613" cy="5743"/>
                </a:xfrm>
                <a:custGeom>
                  <a:avLst/>
                  <a:gdLst>
                    <a:gd name="connsiteX0" fmla="*/ 5947 w 6613"/>
                    <a:gd name="connsiteY0" fmla="*/ 0 h 5743"/>
                    <a:gd name="connsiteX1" fmla="*/ 0 w 6613"/>
                    <a:gd name="connsiteY1" fmla="*/ 2379 h 5743"/>
                    <a:gd name="connsiteX2" fmla="*/ 3568 w 6613"/>
                    <a:gd name="connsiteY2" fmla="*/ 4758 h 5743"/>
                    <a:gd name="connsiteX3" fmla="*/ 5947 w 6613"/>
                    <a:gd name="connsiteY3" fmla="*/ 0 h 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13" h="5743">
                      <a:moveTo>
                        <a:pt x="5947" y="0"/>
                      </a:moveTo>
                      <a:cubicBezTo>
                        <a:pt x="3568" y="0"/>
                        <a:pt x="0" y="0"/>
                        <a:pt x="0" y="2379"/>
                      </a:cubicBezTo>
                      <a:cubicBezTo>
                        <a:pt x="0" y="4758"/>
                        <a:pt x="1189" y="7137"/>
                        <a:pt x="3568" y="4758"/>
                      </a:cubicBezTo>
                      <a:cubicBezTo>
                        <a:pt x="3568" y="4758"/>
                        <a:pt x="8325" y="0"/>
                        <a:pt x="5947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4C578972-D277-0CBD-BCF9-4D0A6E7775B0}"/>
                  </a:ext>
                </a:extLst>
              </p:cNvPr>
              <p:cNvSpPr/>
              <p:nvPr/>
            </p:nvSpPr>
            <p:spPr>
              <a:xfrm>
                <a:off x="8336141" y="4028694"/>
                <a:ext cx="134007" cy="113777"/>
              </a:xfrm>
              <a:custGeom>
                <a:avLst/>
                <a:gdLst>
                  <a:gd name="connsiteX0" fmla="*/ 131304 w 134007"/>
                  <a:gd name="connsiteY0" fmla="*/ 48767 h 113777"/>
                  <a:gd name="connsiteX1" fmla="*/ 128925 w 134007"/>
                  <a:gd name="connsiteY1" fmla="*/ 59472 h 113777"/>
                  <a:gd name="connsiteX2" fmla="*/ 124168 w 134007"/>
                  <a:gd name="connsiteY2" fmla="*/ 67798 h 113777"/>
                  <a:gd name="connsiteX3" fmla="*/ 102758 w 134007"/>
                  <a:gd name="connsiteY3" fmla="*/ 78503 h 113777"/>
                  <a:gd name="connsiteX4" fmla="*/ 95621 w 134007"/>
                  <a:gd name="connsiteY4" fmla="*/ 86829 h 113777"/>
                  <a:gd name="connsiteX5" fmla="*/ 102758 w 134007"/>
                  <a:gd name="connsiteY5" fmla="*/ 93965 h 113777"/>
                  <a:gd name="connsiteX6" fmla="*/ 108706 w 134007"/>
                  <a:gd name="connsiteY6" fmla="*/ 107049 h 113777"/>
                  <a:gd name="connsiteX7" fmla="*/ 95621 w 134007"/>
                  <a:gd name="connsiteY7" fmla="*/ 102291 h 113777"/>
                  <a:gd name="connsiteX8" fmla="*/ 82538 w 134007"/>
                  <a:gd name="connsiteY8" fmla="*/ 103481 h 113777"/>
                  <a:gd name="connsiteX9" fmla="*/ 69454 w 134007"/>
                  <a:gd name="connsiteY9" fmla="*/ 104670 h 113777"/>
                  <a:gd name="connsiteX10" fmla="*/ 59938 w 134007"/>
                  <a:gd name="connsiteY10" fmla="*/ 112996 h 113777"/>
                  <a:gd name="connsiteX11" fmla="*/ 59938 w 134007"/>
                  <a:gd name="connsiteY11" fmla="*/ 112996 h 113777"/>
                  <a:gd name="connsiteX12" fmla="*/ 51612 w 134007"/>
                  <a:gd name="connsiteY12" fmla="*/ 110617 h 113777"/>
                  <a:gd name="connsiteX13" fmla="*/ 43287 w 134007"/>
                  <a:gd name="connsiteY13" fmla="*/ 112996 h 113777"/>
                  <a:gd name="connsiteX14" fmla="*/ 37339 w 134007"/>
                  <a:gd name="connsiteY14" fmla="*/ 111807 h 113777"/>
                  <a:gd name="connsiteX15" fmla="*/ 38529 w 134007"/>
                  <a:gd name="connsiteY15" fmla="*/ 105860 h 113777"/>
                  <a:gd name="connsiteX16" fmla="*/ 38529 w 134007"/>
                  <a:gd name="connsiteY16" fmla="*/ 101102 h 113777"/>
                  <a:gd name="connsiteX17" fmla="*/ 34960 w 134007"/>
                  <a:gd name="connsiteY17" fmla="*/ 97533 h 113777"/>
                  <a:gd name="connsiteX18" fmla="*/ 31392 w 134007"/>
                  <a:gd name="connsiteY18" fmla="*/ 104670 h 113777"/>
                  <a:gd name="connsiteX19" fmla="*/ 23066 w 134007"/>
                  <a:gd name="connsiteY19" fmla="*/ 102291 h 113777"/>
                  <a:gd name="connsiteX20" fmla="*/ 20687 w 134007"/>
                  <a:gd name="connsiteY20" fmla="*/ 93965 h 113777"/>
                  <a:gd name="connsiteX21" fmla="*/ 19498 w 134007"/>
                  <a:gd name="connsiteY21" fmla="*/ 90397 h 113777"/>
                  <a:gd name="connsiteX22" fmla="*/ 15929 w 134007"/>
                  <a:gd name="connsiteY22" fmla="*/ 89208 h 113777"/>
                  <a:gd name="connsiteX23" fmla="*/ 13551 w 134007"/>
                  <a:gd name="connsiteY23" fmla="*/ 80881 h 113777"/>
                  <a:gd name="connsiteX24" fmla="*/ 11172 w 134007"/>
                  <a:gd name="connsiteY24" fmla="*/ 72556 h 113777"/>
                  <a:gd name="connsiteX25" fmla="*/ 8793 w 134007"/>
                  <a:gd name="connsiteY25" fmla="*/ 68987 h 113777"/>
                  <a:gd name="connsiteX26" fmla="*/ 8793 w 134007"/>
                  <a:gd name="connsiteY26" fmla="*/ 67798 h 113777"/>
                  <a:gd name="connsiteX27" fmla="*/ 8793 w 134007"/>
                  <a:gd name="connsiteY27" fmla="*/ 67798 h 113777"/>
                  <a:gd name="connsiteX28" fmla="*/ 8793 w 134007"/>
                  <a:gd name="connsiteY28" fmla="*/ 64229 h 113777"/>
                  <a:gd name="connsiteX29" fmla="*/ 5225 w 134007"/>
                  <a:gd name="connsiteY29" fmla="*/ 51146 h 113777"/>
                  <a:gd name="connsiteX30" fmla="*/ 1656 w 134007"/>
                  <a:gd name="connsiteY30" fmla="*/ 46388 h 113777"/>
                  <a:gd name="connsiteX31" fmla="*/ 466 w 134007"/>
                  <a:gd name="connsiteY31" fmla="*/ 39251 h 113777"/>
                  <a:gd name="connsiteX32" fmla="*/ 2846 w 134007"/>
                  <a:gd name="connsiteY32" fmla="*/ 24978 h 113777"/>
                  <a:gd name="connsiteX33" fmla="*/ 8793 w 134007"/>
                  <a:gd name="connsiteY33" fmla="*/ 11894 h 113777"/>
                  <a:gd name="connsiteX34" fmla="*/ 21876 w 134007"/>
                  <a:gd name="connsiteY34" fmla="*/ 5947 h 113777"/>
                  <a:gd name="connsiteX35" fmla="*/ 29013 w 134007"/>
                  <a:gd name="connsiteY35" fmla="*/ 3568 h 113777"/>
                  <a:gd name="connsiteX36" fmla="*/ 36150 w 134007"/>
                  <a:gd name="connsiteY36" fmla="*/ 4758 h 113777"/>
                  <a:gd name="connsiteX37" fmla="*/ 50423 w 134007"/>
                  <a:gd name="connsiteY37" fmla="*/ 3568 h 113777"/>
                  <a:gd name="connsiteX38" fmla="*/ 57559 w 134007"/>
                  <a:gd name="connsiteY38" fmla="*/ 4758 h 113777"/>
                  <a:gd name="connsiteX39" fmla="*/ 64696 w 134007"/>
                  <a:gd name="connsiteY39" fmla="*/ 3568 h 113777"/>
                  <a:gd name="connsiteX40" fmla="*/ 74212 w 134007"/>
                  <a:gd name="connsiteY40" fmla="*/ 7137 h 113777"/>
                  <a:gd name="connsiteX41" fmla="*/ 74212 w 134007"/>
                  <a:gd name="connsiteY41" fmla="*/ 7137 h 113777"/>
                  <a:gd name="connsiteX42" fmla="*/ 75401 w 134007"/>
                  <a:gd name="connsiteY42" fmla="*/ 8326 h 113777"/>
                  <a:gd name="connsiteX43" fmla="*/ 76591 w 134007"/>
                  <a:gd name="connsiteY43" fmla="*/ 11894 h 113777"/>
                  <a:gd name="connsiteX44" fmla="*/ 82538 w 134007"/>
                  <a:gd name="connsiteY44" fmla="*/ 14273 h 113777"/>
                  <a:gd name="connsiteX45" fmla="*/ 92053 w 134007"/>
                  <a:gd name="connsiteY45" fmla="*/ 22599 h 113777"/>
                  <a:gd name="connsiteX46" fmla="*/ 99189 w 134007"/>
                  <a:gd name="connsiteY46" fmla="*/ 24978 h 113777"/>
                  <a:gd name="connsiteX47" fmla="*/ 99189 w 134007"/>
                  <a:gd name="connsiteY47" fmla="*/ 17842 h 113777"/>
                  <a:gd name="connsiteX48" fmla="*/ 99189 w 134007"/>
                  <a:gd name="connsiteY48" fmla="*/ 11894 h 113777"/>
                  <a:gd name="connsiteX49" fmla="*/ 98000 w 134007"/>
                  <a:gd name="connsiteY49" fmla="*/ 8326 h 113777"/>
                  <a:gd name="connsiteX50" fmla="*/ 95621 w 134007"/>
                  <a:gd name="connsiteY50" fmla="*/ 5947 h 113777"/>
                  <a:gd name="connsiteX51" fmla="*/ 106327 w 134007"/>
                  <a:gd name="connsiteY51" fmla="*/ 0 h 113777"/>
                  <a:gd name="connsiteX52" fmla="*/ 108706 w 134007"/>
                  <a:gd name="connsiteY52" fmla="*/ 1190 h 113777"/>
                  <a:gd name="connsiteX53" fmla="*/ 108706 w 134007"/>
                  <a:gd name="connsiteY53" fmla="*/ 3568 h 113777"/>
                  <a:gd name="connsiteX54" fmla="*/ 109895 w 134007"/>
                  <a:gd name="connsiteY54" fmla="*/ 3568 h 113777"/>
                  <a:gd name="connsiteX55" fmla="*/ 109895 w 134007"/>
                  <a:gd name="connsiteY55" fmla="*/ 5947 h 113777"/>
                  <a:gd name="connsiteX56" fmla="*/ 117031 w 134007"/>
                  <a:gd name="connsiteY56" fmla="*/ 8326 h 113777"/>
                  <a:gd name="connsiteX57" fmla="*/ 118221 w 134007"/>
                  <a:gd name="connsiteY57" fmla="*/ 9515 h 113777"/>
                  <a:gd name="connsiteX58" fmla="*/ 126547 w 134007"/>
                  <a:gd name="connsiteY58" fmla="*/ 8326 h 113777"/>
                  <a:gd name="connsiteX59" fmla="*/ 133683 w 134007"/>
                  <a:gd name="connsiteY59" fmla="*/ 27357 h 113777"/>
                  <a:gd name="connsiteX60" fmla="*/ 131304 w 134007"/>
                  <a:gd name="connsiteY60" fmla="*/ 48767 h 113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134007" h="113777">
                    <a:moveTo>
                      <a:pt x="131304" y="48767"/>
                    </a:moveTo>
                    <a:cubicBezTo>
                      <a:pt x="130115" y="52335"/>
                      <a:pt x="130115" y="57093"/>
                      <a:pt x="128925" y="59472"/>
                    </a:cubicBezTo>
                    <a:cubicBezTo>
                      <a:pt x="127736" y="63040"/>
                      <a:pt x="122978" y="61850"/>
                      <a:pt x="124168" y="67798"/>
                    </a:cubicBezTo>
                    <a:cubicBezTo>
                      <a:pt x="115842" y="71366"/>
                      <a:pt x="109895" y="74934"/>
                      <a:pt x="102758" y="78503"/>
                    </a:cubicBezTo>
                    <a:cubicBezTo>
                      <a:pt x="99189" y="80881"/>
                      <a:pt x="94432" y="78503"/>
                      <a:pt x="95621" y="86829"/>
                    </a:cubicBezTo>
                    <a:cubicBezTo>
                      <a:pt x="96811" y="90397"/>
                      <a:pt x="99189" y="92776"/>
                      <a:pt x="102758" y="93965"/>
                    </a:cubicBezTo>
                    <a:cubicBezTo>
                      <a:pt x="105137" y="97533"/>
                      <a:pt x="105137" y="103481"/>
                      <a:pt x="108706" y="107049"/>
                    </a:cubicBezTo>
                    <a:cubicBezTo>
                      <a:pt x="101568" y="108239"/>
                      <a:pt x="100379" y="104670"/>
                      <a:pt x="95621" y="102291"/>
                    </a:cubicBezTo>
                    <a:cubicBezTo>
                      <a:pt x="89674" y="99912"/>
                      <a:pt x="88485" y="103481"/>
                      <a:pt x="82538" y="103481"/>
                    </a:cubicBezTo>
                    <a:cubicBezTo>
                      <a:pt x="75401" y="103481"/>
                      <a:pt x="75401" y="101102"/>
                      <a:pt x="69454" y="104670"/>
                    </a:cubicBezTo>
                    <a:cubicBezTo>
                      <a:pt x="65885" y="107049"/>
                      <a:pt x="63506" y="110617"/>
                      <a:pt x="59938" y="112996"/>
                    </a:cubicBezTo>
                    <a:cubicBezTo>
                      <a:pt x="59938" y="112996"/>
                      <a:pt x="59938" y="112996"/>
                      <a:pt x="59938" y="112996"/>
                    </a:cubicBezTo>
                    <a:cubicBezTo>
                      <a:pt x="56370" y="112996"/>
                      <a:pt x="53991" y="111807"/>
                      <a:pt x="51612" y="110617"/>
                    </a:cubicBezTo>
                    <a:cubicBezTo>
                      <a:pt x="49234" y="109428"/>
                      <a:pt x="43287" y="108239"/>
                      <a:pt x="43287" y="112996"/>
                    </a:cubicBezTo>
                    <a:cubicBezTo>
                      <a:pt x="40908" y="114186"/>
                      <a:pt x="38529" y="114186"/>
                      <a:pt x="37339" y="111807"/>
                    </a:cubicBezTo>
                    <a:cubicBezTo>
                      <a:pt x="36150" y="109428"/>
                      <a:pt x="37339" y="108239"/>
                      <a:pt x="38529" y="105860"/>
                    </a:cubicBezTo>
                    <a:cubicBezTo>
                      <a:pt x="39718" y="103481"/>
                      <a:pt x="39718" y="103481"/>
                      <a:pt x="38529" y="101102"/>
                    </a:cubicBezTo>
                    <a:cubicBezTo>
                      <a:pt x="38529" y="99912"/>
                      <a:pt x="37339" y="96344"/>
                      <a:pt x="34960" y="97533"/>
                    </a:cubicBezTo>
                    <a:cubicBezTo>
                      <a:pt x="34960" y="99912"/>
                      <a:pt x="32581" y="102291"/>
                      <a:pt x="31392" y="104670"/>
                    </a:cubicBezTo>
                    <a:cubicBezTo>
                      <a:pt x="27823" y="104670"/>
                      <a:pt x="24255" y="104670"/>
                      <a:pt x="23066" y="102291"/>
                    </a:cubicBezTo>
                    <a:cubicBezTo>
                      <a:pt x="21876" y="99912"/>
                      <a:pt x="21876" y="96344"/>
                      <a:pt x="20687" y="93965"/>
                    </a:cubicBezTo>
                    <a:cubicBezTo>
                      <a:pt x="20687" y="91586"/>
                      <a:pt x="20687" y="91586"/>
                      <a:pt x="19498" y="90397"/>
                    </a:cubicBezTo>
                    <a:cubicBezTo>
                      <a:pt x="18308" y="89208"/>
                      <a:pt x="17119" y="90397"/>
                      <a:pt x="15929" y="89208"/>
                    </a:cubicBezTo>
                    <a:cubicBezTo>
                      <a:pt x="13551" y="86829"/>
                      <a:pt x="17119" y="82071"/>
                      <a:pt x="13551" y="80881"/>
                    </a:cubicBezTo>
                    <a:cubicBezTo>
                      <a:pt x="12361" y="78503"/>
                      <a:pt x="13551" y="74934"/>
                      <a:pt x="11172" y="72556"/>
                    </a:cubicBezTo>
                    <a:cubicBezTo>
                      <a:pt x="9982" y="71366"/>
                      <a:pt x="8793" y="71366"/>
                      <a:pt x="8793" y="68987"/>
                    </a:cubicBezTo>
                    <a:cubicBezTo>
                      <a:pt x="8793" y="68987"/>
                      <a:pt x="8793" y="67798"/>
                      <a:pt x="8793" y="67798"/>
                    </a:cubicBezTo>
                    <a:lnTo>
                      <a:pt x="8793" y="67798"/>
                    </a:lnTo>
                    <a:cubicBezTo>
                      <a:pt x="8793" y="66608"/>
                      <a:pt x="8793" y="65419"/>
                      <a:pt x="8793" y="64229"/>
                    </a:cubicBezTo>
                    <a:cubicBezTo>
                      <a:pt x="8793" y="58282"/>
                      <a:pt x="8793" y="55903"/>
                      <a:pt x="5225" y="51146"/>
                    </a:cubicBezTo>
                    <a:cubicBezTo>
                      <a:pt x="4035" y="49956"/>
                      <a:pt x="1656" y="47577"/>
                      <a:pt x="1656" y="46388"/>
                    </a:cubicBezTo>
                    <a:cubicBezTo>
                      <a:pt x="466" y="44009"/>
                      <a:pt x="1656" y="40441"/>
                      <a:pt x="466" y="39251"/>
                    </a:cubicBezTo>
                    <a:cubicBezTo>
                      <a:pt x="-723" y="33304"/>
                      <a:pt x="466" y="29736"/>
                      <a:pt x="2846" y="24978"/>
                    </a:cubicBezTo>
                    <a:cubicBezTo>
                      <a:pt x="5225" y="20220"/>
                      <a:pt x="6414" y="15463"/>
                      <a:pt x="8793" y="11894"/>
                    </a:cubicBezTo>
                    <a:cubicBezTo>
                      <a:pt x="12361" y="7137"/>
                      <a:pt x="15929" y="7137"/>
                      <a:pt x="21876" y="5947"/>
                    </a:cubicBezTo>
                    <a:cubicBezTo>
                      <a:pt x="24255" y="5947"/>
                      <a:pt x="26634" y="4758"/>
                      <a:pt x="29013" y="3568"/>
                    </a:cubicBezTo>
                    <a:cubicBezTo>
                      <a:pt x="32581" y="3568"/>
                      <a:pt x="32581" y="3568"/>
                      <a:pt x="36150" y="4758"/>
                    </a:cubicBezTo>
                    <a:cubicBezTo>
                      <a:pt x="42097" y="5947"/>
                      <a:pt x="44476" y="2379"/>
                      <a:pt x="50423" y="3568"/>
                    </a:cubicBezTo>
                    <a:cubicBezTo>
                      <a:pt x="52802" y="3568"/>
                      <a:pt x="55181" y="4758"/>
                      <a:pt x="57559" y="4758"/>
                    </a:cubicBezTo>
                    <a:cubicBezTo>
                      <a:pt x="59938" y="4758"/>
                      <a:pt x="61128" y="2379"/>
                      <a:pt x="64696" y="3568"/>
                    </a:cubicBezTo>
                    <a:cubicBezTo>
                      <a:pt x="67075" y="9515"/>
                      <a:pt x="70643" y="5947"/>
                      <a:pt x="74212" y="7137"/>
                    </a:cubicBezTo>
                    <a:cubicBezTo>
                      <a:pt x="74212" y="7137"/>
                      <a:pt x="74212" y="7137"/>
                      <a:pt x="74212" y="7137"/>
                    </a:cubicBezTo>
                    <a:cubicBezTo>
                      <a:pt x="75401" y="7137"/>
                      <a:pt x="75401" y="8326"/>
                      <a:pt x="75401" y="8326"/>
                    </a:cubicBezTo>
                    <a:cubicBezTo>
                      <a:pt x="75401" y="9515"/>
                      <a:pt x="76591" y="10705"/>
                      <a:pt x="76591" y="11894"/>
                    </a:cubicBezTo>
                    <a:cubicBezTo>
                      <a:pt x="78970" y="14273"/>
                      <a:pt x="80159" y="13084"/>
                      <a:pt x="82538" y="14273"/>
                    </a:cubicBezTo>
                    <a:cubicBezTo>
                      <a:pt x="88485" y="15463"/>
                      <a:pt x="88485" y="20220"/>
                      <a:pt x="92053" y="22599"/>
                    </a:cubicBezTo>
                    <a:cubicBezTo>
                      <a:pt x="93242" y="23789"/>
                      <a:pt x="98000" y="24978"/>
                      <a:pt x="99189" y="24978"/>
                    </a:cubicBezTo>
                    <a:cubicBezTo>
                      <a:pt x="101568" y="23789"/>
                      <a:pt x="100379" y="20220"/>
                      <a:pt x="99189" y="17842"/>
                    </a:cubicBezTo>
                    <a:cubicBezTo>
                      <a:pt x="98000" y="15463"/>
                      <a:pt x="99189" y="14273"/>
                      <a:pt x="99189" y="11894"/>
                    </a:cubicBezTo>
                    <a:cubicBezTo>
                      <a:pt x="99189" y="11894"/>
                      <a:pt x="98000" y="8326"/>
                      <a:pt x="98000" y="8326"/>
                    </a:cubicBezTo>
                    <a:cubicBezTo>
                      <a:pt x="96811" y="7137"/>
                      <a:pt x="95621" y="7137"/>
                      <a:pt x="95621" y="5947"/>
                    </a:cubicBezTo>
                    <a:cubicBezTo>
                      <a:pt x="94432" y="1190"/>
                      <a:pt x="105137" y="2379"/>
                      <a:pt x="106327" y="0"/>
                    </a:cubicBezTo>
                    <a:cubicBezTo>
                      <a:pt x="107516" y="1190"/>
                      <a:pt x="107516" y="1190"/>
                      <a:pt x="108706" y="1190"/>
                    </a:cubicBezTo>
                    <a:cubicBezTo>
                      <a:pt x="108706" y="2379"/>
                      <a:pt x="108706" y="2379"/>
                      <a:pt x="108706" y="3568"/>
                    </a:cubicBezTo>
                    <a:cubicBezTo>
                      <a:pt x="108706" y="3568"/>
                      <a:pt x="109895" y="3568"/>
                      <a:pt x="109895" y="3568"/>
                    </a:cubicBezTo>
                    <a:cubicBezTo>
                      <a:pt x="109895" y="4758"/>
                      <a:pt x="109895" y="4758"/>
                      <a:pt x="109895" y="5947"/>
                    </a:cubicBezTo>
                    <a:cubicBezTo>
                      <a:pt x="112274" y="5947"/>
                      <a:pt x="115842" y="4758"/>
                      <a:pt x="117031" y="8326"/>
                    </a:cubicBezTo>
                    <a:cubicBezTo>
                      <a:pt x="117031" y="8326"/>
                      <a:pt x="117031" y="8326"/>
                      <a:pt x="118221" y="9515"/>
                    </a:cubicBezTo>
                    <a:cubicBezTo>
                      <a:pt x="121789" y="9515"/>
                      <a:pt x="124168" y="9515"/>
                      <a:pt x="126547" y="8326"/>
                    </a:cubicBezTo>
                    <a:cubicBezTo>
                      <a:pt x="126547" y="16652"/>
                      <a:pt x="132494" y="19031"/>
                      <a:pt x="133683" y="27357"/>
                    </a:cubicBezTo>
                    <a:cubicBezTo>
                      <a:pt x="134873" y="32115"/>
                      <a:pt x="132494" y="41630"/>
                      <a:pt x="131304" y="4876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6E407161-CB84-C098-11F3-6BCF0E91EB6E}"/>
                  </a:ext>
                </a:extLst>
              </p:cNvPr>
              <p:cNvSpPr/>
              <p:nvPr/>
            </p:nvSpPr>
            <p:spPr>
              <a:xfrm>
                <a:off x="8255726" y="3807213"/>
                <a:ext cx="210124" cy="244404"/>
              </a:xfrm>
              <a:custGeom>
                <a:avLst/>
                <a:gdLst>
                  <a:gd name="connsiteX0" fmla="*/ 209340 w 210124"/>
                  <a:gd name="connsiteY0" fmla="*/ 203640 h 244404"/>
                  <a:gd name="connsiteX1" fmla="*/ 204583 w 210124"/>
                  <a:gd name="connsiteY1" fmla="*/ 226239 h 244404"/>
                  <a:gd name="connsiteX2" fmla="*/ 204583 w 210124"/>
                  <a:gd name="connsiteY2" fmla="*/ 227429 h 244404"/>
                  <a:gd name="connsiteX3" fmla="*/ 204583 w 210124"/>
                  <a:gd name="connsiteY3" fmla="*/ 227429 h 244404"/>
                  <a:gd name="connsiteX4" fmla="*/ 196257 w 210124"/>
                  <a:gd name="connsiteY4" fmla="*/ 228618 h 244404"/>
                  <a:gd name="connsiteX5" fmla="*/ 195068 w 210124"/>
                  <a:gd name="connsiteY5" fmla="*/ 227429 h 244404"/>
                  <a:gd name="connsiteX6" fmla="*/ 187931 w 210124"/>
                  <a:gd name="connsiteY6" fmla="*/ 225050 h 244404"/>
                  <a:gd name="connsiteX7" fmla="*/ 187931 w 210124"/>
                  <a:gd name="connsiteY7" fmla="*/ 222671 h 244404"/>
                  <a:gd name="connsiteX8" fmla="*/ 186741 w 210124"/>
                  <a:gd name="connsiteY8" fmla="*/ 222671 h 244404"/>
                  <a:gd name="connsiteX9" fmla="*/ 186741 w 210124"/>
                  <a:gd name="connsiteY9" fmla="*/ 220292 h 244404"/>
                  <a:gd name="connsiteX10" fmla="*/ 184362 w 210124"/>
                  <a:gd name="connsiteY10" fmla="*/ 219102 h 244404"/>
                  <a:gd name="connsiteX11" fmla="*/ 173657 w 210124"/>
                  <a:gd name="connsiteY11" fmla="*/ 225050 h 244404"/>
                  <a:gd name="connsiteX12" fmla="*/ 176036 w 210124"/>
                  <a:gd name="connsiteY12" fmla="*/ 227429 h 244404"/>
                  <a:gd name="connsiteX13" fmla="*/ 177226 w 210124"/>
                  <a:gd name="connsiteY13" fmla="*/ 230997 h 244404"/>
                  <a:gd name="connsiteX14" fmla="*/ 177226 w 210124"/>
                  <a:gd name="connsiteY14" fmla="*/ 236944 h 244404"/>
                  <a:gd name="connsiteX15" fmla="*/ 177226 w 210124"/>
                  <a:gd name="connsiteY15" fmla="*/ 244081 h 244404"/>
                  <a:gd name="connsiteX16" fmla="*/ 170089 w 210124"/>
                  <a:gd name="connsiteY16" fmla="*/ 241702 h 244404"/>
                  <a:gd name="connsiteX17" fmla="*/ 160574 w 210124"/>
                  <a:gd name="connsiteY17" fmla="*/ 233376 h 244404"/>
                  <a:gd name="connsiteX18" fmla="*/ 154627 w 210124"/>
                  <a:gd name="connsiteY18" fmla="*/ 230997 h 244404"/>
                  <a:gd name="connsiteX19" fmla="*/ 153437 w 210124"/>
                  <a:gd name="connsiteY19" fmla="*/ 227429 h 244404"/>
                  <a:gd name="connsiteX20" fmla="*/ 152248 w 210124"/>
                  <a:gd name="connsiteY20" fmla="*/ 226239 h 244404"/>
                  <a:gd name="connsiteX21" fmla="*/ 154627 w 210124"/>
                  <a:gd name="connsiteY21" fmla="*/ 223860 h 244404"/>
                  <a:gd name="connsiteX22" fmla="*/ 158195 w 210124"/>
                  <a:gd name="connsiteY22" fmla="*/ 210777 h 244404"/>
                  <a:gd name="connsiteX23" fmla="*/ 158195 w 210124"/>
                  <a:gd name="connsiteY23" fmla="*/ 206018 h 244404"/>
                  <a:gd name="connsiteX24" fmla="*/ 159385 w 210124"/>
                  <a:gd name="connsiteY24" fmla="*/ 195314 h 244404"/>
                  <a:gd name="connsiteX25" fmla="*/ 155816 w 210124"/>
                  <a:gd name="connsiteY25" fmla="*/ 189366 h 244404"/>
                  <a:gd name="connsiteX26" fmla="*/ 148679 w 210124"/>
                  <a:gd name="connsiteY26" fmla="*/ 182230 h 244404"/>
                  <a:gd name="connsiteX27" fmla="*/ 143921 w 210124"/>
                  <a:gd name="connsiteY27" fmla="*/ 181041 h 244404"/>
                  <a:gd name="connsiteX28" fmla="*/ 140353 w 210124"/>
                  <a:gd name="connsiteY28" fmla="*/ 177472 h 244404"/>
                  <a:gd name="connsiteX29" fmla="*/ 135596 w 210124"/>
                  <a:gd name="connsiteY29" fmla="*/ 171525 h 244404"/>
                  <a:gd name="connsiteX30" fmla="*/ 136785 w 210124"/>
                  <a:gd name="connsiteY30" fmla="*/ 164388 h 244404"/>
                  <a:gd name="connsiteX31" fmla="*/ 135596 w 210124"/>
                  <a:gd name="connsiteY31" fmla="*/ 157252 h 244404"/>
                  <a:gd name="connsiteX32" fmla="*/ 136785 w 210124"/>
                  <a:gd name="connsiteY32" fmla="*/ 151305 h 244404"/>
                  <a:gd name="connsiteX33" fmla="*/ 132027 w 210124"/>
                  <a:gd name="connsiteY33" fmla="*/ 139410 h 244404"/>
                  <a:gd name="connsiteX34" fmla="*/ 118944 w 210124"/>
                  <a:gd name="connsiteY34" fmla="*/ 131084 h 244404"/>
                  <a:gd name="connsiteX35" fmla="*/ 118944 w 210124"/>
                  <a:gd name="connsiteY35" fmla="*/ 131084 h 244404"/>
                  <a:gd name="connsiteX36" fmla="*/ 109428 w 210124"/>
                  <a:gd name="connsiteY36" fmla="*/ 121569 h 244404"/>
                  <a:gd name="connsiteX37" fmla="*/ 92776 w 210124"/>
                  <a:gd name="connsiteY37" fmla="*/ 121569 h 244404"/>
                  <a:gd name="connsiteX38" fmla="*/ 85639 w 210124"/>
                  <a:gd name="connsiteY38" fmla="*/ 133463 h 244404"/>
                  <a:gd name="connsiteX39" fmla="*/ 77313 w 210124"/>
                  <a:gd name="connsiteY39" fmla="*/ 133463 h 244404"/>
                  <a:gd name="connsiteX40" fmla="*/ 72555 w 210124"/>
                  <a:gd name="connsiteY40" fmla="*/ 129895 h 244404"/>
                  <a:gd name="connsiteX41" fmla="*/ 66608 w 210124"/>
                  <a:gd name="connsiteY41" fmla="*/ 127516 h 244404"/>
                  <a:gd name="connsiteX42" fmla="*/ 59472 w 210124"/>
                  <a:gd name="connsiteY42" fmla="*/ 125137 h 244404"/>
                  <a:gd name="connsiteX43" fmla="*/ 52335 w 210124"/>
                  <a:gd name="connsiteY43" fmla="*/ 127516 h 244404"/>
                  <a:gd name="connsiteX44" fmla="*/ 49956 w 210124"/>
                  <a:gd name="connsiteY44" fmla="*/ 134652 h 244404"/>
                  <a:gd name="connsiteX45" fmla="*/ 44009 w 210124"/>
                  <a:gd name="connsiteY45" fmla="*/ 135842 h 244404"/>
                  <a:gd name="connsiteX46" fmla="*/ 40441 w 210124"/>
                  <a:gd name="connsiteY46" fmla="*/ 135842 h 244404"/>
                  <a:gd name="connsiteX47" fmla="*/ 39251 w 210124"/>
                  <a:gd name="connsiteY47" fmla="*/ 138221 h 244404"/>
                  <a:gd name="connsiteX48" fmla="*/ 36872 w 210124"/>
                  <a:gd name="connsiteY48" fmla="*/ 134652 h 244404"/>
                  <a:gd name="connsiteX49" fmla="*/ 35683 w 210124"/>
                  <a:gd name="connsiteY49" fmla="*/ 128705 h 244404"/>
                  <a:gd name="connsiteX50" fmla="*/ 33304 w 210124"/>
                  <a:gd name="connsiteY50" fmla="*/ 114432 h 244404"/>
                  <a:gd name="connsiteX51" fmla="*/ 33304 w 210124"/>
                  <a:gd name="connsiteY51" fmla="*/ 108485 h 244404"/>
                  <a:gd name="connsiteX52" fmla="*/ 35683 w 210124"/>
                  <a:gd name="connsiteY52" fmla="*/ 102538 h 244404"/>
                  <a:gd name="connsiteX53" fmla="*/ 33304 w 210124"/>
                  <a:gd name="connsiteY53" fmla="*/ 95401 h 244404"/>
                  <a:gd name="connsiteX54" fmla="*/ 34494 w 210124"/>
                  <a:gd name="connsiteY54" fmla="*/ 88264 h 244404"/>
                  <a:gd name="connsiteX55" fmla="*/ 21410 w 210124"/>
                  <a:gd name="connsiteY55" fmla="*/ 88264 h 244404"/>
                  <a:gd name="connsiteX56" fmla="*/ 16652 w 210124"/>
                  <a:gd name="connsiteY56" fmla="*/ 87075 h 244404"/>
                  <a:gd name="connsiteX57" fmla="*/ 14273 w 210124"/>
                  <a:gd name="connsiteY57" fmla="*/ 81128 h 244404"/>
                  <a:gd name="connsiteX58" fmla="*/ 11894 w 210124"/>
                  <a:gd name="connsiteY58" fmla="*/ 66855 h 244404"/>
                  <a:gd name="connsiteX59" fmla="*/ 5947 w 210124"/>
                  <a:gd name="connsiteY59" fmla="*/ 64476 h 244404"/>
                  <a:gd name="connsiteX60" fmla="*/ 0 w 210124"/>
                  <a:gd name="connsiteY60" fmla="*/ 62097 h 244404"/>
                  <a:gd name="connsiteX61" fmla="*/ 0 w 210124"/>
                  <a:gd name="connsiteY61" fmla="*/ 58529 h 244404"/>
                  <a:gd name="connsiteX62" fmla="*/ 5947 w 210124"/>
                  <a:gd name="connsiteY62" fmla="*/ 51392 h 244404"/>
                  <a:gd name="connsiteX63" fmla="*/ 9515 w 210124"/>
                  <a:gd name="connsiteY63" fmla="*/ 49013 h 244404"/>
                  <a:gd name="connsiteX64" fmla="*/ 9515 w 210124"/>
                  <a:gd name="connsiteY64" fmla="*/ 45445 h 244404"/>
                  <a:gd name="connsiteX65" fmla="*/ 11894 w 210124"/>
                  <a:gd name="connsiteY65" fmla="*/ 38308 h 244404"/>
                  <a:gd name="connsiteX66" fmla="*/ 16652 w 210124"/>
                  <a:gd name="connsiteY66" fmla="*/ 34740 h 244404"/>
                  <a:gd name="connsiteX67" fmla="*/ 22600 w 210124"/>
                  <a:gd name="connsiteY67" fmla="*/ 32361 h 244404"/>
                  <a:gd name="connsiteX68" fmla="*/ 23789 w 210124"/>
                  <a:gd name="connsiteY68" fmla="*/ 29982 h 244404"/>
                  <a:gd name="connsiteX69" fmla="*/ 23789 w 210124"/>
                  <a:gd name="connsiteY69" fmla="*/ 29982 h 244404"/>
                  <a:gd name="connsiteX70" fmla="*/ 29736 w 210124"/>
                  <a:gd name="connsiteY70" fmla="*/ 37119 h 244404"/>
                  <a:gd name="connsiteX71" fmla="*/ 35683 w 210124"/>
                  <a:gd name="connsiteY71" fmla="*/ 34740 h 244404"/>
                  <a:gd name="connsiteX72" fmla="*/ 39251 w 210124"/>
                  <a:gd name="connsiteY72" fmla="*/ 34740 h 244404"/>
                  <a:gd name="connsiteX73" fmla="*/ 36872 w 210124"/>
                  <a:gd name="connsiteY73" fmla="*/ 21656 h 244404"/>
                  <a:gd name="connsiteX74" fmla="*/ 34494 w 210124"/>
                  <a:gd name="connsiteY74" fmla="*/ 9762 h 244404"/>
                  <a:gd name="connsiteX75" fmla="*/ 39251 w 210124"/>
                  <a:gd name="connsiteY75" fmla="*/ 5004 h 244404"/>
                  <a:gd name="connsiteX76" fmla="*/ 39251 w 210124"/>
                  <a:gd name="connsiteY76" fmla="*/ 246 h 244404"/>
                  <a:gd name="connsiteX77" fmla="*/ 48767 w 210124"/>
                  <a:gd name="connsiteY77" fmla="*/ 1436 h 244404"/>
                  <a:gd name="connsiteX78" fmla="*/ 65419 w 210124"/>
                  <a:gd name="connsiteY78" fmla="*/ 18088 h 244404"/>
                  <a:gd name="connsiteX79" fmla="*/ 70177 w 210124"/>
                  <a:gd name="connsiteY79" fmla="*/ 31172 h 244404"/>
                  <a:gd name="connsiteX80" fmla="*/ 77313 w 210124"/>
                  <a:gd name="connsiteY80" fmla="*/ 44256 h 244404"/>
                  <a:gd name="connsiteX81" fmla="*/ 79692 w 210124"/>
                  <a:gd name="connsiteY81" fmla="*/ 45445 h 244404"/>
                  <a:gd name="connsiteX82" fmla="*/ 93966 w 210124"/>
                  <a:gd name="connsiteY82" fmla="*/ 46634 h 244404"/>
                  <a:gd name="connsiteX83" fmla="*/ 104670 w 210124"/>
                  <a:gd name="connsiteY83" fmla="*/ 45445 h 244404"/>
                  <a:gd name="connsiteX84" fmla="*/ 123702 w 210124"/>
                  <a:gd name="connsiteY84" fmla="*/ 52581 h 244404"/>
                  <a:gd name="connsiteX85" fmla="*/ 132027 w 210124"/>
                  <a:gd name="connsiteY85" fmla="*/ 60908 h 244404"/>
                  <a:gd name="connsiteX86" fmla="*/ 132027 w 210124"/>
                  <a:gd name="connsiteY86" fmla="*/ 64476 h 244404"/>
                  <a:gd name="connsiteX87" fmla="*/ 121323 w 210124"/>
                  <a:gd name="connsiteY87" fmla="*/ 77560 h 244404"/>
                  <a:gd name="connsiteX88" fmla="*/ 105860 w 210124"/>
                  <a:gd name="connsiteY88" fmla="*/ 85886 h 244404"/>
                  <a:gd name="connsiteX89" fmla="*/ 108238 w 210124"/>
                  <a:gd name="connsiteY89" fmla="*/ 100159 h 244404"/>
                  <a:gd name="connsiteX90" fmla="*/ 120133 w 210124"/>
                  <a:gd name="connsiteY90" fmla="*/ 107296 h 244404"/>
                  <a:gd name="connsiteX91" fmla="*/ 146300 w 210124"/>
                  <a:gd name="connsiteY91" fmla="*/ 121569 h 244404"/>
                  <a:gd name="connsiteX92" fmla="*/ 162953 w 210124"/>
                  <a:gd name="connsiteY92" fmla="*/ 147736 h 244404"/>
                  <a:gd name="connsiteX93" fmla="*/ 176036 w 210124"/>
                  <a:gd name="connsiteY93" fmla="*/ 156062 h 244404"/>
                  <a:gd name="connsiteX94" fmla="*/ 186741 w 210124"/>
                  <a:gd name="connsiteY94" fmla="*/ 165578 h 244404"/>
                  <a:gd name="connsiteX95" fmla="*/ 189120 w 210124"/>
                  <a:gd name="connsiteY95" fmla="*/ 170335 h 244404"/>
                  <a:gd name="connsiteX96" fmla="*/ 195068 w 210124"/>
                  <a:gd name="connsiteY96" fmla="*/ 172714 h 244404"/>
                  <a:gd name="connsiteX97" fmla="*/ 206962 w 210124"/>
                  <a:gd name="connsiteY97" fmla="*/ 177472 h 244404"/>
                  <a:gd name="connsiteX98" fmla="*/ 205772 w 210124"/>
                  <a:gd name="connsiteY98" fmla="*/ 192935 h 244404"/>
                  <a:gd name="connsiteX99" fmla="*/ 209340 w 210124"/>
                  <a:gd name="connsiteY99" fmla="*/ 203640 h 244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</a:cxnLst>
                <a:rect l="l" t="t" r="r" b="b"/>
                <a:pathLst>
                  <a:path w="210124" h="244404">
                    <a:moveTo>
                      <a:pt x="209340" y="203640"/>
                    </a:moveTo>
                    <a:cubicBezTo>
                      <a:pt x="204583" y="204829"/>
                      <a:pt x="204583" y="221481"/>
                      <a:pt x="204583" y="226239"/>
                    </a:cubicBezTo>
                    <a:cubicBezTo>
                      <a:pt x="204583" y="226239"/>
                      <a:pt x="204583" y="227429"/>
                      <a:pt x="204583" y="227429"/>
                    </a:cubicBezTo>
                    <a:lnTo>
                      <a:pt x="204583" y="227429"/>
                    </a:lnTo>
                    <a:cubicBezTo>
                      <a:pt x="202204" y="228618"/>
                      <a:pt x="198636" y="229807"/>
                      <a:pt x="196257" y="228618"/>
                    </a:cubicBezTo>
                    <a:cubicBezTo>
                      <a:pt x="196257" y="227429"/>
                      <a:pt x="196257" y="228618"/>
                      <a:pt x="195068" y="227429"/>
                    </a:cubicBezTo>
                    <a:cubicBezTo>
                      <a:pt x="195068" y="223860"/>
                      <a:pt x="191499" y="225050"/>
                      <a:pt x="187931" y="225050"/>
                    </a:cubicBezTo>
                    <a:cubicBezTo>
                      <a:pt x="187931" y="223860"/>
                      <a:pt x="187931" y="223860"/>
                      <a:pt x="187931" y="222671"/>
                    </a:cubicBezTo>
                    <a:cubicBezTo>
                      <a:pt x="187931" y="222671"/>
                      <a:pt x="186741" y="222671"/>
                      <a:pt x="186741" y="222671"/>
                    </a:cubicBezTo>
                    <a:cubicBezTo>
                      <a:pt x="186741" y="221481"/>
                      <a:pt x="186741" y="221481"/>
                      <a:pt x="186741" y="220292"/>
                    </a:cubicBezTo>
                    <a:cubicBezTo>
                      <a:pt x="185552" y="220292"/>
                      <a:pt x="185552" y="219102"/>
                      <a:pt x="184362" y="219102"/>
                    </a:cubicBezTo>
                    <a:cubicBezTo>
                      <a:pt x="181983" y="221481"/>
                      <a:pt x="172468" y="220292"/>
                      <a:pt x="173657" y="225050"/>
                    </a:cubicBezTo>
                    <a:cubicBezTo>
                      <a:pt x="173657" y="226239"/>
                      <a:pt x="176036" y="226239"/>
                      <a:pt x="176036" y="227429"/>
                    </a:cubicBezTo>
                    <a:cubicBezTo>
                      <a:pt x="176036" y="227429"/>
                      <a:pt x="177226" y="229807"/>
                      <a:pt x="177226" y="230997"/>
                    </a:cubicBezTo>
                    <a:cubicBezTo>
                      <a:pt x="177226" y="233376"/>
                      <a:pt x="177226" y="234565"/>
                      <a:pt x="177226" y="236944"/>
                    </a:cubicBezTo>
                    <a:cubicBezTo>
                      <a:pt x="177226" y="239323"/>
                      <a:pt x="179604" y="241702"/>
                      <a:pt x="177226" y="244081"/>
                    </a:cubicBezTo>
                    <a:cubicBezTo>
                      <a:pt x="176036" y="245270"/>
                      <a:pt x="171279" y="242891"/>
                      <a:pt x="170089" y="241702"/>
                    </a:cubicBezTo>
                    <a:cubicBezTo>
                      <a:pt x="166521" y="239323"/>
                      <a:pt x="165332" y="234565"/>
                      <a:pt x="160574" y="233376"/>
                    </a:cubicBezTo>
                    <a:cubicBezTo>
                      <a:pt x="158195" y="233376"/>
                      <a:pt x="155816" y="233376"/>
                      <a:pt x="154627" y="230997"/>
                    </a:cubicBezTo>
                    <a:cubicBezTo>
                      <a:pt x="154627" y="230997"/>
                      <a:pt x="153437" y="228618"/>
                      <a:pt x="153437" y="227429"/>
                    </a:cubicBezTo>
                    <a:cubicBezTo>
                      <a:pt x="153437" y="227429"/>
                      <a:pt x="152248" y="226239"/>
                      <a:pt x="152248" y="226239"/>
                    </a:cubicBezTo>
                    <a:cubicBezTo>
                      <a:pt x="153437" y="225050"/>
                      <a:pt x="153437" y="223860"/>
                      <a:pt x="154627" y="223860"/>
                    </a:cubicBezTo>
                    <a:cubicBezTo>
                      <a:pt x="159385" y="222671"/>
                      <a:pt x="157006" y="213155"/>
                      <a:pt x="158195" y="210777"/>
                    </a:cubicBezTo>
                    <a:lnTo>
                      <a:pt x="158195" y="206018"/>
                    </a:lnTo>
                    <a:cubicBezTo>
                      <a:pt x="158195" y="202450"/>
                      <a:pt x="159385" y="198882"/>
                      <a:pt x="159385" y="195314"/>
                    </a:cubicBezTo>
                    <a:cubicBezTo>
                      <a:pt x="160574" y="190556"/>
                      <a:pt x="159385" y="191745"/>
                      <a:pt x="155816" y="189366"/>
                    </a:cubicBezTo>
                    <a:cubicBezTo>
                      <a:pt x="153437" y="186988"/>
                      <a:pt x="152248" y="183419"/>
                      <a:pt x="148679" y="182230"/>
                    </a:cubicBezTo>
                    <a:cubicBezTo>
                      <a:pt x="147490" y="181041"/>
                      <a:pt x="145111" y="182230"/>
                      <a:pt x="143921" y="181041"/>
                    </a:cubicBezTo>
                    <a:cubicBezTo>
                      <a:pt x="142732" y="179851"/>
                      <a:pt x="141543" y="178662"/>
                      <a:pt x="140353" y="177472"/>
                    </a:cubicBezTo>
                    <a:cubicBezTo>
                      <a:pt x="137974" y="176283"/>
                      <a:pt x="135596" y="175093"/>
                      <a:pt x="135596" y="171525"/>
                    </a:cubicBezTo>
                    <a:cubicBezTo>
                      <a:pt x="135596" y="169146"/>
                      <a:pt x="136785" y="166767"/>
                      <a:pt x="136785" y="164388"/>
                    </a:cubicBezTo>
                    <a:cubicBezTo>
                      <a:pt x="136785" y="162010"/>
                      <a:pt x="135596" y="159631"/>
                      <a:pt x="135596" y="157252"/>
                    </a:cubicBezTo>
                    <a:cubicBezTo>
                      <a:pt x="134406" y="153683"/>
                      <a:pt x="135596" y="153683"/>
                      <a:pt x="136785" y="151305"/>
                    </a:cubicBezTo>
                    <a:cubicBezTo>
                      <a:pt x="139164" y="145358"/>
                      <a:pt x="136785" y="142979"/>
                      <a:pt x="132027" y="139410"/>
                    </a:cubicBezTo>
                    <a:cubicBezTo>
                      <a:pt x="128459" y="137031"/>
                      <a:pt x="123702" y="132274"/>
                      <a:pt x="118944" y="131084"/>
                    </a:cubicBezTo>
                    <a:cubicBezTo>
                      <a:pt x="118944" y="131084"/>
                      <a:pt x="118944" y="131084"/>
                      <a:pt x="118944" y="131084"/>
                    </a:cubicBezTo>
                    <a:cubicBezTo>
                      <a:pt x="114185" y="129895"/>
                      <a:pt x="114185" y="122758"/>
                      <a:pt x="109428" y="121569"/>
                    </a:cubicBezTo>
                    <a:cubicBezTo>
                      <a:pt x="104670" y="119190"/>
                      <a:pt x="97534" y="120379"/>
                      <a:pt x="92776" y="121569"/>
                    </a:cubicBezTo>
                    <a:cubicBezTo>
                      <a:pt x="90397" y="125137"/>
                      <a:pt x="89208" y="131084"/>
                      <a:pt x="85639" y="133463"/>
                    </a:cubicBezTo>
                    <a:cubicBezTo>
                      <a:pt x="84450" y="134652"/>
                      <a:pt x="79692" y="134652"/>
                      <a:pt x="77313" y="133463"/>
                    </a:cubicBezTo>
                    <a:cubicBezTo>
                      <a:pt x="74934" y="132274"/>
                      <a:pt x="74934" y="131084"/>
                      <a:pt x="72555" y="129895"/>
                    </a:cubicBezTo>
                    <a:cubicBezTo>
                      <a:pt x="70177" y="128705"/>
                      <a:pt x="68987" y="128705"/>
                      <a:pt x="66608" y="127516"/>
                    </a:cubicBezTo>
                    <a:cubicBezTo>
                      <a:pt x="64230" y="127516"/>
                      <a:pt x="61851" y="125137"/>
                      <a:pt x="59472" y="125137"/>
                    </a:cubicBezTo>
                    <a:cubicBezTo>
                      <a:pt x="58283" y="125137"/>
                      <a:pt x="54714" y="126327"/>
                      <a:pt x="52335" y="127516"/>
                    </a:cubicBezTo>
                    <a:cubicBezTo>
                      <a:pt x="49956" y="129895"/>
                      <a:pt x="51146" y="131084"/>
                      <a:pt x="49956" y="134652"/>
                    </a:cubicBezTo>
                    <a:cubicBezTo>
                      <a:pt x="48767" y="135842"/>
                      <a:pt x="45198" y="135842"/>
                      <a:pt x="44009" y="135842"/>
                    </a:cubicBezTo>
                    <a:cubicBezTo>
                      <a:pt x="42819" y="135842"/>
                      <a:pt x="41630" y="135842"/>
                      <a:pt x="40441" y="135842"/>
                    </a:cubicBezTo>
                    <a:cubicBezTo>
                      <a:pt x="39251" y="135842"/>
                      <a:pt x="40441" y="138221"/>
                      <a:pt x="39251" y="138221"/>
                    </a:cubicBezTo>
                    <a:cubicBezTo>
                      <a:pt x="35683" y="139410"/>
                      <a:pt x="36872" y="135842"/>
                      <a:pt x="36872" y="134652"/>
                    </a:cubicBezTo>
                    <a:cubicBezTo>
                      <a:pt x="36872" y="132274"/>
                      <a:pt x="36872" y="131084"/>
                      <a:pt x="35683" y="128705"/>
                    </a:cubicBezTo>
                    <a:cubicBezTo>
                      <a:pt x="34494" y="123948"/>
                      <a:pt x="34494" y="119190"/>
                      <a:pt x="33304" y="114432"/>
                    </a:cubicBezTo>
                    <a:cubicBezTo>
                      <a:pt x="33304" y="112053"/>
                      <a:pt x="32115" y="110864"/>
                      <a:pt x="33304" y="108485"/>
                    </a:cubicBezTo>
                    <a:cubicBezTo>
                      <a:pt x="33304" y="106106"/>
                      <a:pt x="35683" y="104916"/>
                      <a:pt x="35683" y="102538"/>
                    </a:cubicBezTo>
                    <a:cubicBezTo>
                      <a:pt x="35683" y="100159"/>
                      <a:pt x="33304" y="98969"/>
                      <a:pt x="33304" y="95401"/>
                    </a:cubicBezTo>
                    <a:cubicBezTo>
                      <a:pt x="33304" y="93022"/>
                      <a:pt x="35683" y="91833"/>
                      <a:pt x="34494" y="88264"/>
                    </a:cubicBezTo>
                    <a:cubicBezTo>
                      <a:pt x="33304" y="83507"/>
                      <a:pt x="24978" y="85886"/>
                      <a:pt x="21410" y="88264"/>
                    </a:cubicBezTo>
                    <a:cubicBezTo>
                      <a:pt x="17842" y="89454"/>
                      <a:pt x="19031" y="89454"/>
                      <a:pt x="16652" y="87075"/>
                    </a:cubicBezTo>
                    <a:cubicBezTo>
                      <a:pt x="15463" y="84696"/>
                      <a:pt x="14273" y="84696"/>
                      <a:pt x="14273" y="81128"/>
                    </a:cubicBezTo>
                    <a:cubicBezTo>
                      <a:pt x="15463" y="75181"/>
                      <a:pt x="16652" y="71612"/>
                      <a:pt x="11894" y="66855"/>
                    </a:cubicBezTo>
                    <a:cubicBezTo>
                      <a:pt x="9515" y="64476"/>
                      <a:pt x="8326" y="64476"/>
                      <a:pt x="5947" y="64476"/>
                    </a:cubicBezTo>
                    <a:cubicBezTo>
                      <a:pt x="3568" y="64476"/>
                      <a:pt x="1189" y="64476"/>
                      <a:pt x="0" y="62097"/>
                    </a:cubicBezTo>
                    <a:cubicBezTo>
                      <a:pt x="0" y="60908"/>
                      <a:pt x="0" y="59718"/>
                      <a:pt x="0" y="58529"/>
                    </a:cubicBezTo>
                    <a:cubicBezTo>
                      <a:pt x="1189" y="56150"/>
                      <a:pt x="3568" y="52581"/>
                      <a:pt x="5947" y="51392"/>
                    </a:cubicBezTo>
                    <a:cubicBezTo>
                      <a:pt x="7136" y="51392"/>
                      <a:pt x="8326" y="50203"/>
                      <a:pt x="9515" y="49013"/>
                    </a:cubicBezTo>
                    <a:cubicBezTo>
                      <a:pt x="10705" y="47824"/>
                      <a:pt x="9515" y="46634"/>
                      <a:pt x="9515" y="45445"/>
                    </a:cubicBezTo>
                    <a:cubicBezTo>
                      <a:pt x="9515" y="43066"/>
                      <a:pt x="10705" y="40687"/>
                      <a:pt x="11894" y="38308"/>
                    </a:cubicBezTo>
                    <a:cubicBezTo>
                      <a:pt x="13083" y="34740"/>
                      <a:pt x="13083" y="34740"/>
                      <a:pt x="16652" y="34740"/>
                    </a:cubicBezTo>
                    <a:cubicBezTo>
                      <a:pt x="19031" y="34740"/>
                      <a:pt x="20221" y="33550"/>
                      <a:pt x="22600" y="32361"/>
                    </a:cubicBezTo>
                    <a:cubicBezTo>
                      <a:pt x="22600" y="31172"/>
                      <a:pt x="23789" y="31172"/>
                      <a:pt x="23789" y="29982"/>
                    </a:cubicBezTo>
                    <a:cubicBezTo>
                      <a:pt x="23789" y="29982"/>
                      <a:pt x="23789" y="29982"/>
                      <a:pt x="23789" y="29982"/>
                    </a:cubicBezTo>
                    <a:cubicBezTo>
                      <a:pt x="24978" y="31172"/>
                      <a:pt x="27357" y="38308"/>
                      <a:pt x="29736" y="37119"/>
                    </a:cubicBezTo>
                    <a:cubicBezTo>
                      <a:pt x="32115" y="35929"/>
                      <a:pt x="35683" y="33550"/>
                      <a:pt x="35683" y="34740"/>
                    </a:cubicBezTo>
                    <a:cubicBezTo>
                      <a:pt x="36872" y="35929"/>
                      <a:pt x="39251" y="35929"/>
                      <a:pt x="39251" y="34740"/>
                    </a:cubicBezTo>
                    <a:cubicBezTo>
                      <a:pt x="39251" y="32361"/>
                      <a:pt x="39251" y="24035"/>
                      <a:pt x="36872" y="21656"/>
                    </a:cubicBezTo>
                    <a:cubicBezTo>
                      <a:pt x="35683" y="19277"/>
                      <a:pt x="33304" y="12141"/>
                      <a:pt x="34494" y="9762"/>
                    </a:cubicBezTo>
                    <a:cubicBezTo>
                      <a:pt x="35683" y="7383"/>
                      <a:pt x="40441" y="7383"/>
                      <a:pt x="39251" y="5004"/>
                    </a:cubicBezTo>
                    <a:cubicBezTo>
                      <a:pt x="39251" y="2625"/>
                      <a:pt x="36872" y="1436"/>
                      <a:pt x="39251" y="246"/>
                    </a:cubicBezTo>
                    <a:cubicBezTo>
                      <a:pt x="41630" y="-943"/>
                      <a:pt x="47577" y="2625"/>
                      <a:pt x="48767" y="1436"/>
                    </a:cubicBezTo>
                    <a:cubicBezTo>
                      <a:pt x="53525" y="8573"/>
                      <a:pt x="60661" y="10951"/>
                      <a:pt x="65419" y="18088"/>
                    </a:cubicBezTo>
                    <a:cubicBezTo>
                      <a:pt x="68987" y="24035"/>
                      <a:pt x="67798" y="26414"/>
                      <a:pt x="70177" y="31172"/>
                    </a:cubicBezTo>
                    <a:cubicBezTo>
                      <a:pt x="72555" y="35929"/>
                      <a:pt x="77313" y="37119"/>
                      <a:pt x="77313" y="44256"/>
                    </a:cubicBezTo>
                    <a:cubicBezTo>
                      <a:pt x="78502" y="45445"/>
                      <a:pt x="78502" y="45445"/>
                      <a:pt x="79692" y="45445"/>
                    </a:cubicBezTo>
                    <a:cubicBezTo>
                      <a:pt x="84450" y="45445"/>
                      <a:pt x="89208" y="45445"/>
                      <a:pt x="93966" y="46634"/>
                    </a:cubicBezTo>
                    <a:cubicBezTo>
                      <a:pt x="99913" y="47824"/>
                      <a:pt x="99913" y="46634"/>
                      <a:pt x="104670" y="45445"/>
                    </a:cubicBezTo>
                    <a:cubicBezTo>
                      <a:pt x="112996" y="44256"/>
                      <a:pt x="115375" y="49013"/>
                      <a:pt x="123702" y="52581"/>
                    </a:cubicBezTo>
                    <a:cubicBezTo>
                      <a:pt x="123702" y="57339"/>
                      <a:pt x="127270" y="60908"/>
                      <a:pt x="132027" y="60908"/>
                    </a:cubicBezTo>
                    <a:cubicBezTo>
                      <a:pt x="132027" y="62097"/>
                      <a:pt x="132027" y="63286"/>
                      <a:pt x="132027" y="64476"/>
                    </a:cubicBezTo>
                    <a:cubicBezTo>
                      <a:pt x="127270" y="66855"/>
                      <a:pt x="126080" y="73991"/>
                      <a:pt x="121323" y="77560"/>
                    </a:cubicBezTo>
                    <a:cubicBezTo>
                      <a:pt x="116564" y="81128"/>
                      <a:pt x="109428" y="79939"/>
                      <a:pt x="105860" y="85886"/>
                    </a:cubicBezTo>
                    <a:cubicBezTo>
                      <a:pt x="111807" y="90643"/>
                      <a:pt x="105860" y="94212"/>
                      <a:pt x="108238" y="100159"/>
                    </a:cubicBezTo>
                    <a:cubicBezTo>
                      <a:pt x="109428" y="104916"/>
                      <a:pt x="116564" y="106106"/>
                      <a:pt x="120133" y="107296"/>
                    </a:cubicBezTo>
                    <a:cubicBezTo>
                      <a:pt x="129649" y="110864"/>
                      <a:pt x="137974" y="115622"/>
                      <a:pt x="146300" y="121569"/>
                    </a:cubicBezTo>
                    <a:cubicBezTo>
                      <a:pt x="154627" y="128705"/>
                      <a:pt x="155816" y="140600"/>
                      <a:pt x="162953" y="147736"/>
                    </a:cubicBezTo>
                    <a:cubicBezTo>
                      <a:pt x="166521" y="152494"/>
                      <a:pt x="172468" y="152494"/>
                      <a:pt x="176036" y="156062"/>
                    </a:cubicBezTo>
                    <a:cubicBezTo>
                      <a:pt x="179604" y="159631"/>
                      <a:pt x="178415" y="166767"/>
                      <a:pt x="186741" y="165578"/>
                    </a:cubicBezTo>
                    <a:cubicBezTo>
                      <a:pt x="186741" y="166767"/>
                      <a:pt x="187931" y="170335"/>
                      <a:pt x="189120" y="170335"/>
                    </a:cubicBezTo>
                    <a:cubicBezTo>
                      <a:pt x="190310" y="172714"/>
                      <a:pt x="192689" y="172714"/>
                      <a:pt x="195068" y="172714"/>
                    </a:cubicBezTo>
                    <a:cubicBezTo>
                      <a:pt x="197446" y="178662"/>
                      <a:pt x="202204" y="177472"/>
                      <a:pt x="206962" y="177472"/>
                    </a:cubicBezTo>
                    <a:cubicBezTo>
                      <a:pt x="206962" y="182230"/>
                      <a:pt x="205772" y="186988"/>
                      <a:pt x="205772" y="192935"/>
                    </a:cubicBezTo>
                    <a:cubicBezTo>
                      <a:pt x="208151" y="196503"/>
                      <a:pt x="211719" y="197693"/>
                      <a:pt x="209340" y="20364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0" name="Graphic 27">
                <a:extLst>
                  <a:ext uri="{FF2B5EF4-FFF2-40B4-BE49-F238E27FC236}">
                    <a16:creationId xmlns:a16="http://schemas.microsoft.com/office/drawing/2014/main" id="{A32B3871-BF91-61C4-DBA4-B3037F7F5FB8}"/>
                  </a:ext>
                </a:extLst>
              </p:cNvPr>
              <p:cNvGrpSpPr/>
              <p:nvPr/>
            </p:nvGrpSpPr>
            <p:grpSpPr>
              <a:xfrm>
                <a:off x="8077443" y="4057240"/>
                <a:ext cx="47629" cy="184904"/>
                <a:chOff x="8077443" y="4057240"/>
                <a:chExt cx="47629" cy="184904"/>
              </a:xfrm>
              <a:grpFill/>
            </p:grpSpPr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9582EF82-3ABC-9FCF-9E92-8CC846DA9031}"/>
                    </a:ext>
                  </a:extLst>
                </p:cNvPr>
                <p:cNvSpPr/>
                <p:nvPr/>
              </p:nvSpPr>
              <p:spPr>
                <a:xfrm>
                  <a:off x="8085447" y="4057240"/>
                  <a:ext cx="7855" cy="33459"/>
                </a:xfrm>
                <a:custGeom>
                  <a:avLst/>
                  <a:gdLst>
                    <a:gd name="connsiteX0" fmla="*/ 7327 w 7855"/>
                    <a:gd name="connsiteY0" fmla="*/ 0 h 33459"/>
                    <a:gd name="connsiteX1" fmla="*/ 2569 w 7855"/>
                    <a:gd name="connsiteY1" fmla="*/ 5947 h 33459"/>
                    <a:gd name="connsiteX2" fmla="*/ 2569 w 7855"/>
                    <a:gd name="connsiteY2" fmla="*/ 14273 h 33459"/>
                    <a:gd name="connsiteX3" fmla="*/ 190 w 7855"/>
                    <a:gd name="connsiteY3" fmla="*/ 26168 h 33459"/>
                    <a:gd name="connsiteX4" fmla="*/ 2569 w 7855"/>
                    <a:gd name="connsiteY4" fmla="*/ 33304 h 33459"/>
                    <a:gd name="connsiteX5" fmla="*/ 7327 w 7855"/>
                    <a:gd name="connsiteY5" fmla="*/ 28546 h 33459"/>
                    <a:gd name="connsiteX6" fmla="*/ 4948 w 7855"/>
                    <a:gd name="connsiteY6" fmla="*/ 19031 h 33459"/>
                    <a:gd name="connsiteX7" fmla="*/ 7327 w 7855"/>
                    <a:gd name="connsiteY7" fmla="*/ 11894 h 33459"/>
                    <a:gd name="connsiteX8" fmla="*/ 7327 w 7855"/>
                    <a:gd name="connsiteY8" fmla="*/ 0 h 33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855" h="33459">
                      <a:moveTo>
                        <a:pt x="7327" y="0"/>
                      </a:moveTo>
                      <a:cubicBezTo>
                        <a:pt x="6138" y="0"/>
                        <a:pt x="2569" y="3568"/>
                        <a:pt x="2569" y="5947"/>
                      </a:cubicBezTo>
                      <a:cubicBezTo>
                        <a:pt x="2569" y="8326"/>
                        <a:pt x="3759" y="11894"/>
                        <a:pt x="2569" y="14273"/>
                      </a:cubicBezTo>
                      <a:cubicBezTo>
                        <a:pt x="1380" y="16652"/>
                        <a:pt x="190" y="23789"/>
                        <a:pt x="190" y="26168"/>
                      </a:cubicBezTo>
                      <a:cubicBezTo>
                        <a:pt x="190" y="28546"/>
                        <a:pt x="-999" y="34494"/>
                        <a:pt x="2569" y="33304"/>
                      </a:cubicBezTo>
                      <a:cubicBezTo>
                        <a:pt x="2569" y="33304"/>
                        <a:pt x="7327" y="32115"/>
                        <a:pt x="7327" y="28546"/>
                      </a:cubicBezTo>
                      <a:cubicBezTo>
                        <a:pt x="7327" y="24978"/>
                        <a:pt x="1380" y="21410"/>
                        <a:pt x="4948" y="19031"/>
                      </a:cubicBezTo>
                      <a:cubicBezTo>
                        <a:pt x="8517" y="16652"/>
                        <a:pt x="4948" y="14273"/>
                        <a:pt x="7327" y="11894"/>
                      </a:cubicBezTo>
                      <a:cubicBezTo>
                        <a:pt x="8517" y="8326"/>
                        <a:pt x="7327" y="0"/>
                        <a:pt x="7327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005BF4E6-EC37-58D6-6264-8215D05D8D78}"/>
                    </a:ext>
                  </a:extLst>
                </p:cNvPr>
                <p:cNvSpPr/>
                <p:nvPr/>
              </p:nvSpPr>
              <p:spPr>
                <a:xfrm>
                  <a:off x="8080555" y="4094410"/>
                  <a:ext cx="10030" cy="26106"/>
                </a:xfrm>
                <a:custGeom>
                  <a:avLst/>
                  <a:gdLst>
                    <a:gd name="connsiteX0" fmla="*/ 9839 w 10030"/>
                    <a:gd name="connsiteY0" fmla="*/ 892 h 26106"/>
                    <a:gd name="connsiteX1" fmla="*/ 2703 w 10030"/>
                    <a:gd name="connsiteY1" fmla="*/ 892 h 26106"/>
                    <a:gd name="connsiteX2" fmla="*/ 2703 w 10030"/>
                    <a:gd name="connsiteY2" fmla="*/ 8028 h 26106"/>
                    <a:gd name="connsiteX3" fmla="*/ 324 w 10030"/>
                    <a:gd name="connsiteY3" fmla="*/ 13976 h 26106"/>
                    <a:gd name="connsiteX4" fmla="*/ 2703 w 10030"/>
                    <a:gd name="connsiteY4" fmla="*/ 21112 h 26106"/>
                    <a:gd name="connsiteX5" fmla="*/ 5082 w 10030"/>
                    <a:gd name="connsiteY5" fmla="*/ 25870 h 26106"/>
                    <a:gd name="connsiteX6" fmla="*/ 7461 w 10030"/>
                    <a:gd name="connsiteY6" fmla="*/ 21112 h 26106"/>
                    <a:gd name="connsiteX7" fmla="*/ 8650 w 10030"/>
                    <a:gd name="connsiteY7" fmla="*/ 16355 h 26106"/>
                    <a:gd name="connsiteX8" fmla="*/ 6271 w 10030"/>
                    <a:gd name="connsiteY8" fmla="*/ 10407 h 26106"/>
                    <a:gd name="connsiteX9" fmla="*/ 9839 w 10030"/>
                    <a:gd name="connsiteY9" fmla="*/ 892 h 26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30" h="26106">
                      <a:moveTo>
                        <a:pt x="9839" y="892"/>
                      </a:moveTo>
                      <a:cubicBezTo>
                        <a:pt x="8650" y="-297"/>
                        <a:pt x="3892" y="-297"/>
                        <a:pt x="2703" y="892"/>
                      </a:cubicBezTo>
                      <a:cubicBezTo>
                        <a:pt x="1514" y="2081"/>
                        <a:pt x="3892" y="5650"/>
                        <a:pt x="2703" y="8028"/>
                      </a:cubicBezTo>
                      <a:cubicBezTo>
                        <a:pt x="1514" y="10407"/>
                        <a:pt x="-865" y="11597"/>
                        <a:pt x="324" y="13976"/>
                      </a:cubicBezTo>
                      <a:cubicBezTo>
                        <a:pt x="1514" y="16355"/>
                        <a:pt x="2703" y="18734"/>
                        <a:pt x="2703" y="21112"/>
                      </a:cubicBezTo>
                      <a:cubicBezTo>
                        <a:pt x="2703" y="23491"/>
                        <a:pt x="3892" y="27059"/>
                        <a:pt x="5082" y="25870"/>
                      </a:cubicBezTo>
                      <a:cubicBezTo>
                        <a:pt x="6271" y="24681"/>
                        <a:pt x="5082" y="22302"/>
                        <a:pt x="7461" y="21112"/>
                      </a:cubicBezTo>
                      <a:cubicBezTo>
                        <a:pt x="9839" y="19923"/>
                        <a:pt x="9839" y="18734"/>
                        <a:pt x="8650" y="16355"/>
                      </a:cubicBezTo>
                      <a:cubicBezTo>
                        <a:pt x="7461" y="13976"/>
                        <a:pt x="5082" y="12786"/>
                        <a:pt x="6271" y="10407"/>
                      </a:cubicBezTo>
                      <a:cubicBezTo>
                        <a:pt x="6271" y="9218"/>
                        <a:pt x="11029" y="2081"/>
                        <a:pt x="9839" y="892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D4C299AC-B74E-9148-7096-028625902761}"/>
                    </a:ext>
                  </a:extLst>
                </p:cNvPr>
                <p:cNvSpPr/>
                <p:nvPr/>
              </p:nvSpPr>
              <p:spPr>
                <a:xfrm>
                  <a:off x="8077443" y="4132174"/>
                  <a:ext cx="9383" cy="13267"/>
                </a:xfrm>
                <a:custGeom>
                  <a:avLst/>
                  <a:gdLst>
                    <a:gd name="connsiteX0" fmla="*/ 7004 w 9383"/>
                    <a:gd name="connsiteY0" fmla="*/ 0 h 13267"/>
                    <a:gd name="connsiteX1" fmla="*/ 1057 w 9383"/>
                    <a:gd name="connsiteY1" fmla="*/ 3569 h 13267"/>
                    <a:gd name="connsiteX2" fmla="*/ 1057 w 9383"/>
                    <a:gd name="connsiteY2" fmla="*/ 11894 h 13267"/>
                    <a:gd name="connsiteX3" fmla="*/ 5815 w 9383"/>
                    <a:gd name="connsiteY3" fmla="*/ 11894 h 13267"/>
                    <a:gd name="connsiteX4" fmla="*/ 9383 w 9383"/>
                    <a:gd name="connsiteY4" fmla="*/ 7137 h 13267"/>
                    <a:gd name="connsiteX5" fmla="*/ 7004 w 9383"/>
                    <a:gd name="connsiteY5" fmla="*/ 0 h 13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383" h="13267">
                      <a:moveTo>
                        <a:pt x="7004" y="0"/>
                      </a:moveTo>
                      <a:cubicBezTo>
                        <a:pt x="4626" y="0"/>
                        <a:pt x="1057" y="1190"/>
                        <a:pt x="1057" y="3569"/>
                      </a:cubicBezTo>
                      <a:cubicBezTo>
                        <a:pt x="1057" y="4758"/>
                        <a:pt x="-1321" y="10705"/>
                        <a:pt x="1057" y="11894"/>
                      </a:cubicBezTo>
                      <a:cubicBezTo>
                        <a:pt x="3436" y="13084"/>
                        <a:pt x="3436" y="14273"/>
                        <a:pt x="5815" y="11894"/>
                      </a:cubicBezTo>
                      <a:cubicBezTo>
                        <a:pt x="5815" y="11894"/>
                        <a:pt x="9383" y="9516"/>
                        <a:pt x="9383" y="7137"/>
                      </a:cubicBezTo>
                      <a:cubicBezTo>
                        <a:pt x="9383" y="4758"/>
                        <a:pt x="9383" y="0"/>
                        <a:pt x="7004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84820B68-E27F-7E66-BB54-031FB9258239}"/>
                    </a:ext>
                  </a:extLst>
                </p:cNvPr>
                <p:cNvSpPr/>
                <p:nvPr/>
              </p:nvSpPr>
              <p:spPr>
                <a:xfrm>
                  <a:off x="8118941" y="4229411"/>
                  <a:ext cx="6131" cy="12733"/>
                </a:xfrm>
                <a:custGeom>
                  <a:avLst/>
                  <a:gdLst>
                    <a:gd name="connsiteX0" fmla="*/ 4758 w 6131"/>
                    <a:gd name="connsiteY0" fmla="*/ 1487 h 12733"/>
                    <a:gd name="connsiteX1" fmla="*/ 0 w 6131"/>
                    <a:gd name="connsiteY1" fmla="*/ 3866 h 12733"/>
                    <a:gd name="connsiteX2" fmla="*/ 4758 w 6131"/>
                    <a:gd name="connsiteY2" fmla="*/ 12192 h 12733"/>
                    <a:gd name="connsiteX3" fmla="*/ 4758 w 6131"/>
                    <a:gd name="connsiteY3" fmla="*/ 8624 h 12733"/>
                    <a:gd name="connsiteX4" fmla="*/ 4758 w 6131"/>
                    <a:gd name="connsiteY4" fmla="*/ 1487 h 12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31" h="12733">
                      <a:moveTo>
                        <a:pt x="4758" y="1487"/>
                      </a:moveTo>
                      <a:cubicBezTo>
                        <a:pt x="2379" y="297"/>
                        <a:pt x="0" y="-2082"/>
                        <a:pt x="0" y="3866"/>
                      </a:cubicBezTo>
                      <a:cubicBezTo>
                        <a:pt x="0" y="8624"/>
                        <a:pt x="2379" y="14571"/>
                        <a:pt x="4758" y="12192"/>
                      </a:cubicBezTo>
                      <a:cubicBezTo>
                        <a:pt x="4758" y="12192"/>
                        <a:pt x="3568" y="11002"/>
                        <a:pt x="4758" y="8624"/>
                      </a:cubicBezTo>
                      <a:cubicBezTo>
                        <a:pt x="5947" y="6245"/>
                        <a:pt x="7136" y="2676"/>
                        <a:pt x="4758" y="148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AA45F9BD-928C-FCB7-F118-ADECD991E017}"/>
                    </a:ext>
                  </a:extLst>
                </p:cNvPr>
                <p:cNvSpPr/>
                <p:nvPr/>
              </p:nvSpPr>
              <p:spPr>
                <a:xfrm>
                  <a:off x="8115189" y="4222572"/>
                  <a:ext cx="5181" cy="5319"/>
                </a:xfrm>
                <a:custGeom>
                  <a:avLst/>
                  <a:gdLst>
                    <a:gd name="connsiteX0" fmla="*/ 4942 w 5181"/>
                    <a:gd name="connsiteY0" fmla="*/ 0 h 5319"/>
                    <a:gd name="connsiteX1" fmla="*/ 1373 w 5181"/>
                    <a:gd name="connsiteY1" fmla="*/ 1190 h 5319"/>
                    <a:gd name="connsiteX2" fmla="*/ 1373 w 5181"/>
                    <a:gd name="connsiteY2" fmla="*/ 4758 h 5319"/>
                    <a:gd name="connsiteX3" fmla="*/ 4942 w 5181"/>
                    <a:gd name="connsiteY3" fmla="*/ 0 h 5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81" h="5319">
                      <a:moveTo>
                        <a:pt x="4942" y="0"/>
                      </a:moveTo>
                      <a:cubicBezTo>
                        <a:pt x="3752" y="0"/>
                        <a:pt x="2563" y="0"/>
                        <a:pt x="1373" y="1190"/>
                      </a:cubicBezTo>
                      <a:cubicBezTo>
                        <a:pt x="184" y="1190"/>
                        <a:pt x="-1006" y="7137"/>
                        <a:pt x="1373" y="4758"/>
                      </a:cubicBezTo>
                      <a:cubicBezTo>
                        <a:pt x="2563" y="4758"/>
                        <a:pt x="6131" y="0"/>
                        <a:pt x="4942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7E4F9016-DAB0-A0BF-AE86-20F9DA9BC54A}"/>
                    </a:ext>
                  </a:extLst>
                </p:cNvPr>
                <p:cNvSpPr/>
                <p:nvPr/>
              </p:nvSpPr>
              <p:spPr>
                <a:xfrm>
                  <a:off x="8106808" y="4208001"/>
                  <a:ext cx="7375" cy="7766"/>
                </a:xfrm>
                <a:custGeom>
                  <a:avLst/>
                  <a:gdLst>
                    <a:gd name="connsiteX0" fmla="*/ 3807 w 7375"/>
                    <a:gd name="connsiteY0" fmla="*/ 297 h 7766"/>
                    <a:gd name="connsiteX1" fmla="*/ 239 w 7375"/>
                    <a:gd name="connsiteY1" fmla="*/ 1487 h 7766"/>
                    <a:gd name="connsiteX2" fmla="*/ 2618 w 7375"/>
                    <a:gd name="connsiteY2" fmla="*/ 6245 h 7766"/>
                    <a:gd name="connsiteX3" fmla="*/ 4997 w 7375"/>
                    <a:gd name="connsiteY3" fmla="*/ 7434 h 7766"/>
                    <a:gd name="connsiteX4" fmla="*/ 7376 w 7375"/>
                    <a:gd name="connsiteY4" fmla="*/ 3866 h 7766"/>
                    <a:gd name="connsiteX5" fmla="*/ 3807 w 7375"/>
                    <a:gd name="connsiteY5" fmla="*/ 297 h 7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75" h="7766">
                      <a:moveTo>
                        <a:pt x="3807" y="297"/>
                      </a:moveTo>
                      <a:cubicBezTo>
                        <a:pt x="2618" y="297"/>
                        <a:pt x="-950" y="-892"/>
                        <a:pt x="239" y="1487"/>
                      </a:cubicBezTo>
                      <a:cubicBezTo>
                        <a:pt x="239" y="3866"/>
                        <a:pt x="1428" y="6245"/>
                        <a:pt x="2618" y="6245"/>
                      </a:cubicBezTo>
                      <a:cubicBezTo>
                        <a:pt x="3807" y="6245"/>
                        <a:pt x="2618" y="8623"/>
                        <a:pt x="4997" y="7434"/>
                      </a:cubicBezTo>
                      <a:cubicBezTo>
                        <a:pt x="4997" y="7434"/>
                        <a:pt x="7376" y="3866"/>
                        <a:pt x="7376" y="3866"/>
                      </a:cubicBezTo>
                      <a:cubicBezTo>
                        <a:pt x="6186" y="2676"/>
                        <a:pt x="4997" y="297"/>
                        <a:pt x="3807" y="29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C1FDB62D-AC63-5499-0BDE-F76919C348A7}"/>
                    </a:ext>
                  </a:extLst>
                </p:cNvPr>
                <p:cNvSpPr/>
                <p:nvPr/>
              </p:nvSpPr>
              <p:spPr>
                <a:xfrm>
                  <a:off x="8111805" y="4198783"/>
                  <a:ext cx="5081" cy="7460"/>
                </a:xfrm>
                <a:custGeom>
                  <a:avLst/>
                  <a:gdLst>
                    <a:gd name="connsiteX0" fmla="*/ 4757 w 5081"/>
                    <a:gd name="connsiteY0" fmla="*/ 3569 h 7460"/>
                    <a:gd name="connsiteX1" fmla="*/ 1189 w 5081"/>
                    <a:gd name="connsiteY1" fmla="*/ 0 h 7460"/>
                    <a:gd name="connsiteX2" fmla="*/ 0 w 5081"/>
                    <a:gd name="connsiteY2" fmla="*/ 4758 h 7460"/>
                    <a:gd name="connsiteX3" fmla="*/ 2378 w 5081"/>
                    <a:gd name="connsiteY3" fmla="*/ 7137 h 7460"/>
                    <a:gd name="connsiteX4" fmla="*/ 4757 w 5081"/>
                    <a:gd name="connsiteY4" fmla="*/ 3569 h 74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1" h="7460">
                      <a:moveTo>
                        <a:pt x="4757" y="3569"/>
                      </a:moveTo>
                      <a:cubicBezTo>
                        <a:pt x="3568" y="1190"/>
                        <a:pt x="2378" y="0"/>
                        <a:pt x="1189" y="0"/>
                      </a:cubicBezTo>
                      <a:cubicBezTo>
                        <a:pt x="0" y="1190"/>
                        <a:pt x="0" y="3569"/>
                        <a:pt x="0" y="4758"/>
                      </a:cubicBezTo>
                      <a:cubicBezTo>
                        <a:pt x="0" y="5947"/>
                        <a:pt x="0" y="8326"/>
                        <a:pt x="2378" y="7137"/>
                      </a:cubicBezTo>
                      <a:cubicBezTo>
                        <a:pt x="3568" y="8326"/>
                        <a:pt x="5947" y="5947"/>
                        <a:pt x="4757" y="356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525C1D15-ECBF-794E-2596-86D14CDD2C15}"/>
                    </a:ext>
                  </a:extLst>
                </p:cNvPr>
                <p:cNvSpPr/>
                <p:nvPr/>
              </p:nvSpPr>
              <p:spPr>
                <a:xfrm>
                  <a:off x="8101100" y="4196702"/>
                  <a:ext cx="4758" cy="7433"/>
                </a:xfrm>
                <a:custGeom>
                  <a:avLst/>
                  <a:gdLst>
                    <a:gd name="connsiteX0" fmla="*/ 3568 w 4758"/>
                    <a:gd name="connsiteY0" fmla="*/ 892 h 7433"/>
                    <a:gd name="connsiteX1" fmla="*/ 0 w 4758"/>
                    <a:gd name="connsiteY1" fmla="*/ 892 h 7433"/>
                    <a:gd name="connsiteX2" fmla="*/ 2379 w 4758"/>
                    <a:gd name="connsiteY2" fmla="*/ 6839 h 7433"/>
                    <a:gd name="connsiteX3" fmla="*/ 4758 w 4758"/>
                    <a:gd name="connsiteY3" fmla="*/ 4460 h 7433"/>
                    <a:gd name="connsiteX4" fmla="*/ 3568 w 4758"/>
                    <a:gd name="connsiteY4" fmla="*/ 892 h 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8" h="7433">
                      <a:moveTo>
                        <a:pt x="3568" y="892"/>
                      </a:moveTo>
                      <a:cubicBezTo>
                        <a:pt x="2379" y="-297"/>
                        <a:pt x="0" y="-297"/>
                        <a:pt x="0" y="892"/>
                      </a:cubicBezTo>
                      <a:cubicBezTo>
                        <a:pt x="0" y="2081"/>
                        <a:pt x="1189" y="5650"/>
                        <a:pt x="2379" y="6839"/>
                      </a:cubicBezTo>
                      <a:cubicBezTo>
                        <a:pt x="3568" y="6839"/>
                        <a:pt x="4758" y="9218"/>
                        <a:pt x="4758" y="4460"/>
                      </a:cubicBezTo>
                      <a:cubicBezTo>
                        <a:pt x="3568" y="4460"/>
                        <a:pt x="4758" y="2081"/>
                        <a:pt x="3568" y="892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4AD0480-C7CB-64FA-259E-3C856FD75126}"/>
                  </a:ext>
                </a:extLst>
              </p:cNvPr>
              <p:cNvSpPr/>
              <p:nvPr/>
            </p:nvSpPr>
            <p:spPr>
              <a:xfrm>
                <a:off x="8651808" y="4289180"/>
                <a:ext cx="28546" cy="23371"/>
              </a:xfrm>
              <a:custGeom>
                <a:avLst/>
                <a:gdLst>
                  <a:gd name="connsiteX0" fmla="*/ 22600 w 28546"/>
                  <a:gd name="connsiteY0" fmla="*/ 19031 h 23371"/>
                  <a:gd name="connsiteX1" fmla="*/ 22600 w 28546"/>
                  <a:gd name="connsiteY1" fmla="*/ 13084 h 23371"/>
                  <a:gd name="connsiteX2" fmla="*/ 17842 w 28546"/>
                  <a:gd name="connsiteY2" fmla="*/ 9515 h 23371"/>
                  <a:gd name="connsiteX3" fmla="*/ 10705 w 28546"/>
                  <a:gd name="connsiteY3" fmla="*/ 21410 h 23371"/>
                  <a:gd name="connsiteX4" fmla="*/ 0 w 28546"/>
                  <a:gd name="connsiteY4" fmla="*/ 11894 h 23371"/>
                  <a:gd name="connsiteX5" fmla="*/ 1190 w 28546"/>
                  <a:gd name="connsiteY5" fmla="*/ 7137 h 23371"/>
                  <a:gd name="connsiteX6" fmla="*/ 10705 w 28546"/>
                  <a:gd name="connsiteY6" fmla="*/ 4758 h 23371"/>
                  <a:gd name="connsiteX7" fmla="*/ 19031 w 28546"/>
                  <a:gd name="connsiteY7" fmla="*/ 0 h 23371"/>
                  <a:gd name="connsiteX8" fmla="*/ 21410 w 28546"/>
                  <a:gd name="connsiteY8" fmla="*/ 5947 h 23371"/>
                  <a:gd name="connsiteX9" fmla="*/ 26168 w 28546"/>
                  <a:gd name="connsiteY9" fmla="*/ 5947 h 23371"/>
                  <a:gd name="connsiteX10" fmla="*/ 28547 w 28546"/>
                  <a:gd name="connsiteY10" fmla="*/ 5947 h 23371"/>
                  <a:gd name="connsiteX11" fmla="*/ 28547 w 28546"/>
                  <a:gd name="connsiteY11" fmla="*/ 9515 h 23371"/>
                  <a:gd name="connsiteX12" fmla="*/ 22600 w 28546"/>
                  <a:gd name="connsiteY12" fmla="*/ 19031 h 23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546" h="23371">
                    <a:moveTo>
                      <a:pt x="22600" y="19031"/>
                    </a:moveTo>
                    <a:cubicBezTo>
                      <a:pt x="22600" y="16652"/>
                      <a:pt x="21410" y="15463"/>
                      <a:pt x="22600" y="13084"/>
                    </a:cubicBezTo>
                    <a:cubicBezTo>
                      <a:pt x="21410" y="11894"/>
                      <a:pt x="20221" y="9515"/>
                      <a:pt x="17842" y="9515"/>
                    </a:cubicBezTo>
                    <a:cubicBezTo>
                      <a:pt x="17842" y="14273"/>
                      <a:pt x="17842" y="28546"/>
                      <a:pt x="10705" y="21410"/>
                    </a:cubicBezTo>
                    <a:cubicBezTo>
                      <a:pt x="8326" y="19031"/>
                      <a:pt x="3568" y="11894"/>
                      <a:pt x="0" y="11894"/>
                    </a:cubicBezTo>
                    <a:cubicBezTo>
                      <a:pt x="0" y="10705"/>
                      <a:pt x="0" y="8326"/>
                      <a:pt x="1190" y="7137"/>
                    </a:cubicBezTo>
                    <a:cubicBezTo>
                      <a:pt x="2379" y="5947"/>
                      <a:pt x="8326" y="4758"/>
                      <a:pt x="10705" y="4758"/>
                    </a:cubicBezTo>
                    <a:cubicBezTo>
                      <a:pt x="13084" y="4758"/>
                      <a:pt x="16652" y="1190"/>
                      <a:pt x="19031" y="0"/>
                    </a:cubicBezTo>
                    <a:cubicBezTo>
                      <a:pt x="21410" y="0"/>
                      <a:pt x="20221" y="3568"/>
                      <a:pt x="21410" y="5947"/>
                    </a:cubicBezTo>
                    <a:cubicBezTo>
                      <a:pt x="21410" y="8326"/>
                      <a:pt x="22600" y="7137"/>
                      <a:pt x="26168" y="5947"/>
                    </a:cubicBezTo>
                    <a:cubicBezTo>
                      <a:pt x="27357" y="5947"/>
                      <a:pt x="27357" y="5947"/>
                      <a:pt x="28547" y="5947"/>
                    </a:cubicBezTo>
                    <a:cubicBezTo>
                      <a:pt x="28547" y="7137"/>
                      <a:pt x="28547" y="7137"/>
                      <a:pt x="28547" y="9515"/>
                    </a:cubicBezTo>
                    <a:cubicBezTo>
                      <a:pt x="26168" y="11894"/>
                      <a:pt x="28547" y="20221"/>
                      <a:pt x="22600" y="19031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EF9555C-AD35-F484-E7E5-BDAA3E174EFB}"/>
                  </a:ext>
                </a:extLst>
              </p:cNvPr>
              <p:cNvSpPr/>
              <p:nvPr/>
            </p:nvSpPr>
            <p:spPr>
              <a:xfrm>
                <a:off x="7945284" y="3642025"/>
                <a:ext cx="79691" cy="49335"/>
              </a:xfrm>
              <a:custGeom>
                <a:avLst/>
                <a:gdLst>
                  <a:gd name="connsiteX0" fmla="*/ 79692 w 79691"/>
                  <a:gd name="connsiteY0" fmla="*/ 32217 h 49335"/>
                  <a:gd name="connsiteX1" fmla="*/ 74934 w 79691"/>
                  <a:gd name="connsiteY1" fmla="*/ 40543 h 49335"/>
                  <a:gd name="connsiteX2" fmla="*/ 54714 w 79691"/>
                  <a:gd name="connsiteY2" fmla="*/ 44111 h 49335"/>
                  <a:gd name="connsiteX3" fmla="*/ 46388 w 79691"/>
                  <a:gd name="connsiteY3" fmla="*/ 42922 h 49335"/>
                  <a:gd name="connsiteX4" fmla="*/ 38061 w 79691"/>
                  <a:gd name="connsiteY4" fmla="*/ 46490 h 49335"/>
                  <a:gd name="connsiteX5" fmla="*/ 27357 w 79691"/>
                  <a:gd name="connsiteY5" fmla="*/ 48869 h 49335"/>
                  <a:gd name="connsiteX6" fmla="*/ 22599 w 79691"/>
                  <a:gd name="connsiteY6" fmla="*/ 45301 h 49335"/>
                  <a:gd name="connsiteX7" fmla="*/ 20220 w 79691"/>
                  <a:gd name="connsiteY7" fmla="*/ 44111 h 49335"/>
                  <a:gd name="connsiteX8" fmla="*/ 17842 w 79691"/>
                  <a:gd name="connsiteY8" fmla="*/ 41733 h 49335"/>
                  <a:gd name="connsiteX9" fmla="*/ 11894 w 79691"/>
                  <a:gd name="connsiteY9" fmla="*/ 42922 h 49335"/>
                  <a:gd name="connsiteX10" fmla="*/ 5947 w 79691"/>
                  <a:gd name="connsiteY10" fmla="*/ 41733 h 49335"/>
                  <a:gd name="connsiteX11" fmla="*/ 0 w 79691"/>
                  <a:gd name="connsiteY11" fmla="*/ 33406 h 49335"/>
                  <a:gd name="connsiteX12" fmla="*/ 1189 w 79691"/>
                  <a:gd name="connsiteY12" fmla="*/ 27459 h 49335"/>
                  <a:gd name="connsiteX13" fmla="*/ 1189 w 79691"/>
                  <a:gd name="connsiteY13" fmla="*/ 22702 h 49335"/>
                  <a:gd name="connsiteX14" fmla="*/ 7136 w 79691"/>
                  <a:gd name="connsiteY14" fmla="*/ 19133 h 49335"/>
                  <a:gd name="connsiteX15" fmla="*/ 11894 w 79691"/>
                  <a:gd name="connsiteY15" fmla="*/ 10807 h 49335"/>
                  <a:gd name="connsiteX16" fmla="*/ 30925 w 79691"/>
                  <a:gd name="connsiteY16" fmla="*/ 102 h 49335"/>
                  <a:gd name="connsiteX17" fmla="*/ 38061 w 79691"/>
                  <a:gd name="connsiteY17" fmla="*/ 4860 h 49335"/>
                  <a:gd name="connsiteX18" fmla="*/ 47577 w 79691"/>
                  <a:gd name="connsiteY18" fmla="*/ 4860 h 49335"/>
                  <a:gd name="connsiteX19" fmla="*/ 55903 w 79691"/>
                  <a:gd name="connsiteY19" fmla="*/ 7239 h 49335"/>
                  <a:gd name="connsiteX20" fmla="*/ 59472 w 79691"/>
                  <a:gd name="connsiteY20" fmla="*/ 3671 h 49335"/>
                  <a:gd name="connsiteX21" fmla="*/ 68987 w 79691"/>
                  <a:gd name="connsiteY21" fmla="*/ 4860 h 49335"/>
                  <a:gd name="connsiteX22" fmla="*/ 71366 w 79691"/>
                  <a:gd name="connsiteY22" fmla="*/ 10807 h 49335"/>
                  <a:gd name="connsiteX23" fmla="*/ 71366 w 79691"/>
                  <a:gd name="connsiteY23" fmla="*/ 11997 h 49335"/>
                  <a:gd name="connsiteX24" fmla="*/ 70176 w 79691"/>
                  <a:gd name="connsiteY24" fmla="*/ 16754 h 49335"/>
                  <a:gd name="connsiteX25" fmla="*/ 74934 w 79691"/>
                  <a:gd name="connsiteY25" fmla="*/ 23891 h 49335"/>
                  <a:gd name="connsiteX26" fmla="*/ 78502 w 79691"/>
                  <a:gd name="connsiteY26" fmla="*/ 26270 h 49335"/>
                  <a:gd name="connsiteX27" fmla="*/ 79692 w 79691"/>
                  <a:gd name="connsiteY27" fmla="*/ 32217 h 49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9691" h="49335">
                    <a:moveTo>
                      <a:pt x="79692" y="32217"/>
                    </a:moveTo>
                    <a:cubicBezTo>
                      <a:pt x="79692" y="36975"/>
                      <a:pt x="79692" y="39354"/>
                      <a:pt x="74934" y="40543"/>
                    </a:cubicBezTo>
                    <a:cubicBezTo>
                      <a:pt x="67797" y="42922"/>
                      <a:pt x="60661" y="40543"/>
                      <a:pt x="54714" y="44111"/>
                    </a:cubicBezTo>
                    <a:cubicBezTo>
                      <a:pt x="51146" y="45301"/>
                      <a:pt x="49956" y="42922"/>
                      <a:pt x="46388" y="42922"/>
                    </a:cubicBezTo>
                    <a:cubicBezTo>
                      <a:pt x="42819" y="42922"/>
                      <a:pt x="40440" y="44111"/>
                      <a:pt x="38061" y="46490"/>
                    </a:cubicBezTo>
                    <a:cubicBezTo>
                      <a:pt x="35683" y="48869"/>
                      <a:pt x="30925" y="50058"/>
                      <a:pt x="27357" y="48869"/>
                    </a:cubicBezTo>
                    <a:cubicBezTo>
                      <a:pt x="26167" y="47680"/>
                      <a:pt x="23789" y="46490"/>
                      <a:pt x="22599" y="45301"/>
                    </a:cubicBezTo>
                    <a:cubicBezTo>
                      <a:pt x="21410" y="45301"/>
                      <a:pt x="20220" y="44111"/>
                      <a:pt x="20220" y="44111"/>
                    </a:cubicBezTo>
                    <a:cubicBezTo>
                      <a:pt x="20220" y="44111"/>
                      <a:pt x="19031" y="41733"/>
                      <a:pt x="17842" y="41733"/>
                    </a:cubicBezTo>
                    <a:cubicBezTo>
                      <a:pt x="16652" y="41733"/>
                      <a:pt x="14273" y="42922"/>
                      <a:pt x="11894" y="42922"/>
                    </a:cubicBezTo>
                    <a:cubicBezTo>
                      <a:pt x="9515" y="42922"/>
                      <a:pt x="7136" y="42922"/>
                      <a:pt x="5947" y="41733"/>
                    </a:cubicBezTo>
                    <a:cubicBezTo>
                      <a:pt x="2378" y="41733"/>
                      <a:pt x="1189" y="35785"/>
                      <a:pt x="0" y="33406"/>
                    </a:cubicBezTo>
                    <a:cubicBezTo>
                      <a:pt x="0" y="31028"/>
                      <a:pt x="1189" y="29838"/>
                      <a:pt x="1189" y="27459"/>
                    </a:cubicBezTo>
                    <a:cubicBezTo>
                      <a:pt x="1189" y="26270"/>
                      <a:pt x="1189" y="23891"/>
                      <a:pt x="1189" y="22702"/>
                    </a:cubicBezTo>
                    <a:cubicBezTo>
                      <a:pt x="4757" y="21512"/>
                      <a:pt x="7136" y="21512"/>
                      <a:pt x="7136" y="19133"/>
                    </a:cubicBezTo>
                    <a:cubicBezTo>
                      <a:pt x="7136" y="16754"/>
                      <a:pt x="8325" y="13186"/>
                      <a:pt x="11894" y="10807"/>
                    </a:cubicBezTo>
                    <a:cubicBezTo>
                      <a:pt x="15463" y="8428"/>
                      <a:pt x="28546" y="-1087"/>
                      <a:pt x="30925" y="102"/>
                    </a:cubicBezTo>
                    <a:cubicBezTo>
                      <a:pt x="33304" y="1292"/>
                      <a:pt x="35683" y="4860"/>
                      <a:pt x="38061" y="4860"/>
                    </a:cubicBezTo>
                    <a:cubicBezTo>
                      <a:pt x="40440" y="4860"/>
                      <a:pt x="45198" y="3671"/>
                      <a:pt x="47577" y="4860"/>
                    </a:cubicBezTo>
                    <a:cubicBezTo>
                      <a:pt x="49956" y="7239"/>
                      <a:pt x="54714" y="9618"/>
                      <a:pt x="55903" y="7239"/>
                    </a:cubicBezTo>
                    <a:cubicBezTo>
                      <a:pt x="57093" y="6050"/>
                      <a:pt x="57093" y="3671"/>
                      <a:pt x="59472" y="3671"/>
                    </a:cubicBezTo>
                    <a:cubicBezTo>
                      <a:pt x="60661" y="3671"/>
                      <a:pt x="68987" y="2481"/>
                      <a:pt x="68987" y="4860"/>
                    </a:cubicBezTo>
                    <a:cubicBezTo>
                      <a:pt x="68987" y="6050"/>
                      <a:pt x="68987" y="9618"/>
                      <a:pt x="71366" y="10807"/>
                    </a:cubicBezTo>
                    <a:cubicBezTo>
                      <a:pt x="71366" y="10807"/>
                      <a:pt x="71366" y="11997"/>
                      <a:pt x="71366" y="11997"/>
                    </a:cubicBezTo>
                    <a:cubicBezTo>
                      <a:pt x="71366" y="13186"/>
                      <a:pt x="70176" y="15565"/>
                      <a:pt x="70176" y="16754"/>
                    </a:cubicBezTo>
                    <a:cubicBezTo>
                      <a:pt x="68987" y="21512"/>
                      <a:pt x="71366" y="21512"/>
                      <a:pt x="74934" y="23891"/>
                    </a:cubicBezTo>
                    <a:cubicBezTo>
                      <a:pt x="76123" y="25081"/>
                      <a:pt x="78502" y="25081"/>
                      <a:pt x="78502" y="26270"/>
                    </a:cubicBezTo>
                    <a:cubicBezTo>
                      <a:pt x="79692" y="28649"/>
                      <a:pt x="79692" y="31028"/>
                      <a:pt x="79692" y="3221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8433D51-89B2-2F6A-4EC4-846DF6249332}"/>
                  </a:ext>
                </a:extLst>
              </p:cNvPr>
              <p:cNvSpPr/>
              <p:nvPr/>
            </p:nvSpPr>
            <p:spPr>
              <a:xfrm>
                <a:off x="7717356" y="3586224"/>
                <a:ext cx="215001" cy="111806"/>
              </a:xfrm>
              <a:custGeom>
                <a:avLst/>
                <a:gdLst>
                  <a:gd name="connsiteX0" fmla="*/ 214843 w 215001"/>
                  <a:gd name="connsiteY0" fmla="*/ 98723 h 111806"/>
                  <a:gd name="connsiteX1" fmla="*/ 212464 w 215001"/>
                  <a:gd name="connsiteY1" fmla="*/ 109428 h 111806"/>
                  <a:gd name="connsiteX2" fmla="*/ 205328 w 215001"/>
                  <a:gd name="connsiteY2" fmla="*/ 110618 h 111806"/>
                  <a:gd name="connsiteX3" fmla="*/ 198192 w 215001"/>
                  <a:gd name="connsiteY3" fmla="*/ 111807 h 111806"/>
                  <a:gd name="connsiteX4" fmla="*/ 186297 w 215001"/>
                  <a:gd name="connsiteY4" fmla="*/ 107049 h 111806"/>
                  <a:gd name="connsiteX5" fmla="*/ 180350 w 215001"/>
                  <a:gd name="connsiteY5" fmla="*/ 109428 h 111806"/>
                  <a:gd name="connsiteX6" fmla="*/ 174403 w 215001"/>
                  <a:gd name="connsiteY6" fmla="*/ 107049 h 111806"/>
                  <a:gd name="connsiteX7" fmla="*/ 161319 w 215001"/>
                  <a:gd name="connsiteY7" fmla="*/ 102291 h 111806"/>
                  <a:gd name="connsiteX8" fmla="*/ 145856 w 215001"/>
                  <a:gd name="connsiteY8" fmla="*/ 103481 h 111806"/>
                  <a:gd name="connsiteX9" fmla="*/ 138720 w 215001"/>
                  <a:gd name="connsiteY9" fmla="*/ 101102 h 111806"/>
                  <a:gd name="connsiteX10" fmla="*/ 131583 w 215001"/>
                  <a:gd name="connsiteY10" fmla="*/ 99912 h 111806"/>
                  <a:gd name="connsiteX11" fmla="*/ 123257 w 215001"/>
                  <a:gd name="connsiteY11" fmla="*/ 90397 h 111806"/>
                  <a:gd name="connsiteX12" fmla="*/ 112552 w 215001"/>
                  <a:gd name="connsiteY12" fmla="*/ 84450 h 111806"/>
                  <a:gd name="connsiteX13" fmla="*/ 99468 w 215001"/>
                  <a:gd name="connsiteY13" fmla="*/ 88018 h 111806"/>
                  <a:gd name="connsiteX14" fmla="*/ 93521 w 215001"/>
                  <a:gd name="connsiteY14" fmla="*/ 85639 h 111806"/>
                  <a:gd name="connsiteX15" fmla="*/ 85195 w 215001"/>
                  <a:gd name="connsiteY15" fmla="*/ 85639 h 111806"/>
                  <a:gd name="connsiteX16" fmla="*/ 78058 w 215001"/>
                  <a:gd name="connsiteY16" fmla="*/ 84450 h 111806"/>
                  <a:gd name="connsiteX17" fmla="*/ 72111 w 215001"/>
                  <a:gd name="connsiteY17" fmla="*/ 79692 h 111806"/>
                  <a:gd name="connsiteX18" fmla="*/ 63785 w 215001"/>
                  <a:gd name="connsiteY18" fmla="*/ 78503 h 111806"/>
                  <a:gd name="connsiteX19" fmla="*/ 56649 w 215001"/>
                  <a:gd name="connsiteY19" fmla="*/ 76124 h 111806"/>
                  <a:gd name="connsiteX20" fmla="*/ 49512 w 215001"/>
                  <a:gd name="connsiteY20" fmla="*/ 73745 h 111806"/>
                  <a:gd name="connsiteX21" fmla="*/ 44754 w 215001"/>
                  <a:gd name="connsiteY21" fmla="*/ 68987 h 111806"/>
                  <a:gd name="connsiteX22" fmla="*/ 34049 w 215001"/>
                  <a:gd name="connsiteY22" fmla="*/ 60661 h 111806"/>
                  <a:gd name="connsiteX23" fmla="*/ 7882 w 215001"/>
                  <a:gd name="connsiteY23" fmla="*/ 48767 h 111806"/>
                  <a:gd name="connsiteX24" fmla="*/ 745 w 215001"/>
                  <a:gd name="connsiteY24" fmla="*/ 39252 h 111806"/>
                  <a:gd name="connsiteX25" fmla="*/ 6692 w 215001"/>
                  <a:gd name="connsiteY25" fmla="*/ 27357 h 111806"/>
                  <a:gd name="connsiteX26" fmla="*/ 5503 w 215001"/>
                  <a:gd name="connsiteY26" fmla="*/ 20221 h 111806"/>
                  <a:gd name="connsiteX27" fmla="*/ 6692 w 215001"/>
                  <a:gd name="connsiteY27" fmla="*/ 13084 h 111806"/>
                  <a:gd name="connsiteX28" fmla="*/ 9071 w 215001"/>
                  <a:gd name="connsiteY28" fmla="*/ 7137 h 111806"/>
                  <a:gd name="connsiteX29" fmla="*/ 9071 w 215001"/>
                  <a:gd name="connsiteY29" fmla="*/ 0 h 111806"/>
                  <a:gd name="connsiteX30" fmla="*/ 10260 w 215001"/>
                  <a:gd name="connsiteY30" fmla="*/ 1190 h 111806"/>
                  <a:gd name="connsiteX31" fmla="*/ 17398 w 215001"/>
                  <a:gd name="connsiteY31" fmla="*/ 3568 h 111806"/>
                  <a:gd name="connsiteX32" fmla="*/ 24534 w 215001"/>
                  <a:gd name="connsiteY32" fmla="*/ 7137 h 111806"/>
                  <a:gd name="connsiteX33" fmla="*/ 29292 w 215001"/>
                  <a:gd name="connsiteY33" fmla="*/ 4758 h 111806"/>
                  <a:gd name="connsiteX34" fmla="*/ 38807 w 215001"/>
                  <a:gd name="connsiteY34" fmla="*/ 2379 h 111806"/>
                  <a:gd name="connsiteX35" fmla="*/ 49512 w 215001"/>
                  <a:gd name="connsiteY35" fmla="*/ 9516 h 111806"/>
                  <a:gd name="connsiteX36" fmla="*/ 56649 w 215001"/>
                  <a:gd name="connsiteY36" fmla="*/ 10705 h 111806"/>
                  <a:gd name="connsiteX37" fmla="*/ 67354 w 215001"/>
                  <a:gd name="connsiteY37" fmla="*/ 20221 h 111806"/>
                  <a:gd name="connsiteX38" fmla="*/ 75679 w 215001"/>
                  <a:gd name="connsiteY38" fmla="*/ 21410 h 111806"/>
                  <a:gd name="connsiteX39" fmla="*/ 88764 w 215001"/>
                  <a:gd name="connsiteY39" fmla="*/ 36873 h 111806"/>
                  <a:gd name="connsiteX40" fmla="*/ 91143 w 215001"/>
                  <a:gd name="connsiteY40" fmla="*/ 33304 h 111806"/>
                  <a:gd name="connsiteX41" fmla="*/ 92332 w 215001"/>
                  <a:gd name="connsiteY41" fmla="*/ 26168 h 111806"/>
                  <a:gd name="connsiteX42" fmla="*/ 106605 w 215001"/>
                  <a:gd name="connsiteY42" fmla="*/ 32115 h 111806"/>
                  <a:gd name="connsiteX43" fmla="*/ 108984 w 215001"/>
                  <a:gd name="connsiteY43" fmla="*/ 40441 h 111806"/>
                  <a:gd name="connsiteX44" fmla="*/ 114931 w 215001"/>
                  <a:gd name="connsiteY44" fmla="*/ 45199 h 111806"/>
                  <a:gd name="connsiteX45" fmla="*/ 122068 w 215001"/>
                  <a:gd name="connsiteY45" fmla="*/ 42820 h 111806"/>
                  <a:gd name="connsiteX46" fmla="*/ 128015 w 215001"/>
                  <a:gd name="connsiteY46" fmla="*/ 44009 h 111806"/>
                  <a:gd name="connsiteX47" fmla="*/ 125636 w 215001"/>
                  <a:gd name="connsiteY47" fmla="*/ 51146 h 111806"/>
                  <a:gd name="connsiteX48" fmla="*/ 130394 w 215001"/>
                  <a:gd name="connsiteY48" fmla="*/ 58282 h 111806"/>
                  <a:gd name="connsiteX49" fmla="*/ 137530 w 215001"/>
                  <a:gd name="connsiteY49" fmla="*/ 58282 h 111806"/>
                  <a:gd name="connsiteX50" fmla="*/ 143477 w 215001"/>
                  <a:gd name="connsiteY50" fmla="*/ 59472 h 111806"/>
                  <a:gd name="connsiteX51" fmla="*/ 154183 w 215001"/>
                  <a:gd name="connsiteY51" fmla="*/ 52335 h 111806"/>
                  <a:gd name="connsiteX52" fmla="*/ 170834 w 215001"/>
                  <a:gd name="connsiteY52" fmla="*/ 55904 h 111806"/>
                  <a:gd name="connsiteX53" fmla="*/ 172024 w 215001"/>
                  <a:gd name="connsiteY53" fmla="*/ 61851 h 111806"/>
                  <a:gd name="connsiteX54" fmla="*/ 180350 w 215001"/>
                  <a:gd name="connsiteY54" fmla="*/ 64229 h 111806"/>
                  <a:gd name="connsiteX55" fmla="*/ 187487 w 215001"/>
                  <a:gd name="connsiteY55" fmla="*/ 72556 h 111806"/>
                  <a:gd name="connsiteX56" fmla="*/ 198192 w 215001"/>
                  <a:gd name="connsiteY56" fmla="*/ 71366 h 111806"/>
                  <a:gd name="connsiteX57" fmla="*/ 211275 w 215001"/>
                  <a:gd name="connsiteY57" fmla="*/ 70177 h 111806"/>
                  <a:gd name="connsiteX58" fmla="*/ 211275 w 215001"/>
                  <a:gd name="connsiteY58" fmla="*/ 84450 h 111806"/>
                  <a:gd name="connsiteX59" fmla="*/ 214843 w 215001"/>
                  <a:gd name="connsiteY59" fmla="*/ 98723 h 11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15001" h="111806">
                    <a:moveTo>
                      <a:pt x="214843" y="98723"/>
                    </a:moveTo>
                    <a:cubicBezTo>
                      <a:pt x="212464" y="101102"/>
                      <a:pt x="214843" y="105860"/>
                      <a:pt x="212464" y="109428"/>
                    </a:cubicBezTo>
                    <a:cubicBezTo>
                      <a:pt x="210086" y="110618"/>
                      <a:pt x="207707" y="110618"/>
                      <a:pt x="205328" y="110618"/>
                    </a:cubicBezTo>
                    <a:cubicBezTo>
                      <a:pt x="202949" y="110618"/>
                      <a:pt x="200570" y="111807"/>
                      <a:pt x="198192" y="111807"/>
                    </a:cubicBezTo>
                    <a:cubicBezTo>
                      <a:pt x="193434" y="111807"/>
                      <a:pt x="191055" y="105860"/>
                      <a:pt x="186297" y="107049"/>
                    </a:cubicBezTo>
                    <a:cubicBezTo>
                      <a:pt x="183918" y="107049"/>
                      <a:pt x="182729" y="109428"/>
                      <a:pt x="180350" y="109428"/>
                    </a:cubicBezTo>
                    <a:cubicBezTo>
                      <a:pt x="177971" y="109428"/>
                      <a:pt x="175592" y="108239"/>
                      <a:pt x="174403" y="107049"/>
                    </a:cubicBezTo>
                    <a:cubicBezTo>
                      <a:pt x="169645" y="105860"/>
                      <a:pt x="166077" y="103481"/>
                      <a:pt x="161319" y="102291"/>
                    </a:cubicBezTo>
                    <a:cubicBezTo>
                      <a:pt x="155372" y="101102"/>
                      <a:pt x="151804" y="102291"/>
                      <a:pt x="145856" y="103481"/>
                    </a:cubicBezTo>
                    <a:cubicBezTo>
                      <a:pt x="142288" y="103481"/>
                      <a:pt x="142288" y="102291"/>
                      <a:pt x="138720" y="101102"/>
                    </a:cubicBezTo>
                    <a:cubicBezTo>
                      <a:pt x="136341" y="99912"/>
                      <a:pt x="133962" y="101102"/>
                      <a:pt x="131583" y="99912"/>
                    </a:cubicBezTo>
                    <a:cubicBezTo>
                      <a:pt x="126826" y="97534"/>
                      <a:pt x="125636" y="95155"/>
                      <a:pt x="123257" y="90397"/>
                    </a:cubicBezTo>
                    <a:cubicBezTo>
                      <a:pt x="120879" y="85639"/>
                      <a:pt x="117310" y="84450"/>
                      <a:pt x="112552" y="84450"/>
                    </a:cubicBezTo>
                    <a:cubicBezTo>
                      <a:pt x="107794" y="84450"/>
                      <a:pt x="104226" y="86829"/>
                      <a:pt x="99468" y="88018"/>
                    </a:cubicBezTo>
                    <a:cubicBezTo>
                      <a:pt x="95900" y="88018"/>
                      <a:pt x="95900" y="86829"/>
                      <a:pt x="93521" y="85639"/>
                    </a:cubicBezTo>
                    <a:cubicBezTo>
                      <a:pt x="91143" y="84450"/>
                      <a:pt x="87574" y="85639"/>
                      <a:pt x="85195" y="85639"/>
                    </a:cubicBezTo>
                    <a:cubicBezTo>
                      <a:pt x="82816" y="85639"/>
                      <a:pt x="79248" y="85639"/>
                      <a:pt x="78058" y="84450"/>
                    </a:cubicBezTo>
                    <a:cubicBezTo>
                      <a:pt x="75679" y="83260"/>
                      <a:pt x="74490" y="80882"/>
                      <a:pt x="72111" y="79692"/>
                    </a:cubicBezTo>
                    <a:cubicBezTo>
                      <a:pt x="69732" y="78503"/>
                      <a:pt x="66164" y="79692"/>
                      <a:pt x="63785" y="78503"/>
                    </a:cubicBezTo>
                    <a:cubicBezTo>
                      <a:pt x="61407" y="77313"/>
                      <a:pt x="59028" y="76124"/>
                      <a:pt x="56649" y="76124"/>
                    </a:cubicBezTo>
                    <a:cubicBezTo>
                      <a:pt x="53081" y="74935"/>
                      <a:pt x="51891" y="74935"/>
                      <a:pt x="49512" y="73745"/>
                    </a:cubicBezTo>
                    <a:cubicBezTo>
                      <a:pt x="47133" y="72556"/>
                      <a:pt x="45944" y="71366"/>
                      <a:pt x="44754" y="68987"/>
                    </a:cubicBezTo>
                    <a:cubicBezTo>
                      <a:pt x="41186" y="65419"/>
                      <a:pt x="38807" y="61851"/>
                      <a:pt x="34049" y="60661"/>
                    </a:cubicBezTo>
                    <a:cubicBezTo>
                      <a:pt x="24534" y="55904"/>
                      <a:pt x="17398" y="52335"/>
                      <a:pt x="7882" y="48767"/>
                    </a:cubicBezTo>
                    <a:cubicBezTo>
                      <a:pt x="1935" y="46388"/>
                      <a:pt x="-1634" y="46388"/>
                      <a:pt x="745" y="39252"/>
                    </a:cubicBezTo>
                    <a:cubicBezTo>
                      <a:pt x="1935" y="34494"/>
                      <a:pt x="5503" y="32115"/>
                      <a:pt x="6692" y="27357"/>
                    </a:cubicBezTo>
                    <a:cubicBezTo>
                      <a:pt x="7882" y="24978"/>
                      <a:pt x="5503" y="22599"/>
                      <a:pt x="5503" y="20221"/>
                    </a:cubicBezTo>
                    <a:cubicBezTo>
                      <a:pt x="5503" y="17842"/>
                      <a:pt x="6692" y="15463"/>
                      <a:pt x="6692" y="13084"/>
                    </a:cubicBezTo>
                    <a:cubicBezTo>
                      <a:pt x="7882" y="10705"/>
                      <a:pt x="7882" y="9516"/>
                      <a:pt x="9071" y="7137"/>
                    </a:cubicBezTo>
                    <a:cubicBezTo>
                      <a:pt x="9071" y="4758"/>
                      <a:pt x="9071" y="2379"/>
                      <a:pt x="9071" y="0"/>
                    </a:cubicBezTo>
                    <a:cubicBezTo>
                      <a:pt x="9071" y="1190"/>
                      <a:pt x="10260" y="1190"/>
                      <a:pt x="10260" y="1190"/>
                    </a:cubicBezTo>
                    <a:cubicBezTo>
                      <a:pt x="11450" y="0"/>
                      <a:pt x="16208" y="1190"/>
                      <a:pt x="17398" y="3568"/>
                    </a:cubicBezTo>
                    <a:cubicBezTo>
                      <a:pt x="18587" y="5947"/>
                      <a:pt x="20966" y="7137"/>
                      <a:pt x="24534" y="7137"/>
                    </a:cubicBezTo>
                    <a:cubicBezTo>
                      <a:pt x="28102" y="7137"/>
                      <a:pt x="29292" y="4758"/>
                      <a:pt x="29292" y="4758"/>
                    </a:cubicBezTo>
                    <a:cubicBezTo>
                      <a:pt x="30481" y="3568"/>
                      <a:pt x="36428" y="0"/>
                      <a:pt x="38807" y="2379"/>
                    </a:cubicBezTo>
                    <a:cubicBezTo>
                      <a:pt x="41186" y="4758"/>
                      <a:pt x="47133" y="9516"/>
                      <a:pt x="49512" y="9516"/>
                    </a:cubicBezTo>
                    <a:cubicBezTo>
                      <a:pt x="51891" y="9516"/>
                      <a:pt x="55460" y="9516"/>
                      <a:pt x="56649" y="10705"/>
                    </a:cubicBezTo>
                    <a:cubicBezTo>
                      <a:pt x="57838" y="11894"/>
                      <a:pt x="63785" y="20221"/>
                      <a:pt x="67354" y="20221"/>
                    </a:cubicBezTo>
                    <a:cubicBezTo>
                      <a:pt x="70922" y="20221"/>
                      <a:pt x="74490" y="19031"/>
                      <a:pt x="75679" y="21410"/>
                    </a:cubicBezTo>
                    <a:cubicBezTo>
                      <a:pt x="76869" y="23789"/>
                      <a:pt x="86385" y="36873"/>
                      <a:pt x="88764" y="36873"/>
                    </a:cubicBezTo>
                    <a:cubicBezTo>
                      <a:pt x="91143" y="36873"/>
                      <a:pt x="92332" y="35683"/>
                      <a:pt x="91143" y="33304"/>
                    </a:cubicBezTo>
                    <a:cubicBezTo>
                      <a:pt x="91143" y="30925"/>
                      <a:pt x="88764" y="26168"/>
                      <a:pt x="92332" y="26168"/>
                    </a:cubicBezTo>
                    <a:cubicBezTo>
                      <a:pt x="95900" y="26168"/>
                      <a:pt x="106605" y="28546"/>
                      <a:pt x="106605" y="32115"/>
                    </a:cubicBezTo>
                    <a:cubicBezTo>
                      <a:pt x="106605" y="34494"/>
                      <a:pt x="107794" y="38062"/>
                      <a:pt x="108984" y="40441"/>
                    </a:cubicBezTo>
                    <a:cubicBezTo>
                      <a:pt x="110173" y="42820"/>
                      <a:pt x="112552" y="46388"/>
                      <a:pt x="114931" y="45199"/>
                    </a:cubicBezTo>
                    <a:cubicBezTo>
                      <a:pt x="116120" y="44009"/>
                      <a:pt x="118500" y="42820"/>
                      <a:pt x="122068" y="42820"/>
                    </a:cubicBezTo>
                    <a:cubicBezTo>
                      <a:pt x="125636" y="42820"/>
                      <a:pt x="128015" y="42820"/>
                      <a:pt x="128015" y="44009"/>
                    </a:cubicBezTo>
                    <a:cubicBezTo>
                      <a:pt x="128015" y="46388"/>
                      <a:pt x="125636" y="49956"/>
                      <a:pt x="125636" y="51146"/>
                    </a:cubicBezTo>
                    <a:cubicBezTo>
                      <a:pt x="126826" y="52335"/>
                      <a:pt x="126826" y="58282"/>
                      <a:pt x="130394" y="58282"/>
                    </a:cubicBezTo>
                    <a:cubicBezTo>
                      <a:pt x="133962" y="59472"/>
                      <a:pt x="136341" y="57093"/>
                      <a:pt x="137530" y="58282"/>
                    </a:cubicBezTo>
                    <a:cubicBezTo>
                      <a:pt x="138720" y="59472"/>
                      <a:pt x="142288" y="61851"/>
                      <a:pt x="143477" y="59472"/>
                    </a:cubicBezTo>
                    <a:cubicBezTo>
                      <a:pt x="144667" y="57093"/>
                      <a:pt x="150614" y="53525"/>
                      <a:pt x="154183" y="52335"/>
                    </a:cubicBezTo>
                    <a:cubicBezTo>
                      <a:pt x="156562" y="51146"/>
                      <a:pt x="170834" y="53525"/>
                      <a:pt x="170834" y="55904"/>
                    </a:cubicBezTo>
                    <a:cubicBezTo>
                      <a:pt x="170834" y="58282"/>
                      <a:pt x="169645" y="61851"/>
                      <a:pt x="172024" y="61851"/>
                    </a:cubicBezTo>
                    <a:cubicBezTo>
                      <a:pt x="174403" y="61851"/>
                      <a:pt x="179160" y="63040"/>
                      <a:pt x="180350" y="64229"/>
                    </a:cubicBezTo>
                    <a:cubicBezTo>
                      <a:pt x="181539" y="65419"/>
                      <a:pt x="185108" y="72556"/>
                      <a:pt x="187487" y="72556"/>
                    </a:cubicBezTo>
                    <a:cubicBezTo>
                      <a:pt x="188676" y="72556"/>
                      <a:pt x="194623" y="70177"/>
                      <a:pt x="198192" y="71366"/>
                    </a:cubicBezTo>
                    <a:cubicBezTo>
                      <a:pt x="200570" y="71366"/>
                      <a:pt x="210086" y="72556"/>
                      <a:pt x="211275" y="70177"/>
                    </a:cubicBezTo>
                    <a:cubicBezTo>
                      <a:pt x="212464" y="74935"/>
                      <a:pt x="211275" y="78503"/>
                      <a:pt x="211275" y="84450"/>
                    </a:cubicBezTo>
                    <a:cubicBezTo>
                      <a:pt x="210086" y="89208"/>
                      <a:pt x="216033" y="93965"/>
                      <a:pt x="214843" y="98723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26C502F-2ED6-30C2-5E58-E0BF137A3EDF}"/>
                  </a:ext>
                </a:extLst>
              </p:cNvPr>
              <p:cNvSpPr/>
              <p:nvPr/>
            </p:nvSpPr>
            <p:spPr>
              <a:xfrm>
                <a:off x="7038934" y="3116397"/>
                <a:ext cx="414422" cy="262475"/>
              </a:xfrm>
              <a:custGeom>
                <a:avLst/>
                <a:gdLst>
                  <a:gd name="connsiteX0" fmla="*/ 413923 w 414422"/>
                  <a:gd name="connsiteY0" fmla="*/ 133217 h 262475"/>
                  <a:gd name="connsiteX1" fmla="*/ 399650 w 414422"/>
                  <a:gd name="connsiteY1" fmla="*/ 141543 h 262475"/>
                  <a:gd name="connsiteX2" fmla="*/ 385377 w 414422"/>
                  <a:gd name="connsiteY2" fmla="*/ 141543 h 262475"/>
                  <a:gd name="connsiteX3" fmla="*/ 377051 w 414422"/>
                  <a:gd name="connsiteY3" fmla="*/ 134406 h 262475"/>
                  <a:gd name="connsiteX4" fmla="*/ 367535 w 414422"/>
                  <a:gd name="connsiteY4" fmla="*/ 142732 h 262475"/>
                  <a:gd name="connsiteX5" fmla="*/ 360399 w 414422"/>
                  <a:gd name="connsiteY5" fmla="*/ 143922 h 262475"/>
                  <a:gd name="connsiteX6" fmla="*/ 349693 w 414422"/>
                  <a:gd name="connsiteY6" fmla="*/ 152248 h 262475"/>
                  <a:gd name="connsiteX7" fmla="*/ 358020 w 414422"/>
                  <a:gd name="connsiteY7" fmla="*/ 161763 h 262475"/>
                  <a:gd name="connsiteX8" fmla="*/ 350883 w 414422"/>
                  <a:gd name="connsiteY8" fmla="*/ 167710 h 262475"/>
                  <a:gd name="connsiteX9" fmla="*/ 337799 w 414422"/>
                  <a:gd name="connsiteY9" fmla="*/ 172468 h 262475"/>
                  <a:gd name="connsiteX10" fmla="*/ 341368 w 414422"/>
                  <a:gd name="connsiteY10" fmla="*/ 178415 h 262475"/>
                  <a:gd name="connsiteX11" fmla="*/ 331852 w 414422"/>
                  <a:gd name="connsiteY11" fmla="*/ 181984 h 262475"/>
                  <a:gd name="connsiteX12" fmla="*/ 329474 w 414422"/>
                  <a:gd name="connsiteY12" fmla="*/ 189120 h 262475"/>
                  <a:gd name="connsiteX13" fmla="*/ 310442 w 414422"/>
                  <a:gd name="connsiteY13" fmla="*/ 189120 h 262475"/>
                  <a:gd name="connsiteX14" fmla="*/ 316389 w 414422"/>
                  <a:gd name="connsiteY14" fmla="*/ 208151 h 262475"/>
                  <a:gd name="connsiteX15" fmla="*/ 328284 w 414422"/>
                  <a:gd name="connsiteY15" fmla="*/ 205772 h 262475"/>
                  <a:gd name="connsiteX16" fmla="*/ 327095 w 414422"/>
                  <a:gd name="connsiteY16" fmla="*/ 215288 h 262475"/>
                  <a:gd name="connsiteX17" fmla="*/ 331852 w 414422"/>
                  <a:gd name="connsiteY17" fmla="*/ 224803 h 262475"/>
                  <a:gd name="connsiteX18" fmla="*/ 335421 w 414422"/>
                  <a:gd name="connsiteY18" fmla="*/ 230751 h 262475"/>
                  <a:gd name="connsiteX19" fmla="*/ 327095 w 414422"/>
                  <a:gd name="connsiteY19" fmla="*/ 249781 h 262475"/>
                  <a:gd name="connsiteX20" fmla="*/ 327095 w 414422"/>
                  <a:gd name="connsiteY20" fmla="*/ 259297 h 262475"/>
                  <a:gd name="connsiteX21" fmla="*/ 319958 w 414422"/>
                  <a:gd name="connsiteY21" fmla="*/ 259297 h 262475"/>
                  <a:gd name="connsiteX22" fmla="*/ 311632 w 414422"/>
                  <a:gd name="connsiteY22" fmla="*/ 261676 h 262475"/>
                  <a:gd name="connsiteX23" fmla="*/ 306874 w 414422"/>
                  <a:gd name="connsiteY23" fmla="*/ 255729 h 262475"/>
                  <a:gd name="connsiteX24" fmla="*/ 298548 w 414422"/>
                  <a:gd name="connsiteY24" fmla="*/ 255729 h 262475"/>
                  <a:gd name="connsiteX25" fmla="*/ 298548 w 414422"/>
                  <a:gd name="connsiteY25" fmla="*/ 254539 h 262475"/>
                  <a:gd name="connsiteX26" fmla="*/ 293790 w 414422"/>
                  <a:gd name="connsiteY26" fmla="*/ 236698 h 262475"/>
                  <a:gd name="connsiteX27" fmla="*/ 287843 w 414422"/>
                  <a:gd name="connsiteY27" fmla="*/ 231940 h 262475"/>
                  <a:gd name="connsiteX28" fmla="*/ 279517 w 414422"/>
                  <a:gd name="connsiteY28" fmla="*/ 229561 h 262475"/>
                  <a:gd name="connsiteX29" fmla="*/ 262865 w 414422"/>
                  <a:gd name="connsiteY29" fmla="*/ 223614 h 262475"/>
                  <a:gd name="connsiteX30" fmla="*/ 247402 w 414422"/>
                  <a:gd name="connsiteY30" fmla="*/ 214098 h 262475"/>
                  <a:gd name="connsiteX31" fmla="*/ 228371 w 414422"/>
                  <a:gd name="connsiteY31" fmla="*/ 205772 h 262475"/>
                  <a:gd name="connsiteX32" fmla="*/ 214098 w 414422"/>
                  <a:gd name="connsiteY32" fmla="*/ 196257 h 262475"/>
                  <a:gd name="connsiteX33" fmla="*/ 198635 w 414422"/>
                  <a:gd name="connsiteY33" fmla="*/ 185552 h 262475"/>
                  <a:gd name="connsiteX34" fmla="*/ 183173 w 414422"/>
                  <a:gd name="connsiteY34" fmla="*/ 176036 h 262475"/>
                  <a:gd name="connsiteX35" fmla="*/ 177226 w 414422"/>
                  <a:gd name="connsiteY35" fmla="*/ 159384 h 262475"/>
                  <a:gd name="connsiteX36" fmla="*/ 153437 w 414422"/>
                  <a:gd name="connsiteY36" fmla="*/ 135596 h 262475"/>
                  <a:gd name="connsiteX37" fmla="*/ 145111 w 414422"/>
                  <a:gd name="connsiteY37" fmla="*/ 136785 h 262475"/>
                  <a:gd name="connsiteX38" fmla="*/ 136785 w 414422"/>
                  <a:gd name="connsiteY38" fmla="*/ 132027 h 262475"/>
                  <a:gd name="connsiteX39" fmla="*/ 120133 w 414422"/>
                  <a:gd name="connsiteY39" fmla="*/ 123701 h 262475"/>
                  <a:gd name="connsiteX40" fmla="*/ 114185 w 414422"/>
                  <a:gd name="connsiteY40" fmla="*/ 121323 h 262475"/>
                  <a:gd name="connsiteX41" fmla="*/ 111807 w 414422"/>
                  <a:gd name="connsiteY41" fmla="*/ 115375 h 262475"/>
                  <a:gd name="connsiteX42" fmla="*/ 98723 w 414422"/>
                  <a:gd name="connsiteY42" fmla="*/ 107049 h 262475"/>
                  <a:gd name="connsiteX43" fmla="*/ 68987 w 414422"/>
                  <a:gd name="connsiteY43" fmla="*/ 96344 h 262475"/>
                  <a:gd name="connsiteX44" fmla="*/ 70177 w 414422"/>
                  <a:gd name="connsiteY44" fmla="*/ 104670 h 262475"/>
                  <a:gd name="connsiteX45" fmla="*/ 61850 w 414422"/>
                  <a:gd name="connsiteY45" fmla="*/ 102291 h 262475"/>
                  <a:gd name="connsiteX46" fmla="*/ 55903 w 414422"/>
                  <a:gd name="connsiteY46" fmla="*/ 107049 h 262475"/>
                  <a:gd name="connsiteX47" fmla="*/ 47577 w 414422"/>
                  <a:gd name="connsiteY47" fmla="*/ 110617 h 262475"/>
                  <a:gd name="connsiteX48" fmla="*/ 40441 w 414422"/>
                  <a:gd name="connsiteY48" fmla="*/ 124891 h 262475"/>
                  <a:gd name="connsiteX49" fmla="*/ 44009 w 414422"/>
                  <a:gd name="connsiteY49" fmla="*/ 140353 h 262475"/>
                  <a:gd name="connsiteX50" fmla="*/ 28546 w 414422"/>
                  <a:gd name="connsiteY50" fmla="*/ 140353 h 262475"/>
                  <a:gd name="connsiteX51" fmla="*/ 16652 w 414422"/>
                  <a:gd name="connsiteY51" fmla="*/ 141543 h 262475"/>
                  <a:gd name="connsiteX52" fmla="*/ 19031 w 414422"/>
                  <a:gd name="connsiteY52" fmla="*/ 137975 h 262475"/>
                  <a:gd name="connsiteX53" fmla="*/ 16652 w 414422"/>
                  <a:gd name="connsiteY53" fmla="*/ 116565 h 262475"/>
                  <a:gd name="connsiteX54" fmla="*/ 11894 w 414422"/>
                  <a:gd name="connsiteY54" fmla="*/ 97534 h 262475"/>
                  <a:gd name="connsiteX55" fmla="*/ 0 w 414422"/>
                  <a:gd name="connsiteY55" fmla="*/ 17842 h 262475"/>
                  <a:gd name="connsiteX56" fmla="*/ 59472 w 414422"/>
                  <a:gd name="connsiteY56" fmla="*/ 8326 h 262475"/>
                  <a:gd name="connsiteX57" fmla="*/ 63040 w 414422"/>
                  <a:gd name="connsiteY57" fmla="*/ 0 h 262475"/>
                  <a:gd name="connsiteX58" fmla="*/ 63040 w 414422"/>
                  <a:gd name="connsiteY58" fmla="*/ 2379 h 262475"/>
                  <a:gd name="connsiteX59" fmla="*/ 60661 w 414422"/>
                  <a:gd name="connsiteY59" fmla="*/ 9516 h 262475"/>
                  <a:gd name="connsiteX60" fmla="*/ 60661 w 414422"/>
                  <a:gd name="connsiteY60" fmla="*/ 26168 h 262475"/>
                  <a:gd name="connsiteX61" fmla="*/ 70177 w 414422"/>
                  <a:gd name="connsiteY61" fmla="*/ 36873 h 262475"/>
                  <a:gd name="connsiteX62" fmla="*/ 83260 w 414422"/>
                  <a:gd name="connsiteY62" fmla="*/ 44009 h 262475"/>
                  <a:gd name="connsiteX63" fmla="*/ 101102 w 414422"/>
                  <a:gd name="connsiteY63" fmla="*/ 39251 h 262475"/>
                  <a:gd name="connsiteX64" fmla="*/ 110617 w 414422"/>
                  <a:gd name="connsiteY64" fmla="*/ 32115 h 262475"/>
                  <a:gd name="connsiteX65" fmla="*/ 111807 w 414422"/>
                  <a:gd name="connsiteY65" fmla="*/ 35683 h 262475"/>
                  <a:gd name="connsiteX66" fmla="*/ 127269 w 414422"/>
                  <a:gd name="connsiteY66" fmla="*/ 44009 h 262475"/>
                  <a:gd name="connsiteX67" fmla="*/ 141543 w 414422"/>
                  <a:gd name="connsiteY67" fmla="*/ 52335 h 262475"/>
                  <a:gd name="connsiteX68" fmla="*/ 179604 w 414422"/>
                  <a:gd name="connsiteY68" fmla="*/ 46388 h 262475"/>
                  <a:gd name="connsiteX69" fmla="*/ 245023 w 414422"/>
                  <a:gd name="connsiteY69" fmla="*/ 71366 h 262475"/>
                  <a:gd name="connsiteX70" fmla="*/ 252160 w 414422"/>
                  <a:gd name="connsiteY70" fmla="*/ 71366 h 262475"/>
                  <a:gd name="connsiteX71" fmla="*/ 261676 w 414422"/>
                  <a:gd name="connsiteY71" fmla="*/ 108239 h 262475"/>
                  <a:gd name="connsiteX72" fmla="*/ 274759 w 414422"/>
                  <a:gd name="connsiteY72" fmla="*/ 118944 h 262475"/>
                  <a:gd name="connsiteX73" fmla="*/ 280706 w 414422"/>
                  <a:gd name="connsiteY73" fmla="*/ 136785 h 262475"/>
                  <a:gd name="connsiteX74" fmla="*/ 297359 w 414422"/>
                  <a:gd name="connsiteY74" fmla="*/ 133217 h 262475"/>
                  <a:gd name="connsiteX75" fmla="*/ 305685 w 414422"/>
                  <a:gd name="connsiteY75" fmla="*/ 132027 h 262475"/>
                  <a:gd name="connsiteX76" fmla="*/ 311632 w 414422"/>
                  <a:gd name="connsiteY76" fmla="*/ 128459 h 262475"/>
                  <a:gd name="connsiteX77" fmla="*/ 337799 w 414422"/>
                  <a:gd name="connsiteY77" fmla="*/ 135596 h 262475"/>
                  <a:gd name="connsiteX78" fmla="*/ 355641 w 414422"/>
                  <a:gd name="connsiteY78" fmla="*/ 110617 h 262475"/>
                  <a:gd name="connsiteX79" fmla="*/ 374672 w 414422"/>
                  <a:gd name="connsiteY79" fmla="*/ 88018 h 262475"/>
                  <a:gd name="connsiteX80" fmla="*/ 375861 w 414422"/>
                  <a:gd name="connsiteY80" fmla="*/ 88018 h 262475"/>
                  <a:gd name="connsiteX81" fmla="*/ 375861 w 414422"/>
                  <a:gd name="connsiteY81" fmla="*/ 89208 h 262475"/>
                  <a:gd name="connsiteX82" fmla="*/ 379429 w 414422"/>
                  <a:gd name="connsiteY82" fmla="*/ 95155 h 262475"/>
                  <a:gd name="connsiteX83" fmla="*/ 367535 w 414422"/>
                  <a:gd name="connsiteY83" fmla="*/ 116565 h 262475"/>
                  <a:gd name="connsiteX84" fmla="*/ 381808 w 414422"/>
                  <a:gd name="connsiteY84" fmla="*/ 122512 h 262475"/>
                  <a:gd name="connsiteX85" fmla="*/ 392514 w 414422"/>
                  <a:gd name="connsiteY85" fmla="*/ 128459 h 262475"/>
                  <a:gd name="connsiteX86" fmla="*/ 398461 w 414422"/>
                  <a:gd name="connsiteY86" fmla="*/ 117754 h 262475"/>
                  <a:gd name="connsiteX87" fmla="*/ 413923 w 414422"/>
                  <a:gd name="connsiteY87" fmla="*/ 133217 h 262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414422" h="262475">
                    <a:moveTo>
                      <a:pt x="413923" y="133217"/>
                    </a:moveTo>
                    <a:cubicBezTo>
                      <a:pt x="410355" y="137975"/>
                      <a:pt x="406787" y="141543"/>
                      <a:pt x="399650" y="141543"/>
                    </a:cubicBezTo>
                    <a:cubicBezTo>
                      <a:pt x="393703" y="141543"/>
                      <a:pt x="387756" y="143922"/>
                      <a:pt x="385377" y="141543"/>
                    </a:cubicBezTo>
                    <a:cubicBezTo>
                      <a:pt x="382998" y="139164"/>
                      <a:pt x="379429" y="134406"/>
                      <a:pt x="377051" y="134406"/>
                    </a:cubicBezTo>
                    <a:cubicBezTo>
                      <a:pt x="375861" y="134406"/>
                      <a:pt x="369914" y="142732"/>
                      <a:pt x="367535" y="142732"/>
                    </a:cubicBezTo>
                    <a:cubicBezTo>
                      <a:pt x="365157" y="142732"/>
                      <a:pt x="361588" y="142732"/>
                      <a:pt x="360399" y="143922"/>
                    </a:cubicBezTo>
                    <a:cubicBezTo>
                      <a:pt x="358020" y="145111"/>
                      <a:pt x="348504" y="147490"/>
                      <a:pt x="349693" y="152248"/>
                    </a:cubicBezTo>
                    <a:cubicBezTo>
                      <a:pt x="350883" y="155816"/>
                      <a:pt x="359210" y="159384"/>
                      <a:pt x="358020" y="161763"/>
                    </a:cubicBezTo>
                    <a:cubicBezTo>
                      <a:pt x="356831" y="164142"/>
                      <a:pt x="353262" y="166521"/>
                      <a:pt x="350883" y="167710"/>
                    </a:cubicBezTo>
                    <a:cubicBezTo>
                      <a:pt x="348504" y="168900"/>
                      <a:pt x="335421" y="170089"/>
                      <a:pt x="337799" y="172468"/>
                    </a:cubicBezTo>
                    <a:cubicBezTo>
                      <a:pt x="340178" y="174847"/>
                      <a:pt x="343746" y="178415"/>
                      <a:pt x="341368" y="178415"/>
                    </a:cubicBezTo>
                    <a:cubicBezTo>
                      <a:pt x="338989" y="178415"/>
                      <a:pt x="331852" y="178415"/>
                      <a:pt x="331852" y="181984"/>
                    </a:cubicBezTo>
                    <a:cubicBezTo>
                      <a:pt x="331852" y="185552"/>
                      <a:pt x="331852" y="189120"/>
                      <a:pt x="329474" y="189120"/>
                    </a:cubicBezTo>
                    <a:cubicBezTo>
                      <a:pt x="327095" y="189120"/>
                      <a:pt x="311632" y="184362"/>
                      <a:pt x="310442" y="189120"/>
                    </a:cubicBezTo>
                    <a:cubicBezTo>
                      <a:pt x="309253" y="193878"/>
                      <a:pt x="312821" y="209341"/>
                      <a:pt x="316389" y="208151"/>
                    </a:cubicBezTo>
                    <a:cubicBezTo>
                      <a:pt x="319958" y="206962"/>
                      <a:pt x="325905" y="203393"/>
                      <a:pt x="328284" y="205772"/>
                    </a:cubicBezTo>
                    <a:cubicBezTo>
                      <a:pt x="329474" y="208151"/>
                      <a:pt x="327095" y="212909"/>
                      <a:pt x="327095" y="215288"/>
                    </a:cubicBezTo>
                    <a:cubicBezTo>
                      <a:pt x="328284" y="217667"/>
                      <a:pt x="329474" y="224803"/>
                      <a:pt x="331852" y="224803"/>
                    </a:cubicBezTo>
                    <a:cubicBezTo>
                      <a:pt x="334231" y="224803"/>
                      <a:pt x="336610" y="227182"/>
                      <a:pt x="335421" y="230751"/>
                    </a:cubicBezTo>
                    <a:cubicBezTo>
                      <a:pt x="334231" y="234319"/>
                      <a:pt x="327095" y="246213"/>
                      <a:pt x="327095" y="249781"/>
                    </a:cubicBezTo>
                    <a:cubicBezTo>
                      <a:pt x="327095" y="250971"/>
                      <a:pt x="327095" y="255729"/>
                      <a:pt x="327095" y="259297"/>
                    </a:cubicBezTo>
                    <a:cubicBezTo>
                      <a:pt x="324716" y="259297"/>
                      <a:pt x="322337" y="259297"/>
                      <a:pt x="319958" y="259297"/>
                    </a:cubicBezTo>
                    <a:cubicBezTo>
                      <a:pt x="317579" y="260486"/>
                      <a:pt x="314010" y="264055"/>
                      <a:pt x="311632" y="261676"/>
                    </a:cubicBezTo>
                    <a:cubicBezTo>
                      <a:pt x="309253" y="260486"/>
                      <a:pt x="308064" y="256918"/>
                      <a:pt x="306874" y="255729"/>
                    </a:cubicBezTo>
                    <a:cubicBezTo>
                      <a:pt x="303306" y="253350"/>
                      <a:pt x="300927" y="254539"/>
                      <a:pt x="298548" y="255729"/>
                    </a:cubicBezTo>
                    <a:cubicBezTo>
                      <a:pt x="298548" y="255729"/>
                      <a:pt x="298548" y="255729"/>
                      <a:pt x="298548" y="254539"/>
                    </a:cubicBezTo>
                    <a:cubicBezTo>
                      <a:pt x="296169" y="248592"/>
                      <a:pt x="297359" y="241455"/>
                      <a:pt x="293790" y="236698"/>
                    </a:cubicBezTo>
                    <a:cubicBezTo>
                      <a:pt x="292601" y="235508"/>
                      <a:pt x="290222" y="231940"/>
                      <a:pt x="287843" y="231940"/>
                    </a:cubicBezTo>
                    <a:cubicBezTo>
                      <a:pt x="284275" y="230751"/>
                      <a:pt x="281896" y="231940"/>
                      <a:pt x="279517" y="229561"/>
                    </a:cubicBezTo>
                    <a:cubicBezTo>
                      <a:pt x="273570" y="227182"/>
                      <a:pt x="267623" y="227182"/>
                      <a:pt x="262865" y="223614"/>
                    </a:cubicBezTo>
                    <a:cubicBezTo>
                      <a:pt x="258107" y="220045"/>
                      <a:pt x="252160" y="216477"/>
                      <a:pt x="247402" y="214098"/>
                    </a:cubicBezTo>
                    <a:cubicBezTo>
                      <a:pt x="241455" y="210530"/>
                      <a:pt x="234318" y="208151"/>
                      <a:pt x="228371" y="205772"/>
                    </a:cubicBezTo>
                    <a:cubicBezTo>
                      <a:pt x="223614" y="203393"/>
                      <a:pt x="218856" y="199825"/>
                      <a:pt x="214098" y="196257"/>
                    </a:cubicBezTo>
                    <a:cubicBezTo>
                      <a:pt x="209340" y="192689"/>
                      <a:pt x="204583" y="187931"/>
                      <a:pt x="198635" y="185552"/>
                    </a:cubicBezTo>
                    <a:cubicBezTo>
                      <a:pt x="192688" y="181984"/>
                      <a:pt x="186741" y="180794"/>
                      <a:pt x="183173" y="176036"/>
                    </a:cubicBezTo>
                    <a:cubicBezTo>
                      <a:pt x="179604" y="171279"/>
                      <a:pt x="177226" y="165332"/>
                      <a:pt x="177226" y="159384"/>
                    </a:cubicBezTo>
                    <a:cubicBezTo>
                      <a:pt x="168900" y="154627"/>
                      <a:pt x="167710" y="133217"/>
                      <a:pt x="153437" y="135596"/>
                    </a:cubicBezTo>
                    <a:cubicBezTo>
                      <a:pt x="149869" y="135596"/>
                      <a:pt x="148679" y="137975"/>
                      <a:pt x="145111" y="136785"/>
                    </a:cubicBezTo>
                    <a:cubicBezTo>
                      <a:pt x="142732" y="135596"/>
                      <a:pt x="140353" y="133217"/>
                      <a:pt x="136785" y="132027"/>
                    </a:cubicBezTo>
                    <a:cubicBezTo>
                      <a:pt x="130838" y="129649"/>
                      <a:pt x="124891" y="126080"/>
                      <a:pt x="120133" y="123701"/>
                    </a:cubicBezTo>
                    <a:cubicBezTo>
                      <a:pt x="117754" y="122512"/>
                      <a:pt x="115375" y="122512"/>
                      <a:pt x="114185" y="121323"/>
                    </a:cubicBezTo>
                    <a:cubicBezTo>
                      <a:pt x="111807" y="118944"/>
                      <a:pt x="112996" y="116565"/>
                      <a:pt x="111807" y="115375"/>
                    </a:cubicBezTo>
                    <a:cubicBezTo>
                      <a:pt x="109428" y="111807"/>
                      <a:pt x="102291" y="108239"/>
                      <a:pt x="98723" y="107049"/>
                    </a:cubicBezTo>
                    <a:cubicBezTo>
                      <a:pt x="91586" y="103481"/>
                      <a:pt x="77313" y="92776"/>
                      <a:pt x="68987" y="96344"/>
                    </a:cubicBezTo>
                    <a:cubicBezTo>
                      <a:pt x="68987" y="98723"/>
                      <a:pt x="72555" y="102291"/>
                      <a:pt x="70177" y="104670"/>
                    </a:cubicBezTo>
                    <a:cubicBezTo>
                      <a:pt x="67798" y="107049"/>
                      <a:pt x="64229" y="103481"/>
                      <a:pt x="61850" y="102291"/>
                    </a:cubicBezTo>
                    <a:cubicBezTo>
                      <a:pt x="57093" y="101102"/>
                      <a:pt x="58282" y="103481"/>
                      <a:pt x="55903" y="107049"/>
                    </a:cubicBezTo>
                    <a:cubicBezTo>
                      <a:pt x="53525" y="110617"/>
                      <a:pt x="51146" y="109428"/>
                      <a:pt x="47577" y="110617"/>
                    </a:cubicBezTo>
                    <a:cubicBezTo>
                      <a:pt x="42819" y="112996"/>
                      <a:pt x="39251" y="120133"/>
                      <a:pt x="40441" y="124891"/>
                    </a:cubicBezTo>
                    <a:cubicBezTo>
                      <a:pt x="41630" y="130838"/>
                      <a:pt x="47577" y="133217"/>
                      <a:pt x="44009" y="140353"/>
                    </a:cubicBezTo>
                    <a:cubicBezTo>
                      <a:pt x="39251" y="142732"/>
                      <a:pt x="33304" y="140353"/>
                      <a:pt x="28546" y="140353"/>
                    </a:cubicBezTo>
                    <a:cubicBezTo>
                      <a:pt x="23789" y="140353"/>
                      <a:pt x="21410" y="140353"/>
                      <a:pt x="16652" y="141543"/>
                    </a:cubicBezTo>
                    <a:cubicBezTo>
                      <a:pt x="17842" y="140353"/>
                      <a:pt x="17842" y="139164"/>
                      <a:pt x="19031" y="137975"/>
                    </a:cubicBezTo>
                    <a:cubicBezTo>
                      <a:pt x="20220" y="133217"/>
                      <a:pt x="17842" y="121323"/>
                      <a:pt x="16652" y="116565"/>
                    </a:cubicBezTo>
                    <a:cubicBezTo>
                      <a:pt x="15463" y="110617"/>
                      <a:pt x="13083" y="104670"/>
                      <a:pt x="11894" y="97534"/>
                    </a:cubicBezTo>
                    <a:cubicBezTo>
                      <a:pt x="9515" y="84450"/>
                      <a:pt x="0" y="23789"/>
                      <a:pt x="0" y="17842"/>
                    </a:cubicBezTo>
                    <a:cubicBezTo>
                      <a:pt x="11894" y="13084"/>
                      <a:pt x="57093" y="10705"/>
                      <a:pt x="59472" y="8326"/>
                    </a:cubicBezTo>
                    <a:cubicBezTo>
                      <a:pt x="61850" y="7137"/>
                      <a:pt x="61850" y="3568"/>
                      <a:pt x="63040" y="0"/>
                    </a:cubicBezTo>
                    <a:cubicBezTo>
                      <a:pt x="63040" y="1190"/>
                      <a:pt x="63040" y="1190"/>
                      <a:pt x="63040" y="2379"/>
                    </a:cubicBezTo>
                    <a:cubicBezTo>
                      <a:pt x="63040" y="4758"/>
                      <a:pt x="61850" y="7137"/>
                      <a:pt x="60661" y="9516"/>
                    </a:cubicBezTo>
                    <a:cubicBezTo>
                      <a:pt x="58282" y="15463"/>
                      <a:pt x="58282" y="20221"/>
                      <a:pt x="60661" y="26168"/>
                    </a:cubicBezTo>
                    <a:cubicBezTo>
                      <a:pt x="61850" y="33304"/>
                      <a:pt x="63040" y="35683"/>
                      <a:pt x="70177" y="36873"/>
                    </a:cubicBezTo>
                    <a:cubicBezTo>
                      <a:pt x="74934" y="38062"/>
                      <a:pt x="80881" y="38062"/>
                      <a:pt x="83260" y="44009"/>
                    </a:cubicBezTo>
                    <a:cubicBezTo>
                      <a:pt x="90397" y="44009"/>
                      <a:pt x="96344" y="42820"/>
                      <a:pt x="101102" y="39251"/>
                    </a:cubicBezTo>
                    <a:cubicBezTo>
                      <a:pt x="103481" y="38062"/>
                      <a:pt x="107049" y="33304"/>
                      <a:pt x="110617" y="32115"/>
                    </a:cubicBezTo>
                    <a:cubicBezTo>
                      <a:pt x="110617" y="33304"/>
                      <a:pt x="111807" y="34494"/>
                      <a:pt x="111807" y="35683"/>
                    </a:cubicBezTo>
                    <a:cubicBezTo>
                      <a:pt x="114185" y="39251"/>
                      <a:pt x="123701" y="41630"/>
                      <a:pt x="127269" y="44009"/>
                    </a:cubicBezTo>
                    <a:cubicBezTo>
                      <a:pt x="132027" y="46388"/>
                      <a:pt x="136785" y="51146"/>
                      <a:pt x="141543" y="52335"/>
                    </a:cubicBezTo>
                    <a:cubicBezTo>
                      <a:pt x="154627" y="55904"/>
                      <a:pt x="166521" y="47577"/>
                      <a:pt x="179604" y="46388"/>
                    </a:cubicBezTo>
                    <a:cubicBezTo>
                      <a:pt x="208151" y="45199"/>
                      <a:pt x="234318" y="44009"/>
                      <a:pt x="245023" y="71366"/>
                    </a:cubicBezTo>
                    <a:cubicBezTo>
                      <a:pt x="247402" y="71366"/>
                      <a:pt x="249781" y="72556"/>
                      <a:pt x="252160" y="71366"/>
                    </a:cubicBezTo>
                    <a:cubicBezTo>
                      <a:pt x="255729" y="83260"/>
                      <a:pt x="249781" y="101102"/>
                      <a:pt x="261676" y="108239"/>
                    </a:cubicBezTo>
                    <a:cubicBezTo>
                      <a:pt x="268812" y="111807"/>
                      <a:pt x="271191" y="110617"/>
                      <a:pt x="274759" y="118944"/>
                    </a:cubicBezTo>
                    <a:cubicBezTo>
                      <a:pt x="277138" y="124891"/>
                      <a:pt x="280706" y="130838"/>
                      <a:pt x="280706" y="136785"/>
                    </a:cubicBezTo>
                    <a:cubicBezTo>
                      <a:pt x="286654" y="136785"/>
                      <a:pt x="291412" y="134406"/>
                      <a:pt x="297359" y="133217"/>
                    </a:cubicBezTo>
                    <a:cubicBezTo>
                      <a:pt x="299737" y="133217"/>
                      <a:pt x="303306" y="133217"/>
                      <a:pt x="305685" y="132027"/>
                    </a:cubicBezTo>
                    <a:cubicBezTo>
                      <a:pt x="308064" y="132027"/>
                      <a:pt x="310442" y="128459"/>
                      <a:pt x="311632" y="128459"/>
                    </a:cubicBezTo>
                    <a:cubicBezTo>
                      <a:pt x="323526" y="128459"/>
                      <a:pt x="327095" y="145111"/>
                      <a:pt x="337799" y="135596"/>
                    </a:cubicBezTo>
                    <a:cubicBezTo>
                      <a:pt x="344936" y="129649"/>
                      <a:pt x="349693" y="117754"/>
                      <a:pt x="355641" y="110617"/>
                    </a:cubicBezTo>
                    <a:cubicBezTo>
                      <a:pt x="361588" y="103481"/>
                      <a:pt x="372293" y="97534"/>
                      <a:pt x="374672" y="88018"/>
                    </a:cubicBezTo>
                    <a:cubicBezTo>
                      <a:pt x="374672" y="88018"/>
                      <a:pt x="375861" y="88018"/>
                      <a:pt x="375861" y="88018"/>
                    </a:cubicBezTo>
                    <a:cubicBezTo>
                      <a:pt x="375861" y="88018"/>
                      <a:pt x="374672" y="89208"/>
                      <a:pt x="375861" y="89208"/>
                    </a:cubicBezTo>
                    <a:cubicBezTo>
                      <a:pt x="377051" y="91587"/>
                      <a:pt x="379429" y="92776"/>
                      <a:pt x="379429" y="95155"/>
                    </a:cubicBezTo>
                    <a:cubicBezTo>
                      <a:pt x="378240" y="96344"/>
                      <a:pt x="363967" y="114186"/>
                      <a:pt x="367535" y="116565"/>
                    </a:cubicBezTo>
                    <a:cubicBezTo>
                      <a:pt x="371104" y="118944"/>
                      <a:pt x="379429" y="120133"/>
                      <a:pt x="381808" y="122512"/>
                    </a:cubicBezTo>
                    <a:cubicBezTo>
                      <a:pt x="384187" y="124891"/>
                      <a:pt x="390135" y="129649"/>
                      <a:pt x="392514" y="128459"/>
                    </a:cubicBezTo>
                    <a:cubicBezTo>
                      <a:pt x="396082" y="126080"/>
                      <a:pt x="397271" y="116565"/>
                      <a:pt x="398461" y="117754"/>
                    </a:cubicBezTo>
                    <a:cubicBezTo>
                      <a:pt x="400840" y="120133"/>
                      <a:pt x="417491" y="129649"/>
                      <a:pt x="413923" y="13321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8BE31CAB-732E-B214-FB5A-0DBCBBEE6237}"/>
                  </a:ext>
                </a:extLst>
              </p:cNvPr>
              <p:cNvSpPr/>
              <p:nvPr/>
            </p:nvSpPr>
            <p:spPr>
              <a:xfrm>
                <a:off x="7495677" y="3371886"/>
                <a:ext cx="186932" cy="153676"/>
              </a:xfrm>
              <a:custGeom>
                <a:avLst/>
                <a:gdLst>
                  <a:gd name="connsiteX0" fmla="*/ 186741 w 186932"/>
                  <a:gd name="connsiteY0" fmla="*/ 140593 h 153676"/>
                  <a:gd name="connsiteX1" fmla="*/ 183173 w 186932"/>
                  <a:gd name="connsiteY1" fmla="*/ 146540 h 153676"/>
                  <a:gd name="connsiteX2" fmla="*/ 178415 w 186932"/>
                  <a:gd name="connsiteY2" fmla="*/ 141782 h 153676"/>
                  <a:gd name="connsiteX3" fmla="*/ 174847 w 186932"/>
                  <a:gd name="connsiteY3" fmla="*/ 145351 h 153676"/>
                  <a:gd name="connsiteX4" fmla="*/ 171279 w 186932"/>
                  <a:gd name="connsiteY4" fmla="*/ 148919 h 153676"/>
                  <a:gd name="connsiteX5" fmla="*/ 151058 w 186932"/>
                  <a:gd name="connsiteY5" fmla="*/ 135835 h 153676"/>
                  <a:gd name="connsiteX6" fmla="*/ 146301 w 186932"/>
                  <a:gd name="connsiteY6" fmla="*/ 132267 h 153676"/>
                  <a:gd name="connsiteX7" fmla="*/ 141543 w 186932"/>
                  <a:gd name="connsiteY7" fmla="*/ 135835 h 153676"/>
                  <a:gd name="connsiteX8" fmla="*/ 128460 w 186932"/>
                  <a:gd name="connsiteY8" fmla="*/ 131077 h 153676"/>
                  <a:gd name="connsiteX9" fmla="*/ 116565 w 186932"/>
                  <a:gd name="connsiteY9" fmla="*/ 127509 h 153676"/>
                  <a:gd name="connsiteX10" fmla="*/ 107049 w 186932"/>
                  <a:gd name="connsiteY10" fmla="*/ 135835 h 153676"/>
                  <a:gd name="connsiteX11" fmla="*/ 99913 w 186932"/>
                  <a:gd name="connsiteY11" fmla="*/ 145351 h 153676"/>
                  <a:gd name="connsiteX12" fmla="*/ 93966 w 186932"/>
                  <a:gd name="connsiteY12" fmla="*/ 153677 h 153676"/>
                  <a:gd name="connsiteX13" fmla="*/ 89208 w 186932"/>
                  <a:gd name="connsiteY13" fmla="*/ 150108 h 153676"/>
                  <a:gd name="connsiteX14" fmla="*/ 77313 w 186932"/>
                  <a:gd name="connsiteY14" fmla="*/ 152487 h 153676"/>
                  <a:gd name="connsiteX15" fmla="*/ 67798 w 186932"/>
                  <a:gd name="connsiteY15" fmla="*/ 144161 h 153676"/>
                  <a:gd name="connsiteX16" fmla="*/ 54714 w 186932"/>
                  <a:gd name="connsiteY16" fmla="*/ 139403 h 153676"/>
                  <a:gd name="connsiteX17" fmla="*/ 42820 w 186932"/>
                  <a:gd name="connsiteY17" fmla="*/ 132267 h 153676"/>
                  <a:gd name="connsiteX18" fmla="*/ 39252 w 186932"/>
                  <a:gd name="connsiteY18" fmla="*/ 127509 h 153676"/>
                  <a:gd name="connsiteX19" fmla="*/ 38062 w 186932"/>
                  <a:gd name="connsiteY19" fmla="*/ 120372 h 153676"/>
                  <a:gd name="connsiteX20" fmla="*/ 36873 w 186932"/>
                  <a:gd name="connsiteY20" fmla="*/ 113236 h 153676"/>
                  <a:gd name="connsiteX21" fmla="*/ 34494 w 186932"/>
                  <a:gd name="connsiteY21" fmla="*/ 107289 h 153676"/>
                  <a:gd name="connsiteX22" fmla="*/ 30926 w 186932"/>
                  <a:gd name="connsiteY22" fmla="*/ 94205 h 153676"/>
                  <a:gd name="connsiteX23" fmla="*/ 33305 w 186932"/>
                  <a:gd name="connsiteY23" fmla="*/ 88258 h 153676"/>
                  <a:gd name="connsiteX24" fmla="*/ 35683 w 186932"/>
                  <a:gd name="connsiteY24" fmla="*/ 82310 h 153676"/>
                  <a:gd name="connsiteX25" fmla="*/ 41630 w 186932"/>
                  <a:gd name="connsiteY25" fmla="*/ 78742 h 153676"/>
                  <a:gd name="connsiteX26" fmla="*/ 41630 w 186932"/>
                  <a:gd name="connsiteY26" fmla="*/ 71605 h 153676"/>
                  <a:gd name="connsiteX27" fmla="*/ 34494 w 186932"/>
                  <a:gd name="connsiteY27" fmla="*/ 70416 h 153676"/>
                  <a:gd name="connsiteX28" fmla="*/ 32115 w 186932"/>
                  <a:gd name="connsiteY28" fmla="*/ 65658 h 153676"/>
                  <a:gd name="connsiteX29" fmla="*/ 23789 w 186932"/>
                  <a:gd name="connsiteY29" fmla="*/ 59711 h 153676"/>
                  <a:gd name="connsiteX30" fmla="*/ 19031 w 186932"/>
                  <a:gd name="connsiteY30" fmla="*/ 56143 h 153676"/>
                  <a:gd name="connsiteX31" fmla="*/ 15463 w 186932"/>
                  <a:gd name="connsiteY31" fmla="*/ 50196 h 153676"/>
                  <a:gd name="connsiteX32" fmla="*/ 2379 w 186932"/>
                  <a:gd name="connsiteY32" fmla="*/ 49006 h 153676"/>
                  <a:gd name="connsiteX33" fmla="*/ 0 w 186932"/>
                  <a:gd name="connsiteY33" fmla="*/ 41870 h 153676"/>
                  <a:gd name="connsiteX34" fmla="*/ 2379 w 186932"/>
                  <a:gd name="connsiteY34" fmla="*/ 35922 h 153676"/>
                  <a:gd name="connsiteX35" fmla="*/ 11894 w 186932"/>
                  <a:gd name="connsiteY35" fmla="*/ 27596 h 153676"/>
                  <a:gd name="connsiteX36" fmla="*/ 11894 w 186932"/>
                  <a:gd name="connsiteY36" fmla="*/ 24028 h 153676"/>
                  <a:gd name="connsiteX37" fmla="*/ 11894 w 186932"/>
                  <a:gd name="connsiteY37" fmla="*/ 22839 h 153676"/>
                  <a:gd name="connsiteX38" fmla="*/ 22600 w 186932"/>
                  <a:gd name="connsiteY38" fmla="*/ 20460 h 153676"/>
                  <a:gd name="connsiteX39" fmla="*/ 34494 w 186932"/>
                  <a:gd name="connsiteY39" fmla="*/ 16892 h 153676"/>
                  <a:gd name="connsiteX40" fmla="*/ 45199 w 186932"/>
                  <a:gd name="connsiteY40" fmla="*/ 4997 h 153676"/>
                  <a:gd name="connsiteX41" fmla="*/ 49956 w 186932"/>
                  <a:gd name="connsiteY41" fmla="*/ 2618 h 153676"/>
                  <a:gd name="connsiteX42" fmla="*/ 57093 w 186932"/>
                  <a:gd name="connsiteY42" fmla="*/ 6187 h 153676"/>
                  <a:gd name="connsiteX43" fmla="*/ 60662 w 186932"/>
                  <a:gd name="connsiteY43" fmla="*/ 3808 h 153676"/>
                  <a:gd name="connsiteX44" fmla="*/ 66609 w 186932"/>
                  <a:gd name="connsiteY44" fmla="*/ 3808 h 153676"/>
                  <a:gd name="connsiteX45" fmla="*/ 70177 w 186932"/>
                  <a:gd name="connsiteY45" fmla="*/ 239 h 153676"/>
                  <a:gd name="connsiteX46" fmla="*/ 77313 w 186932"/>
                  <a:gd name="connsiteY46" fmla="*/ 6187 h 153676"/>
                  <a:gd name="connsiteX47" fmla="*/ 82071 w 186932"/>
                  <a:gd name="connsiteY47" fmla="*/ 18081 h 153676"/>
                  <a:gd name="connsiteX48" fmla="*/ 91587 w 186932"/>
                  <a:gd name="connsiteY48" fmla="*/ 31165 h 153676"/>
                  <a:gd name="connsiteX49" fmla="*/ 96345 w 186932"/>
                  <a:gd name="connsiteY49" fmla="*/ 34733 h 153676"/>
                  <a:gd name="connsiteX50" fmla="*/ 97534 w 186932"/>
                  <a:gd name="connsiteY50" fmla="*/ 41870 h 153676"/>
                  <a:gd name="connsiteX51" fmla="*/ 107049 w 186932"/>
                  <a:gd name="connsiteY51" fmla="*/ 47817 h 153676"/>
                  <a:gd name="connsiteX52" fmla="*/ 128460 w 186932"/>
                  <a:gd name="connsiteY52" fmla="*/ 50196 h 153676"/>
                  <a:gd name="connsiteX53" fmla="*/ 130838 w 186932"/>
                  <a:gd name="connsiteY53" fmla="*/ 56143 h 153676"/>
                  <a:gd name="connsiteX54" fmla="*/ 148679 w 186932"/>
                  <a:gd name="connsiteY54" fmla="*/ 64469 h 153676"/>
                  <a:gd name="connsiteX55" fmla="*/ 153437 w 186932"/>
                  <a:gd name="connsiteY55" fmla="*/ 77553 h 153676"/>
                  <a:gd name="connsiteX56" fmla="*/ 168900 w 186932"/>
                  <a:gd name="connsiteY56" fmla="*/ 89447 h 153676"/>
                  <a:gd name="connsiteX57" fmla="*/ 171279 w 186932"/>
                  <a:gd name="connsiteY57" fmla="*/ 101341 h 153676"/>
                  <a:gd name="connsiteX58" fmla="*/ 172468 w 186932"/>
                  <a:gd name="connsiteY58" fmla="*/ 110857 h 153676"/>
                  <a:gd name="connsiteX59" fmla="*/ 177226 w 186932"/>
                  <a:gd name="connsiteY59" fmla="*/ 119183 h 153676"/>
                  <a:gd name="connsiteX60" fmla="*/ 183173 w 186932"/>
                  <a:gd name="connsiteY60" fmla="*/ 122751 h 153676"/>
                  <a:gd name="connsiteX61" fmla="*/ 186741 w 186932"/>
                  <a:gd name="connsiteY61" fmla="*/ 140593 h 153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86932" h="153676">
                    <a:moveTo>
                      <a:pt x="186741" y="140593"/>
                    </a:moveTo>
                    <a:cubicBezTo>
                      <a:pt x="185552" y="141782"/>
                      <a:pt x="184362" y="146540"/>
                      <a:pt x="183173" y="146540"/>
                    </a:cubicBezTo>
                    <a:cubicBezTo>
                      <a:pt x="181984" y="145351"/>
                      <a:pt x="179605" y="141782"/>
                      <a:pt x="178415" y="141782"/>
                    </a:cubicBezTo>
                    <a:cubicBezTo>
                      <a:pt x="177226" y="141782"/>
                      <a:pt x="176037" y="142972"/>
                      <a:pt x="174847" y="145351"/>
                    </a:cubicBezTo>
                    <a:cubicBezTo>
                      <a:pt x="173658" y="146540"/>
                      <a:pt x="171279" y="147729"/>
                      <a:pt x="171279" y="148919"/>
                    </a:cubicBezTo>
                    <a:cubicBezTo>
                      <a:pt x="162953" y="146540"/>
                      <a:pt x="151058" y="139403"/>
                      <a:pt x="151058" y="135835"/>
                    </a:cubicBezTo>
                    <a:cubicBezTo>
                      <a:pt x="148679" y="135835"/>
                      <a:pt x="146301" y="132267"/>
                      <a:pt x="146301" y="132267"/>
                    </a:cubicBezTo>
                    <a:cubicBezTo>
                      <a:pt x="143922" y="132267"/>
                      <a:pt x="143922" y="134646"/>
                      <a:pt x="141543" y="135835"/>
                    </a:cubicBezTo>
                    <a:cubicBezTo>
                      <a:pt x="136785" y="137024"/>
                      <a:pt x="132028" y="135835"/>
                      <a:pt x="128460" y="131077"/>
                    </a:cubicBezTo>
                    <a:cubicBezTo>
                      <a:pt x="123702" y="131077"/>
                      <a:pt x="122512" y="126320"/>
                      <a:pt x="116565" y="127509"/>
                    </a:cubicBezTo>
                    <a:cubicBezTo>
                      <a:pt x="114186" y="133456"/>
                      <a:pt x="111807" y="132267"/>
                      <a:pt x="107049" y="135835"/>
                    </a:cubicBezTo>
                    <a:cubicBezTo>
                      <a:pt x="103481" y="138214"/>
                      <a:pt x="102292" y="141782"/>
                      <a:pt x="99913" y="145351"/>
                    </a:cubicBezTo>
                    <a:cubicBezTo>
                      <a:pt x="97534" y="147729"/>
                      <a:pt x="96345" y="151298"/>
                      <a:pt x="93966" y="153677"/>
                    </a:cubicBezTo>
                    <a:cubicBezTo>
                      <a:pt x="92777" y="151298"/>
                      <a:pt x="90397" y="150108"/>
                      <a:pt x="89208" y="150108"/>
                    </a:cubicBezTo>
                    <a:cubicBezTo>
                      <a:pt x="84450" y="148919"/>
                      <a:pt x="82071" y="152487"/>
                      <a:pt x="77313" y="152487"/>
                    </a:cubicBezTo>
                    <a:cubicBezTo>
                      <a:pt x="71366" y="152487"/>
                      <a:pt x="70177" y="147729"/>
                      <a:pt x="67798" y="144161"/>
                    </a:cubicBezTo>
                    <a:cubicBezTo>
                      <a:pt x="65419" y="140593"/>
                      <a:pt x="58283" y="140593"/>
                      <a:pt x="54714" y="139403"/>
                    </a:cubicBezTo>
                    <a:cubicBezTo>
                      <a:pt x="49956" y="138214"/>
                      <a:pt x="46388" y="137024"/>
                      <a:pt x="42820" y="132267"/>
                    </a:cubicBezTo>
                    <a:cubicBezTo>
                      <a:pt x="41630" y="131077"/>
                      <a:pt x="39252" y="128698"/>
                      <a:pt x="39252" y="127509"/>
                    </a:cubicBezTo>
                    <a:cubicBezTo>
                      <a:pt x="38062" y="125130"/>
                      <a:pt x="38062" y="122751"/>
                      <a:pt x="38062" y="120372"/>
                    </a:cubicBezTo>
                    <a:cubicBezTo>
                      <a:pt x="36873" y="117994"/>
                      <a:pt x="36873" y="115615"/>
                      <a:pt x="36873" y="113236"/>
                    </a:cubicBezTo>
                    <a:cubicBezTo>
                      <a:pt x="35683" y="110857"/>
                      <a:pt x="34494" y="109668"/>
                      <a:pt x="34494" y="107289"/>
                    </a:cubicBezTo>
                    <a:cubicBezTo>
                      <a:pt x="33305" y="102531"/>
                      <a:pt x="30926" y="98962"/>
                      <a:pt x="30926" y="94205"/>
                    </a:cubicBezTo>
                    <a:cubicBezTo>
                      <a:pt x="30926" y="90636"/>
                      <a:pt x="32115" y="90636"/>
                      <a:pt x="33305" y="88258"/>
                    </a:cubicBezTo>
                    <a:cubicBezTo>
                      <a:pt x="34494" y="85879"/>
                      <a:pt x="34494" y="83500"/>
                      <a:pt x="35683" y="82310"/>
                    </a:cubicBezTo>
                    <a:cubicBezTo>
                      <a:pt x="36873" y="81121"/>
                      <a:pt x="40441" y="81121"/>
                      <a:pt x="41630" y="78742"/>
                    </a:cubicBezTo>
                    <a:cubicBezTo>
                      <a:pt x="42820" y="76363"/>
                      <a:pt x="41630" y="73984"/>
                      <a:pt x="41630" y="71605"/>
                    </a:cubicBezTo>
                    <a:cubicBezTo>
                      <a:pt x="39252" y="71605"/>
                      <a:pt x="36873" y="71605"/>
                      <a:pt x="34494" y="70416"/>
                    </a:cubicBezTo>
                    <a:cubicBezTo>
                      <a:pt x="33305" y="69227"/>
                      <a:pt x="33305" y="66848"/>
                      <a:pt x="32115" y="65658"/>
                    </a:cubicBezTo>
                    <a:cubicBezTo>
                      <a:pt x="30926" y="63279"/>
                      <a:pt x="26168" y="60901"/>
                      <a:pt x="23789" y="59711"/>
                    </a:cubicBezTo>
                    <a:cubicBezTo>
                      <a:pt x="22600" y="58522"/>
                      <a:pt x="20221" y="57332"/>
                      <a:pt x="19031" y="56143"/>
                    </a:cubicBezTo>
                    <a:cubicBezTo>
                      <a:pt x="17842" y="54953"/>
                      <a:pt x="17842" y="51385"/>
                      <a:pt x="15463" y="50196"/>
                    </a:cubicBezTo>
                    <a:cubicBezTo>
                      <a:pt x="11894" y="46627"/>
                      <a:pt x="5947" y="53764"/>
                      <a:pt x="2379" y="49006"/>
                    </a:cubicBezTo>
                    <a:cubicBezTo>
                      <a:pt x="1190" y="47817"/>
                      <a:pt x="0" y="44249"/>
                      <a:pt x="0" y="41870"/>
                    </a:cubicBezTo>
                    <a:cubicBezTo>
                      <a:pt x="0" y="38301"/>
                      <a:pt x="0" y="38301"/>
                      <a:pt x="2379" y="35922"/>
                    </a:cubicBezTo>
                    <a:cubicBezTo>
                      <a:pt x="5947" y="33544"/>
                      <a:pt x="9516" y="31165"/>
                      <a:pt x="11894" y="27596"/>
                    </a:cubicBezTo>
                    <a:cubicBezTo>
                      <a:pt x="11894" y="26407"/>
                      <a:pt x="10705" y="25218"/>
                      <a:pt x="11894" y="24028"/>
                    </a:cubicBezTo>
                    <a:cubicBezTo>
                      <a:pt x="11894" y="24028"/>
                      <a:pt x="11894" y="24028"/>
                      <a:pt x="11894" y="22839"/>
                    </a:cubicBezTo>
                    <a:cubicBezTo>
                      <a:pt x="15463" y="24028"/>
                      <a:pt x="19031" y="21649"/>
                      <a:pt x="22600" y="20460"/>
                    </a:cubicBezTo>
                    <a:cubicBezTo>
                      <a:pt x="27358" y="19270"/>
                      <a:pt x="30926" y="19270"/>
                      <a:pt x="34494" y="16892"/>
                    </a:cubicBezTo>
                    <a:cubicBezTo>
                      <a:pt x="39252" y="14513"/>
                      <a:pt x="42820" y="10944"/>
                      <a:pt x="45199" y="4997"/>
                    </a:cubicBezTo>
                    <a:cubicBezTo>
                      <a:pt x="47577" y="3808"/>
                      <a:pt x="47577" y="1429"/>
                      <a:pt x="49956" y="2618"/>
                    </a:cubicBezTo>
                    <a:cubicBezTo>
                      <a:pt x="52335" y="3808"/>
                      <a:pt x="55904" y="8566"/>
                      <a:pt x="57093" y="6187"/>
                    </a:cubicBezTo>
                    <a:cubicBezTo>
                      <a:pt x="58283" y="4997"/>
                      <a:pt x="58283" y="2618"/>
                      <a:pt x="60662" y="3808"/>
                    </a:cubicBezTo>
                    <a:cubicBezTo>
                      <a:pt x="63041" y="3808"/>
                      <a:pt x="66609" y="4997"/>
                      <a:pt x="66609" y="3808"/>
                    </a:cubicBezTo>
                    <a:cubicBezTo>
                      <a:pt x="66609" y="2618"/>
                      <a:pt x="67798" y="-950"/>
                      <a:pt x="70177" y="239"/>
                    </a:cubicBezTo>
                    <a:cubicBezTo>
                      <a:pt x="72556" y="1429"/>
                      <a:pt x="76124" y="3808"/>
                      <a:pt x="77313" y="6187"/>
                    </a:cubicBezTo>
                    <a:cubicBezTo>
                      <a:pt x="77313" y="8566"/>
                      <a:pt x="79692" y="14513"/>
                      <a:pt x="82071" y="18081"/>
                    </a:cubicBezTo>
                    <a:cubicBezTo>
                      <a:pt x="84450" y="21649"/>
                      <a:pt x="89208" y="29975"/>
                      <a:pt x="91587" y="31165"/>
                    </a:cubicBezTo>
                    <a:cubicBezTo>
                      <a:pt x="93966" y="32354"/>
                      <a:pt x="96345" y="33544"/>
                      <a:pt x="96345" y="34733"/>
                    </a:cubicBezTo>
                    <a:cubicBezTo>
                      <a:pt x="96345" y="37112"/>
                      <a:pt x="95155" y="40680"/>
                      <a:pt x="97534" y="41870"/>
                    </a:cubicBezTo>
                    <a:cubicBezTo>
                      <a:pt x="99913" y="43059"/>
                      <a:pt x="101102" y="47817"/>
                      <a:pt x="107049" y="47817"/>
                    </a:cubicBezTo>
                    <a:cubicBezTo>
                      <a:pt x="111807" y="47817"/>
                      <a:pt x="128460" y="47817"/>
                      <a:pt x="128460" y="50196"/>
                    </a:cubicBezTo>
                    <a:cubicBezTo>
                      <a:pt x="128460" y="52575"/>
                      <a:pt x="128460" y="56143"/>
                      <a:pt x="130838" y="56143"/>
                    </a:cubicBezTo>
                    <a:cubicBezTo>
                      <a:pt x="133217" y="56143"/>
                      <a:pt x="147490" y="60901"/>
                      <a:pt x="148679" y="64469"/>
                    </a:cubicBezTo>
                    <a:cubicBezTo>
                      <a:pt x="149869" y="69227"/>
                      <a:pt x="151058" y="73984"/>
                      <a:pt x="153437" y="77553"/>
                    </a:cubicBezTo>
                    <a:cubicBezTo>
                      <a:pt x="155816" y="81121"/>
                      <a:pt x="166521" y="85879"/>
                      <a:pt x="168900" y="89447"/>
                    </a:cubicBezTo>
                    <a:cubicBezTo>
                      <a:pt x="170090" y="91826"/>
                      <a:pt x="171279" y="96584"/>
                      <a:pt x="171279" y="101341"/>
                    </a:cubicBezTo>
                    <a:cubicBezTo>
                      <a:pt x="170090" y="106099"/>
                      <a:pt x="171279" y="108478"/>
                      <a:pt x="172468" y="110857"/>
                    </a:cubicBezTo>
                    <a:cubicBezTo>
                      <a:pt x="173658" y="113236"/>
                      <a:pt x="174847" y="119183"/>
                      <a:pt x="177226" y="119183"/>
                    </a:cubicBezTo>
                    <a:cubicBezTo>
                      <a:pt x="179605" y="120372"/>
                      <a:pt x="181984" y="117994"/>
                      <a:pt x="183173" y="122751"/>
                    </a:cubicBezTo>
                    <a:cubicBezTo>
                      <a:pt x="183173" y="128698"/>
                      <a:pt x="187931" y="139403"/>
                      <a:pt x="186741" y="140593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1D286C91-D3DB-F9AD-0CA1-551A751A16C6}"/>
                  </a:ext>
                </a:extLst>
              </p:cNvPr>
              <p:cNvSpPr/>
              <p:nvPr/>
            </p:nvSpPr>
            <p:spPr>
              <a:xfrm>
                <a:off x="7199508" y="3339518"/>
                <a:ext cx="343861" cy="284355"/>
              </a:xfrm>
              <a:custGeom>
                <a:avLst/>
                <a:gdLst>
                  <a:gd name="connsiteX0" fmla="*/ 343746 w 343861"/>
                  <a:gd name="connsiteY0" fmla="*/ 25471 h 284355"/>
                  <a:gd name="connsiteX1" fmla="*/ 340178 w 343861"/>
                  <a:gd name="connsiteY1" fmla="*/ 31418 h 284355"/>
                  <a:gd name="connsiteX2" fmla="*/ 337799 w 343861"/>
                  <a:gd name="connsiteY2" fmla="*/ 37365 h 284355"/>
                  <a:gd name="connsiteX3" fmla="*/ 337799 w 343861"/>
                  <a:gd name="connsiteY3" fmla="*/ 37365 h 284355"/>
                  <a:gd name="connsiteX4" fmla="*/ 327095 w 343861"/>
                  <a:gd name="connsiteY4" fmla="*/ 49260 h 284355"/>
                  <a:gd name="connsiteX5" fmla="*/ 315200 w 343861"/>
                  <a:gd name="connsiteY5" fmla="*/ 52828 h 284355"/>
                  <a:gd name="connsiteX6" fmla="*/ 304495 w 343861"/>
                  <a:gd name="connsiteY6" fmla="*/ 55207 h 284355"/>
                  <a:gd name="connsiteX7" fmla="*/ 304495 w 343861"/>
                  <a:gd name="connsiteY7" fmla="*/ 56396 h 284355"/>
                  <a:gd name="connsiteX8" fmla="*/ 300927 w 343861"/>
                  <a:gd name="connsiteY8" fmla="*/ 55207 h 284355"/>
                  <a:gd name="connsiteX9" fmla="*/ 291412 w 343861"/>
                  <a:gd name="connsiteY9" fmla="*/ 54017 h 284355"/>
                  <a:gd name="connsiteX10" fmla="*/ 277138 w 343861"/>
                  <a:gd name="connsiteY10" fmla="*/ 62343 h 284355"/>
                  <a:gd name="connsiteX11" fmla="*/ 267623 w 343861"/>
                  <a:gd name="connsiteY11" fmla="*/ 64722 h 284355"/>
                  <a:gd name="connsiteX12" fmla="*/ 262865 w 343861"/>
                  <a:gd name="connsiteY12" fmla="*/ 71859 h 284355"/>
                  <a:gd name="connsiteX13" fmla="*/ 266433 w 343861"/>
                  <a:gd name="connsiteY13" fmla="*/ 87321 h 284355"/>
                  <a:gd name="connsiteX14" fmla="*/ 270002 w 343861"/>
                  <a:gd name="connsiteY14" fmla="*/ 103973 h 284355"/>
                  <a:gd name="connsiteX15" fmla="*/ 265244 w 343861"/>
                  <a:gd name="connsiteY15" fmla="*/ 111110 h 284355"/>
                  <a:gd name="connsiteX16" fmla="*/ 260486 w 343861"/>
                  <a:gd name="connsiteY16" fmla="*/ 118247 h 284355"/>
                  <a:gd name="connsiteX17" fmla="*/ 265244 w 343861"/>
                  <a:gd name="connsiteY17" fmla="*/ 125383 h 284355"/>
                  <a:gd name="connsiteX18" fmla="*/ 265244 w 343861"/>
                  <a:gd name="connsiteY18" fmla="*/ 133709 h 284355"/>
                  <a:gd name="connsiteX19" fmla="*/ 252160 w 343861"/>
                  <a:gd name="connsiteY19" fmla="*/ 143225 h 284355"/>
                  <a:gd name="connsiteX20" fmla="*/ 246213 w 343861"/>
                  <a:gd name="connsiteY20" fmla="*/ 140846 h 284355"/>
                  <a:gd name="connsiteX21" fmla="*/ 236697 w 343861"/>
                  <a:gd name="connsiteY21" fmla="*/ 142036 h 284355"/>
                  <a:gd name="connsiteX22" fmla="*/ 241455 w 343861"/>
                  <a:gd name="connsiteY22" fmla="*/ 151551 h 284355"/>
                  <a:gd name="connsiteX23" fmla="*/ 243834 w 343861"/>
                  <a:gd name="connsiteY23" fmla="*/ 167014 h 284355"/>
                  <a:gd name="connsiteX24" fmla="*/ 230750 w 343861"/>
                  <a:gd name="connsiteY24" fmla="*/ 175340 h 284355"/>
                  <a:gd name="connsiteX25" fmla="*/ 227182 w 343861"/>
                  <a:gd name="connsiteY25" fmla="*/ 195560 h 284355"/>
                  <a:gd name="connsiteX26" fmla="*/ 227182 w 343861"/>
                  <a:gd name="connsiteY26" fmla="*/ 206265 h 284355"/>
                  <a:gd name="connsiteX27" fmla="*/ 222424 w 343861"/>
                  <a:gd name="connsiteY27" fmla="*/ 213402 h 284355"/>
                  <a:gd name="connsiteX28" fmla="*/ 215287 w 343861"/>
                  <a:gd name="connsiteY28" fmla="*/ 207454 h 284355"/>
                  <a:gd name="connsiteX29" fmla="*/ 210530 w 343861"/>
                  <a:gd name="connsiteY29" fmla="*/ 209833 h 284355"/>
                  <a:gd name="connsiteX30" fmla="*/ 204583 w 343861"/>
                  <a:gd name="connsiteY30" fmla="*/ 208644 h 284355"/>
                  <a:gd name="connsiteX31" fmla="*/ 195067 w 343861"/>
                  <a:gd name="connsiteY31" fmla="*/ 211023 h 284355"/>
                  <a:gd name="connsiteX32" fmla="*/ 187931 w 343861"/>
                  <a:gd name="connsiteY32" fmla="*/ 218159 h 284355"/>
                  <a:gd name="connsiteX33" fmla="*/ 190310 w 343861"/>
                  <a:gd name="connsiteY33" fmla="*/ 219349 h 284355"/>
                  <a:gd name="connsiteX34" fmla="*/ 176036 w 343861"/>
                  <a:gd name="connsiteY34" fmla="*/ 226485 h 284355"/>
                  <a:gd name="connsiteX35" fmla="*/ 170089 w 343861"/>
                  <a:gd name="connsiteY35" fmla="*/ 226485 h 284355"/>
                  <a:gd name="connsiteX36" fmla="*/ 167710 w 343861"/>
                  <a:gd name="connsiteY36" fmla="*/ 231243 h 284355"/>
                  <a:gd name="connsiteX37" fmla="*/ 160574 w 343861"/>
                  <a:gd name="connsiteY37" fmla="*/ 238380 h 284355"/>
                  <a:gd name="connsiteX38" fmla="*/ 160574 w 343861"/>
                  <a:gd name="connsiteY38" fmla="*/ 262168 h 284355"/>
                  <a:gd name="connsiteX39" fmla="*/ 161763 w 343861"/>
                  <a:gd name="connsiteY39" fmla="*/ 265737 h 284355"/>
                  <a:gd name="connsiteX40" fmla="*/ 126080 w 343861"/>
                  <a:gd name="connsiteY40" fmla="*/ 275252 h 284355"/>
                  <a:gd name="connsiteX41" fmla="*/ 88018 w 343861"/>
                  <a:gd name="connsiteY41" fmla="*/ 283578 h 284355"/>
                  <a:gd name="connsiteX42" fmla="*/ 54714 w 343861"/>
                  <a:gd name="connsiteY42" fmla="*/ 282389 h 284355"/>
                  <a:gd name="connsiteX43" fmla="*/ 26167 w 343861"/>
                  <a:gd name="connsiteY43" fmla="*/ 274063 h 284355"/>
                  <a:gd name="connsiteX44" fmla="*/ 24978 w 343861"/>
                  <a:gd name="connsiteY44" fmla="*/ 274063 h 284355"/>
                  <a:gd name="connsiteX45" fmla="*/ 30925 w 343861"/>
                  <a:gd name="connsiteY45" fmla="*/ 265737 h 284355"/>
                  <a:gd name="connsiteX46" fmla="*/ 38062 w 343861"/>
                  <a:gd name="connsiteY46" fmla="*/ 257411 h 284355"/>
                  <a:gd name="connsiteX47" fmla="*/ 40441 w 343861"/>
                  <a:gd name="connsiteY47" fmla="*/ 252653 h 284355"/>
                  <a:gd name="connsiteX48" fmla="*/ 45198 w 343861"/>
                  <a:gd name="connsiteY48" fmla="*/ 246706 h 284355"/>
                  <a:gd name="connsiteX49" fmla="*/ 45198 w 343861"/>
                  <a:gd name="connsiteY49" fmla="*/ 237190 h 284355"/>
                  <a:gd name="connsiteX50" fmla="*/ 40441 w 343861"/>
                  <a:gd name="connsiteY50" fmla="*/ 220538 h 284355"/>
                  <a:gd name="connsiteX51" fmla="*/ 26167 w 343861"/>
                  <a:gd name="connsiteY51" fmla="*/ 218159 h 284355"/>
                  <a:gd name="connsiteX52" fmla="*/ 16652 w 343861"/>
                  <a:gd name="connsiteY52" fmla="*/ 215780 h 284355"/>
                  <a:gd name="connsiteX53" fmla="*/ 15463 w 343861"/>
                  <a:gd name="connsiteY53" fmla="*/ 206265 h 284355"/>
                  <a:gd name="connsiteX54" fmla="*/ 15463 w 343861"/>
                  <a:gd name="connsiteY54" fmla="*/ 202697 h 284355"/>
                  <a:gd name="connsiteX55" fmla="*/ 16652 w 343861"/>
                  <a:gd name="connsiteY55" fmla="*/ 199128 h 284355"/>
                  <a:gd name="connsiteX56" fmla="*/ 14273 w 343861"/>
                  <a:gd name="connsiteY56" fmla="*/ 190802 h 284355"/>
                  <a:gd name="connsiteX57" fmla="*/ 5947 w 343861"/>
                  <a:gd name="connsiteY57" fmla="*/ 174150 h 284355"/>
                  <a:gd name="connsiteX58" fmla="*/ 14273 w 343861"/>
                  <a:gd name="connsiteY58" fmla="*/ 158688 h 284355"/>
                  <a:gd name="connsiteX59" fmla="*/ 2379 w 343861"/>
                  <a:gd name="connsiteY59" fmla="*/ 143225 h 284355"/>
                  <a:gd name="connsiteX60" fmla="*/ 3568 w 343861"/>
                  <a:gd name="connsiteY60" fmla="*/ 139656 h 284355"/>
                  <a:gd name="connsiteX61" fmla="*/ 5947 w 343861"/>
                  <a:gd name="connsiteY61" fmla="*/ 134899 h 284355"/>
                  <a:gd name="connsiteX62" fmla="*/ 0 w 343861"/>
                  <a:gd name="connsiteY62" fmla="*/ 126573 h 284355"/>
                  <a:gd name="connsiteX63" fmla="*/ 11894 w 343861"/>
                  <a:gd name="connsiteY63" fmla="*/ 120626 h 284355"/>
                  <a:gd name="connsiteX64" fmla="*/ 10705 w 343861"/>
                  <a:gd name="connsiteY64" fmla="*/ 113489 h 284355"/>
                  <a:gd name="connsiteX65" fmla="*/ 10705 w 343861"/>
                  <a:gd name="connsiteY65" fmla="*/ 105163 h 284355"/>
                  <a:gd name="connsiteX66" fmla="*/ 11894 w 343861"/>
                  <a:gd name="connsiteY66" fmla="*/ 98026 h 284355"/>
                  <a:gd name="connsiteX67" fmla="*/ 11894 w 343861"/>
                  <a:gd name="connsiteY67" fmla="*/ 96837 h 284355"/>
                  <a:gd name="connsiteX68" fmla="*/ 17842 w 343861"/>
                  <a:gd name="connsiteY68" fmla="*/ 96837 h 284355"/>
                  <a:gd name="connsiteX69" fmla="*/ 24978 w 343861"/>
                  <a:gd name="connsiteY69" fmla="*/ 99216 h 284355"/>
                  <a:gd name="connsiteX70" fmla="*/ 32115 w 343861"/>
                  <a:gd name="connsiteY70" fmla="*/ 96837 h 284355"/>
                  <a:gd name="connsiteX71" fmla="*/ 44009 w 343861"/>
                  <a:gd name="connsiteY71" fmla="*/ 106352 h 284355"/>
                  <a:gd name="connsiteX72" fmla="*/ 58282 w 343861"/>
                  <a:gd name="connsiteY72" fmla="*/ 96837 h 284355"/>
                  <a:gd name="connsiteX73" fmla="*/ 61850 w 343861"/>
                  <a:gd name="connsiteY73" fmla="*/ 88511 h 284355"/>
                  <a:gd name="connsiteX74" fmla="*/ 70177 w 343861"/>
                  <a:gd name="connsiteY74" fmla="*/ 84943 h 284355"/>
                  <a:gd name="connsiteX75" fmla="*/ 78502 w 343861"/>
                  <a:gd name="connsiteY75" fmla="*/ 81374 h 284355"/>
                  <a:gd name="connsiteX76" fmla="*/ 85639 w 343861"/>
                  <a:gd name="connsiteY76" fmla="*/ 76617 h 284355"/>
                  <a:gd name="connsiteX77" fmla="*/ 90397 w 343861"/>
                  <a:gd name="connsiteY77" fmla="*/ 70669 h 284355"/>
                  <a:gd name="connsiteX78" fmla="*/ 92776 w 343861"/>
                  <a:gd name="connsiteY78" fmla="*/ 62343 h 284355"/>
                  <a:gd name="connsiteX79" fmla="*/ 97533 w 343861"/>
                  <a:gd name="connsiteY79" fmla="*/ 55207 h 284355"/>
                  <a:gd name="connsiteX80" fmla="*/ 96344 w 343861"/>
                  <a:gd name="connsiteY80" fmla="*/ 46881 h 284355"/>
                  <a:gd name="connsiteX81" fmla="*/ 104670 w 343861"/>
                  <a:gd name="connsiteY81" fmla="*/ 42123 h 284355"/>
                  <a:gd name="connsiteX82" fmla="*/ 112996 w 343861"/>
                  <a:gd name="connsiteY82" fmla="*/ 38555 h 284355"/>
                  <a:gd name="connsiteX83" fmla="*/ 121322 w 343861"/>
                  <a:gd name="connsiteY83" fmla="*/ 34986 h 284355"/>
                  <a:gd name="connsiteX84" fmla="*/ 128459 w 343861"/>
                  <a:gd name="connsiteY84" fmla="*/ 37365 h 284355"/>
                  <a:gd name="connsiteX85" fmla="*/ 137974 w 343861"/>
                  <a:gd name="connsiteY85" fmla="*/ 37365 h 284355"/>
                  <a:gd name="connsiteX86" fmla="*/ 139164 w 343861"/>
                  <a:gd name="connsiteY86" fmla="*/ 34986 h 284355"/>
                  <a:gd name="connsiteX87" fmla="*/ 139164 w 343861"/>
                  <a:gd name="connsiteY87" fmla="*/ 36176 h 284355"/>
                  <a:gd name="connsiteX88" fmla="*/ 147490 w 343861"/>
                  <a:gd name="connsiteY88" fmla="*/ 36176 h 284355"/>
                  <a:gd name="connsiteX89" fmla="*/ 152248 w 343861"/>
                  <a:gd name="connsiteY89" fmla="*/ 42123 h 284355"/>
                  <a:gd name="connsiteX90" fmla="*/ 160574 w 343861"/>
                  <a:gd name="connsiteY90" fmla="*/ 39744 h 284355"/>
                  <a:gd name="connsiteX91" fmla="*/ 167710 w 343861"/>
                  <a:gd name="connsiteY91" fmla="*/ 39744 h 284355"/>
                  <a:gd name="connsiteX92" fmla="*/ 170089 w 343861"/>
                  <a:gd name="connsiteY92" fmla="*/ 48070 h 284355"/>
                  <a:gd name="connsiteX93" fmla="*/ 185552 w 343861"/>
                  <a:gd name="connsiteY93" fmla="*/ 48070 h 284355"/>
                  <a:gd name="connsiteX94" fmla="*/ 197446 w 343861"/>
                  <a:gd name="connsiteY94" fmla="*/ 38555 h 284355"/>
                  <a:gd name="connsiteX95" fmla="*/ 203393 w 343861"/>
                  <a:gd name="connsiteY95" fmla="*/ 43312 h 284355"/>
                  <a:gd name="connsiteX96" fmla="*/ 209340 w 343861"/>
                  <a:gd name="connsiteY96" fmla="*/ 44502 h 284355"/>
                  <a:gd name="connsiteX97" fmla="*/ 211719 w 343861"/>
                  <a:gd name="connsiteY97" fmla="*/ 43312 h 284355"/>
                  <a:gd name="connsiteX98" fmla="*/ 206961 w 343861"/>
                  <a:gd name="connsiteY98" fmla="*/ 33797 h 284355"/>
                  <a:gd name="connsiteX99" fmla="*/ 212908 w 343861"/>
                  <a:gd name="connsiteY99" fmla="*/ 31418 h 284355"/>
                  <a:gd name="connsiteX100" fmla="*/ 216477 w 343861"/>
                  <a:gd name="connsiteY100" fmla="*/ 27850 h 284355"/>
                  <a:gd name="connsiteX101" fmla="*/ 221235 w 343861"/>
                  <a:gd name="connsiteY101" fmla="*/ 31418 h 284355"/>
                  <a:gd name="connsiteX102" fmla="*/ 224803 w 343861"/>
                  <a:gd name="connsiteY102" fmla="*/ 26660 h 284355"/>
                  <a:gd name="connsiteX103" fmla="*/ 227182 w 343861"/>
                  <a:gd name="connsiteY103" fmla="*/ 21902 h 284355"/>
                  <a:gd name="connsiteX104" fmla="*/ 228372 w 343861"/>
                  <a:gd name="connsiteY104" fmla="*/ 13576 h 284355"/>
                  <a:gd name="connsiteX105" fmla="*/ 233129 w 343861"/>
                  <a:gd name="connsiteY105" fmla="*/ 8819 h 284355"/>
                  <a:gd name="connsiteX106" fmla="*/ 236697 w 343861"/>
                  <a:gd name="connsiteY106" fmla="*/ 493 h 284355"/>
                  <a:gd name="connsiteX107" fmla="*/ 245023 w 343861"/>
                  <a:gd name="connsiteY107" fmla="*/ 1682 h 284355"/>
                  <a:gd name="connsiteX108" fmla="*/ 250971 w 343861"/>
                  <a:gd name="connsiteY108" fmla="*/ 5250 h 284355"/>
                  <a:gd name="connsiteX109" fmla="*/ 250971 w 343861"/>
                  <a:gd name="connsiteY109" fmla="*/ 19524 h 284355"/>
                  <a:gd name="connsiteX110" fmla="*/ 258108 w 343861"/>
                  <a:gd name="connsiteY110" fmla="*/ 21902 h 284355"/>
                  <a:gd name="connsiteX111" fmla="*/ 259297 w 343861"/>
                  <a:gd name="connsiteY111" fmla="*/ 45691 h 284355"/>
                  <a:gd name="connsiteX112" fmla="*/ 262865 w 343861"/>
                  <a:gd name="connsiteY112" fmla="*/ 50449 h 284355"/>
                  <a:gd name="connsiteX113" fmla="*/ 266433 w 343861"/>
                  <a:gd name="connsiteY113" fmla="*/ 57586 h 284355"/>
                  <a:gd name="connsiteX114" fmla="*/ 274759 w 343861"/>
                  <a:gd name="connsiteY114" fmla="*/ 55207 h 284355"/>
                  <a:gd name="connsiteX115" fmla="*/ 277138 w 343861"/>
                  <a:gd name="connsiteY115" fmla="*/ 51638 h 284355"/>
                  <a:gd name="connsiteX116" fmla="*/ 279517 w 343861"/>
                  <a:gd name="connsiteY116" fmla="*/ 49260 h 284355"/>
                  <a:gd name="connsiteX117" fmla="*/ 286654 w 343861"/>
                  <a:gd name="connsiteY117" fmla="*/ 48070 h 284355"/>
                  <a:gd name="connsiteX118" fmla="*/ 291412 w 343861"/>
                  <a:gd name="connsiteY118" fmla="*/ 43312 h 284355"/>
                  <a:gd name="connsiteX119" fmla="*/ 293791 w 343861"/>
                  <a:gd name="connsiteY119" fmla="*/ 38555 h 284355"/>
                  <a:gd name="connsiteX120" fmla="*/ 316389 w 343861"/>
                  <a:gd name="connsiteY120" fmla="*/ 27850 h 284355"/>
                  <a:gd name="connsiteX121" fmla="*/ 319958 w 343861"/>
                  <a:gd name="connsiteY121" fmla="*/ 32607 h 284355"/>
                  <a:gd name="connsiteX122" fmla="*/ 328284 w 343861"/>
                  <a:gd name="connsiteY122" fmla="*/ 31418 h 284355"/>
                  <a:gd name="connsiteX123" fmla="*/ 333042 w 343861"/>
                  <a:gd name="connsiteY123" fmla="*/ 26660 h 284355"/>
                  <a:gd name="connsiteX124" fmla="*/ 343746 w 343861"/>
                  <a:gd name="connsiteY124" fmla="*/ 25471 h 28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343861" h="284355">
                    <a:moveTo>
                      <a:pt x="343746" y="25471"/>
                    </a:moveTo>
                    <a:cubicBezTo>
                      <a:pt x="342557" y="29039"/>
                      <a:pt x="341368" y="31418"/>
                      <a:pt x="340178" y="31418"/>
                    </a:cubicBezTo>
                    <a:cubicBezTo>
                      <a:pt x="338989" y="32607"/>
                      <a:pt x="335421" y="37365"/>
                      <a:pt x="337799" y="37365"/>
                    </a:cubicBezTo>
                    <a:cubicBezTo>
                      <a:pt x="337799" y="37365"/>
                      <a:pt x="337799" y="37365"/>
                      <a:pt x="337799" y="37365"/>
                    </a:cubicBezTo>
                    <a:cubicBezTo>
                      <a:pt x="335421" y="42123"/>
                      <a:pt x="331852" y="46881"/>
                      <a:pt x="327095" y="49260"/>
                    </a:cubicBezTo>
                    <a:cubicBezTo>
                      <a:pt x="323526" y="51638"/>
                      <a:pt x="318768" y="51638"/>
                      <a:pt x="315200" y="52828"/>
                    </a:cubicBezTo>
                    <a:cubicBezTo>
                      <a:pt x="311632" y="54017"/>
                      <a:pt x="308063" y="56396"/>
                      <a:pt x="304495" y="55207"/>
                    </a:cubicBezTo>
                    <a:cubicBezTo>
                      <a:pt x="304495" y="55207"/>
                      <a:pt x="304495" y="55207"/>
                      <a:pt x="304495" y="56396"/>
                    </a:cubicBezTo>
                    <a:cubicBezTo>
                      <a:pt x="303306" y="56396"/>
                      <a:pt x="302116" y="55207"/>
                      <a:pt x="300927" y="55207"/>
                    </a:cubicBezTo>
                    <a:cubicBezTo>
                      <a:pt x="297359" y="55207"/>
                      <a:pt x="294980" y="54017"/>
                      <a:pt x="291412" y="54017"/>
                    </a:cubicBezTo>
                    <a:cubicBezTo>
                      <a:pt x="285464" y="54017"/>
                      <a:pt x="280706" y="58775"/>
                      <a:pt x="277138" y="62343"/>
                    </a:cubicBezTo>
                    <a:cubicBezTo>
                      <a:pt x="273570" y="64722"/>
                      <a:pt x="271191" y="63533"/>
                      <a:pt x="267623" y="64722"/>
                    </a:cubicBezTo>
                    <a:cubicBezTo>
                      <a:pt x="266433" y="65912"/>
                      <a:pt x="264055" y="69480"/>
                      <a:pt x="262865" y="71859"/>
                    </a:cubicBezTo>
                    <a:cubicBezTo>
                      <a:pt x="258108" y="77806"/>
                      <a:pt x="262865" y="82564"/>
                      <a:pt x="266433" y="87321"/>
                    </a:cubicBezTo>
                    <a:cubicBezTo>
                      <a:pt x="270002" y="93269"/>
                      <a:pt x="273570" y="98026"/>
                      <a:pt x="270002" y="103973"/>
                    </a:cubicBezTo>
                    <a:cubicBezTo>
                      <a:pt x="268812" y="106352"/>
                      <a:pt x="266433" y="108731"/>
                      <a:pt x="265244" y="111110"/>
                    </a:cubicBezTo>
                    <a:cubicBezTo>
                      <a:pt x="264055" y="113489"/>
                      <a:pt x="260486" y="115868"/>
                      <a:pt x="260486" y="118247"/>
                    </a:cubicBezTo>
                    <a:cubicBezTo>
                      <a:pt x="260486" y="121815"/>
                      <a:pt x="262865" y="123004"/>
                      <a:pt x="265244" y="125383"/>
                    </a:cubicBezTo>
                    <a:cubicBezTo>
                      <a:pt x="267623" y="128952"/>
                      <a:pt x="266433" y="130141"/>
                      <a:pt x="265244" y="133709"/>
                    </a:cubicBezTo>
                    <a:cubicBezTo>
                      <a:pt x="261676" y="139656"/>
                      <a:pt x="260486" y="143225"/>
                      <a:pt x="252160" y="143225"/>
                    </a:cubicBezTo>
                    <a:cubicBezTo>
                      <a:pt x="249781" y="143225"/>
                      <a:pt x="247402" y="143225"/>
                      <a:pt x="246213" y="140846"/>
                    </a:cubicBezTo>
                    <a:cubicBezTo>
                      <a:pt x="242644" y="139656"/>
                      <a:pt x="239076" y="138467"/>
                      <a:pt x="236697" y="142036"/>
                    </a:cubicBezTo>
                    <a:cubicBezTo>
                      <a:pt x="235508" y="145604"/>
                      <a:pt x="237887" y="150362"/>
                      <a:pt x="241455" y="151551"/>
                    </a:cubicBezTo>
                    <a:cubicBezTo>
                      <a:pt x="243834" y="156309"/>
                      <a:pt x="249781" y="163445"/>
                      <a:pt x="243834" y="167014"/>
                    </a:cubicBezTo>
                    <a:cubicBezTo>
                      <a:pt x="237887" y="170582"/>
                      <a:pt x="231940" y="167014"/>
                      <a:pt x="230750" y="175340"/>
                    </a:cubicBezTo>
                    <a:cubicBezTo>
                      <a:pt x="229561" y="182476"/>
                      <a:pt x="228372" y="188423"/>
                      <a:pt x="227182" y="195560"/>
                    </a:cubicBezTo>
                    <a:cubicBezTo>
                      <a:pt x="227182" y="199128"/>
                      <a:pt x="228372" y="202697"/>
                      <a:pt x="227182" y="206265"/>
                    </a:cubicBezTo>
                    <a:cubicBezTo>
                      <a:pt x="227182" y="208644"/>
                      <a:pt x="224803" y="211023"/>
                      <a:pt x="222424" y="213402"/>
                    </a:cubicBezTo>
                    <a:cubicBezTo>
                      <a:pt x="218856" y="211023"/>
                      <a:pt x="220045" y="206265"/>
                      <a:pt x="215287" y="207454"/>
                    </a:cubicBezTo>
                    <a:cubicBezTo>
                      <a:pt x="214098" y="207454"/>
                      <a:pt x="212908" y="209833"/>
                      <a:pt x="210530" y="209833"/>
                    </a:cubicBezTo>
                    <a:cubicBezTo>
                      <a:pt x="209340" y="209833"/>
                      <a:pt x="205772" y="208644"/>
                      <a:pt x="204583" y="208644"/>
                    </a:cubicBezTo>
                    <a:cubicBezTo>
                      <a:pt x="199825" y="207454"/>
                      <a:pt x="198636" y="207454"/>
                      <a:pt x="195067" y="211023"/>
                    </a:cubicBezTo>
                    <a:cubicBezTo>
                      <a:pt x="192689" y="213402"/>
                      <a:pt x="191499" y="215780"/>
                      <a:pt x="187931" y="218159"/>
                    </a:cubicBezTo>
                    <a:cubicBezTo>
                      <a:pt x="189120" y="218159"/>
                      <a:pt x="189120" y="219349"/>
                      <a:pt x="190310" y="219349"/>
                    </a:cubicBezTo>
                    <a:cubicBezTo>
                      <a:pt x="190310" y="222917"/>
                      <a:pt x="177225" y="230054"/>
                      <a:pt x="176036" y="226485"/>
                    </a:cubicBezTo>
                    <a:cubicBezTo>
                      <a:pt x="174847" y="226485"/>
                      <a:pt x="170089" y="225296"/>
                      <a:pt x="170089" y="226485"/>
                    </a:cubicBezTo>
                    <a:cubicBezTo>
                      <a:pt x="168900" y="227675"/>
                      <a:pt x="168900" y="230054"/>
                      <a:pt x="167710" y="231243"/>
                    </a:cubicBezTo>
                    <a:cubicBezTo>
                      <a:pt x="165331" y="233622"/>
                      <a:pt x="162953" y="236001"/>
                      <a:pt x="160574" y="238380"/>
                    </a:cubicBezTo>
                    <a:cubicBezTo>
                      <a:pt x="157006" y="245516"/>
                      <a:pt x="159384" y="256221"/>
                      <a:pt x="160574" y="262168"/>
                    </a:cubicBezTo>
                    <a:cubicBezTo>
                      <a:pt x="160574" y="264547"/>
                      <a:pt x="161763" y="265737"/>
                      <a:pt x="161763" y="265737"/>
                    </a:cubicBezTo>
                    <a:cubicBezTo>
                      <a:pt x="164142" y="277631"/>
                      <a:pt x="133217" y="275252"/>
                      <a:pt x="126080" y="275252"/>
                    </a:cubicBezTo>
                    <a:cubicBezTo>
                      <a:pt x="112996" y="275252"/>
                      <a:pt x="101102" y="282389"/>
                      <a:pt x="88018" y="283578"/>
                    </a:cubicBezTo>
                    <a:cubicBezTo>
                      <a:pt x="77313" y="283578"/>
                      <a:pt x="64229" y="285957"/>
                      <a:pt x="54714" y="282389"/>
                    </a:cubicBezTo>
                    <a:cubicBezTo>
                      <a:pt x="45198" y="280010"/>
                      <a:pt x="35683" y="276442"/>
                      <a:pt x="26167" y="274063"/>
                    </a:cubicBezTo>
                    <a:cubicBezTo>
                      <a:pt x="26167" y="274063"/>
                      <a:pt x="26167" y="274063"/>
                      <a:pt x="24978" y="274063"/>
                    </a:cubicBezTo>
                    <a:cubicBezTo>
                      <a:pt x="26167" y="271684"/>
                      <a:pt x="29736" y="269305"/>
                      <a:pt x="30925" y="265737"/>
                    </a:cubicBezTo>
                    <a:cubicBezTo>
                      <a:pt x="33304" y="263358"/>
                      <a:pt x="34494" y="258600"/>
                      <a:pt x="38062" y="257411"/>
                    </a:cubicBezTo>
                    <a:cubicBezTo>
                      <a:pt x="41630" y="255032"/>
                      <a:pt x="40441" y="252653"/>
                      <a:pt x="40441" y="252653"/>
                    </a:cubicBezTo>
                    <a:cubicBezTo>
                      <a:pt x="41630" y="250274"/>
                      <a:pt x="44009" y="249085"/>
                      <a:pt x="45198" y="246706"/>
                    </a:cubicBezTo>
                    <a:cubicBezTo>
                      <a:pt x="46388" y="244327"/>
                      <a:pt x="46388" y="239569"/>
                      <a:pt x="45198" y="237190"/>
                    </a:cubicBezTo>
                    <a:cubicBezTo>
                      <a:pt x="45198" y="231243"/>
                      <a:pt x="41630" y="226485"/>
                      <a:pt x="40441" y="220538"/>
                    </a:cubicBezTo>
                    <a:cubicBezTo>
                      <a:pt x="35683" y="218159"/>
                      <a:pt x="30925" y="218159"/>
                      <a:pt x="26167" y="218159"/>
                    </a:cubicBezTo>
                    <a:cubicBezTo>
                      <a:pt x="22599" y="218159"/>
                      <a:pt x="19031" y="219349"/>
                      <a:pt x="16652" y="215780"/>
                    </a:cubicBezTo>
                    <a:cubicBezTo>
                      <a:pt x="15463" y="213402"/>
                      <a:pt x="15463" y="208644"/>
                      <a:pt x="15463" y="206265"/>
                    </a:cubicBezTo>
                    <a:cubicBezTo>
                      <a:pt x="15463" y="203886"/>
                      <a:pt x="14273" y="203886"/>
                      <a:pt x="15463" y="202697"/>
                    </a:cubicBezTo>
                    <a:cubicBezTo>
                      <a:pt x="15463" y="201507"/>
                      <a:pt x="16652" y="201507"/>
                      <a:pt x="16652" y="199128"/>
                    </a:cubicBezTo>
                    <a:cubicBezTo>
                      <a:pt x="16652" y="196749"/>
                      <a:pt x="14273" y="193181"/>
                      <a:pt x="14273" y="190802"/>
                    </a:cubicBezTo>
                    <a:cubicBezTo>
                      <a:pt x="11894" y="186045"/>
                      <a:pt x="7136" y="180097"/>
                      <a:pt x="5947" y="174150"/>
                    </a:cubicBezTo>
                    <a:cubicBezTo>
                      <a:pt x="5947" y="167014"/>
                      <a:pt x="15463" y="164635"/>
                      <a:pt x="14273" y="158688"/>
                    </a:cubicBezTo>
                    <a:cubicBezTo>
                      <a:pt x="4758" y="159877"/>
                      <a:pt x="2379" y="151551"/>
                      <a:pt x="2379" y="143225"/>
                    </a:cubicBezTo>
                    <a:cubicBezTo>
                      <a:pt x="2379" y="140846"/>
                      <a:pt x="2379" y="142036"/>
                      <a:pt x="3568" y="139656"/>
                    </a:cubicBezTo>
                    <a:cubicBezTo>
                      <a:pt x="3568" y="138467"/>
                      <a:pt x="5947" y="137278"/>
                      <a:pt x="5947" y="134899"/>
                    </a:cubicBezTo>
                    <a:cubicBezTo>
                      <a:pt x="5947" y="131330"/>
                      <a:pt x="0" y="130141"/>
                      <a:pt x="0" y="126573"/>
                    </a:cubicBezTo>
                    <a:cubicBezTo>
                      <a:pt x="3568" y="127762"/>
                      <a:pt x="10705" y="123004"/>
                      <a:pt x="11894" y="120626"/>
                    </a:cubicBezTo>
                    <a:cubicBezTo>
                      <a:pt x="13083" y="117057"/>
                      <a:pt x="11894" y="115868"/>
                      <a:pt x="10705" y="113489"/>
                    </a:cubicBezTo>
                    <a:cubicBezTo>
                      <a:pt x="10705" y="111110"/>
                      <a:pt x="10705" y="107542"/>
                      <a:pt x="10705" y="105163"/>
                    </a:cubicBezTo>
                    <a:cubicBezTo>
                      <a:pt x="10705" y="103973"/>
                      <a:pt x="10705" y="100405"/>
                      <a:pt x="11894" y="98026"/>
                    </a:cubicBezTo>
                    <a:cubicBezTo>
                      <a:pt x="11894" y="98026"/>
                      <a:pt x="11894" y="96837"/>
                      <a:pt x="11894" y="96837"/>
                    </a:cubicBezTo>
                    <a:cubicBezTo>
                      <a:pt x="13083" y="95647"/>
                      <a:pt x="15463" y="96837"/>
                      <a:pt x="17842" y="96837"/>
                    </a:cubicBezTo>
                    <a:cubicBezTo>
                      <a:pt x="20220" y="98026"/>
                      <a:pt x="22599" y="99216"/>
                      <a:pt x="24978" y="99216"/>
                    </a:cubicBezTo>
                    <a:cubicBezTo>
                      <a:pt x="28546" y="99216"/>
                      <a:pt x="29736" y="96837"/>
                      <a:pt x="32115" y="96837"/>
                    </a:cubicBezTo>
                    <a:cubicBezTo>
                      <a:pt x="38062" y="95647"/>
                      <a:pt x="39251" y="105163"/>
                      <a:pt x="44009" y="106352"/>
                    </a:cubicBezTo>
                    <a:cubicBezTo>
                      <a:pt x="48767" y="107542"/>
                      <a:pt x="55903" y="101595"/>
                      <a:pt x="58282" y="96837"/>
                    </a:cubicBezTo>
                    <a:cubicBezTo>
                      <a:pt x="59472" y="94458"/>
                      <a:pt x="59472" y="90890"/>
                      <a:pt x="61850" y="88511"/>
                    </a:cubicBezTo>
                    <a:cubicBezTo>
                      <a:pt x="63040" y="86132"/>
                      <a:pt x="67798" y="86132"/>
                      <a:pt x="70177" y="84943"/>
                    </a:cubicBezTo>
                    <a:cubicBezTo>
                      <a:pt x="72555" y="83753"/>
                      <a:pt x="76124" y="82564"/>
                      <a:pt x="78502" y="81374"/>
                    </a:cubicBezTo>
                    <a:cubicBezTo>
                      <a:pt x="80881" y="80185"/>
                      <a:pt x="83260" y="77806"/>
                      <a:pt x="85639" y="76617"/>
                    </a:cubicBezTo>
                    <a:cubicBezTo>
                      <a:pt x="90397" y="74238"/>
                      <a:pt x="89208" y="76617"/>
                      <a:pt x="90397" y="70669"/>
                    </a:cubicBezTo>
                    <a:cubicBezTo>
                      <a:pt x="90397" y="69480"/>
                      <a:pt x="91586" y="63533"/>
                      <a:pt x="92776" y="62343"/>
                    </a:cubicBezTo>
                    <a:cubicBezTo>
                      <a:pt x="93965" y="59964"/>
                      <a:pt x="96344" y="58775"/>
                      <a:pt x="97533" y="55207"/>
                    </a:cubicBezTo>
                    <a:cubicBezTo>
                      <a:pt x="98723" y="51638"/>
                      <a:pt x="95155" y="49260"/>
                      <a:pt x="96344" y="46881"/>
                    </a:cubicBezTo>
                    <a:cubicBezTo>
                      <a:pt x="97533" y="43312"/>
                      <a:pt x="101102" y="43312"/>
                      <a:pt x="104670" y="42123"/>
                    </a:cubicBezTo>
                    <a:cubicBezTo>
                      <a:pt x="108238" y="40934"/>
                      <a:pt x="110617" y="39744"/>
                      <a:pt x="112996" y="38555"/>
                    </a:cubicBezTo>
                    <a:cubicBezTo>
                      <a:pt x="115375" y="37365"/>
                      <a:pt x="118944" y="34986"/>
                      <a:pt x="121322" y="34986"/>
                    </a:cubicBezTo>
                    <a:cubicBezTo>
                      <a:pt x="124891" y="33797"/>
                      <a:pt x="124891" y="34986"/>
                      <a:pt x="128459" y="37365"/>
                    </a:cubicBezTo>
                    <a:cubicBezTo>
                      <a:pt x="132027" y="34986"/>
                      <a:pt x="134406" y="38555"/>
                      <a:pt x="137974" y="37365"/>
                    </a:cubicBezTo>
                    <a:cubicBezTo>
                      <a:pt x="137974" y="36176"/>
                      <a:pt x="139164" y="36176"/>
                      <a:pt x="139164" y="34986"/>
                    </a:cubicBezTo>
                    <a:cubicBezTo>
                      <a:pt x="139164" y="34986"/>
                      <a:pt x="139164" y="34986"/>
                      <a:pt x="139164" y="36176"/>
                    </a:cubicBezTo>
                    <a:cubicBezTo>
                      <a:pt x="142732" y="34986"/>
                      <a:pt x="145111" y="33797"/>
                      <a:pt x="147490" y="36176"/>
                    </a:cubicBezTo>
                    <a:cubicBezTo>
                      <a:pt x="149869" y="37365"/>
                      <a:pt x="149869" y="40934"/>
                      <a:pt x="152248" y="42123"/>
                    </a:cubicBezTo>
                    <a:cubicBezTo>
                      <a:pt x="155816" y="43312"/>
                      <a:pt x="158195" y="39744"/>
                      <a:pt x="160574" y="39744"/>
                    </a:cubicBezTo>
                    <a:cubicBezTo>
                      <a:pt x="162953" y="38555"/>
                      <a:pt x="165331" y="38555"/>
                      <a:pt x="167710" y="39744"/>
                    </a:cubicBezTo>
                    <a:cubicBezTo>
                      <a:pt x="167710" y="43312"/>
                      <a:pt x="168900" y="46881"/>
                      <a:pt x="170089" y="48070"/>
                    </a:cubicBezTo>
                    <a:cubicBezTo>
                      <a:pt x="174847" y="50449"/>
                      <a:pt x="183173" y="51638"/>
                      <a:pt x="185552" y="48070"/>
                    </a:cubicBezTo>
                    <a:cubicBezTo>
                      <a:pt x="189120" y="44502"/>
                      <a:pt x="195067" y="36176"/>
                      <a:pt x="197446" y="38555"/>
                    </a:cubicBezTo>
                    <a:cubicBezTo>
                      <a:pt x="199825" y="40934"/>
                      <a:pt x="201014" y="44502"/>
                      <a:pt x="203393" y="43312"/>
                    </a:cubicBezTo>
                    <a:cubicBezTo>
                      <a:pt x="205772" y="43312"/>
                      <a:pt x="208151" y="44502"/>
                      <a:pt x="209340" y="44502"/>
                    </a:cubicBezTo>
                    <a:cubicBezTo>
                      <a:pt x="210530" y="45691"/>
                      <a:pt x="212908" y="45691"/>
                      <a:pt x="211719" y="43312"/>
                    </a:cubicBezTo>
                    <a:cubicBezTo>
                      <a:pt x="210530" y="40934"/>
                      <a:pt x="206961" y="36176"/>
                      <a:pt x="206961" y="33797"/>
                    </a:cubicBezTo>
                    <a:cubicBezTo>
                      <a:pt x="208151" y="31418"/>
                      <a:pt x="211719" y="32607"/>
                      <a:pt x="212908" y="31418"/>
                    </a:cubicBezTo>
                    <a:cubicBezTo>
                      <a:pt x="214098" y="30229"/>
                      <a:pt x="215287" y="27850"/>
                      <a:pt x="216477" y="27850"/>
                    </a:cubicBezTo>
                    <a:cubicBezTo>
                      <a:pt x="217666" y="27850"/>
                      <a:pt x="220045" y="32607"/>
                      <a:pt x="221235" y="31418"/>
                    </a:cubicBezTo>
                    <a:cubicBezTo>
                      <a:pt x="223614" y="30229"/>
                      <a:pt x="222424" y="27850"/>
                      <a:pt x="224803" y="26660"/>
                    </a:cubicBezTo>
                    <a:cubicBezTo>
                      <a:pt x="225993" y="25471"/>
                      <a:pt x="227182" y="24281"/>
                      <a:pt x="227182" y="21902"/>
                    </a:cubicBezTo>
                    <a:cubicBezTo>
                      <a:pt x="227182" y="19524"/>
                      <a:pt x="224803" y="14766"/>
                      <a:pt x="228372" y="13576"/>
                    </a:cubicBezTo>
                    <a:cubicBezTo>
                      <a:pt x="230750" y="12387"/>
                      <a:pt x="233129" y="10008"/>
                      <a:pt x="233129" y="8819"/>
                    </a:cubicBezTo>
                    <a:cubicBezTo>
                      <a:pt x="233129" y="6440"/>
                      <a:pt x="234319" y="1682"/>
                      <a:pt x="236697" y="493"/>
                    </a:cubicBezTo>
                    <a:cubicBezTo>
                      <a:pt x="239076" y="-697"/>
                      <a:pt x="242644" y="493"/>
                      <a:pt x="245023" y="1682"/>
                    </a:cubicBezTo>
                    <a:cubicBezTo>
                      <a:pt x="247402" y="4061"/>
                      <a:pt x="250971" y="4061"/>
                      <a:pt x="250971" y="5250"/>
                    </a:cubicBezTo>
                    <a:cubicBezTo>
                      <a:pt x="250971" y="7629"/>
                      <a:pt x="249781" y="18334"/>
                      <a:pt x="250971" y="19524"/>
                    </a:cubicBezTo>
                    <a:cubicBezTo>
                      <a:pt x="253350" y="19524"/>
                      <a:pt x="258108" y="19524"/>
                      <a:pt x="258108" y="21902"/>
                    </a:cubicBezTo>
                    <a:cubicBezTo>
                      <a:pt x="258108" y="24281"/>
                      <a:pt x="258108" y="44502"/>
                      <a:pt x="259297" y="45691"/>
                    </a:cubicBezTo>
                    <a:cubicBezTo>
                      <a:pt x="260486" y="48070"/>
                      <a:pt x="262865" y="49260"/>
                      <a:pt x="262865" y="50449"/>
                    </a:cubicBezTo>
                    <a:cubicBezTo>
                      <a:pt x="262865" y="52828"/>
                      <a:pt x="264055" y="56396"/>
                      <a:pt x="266433" y="57586"/>
                    </a:cubicBezTo>
                    <a:cubicBezTo>
                      <a:pt x="268812" y="58775"/>
                      <a:pt x="274759" y="56396"/>
                      <a:pt x="274759" y="55207"/>
                    </a:cubicBezTo>
                    <a:cubicBezTo>
                      <a:pt x="274759" y="54017"/>
                      <a:pt x="275949" y="51638"/>
                      <a:pt x="277138" y="51638"/>
                    </a:cubicBezTo>
                    <a:cubicBezTo>
                      <a:pt x="278327" y="51638"/>
                      <a:pt x="278327" y="50449"/>
                      <a:pt x="279517" y="49260"/>
                    </a:cubicBezTo>
                    <a:cubicBezTo>
                      <a:pt x="280706" y="48070"/>
                      <a:pt x="284275" y="46881"/>
                      <a:pt x="286654" y="48070"/>
                    </a:cubicBezTo>
                    <a:cubicBezTo>
                      <a:pt x="289033" y="48070"/>
                      <a:pt x="290222" y="43312"/>
                      <a:pt x="291412" y="43312"/>
                    </a:cubicBezTo>
                    <a:cubicBezTo>
                      <a:pt x="292601" y="43312"/>
                      <a:pt x="291412" y="39744"/>
                      <a:pt x="293791" y="38555"/>
                    </a:cubicBezTo>
                    <a:cubicBezTo>
                      <a:pt x="294980" y="37365"/>
                      <a:pt x="316389" y="24281"/>
                      <a:pt x="316389" y="27850"/>
                    </a:cubicBezTo>
                    <a:cubicBezTo>
                      <a:pt x="317579" y="31418"/>
                      <a:pt x="316389" y="33797"/>
                      <a:pt x="319958" y="32607"/>
                    </a:cubicBezTo>
                    <a:cubicBezTo>
                      <a:pt x="322337" y="32607"/>
                      <a:pt x="328284" y="33797"/>
                      <a:pt x="328284" y="31418"/>
                    </a:cubicBezTo>
                    <a:cubicBezTo>
                      <a:pt x="329474" y="29039"/>
                      <a:pt x="330663" y="26660"/>
                      <a:pt x="333042" y="26660"/>
                    </a:cubicBezTo>
                    <a:cubicBezTo>
                      <a:pt x="336610" y="25471"/>
                      <a:pt x="344936" y="23092"/>
                      <a:pt x="343746" y="25471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BCF6200A-8BDA-AB46-5971-BB2745D0DC2E}"/>
                  </a:ext>
                </a:extLst>
              </p:cNvPr>
              <p:cNvSpPr/>
              <p:nvPr/>
            </p:nvSpPr>
            <p:spPr>
              <a:xfrm>
                <a:off x="6965189" y="3210834"/>
                <a:ext cx="372293" cy="234001"/>
              </a:xfrm>
              <a:custGeom>
                <a:avLst/>
                <a:gdLst>
                  <a:gd name="connsiteX0" fmla="*/ 372293 w 372293"/>
                  <a:gd name="connsiteY0" fmla="*/ 162481 h 234001"/>
                  <a:gd name="connsiteX1" fmla="*/ 371104 w 372293"/>
                  <a:gd name="connsiteY1" fmla="*/ 164860 h 234001"/>
                  <a:gd name="connsiteX2" fmla="*/ 361588 w 372293"/>
                  <a:gd name="connsiteY2" fmla="*/ 164860 h 234001"/>
                  <a:gd name="connsiteX3" fmla="*/ 354452 w 372293"/>
                  <a:gd name="connsiteY3" fmla="*/ 162481 h 234001"/>
                  <a:gd name="connsiteX4" fmla="*/ 346126 w 372293"/>
                  <a:gd name="connsiteY4" fmla="*/ 166050 h 234001"/>
                  <a:gd name="connsiteX5" fmla="*/ 337799 w 372293"/>
                  <a:gd name="connsiteY5" fmla="*/ 169618 h 234001"/>
                  <a:gd name="connsiteX6" fmla="*/ 329474 w 372293"/>
                  <a:gd name="connsiteY6" fmla="*/ 174376 h 234001"/>
                  <a:gd name="connsiteX7" fmla="*/ 330663 w 372293"/>
                  <a:gd name="connsiteY7" fmla="*/ 182702 h 234001"/>
                  <a:gd name="connsiteX8" fmla="*/ 325905 w 372293"/>
                  <a:gd name="connsiteY8" fmla="*/ 189838 h 234001"/>
                  <a:gd name="connsiteX9" fmla="*/ 323526 w 372293"/>
                  <a:gd name="connsiteY9" fmla="*/ 198164 h 234001"/>
                  <a:gd name="connsiteX10" fmla="*/ 318768 w 372293"/>
                  <a:gd name="connsiteY10" fmla="*/ 204112 h 234001"/>
                  <a:gd name="connsiteX11" fmla="*/ 311632 w 372293"/>
                  <a:gd name="connsiteY11" fmla="*/ 208869 h 234001"/>
                  <a:gd name="connsiteX12" fmla="*/ 303306 w 372293"/>
                  <a:gd name="connsiteY12" fmla="*/ 212438 h 234001"/>
                  <a:gd name="connsiteX13" fmla="*/ 294980 w 372293"/>
                  <a:gd name="connsiteY13" fmla="*/ 216006 h 234001"/>
                  <a:gd name="connsiteX14" fmla="*/ 291412 w 372293"/>
                  <a:gd name="connsiteY14" fmla="*/ 224332 h 234001"/>
                  <a:gd name="connsiteX15" fmla="*/ 277138 w 372293"/>
                  <a:gd name="connsiteY15" fmla="*/ 233847 h 234001"/>
                  <a:gd name="connsiteX16" fmla="*/ 265244 w 372293"/>
                  <a:gd name="connsiteY16" fmla="*/ 224332 h 234001"/>
                  <a:gd name="connsiteX17" fmla="*/ 258108 w 372293"/>
                  <a:gd name="connsiteY17" fmla="*/ 226711 h 234001"/>
                  <a:gd name="connsiteX18" fmla="*/ 250971 w 372293"/>
                  <a:gd name="connsiteY18" fmla="*/ 224332 h 234001"/>
                  <a:gd name="connsiteX19" fmla="*/ 245024 w 372293"/>
                  <a:gd name="connsiteY19" fmla="*/ 224332 h 234001"/>
                  <a:gd name="connsiteX20" fmla="*/ 245024 w 372293"/>
                  <a:gd name="connsiteY20" fmla="*/ 225521 h 234001"/>
                  <a:gd name="connsiteX21" fmla="*/ 240266 w 372293"/>
                  <a:gd name="connsiteY21" fmla="*/ 212438 h 234001"/>
                  <a:gd name="connsiteX22" fmla="*/ 234319 w 372293"/>
                  <a:gd name="connsiteY22" fmla="*/ 196975 h 234001"/>
                  <a:gd name="connsiteX23" fmla="*/ 223614 w 372293"/>
                  <a:gd name="connsiteY23" fmla="*/ 196975 h 234001"/>
                  <a:gd name="connsiteX24" fmla="*/ 217666 w 372293"/>
                  <a:gd name="connsiteY24" fmla="*/ 189838 h 234001"/>
                  <a:gd name="connsiteX25" fmla="*/ 205772 w 372293"/>
                  <a:gd name="connsiteY25" fmla="*/ 179133 h 234001"/>
                  <a:gd name="connsiteX26" fmla="*/ 195067 w 372293"/>
                  <a:gd name="connsiteY26" fmla="*/ 179133 h 234001"/>
                  <a:gd name="connsiteX27" fmla="*/ 193878 w 372293"/>
                  <a:gd name="connsiteY27" fmla="*/ 170807 h 234001"/>
                  <a:gd name="connsiteX28" fmla="*/ 184362 w 372293"/>
                  <a:gd name="connsiteY28" fmla="*/ 167239 h 234001"/>
                  <a:gd name="connsiteX29" fmla="*/ 173658 w 372293"/>
                  <a:gd name="connsiteY29" fmla="*/ 167239 h 234001"/>
                  <a:gd name="connsiteX30" fmla="*/ 153437 w 372293"/>
                  <a:gd name="connsiteY30" fmla="*/ 160103 h 234001"/>
                  <a:gd name="connsiteX31" fmla="*/ 153437 w 372293"/>
                  <a:gd name="connsiteY31" fmla="*/ 158913 h 234001"/>
                  <a:gd name="connsiteX32" fmla="*/ 137975 w 372293"/>
                  <a:gd name="connsiteY32" fmla="*/ 150587 h 234001"/>
                  <a:gd name="connsiteX33" fmla="*/ 121323 w 372293"/>
                  <a:gd name="connsiteY33" fmla="*/ 150587 h 234001"/>
                  <a:gd name="connsiteX34" fmla="*/ 120133 w 372293"/>
                  <a:gd name="connsiteY34" fmla="*/ 154155 h 234001"/>
                  <a:gd name="connsiteX35" fmla="*/ 101102 w 372293"/>
                  <a:gd name="connsiteY35" fmla="*/ 154155 h 234001"/>
                  <a:gd name="connsiteX36" fmla="*/ 86829 w 372293"/>
                  <a:gd name="connsiteY36" fmla="*/ 162481 h 234001"/>
                  <a:gd name="connsiteX37" fmla="*/ 80881 w 372293"/>
                  <a:gd name="connsiteY37" fmla="*/ 167239 h 234001"/>
                  <a:gd name="connsiteX38" fmla="*/ 77313 w 372293"/>
                  <a:gd name="connsiteY38" fmla="*/ 174376 h 234001"/>
                  <a:gd name="connsiteX39" fmla="*/ 60661 w 372293"/>
                  <a:gd name="connsiteY39" fmla="*/ 179133 h 234001"/>
                  <a:gd name="connsiteX40" fmla="*/ 59472 w 372293"/>
                  <a:gd name="connsiteY40" fmla="*/ 179133 h 234001"/>
                  <a:gd name="connsiteX41" fmla="*/ 53525 w 372293"/>
                  <a:gd name="connsiteY41" fmla="*/ 163671 h 234001"/>
                  <a:gd name="connsiteX42" fmla="*/ 52335 w 372293"/>
                  <a:gd name="connsiteY42" fmla="*/ 143450 h 234001"/>
                  <a:gd name="connsiteX43" fmla="*/ 51146 w 372293"/>
                  <a:gd name="connsiteY43" fmla="*/ 133935 h 234001"/>
                  <a:gd name="connsiteX44" fmla="*/ 51146 w 372293"/>
                  <a:gd name="connsiteY44" fmla="*/ 129177 h 234001"/>
                  <a:gd name="connsiteX45" fmla="*/ 47577 w 372293"/>
                  <a:gd name="connsiteY45" fmla="*/ 125609 h 234001"/>
                  <a:gd name="connsiteX46" fmla="*/ 41630 w 372293"/>
                  <a:gd name="connsiteY46" fmla="*/ 118472 h 234001"/>
                  <a:gd name="connsiteX47" fmla="*/ 33304 w 372293"/>
                  <a:gd name="connsiteY47" fmla="*/ 118472 h 234001"/>
                  <a:gd name="connsiteX48" fmla="*/ 33304 w 372293"/>
                  <a:gd name="connsiteY48" fmla="*/ 123230 h 234001"/>
                  <a:gd name="connsiteX49" fmla="*/ 32115 w 372293"/>
                  <a:gd name="connsiteY49" fmla="*/ 112525 h 234001"/>
                  <a:gd name="connsiteX50" fmla="*/ 45198 w 372293"/>
                  <a:gd name="connsiteY50" fmla="*/ 111336 h 234001"/>
                  <a:gd name="connsiteX51" fmla="*/ 40441 w 372293"/>
                  <a:gd name="connsiteY51" fmla="*/ 107767 h 234001"/>
                  <a:gd name="connsiteX52" fmla="*/ 39251 w 372293"/>
                  <a:gd name="connsiteY52" fmla="*/ 106578 h 234001"/>
                  <a:gd name="connsiteX53" fmla="*/ 38062 w 372293"/>
                  <a:gd name="connsiteY53" fmla="*/ 95873 h 234001"/>
                  <a:gd name="connsiteX54" fmla="*/ 32115 w 372293"/>
                  <a:gd name="connsiteY54" fmla="*/ 97062 h 234001"/>
                  <a:gd name="connsiteX55" fmla="*/ 24978 w 372293"/>
                  <a:gd name="connsiteY55" fmla="*/ 97062 h 234001"/>
                  <a:gd name="connsiteX56" fmla="*/ 26168 w 372293"/>
                  <a:gd name="connsiteY56" fmla="*/ 101820 h 234001"/>
                  <a:gd name="connsiteX57" fmla="*/ 20221 w 372293"/>
                  <a:gd name="connsiteY57" fmla="*/ 97062 h 234001"/>
                  <a:gd name="connsiteX58" fmla="*/ 14273 w 372293"/>
                  <a:gd name="connsiteY58" fmla="*/ 79221 h 234001"/>
                  <a:gd name="connsiteX59" fmla="*/ 16652 w 372293"/>
                  <a:gd name="connsiteY59" fmla="*/ 60190 h 234001"/>
                  <a:gd name="connsiteX60" fmla="*/ 0 w 372293"/>
                  <a:gd name="connsiteY60" fmla="*/ 32833 h 234001"/>
                  <a:gd name="connsiteX61" fmla="*/ 19031 w 372293"/>
                  <a:gd name="connsiteY61" fmla="*/ 19749 h 234001"/>
                  <a:gd name="connsiteX62" fmla="*/ 66608 w 372293"/>
                  <a:gd name="connsiteY62" fmla="*/ 30454 h 234001"/>
                  <a:gd name="connsiteX63" fmla="*/ 91587 w 372293"/>
                  <a:gd name="connsiteY63" fmla="*/ 45917 h 234001"/>
                  <a:gd name="connsiteX64" fmla="*/ 103481 w 372293"/>
                  <a:gd name="connsiteY64" fmla="*/ 44727 h 234001"/>
                  <a:gd name="connsiteX65" fmla="*/ 118944 w 372293"/>
                  <a:gd name="connsiteY65" fmla="*/ 44727 h 234001"/>
                  <a:gd name="connsiteX66" fmla="*/ 115375 w 372293"/>
                  <a:gd name="connsiteY66" fmla="*/ 29265 h 234001"/>
                  <a:gd name="connsiteX67" fmla="*/ 122512 w 372293"/>
                  <a:gd name="connsiteY67" fmla="*/ 14991 h 234001"/>
                  <a:gd name="connsiteX68" fmla="*/ 130838 w 372293"/>
                  <a:gd name="connsiteY68" fmla="*/ 11423 h 234001"/>
                  <a:gd name="connsiteX69" fmla="*/ 136785 w 372293"/>
                  <a:gd name="connsiteY69" fmla="*/ 6665 h 234001"/>
                  <a:gd name="connsiteX70" fmla="*/ 145111 w 372293"/>
                  <a:gd name="connsiteY70" fmla="*/ 9044 h 234001"/>
                  <a:gd name="connsiteX71" fmla="*/ 143922 w 372293"/>
                  <a:gd name="connsiteY71" fmla="*/ 718 h 234001"/>
                  <a:gd name="connsiteX72" fmla="*/ 173658 w 372293"/>
                  <a:gd name="connsiteY72" fmla="*/ 11423 h 234001"/>
                  <a:gd name="connsiteX73" fmla="*/ 186741 w 372293"/>
                  <a:gd name="connsiteY73" fmla="*/ 19749 h 234001"/>
                  <a:gd name="connsiteX74" fmla="*/ 189120 w 372293"/>
                  <a:gd name="connsiteY74" fmla="*/ 25696 h 234001"/>
                  <a:gd name="connsiteX75" fmla="*/ 195067 w 372293"/>
                  <a:gd name="connsiteY75" fmla="*/ 28075 h 234001"/>
                  <a:gd name="connsiteX76" fmla="*/ 211719 w 372293"/>
                  <a:gd name="connsiteY76" fmla="*/ 36401 h 234001"/>
                  <a:gd name="connsiteX77" fmla="*/ 220045 w 372293"/>
                  <a:gd name="connsiteY77" fmla="*/ 41159 h 234001"/>
                  <a:gd name="connsiteX78" fmla="*/ 228372 w 372293"/>
                  <a:gd name="connsiteY78" fmla="*/ 39970 h 234001"/>
                  <a:gd name="connsiteX79" fmla="*/ 252160 w 372293"/>
                  <a:gd name="connsiteY79" fmla="*/ 63758 h 234001"/>
                  <a:gd name="connsiteX80" fmla="*/ 258108 w 372293"/>
                  <a:gd name="connsiteY80" fmla="*/ 80410 h 234001"/>
                  <a:gd name="connsiteX81" fmla="*/ 273570 w 372293"/>
                  <a:gd name="connsiteY81" fmla="*/ 89926 h 234001"/>
                  <a:gd name="connsiteX82" fmla="*/ 289033 w 372293"/>
                  <a:gd name="connsiteY82" fmla="*/ 100631 h 234001"/>
                  <a:gd name="connsiteX83" fmla="*/ 303306 w 372293"/>
                  <a:gd name="connsiteY83" fmla="*/ 110146 h 234001"/>
                  <a:gd name="connsiteX84" fmla="*/ 322337 w 372293"/>
                  <a:gd name="connsiteY84" fmla="*/ 118472 h 234001"/>
                  <a:gd name="connsiteX85" fmla="*/ 337799 w 372293"/>
                  <a:gd name="connsiteY85" fmla="*/ 127988 h 234001"/>
                  <a:gd name="connsiteX86" fmla="*/ 354452 w 372293"/>
                  <a:gd name="connsiteY86" fmla="*/ 133935 h 234001"/>
                  <a:gd name="connsiteX87" fmla="*/ 362778 w 372293"/>
                  <a:gd name="connsiteY87" fmla="*/ 136314 h 234001"/>
                  <a:gd name="connsiteX88" fmla="*/ 368725 w 372293"/>
                  <a:gd name="connsiteY88" fmla="*/ 141072 h 234001"/>
                  <a:gd name="connsiteX89" fmla="*/ 372293 w 372293"/>
                  <a:gd name="connsiteY89" fmla="*/ 162481 h 234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372293" h="234001">
                    <a:moveTo>
                      <a:pt x="372293" y="162481"/>
                    </a:moveTo>
                    <a:cubicBezTo>
                      <a:pt x="372293" y="163671"/>
                      <a:pt x="371104" y="163671"/>
                      <a:pt x="371104" y="164860"/>
                    </a:cubicBezTo>
                    <a:cubicBezTo>
                      <a:pt x="367535" y="166050"/>
                      <a:pt x="365157" y="162481"/>
                      <a:pt x="361588" y="164860"/>
                    </a:cubicBezTo>
                    <a:cubicBezTo>
                      <a:pt x="358020" y="162481"/>
                      <a:pt x="358020" y="161292"/>
                      <a:pt x="354452" y="162481"/>
                    </a:cubicBezTo>
                    <a:cubicBezTo>
                      <a:pt x="352073" y="163671"/>
                      <a:pt x="348504" y="164860"/>
                      <a:pt x="346126" y="166050"/>
                    </a:cubicBezTo>
                    <a:cubicBezTo>
                      <a:pt x="343747" y="167239"/>
                      <a:pt x="341368" y="168429"/>
                      <a:pt x="337799" y="169618"/>
                    </a:cubicBezTo>
                    <a:cubicBezTo>
                      <a:pt x="334231" y="170807"/>
                      <a:pt x="330663" y="169618"/>
                      <a:pt x="329474" y="174376"/>
                    </a:cubicBezTo>
                    <a:cubicBezTo>
                      <a:pt x="328284" y="177944"/>
                      <a:pt x="330663" y="179133"/>
                      <a:pt x="330663" y="182702"/>
                    </a:cubicBezTo>
                    <a:cubicBezTo>
                      <a:pt x="329474" y="186270"/>
                      <a:pt x="327095" y="187460"/>
                      <a:pt x="325905" y="189838"/>
                    </a:cubicBezTo>
                    <a:cubicBezTo>
                      <a:pt x="324716" y="192217"/>
                      <a:pt x="323526" y="196975"/>
                      <a:pt x="323526" y="198164"/>
                    </a:cubicBezTo>
                    <a:cubicBezTo>
                      <a:pt x="323526" y="204112"/>
                      <a:pt x="323526" y="201733"/>
                      <a:pt x="318768" y="204112"/>
                    </a:cubicBezTo>
                    <a:cubicBezTo>
                      <a:pt x="316390" y="205301"/>
                      <a:pt x="315200" y="207680"/>
                      <a:pt x="311632" y="208869"/>
                    </a:cubicBezTo>
                    <a:cubicBezTo>
                      <a:pt x="309253" y="210059"/>
                      <a:pt x="305685" y="211248"/>
                      <a:pt x="303306" y="212438"/>
                    </a:cubicBezTo>
                    <a:cubicBezTo>
                      <a:pt x="300927" y="213627"/>
                      <a:pt x="297359" y="213627"/>
                      <a:pt x="294980" y="216006"/>
                    </a:cubicBezTo>
                    <a:cubicBezTo>
                      <a:pt x="293791" y="218385"/>
                      <a:pt x="293791" y="221953"/>
                      <a:pt x="291412" y="224332"/>
                    </a:cubicBezTo>
                    <a:cubicBezTo>
                      <a:pt x="289033" y="229090"/>
                      <a:pt x="281896" y="235037"/>
                      <a:pt x="277138" y="233847"/>
                    </a:cubicBezTo>
                    <a:cubicBezTo>
                      <a:pt x="271191" y="232658"/>
                      <a:pt x="271191" y="223143"/>
                      <a:pt x="265244" y="224332"/>
                    </a:cubicBezTo>
                    <a:cubicBezTo>
                      <a:pt x="262865" y="224332"/>
                      <a:pt x="261676" y="226711"/>
                      <a:pt x="258108" y="226711"/>
                    </a:cubicBezTo>
                    <a:cubicBezTo>
                      <a:pt x="255729" y="226711"/>
                      <a:pt x="253350" y="225521"/>
                      <a:pt x="250971" y="224332"/>
                    </a:cubicBezTo>
                    <a:cubicBezTo>
                      <a:pt x="248592" y="223143"/>
                      <a:pt x="246213" y="221953"/>
                      <a:pt x="245024" y="224332"/>
                    </a:cubicBezTo>
                    <a:cubicBezTo>
                      <a:pt x="245024" y="224332"/>
                      <a:pt x="245024" y="224332"/>
                      <a:pt x="245024" y="225521"/>
                    </a:cubicBezTo>
                    <a:cubicBezTo>
                      <a:pt x="242645" y="221953"/>
                      <a:pt x="241455" y="217195"/>
                      <a:pt x="240266" y="212438"/>
                    </a:cubicBezTo>
                    <a:cubicBezTo>
                      <a:pt x="240266" y="205301"/>
                      <a:pt x="241455" y="198164"/>
                      <a:pt x="234319" y="196975"/>
                    </a:cubicBezTo>
                    <a:cubicBezTo>
                      <a:pt x="230750" y="195786"/>
                      <a:pt x="227182" y="198164"/>
                      <a:pt x="223614" y="196975"/>
                    </a:cubicBezTo>
                    <a:cubicBezTo>
                      <a:pt x="220045" y="195786"/>
                      <a:pt x="220045" y="193407"/>
                      <a:pt x="217666" y="189838"/>
                    </a:cubicBezTo>
                    <a:cubicBezTo>
                      <a:pt x="214098" y="185081"/>
                      <a:pt x="211719" y="180323"/>
                      <a:pt x="205772" y="179133"/>
                    </a:cubicBezTo>
                    <a:cubicBezTo>
                      <a:pt x="202204" y="179133"/>
                      <a:pt x="197446" y="180323"/>
                      <a:pt x="195067" y="179133"/>
                    </a:cubicBezTo>
                    <a:cubicBezTo>
                      <a:pt x="191499" y="176755"/>
                      <a:pt x="192689" y="174376"/>
                      <a:pt x="193878" y="170807"/>
                    </a:cubicBezTo>
                    <a:cubicBezTo>
                      <a:pt x="189120" y="171997"/>
                      <a:pt x="187931" y="169618"/>
                      <a:pt x="184362" y="167239"/>
                    </a:cubicBezTo>
                    <a:cubicBezTo>
                      <a:pt x="179605" y="164860"/>
                      <a:pt x="178415" y="166050"/>
                      <a:pt x="173658" y="167239"/>
                    </a:cubicBezTo>
                    <a:cubicBezTo>
                      <a:pt x="166521" y="168429"/>
                      <a:pt x="159384" y="161292"/>
                      <a:pt x="153437" y="160103"/>
                    </a:cubicBezTo>
                    <a:cubicBezTo>
                      <a:pt x="153437" y="160103"/>
                      <a:pt x="153437" y="160103"/>
                      <a:pt x="153437" y="158913"/>
                    </a:cubicBezTo>
                    <a:cubicBezTo>
                      <a:pt x="147490" y="157724"/>
                      <a:pt x="143922" y="152966"/>
                      <a:pt x="137975" y="150587"/>
                    </a:cubicBezTo>
                    <a:cubicBezTo>
                      <a:pt x="135596" y="149398"/>
                      <a:pt x="121323" y="144640"/>
                      <a:pt x="121323" y="150587"/>
                    </a:cubicBezTo>
                    <a:cubicBezTo>
                      <a:pt x="120133" y="151777"/>
                      <a:pt x="120133" y="152966"/>
                      <a:pt x="120133" y="154155"/>
                    </a:cubicBezTo>
                    <a:cubicBezTo>
                      <a:pt x="114186" y="155345"/>
                      <a:pt x="107049" y="151777"/>
                      <a:pt x="101102" y="154155"/>
                    </a:cubicBezTo>
                    <a:cubicBezTo>
                      <a:pt x="96344" y="156534"/>
                      <a:pt x="91587" y="160103"/>
                      <a:pt x="86829" y="162481"/>
                    </a:cubicBezTo>
                    <a:cubicBezTo>
                      <a:pt x="84450" y="163671"/>
                      <a:pt x="82071" y="163671"/>
                      <a:pt x="80881" y="167239"/>
                    </a:cubicBezTo>
                    <a:cubicBezTo>
                      <a:pt x="79692" y="169618"/>
                      <a:pt x="79692" y="171997"/>
                      <a:pt x="77313" y="174376"/>
                    </a:cubicBezTo>
                    <a:cubicBezTo>
                      <a:pt x="72556" y="177944"/>
                      <a:pt x="64229" y="173186"/>
                      <a:pt x="60661" y="179133"/>
                    </a:cubicBezTo>
                    <a:cubicBezTo>
                      <a:pt x="60661" y="179133"/>
                      <a:pt x="60661" y="179133"/>
                      <a:pt x="59472" y="179133"/>
                    </a:cubicBezTo>
                    <a:cubicBezTo>
                      <a:pt x="55904" y="176755"/>
                      <a:pt x="54714" y="167239"/>
                      <a:pt x="53525" y="163671"/>
                    </a:cubicBezTo>
                    <a:cubicBezTo>
                      <a:pt x="51146" y="157724"/>
                      <a:pt x="52335" y="150587"/>
                      <a:pt x="52335" y="143450"/>
                    </a:cubicBezTo>
                    <a:cubicBezTo>
                      <a:pt x="52335" y="139882"/>
                      <a:pt x="51146" y="137503"/>
                      <a:pt x="51146" y="133935"/>
                    </a:cubicBezTo>
                    <a:cubicBezTo>
                      <a:pt x="51146" y="132745"/>
                      <a:pt x="51146" y="129177"/>
                      <a:pt x="51146" y="129177"/>
                    </a:cubicBezTo>
                    <a:cubicBezTo>
                      <a:pt x="49956" y="126798"/>
                      <a:pt x="49956" y="127988"/>
                      <a:pt x="47577" y="125609"/>
                    </a:cubicBezTo>
                    <a:cubicBezTo>
                      <a:pt x="45198" y="123230"/>
                      <a:pt x="44009" y="119662"/>
                      <a:pt x="41630" y="118472"/>
                    </a:cubicBezTo>
                    <a:cubicBezTo>
                      <a:pt x="40441" y="118472"/>
                      <a:pt x="34494" y="117283"/>
                      <a:pt x="33304" y="118472"/>
                    </a:cubicBezTo>
                    <a:cubicBezTo>
                      <a:pt x="33304" y="119662"/>
                      <a:pt x="34494" y="122041"/>
                      <a:pt x="33304" y="123230"/>
                    </a:cubicBezTo>
                    <a:cubicBezTo>
                      <a:pt x="29736" y="119662"/>
                      <a:pt x="27357" y="117283"/>
                      <a:pt x="32115" y="112525"/>
                    </a:cubicBezTo>
                    <a:cubicBezTo>
                      <a:pt x="35683" y="108957"/>
                      <a:pt x="40441" y="111336"/>
                      <a:pt x="45198" y="111336"/>
                    </a:cubicBezTo>
                    <a:cubicBezTo>
                      <a:pt x="45198" y="108957"/>
                      <a:pt x="42820" y="107767"/>
                      <a:pt x="40441" y="107767"/>
                    </a:cubicBezTo>
                    <a:cubicBezTo>
                      <a:pt x="40441" y="106578"/>
                      <a:pt x="40441" y="106578"/>
                      <a:pt x="39251" y="106578"/>
                    </a:cubicBezTo>
                    <a:cubicBezTo>
                      <a:pt x="38062" y="103010"/>
                      <a:pt x="39251" y="99441"/>
                      <a:pt x="38062" y="95873"/>
                    </a:cubicBezTo>
                    <a:cubicBezTo>
                      <a:pt x="35683" y="94684"/>
                      <a:pt x="34494" y="97062"/>
                      <a:pt x="32115" y="97062"/>
                    </a:cubicBezTo>
                    <a:cubicBezTo>
                      <a:pt x="29736" y="97062"/>
                      <a:pt x="27357" y="97062"/>
                      <a:pt x="24978" y="97062"/>
                    </a:cubicBezTo>
                    <a:cubicBezTo>
                      <a:pt x="26168" y="98252"/>
                      <a:pt x="27357" y="100631"/>
                      <a:pt x="26168" y="101820"/>
                    </a:cubicBezTo>
                    <a:cubicBezTo>
                      <a:pt x="23789" y="99441"/>
                      <a:pt x="21410" y="98252"/>
                      <a:pt x="20221" y="97062"/>
                    </a:cubicBezTo>
                    <a:cubicBezTo>
                      <a:pt x="15463" y="92305"/>
                      <a:pt x="14273" y="85168"/>
                      <a:pt x="14273" y="79221"/>
                    </a:cubicBezTo>
                    <a:cubicBezTo>
                      <a:pt x="14273" y="72084"/>
                      <a:pt x="17842" y="66137"/>
                      <a:pt x="16652" y="60190"/>
                    </a:cubicBezTo>
                    <a:cubicBezTo>
                      <a:pt x="14273" y="51864"/>
                      <a:pt x="0" y="42348"/>
                      <a:pt x="0" y="32833"/>
                    </a:cubicBezTo>
                    <a:cubicBezTo>
                      <a:pt x="3568" y="31644"/>
                      <a:pt x="15463" y="20939"/>
                      <a:pt x="19031" y="19749"/>
                    </a:cubicBezTo>
                    <a:cubicBezTo>
                      <a:pt x="34494" y="11423"/>
                      <a:pt x="54714" y="18560"/>
                      <a:pt x="66608" y="30454"/>
                    </a:cubicBezTo>
                    <a:cubicBezTo>
                      <a:pt x="71366" y="36401"/>
                      <a:pt x="85639" y="51864"/>
                      <a:pt x="91587" y="45917"/>
                    </a:cubicBezTo>
                    <a:cubicBezTo>
                      <a:pt x="95155" y="45917"/>
                      <a:pt x="98723" y="44727"/>
                      <a:pt x="103481" y="44727"/>
                    </a:cubicBezTo>
                    <a:cubicBezTo>
                      <a:pt x="108239" y="44727"/>
                      <a:pt x="114186" y="45917"/>
                      <a:pt x="118944" y="44727"/>
                    </a:cubicBezTo>
                    <a:cubicBezTo>
                      <a:pt x="122512" y="37591"/>
                      <a:pt x="115375" y="35212"/>
                      <a:pt x="115375" y="29265"/>
                    </a:cubicBezTo>
                    <a:cubicBezTo>
                      <a:pt x="115375" y="24507"/>
                      <a:pt x="117754" y="16181"/>
                      <a:pt x="122512" y="14991"/>
                    </a:cubicBezTo>
                    <a:cubicBezTo>
                      <a:pt x="126080" y="13802"/>
                      <a:pt x="128459" y="13802"/>
                      <a:pt x="130838" y="11423"/>
                    </a:cubicBezTo>
                    <a:cubicBezTo>
                      <a:pt x="133217" y="7855"/>
                      <a:pt x="133217" y="5476"/>
                      <a:pt x="136785" y="6665"/>
                    </a:cubicBezTo>
                    <a:cubicBezTo>
                      <a:pt x="139164" y="7855"/>
                      <a:pt x="142732" y="11423"/>
                      <a:pt x="145111" y="9044"/>
                    </a:cubicBezTo>
                    <a:cubicBezTo>
                      <a:pt x="147490" y="6665"/>
                      <a:pt x="143922" y="3097"/>
                      <a:pt x="143922" y="718"/>
                    </a:cubicBezTo>
                    <a:cubicBezTo>
                      <a:pt x="152248" y="-2850"/>
                      <a:pt x="166521" y="7855"/>
                      <a:pt x="173658" y="11423"/>
                    </a:cubicBezTo>
                    <a:cubicBezTo>
                      <a:pt x="177226" y="13802"/>
                      <a:pt x="184362" y="16181"/>
                      <a:pt x="186741" y="19749"/>
                    </a:cubicBezTo>
                    <a:cubicBezTo>
                      <a:pt x="187931" y="22128"/>
                      <a:pt x="187931" y="24507"/>
                      <a:pt x="189120" y="25696"/>
                    </a:cubicBezTo>
                    <a:cubicBezTo>
                      <a:pt x="190310" y="26886"/>
                      <a:pt x="193878" y="28075"/>
                      <a:pt x="195067" y="28075"/>
                    </a:cubicBezTo>
                    <a:cubicBezTo>
                      <a:pt x="201014" y="30454"/>
                      <a:pt x="206962" y="34022"/>
                      <a:pt x="211719" y="36401"/>
                    </a:cubicBezTo>
                    <a:cubicBezTo>
                      <a:pt x="214098" y="37591"/>
                      <a:pt x="216477" y="39970"/>
                      <a:pt x="220045" y="41159"/>
                    </a:cubicBezTo>
                    <a:cubicBezTo>
                      <a:pt x="224803" y="43538"/>
                      <a:pt x="224803" y="41159"/>
                      <a:pt x="228372" y="39970"/>
                    </a:cubicBezTo>
                    <a:cubicBezTo>
                      <a:pt x="242645" y="37591"/>
                      <a:pt x="243834" y="60190"/>
                      <a:pt x="252160" y="63758"/>
                    </a:cubicBezTo>
                    <a:cubicBezTo>
                      <a:pt x="252160" y="69705"/>
                      <a:pt x="254539" y="75653"/>
                      <a:pt x="258108" y="80410"/>
                    </a:cubicBezTo>
                    <a:cubicBezTo>
                      <a:pt x="261676" y="86358"/>
                      <a:pt x="267623" y="87547"/>
                      <a:pt x="273570" y="89926"/>
                    </a:cubicBezTo>
                    <a:cubicBezTo>
                      <a:pt x="279517" y="93494"/>
                      <a:pt x="284275" y="97062"/>
                      <a:pt x="289033" y="100631"/>
                    </a:cubicBezTo>
                    <a:cubicBezTo>
                      <a:pt x="293791" y="104199"/>
                      <a:pt x="297359" y="107767"/>
                      <a:pt x="303306" y="110146"/>
                    </a:cubicBezTo>
                    <a:cubicBezTo>
                      <a:pt x="309253" y="113714"/>
                      <a:pt x="316390" y="114904"/>
                      <a:pt x="322337" y="118472"/>
                    </a:cubicBezTo>
                    <a:cubicBezTo>
                      <a:pt x="327095" y="122041"/>
                      <a:pt x="333042" y="124419"/>
                      <a:pt x="337799" y="127988"/>
                    </a:cubicBezTo>
                    <a:cubicBezTo>
                      <a:pt x="342557" y="131556"/>
                      <a:pt x="348504" y="131556"/>
                      <a:pt x="354452" y="133935"/>
                    </a:cubicBezTo>
                    <a:cubicBezTo>
                      <a:pt x="358020" y="135124"/>
                      <a:pt x="360399" y="135124"/>
                      <a:pt x="362778" y="136314"/>
                    </a:cubicBezTo>
                    <a:cubicBezTo>
                      <a:pt x="365157" y="137503"/>
                      <a:pt x="367535" y="139882"/>
                      <a:pt x="368725" y="141072"/>
                    </a:cubicBezTo>
                    <a:cubicBezTo>
                      <a:pt x="371104" y="149398"/>
                      <a:pt x="369914" y="156534"/>
                      <a:pt x="372293" y="162481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8C81D01-8945-4DBC-3483-82C88DB2053D}"/>
                  </a:ext>
                </a:extLst>
              </p:cNvPr>
              <p:cNvSpPr/>
              <p:nvPr/>
            </p:nvSpPr>
            <p:spPr>
              <a:xfrm>
                <a:off x="6743954" y="3271024"/>
                <a:ext cx="92776" cy="76728"/>
              </a:xfrm>
              <a:custGeom>
                <a:avLst/>
                <a:gdLst>
                  <a:gd name="connsiteX0" fmla="*/ 84450 w 92776"/>
                  <a:gd name="connsiteY0" fmla="*/ 60661 h 76728"/>
                  <a:gd name="connsiteX1" fmla="*/ 86829 w 92776"/>
                  <a:gd name="connsiteY1" fmla="*/ 67798 h 76728"/>
                  <a:gd name="connsiteX2" fmla="*/ 85639 w 92776"/>
                  <a:gd name="connsiteY2" fmla="*/ 74934 h 76728"/>
                  <a:gd name="connsiteX3" fmla="*/ 76124 w 92776"/>
                  <a:gd name="connsiteY3" fmla="*/ 71366 h 76728"/>
                  <a:gd name="connsiteX4" fmla="*/ 68987 w 92776"/>
                  <a:gd name="connsiteY4" fmla="*/ 60661 h 76728"/>
                  <a:gd name="connsiteX5" fmla="*/ 63040 w 92776"/>
                  <a:gd name="connsiteY5" fmla="*/ 58282 h 76728"/>
                  <a:gd name="connsiteX6" fmla="*/ 60661 w 92776"/>
                  <a:gd name="connsiteY6" fmla="*/ 52335 h 76728"/>
                  <a:gd name="connsiteX7" fmla="*/ 53525 w 92776"/>
                  <a:gd name="connsiteY7" fmla="*/ 51146 h 76728"/>
                  <a:gd name="connsiteX8" fmla="*/ 48767 w 92776"/>
                  <a:gd name="connsiteY8" fmla="*/ 51146 h 76728"/>
                  <a:gd name="connsiteX9" fmla="*/ 40441 w 92776"/>
                  <a:gd name="connsiteY9" fmla="*/ 53525 h 76728"/>
                  <a:gd name="connsiteX10" fmla="*/ 36873 w 92776"/>
                  <a:gd name="connsiteY10" fmla="*/ 51146 h 76728"/>
                  <a:gd name="connsiteX11" fmla="*/ 29736 w 92776"/>
                  <a:gd name="connsiteY11" fmla="*/ 42820 h 76728"/>
                  <a:gd name="connsiteX12" fmla="*/ 14273 w 92776"/>
                  <a:gd name="connsiteY12" fmla="*/ 40441 h 76728"/>
                  <a:gd name="connsiteX13" fmla="*/ 9516 w 92776"/>
                  <a:gd name="connsiteY13" fmla="*/ 27357 h 76728"/>
                  <a:gd name="connsiteX14" fmla="*/ 9516 w 92776"/>
                  <a:gd name="connsiteY14" fmla="*/ 19031 h 76728"/>
                  <a:gd name="connsiteX15" fmla="*/ 5947 w 92776"/>
                  <a:gd name="connsiteY15" fmla="*/ 13084 h 76728"/>
                  <a:gd name="connsiteX16" fmla="*/ 2379 w 92776"/>
                  <a:gd name="connsiteY16" fmla="*/ 7137 h 76728"/>
                  <a:gd name="connsiteX17" fmla="*/ 0 w 92776"/>
                  <a:gd name="connsiteY17" fmla="*/ 4758 h 76728"/>
                  <a:gd name="connsiteX18" fmla="*/ 5947 w 92776"/>
                  <a:gd name="connsiteY18" fmla="*/ 3568 h 76728"/>
                  <a:gd name="connsiteX19" fmla="*/ 15463 w 92776"/>
                  <a:gd name="connsiteY19" fmla="*/ 1190 h 76728"/>
                  <a:gd name="connsiteX20" fmla="*/ 20221 w 92776"/>
                  <a:gd name="connsiteY20" fmla="*/ 0 h 76728"/>
                  <a:gd name="connsiteX21" fmla="*/ 24978 w 92776"/>
                  <a:gd name="connsiteY21" fmla="*/ 1190 h 76728"/>
                  <a:gd name="connsiteX22" fmla="*/ 39252 w 92776"/>
                  <a:gd name="connsiteY22" fmla="*/ 1190 h 76728"/>
                  <a:gd name="connsiteX23" fmla="*/ 52335 w 92776"/>
                  <a:gd name="connsiteY23" fmla="*/ 8326 h 76728"/>
                  <a:gd name="connsiteX24" fmla="*/ 59472 w 92776"/>
                  <a:gd name="connsiteY24" fmla="*/ 24978 h 76728"/>
                  <a:gd name="connsiteX25" fmla="*/ 67798 w 92776"/>
                  <a:gd name="connsiteY25" fmla="*/ 34494 h 76728"/>
                  <a:gd name="connsiteX26" fmla="*/ 65419 w 92776"/>
                  <a:gd name="connsiteY26" fmla="*/ 40441 h 76728"/>
                  <a:gd name="connsiteX27" fmla="*/ 67798 w 92776"/>
                  <a:gd name="connsiteY27" fmla="*/ 47577 h 76728"/>
                  <a:gd name="connsiteX28" fmla="*/ 79692 w 92776"/>
                  <a:gd name="connsiteY28" fmla="*/ 53525 h 76728"/>
                  <a:gd name="connsiteX29" fmla="*/ 86829 w 92776"/>
                  <a:gd name="connsiteY29" fmla="*/ 55904 h 76728"/>
                  <a:gd name="connsiteX30" fmla="*/ 92776 w 92776"/>
                  <a:gd name="connsiteY30" fmla="*/ 59472 h 76728"/>
                  <a:gd name="connsiteX31" fmla="*/ 92776 w 92776"/>
                  <a:gd name="connsiteY31" fmla="*/ 63040 h 76728"/>
                  <a:gd name="connsiteX32" fmla="*/ 84450 w 92776"/>
                  <a:gd name="connsiteY32" fmla="*/ 60661 h 7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92776" h="76728">
                    <a:moveTo>
                      <a:pt x="84450" y="60661"/>
                    </a:moveTo>
                    <a:cubicBezTo>
                      <a:pt x="84450" y="64230"/>
                      <a:pt x="86829" y="65419"/>
                      <a:pt x="86829" y="67798"/>
                    </a:cubicBezTo>
                    <a:cubicBezTo>
                      <a:pt x="86829" y="68987"/>
                      <a:pt x="85639" y="73745"/>
                      <a:pt x="85639" y="74934"/>
                    </a:cubicBezTo>
                    <a:cubicBezTo>
                      <a:pt x="82071" y="79692"/>
                      <a:pt x="77313" y="73745"/>
                      <a:pt x="76124" y="71366"/>
                    </a:cubicBezTo>
                    <a:cubicBezTo>
                      <a:pt x="73745" y="67798"/>
                      <a:pt x="71366" y="63040"/>
                      <a:pt x="68987" y="60661"/>
                    </a:cubicBezTo>
                    <a:cubicBezTo>
                      <a:pt x="66608" y="59472"/>
                      <a:pt x="64229" y="59472"/>
                      <a:pt x="63040" y="58282"/>
                    </a:cubicBezTo>
                    <a:cubicBezTo>
                      <a:pt x="60661" y="55904"/>
                      <a:pt x="61851" y="53525"/>
                      <a:pt x="60661" y="52335"/>
                    </a:cubicBezTo>
                    <a:cubicBezTo>
                      <a:pt x="59472" y="49956"/>
                      <a:pt x="55904" y="49956"/>
                      <a:pt x="53525" y="51146"/>
                    </a:cubicBezTo>
                    <a:cubicBezTo>
                      <a:pt x="51146" y="52335"/>
                      <a:pt x="51146" y="52335"/>
                      <a:pt x="48767" y="51146"/>
                    </a:cubicBezTo>
                    <a:cubicBezTo>
                      <a:pt x="45199" y="48767"/>
                      <a:pt x="41630" y="48767"/>
                      <a:pt x="40441" y="53525"/>
                    </a:cubicBezTo>
                    <a:cubicBezTo>
                      <a:pt x="39252" y="52335"/>
                      <a:pt x="38062" y="52335"/>
                      <a:pt x="36873" y="51146"/>
                    </a:cubicBezTo>
                    <a:cubicBezTo>
                      <a:pt x="35683" y="47577"/>
                      <a:pt x="34494" y="44009"/>
                      <a:pt x="29736" y="42820"/>
                    </a:cubicBezTo>
                    <a:cubicBezTo>
                      <a:pt x="24978" y="41630"/>
                      <a:pt x="19031" y="42820"/>
                      <a:pt x="14273" y="40441"/>
                    </a:cubicBezTo>
                    <a:cubicBezTo>
                      <a:pt x="9516" y="38062"/>
                      <a:pt x="9516" y="32115"/>
                      <a:pt x="9516" y="27357"/>
                    </a:cubicBezTo>
                    <a:cubicBezTo>
                      <a:pt x="9516" y="24978"/>
                      <a:pt x="9516" y="21410"/>
                      <a:pt x="9516" y="19031"/>
                    </a:cubicBezTo>
                    <a:cubicBezTo>
                      <a:pt x="9516" y="16652"/>
                      <a:pt x="7137" y="15463"/>
                      <a:pt x="5947" y="13084"/>
                    </a:cubicBezTo>
                    <a:cubicBezTo>
                      <a:pt x="4758" y="10705"/>
                      <a:pt x="3569" y="9516"/>
                      <a:pt x="2379" y="7137"/>
                    </a:cubicBezTo>
                    <a:cubicBezTo>
                      <a:pt x="1190" y="5947"/>
                      <a:pt x="1190" y="5947"/>
                      <a:pt x="0" y="4758"/>
                    </a:cubicBezTo>
                    <a:cubicBezTo>
                      <a:pt x="2379" y="4758"/>
                      <a:pt x="4758" y="3568"/>
                      <a:pt x="5947" y="3568"/>
                    </a:cubicBezTo>
                    <a:cubicBezTo>
                      <a:pt x="8326" y="3568"/>
                      <a:pt x="14273" y="0"/>
                      <a:pt x="15463" y="1190"/>
                    </a:cubicBezTo>
                    <a:cubicBezTo>
                      <a:pt x="16652" y="1190"/>
                      <a:pt x="19031" y="0"/>
                      <a:pt x="20221" y="0"/>
                    </a:cubicBezTo>
                    <a:cubicBezTo>
                      <a:pt x="21410" y="1190"/>
                      <a:pt x="22599" y="1190"/>
                      <a:pt x="24978" y="1190"/>
                    </a:cubicBezTo>
                    <a:cubicBezTo>
                      <a:pt x="26168" y="1190"/>
                      <a:pt x="35683" y="1190"/>
                      <a:pt x="39252" y="1190"/>
                    </a:cubicBezTo>
                    <a:cubicBezTo>
                      <a:pt x="42820" y="4758"/>
                      <a:pt x="47577" y="5947"/>
                      <a:pt x="52335" y="8326"/>
                    </a:cubicBezTo>
                    <a:cubicBezTo>
                      <a:pt x="59472" y="11894"/>
                      <a:pt x="54714" y="19031"/>
                      <a:pt x="59472" y="24978"/>
                    </a:cubicBezTo>
                    <a:cubicBezTo>
                      <a:pt x="61851" y="28547"/>
                      <a:pt x="67798" y="30925"/>
                      <a:pt x="67798" y="34494"/>
                    </a:cubicBezTo>
                    <a:cubicBezTo>
                      <a:pt x="67798" y="36873"/>
                      <a:pt x="65419" y="39251"/>
                      <a:pt x="65419" y="40441"/>
                    </a:cubicBezTo>
                    <a:cubicBezTo>
                      <a:pt x="65419" y="42820"/>
                      <a:pt x="66608" y="45199"/>
                      <a:pt x="67798" y="47577"/>
                    </a:cubicBezTo>
                    <a:cubicBezTo>
                      <a:pt x="70177" y="51146"/>
                      <a:pt x="76124" y="52335"/>
                      <a:pt x="79692" y="53525"/>
                    </a:cubicBezTo>
                    <a:cubicBezTo>
                      <a:pt x="82071" y="54714"/>
                      <a:pt x="84450" y="54714"/>
                      <a:pt x="86829" y="55904"/>
                    </a:cubicBezTo>
                    <a:cubicBezTo>
                      <a:pt x="89208" y="57093"/>
                      <a:pt x="90397" y="58282"/>
                      <a:pt x="92776" y="59472"/>
                    </a:cubicBezTo>
                    <a:cubicBezTo>
                      <a:pt x="92776" y="60661"/>
                      <a:pt x="92776" y="61851"/>
                      <a:pt x="92776" y="63040"/>
                    </a:cubicBezTo>
                    <a:cubicBezTo>
                      <a:pt x="86829" y="60661"/>
                      <a:pt x="86829" y="60661"/>
                      <a:pt x="84450" y="60661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D6D8A93-5D02-4BB9-7D58-AB410E015110}"/>
                  </a:ext>
                </a:extLst>
              </p:cNvPr>
              <p:cNvSpPr/>
              <p:nvPr/>
            </p:nvSpPr>
            <p:spPr>
              <a:xfrm>
                <a:off x="6776069" y="3248424"/>
                <a:ext cx="143921" cy="116564"/>
              </a:xfrm>
              <a:custGeom>
                <a:avLst/>
                <a:gdLst>
                  <a:gd name="connsiteX0" fmla="*/ 143922 w 143921"/>
                  <a:gd name="connsiteY0" fmla="*/ 46388 h 116564"/>
                  <a:gd name="connsiteX1" fmla="*/ 136785 w 143921"/>
                  <a:gd name="connsiteY1" fmla="*/ 48767 h 116564"/>
                  <a:gd name="connsiteX2" fmla="*/ 129648 w 143921"/>
                  <a:gd name="connsiteY2" fmla="*/ 49956 h 116564"/>
                  <a:gd name="connsiteX3" fmla="*/ 122512 w 143921"/>
                  <a:gd name="connsiteY3" fmla="*/ 59472 h 116564"/>
                  <a:gd name="connsiteX4" fmla="*/ 122512 w 143921"/>
                  <a:gd name="connsiteY4" fmla="*/ 67798 h 116564"/>
                  <a:gd name="connsiteX5" fmla="*/ 120133 w 143921"/>
                  <a:gd name="connsiteY5" fmla="*/ 74934 h 116564"/>
                  <a:gd name="connsiteX6" fmla="*/ 121322 w 143921"/>
                  <a:gd name="connsiteY6" fmla="*/ 82071 h 116564"/>
                  <a:gd name="connsiteX7" fmla="*/ 120133 w 143921"/>
                  <a:gd name="connsiteY7" fmla="*/ 85639 h 116564"/>
                  <a:gd name="connsiteX8" fmla="*/ 120133 w 143921"/>
                  <a:gd name="connsiteY8" fmla="*/ 90397 h 116564"/>
                  <a:gd name="connsiteX9" fmla="*/ 118944 w 143921"/>
                  <a:gd name="connsiteY9" fmla="*/ 96344 h 116564"/>
                  <a:gd name="connsiteX10" fmla="*/ 117754 w 143921"/>
                  <a:gd name="connsiteY10" fmla="*/ 96344 h 116564"/>
                  <a:gd name="connsiteX11" fmla="*/ 112996 w 143921"/>
                  <a:gd name="connsiteY11" fmla="*/ 88018 h 116564"/>
                  <a:gd name="connsiteX12" fmla="*/ 110617 w 143921"/>
                  <a:gd name="connsiteY12" fmla="*/ 99912 h 116564"/>
                  <a:gd name="connsiteX13" fmla="*/ 111807 w 143921"/>
                  <a:gd name="connsiteY13" fmla="*/ 105860 h 116564"/>
                  <a:gd name="connsiteX14" fmla="*/ 111807 w 143921"/>
                  <a:gd name="connsiteY14" fmla="*/ 112996 h 116564"/>
                  <a:gd name="connsiteX15" fmla="*/ 111807 w 143921"/>
                  <a:gd name="connsiteY15" fmla="*/ 116565 h 116564"/>
                  <a:gd name="connsiteX16" fmla="*/ 105860 w 143921"/>
                  <a:gd name="connsiteY16" fmla="*/ 112996 h 116564"/>
                  <a:gd name="connsiteX17" fmla="*/ 99912 w 143921"/>
                  <a:gd name="connsiteY17" fmla="*/ 96344 h 116564"/>
                  <a:gd name="connsiteX18" fmla="*/ 96344 w 143921"/>
                  <a:gd name="connsiteY18" fmla="*/ 88018 h 116564"/>
                  <a:gd name="connsiteX19" fmla="*/ 88018 w 143921"/>
                  <a:gd name="connsiteY19" fmla="*/ 77313 h 116564"/>
                  <a:gd name="connsiteX20" fmla="*/ 79692 w 143921"/>
                  <a:gd name="connsiteY20" fmla="*/ 82071 h 116564"/>
                  <a:gd name="connsiteX21" fmla="*/ 72556 w 143921"/>
                  <a:gd name="connsiteY21" fmla="*/ 88018 h 116564"/>
                  <a:gd name="connsiteX22" fmla="*/ 64229 w 143921"/>
                  <a:gd name="connsiteY22" fmla="*/ 93965 h 116564"/>
                  <a:gd name="connsiteX23" fmla="*/ 58282 w 143921"/>
                  <a:gd name="connsiteY23" fmla="*/ 101102 h 116564"/>
                  <a:gd name="connsiteX24" fmla="*/ 23789 w 143921"/>
                  <a:gd name="connsiteY24" fmla="*/ 92776 h 116564"/>
                  <a:gd name="connsiteX25" fmla="*/ 9515 w 143921"/>
                  <a:gd name="connsiteY25" fmla="*/ 78503 h 116564"/>
                  <a:gd name="connsiteX26" fmla="*/ 5947 w 143921"/>
                  <a:gd name="connsiteY26" fmla="*/ 76124 h 116564"/>
                  <a:gd name="connsiteX27" fmla="*/ 14273 w 143921"/>
                  <a:gd name="connsiteY27" fmla="*/ 73745 h 116564"/>
                  <a:gd name="connsiteX28" fmla="*/ 19031 w 143921"/>
                  <a:gd name="connsiteY28" fmla="*/ 73745 h 116564"/>
                  <a:gd name="connsiteX29" fmla="*/ 26167 w 143921"/>
                  <a:gd name="connsiteY29" fmla="*/ 74934 h 116564"/>
                  <a:gd name="connsiteX30" fmla="*/ 28546 w 143921"/>
                  <a:gd name="connsiteY30" fmla="*/ 80882 h 116564"/>
                  <a:gd name="connsiteX31" fmla="*/ 34494 w 143921"/>
                  <a:gd name="connsiteY31" fmla="*/ 83260 h 116564"/>
                  <a:gd name="connsiteX32" fmla="*/ 41630 w 143921"/>
                  <a:gd name="connsiteY32" fmla="*/ 93965 h 116564"/>
                  <a:gd name="connsiteX33" fmla="*/ 51146 w 143921"/>
                  <a:gd name="connsiteY33" fmla="*/ 97534 h 116564"/>
                  <a:gd name="connsiteX34" fmla="*/ 52335 w 143921"/>
                  <a:gd name="connsiteY34" fmla="*/ 90397 h 116564"/>
                  <a:gd name="connsiteX35" fmla="*/ 49956 w 143921"/>
                  <a:gd name="connsiteY35" fmla="*/ 83260 h 116564"/>
                  <a:gd name="connsiteX36" fmla="*/ 53525 w 143921"/>
                  <a:gd name="connsiteY36" fmla="*/ 83260 h 116564"/>
                  <a:gd name="connsiteX37" fmla="*/ 53525 w 143921"/>
                  <a:gd name="connsiteY37" fmla="*/ 79692 h 116564"/>
                  <a:gd name="connsiteX38" fmla="*/ 47577 w 143921"/>
                  <a:gd name="connsiteY38" fmla="*/ 76124 h 116564"/>
                  <a:gd name="connsiteX39" fmla="*/ 40441 w 143921"/>
                  <a:gd name="connsiteY39" fmla="*/ 73745 h 116564"/>
                  <a:gd name="connsiteX40" fmla="*/ 28546 w 143921"/>
                  <a:gd name="connsiteY40" fmla="*/ 67798 h 116564"/>
                  <a:gd name="connsiteX41" fmla="*/ 26167 w 143921"/>
                  <a:gd name="connsiteY41" fmla="*/ 60661 h 116564"/>
                  <a:gd name="connsiteX42" fmla="*/ 28546 w 143921"/>
                  <a:gd name="connsiteY42" fmla="*/ 54714 h 116564"/>
                  <a:gd name="connsiteX43" fmla="*/ 20220 w 143921"/>
                  <a:gd name="connsiteY43" fmla="*/ 45199 h 116564"/>
                  <a:gd name="connsiteX44" fmla="*/ 13084 w 143921"/>
                  <a:gd name="connsiteY44" fmla="*/ 28546 h 116564"/>
                  <a:gd name="connsiteX45" fmla="*/ 0 w 143921"/>
                  <a:gd name="connsiteY45" fmla="*/ 21410 h 116564"/>
                  <a:gd name="connsiteX46" fmla="*/ 1190 w 143921"/>
                  <a:gd name="connsiteY46" fmla="*/ 21410 h 116564"/>
                  <a:gd name="connsiteX47" fmla="*/ 1190 w 143921"/>
                  <a:gd name="connsiteY47" fmla="*/ 17842 h 116564"/>
                  <a:gd name="connsiteX48" fmla="*/ 8326 w 143921"/>
                  <a:gd name="connsiteY48" fmla="*/ 15463 h 116564"/>
                  <a:gd name="connsiteX49" fmla="*/ 14273 w 143921"/>
                  <a:gd name="connsiteY49" fmla="*/ 15463 h 116564"/>
                  <a:gd name="connsiteX50" fmla="*/ 26167 w 143921"/>
                  <a:gd name="connsiteY50" fmla="*/ 22599 h 116564"/>
                  <a:gd name="connsiteX51" fmla="*/ 39251 w 143921"/>
                  <a:gd name="connsiteY51" fmla="*/ 23789 h 116564"/>
                  <a:gd name="connsiteX52" fmla="*/ 44009 w 143921"/>
                  <a:gd name="connsiteY52" fmla="*/ 27357 h 116564"/>
                  <a:gd name="connsiteX53" fmla="*/ 45198 w 143921"/>
                  <a:gd name="connsiteY53" fmla="*/ 17842 h 116564"/>
                  <a:gd name="connsiteX54" fmla="*/ 35683 w 143921"/>
                  <a:gd name="connsiteY54" fmla="*/ 8326 h 116564"/>
                  <a:gd name="connsiteX55" fmla="*/ 39251 w 143921"/>
                  <a:gd name="connsiteY55" fmla="*/ 0 h 116564"/>
                  <a:gd name="connsiteX56" fmla="*/ 49956 w 143921"/>
                  <a:gd name="connsiteY56" fmla="*/ 3568 h 116564"/>
                  <a:gd name="connsiteX57" fmla="*/ 59472 w 143921"/>
                  <a:gd name="connsiteY57" fmla="*/ 11894 h 116564"/>
                  <a:gd name="connsiteX58" fmla="*/ 63040 w 143921"/>
                  <a:gd name="connsiteY58" fmla="*/ 17842 h 116564"/>
                  <a:gd name="connsiteX59" fmla="*/ 72556 w 143921"/>
                  <a:gd name="connsiteY59" fmla="*/ 17842 h 116564"/>
                  <a:gd name="connsiteX60" fmla="*/ 77313 w 143921"/>
                  <a:gd name="connsiteY60" fmla="*/ 14273 h 116564"/>
                  <a:gd name="connsiteX61" fmla="*/ 89208 w 143921"/>
                  <a:gd name="connsiteY61" fmla="*/ 3568 h 116564"/>
                  <a:gd name="connsiteX62" fmla="*/ 90397 w 143921"/>
                  <a:gd name="connsiteY62" fmla="*/ 0 h 116564"/>
                  <a:gd name="connsiteX63" fmla="*/ 104670 w 143921"/>
                  <a:gd name="connsiteY63" fmla="*/ 17842 h 116564"/>
                  <a:gd name="connsiteX64" fmla="*/ 111807 w 143921"/>
                  <a:gd name="connsiteY64" fmla="*/ 28546 h 116564"/>
                  <a:gd name="connsiteX65" fmla="*/ 116564 w 143921"/>
                  <a:gd name="connsiteY65" fmla="*/ 32115 h 116564"/>
                  <a:gd name="connsiteX66" fmla="*/ 120133 w 143921"/>
                  <a:gd name="connsiteY66" fmla="*/ 38062 h 116564"/>
                  <a:gd name="connsiteX67" fmla="*/ 143922 w 143921"/>
                  <a:gd name="connsiteY67" fmla="*/ 46388 h 116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143921" h="116564">
                    <a:moveTo>
                      <a:pt x="143922" y="46388"/>
                    </a:moveTo>
                    <a:cubicBezTo>
                      <a:pt x="141543" y="46388"/>
                      <a:pt x="139164" y="48767"/>
                      <a:pt x="136785" y="48767"/>
                    </a:cubicBezTo>
                    <a:cubicBezTo>
                      <a:pt x="134406" y="48767"/>
                      <a:pt x="132027" y="48767"/>
                      <a:pt x="129648" y="49956"/>
                    </a:cubicBezTo>
                    <a:cubicBezTo>
                      <a:pt x="126080" y="51146"/>
                      <a:pt x="122512" y="54714"/>
                      <a:pt x="122512" y="59472"/>
                    </a:cubicBezTo>
                    <a:cubicBezTo>
                      <a:pt x="122512" y="61851"/>
                      <a:pt x="123701" y="65419"/>
                      <a:pt x="122512" y="67798"/>
                    </a:cubicBezTo>
                    <a:cubicBezTo>
                      <a:pt x="122512" y="70177"/>
                      <a:pt x="120133" y="71366"/>
                      <a:pt x="120133" y="74934"/>
                    </a:cubicBezTo>
                    <a:cubicBezTo>
                      <a:pt x="120133" y="77313"/>
                      <a:pt x="121322" y="79692"/>
                      <a:pt x="121322" y="82071"/>
                    </a:cubicBezTo>
                    <a:cubicBezTo>
                      <a:pt x="121322" y="83260"/>
                      <a:pt x="120133" y="84450"/>
                      <a:pt x="120133" y="85639"/>
                    </a:cubicBezTo>
                    <a:cubicBezTo>
                      <a:pt x="120133" y="86829"/>
                      <a:pt x="120133" y="88018"/>
                      <a:pt x="120133" y="90397"/>
                    </a:cubicBezTo>
                    <a:cubicBezTo>
                      <a:pt x="120133" y="92776"/>
                      <a:pt x="118944" y="93965"/>
                      <a:pt x="118944" y="96344"/>
                    </a:cubicBezTo>
                    <a:cubicBezTo>
                      <a:pt x="118944" y="96344"/>
                      <a:pt x="118944" y="96344"/>
                      <a:pt x="117754" y="96344"/>
                    </a:cubicBezTo>
                    <a:cubicBezTo>
                      <a:pt x="116564" y="93965"/>
                      <a:pt x="116564" y="85639"/>
                      <a:pt x="112996" y="88018"/>
                    </a:cubicBezTo>
                    <a:cubicBezTo>
                      <a:pt x="110617" y="89208"/>
                      <a:pt x="110617" y="97534"/>
                      <a:pt x="110617" y="99912"/>
                    </a:cubicBezTo>
                    <a:cubicBezTo>
                      <a:pt x="110617" y="102291"/>
                      <a:pt x="111807" y="103481"/>
                      <a:pt x="111807" y="105860"/>
                    </a:cubicBezTo>
                    <a:cubicBezTo>
                      <a:pt x="111807" y="108239"/>
                      <a:pt x="111807" y="110617"/>
                      <a:pt x="111807" y="112996"/>
                    </a:cubicBezTo>
                    <a:cubicBezTo>
                      <a:pt x="111807" y="114186"/>
                      <a:pt x="111807" y="115375"/>
                      <a:pt x="111807" y="116565"/>
                    </a:cubicBezTo>
                    <a:cubicBezTo>
                      <a:pt x="109428" y="115375"/>
                      <a:pt x="107049" y="114186"/>
                      <a:pt x="105860" y="112996"/>
                    </a:cubicBezTo>
                    <a:cubicBezTo>
                      <a:pt x="99912" y="109428"/>
                      <a:pt x="85639" y="102291"/>
                      <a:pt x="99912" y="96344"/>
                    </a:cubicBezTo>
                    <a:cubicBezTo>
                      <a:pt x="97533" y="95155"/>
                      <a:pt x="89208" y="90397"/>
                      <a:pt x="96344" y="88018"/>
                    </a:cubicBezTo>
                    <a:cubicBezTo>
                      <a:pt x="95155" y="84450"/>
                      <a:pt x="91586" y="79692"/>
                      <a:pt x="88018" y="77313"/>
                    </a:cubicBezTo>
                    <a:cubicBezTo>
                      <a:pt x="86829" y="82071"/>
                      <a:pt x="83260" y="80882"/>
                      <a:pt x="79692" y="82071"/>
                    </a:cubicBezTo>
                    <a:cubicBezTo>
                      <a:pt x="76124" y="83260"/>
                      <a:pt x="74934" y="85639"/>
                      <a:pt x="72556" y="88018"/>
                    </a:cubicBezTo>
                    <a:cubicBezTo>
                      <a:pt x="70177" y="90397"/>
                      <a:pt x="66608" y="91586"/>
                      <a:pt x="64229" y="93965"/>
                    </a:cubicBezTo>
                    <a:cubicBezTo>
                      <a:pt x="61850" y="96344"/>
                      <a:pt x="61850" y="99912"/>
                      <a:pt x="58282" y="101102"/>
                    </a:cubicBezTo>
                    <a:cubicBezTo>
                      <a:pt x="51146" y="104670"/>
                      <a:pt x="23789" y="104670"/>
                      <a:pt x="23789" y="92776"/>
                    </a:cubicBezTo>
                    <a:cubicBezTo>
                      <a:pt x="15463" y="90397"/>
                      <a:pt x="11894" y="85639"/>
                      <a:pt x="9515" y="78503"/>
                    </a:cubicBezTo>
                    <a:cubicBezTo>
                      <a:pt x="8326" y="78503"/>
                      <a:pt x="7137" y="77313"/>
                      <a:pt x="5947" y="76124"/>
                    </a:cubicBezTo>
                    <a:cubicBezTo>
                      <a:pt x="7137" y="72556"/>
                      <a:pt x="10705" y="71366"/>
                      <a:pt x="14273" y="73745"/>
                    </a:cubicBezTo>
                    <a:cubicBezTo>
                      <a:pt x="16652" y="76124"/>
                      <a:pt x="16652" y="74934"/>
                      <a:pt x="19031" y="73745"/>
                    </a:cubicBezTo>
                    <a:cubicBezTo>
                      <a:pt x="21410" y="72556"/>
                      <a:pt x="23789" y="72556"/>
                      <a:pt x="26167" y="74934"/>
                    </a:cubicBezTo>
                    <a:cubicBezTo>
                      <a:pt x="27357" y="77313"/>
                      <a:pt x="26167" y="79692"/>
                      <a:pt x="28546" y="80882"/>
                    </a:cubicBezTo>
                    <a:cubicBezTo>
                      <a:pt x="30925" y="82071"/>
                      <a:pt x="33304" y="82071"/>
                      <a:pt x="34494" y="83260"/>
                    </a:cubicBezTo>
                    <a:cubicBezTo>
                      <a:pt x="38062" y="85639"/>
                      <a:pt x="40441" y="90397"/>
                      <a:pt x="41630" y="93965"/>
                    </a:cubicBezTo>
                    <a:cubicBezTo>
                      <a:pt x="44009" y="97534"/>
                      <a:pt x="47577" y="103481"/>
                      <a:pt x="51146" y="97534"/>
                    </a:cubicBezTo>
                    <a:cubicBezTo>
                      <a:pt x="52335" y="96344"/>
                      <a:pt x="53525" y="92776"/>
                      <a:pt x="52335" y="90397"/>
                    </a:cubicBezTo>
                    <a:cubicBezTo>
                      <a:pt x="52335" y="88018"/>
                      <a:pt x="49956" y="86829"/>
                      <a:pt x="49956" y="83260"/>
                    </a:cubicBezTo>
                    <a:cubicBezTo>
                      <a:pt x="51146" y="83260"/>
                      <a:pt x="52335" y="83260"/>
                      <a:pt x="53525" y="83260"/>
                    </a:cubicBezTo>
                    <a:cubicBezTo>
                      <a:pt x="53525" y="82071"/>
                      <a:pt x="53525" y="80882"/>
                      <a:pt x="53525" y="79692"/>
                    </a:cubicBezTo>
                    <a:cubicBezTo>
                      <a:pt x="51146" y="78503"/>
                      <a:pt x="51146" y="77313"/>
                      <a:pt x="47577" y="76124"/>
                    </a:cubicBezTo>
                    <a:cubicBezTo>
                      <a:pt x="45198" y="74934"/>
                      <a:pt x="42820" y="74934"/>
                      <a:pt x="40441" y="73745"/>
                    </a:cubicBezTo>
                    <a:cubicBezTo>
                      <a:pt x="36873" y="72556"/>
                      <a:pt x="30925" y="71366"/>
                      <a:pt x="28546" y="67798"/>
                    </a:cubicBezTo>
                    <a:cubicBezTo>
                      <a:pt x="27357" y="66608"/>
                      <a:pt x="26167" y="63040"/>
                      <a:pt x="26167" y="60661"/>
                    </a:cubicBezTo>
                    <a:cubicBezTo>
                      <a:pt x="26167" y="58282"/>
                      <a:pt x="28546" y="57093"/>
                      <a:pt x="28546" y="54714"/>
                    </a:cubicBezTo>
                    <a:cubicBezTo>
                      <a:pt x="28546" y="51146"/>
                      <a:pt x="22599" y="47577"/>
                      <a:pt x="20220" y="45199"/>
                    </a:cubicBezTo>
                    <a:cubicBezTo>
                      <a:pt x="15463" y="39251"/>
                      <a:pt x="20220" y="30925"/>
                      <a:pt x="13084" y="28546"/>
                    </a:cubicBezTo>
                    <a:cubicBezTo>
                      <a:pt x="7137" y="26168"/>
                      <a:pt x="3568" y="26168"/>
                      <a:pt x="0" y="21410"/>
                    </a:cubicBezTo>
                    <a:cubicBezTo>
                      <a:pt x="0" y="21410"/>
                      <a:pt x="1190" y="21410"/>
                      <a:pt x="1190" y="21410"/>
                    </a:cubicBezTo>
                    <a:cubicBezTo>
                      <a:pt x="1190" y="21410"/>
                      <a:pt x="0" y="17842"/>
                      <a:pt x="1190" y="17842"/>
                    </a:cubicBezTo>
                    <a:cubicBezTo>
                      <a:pt x="2379" y="16652"/>
                      <a:pt x="5947" y="16652"/>
                      <a:pt x="8326" y="15463"/>
                    </a:cubicBezTo>
                    <a:cubicBezTo>
                      <a:pt x="9515" y="15463"/>
                      <a:pt x="13084" y="14273"/>
                      <a:pt x="14273" y="15463"/>
                    </a:cubicBezTo>
                    <a:cubicBezTo>
                      <a:pt x="15463" y="15463"/>
                      <a:pt x="23789" y="22599"/>
                      <a:pt x="26167" y="22599"/>
                    </a:cubicBezTo>
                    <a:cubicBezTo>
                      <a:pt x="28546" y="22599"/>
                      <a:pt x="38062" y="22599"/>
                      <a:pt x="39251" y="23789"/>
                    </a:cubicBezTo>
                    <a:cubicBezTo>
                      <a:pt x="40441" y="24978"/>
                      <a:pt x="42820" y="27357"/>
                      <a:pt x="44009" y="27357"/>
                    </a:cubicBezTo>
                    <a:cubicBezTo>
                      <a:pt x="45198" y="27357"/>
                      <a:pt x="46388" y="20220"/>
                      <a:pt x="45198" y="17842"/>
                    </a:cubicBezTo>
                    <a:cubicBezTo>
                      <a:pt x="44009" y="15463"/>
                      <a:pt x="35683" y="10705"/>
                      <a:pt x="35683" y="8326"/>
                    </a:cubicBezTo>
                    <a:cubicBezTo>
                      <a:pt x="35683" y="7137"/>
                      <a:pt x="38062" y="0"/>
                      <a:pt x="39251" y="0"/>
                    </a:cubicBezTo>
                    <a:cubicBezTo>
                      <a:pt x="41630" y="0"/>
                      <a:pt x="46388" y="1190"/>
                      <a:pt x="49956" y="3568"/>
                    </a:cubicBezTo>
                    <a:cubicBezTo>
                      <a:pt x="53525" y="7137"/>
                      <a:pt x="59472" y="9516"/>
                      <a:pt x="59472" y="11894"/>
                    </a:cubicBezTo>
                    <a:cubicBezTo>
                      <a:pt x="59472" y="13084"/>
                      <a:pt x="61850" y="16652"/>
                      <a:pt x="63040" y="17842"/>
                    </a:cubicBezTo>
                    <a:cubicBezTo>
                      <a:pt x="65419" y="17842"/>
                      <a:pt x="71366" y="19031"/>
                      <a:pt x="72556" y="17842"/>
                    </a:cubicBezTo>
                    <a:cubicBezTo>
                      <a:pt x="73745" y="16652"/>
                      <a:pt x="74934" y="14273"/>
                      <a:pt x="77313" y="14273"/>
                    </a:cubicBezTo>
                    <a:cubicBezTo>
                      <a:pt x="79692" y="13084"/>
                      <a:pt x="88018" y="5947"/>
                      <a:pt x="89208" y="3568"/>
                    </a:cubicBezTo>
                    <a:cubicBezTo>
                      <a:pt x="89208" y="2379"/>
                      <a:pt x="90397" y="1190"/>
                      <a:pt x="90397" y="0"/>
                    </a:cubicBezTo>
                    <a:cubicBezTo>
                      <a:pt x="96344" y="5947"/>
                      <a:pt x="101102" y="10705"/>
                      <a:pt x="104670" y="17842"/>
                    </a:cubicBezTo>
                    <a:cubicBezTo>
                      <a:pt x="105860" y="21410"/>
                      <a:pt x="108239" y="26168"/>
                      <a:pt x="111807" y="28546"/>
                    </a:cubicBezTo>
                    <a:cubicBezTo>
                      <a:pt x="112996" y="29736"/>
                      <a:pt x="115375" y="30925"/>
                      <a:pt x="116564" y="32115"/>
                    </a:cubicBezTo>
                    <a:cubicBezTo>
                      <a:pt x="117754" y="33304"/>
                      <a:pt x="117754" y="36873"/>
                      <a:pt x="120133" y="38062"/>
                    </a:cubicBezTo>
                    <a:cubicBezTo>
                      <a:pt x="129648" y="41630"/>
                      <a:pt x="143922" y="36873"/>
                      <a:pt x="143922" y="46388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D4C33D6-5DD7-7530-FF6A-E996C02560A0}"/>
                  </a:ext>
                </a:extLst>
              </p:cNvPr>
              <p:cNvSpPr/>
              <p:nvPr/>
            </p:nvSpPr>
            <p:spPr>
              <a:xfrm>
                <a:off x="6661776" y="3396997"/>
                <a:ext cx="246320" cy="241149"/>
              </a:xfrm>
              <a:custGeom>
                <a:avLst/>
                <a:gdLst>
                  <a:gd name="connsiteX0" fmla="*/ 246320 w 246320"/>
                  <a:gd name="connsiteY0" fmla="*/ 205880 h 241149"/>
                  <a:gd name="connsiteX1" fmla="*/ 242752 w 246320"/>
                  <a:gd name="connsiteY1" fmla="*/ 211827 h 241149"/>
                  <a:gd name="connsiteX2" fmla="*/ 241562 w 246320"/>
                  <a:gd name="connsiteY2" fmla="*/ 213016 h 241149"/>
                  <a:gd name="connsiteX3" fmla="*/ 224910 w 246320"/>
                  <a:gd name="connsiteY3" fmla="*/ 211827 h 241149"/>
                  <a:gd name="connsiteX4" fmla="*/ 211827 w 246320"/>
                  <a:gd name="connsiteY4" fmla="*/ 222532 h 241149"/>
                  <a:gd name="connsiteX5" fmla="*/ 208258 w 246320"/>
                  <a:gd name="connsiteY5" fmla="*/ 232047 h 241149"/>
                  <a:gd name="connsiteX6" fmla="*/ 202311 w 246320"/>
                  <a:gd name="connsiteY6" fmla="*/ 239184 h 241149"/>
                  <a:gd name="connsiteX7" fmla="*/ 202311 w 246320"/>
                  <a:gd name="connsiteY7" fmla="*/ 239184 h 241149"/>
                  <a:gd name="connsiteX8" fmla="*/ 182091 w 246320"/>
                  <a:gd name="connsiteY8" fmla="*/ 240373 h 241149"/>
                  <a:gd name="connsiteX9" fmla="*/ 159491 w 246320"/>
                  <a:gd name="connsiteY9" fmla="*/ 240373 h 241149"/>
                  <a:gd name="connsiteX10" fmla="*/ 144029 w 246320"/>
                  <a:gd name="connsiteY10" fmla="*/ 232047 h 241149"/>
                  <a:gd name="connsiteX11" fmla="*/ 39358 w 246320"/>
                  <a:gd name="connsiteY11" fmla="*/ 159491 h 241149"/>
                  <a:gd name="connsiteX12" fmla="*/ 20328 w 246320"/>
                  <a:gd name="connsiteY12" fmla="*/ 154734 h 241149"/>
                  <a:gd name="connsiteX13" fmla="*/ 13191 w 246320"/>
                  <a:gd name="connsiteY13" fmla="*/ 153544 h 241149"/>
                  <a:gd name="connsiteX14" fmla="*/ 7244 w 246320"/>
                  <a:gd name="connsiteY14" fmla="*/ 144029 h 241149"/>
                  <a:gd name="connsiteX15" fmla="*/ 1297 w 246320"/>
                  <a:gd name="connsiteY15" fmla="*/ 126187 h 241149"/>
                  <a:gd name="connsiteX16" fmla="*/ 2486 w 246320"/>
                  <a:gd name="connsiteY16" fmla="*/ 116672 h 241149"/>
                  <a:gd name="connsiteX17" fmla="*/ 8433 w 246320"/>
                  <a:gd name="connsiteY17" fmla="*/ 111914 h 241149"/>
                  <a:gd name="connsiteX18" fmla="*/ 23896 w 246320"/>
                  <a:gd name="connsiteY18" fmla="*/ 101209 h 241149"/>
                  <a:gd name="connsiteX19" fmla="*/ 50064 w 246320"/>
                  <a:gd name="connsiteY19" fmla="*/ 76231 h 241149"/>
                  <a:gd name="connsiteX20" fmla="*/ 51253 w 246320"/>
                  <a:gd name="connsiteY20" fmla="*/ 66716 h 241149"/>
                  <a:gd name="connsiteX21" fmla="*/ 53632 w 246320"/>
                  <a:gd name="connsiteY21" fmla="*/ 58390 h 241149"/>
                  <a:gd name="connsiteX22" fmla="*/ 54821 w 246320"/>
                  <a:gd name="connsiteY22" fmla="*/ 47685 h 241149"/>
                  <a:gd name="connsiteX23" fmla="*/ 50064 w 246320"/>
                  <a:gd name="connsiteY23" fmla="*/ 39359 h 241149"/>
                  <a:gd name="connsiteX24" fmla="*/ 54821 w 246320"/>
                  <a:gd name="connsiteY24" fmla="*/ 22706 h 241149"/>
                  <a:gd name="connsiteX25" fmla="*/ 70284 w 246320"/>
                  <a:gd name="connsiteY25" fmla="*/ 14380 h 241149"/>
                  <a:gd name="connsiteX26" fmla="*/ 76231 w 246320"/>
                  <a:gd name="connsiteY26" fmla="*/ 7244 h 241149"/>
                  <a:gd name="connsiteX27" fmla="*/ 83368 w 246320"/>
                  <a:gd name="connsiteY27" fmla="*/ 2486 h 241149"/>
                  <a:gd name="connsiteX28" fmla="*/ 103588 w 246320"/>
                  <a:gd name="connsiteY28" fmla="*/ 1297 h 241149"/>
                  <a:gd name="connsiteX29" fmla="*/ 113104 w 246320"/>
                  <a:gd name="connsiteY29" fmla="*/ 2486 h 241149"/>
                  <a:gd name="connsiteX30" fmla="*/ 120240 w 246320"/>
                  <a:gd name="connsiteY30" fmla="*/ 6054 h 241149"/>
                  <a:gd name="connsiteX31" fmla="*/ 127377 w 246320"/>
                  <a:gd name="connsiteY31" fmla="*/ 10812 h 241149"/>
                  <a:gd name="connsiteX32" fmla="*/ 130945 w 246320"/>
                  <a:gd name="connsiteY32" fmla="*/ 7244 h 241149"/>
                  <a:gd name="connsiteX33" fmla="*/ 130945 w 246320"/>
                  <a:gd name="connsiteY33" fmla="*/ 9623 h 241149"/>
                  <a:gd name="connsiteX34" fmla="*/ 138082 w 246320"/>
                  <a:gd name="connsiteY34" fmla="*/ 25085 h 241149"/>
                  <a:gd name="connsiteX35" fmla="*/ 144029 w 246320"/>
                  <a:gd name="connsiteY35" fmla="*/ 29843 h 241149"/>
                  <a:gd name="connsiteX36" fmla="*/ 148787 w 246320"/>
                  <a:gd name="connsiteY36" fmla="*/ 36980 h 241149"/>
                  <a:gd name="connsiteX37" fmla="*/ 182091 w 246320"/>
                  <a:gd name="connsiteY37" fmla="*/ 50064 h 241149"/>
                  <a:gd name="connsiteX38" fmla="*/ 172575 w 246320"/>
                  <a:gd name="connsiteY38" fmla="*/ 54821 h 241149"/>
                  <a:gd name="connsiteX39" fmla="*/ 174954 w 246320"/>
                  <a:gd name="connsiteY39" fmla="*/ 70284 h 241149"/>
                  <a:gd name="connsiteX40" fmla="*/ 169007 w 246320"/>
                  <a:gd name="connsiteY40" fmla="*/ 71473 h 241149"/>
                  <a:gd name="connsiteX41" fmla="*/ 164249 w 246320"/>
                  <a:gd name="connsiteY41" fmla="*/ 102399 h 241149"/>
                  <a:gd name="connsiteX42" fmla="*/ 180902 w 246320"/>
                  <a:gd name="connsiteY42" fmla="*/ 117861 h 241149"/>
                  <a:gd name="connsiteX43" fmla="*/ 183280 w 246320"/>
                  <a:gd name="connsiteY43" fmla="*/ 130945 h 241149"/>
                  <a:gd name="connsiteX44" fmla="*/ 193985 w 246320"/>
                  <a:gd name="connsiteY44" fmla="*/ 130945 h 241149"/>
                  <a:gd name="connsiteX45" fmla="*/ 213016 w 246320"/>
                  <a:gd name="connsiteY45" fmla="*/ 142839 h 241149"/>
                  <a:gd name="connsiteX46" fmla="*/ 228479 w 246320"/>
                  <a:gd name="connsiteY46" fmla="*/ 157113 h 241149"/>
                  <a:gd name="connsiteX47" fmla="*/ 232047 w 246320"/>
                  <a:gd name="connsiteY47" fmla="*/ 165439 h 241149"/>
                  <a:gd name="connsiteX48" fmla="*/ 235615 w 246320"/>
                  <a:gd name="connsiteY48" fmla="*/ 188038 h 241149"/>
                  <a:gd name="connsiteX49" fmla="*/ 235615 w 246320"/>
                  <a:gd name="connsiteY49" fmla="*/ 191606 h 241149"/>
                  <a:gd name="connsiteX50" fmla="*/ 236805 w 246320"/>
                  <a:gd name="connsiteY50" fmla="*/ 197554 h 241149"/>
                  <a:gd name="connsiteX51" fmla="*/ 241562 w 246320"/>
                  <a:gd name="connsiteY51" fmla="*/ 203501 h 241149"/>
                  <a:gd name="connsiteX52" fmla="*/ 246320 w 246320"/>
                  <a:gd name="connsiteY52" fmla="*/ 205880 h 241149"/>
                  <a:gd name="connsiteX53" fmla="*/ 246320 w 246320"/>
                  <a:gd name="connsiteY53" fmla="*/ 205880 h 24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320" h="241149">
                    <a:moveTo>
                      <a:pt x="246320" y="205880"/>
                    </a:moveTo>
                    <a:cubicBezTo>
                      <a:pt x="245131" y="208258"/>
                      <a:pt x="243941" y="210637"/>
                      <a:pt x="242752" y="211827"/>
                    </a:cubicBezTo>
                    <a:cubicBezTo>
                      <a:pt x="242752" y="211827"/>
                      <a:pt x="241562" y="213016"/>
                      <a:pt x="241562" y="213016"/>
                    </a:cubicBezTo>
                    <a:cubicBezTo>
                      <a:pt x="236805" y="215395"/>
                      <a:pt x="229668" y="209448"/>
                      <a:pt x="224910" y="211827"/>
                    </a:cubicBezTo>
                    <a:cubicBezTo>
                      <a:pt x="220153" y="214206"/>
                      <a:pt x="214206" y="216585"/>
                      <a:pt x="211827" y="222532"/>
                    </a:cubicBezTo>
                    <a:cubicBezTo>
                      <a:pt x="210637" y="226100"/>
                      <a:pt x="210637" y="228479"/>
                      <a:pt x="208258" y="232047"/>
                    </a:cubicBezTo>
                    <a:cubicBezTo>
                      <a:pt x="207069" y="234426"/>
                      <a:pt x="204690" y="236805"/>
                      <a:pt x="202311" y="239184"/>
                    </a:cubicBezTo>
                    <a:cubicBezTo>
                      <a:pt x="202311" y="239184"/>
                      <a:pt x="202311" y="239184"/>
                      <a:pt x="202311" y="239184"/>
                    </a:cubicBezTo>
                    <a:cubicBezTo>
                      <a:pt x="197554" y="242752"/>
                      <a:pt x="188038" y="240373"/>
                      <a:pt x="182091" y="240373"/>
                    </a:cubicBezTo>
                    <a:cubicBezTo>
                      <a:pt x="174954" y="240373"/>
                      <a:pt x="166628" y="241562"/>
                      <a:pt x="159491" y="240373"/>
                    </a:cubicBezTo>
                    <a:cubicBezTo>
                      <a:pt x="154734" y="239184"/>
                      <a:pt x="148787" y="235615"/>
                      <a:pt x="144029" y="232047"/>
                    </a:cubicBezTo>
                    <a:cubicBezTo>
                      <a:pt x="139271" y="228479"/>
                      <a:pt x="44116" y="163060"/>
                      <a:pt x="39358" y="159491"/>
                    </a:cubicBezTo>
                    <a:cubicBezTo>
                      <a:pt x="34601" y="155923"/>
                      <a:pt x="26275" y="154734"/>
                      <a:pt x="20328" y="154734"/>
                    </a:cubicBezTo>
                    <a:cubicBezTo>
                      <a:pt x="16759" y="154734"/>
                      <a:pt x="14381" y="154734"/>
                      <a:pt x="13191" y="153544"/>
                    </a:cubicBezTo>
                    <a:cubicBezTo>
                      <a:pt x="10812" y="152355"/>
                      <a:pt x="9623" y="148787"/>
                      <a:pt x="7244" y="144029"/>
                    </a:cubicBezTo>
                    <a:cubicBezTo>
                      <a:pt x="4865" y="138082"/>
                      <a:pt x="3675" y="132135"/>
                      <a:pt x="1297" y="126187"/>
                    </a:cubicBezTo>
                    <a:cubicBezTo>
                      <a:pt x="-1082" y="121430"/>
                      <a:pt x="107" y="119051"/>
                      <a:pt x="2486" y="116672"/>
                    </a:cubicBezTo>
                    <a:cubicBezTo>
                      <a:pt x="3675" y="115482"/>
                      <a:pt x="6054" y="113104"/>
                      <a:pt x="8433" y="111914"/>
                    </a:cubicBezTo>
                    <a:cubicBezTo>
                      <a:pt x="13191" y="108346"/>
                      <a:pt x="19138" y="104778"/>
                      <a:pt x="23896" y="101209"/>
                    </a:cubicBezTo>
                    <a:cubicBezTo>
                      <a:pt x="34601" y="94073"/>
                      <a:pt x="45306" y="88125"/>
                      <a:pt x="50064" y="76231"/>
                    </a:cubicBezTo>
                    <a:cubicBezTo>
                      <a:pt x="51253" y="72663"/>
                      <a:pt x="51253" y="70284"/>
                      <a:pt x="51253" y="66716"/>
                    </a:cubicBezTo>
                    <a:cubicBezTo>
                      <a:pt x="51253" y="63147"/>
                      <a:pt x="52442" y="60769"/>
                      <a:pt x="53632" y="58390"/>
                    </a:cubicBezTo>
                    <a:cubicBezTo>
                      <a:pt x="54821" y="56011"/>
                      <a:pt x="54821" y="51253"/>
                      <a:pt x="54821" y="47685"/>
                    </a:cubicBezTo>
                    <a:cubicBezTo>
                      <a:pt x="53632" y="44116"/>
                      <a:pt x="51253" y="41737"/>
                      <a:pt x="50064" y="39359"/>
                    </a:cubicBezTo>
                    <a:cubicBezTo>
                      <a:pt x="48874" y="33411"/>
                      <a:pt x="50064" y="26275"/>
                      <a:pt x="54821" y="22706"/>
                    </a:cubicBezTo>
                    <a:cubicBezTo>
                      <a:pt x="59579" y="19138"/>
                      <a:pt x="65526" y="19138"/>
                      <a:pt x="70284" y="14380"/>
                    </a:cubicBezTo>
                    <a:cubicBezTo>
                      <a:pt x="72663" y="12002"/>
                      <a:pt x="73852" y="9623"/>
                      <a:pt x="76231" y="7244"/>
                    </a:cubicBezTo>
                    <a:cubicBezTo>
                      <a:pt x="78610" y="4865"/>
                      <a:pt x="80989" y="2486"/>
                      <a:pt x="83368" y="2486"/>
                    </a:cubicBezTo>
                    <a:cubicBezTo>
                      <a:pt x="89315" y="107"/>
                      <a:pt x="96452" y="-1082"/>
                      <a:pt x="103588" y="1297"/>
                    </a:cubicBezTo>
                    <a:cubicBezTo>
                      <a:pt x="107156" y="2486"/>
                      <a:pt x="109535" y="2486"/>
                      <a:pt x="113104" y="2486"/>
                    </a:cubicBezTo>
                    <a:cubicBezTo>
                      <a:pt x="117861" y="1297"/>
                      <a:pt x="117861" y="1297"/>
                      <a:pt x="120240" y="6054"/>
                    </a:cubicBezTo>
                    <a:cubicBezTo>
                      <a:pt x="121430" y="9623"/>
                      <a:pt x="122619" y="12002"/>
                      <a:pt x="127377" y="10812"/>
                    </a:cubicBezTo>
                    <a:cubicBezTo>
                      <a:pt x="128566" y="9623"/>
                      <a:pt x="129756" y="8433"/>
                      <a:pt x="130945" y="7244"/>
                    </a:cubicBezTo>
                    <a:cubicBezTo>
                      <a:pt x="130945" y="8433"/>
                      <a:pt x="130945" y="8433"/>
                      <a:pt x="130945" y="9623"/>
                    </a:cubicBezTo>
                    <a:cubicBezTo>
                      <a:pt x="140460" y="8433"/>
                      <a:pt x="135703" y="20328"/>
                      <a:pt x="138082" y="25085"/>
                    </a:cubicBezTo>
                    <a:cubicBezTo>
                      <a:pt x="139271" y="26275"/>
                      <a:pt x="142839" y="28654"/>
                      <a:pt x="144029" y="29843"/>
                    </a:cubicBezTo>
                    <a:cubicBezTo>
                      <a:pt x="146408" y="32222"/>
                      <a:pt x="146408" y="35790"/>
                      <a:pt x="148787" y="36980"/>
                    </a:cubicBezTo>
                    <a:cubicBezTo>
                      <a:pt x="157113" y="46495"/>
                      <a:pt x="172575" y="44116"/>
                      <a:pt x="182091" y="50064"/>
                    </a:cubicBezTo>
                    <a:cubicBezTo>
                      <a:pt x="179712" y="52442"/>
                      <a:pt x="176144" y="52442"/>
                      <a:pt x="172575" y="54821"/>
                    </a:cubicBezTo>
                    <a:cubicBezTo>
                      <a:pt x="173765" y="59579"/>
                      <a:pt x="174954" y="64337"/>
                      <a:pt x="174954" y="70284"/>
                    </a:cubicBezTo>
                    <a:cubicBezTo>
                      <a:pt x="172575" y="70284"/>
                      <a:pt x="170196" y="71473"/>
                      <a:pt x="169007" y="71473"/>
                    </a:cubicBezTo>
                    <a:cubicBezTo>
                      <a:pt x="167818" y="83368"/>
                      <a:pt x="161870" y="90504"/>
                      <a:pt x="164249" y="102399"/>
                    </a:cubicBezTo>
                    <a:cubicBezTo>
                      <a:pt x="169007" y="103588"/>
                      <a:pt x="178523" y="111914"/>
                      <a:pt x="180902" y="117861"/>
                    </a:cubicBezTo>
                    <a:cubicBezTo>
                      <a:pt x="182091" y="121430"/>
                      <a:pt x="178523" y="128566"/>
                      <a:pt x="183280" y="130945"/>
                    </a:cubicBezTo>
                    <a:cubicBezTo>
                      <a:pt x="186849" y="133324"/>
                      <a:pt x="189227" y="128566"/>
                      <a:pt x="193985" y="130945"/>
                    </a:cubicBezTo>
                    <a:cubicBezTo>
                      <a:pt x="201122" y="134513"/>
                      <a:pt x="207069" y="139271"/>
                      <a:pt x="213016" y="142839"/>
                    </a:cubicBezTo>
                    <a:cubicBezTo>
                      <a:pt x="218963" y="145218"/>
                      <a:pt x="221342" y="153544"/>
                      <a:pt x="228479" y="157113"/>
                    </a:cubicBezTo>
                    <a:cubicBezTo>
                      <a:pt x="229668" y="160681"/>
                      <a:pt x="230858" y="163060"/>
                      <a:pt x="232047" y="165439"/>
                    </a:cubicBezTo>
                    <a:cubicBezTo>
                      <a:pt x="223721" y="172575"/>
                      <a:pt x="223721" y="186849"/>
                      <a:pt x="235615" y="188038"/>
                    </a:cubicBezTo>
                    <a:cubicBezTo>
                      <a:pt x="235615" y="189227"/>
                      <a:pt x="235615" y="190417"/>
                      <a:pt x="235615" y="191606"/>
                    </a:cubicBezTo>
                    <a:cubicBezTo>
                      <a:pt x="235615" y="191606"/>
                      <a:pt x="235615" y="195175"/>
                      <a:pt x="236805" y="197554"/>
                    </a:cubicBezTo>
                    <a:cubicBezTo>
                      <a:pt x="237994" y="199932"/>
                      <a:pt x="239184" y="202311"/>
                      <a:pt x="241562" y="203501"/>
                    </a:cubicBezTo>
                    <a:cubicBezTo>
                      <a:pt x="241562" y="203501"/>
                      <a:pt x="245131" y="203501"/>
                      <a:pt x="246320" y="205880"/>
                    </a:cubicBezTo>
                    <a:cubicBezTo>
                      <a:pt x="246320" y="205880"/>
                      <a:pt x="246320" y="205880"/>
                      <a:pt x="246320" y="20588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32A7D208-1ACC-4408-88D5-0E6156EF25F7}"/>
                  </a:ext>
                </a:extLst>
              </p:cNvPr>
              <p:cNvSpPr/>
              <p:nvPr/>
            </p:nvSpPr>
            <p:spPr>
              <a:xfrm>
                <a:off x="6861708" y="3607060"/>
                <a:ext cx="47577" cy="46961"/>
              </a:xfrm>
              <a:custGeom>
                <a:avLst/>
                <a:gdLst>
                  <a:gd name="connsiteX0" fmla="*/ 47577 w 47577"/>
                  <a:gd name="connsiteY0" fmla="*/ 41014 h 46961"/>
                  <a:gd name="connsiteX1" fmla="*/ 45199 w 47577"/>
                  <a:gd name="connsiteY1" fmla="*/ 41014 h 46961"/>
                  <a:gd name="connsiteX2" fmla="*/ 42820 w 47577"/>
                  <a:gd name="connsiteY2" fmla="*/ 41014 h 46961"/>
                  <a:gd name="connsiteX3" fmla="*/ 38062 w 47577"/>
                  <a:gd name="connsiteY3" fmla="*/ 43393 h 46961"/>
                  <a:gd name="connsiteX4" fmla="*/ 29736 w 47577"/>
                  <a:gd name="connsiteY4" fmla="*/ 46961 h 46961"/>
                  <a:gd name="connsiteX5" fmla="*/ 28547 w 47577"/>
                  <a:gd name="connsiteY5" fmla="*/ 37446 h 46961"/>
                  <a:gd name="connsiteX6" fmla="*/ 13084 w 47577"/>
                  <a:gd name="connsiteY6" fmla="*/ 31498 h 46961"/>
                  <a:gd name="connsiteX7" fmla="*/ 3569 w 47577"/>
                  <a:gd name="connsiteY7" fmla="*/ 29120 h 46961"/>
                  <a:gd name="connsiteX8" fmla="*/ 0 w 47577"/>
                  <a:gd name="connsiteY8" fmla="*/ 27930 h 46961"/>
                  <a:gd name="connsiteX9" fmla="*/ 0 w 47577"/>
                  <a:gd name="connsiteY9" fmla="*/ 27930 h 46961"/>
                  <a:gd name="connsiteX10" fmla="*/ 5947 w 47577"/>
                  <a:gd name="connsiteY10" fmla="*/ 20794 h 46961"/>
                  <a:gd name="connsiteX11" fmla="*/ 9516 w 47577"/>
                  <a:gd name="connsiteY11" fmla="*/ 11278 h 46961"/>
                  <a:gd name="connsiteX12" fmla="*/ 22600 w 47577"/>
                  <a:gd name="connsiteY12" fmla="*/ 573 h 46961"/>
                  <a:gd name="connsiteX13" fmla="*/ 39252 w 47577"/>
                  <a:gd name="connsiteY13" fmla="*/ 1763 h 46961"/>
                  <a:gd name="connsiteX14" fmla="*/ 40441 w 47577"/>
                  <a:gd name="connsiteY14" fmla="*/ 6521 h 46961"/>
                  <a:gd name="connsiteX15" fmla="*/ 41630 w 47577"/>
                  <a:gd name="connsiteY15" fmla="*/ 14846 h 46961"/>
                  <a:gd name="connsiteX16" fmla="*/ 34494 w 47577"/>
                  <a:gd name="connsiteY16" fmla="*/ 17225 h 46961"/>
                  <a:gd name="connsiteX17" fmla="*/ 27357 w 47577"/>
                  <a:gd name="connsiteY17" fmla="*/ 19604 h 46961"/>
                  <a:gd name="connsiteX18" fmla="*/ 33304 w 47577"/>
                  <a:gd name="connsiteY18" fmla="*/ 24362 h 46961"/>
                  <a:gd name="connsiteX19" fmla="*/ 40441 w 47577"/>
                  <a:gd name="connsiteY19" fmla="*/ 26741 h 46961"/>
                  <a:gd name="connsiteX20" fmla="*/ 41630 w 47577"/>
                  <a:gd name="connsiteY20" fmla="*/ 33877 h 46961"/>
                  <a:gd name="connsiteX21" fmla="*/ 47577 w 47577"/>
                  <a:gd name="connsiteY21" fmla="*/ 41014 h 4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577" h="46961">
                    <a:moveTo>
                      <a:pt x="47577" y="41014"/>
                    </a:moveTo>
                    <a:cubicBezTo>
                      <a:pt x="46388" y="41014"/>
                      <a:pt x="46388" y="41014"/>
                      <a:pt x="45199" y="41014"/>
                    </a:cubicBezTo>
                    <a:cubicBezTo>
                      <a:pt x="44009" y="41014"/>
                      <a:pt x="42820" y="41014"/>
                      <a:pt x="42820" y="41014"/>
                    </a:cubicBezTo>
                    <a:cubicBezTo>
                      <a:pt x="41630" y="42204"/>
                      <a:pt x="39252" y="42204"/>
                      <a:pt x="38062" y="43393"/>
                    </a:cubicBezTo>
                    <a:cubicBezTo>
                      <a:pt x="35683" y="44582"/>
                      <a:pt x="32115" y="46961"/>
                      <a:pt x="29736" y="46961"/>
                    </a:cubicBezTo>
                    <a:cubicBezTo>
                      <a:pt x="28547" y="44582"/>
                      <a:pt x="29736" y="41014"/>
                      <a:pt x="28547" y="37446"/>
                    </a:cubicBezTo>
                    <a:cubicBezTo>
                      <a:pt x="23789" y="35067"/>
                      <a:pt x="17842" y="32688"/>
                      <a:pt x="13084" y="31498"/>
                    </a:cubicBezTo>
                    <a:cubicBezTo>
                      <a:pt x="9516" y="30309"/>
                      <a:pt x="7137" y="30309"/>
                      <a:pt x="3569" y="29120"/>
                    </a:cubicBezTo>
                    <a:cubicBezTo>
                      <a:pt x="2379" y="29120"/>
                      <a:pt x="1190" y="27930"/>
                      <a:pt x="0" y="27930"/>
                    </a:cubicBezTo>
                    <a:cubicBezTo>
                      <a:pt x="0" y="27930"/>
                      <a:pt x="0" y="27930"/>
                      <a:pt x="0" y="27930"/>
                    </a:cubicBezTo>
                    <a:cubicBezTo>
                      <a:pt x="2379" y="25551"/>
                      <a:pt x="4758" y="23173"/>
                      <a:pt x="5947" y="20794"/>
                    </a:cubicBezTo>
                    <a:cubicBezTo>
                      <a:pt x="8326" y="17225"/>
                      <a:pt x="8326" y="14846"/>
                      <a:pt x="9516" y="11278"/>
                    </a:cubicBezTo>
                    <a:cubicBezTo>
                      <a:pt x="11894" y="5331"/>
                      <a:pt x="17842" y="2952"/>
                      <a:pt x="22600" y="573"/>
                    </a:cubicBezTo>
                    <a:cubicBezTo>
                      <a:pt x="27357" y="-1806"/>
                      <a:pt x="34494" y="4142"/>
                      <a:pt x="39252" y="1763"/>
                    </a:cubicBezTo>
                    <a:cubicBezTo>
                      <a:pt x="39252" y="2952"/>
                      <a:pt x="40441" y="5331"/>
                      <a:pt x="40441" y="6521"/>
                    </a:cubicBezTo>
                    <a:cubicBezTo>
                      <a:pt x="40441" y="8899"/>
                      <a:pt x="41630" y="12468"/>
                      <a:pt x="41630" y="14846"/>
                    </a:cubicBezTo>
                    <a:cubicBezTo>
                      <a:pt x="39252" y="16036"/>
                      <a:pt x="36873" y="16036"/>
                      <a:pt x="34494" y="17225"/>
                    </a:cubicBezTo>
                    <a:cubicBezTo>
                      <a:pt x="33304" y="17225"/>
                      <a:pt x="28547" y="18415"/>
                      <a:pt x="27357" y="19604"/>
                    </a:cubicBezTo>
                    <a:cubicBezTo>
                      <a:pt x="28547" y="20794"/>
                      <a:pt x="30925" y="23173"/>
                      <a:pt x="33304" y="24362"/>
                    </a:cubicBezTo>
                    <a:cubicBezTo>
                      <a:pt x="35683" y="25551"/>
                      <a:pt x="38062" y="25551"/>
                      <a:pt x="40441" y="26741"/>
                    </a:cubicBezTo>
                    <a:cubicBezTo>
                      <a:pt x="40441" y="29120"/>
                      <a:pt x="40441" y="31498"/>
                      <a:pt x="41630" y="33877"/>
                    </a:cubicBezTo>
                    <a:cubicBezTo>
                      <a:pt x="45199" y="36257"/>
                      <a:pt x="46388" y="38635"/>
                      <a:pt x="47577" y="41014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2733365-3174-FE37-8F2C-DCACF410B2DB}"/>
                  </a:ext>
                </a:extLst>
              </p:cNvPr>
              <p:cNvSpPr/>
              <p:nvPr/>
            </p:nvSpPr>
            <p:spPr>
              <a:xfrm>
                <a:off x="6977745" y="3716277"/>
                <a:ext cx="19856" cy="45983"/>
              </a:xfrm>
              <a:custGeom>
                <a:avLst/>
                <a:gdLst>
                  <a:gd name="connsiteX0" fmla="*/ 19560 w 19856"/>
                  <a:gd name="connsiteY0" fmla="*/ 36467 h 45983"/>
                  <a:gd name="connsiteX1" fmla="*/ 19560 w 19856"/>
                  <a:gd name="connsiteY1" fmla="*/ 42415 h 45983"/>
                  <a:gd name="connsiteX2" fmla="*/ 17181 w 19856"/>
                  <a:gd name="connsiteY2" fmla="*/ 45983 h 45983"/>
                  <a:gd name="connsiteX3" fmla="*/ 11234 w 19856"/>
                  <a:gd name="connsiteY3" fmla="*/ 43604 h 45983"/>
                  <a:gd name="connsiteX4" fmla="*/ 529 w 19856"/>
                  <a:gd name="connsiteY4" fmla="*/ 38846 h 45983"/>
                  <a:gd name="connsiteX5" fmla="*/ 529 w 19856"/>
                  <a:gd name="connsiteY5" fmla="*/ 37657 h 45983"/>
                  <a:gd name="connsiteX6" fmla="*/ 2907 w 19856"/>
                  <a:gd name="connsiteY6" fmla="*/ 32899 h 45983"/>
                  <a:gd name="connsiteX7" fmla="*/ 529 w 19856"/>
                  <a:gd name="connsiteY7" fmla="*/ 23384 h 45983"/>
                  <a:gd name="connsiteX8" fmla="*/ 529 w 19856"/>
                  <a:gd name="connsiteY8" fmla="*/ 18626 h 45983"/>
                  <a:gd name="connsiteX9" fmla="*/ 2907 w 19856"/>
                  <a:gd name="connsiteY9" fmla="*/ 15058 h 45983"/>
                  <a:gd name="connsiteX10" fmla="*/ 4097 w 19856"/>
                  <a:gd name="connsiteY10" fmla="*/ 4353 h 45983"/>
                  <a:gd name="connsiteX11" fmla="*/ 10044 w 19856"/>
                  <a:gd name="connsiteY11" fmla="*/ 784 h 45983"/>
                  <a:gd name="connsiteX12" fmla="*/ 12423 w 19856"/>
                  <a:gd name="connsiteY12" fmla="*/ 4353 h 45983"/>
                  <a:gd name="connsiteX13" fmla="*/ 14802 w 19856"/>
                  <a:gd name="connsiteY13" fmla="*/ 6732 h 45983"/>
                  <a:gd name="connsiteX14" fmla="*/ 14802 w 19856"/>
                  <a:gd name="connsiteY14" fmla="*/ 16247 h 45983"/>
                  <a:gd name="connsiteX15" fmla="*/ 12423 w 19856"/>
                  <a:gd name="connsiteY15" fmla="*/ 24573 h 45983"/>
                  <a:gd name="connsiteX16" fmla="*/ 18370 w 19856"/>
                  <a:gd name="connsiteY16" fmla="*/ 31710 h 45983"/>
                  <a:gd name="connsiteX17" fmla="*/ 19560 w 19856"/>
                  <a:gd name="connsiteY17" fmla="*/ 36467 h 4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56" h="45983">
                    <a:moveTo>
                      <a:pt x="19560" y="36467"/>
                    </a:moveTo>
                    <a:cubicBezTo>
                      <a:pt x="19560" y="38846"/>
                      <a:pt x="19560" y="40036"/>
                      <a:pt x="19560" y="42415"/>
                    </a:cubicBezTo>
                    <a:cubicBezTo>
                      <a:pt x="19560" y="43604"/>
                      <a:pt x="18370" y="44794"/>
                      <a:pt x="17181" y="45983"/>
                    </a:cubicBezTo>
                    <a:cubicBezTo>
                      <a:pt x="15991" y="44794"/>
                      <a:pt x="14802" y="44794"/>
                      <a:pt x="11234" y="43604"/>
                    </a:cubicBezTo>
                    <a:cubicBezTo>
                      <a:pt x="7665" y="42415"/>
                      <a:pt x="4097" y="41225"/>
                      <a:pt x="529" y="38846"/>
                    </a:cubicBezTo>
                    <a:cubicBezTo>
                      <a:pt x="529" y="38846"/>
                      <a:pt x="529" y="37657"/>
                      <a:pt x="529" y="37657"/>
                    </a:cubicBezTo>
                    <a:cubicBezTo>
                      <a:pt x="1718" y="36467"/>
                      <a:pt x="1718" y="35278"/>
                      <a:pt x="2907" y="32899"/>
                    </a:cubicBezTo>
                    <a:cubicBezTo>
                      <a:pt x="2907" y="29331"/>
                      <a:pt x="529" y="26952"/>
                      <a:pt x="529" y="23384"/>
                    </a:cubicBezTo>
                    <a:cubicBezTo>
                      <a:pt x="529" y="22194"/>
                      <a:pt x="-661" y="19815"/>
                      <a:pt x="529" y="18626"/>
                    </a:cubicBezTo>
                    <a:cubicBezTo>
                      <a:pt x="1718" y="17436"/>
                      <a:pt x="2907" y="18626"/>
                      <a:pt x="2907" y="15058"/>
                    </a:cubicBezTo>
                    <a:cubicBezTo>
                      <a:pt x="2907" y="11489"/>
                      <a:pt x="1718" y="7921"/>
                      <a:pt x="4097" y="4353"/>
                    </a:cubicBezTo>
                    <a:cubicBezTo>
                      <a:pt x="5286" y="1974"/>
                      <a:pt x="7665" y="-1594"/>
                      <a:pt x="10044" y="784"/>
                    </a:cubicBezTo>
                    <a:cubicBezTo>
                      <a:pt x="11234" y="1974"/>
                      <a:pt x="11234" y="3163"/>
                      <a:pt x="12423" y="4353"/>
                    </a:cubicBezTo>
                    <a:cubicBezTo>
                      <a:pt x="13613" y="5542"/>
                      <a:pt x="13613" y="5542"/>
                      <a:pt x="14802" y="6732"/>
                    </a:cubicBezTo>
                    <a:cubicBezTo>
                      <a:pt x="17181" y="6732"/>
                      <a:pt x="14802" y="15058"/>
                      <a:pt x="14802" y="16247"/>
                    </a:cubicBezTo>
                    <a:cubicBezTo>
                      <a:pt x="13613" y="18626"/>
                      <a:pt x="10044" y="21005"/>
                      <a:pt x="12423" y="24573"/>
                    </a:cubicBezTo>
                    <a:cubicBezTo>
                      <a:pt x="14802" y="26952"/>
                      <a:pt x="18370" y="28142"/>
                      <a:pt x="18370" y="31710"/>
                    </a:cubicBezTo>
                    <a:cubicBezTo>
                      <a:pt x="20749" y="34089"/>
                      <a:pt x="19560" y="35278"/>
                      <a:pt x="19560" y="3646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7F5CBB94-9944-2A76-7A56-3909896D6182}"/>
                  </a:ext>
                </a:extLst>
              </p:cNvPr>
              <p:cNvSpPr/>
              <p:nvPr/>
            </p:nvSpPr>
            <p:spPr>
              <a:xfrm>
                <a:off x="7001596" y="3722685"/>
                <a:ext cx="121788" cy="95478"/>
              </a:xfrm>
              <a:custGeom>
                <a:avLst/>
                <a:gdLst>
                  <a:gd name="connsiteX0" fmla="*/ 121788 w 121788"/>
                  <a:gd name="connsiteY0" fmla="*/ 18166 h 95478"/>
                  <a:gd name="connsiteX1" fmla="*/ 121788 w 121788"/>
                  <a:gd name="connsiteY1" fmla="*/ 18166 h 95478"/>
                  <a:gd name="connsiteX2" fmla="*/ 118220 w 121788"/>
                  <a:gd name="connsiteY2" fmla="*/ 20545 h 95478"/>
                  <a:gd name="connsiteX3" fmla="*/ 94432 w 121788"/>
                  <a:gd name="connsiteY3" fmla="*/ 91911 h 95478"/>
                  <a:gd name="connsiteX4" fmla="*/ 94432 w 121788"/>
                  <a:gd name="connsiteY4" fmla="*/ 90721 h 95478"/>
                  <a:gd name="connsiteX5" fmla="*/ 81348 w 121788"/>
                  <a:gd name="connsiteY5" fmla="*/ 95479 h 95478"/>
                  <a:gd name="connsiteX6" fmla="*/ 63506 w 121788"/>
                  <a:gd name="connsiteY6" fmla="*/ 95479 h 95478"/>
                  <a:gd name="connsiteX7" fmla="*/ 30202 w 121788"/>
                  <a:gd name="connsiteY7" fmla="*/ 90721 h 95478"/>
                  <a:gd name="connsiteX8" fmla="*/ 8792 w 121788"/>
                  <a:gd name="connsiteY8" fmla="*/ 75259 h 95478"/>
                  <a:gd name="connsiteX9" fmla="*/ 1656 w 121788"/>
                  <a:gd name="connsiteY9" fmla="*/ 50281 h 95478"/>
                  <a:gd name="connsiteX10" fmla="*/ 2845 w 121788"/>
                  <a:gd name="connsiteY10" fmla="*/ 50281 h 95478"/>
                  <a:gd name="connsiteX11" fmla="*/ 4034 w 121788"/>
                  <a:gd name="connsiteY11" fmla="*/ 52659 h 95478"/>
                  <a:gd name="connsiteX12" fmla="*/ 5224 w 121788"/>
                  <a:gd name="connsiteY12" fmla="*/ 58606 h 95478"/>
                  <a:gd name="connsiteX13" fmla="*/ 8792 w 121788"/>
                  <a:gd name="connsiteY13" fmla="*/ 57417 h 95478"/>
                  <a:gd name="connsiteX14" fmla="*/ 13550 w 121788"/>
                  <a:gd name="connsiteY14" fmla="*/ 58606 h 95478"/>
                  <a:gd name="connsiteX15" fmla="*/ 18308 w 121788"/>
                  <a:gd name="connsiteY15" fmla="*/ 59796 h 95478"/>
                  <a:gd name="connsiteX16" fmla="*/ 21876 w 121788"/>
                  <a:gd name="connsiteY16" fmla="*/ 56228 h 95478"/>
                  <a:gd name="connsiteX17" fmla="*/ 26634 w 121788"/>
                  <a:gd name="connsiteY17" fmla="*/ 52659 h 95478"/>
                  <a:gd name="connsiteX18" fmla="*/ 32581 w 121788"/>
                  <a:gd name="connsiteY18" fmla="*/ 52659 h 95478"/>
                  <a:gd name="connsiteX19" fmla="*/ 43286 w 121788"/>
                  <a:gd name="connsiteY19" fmla="*/ 52659 h 95478"/>
                  <a:gd name="connsiteX20" fmla="*/ 53991 w 121788"/>
                  <a:gd name="connsiteY20" fmla="*/ 56228 h 95478"/>
                  <a:gd name="connsiteX21" fmla="*/ 65885 w 121788"/>
                  <a:gd name="connsiteY21" fmla="*/ 53849 h 95478"/>
                  <a:gd name="connsiteX22" fmla="*/ 70643 w 121788"/>
                  <a:gd name="connsiteY22" fmla="*/ 47902 h 95478"/>
                  <a:gd name="connsiteX23" fmla="*/ 74211 w 121788"/>
                  <a:gd name="connsiteY23" fmla="*/ 47902 h 95478"/>
                  <a:gd name="connsiteX24" fmla="*/ 77780 w 121788"/>
                  <a:gd name="connsiteY24" fmla="*/ 44333 h 95478"/>
                  <a:gd name="connsiteX25" fmla="*/ 77780 w 121788"/>
                  <a:gd name="connsiteY25" fmla="*/ 39576 h 95478"/>
                  <a:gd name="connsiteX26" fmla="*/ 76590 w 121788"/>
                  <a:gd name="connsiteY26" fmla="*/ 38386 h 95478"/>
                  <a:gd name="connsiteX27" fmla="*/ 77780 w 121788"/>
                  <a:gd name="connsiteY27" fmla="*/ 36007 h 95478"/>
                  <a:gd name="connsiteX28" fmla="*/ 86105 w 121788"/>
                  <a:gd name="connsiteY28" fmla="*/ 30060 h 95478"/>
                  <a:gd name="connsiteX29" fmla="*/ 93242 w 121788"/>
                  <a:gd name="connsiteY29" fmla="*/ 18166 h 95478"/>
                  <a:gd name="connsiteX30" fmla="*/ 93242 w 121788"/>
                  <a:gd name="connsiteY30" fmla="*/ 14598 h 95478"/>
                  <a:gd name="connsiteX31" fmla="*/ 96811 w 121788"/>
                  <a:gd name="connsiteY31" fmla="*/ 13408 h 95478"/>
                  <a:gd name="connsiteX32" fmla="*/ 102758 w 121788"/>
                  <a:gd name="connsiteY32" fmla="*/ 9840 h 95478"/>
                  <a:gd name="connsiteX33" fmla="*/ 107515 w 121788"/>
                  <a:gd name="connsiteY33" fmla="*/ 7461 h 95478"/>
                  <a:gd name="connsiteX34" fmla="*/ 109894 w 121788"/>
                  <a:gd name="connsiteY34" fmla="*/ 3893 h 95478"/>
                  <a:gd name="connsiteX35" fmla="*/ 109894 w 121788"/>
                  <a:gd name="connsiteY35" fmla="*/ 2703 h 95478"/>
                  <a:gd name="connsiteX36" fmla="*/ 109894 w 121788"/>
                  <a:gd name="connsiteY36" fmla="*/ 2703 h 95478"/>
                  <a:gd name="connsiteX37" fmla="*/ 112273 w 121788"/>
                  <a:gd name="connsiteY37" fmla="*/ 324 h 95478"/>
                  <a:gd name="connsiteX38" fmla="*/ 114652 w 121788"/>
                  <a:gd name="connsiteY38" fmla="*/ 8650 h 95478"/>
                  <a:gd name="connsiteX39" fmla="*/ 117031 w 121788"/>
                  <a:gd name="connsiteY39" fmla="*/ 11029 h 95478"/>
                  <a:gd name="connsiteX40" fmla="*/ 121788 w 121788"/>
                  <a:gd name="connsiteY40" fmla="*/ 14598 h 95478"/>
                  <a:gd name="connsiteX41" fmla="*/ 121788 w 121788"/>
                  <a:gd name="connsiteY41" fmla="*/ 18166 h 95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21788" h="95478">
                    <a:moveTo>
                      <a:pt x="121788" y="18166"/>
                    </a:moveTo>
                    <a:cubicBezTo>
                      <a:pt x="121788" y="18166"/>
                      <a:pt x="121788" y="18166"/>
                      <a:pt x="121788" y="18166"/>
                    </a:cubicBezTo>
                    <a:cubicBezTo>
                      <a:pt x="120599" y="19355"/>
                      <a:pt x="119410" y="20545"/>
                      <a:pt x="118220" y="20545"/>
                    </a:cubicBezTo>
                    <a:cubicBezTo>
                      <a:pt x="115841" y="21734"/>
                      <a:pt x="99189" y="76448"/>
                      <a:pt x="94432" y="91911"/>
                    </a:cubicBezTo>
                    <a:cubicBezTo>
                      <a:pt x="94432" y="91911"/>
                      <a:pt x="94432" y="91911"/>
                      <a:pt x="94432" y="90721"/>
                    </a:cubicBezTo>
                    <a:cubicBezTo>
                      <a:pt x="89674" y="90721"/>
                      <a:pt x="86105" y="94289"/>
                      <a:pt x="81348" y="95479"/>
                    </a:cubicBezTo>
                    <a:cubicBezTo>
                      <a:pt x="75401" y="95479"/>
                      <a:pt x="69453" y="95479"/>
                      <a:pt x="63506" y="95479"/>
                    </a:cubicBezTo>
                    <a:cubicBezTo>
                      <a:pt x="51612" y="94289"/>
                      <a:pt x="40907" y="93100"/>
                      <a:pt x="30202" y="90721"/>
                    </a:cubicBezTo>
                    <a:cubicBezTo>
                      <a:pt x="19497" y="87153"/>
                      <a:pt x="12361" y="87153"/>
                      <a:pt x="8792" y="75259"/>
                    </a:cubicBezTo>
                    <a:cubicBezTo>
                      <a:pt x="7603" y="69312"/>
                      <a:pt x="-4291" y="53849"/>
                      <a:pt x="1656" y="50281"/>
                    </a:cubicBezTo>
                    <a:cubicBezTo>
                      <a:pt x="1656" y="50281"/>
                      <a:pt x="2845" y="50281"/>
                      <a:pt x="2845" y="50281"/>
                    </a:cubicBezTo>
                    <a:cubicBezTo>
                      <a:pt x="4034" y="50281"/>
                      <a:pt x="4034" y="50281"/>
                      <a:pt x="4034" y="52659"/>
                    </a:cubicBezTo>
                    <a:cubicBezTo>
                      <a:pt x="4034" y="55038"/>
                      <a:pt x="5224" y="57417"/>
                      <a:pt x="5224" y="58606"/>
                    </a:cubicBezTo>
                    <a:cubicBezTo>
                      <a:pt x="6414" y="58606"/>
                      <a:pt x="7603" y="57417"/>
                      <a:pt x="8792" y="57417"/>
                    </a:cubicBezTo>
                    <a:cubicBezTo>
                      <a:pt x="11171" y="57417"/>
                      <a:pt x="11171" y="57417"/>
                      <a:pt x="13550" y="58606"/>
                    </a:cubicBezTo>
                    <a:cubicBezTo>
                      <a:pt x="14739" y="58606"/>
                      <a:pt x="17118" y="59796"/>
                      <a:pt x="18308" y="59796"/>
                    </a:cubicBezTo>
                    <a:cubicBezTo>
                      <a:pt x="19497" y="59796"/>
                      <a:pt x="20687" y="57417"/>
                      <a:pt x="21876" y="56228"/>
                    </a:cubicBezTo>
                    <a:cubicBezTo>
                      <a:pt x="23066" y="55038"/>
                      <a:pt x="24255" y="53849"/>
                      <a:pt x="26634" y="52659"/>
                    </a:cubicBezTo>
                    <a:cubicBezTo>
                      <a:pt x="29013" y="52659"/>
                      <a:pt x="30202" y="52659"/>
                      <a:pt x="32581" y="52659"/>
                    </a:cubicBezTo>
                    <a:cubicBezTo>
                      <a:pt x="36149" y="52659"/>
                      <a:pt x="39718" y="52659"/>
                      <a:pt x="43286" y="52659"/>
                    </a:cubicBezTo>
                    <a:cubicBezTo>
                      <a:pt x="48044" y="52659"/>
                      <a:pt x="49233" y="56228"/>
                      <a:pt x="53991" y="56228"/>
                    </a:cubicBezTo>
                    <a:cubicBezTo>
                      <a:pt x="57559" y="56228"/>
                      <a:pt x="62317" y="55038"/>
                      <a:pt x="65885" y="53849"/>
                    </a:cubicBezTo>
                    <a:cubicBezTo>
                      <a:pt x="65885" y="50281"/>
                      <a:pt x="67075" y="46712"/>
                      <a:pt x="70643" y="47902"/>
                    </a:cubicBezTo>
                    <a:cubicBezTo>
                      <a:pt x="71832" y="47902"/>
                      <a:pt x="73022" y="49091"/>
                      <a:pt x="74211" y="47902"/>
                    </a:cubicBezTo>
                    <a:cubicBezTo>
                      <a:pt x="75401" y="46712"/>
                      <a:pt x="76590" y="45523"/>
                      <a:pt x="77780" y="44333"/>
                    </a:cubicBezTo>
                    <a:cubicBezTo>
                      <a:pt x="78969" y="43144"/>
                      <a:pt x="78969" y="40765"/>
                      <a:pt x="77780" y="39576"/>
                    </a:cubicBezTo>
                    <a:cubicBezTo>
                      <a:pt x="77780" y="39576"/>
                      <a:pt x="76590" y="39576"/>
                      <a:pt x="76590" y="38386"/>
                    </a:cubicBezTo>
                    <a:cubicBezTo>
                      <a:pt x="76590" y="37197"/>
                      <a:pt x="77780" y="37197"/>
                      <a:pt x="77780" y="36007"/>
                    </a:cubicBezTo>
                    <a:cubicBezTo>
                      <a:pt x="80158" y="33629"/>
                      <a:pt x="83727" y="32439"/>
                      <a:pt x="86105" y="30060"/>
                    </a:cubicBezTo>
                    <a:cubicBezTo>
                      <a:pt x="89674" y="26492"/>
                      <a:pt x="93242" y="24113"/>
                      <a:pt x="93242" y="18166"/>
                    </a:cubicBezTo>
                    <a:cubicBezTo>
                      <a:pt x="93242" y="16976"/>
                      <a:pt x="93242" y="15787"/>
                      <a:pt x="93242" y="14598"/>
                    </a:cubicBezTo>
                    <a:cubicBezTo>
                      <a:pt x="93242" y="14598"/>
                      <a:pt x="95621" y="13408"/>
                      <a:pt x="96811" y="13408"/>
                    </a:cubicBezTo>
                    <a:cubicBezTo>
                      <a:pt x="99189" y="12219"/>
                      <a:pt x="101568" y="11029"/>
                      <a:pt x="102758" y="9840"/>
                    </a:cubicBezTo>
                    <a:cubicBezTo>
                      <a:pt x="105136" y="8650"/>
                      <a:pt x="106326" y="7461"/>
                      <a:pt x="107515" y="7461"/>
                    </a:cubicBezTo>
                    <a:cubicBezTo>
                      <a:pt x="108705" y="6271"/>
                      <a:pt x="109894" y="5082"/>
                      <a:pt x="109894" y="3893"/>
                    </a:cubicBezTo>
                    <a:cubicBezTo>
                      <a:pt x="109894" y="3893"/>
                      <a:pt x="109894" y="3893"/>
                      <a:pt x="109894" y="2703"/>
                    </a:cubicBezTo>
                    <a:cubicBezTo>
                      <a:pt x="109894" y="2703"/>
                      <a:pt x="109894" y="2703"/>
                      <a:pt x="109894" y="2703"/>
                    </a:cubicBezTo>
                    <a:cubicBezTo>
                      <a:pt x="109894" y="1514"/>
                      <a:pt x="109894" y="-865"/>
                      <a:pt x="112273" y="324"/>
                    </a:cubicBezTo>
                    <a:cubicBezTo>
                      <a:pt x="114652" y="324"/>
                      <a:pt x="114652" y="7461"/>
                      <a:pt x="114652" y="8650"/>
                    </a:cubicBezTo>
                    <a:cubicBezTo>
                      <a:pt x="114652" y="9840"/>
                      <a:pt x="115841" y="11029"/>
                      <a:pt x="117031" y="11029"/>
                    </a:cubicBezTo>
                    <a:cubicBezTo>
                      <a:pt x="118220" y="12219"/>
                      <a:pt x="120599" y="12219"/>
                      <a:pt x="121788" y="14598"/>
                    </a:cubicBezTo>
                    <a:cubicBezTo>
                      <a:pt x="121788" y="13408"/>
                      <a:pt x="121788" y="16976"/>
                      <a:pt x="121788" y="1816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737DE92-4B69-06A0-37AC-B71F52197101}"/>
                  </a:ext>
                </a:extLst>
              </p:cNvPr>
              <p:cNvSpPr/>
              <p:nvPr/>
            </p:nvSpPr>
            <p:spPr>
              <a:xfrm>
                <a:off x="7023472" y="3740850"/>
                <a:ext cx="193155" cy="240266"/>
              </a:xfrm>
              <a:custGeom>
                <a:avLst/>
                <a:gdLst>
                  <a:gd name="connsiteX0" fmla="*/ 191499 w 193155"/>
                  <a:gd name="connsiteY0" fmla="*/ 86829 h 240266"/>
                  <a:gd name="connsiteX1" fmla="*/ 189120 w 193155"/>
                  <a:gd name="connsiteY1" fmla="*/ 90397 h 240266"/>
                  <a:gd name="connsiteX2" fmla="*/ 187931 w 193155"/>
                  <a:gd name="connsiteY2" fmla="*/ 95155 h 240266"/>
                  <a:gd name="connsiteX3" fmla="*/ 183173 w 193155"/>
                  <a:gd name="connsiteY3" fmla="*/ 104671 h 240266"/>
                  <a:gd name="connsiteX4" fmla="*/ 179605 w 193155"/>
                  <a:gd name="connsiteY4" fmla="*/ 109428 h 240266"/>
                  <a:gd name="connsiteX5" fmla="*/ 173658 w 193155"/>
                  <a:gd name="connsiteY5" fmla="*/ 115375 h 240266"/>
                  <a:gd name="connsiteX6" fmla="*/ 170089 w 193155"/>
                  <a:gd name="connsiteY6" fmla="*/ 122512 h 240266"/>
                  <a:gd name="connsiteX7" fmla="*/ 162953 w 193155"/>
                  <a:gd name="connsiteY7" fmla="*/ 135596 h 240266"/>
                  <a:gd name="connsiteX8" fmla="*/ 157006 w 193155"/>
                  <a:gd name="connsiteY8" fmla="*/ 133217 h 240266"/>
                  <a:gd name="connsiteX9" fmla="*/ 157006 w 193155"/>
                  <a:gd name="connsiteY9" fmla="*/ 127270 h 240266"/>
                  <a:gd name="connsiteX10" fmla="*/ 149869 w 193155"/>
                  <a:gd name="connsiteY10" fmla="*/ 135596 h 240266"/>
                  <a:gd name="connsiteX11" fmla="*/ 151058 w 193155"/>
                  <a:gd name="connsiteY11" fmla="*/ 135596 h 240266"/>
                  <a:gd name="connsiteX12" fmla="*/ 151058 w 193155"/>
                  <a:gd name="connsiteY12" fmla="*/ 137975 h 240266"/>
                  <a:gd name="connsiteX13" fmla="*/ 143922 w 193155"/>
                  <a:gd name="connsiteY13" fmla="*/ 151058 h 240266"/>
                  <a:gd name="connsiteX14" fmla="*/ 146301 w 193155"/>
                  <a:gd name="connsiteY14" fmla="*/ 160574 h 240266"/>
                  <a:gd name="connsiteX15" fmla="*/ 146301 w 193155"/>
                  <a:gd name="connsiteY15" fmla="*/ 165331 h 240266"/>
                  <a:gd name="connsiteX16" fmla="*/ 148679 w 193155"/>
                  <a:gd name="connsiteY16" fmla="*/ 168900 h 240266"/>
                  <a:gd name="connsiteX17" fmla="*/ 145111 w 193155"/>
                  <a:gd name="connsiteY17" fmla="*/ 174847 h 240266"/>
                  <a:gd name="connsiteX18" fmla="*/ 140354 w 193155"/>
                  <a:gd name="connsiteY18" fmla="*/ 173658 h 240266"/>
                  <a:gd name="connsiteX19" fmla="*/ 136785 w 193155"/>
                  <a:gd name="connsiteY19" fmla="*/ 176037 h 240266"/>
                  <a:gd name="connsiteX20" fmla="*/ 126080 w 193155"/>
                  <a:gd name="connsiteY20" fmla="*/ 176037 h 240266"/>
                  <a:gd name="connsiteX21" fmla="*/ 118944 w 193155"/>
                  <a:gd name="connsiteY21" fmla="*/ 181984 h 240266"/>
                  <a:gd name="connsiteX22" fmla="*/ 111807 w 193155"/>
                  <a:gd name="connsiteY22" fmla="*/ 199825 h 240266"/>
                  <a:gd name="connsiteX23" fmla="*/ 92776 w 193155"/>
                  <a:gd name="connsiteY23" fmla="*/ 203393 h 240266"/>
                  <a:gd name="connsiteX24" fmla="*/ 84450 w 193155"/>
                  <a:gd name="connsiteY24" fmla="*/ 206962 h 240266"/>
                  <a:gd name="connsiteX25" fmla="*/ 85639 w 193155"/>
                  <a:gd name="connsiteY25" fmla="*/ 216477 h 240266"/>
                  <a:gd name="connsiteX26" fmla="*/ 76124 w 193155"/>
                  <a:gd name="connsiteY26" fmla="*/ 230750 h 240266"/>
                  <a:gd name="connsiteX27" fmla="*/ 66608 w 193155"/>
                  <a:gd name="connsiteY27" fmla="*/ 228372 h 240266"/>
                  <a:gd name="connsiteX28" fmla="*/ 57093 w 193155"/>
                  <a:gd name="connsiteY28" fmla="*/ 230750 h 240266"/>
                  <a:gd name="connsiteX29" fmla="*/ 57093 w 193155"/>
                  <a:gd name="connsiteY29" fmla="*/ 231940 h 240266"/>
                  <a:gd name="connsiteX30" fmla="*/ 47577 w 193155"/>
                  <a:gd name="connsiteY30" fmla="*/ 234319 h 240266"/>
                  <a:gd name="connsiteX31" fmla="*/ 44009 w 193155"/>
                  <a:gd name="connsiteY31" fmla="*/ 240266 h 240266"/>
                  <a:gd name="connsiteX32" fmla="*/ 33304 w 193155"/>
                  <a:gd name="connsiteY32" fmla="*/ 237887 h 240266"/>
                  <a:gd name="connsiteX33" fmla="*/ 27357 w 193155"/>
                  <a:gd name="connsiteY33" fmla="*/ 231940 h 240266"/>
                  <a:gd name="connsiteX34" fmla="*/ 20221 w 193155"/>
                  <a:gd name="connsiteY34" fmla="*/ 224803 h 240266"/>
                  <a:gd name="connsiteX35" fmla="*/ 21410 w 193155"/>
                  <a:gd name="connsiteY35" fmla="*/ 214098 h 240266"/>
                  <a:gd name="connsiteX36" fmla="*/ 19031 w 193155"/>
                  <a:gd name="connsiteY36" fmla="*/ 205772 h 240266"/>
                  <a:gd name="connsiteX37" fmla="*/ 11894 w 193155"/>
                  <a:gd name="connsiteY37" fmla="*/ 198636 h 240266"/>
                  <a:gd name="connsiteX38" fmla="*/ 2379 w 193155"/>
                  <a:gd name="connsiteY38" fmla="*/ 184362 h 240266"/>
                  <a:gd name="connsiteX39" fmla="*/ 0 w 193155"/>
                  <a:gd name="connsiteY39" fmla="*/ 176037 h 240266"/>
                  <a:gd name="connsiteX40" fmla="*/ 1190 w 193155"/>
                  <a:gd name="connsiteY40" fmla="*/ 168900 h 240266"/>
                  <a:gd name="connsiteX41" fmla="*/ 63040 w 193155"/>
                  <a:gd name="connsiteY41" fmla="*/ 148679 h 240266"/>
                  <a:gd name="connsiteX42" fmla="*/ 76124 w 193155"/>
                  <a:gd name="connsiteY42" fmla="*/ 115375 h 240266"/>
                  <a:gd name="connsiteX43" fmla="*/ 76124 w 193155"/>
                  <a:gd name="connsiteY43" fmla="*/ 92776 h 240266"/>
                  <a:gd name="connsiteX44" fmla="*/ 71366 w 193155"/>
                  <a:gd name="connsiteY44" fmla="*/ 73745 h 240266"/>
                  <a:gd name="connsiteX45" fmla="*/ 95155 w 193155"/>
                  <a:gd name="connsiteY45" fmla="*/ 2379 h 240266"/>
                  <a:gd name="connsiteX46" fmla="*/ 97534 w 193155"/>
                  <a:gd name="connsiteY46" fmla="*/ 0 h 240266"/>
                  <a:gd name="connsiteX47" fmla="*/ 98723 w 193155"/>
                  <a:gd name="connsiteY47" fmla="*/ 8326 h 240266"/>
                  <a:gd name="connsiteX48" fmla="*/ 101102 w 193155"/>
                  <a:gd name="connsiteY48" fmla="*/ 19031 h 240266"/>
                  <a:gd name="connsiteX49" fmla="*/ 107049 w 193155"/>
                  <a:gd name="connsiteY49" fmla="*/ 26168 h 240266"/>
                  <a:gd name="connsiteX50" fmla="*/ 111807 w 193155"/>
                  <a:gd name="connsiteY50" fmla="*/ 33304 h 240266"/>
                  <a:gd name="connsiteX51" fmla="*/ 120133 w 193155"/>
                  <a:gd name="connsiteY51" fmla="*/ 39252 h 240266"/>
                  <a:gd name="connsiteX52" fmla="*/ 127270 w 193155"/>
                  <a:gd name="connsiteY52" fmla="*/ 44009 h 240266"/>
                  <a:gd name="connsiteX53" fmla="*/ 136785 w 193155"/>
                  <a:gd name="connsiteY53" fmla="*/ 41630 h 240266"/>
                  <a:gd name="connsiteX54" fmla="*/ 146301 w 193155"/>
                  <a:gd name="connsiteY54" fmla="*/ 44009 h 240266"/>
                  <a:gd name="connsiteX55" fmla="*/ 153437 w 193155"/>
                  <a:gd name="connsiteY55" fmla="*/ 44009 h 240266"/>
                  <a:gd name="connsiteX56" fmla="*/ 160574 w 193155"/>
                  <a:gd name="connsiteY56" fmla="*/ 42820 h 240266"/>
                  <a:gd name="connsiteX57" fmla="*/ 164142 w 193155"/>
                  <a:gd name="connsiteY57" fmla="*/ 47577 h 240266"/>
                  <a:gd name="connsiteX58" fmla="*/ 168900 w 193155"/>
                  <a:gd name="connsiteY58" fmla="*/ 53525 h 240266"/>
                  <a:gd name="connsiteX59" fmla="*/ 171279 w 193155"/>
                  <a:gd name="connsiteY59" fmla="*/ 60661 h 240266"/>
                  <a:gd name="connsiteX60" fmla="*/ 176037 w 193155"/>
                  <a:gd name="connsiteY60" fmla="*/ 66608 h 240266"/>
                  <a:gd name="connsiteX61" fmla="*/ 178415 w 193155"/>
                  <a:gd name="connsiteY61" fmla="*/ 68987 h 240266"/>
                  <a:gd name="connsiteX62" fmla="*/ 181984 w 193155"/>
                  <a:gd name="connsiteY62" fmla="*/ 71366 h 240266"/>
                  <a:gd name="connsiteX63" fmla="*/ 185552 w 193155"/>
                  <a:gd name="connsiteY63" fmla="*/ 73745 h 240266"/>
                  <a:gd name="connsiteX64" fmla="*/ 190310 w 193155"/>
                  <a:gd name="connsiteY64" fmla="*/ 74935 h 240266"/>
                  <a:gd name="connsiteX65" fmla="*/ 191499 w 193155"/>
                  <a:gd name="connsiteY65" fmla="*/ 86829 h 240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93155" h="240266">
                    <a:moveTo>
                      <a:pt x="191499" y="86829"/>
                    </a:moveTo>
                    <a:cubicBezTo>
                      <a:pt x="190310" y="88018"/>
                      <a:pt x="190310" y="89208"/>
                      <a:pt x="189120" y="90397"/>
                    </a:cubicBezTo>
                    <a:cubicBezTo>
                      <a:pt x="189120" y="91587"/>
                      <a:pt x="189120" y="93965"/>
                      <a:pt x="187931" y="95155"/>
                    </a:cubicBezTo>
                    <a:cubicBezTo>
                      <a:pt x="186741" y="98723"/>
                      <a:pt x="184362" y="101102"/>
                      <a:pt x="183173" y="104671"/>
                    </a:cubicBezTo>
                    <a:cubicBezTo>
                      <a:pt x="181984" y="108239"/>
                      <a:pt x="179605" y="109428"/>
                      <a:pt x="179605" y="109428"/>
                    </a:cubicBezTo>
                    <a:cubicBezTo>
                      <a:pt x="178415" y="111807"/>
                      <a:pt x="176037" y="112996"/>
                      <a:pt x="173658" y="115375"/>
                    </a:cubicBezTo>
                    <a:cubicBezTo>
                      <a:pt x="171279" y="117754"/>
                      <a:pt x="172468" y="120133"/>
                      <a:pt x="170089" y="122512"/>
                    </a:cubicBezTo>
                    <a:cubicBezTo>
                      <a:pt x="166521" y="127270"/>
                      <a:pt x="162953" y="129648"/>
                      <a:pt x="162953" y="135596"/>
                    </a:cubicBezTo>
                    <a:cubicBezTo>
                      <a:pt x="160574" y="135596"/>
                      <a:pt x="159384" y="134406"/>
                      <a:pt x="157006" y="133217"/>
                    </a:cubicBezTo>
                    <a:cubicBezTo>
                      <a:pt x="157006" y="130838"/>
                      <a:pt x="157006" y="129648"/>
                      <a:pt x="157006" y="127270"/>
                    </a:cubicBezTo>
                    <a:cubicBezTo>
                      <a:pt x="153437" y="127270"/>
                      <a:pt x="149869" y="132027"/>
                      <a:pt x="149869" y="135596"/>
                    </a:cubicBezTo>
                    <a:cubicBezTo>
                      <a:pt x="149869" y="135596"/>
                      <a:pt x="149869" y="135596"/>
                      <a:pt x="151058" y="135596"/>
                    </a:cubicBezTo>
                    <a:cubicBezTo>
                      <a:pt x="151058" y="136785"/>
                      <a:pt x="151058" y="136785"/>
                      <a:pt x="151058" y="137975"/>
                    </a:cubicBezTo>
                    <a:cubicBezTo>
                      <a:pt x="146301" y="139164"/>
                      <a:pt x="143922" y="146301"/>
                      <a:pt x="143922" y="151058"/>
                    </a:cubicBezTo>
                    <a:cubicBezTo>
                      <a:pt x="143922" y="154627"/>
                      <a:pt x="145111" y="157006"/>
                      <a:pt x="146301" y="160574"/>
                    </a:cubicBezTo>
                    <a:cubicBezTo>
                      <a:pt x="146301" y="161763"/>
                      <a:pt x="146301" y="164142"/>
                      <a:pt x="146301" y="165331"/>
                    </a:cubicBezTo>
                    <a:cubicBezTo>
                      <a:pt x="146301" y="166521"/>
                      <a:pt x="147490" y="167710"/>
                      <a:pt x="148679" y="168900"/>
                    </a:cubicBezTo>
                    <a:cubicBezTo>
                      <a:pt x="151058" y="172468"/>
                      <a:pt x="149869" y="174847"/>
                      <a:pt x="145111" y="174847"/>
                    </a:cubicBezTo>
                    <a:cubicBezTo>
                      <a:pt x="143922" y="174847"/>
                      <a:pt x="141543" y="173658"/>
                      <a:pt x="140354" y="173658"/>
                    </a:cubicBezTo>
                    <a:cubicBezTo>
                      <a:pt x="139164" y="173658"/>
                      <a:pt x="137975" y="176037"/>
                      <a:pt x="136785" y="176037"/>
                    </a:cubicBezTo>
                    <a:cubicBezTo>
                      <a:pt x="133217" y="177226"/>
                      <a:pt x="129648" y="174847"/>
                      <a:pt x="126080" y="176037"/>
                    </a:cubicBezTo>
                    <a:cubicBezTo>
                      <a:pt x="123701" y="177226"/>
                      <a:pt x="121323" y="179605"/>
                      <a:pt x="118944" y="181984"/>
                    </a:cubicBezTo>
                    <a:cubicBezTo>
                      <a:pt x="115375" y="186741"/>
                      <a:pt x="116565" y="196257"/>
                      <a:pt x="111807" y="199825"/>
                    </a:cubicBezTo>
                    <a:cubicBezTo>
                      <a:pt x="105860" y="204583"/>
                      <a:pt x="99912" y="203393"/>
                      <a:pt x="92776" y="203393"/>
                    </a:cubicBezTo>
                    <a:cubicBezTo>
                      <a:pt x="90397" y="203393"/>
                      <a:pt x="85639" y="204583"/>
                      <a:pt x="84450" y="206962"/>
                    </a:cubicBezTo>
                    <a:cubicBezTo>
                      <a:pt x="82071" y="210530"/>
                      <a:pt x="84450" y="212909"/>
                      <a:pt x="85639" y="216477"/>
                    </a:cubicBezTo>
                    <a:cubicBezTo>
                      <a:pt x="85639" y="220045"/>
                      <a:pt x="80882" y="230750"/>
                      <a:pt x="76124" y="230750"/>
                    </a:cubicBezTo>
                    <a:cubicBezTo>
                      <a:pt x="72556" y="230750"/>
                      <a:pt x="70177" y="228372"/>
                      <a:pt x="66608" y="228372"/>
                    </a:cubicBezTo>
                    <a:cubicBezTo>
                      <a:pt x="63040" y="228372"/>
                      <a:pt x="60661" y="229561"/>
                      <a:pt x="57093" y="230750"/>
                    </a:cubicBezTo>
                    <a:cubicBezTo>
                      <a:pt x="57093" y="230750"/>
                      <a:pt x="57093" y="230750"/>
                      <a:pt x="57093" y="231940"/>
                    </a:cubicBezTo>
                    <a:cubicBezTo>
                      <a:pt x="53525" y="231940"/>
                      <a:pt x="52335" y="234319"/>
                      <a:pt x="47577" y="234319"/>
                    </a:cubicBezTo>
                    <a:cubicBezTo>
                      <a:pt x="46388" y="236698"/>
                      <a:pt x="44009" y="237887"/>
                      <a:pt x="44009" y="240266"/>
                    </a:cubicBezTo>
                    <a:cubicBezTo>
                      <a:pt x="39252" y="240266"/>
                      <a:pt x="35683" y="239077"/>
                      <a:pt x="33304" y="237887"/>
                    </a:cubicBezTo>
                    <a:cubicBezTo>
                      <a:pt x="30925" y="236698"/>
                      <a:pt x="29736" y="234319"/>
                      <a:pt x="27357" y="231940"/>
                    </a:cubicBezTo>
                    <a:cubicBezTo>
                      <a:pt x="24978" y="229561"/>
                      <a:pt x="21410" y="227182"/>
                      <a:pt x="20221" y="224803"/>
                    </a:cubicBezTo>
                    <a:cubicBezTo>
                      <a:pt x="19031" y="221235"/>
                      <a:pt x="21410" y="217667"/>
                      <a:pt x="21410" y="214098"/>
                    </a:cubicBezTo>
                    <a:cubicBezTo>
                      <a:pt x="22599" y="209341"/>
                      <a:pt x="22599" y="209341"/>
                      <a:pt x="19031" y="205772"/>
                    </a:cubicBezTo>
                    <a:cubicBezTo>
                      <a:pt x="16652" y="203393"/>
                      <a:pt x="14273" y="201014"/>
                      <a:pt x="11894" y="198636"/>
                    </a:cubicBezTo>
                    <a:cubicBezTo>
                      <a:pt x="8326" y="193878"/>
                      <a:pt x="4758" y="189120"/>
                      <a:pt x="2379" y="184362"/>
                    </a:cubicBezTo>
                    <a:cubicBezTo>
                      <a:pt x="0" y="180794"/>
                      <a:pt x="0" y="179605"/>
                      <a:pt x="0" y="176037"/>
                    </a:cubicBezTo>
                    <a:cubicBezTo>
                      <a:pt x="0" y="173658"/>
                      <a:pt x="1190" y="171279"/>
                      <a:pt x="1190" y="168900"/>
                    </a:cubicBezTo>
                    <a:cubicBezTo>
                      <a:pt x="28546" y="160574"/>
                      <a:pt x="53525" y="152248"/>
                      <a:pt x="63040" y="148679"/>
                    </a:cubicBezTo>
                    <a:cubicBezTo>
                      <a:pt x="77313" y="142732"/>
                      <a:pt x="74935" y="129648"/>
                      <a:pt x="76124" y="115375"/>
                    </a:cubicBezTo>
                    <a:cubicBezTo>
                      <a:pt x="76124" y="108239"/>
                      <a:pt x="76124" y="101102"/>
                      <a:pt x="76124" y="92776"/>
                    </a:cubicBezTo>
                    <a:cubicBezTo>
                      <a:pt x="76124" y="85639"/>
                      <a:pt x="71366" y="80882"/>
                      <a:pt x="71366" y="73745"/>
                    </a:cubicBezTo>
                    <a:cubicBezTo>
                      <a:pt x="76124" y="58282"/>
                      <a:pt x="91587" y="4758"/>
                      <a:pt x="95155" y="2379"/>
                    </a:cubicBezTo>
                    <a:cubicBezTo>
                      <a:pt x="96344" y="1190"/>
                      <a:pt x="97534" y="1190"/>
                      <a:pt x="97534" y="0"/>
                    </a:cubicBezTo>
                    <a:cubicBezTo>
                      <a:pt x="98723" y="2379"/>
                      <a:pt x="98723" y="5947"/>
                      <a:pt x="98723" y="8326"/>
                    </a:cubicBezTo>
                    <a:cubicBezTo>
                      <a:pt x="98723" y="11894"/>
                      <a:pt x="98723" y="15463"/>
                      <a:pt x="101102" y="19031"/>
                    </a:cubicBezTo>
                    <a:cubicBezTo>
                      <a:pt x="102291" y="21410"/>
                      <a:pt x="104671" y="23789"/>
                      <a:pt x="107049" y="26168"/>
                    </a:cubicBezTo>
                    <a:cubicBezTo>
                      <a:pt x="109428" y="28546"/>
                      <a:pt x="109428" y="30925"/>
                      <a:pt x="111807" y="33304"/>
                    </a:cubicBezTo>
                    <a:cubicBezTo>
                      <a:pt x="114186" y="35683"/>
                      <a:pt x="116565" y="36873"/>
                      <a:pt x="120133" y="39252"/>
                    </a:cubicBezTo>
                    <a:cubicBezTo>
                      <a:pt x="122512" y="40441"/>
                      <a:pt x="124891" y="44009"/>
                      <a:pt x="127270" y="44009"/>
                    </a:cubicBezTo>
                    <a:cubicBezTo>
                      <a:pt x="130838" y="45199"/>
                      <a:pt x="133217" y="41630"/>
                      <a:pt x="136785" y="41630"/>
                    </a:cubicBezTo>
                    <a:cubicBezTo>
                      <a:pt x="140354" y="41630"/>
                      <a:pt x="142732" y="42820"/>
                      <a:pt x="146301" y="44009"/>
                    </a:cubicBezTo>
                    <a:cubicBezTo>
                      <a:pt x="148679" y="45199"/>
                      <a:pt x="151058" y="45199"/>
                      <a:pt x="153437" y="44009"/>
                    </a:cubicBezTo>
                    <a:cubicBezTo>
                      <a:pt x="155816" y="42820"/>
                      <a:pt x="158195" y="42820"/>
                      <a:pt x="160574" y="42820"/>
                    </a:cubicBezTo>
                    <a:cubicBezTo>
                      <a:pt x="161763" y="44009"/>
                      <a:pt x="162953" y="46388"/>
                      <a:pt x="164142" y="47577"/>
                    </a:cubicBezTo>
                    <a:cubicBezTo>
                      <a:pt x="165331" y="48767"/>
                      <a:pt x="167710" y="51146"/>
                      <a:pt x="168900" y="53525"/>
                    </a:cubicBezTo>
                    <a:cubicBezTo>
                      <a:pt x="170089" y="57093"/>
                      <a:pt x="168900" y="58282"/>
                      <a:pt x="171279" y="60661"/>
                    </a:cubicBezTo>
                    <a:cubicBezTo>
                      <a:pt x="172468" y="63040"/>
                      <a:pt x="174847" y="64229"/>
                      <a:pt x="176037" y="66608"/>
                    </a:cubicBezTo>
                    <a:cubicBezTo>
                      <a:pt x="177226" y="66608"/>
                      <a:pt x="178415" y="68987"/>
                      <a:pt x="178415" y="68987"/>
                    </a:cubicBezTo>
                    <a:cubicBezTo>
                      <a:pt x="179605" y="70177"/>
                      <a:pt x="180794" y="71366"/>
                      <a:pt x="181984" y="71366"/>
                    </a:cubicBezTo>
                    <a:cubicBezTo>
                      <a:pt x="183173" y="72556"/>
                      <a:pt x="184362" y="73745"/>
                      <a:pt x="185552" y="73745"/>
                    </a:cubicBezTo>
                    <a:cubicBezTo>
                      <a:pt x="186741" y="73745"/>
                      <a:pt x="189120" y="73745"/>
                      <a:pt x="190310" y="74935"/>
                    </a:cubicBezTo>
                    <a:cubicBezTo>
                      <a:pt x="195067" y="79692"/>
                      <a:pt x="192689" y="83260"/>
                      <a:pt x="191499" y="86829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861A1C90-9E01-FAAF-BD0E-2147DD25B188}"/>
                  </a:ext>
                </a:extLst>
              </p:cNvPr>
              <p:cNvSpPr/>
              <p:nvPr/>
            </p:nvSpPr>
            <p:spPr>
              <a:xfrm>
                <a:off x="7110301" y="3707546"/>
                <a:ext cx="10704" cy="23788"/>
              </a:xfrm>
              <a:custGeom>
                <a:avLst/>
                <a:gdLst>
                  <a:gd name="connsiteX0" fmla="*/ 10705 w 10704"/>
                  <a:gd name="connsiteY0" fmla="*/ 9515 h 23788"/>
                  <a:gd name="connsiteX1" fmla="*/ 9515 w 10704"/>
                  <a:gd name="connsiteY1" fmla="*/ 19031 h 23788"/>
                  <a:gd name="connsiteX2" fmla="*/ 8326 w 10704"/>
                  <a:gd name="connsiteY2" fmla="*/ 23789 h 23788"/>
                  <a:gd name="connsiteX3" fmla="*/ 5947 w 10704"/>
                  <a:gd name="connsiteY3" fmla="*/ 21410 h 23788"/>
                  <a:gd name="connsiteX4" fmla="*/ 3568 w 10704"/>
                  <a:gd name="connsiteY4" fmla="*/ 13084 h 23788"/>
                  <a:gd name="connsiteX5" fmla="*/ 1189 w 10704"/>
                  <a:gd name="connsiteY5" fmla="*/ 15463 h 23788"/>
                  <a:gd name="connsiteX6" fmla="*/ 0 w 10704"/>
                  <a:gd name="connsiteY6" fmla="*/ 9515 h 23788"/>
                  <a:gd name="connsiteX7" fmla="*/ 3568 w 10704"/>
                  <a:gd name="connsiteY7" fmla="*/ 8326 h 23788"/>
                  <a:gd name="connsiteX8" fmla="*/ 4758 w 10704"/>
                  <a:gd name="connsiteY8" fmla="*/ 2379 h 23788"/>
                  <a:gd name="connsiteX9" fmla="*/ 8326 w 10704"/>
                  <a:gd name="connsiteY9" fmla="*/ 0 h 23788"/>
                  <a:gd name="connsiteX10" fmla="*/ 10705 w 10704"/>
                  <a:gd name="connsiteY10" fmla="*/ 9515 h 2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04" h="23788">
                    <a:moveTo>
                      <a:pt x="10705" y="9515"/>
                    </a:moveTo>
                    <a:cubicBezTo>
                      <a:pt x="10705" y="11894"/>
                      <a:pt x="10705" y="16652"/>
                      <a:pt x="9515" y="19031"/>
                    </a:cubicBezTo>
                    <a:cubicBezTo>
                      <a:pt x="9515" y="20220"/>
                      <a:pt x="8326" y="22599"/>
                      <a:pt x="8326" y="23789"/>
                    </a:cubicBezTo>
                    <a:cubicBezTo>
                      <a:pt x="7136" y="23789"/>
                      <a:pt x="7136" y="22599"/>
                      <a:pt x="5947" y="21410"/>
                    </a:cubicBezTo>
                    <a:cubicBezTo>
                      <a:pt x="4758" y="19031"/>
                      <a:pt x="4758" y="13084"/>
                      <a:pt x="3568" y="13084"/>
                    </a:cubicBezTo>
                    <a:cubicBezTo>
                      <a:pt x="1189" y="13084"/>
                      <a:pt x="1189" y="14273"/>
                      <a:pt x="1189" y="15463"/>
                    </a:cubicBezTo>
                    <a:cubicBezTo>
                      <a:pt x="1189" y="13084"/>
                      <a:pt x="0" y="10705"/>
                      <a:pt x="0" y="9515"/>
                    </a:cubicBezTo>
                    <a:cubicBezTo>
                      <a:pt x="0" y="8326"/>
                      <a:pt x="2379" y="9515"/>
                      <a:pt x="3568" y="8326"/>
                    </a:cubicBezTo>
                    <a:cubicBezTo>
                      <a:pt x="4758" y="8326"/>
                      <a:pt x="4758" y="3568"/>
                      <a:pt x="4758" y="2379"/>
                    </a:cubicBezTo>
                    <a:cubicBezTo>
                      <a:pt x="5947" y="0"/>
                      <a:pt x="7136" y="0"/>
                      <a:pt x="8326" y="0"/>
                    </a:cubicBezTo>
                    <a:cubicBezTo>
                      <a:pt x="9515" y="0"/>
                      <a:pt x="10705" y="7137"/>
                      <a:pt x="10705" y="9515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DBC573CF-FB91-E5BD-671B-022746E73981}"/>
                  </a:ext>
                </a:extLst>
              </p:cNvPr>
              <p:cNvSpPr/>
              <p:nvPr/>
            </p:nvSpPr>
            <p:spPr>
              <a:xfrm>
                <a:off x="6782016" y="3904993"/>
                <a:ext cx="275948" cy="180793"/>
              </a:xfrm>
              <a:custGeom>
                <a:avLst/>
                <a:gdLst>
                  <a:gd name="connsiteX0" fmla="*/ 275949 w 275948"/>
                  <a:gd name="connsiteY0" fmla="*/ 73745 h 180793"/>
                  <a:gd name="connsiteX1" fmla="*/ 264054 w 275948"/>
                  <a:gd name="connsiteY1" fmla="*/ 78502 h 180793"/>
                  <a:gd name="connsiteX2" fmla="*/ 252160 w 275948"/>
                  <a:gd name="connsiteY2" fmla="*/ 90397 h 180793"/>
                  <a:gd name="connsiteX3" fmla="*/ 250971 w 275948"/>
                  <a:gd name="connsiteY3" fmla="*/ 101102 h 180793"/>
                  <a:gd name="connsiteX4" fmla="*/ 242645 w 275948"/>
                  <a:gd name="connsiteY4" fmla="*/ 104670 h 180793"/>
                  <a:gd name="connsiteX5" fmla="*/ 224803 w 275948"/>
                  <a:gd name="connsiteY5" fmla="*/ 112996 h 180793"/>
                  <a:gd name="connsiteX6" fmla="*/ 205772 w 275948"/>
                  <a:gd name="connsiteY6" fmla="*/ 118944 h 180793"/>
                  <a:gd name="connsiteX7" fmla="*/ 186741 w 275948"/>
                  <a:gd name="connsiteY7" fmla="*/ 126080 h 180793"/>
                  <a:gd name="connsiteX8" fmla="*/ 168900 w 275948"/>
                  <a:gd name="connsiteY8" fmla="*/ 133217 h 180793"/>
                  <a:gd name="connsiteX9" fmla="*/ 162952 w 275948"/>
                  <a:gd name="connsiteY9" fmla="*/ 139164 h 180793"/>
                  <a:gd name="connsiteX10" fmla="*/ 157005 w 275948"/>
                  <a:gd name="connsiteY10" fmla="*/ 146300 h 180793"/>
                  <a:gd name="connsiteX11" fmla="*/ 152248 w 275948"/>
                  <a:gd name="connsiteY11" fmla="*/ 146300 h 180793"/>
                  <a:gd name="connsiteX12" fmla="*/ 147490 w 275948"/>
                  <a:gd name="connsiteY12" fmla="*/ 147490 h 180793"/>
                  <a:gd name="connsiteX13" fmla="*/ 139164 w 275948"/>
                  <a:gd name="connsiteY13" fmla="*/ 145111 h 180793"/>
                  <a:gd name="connsiteX14" fmla="*/ 124891 w 275948"/>
                  <a:gd name="connsiteY14" fmla="*/ 155816 h 180793"/>
                  <a:gd name="connsiteX15" fmla="*/ 105860 w 275948"/>
                  <a:gd name="connsiteY15" fmla="*/ 160574 h 180793"/>
                  <a:gd name="connsiteX16" fmla="*/ 97533 w 275948"/>
                  <a:gd name="connsiteY16" fmla="*/ 160574 h 180793"/>
                  <a:gd name="connsiteX17" fmla="*/ 92776 w 275948"/>
                  <a:gd name="connsiteY17" fmla="*/ 160574 h 180793"/>
                  <a:gd name="connsiteX18" fmla="*/ 88018 w 275948"/>
                  <a:gd name="connsiteY18" fmla="*/ 158195 h 180793"/>
                  <a:gd name="connsiteX19" fmla="*/ 58282 w 275948"/>
                  <a:gd name="connsiteY19" fmla="*/ 177226 h 180793"/>
                  <a:gd name="connsiteX20" fmla="*/ 49956 w 275948"/>
                  <a:gd name="connsiteY20" fmla="*/ 177226 h 180793"/>
                  <a:gd name="connsiteX21" fmla="*/ 40441 w 275948"/>
                  <a:gd name="connsiteY21" fmla="*/ 180794 h 180793"/>
                  <a:gd name="connsiteX22" fmla="*/ 36873 w 275948"/>
                  <a:gd name="connsiteY22" fmla="*/ 179604 h 180793"/>
                  <a:gd name="connsiteX23" fmla="*/ 32115 w 275948"/>
                  <a:gd name="connsiteY23" fmla="*/ 180794 h 180793"/>
                  <a:gd name="connsiteX24" fmla="*/ 26167 w 275948"/>
                  <a:gd name="connsiteY24" fmla="*/ 173657 h 180793"/>
                  <a:gd name="connsiteX25" fmla="*/ 17842 w 275948"/>
                  <a:gd name="connsiteY25" fmla="*/ 158195 h 180793"/>
                  <a:gd name="connsiteX26" fmla="*/ 19031 w 275948"/>
                  <a:gd name="connsiteY26" fmla="*/ 148679 h 180793"/>
                  <a:gd name="connsiteX27" fmla="*/ 15463 w 275948"/>
                  <a:gd name="connsiteY27" fmla="*/ 146300 h 180793"/>
                  <a:gd name="connsiteX28" fmla="*/ 13084 w 275948"/>
                  <a:gd name="connsiteY28" fmla="*/ 141543 h 180793"/>
                  <a:gd name="connsiteX29" fmla="*/ 8326 w 275948"/>
                  <a:gd name="connsiteY29" fmla="*/ 120133 h 180793"/>
                  <a:gd name="connsiteX30" fmla="*/ 4758 w 275948"/>
                  <a:gd name="connsiteY30" fmla="*/ 111807 h 180793"/>
                  <a:gd name="connsiteX31" fmla="*/ 0 w 275948"/>
                  <a:gd name="connsiteY31" fmla="*/ 104670 h 180793"/>
                  <a:gd name="connsiteX32" fmla="*/ 4758 w 275948"/>
                  <a:gd name="connsiteY32" fmla="*/ 97533 h 180793"/>
                  <a:gd name="connsiteX33" fmla="*/ 3568 w 275948"/>
                  <a:gd name="connsiteY33" fmla="*/ 89208 h 180793"/>
                  <a:gd name="connsiteX34" fmla="*/ 2379 w 275948"/>
                  <a:gd name="connsiteY34" fmla="*/ 74934 h 180793"/>
                  <a:gd name="connsiteX35" fmla="*/ 3568 w 275948"/>
                  <a:gd name="connsiteY35" fmla="*/ 76124 h 180793"/>
                  <a:gd name="connsiteX36" fmla="*/ 17842 w 275948"/>
                  <a:gd name="connsiteY36" fmla="*/ 64229 h 180793"/>
                  <a:gd name="connsiteX37" fmla="*/ 20220 w 275948"/>
                  <a:gd name="connsiteY37" fmla="*/ 42819 h 180793"/>
                  <a:gd name="connsiteX38" fmla="*/ 29736 w 275948"/>
                  <a:gd name="connsiteY38" fmla="*/ 48767 h 180793"/>
                  <a:gd name="connsiteX39" fmla="*/ 42820 w 275948"/>
                  <a:gd name="connsiteY39" fmla="*/ 49956 h 180793"/>
                  <a:gd name="connsiteX40" fmla="*/ 65419 w 275948"/>
                  <a:gd name="connsiteY40" fmla="*/ 58282 h 180793"/>
                  <a:gd name="connsiteX41" fmla="*/ 88018 w 275948"/>
                  <a:gd name="connsiteY41" fmla="*/ 66608 h 180793"/>
                  <a:gd name="connsiteX42" fmla="*/ 96344 w 275948"/>
                  <a:gd name="connsiteY42" fmla="*/ 89208 h 180793"/>
                  <a:gd name="connsiteX43" fmla="*/ 140353 w 275948"/>
                  <a:gd name="connsiteY43" fmla="*/ 27357 h 180793"/>
                  <a:gd name="connsiteX44" fmla="*/ 241455 w 275948"/>
                  <a:gd name="connsiteY44" fmla="*/ 0 h 180793"/>
                  <a:gd name="connsiteX45" fmla="*/ 240266 w 275948"/>
                  <a:gd name="connsiteY45" fmla="*/ 7136 h 180793"/>
                  <a:gd name="connsiteX46" fmla="*/ 242645 w 275948"/>
                  <a:gd name="connsiteY46" fmla="*/ 15463 h 180793"/>
                  <a:gd name="connsiteX47" fmla="*/ 252160 w 275948"/>
                  <a:gd name="connsiteY47" fmla="*/ 29736 h 180793"/>
                  <a:gd name="connsiteX48" fmla="*/ 259297 w 275948"/>
                  <a:gd name="connsiteY48" fmla="*/ 36872 h 180793"/>
                  <a:gd name="connsiteX49" fmla="*/ 261676 w 275948"/>
                  <a:gd name="connsiteY49" fmla="*/ 45198 h 180793"/>
                  <a:gd name="connsiteX50" fmla="*/ 260486 w 275948"/>
                  <a:gd name="connsiteY50" fmla="*/ 55903 h 180793"/>
                  <a:gd name="connsiteX51" fmla="*/ 267623 w 275948"/>
                  <a:gd name="connsiteY51" fmla="*/ 63040 h 180793"/>
                  <a:gd name="connsiteX52" fmla="*/ 275949 w 275948"/>
                  <a:gd name="connsiteY52" fmla="*/ 73745 h 180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275948" h="180793">
                    <a:moveTo>
                      <a:pt x="275949" y="73745"/>
                    </a:moveTo>
                    <a:cubicBezTo>
                      <a:pt x="272381" y="74934"/>
                      <a:pt x="267623" y="77313"/>
                      <a:pt x="264054" y="78502"/>
                    </a:cubicBezTo>
                    <a:cubicBezTo>
                      <a:pt x="258107" y="80881"/>
                      <a:pt x="253350" y="84450"/>
                      <a:pt x="252160" y="90397"/>
                    </a:cubicBezTo>
                    <a:cubicBezTo>
                      <a:pt x="250971" y="93965"/>
                      <a:pt x="252160" y="97533"/>
                      <a:pt x="250971" y="101102"/>
                    </a:cubicBezTo>
                    <a:cubicBezTo>
                      <a:pt x="249781" y="103481"/>
                      <a:pt x="246213" y="103481"/>
                      <a:pt x="242645" y="104670"/>
                    </a:cubicBezTo>
                    <a:cubicBezTo>
                      <a:pt x="236698" y="107049"/>
                      <a:pt x="231940" y="110617"/>
                      <a:pt x="224803" y="112996"/>
                    </a:cubicBezTo>
                    <a:cubicBezTo>
                      <a:pt x="218856" y="115375"/>
                      <a:pt x="211719" y="116564"/>
                      <a:pt x="205772" y="118944"/>
                    </a:cubicBezTo>
                    <a:cubicBezTo>
                      <a:pt x="199825" y="121322"/>
                      <a:pt x="192688" y="123701"/>
                      <a:pt x="186741" y="126080"/>
                    </a:cubicBezTo>
                    <a:cubicBezTo>
                      <a:pt x="179605" y="128459"/>
                      <a:pt x="173658" y="128459"/>
                      <a:pt x="168900" y="133217"/>
                    </a:cubicBezTo>
                    <a:cubicBezTo>
                      <a:pt x="166521" y="135596"/>
                      <a:pt x="164142" y="136785"/>
                      <a:pt x="162952" y="139164"/>
                    </a:cubicBezTo>
                    <a:cubicBezTo>
                      <a:pt x="160574" y="141543"/>
                      <a:pt x="159384" y="145111"/>
                      <a:pt x="157005" y="146300"/>
                    </a:cubicBezTo>
                    <a:cubicBezTo>
                      <a:pt x="155816" y="147490"/>
                      <a:pt x="154627" y="146300"/>
                      <a:pt x="152248" y="146300"/>
                    </a:cubicBezTo>
                    <a:cubicBezTo>
                      <a:pt x="151058" y="146300"/>
                      <a:pt x="148679" y="147490"/>
                      <a:pt x="147490" y="147490"/>
                    </a:cubicBezTo>
                    <a:cubicBezTo>
                      <a:pt x="143922" y="147490"/>
                      <a:pt x="142732" y="143921"/>
                      <a:pt x="139164" y="145111"/>
                    </a:cubicBezTo>
                    <a:cubicBezTo>
                      <a:pt x="133217" y="147490"/>
                      <a:pt x="130838" y="153437"/>
                      <a:pt x="124891" y="155816"/>
                    </a:cubicBezTo>
                    <a:cubicBezTo>
                      <a:pt x="118944" y="158195"/>
                      <a:pt x="111807" y="159384"/>
                      <a:pt x="105860" y="160574"/>
                    </a:cubicBezTo>
                    <a:cubicBezTo>
                      <a:pt x="102291" y="161763"/>
                      <a:pt x="101102" y="161763"/>
                      <a:pt x="97533" y="160574"/>
                    </a:cubicBezTo>
                    <a:cubicBezTo>
                      <a:pt x="96344" y="160574"/>
                      <a:pt x="93965" y="160574"/>
                      <a:pt x="92776" y="160574"/>
                    </a:cubicBezTo>
                    <a:cubicBezTo>
                      <a:pt x="90397" y="160574"/>
                      <a:pt x="90397" y="158195"/>
                      <a:pt x="88018" y="158195"/>
                    </a:cubicBezTo>
                    <a:cubicBezTo>
                      <a:pt x="76124" y="154627"/>
                      <a:pt x="70177" y="179604"/>
                      <a:pt x="58282" y="177226"/>
                    </a:cubicBezTo>
                    <a:cubicBezTo>
                      <a:pt x="53525" y="176036"/>
                      <a:pt x="53525" y="174847"/>
                      <a:pt x="49956" y="177226"/>
                    </a:cubicBezTo>
                    <a:cubicBezTo>
                      <a:pt x="47577" y="178415"/>
                      <a:pt x="44009" y="180794"/>
                      <a:pt x="40441" y="180794"/>
                    </a:cubicBezTo>
                    <a:cubicBezTo>
                      <a:pt x="39251" y="180794"/>
                      <a:pt x="38062" y="179604"/>
                      <a:pt x="36873" y="179604"/>
                    </a:cubicBezTo>
                    <a:cubicBezTo>
                      <a:pt x="35683" y="179604"/>
                      <a:pt x="33304" y="180794"/>
                      <a:pt x="32115" y="180794"/>
                    </a:cubicBezTo>
                    <a:cubicBezTo>
                      <a:pt x="27357" y="180794"/>
                      <a:pt x="27357" y="177226"/>
                      <a:pt x="26167" y="173657"/>
                    </a:cubicBezTo>
                    <a:cubicBezTo>
                      <a:pt x="24978" y="168900"/>
                      <a:pt x="17842" y="162952"/>
                      <a:pt x="17842" y="158195"/>
                    </a:cubicBezTo>
                    <a:cubicBezTo>
                      <a:pt x="17842" y="155816"/>
                      <a:pt x="21410" y="152248"/>
                      <a:pt x="19031" y="148679"/>
                    </a:cubicBezTo>
                    <a:cubicBezTo>
                      <a:pt x="17842" y="147490"/>
                      <a:pt x="15463" y="147490"/>
                      <a:pt x="15463" y="146300"/>
                    </a:cubicBezTo>
                    <a:cubicBezTo>
                      <a:pt x="14273" y="145111"/>
                      <a:pt x="14273" y="143921"/>
                      <a:pt x="13084" y="141543"/>
                    </a:cubicBezTo>
                    <a:cubicBezTo>
                      <a:pt x="10705" y="134406"/>
                      <a:pt x="10705" y="127269"/>
                      <a:pt x="8326" y="120133"/>
                    </a:cubicBezTo>
                    <a:cubicBezTo>
                      <a:pt x="7137" y="116564"/>
                      <a:pt x="5947" y="115375"/>
                      <a:pt x="4758" y="111807"/>
                    </a:cubicBezTo>
                    <a:cubicBezTo>
                      <a:pt x="3568" y="110617"/>
                      <a:pt x="0" y="105860"/>
                      <a:pt x="0" y="104670"/>
                    </a:cubicBezTo>
                    <a:cubicBezTo>
                      <a:pt x="0" y="102291"/>
                      <a:pt x="4758" y="99912"/>
                      <a:pt x="4758" y="97533"/>
                    </a:cubicBezTo>
                    <a:cubicBezTo>
                      <a:pt x="5947" y="95155"/>
                      <a:pt x="4758" y="91586"/>
                      <a:pt x="3568" y="89208"/>
                    </a:cubicBezTo>
                    <a:cubicBezTo>
                      <a:pt x="3568" y="84450"/>
                      <a:pt x="2379" y="79692"/>
                      <a:pt x="2379" y="74934"/>
                    </a:cubicBezTo>
                    <a:cubicBezTo>
                      <a:pt x="2379" y="74934"/>
                      <a:pt x="3568" y="76124"/>
                      <a:pt x="3568" y="76124"/>
                    </a:cubicBezTo>
                    <a:cubicBezTo>
                      <a:pt x="10705" y="78502"/>
                      <a:pt x="15463" y="70177"/>
                      <a:pt x="17842" y="64229"/>
                    </a:cubicBezTo>
                    <a:cubicBezTo>
                      <a:pt x="9515" y="55903"/>
                      <a:pt x="19031" y="51146"/>
                      <a:pt x="20220" y="42819"/>
                    </a:cubicBezTo>
                    <a:cubicBezTo>
                      <a:pt x="27357" y="40441"/>
                      <a:pt x="26167" y="46388"/>
                      <a:pt x="29736" y="48767"/>
                    </a:cubicBezTo>
                    <a:cubicBezTo>
                      <a:pt x="34494" y="51146"/>
                      <a:pt x="38062" y="49956"/>
                      <a:pt x="42820" y="49956"/>
                    </a:cubicBezTo>
                    <a:cubicBezTo>
                      <a:pt x="49956" y="51146"/>
                      <a:pt x="58282" y="55903"/>
                      <a:pt x="65419" y="58282"/>
                    </a:cubicBezTo>
                    <a:cubicBezTo>
                      <a:pt x="72556" y="60661"/>
                      <a:pt x="82071" y="63040"/>
                      <a:pt x="88018" y="66608"/>
                    </a:cubicBezTo>
                    <a:cubicBezTo>
                      <a:pt x="96344" y="71366"/>
                      <a:pt x="96344" y="80881"/>
                      <a:pt x="96344" y="89208"/>
                    </a:cubicBezTo>
                    <a:cubicBezTo>
                      <a:pt x="108239" y="73745"/>
                      <a:pt x="126080" y="49956"/>
                      <a:pt x="140353" y="27357"/>
                    </a:cubicBezTo>
                    <a:cubicBezTo>
                      <a:pt x="148679" y="27357"/>
                      <a:pt x="198635" y="13083"/>
                      <a:pt x="241455" y="0"/>
                    </a:cubicBezTo>
                    <a:cubicBezTo>
                      <a:pt x="241455" y="2379"/>
                      <a:pt x="240266" y="4758"/>
                      <a:pt x="240266" y="7136"/>
                    </a:cubicBezTo>
                    <a:cubicBezTo>
                      <a:pt x="240266" y="11894"/>
                      <a:pt x="240266" y="11894"/>
                      <a:pt x="242645" y="15463"/>
                    </a:cubicBezTo>
                    <a:cubicBezTo>
                      <a:pt x="246213" y="20220"/>
                      <a:pt x="248592" y="26167"/>
                      <a:pt x="252160" y="29736"/>
                    </a:cubicBezTo>
                    <a:cubicBezTo>
                      <a:pt x="254539" y="32115"/>
                      <a:pt x="256918" y="34494"/>
                      <a:pt x="259297" y="36872"/>
                    </a:cubicBezTo>
                    <a:cubicBezTo>
                      <a:pt x="262865" y="40441"/>
                      <a:pt x="261676" y="41630"/>
                      <a:pt x="261676" y="45198"/>
                    </a:cubicBezTo>
                    <a:cubicBezTo>
                      <a:pt x="261676" y="47577"/>
                      <a:pt x="259297" y="52335"/>
                      <a:pt x="260486" y="55903"/>
                    </a:cubicBezTo>
                    <a:cubicBezTo>
                      <a:pt x="261676" y="58282"/>
                      <a:pt x="265244" y="60661"/>
                      <a:pt x="267623" y="63040"/>
                    </a:cubicBezTo>
                    <a:cubicBezTo>
                      <a:pt x="272381" y="70177"/>
                      <a:pt x="273570" y="72555"/>
                      <a:pt x="275949" y="73745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71A79A5E-20CE-2D4C-AD1D-1953B9CEE511}"/>
                  </a:ext>
                </a:extLst>
              </p:cNvPr>
              <p:cNvSpPr/>
              <p:nvPr/>
            </p:nvSpPr>
            <p:spPr>
              <a:xfrm>
                <a:off x="6566729" y="3481554"/>
                <a:ext cx="32458" cy="42191"/>
              </a:xfrm>
              <a:custGeom>
                <a:avLst/>
                <a:gdLst>
                  <a:gd name="connsiteX0" fmla="*/ 32115 w 32458"/>
                  <a:gd name="connsiteY0" fmla="*/ 20220 h 42191"/>
                  <a:gd name="connsiteX1" fmla="*/ 21410 w 32458"/>
                  <a:gd name="connsiteY1" fmla="*/ 32115 h 42191"/>
                  <a:gd name="connsiteX2" fmla="*/ 20221 w 32458"/>
                  <a:gd name="connsiteY2" fmla="*/ 32115 h 42191"/>
                  <a:gd name="connsiteX3" fmla="*/ 16652 w 32458"/>
                  <a:gd name="connsiteY3" fmla="*/ 38062 h 42191"/>
                  <a:gd name="connsiteX4" fmla="*/ 16652 w 32458"/>
                  <a:gd name="connsiteY4" fmla="*/ 38062 h 42191"/>
                  <a:gd name="connsiteX5" fmla="*/ 15463 w 32458"/>
                  <a:gd name="connsiteY5" fmla="*/ 38062 h 42191"/>
                  <a:gd name="connsiteX6" fmla="*/ 0 w 32458"/>
                  <a:gd name="connsiteY6" fmla="*/ 41630 h 42191"/>
                  <a:gd name="connsiteX7" fmla="*/ 0 w 32458"/>
                  <a:gd name="connsiteY7" fmla="*/ 41630 h 42191"/>
                  <a:gd name="connsiteX8" fmla="*/ 8326 w 32458"/>
                  <a:gd name="connsiteY8" fmla="*/ 21410 h 42191"/>
                  <a:gd name="connsiteX9" fmla="*/ 10705 w 32458"/>
                  <a:gd name="connsiteY9" fmla="*/ 9515 h 42191"/>
                  <a:gd name="connsiteX10" fmla="*/ 13084 w 32458"/>
                  <a:gd name="connsiteY10" fmla="*/ 0 h 42191"/>
                  <a:gd name="connsiteX11" fmla="*/ 13084 w 32458"/>
                  <a:gd name="connsiteY11" fmla="*/ 0 h 42191"/>
                  <a:gd name="connsiteX12" fmla="*/ 19031 w 32458"/>
                  <a:gd name="connsiteY12" fmla="*/ 1189 h 42191"/>
                  <a:gd name="connsiteX13" fmla="*/ 23789 w 32458"/>
                  <a:gd name="connsiteY13" fmla="*/ 1189 h 42191"/>
                  <a:gd name="connsiteX14" fmla="*/ 27357 w 32458"/>
                  <a:gd name="connsiteY14" fmla="*/ 4758 h 42191"/>
                  <a:gd name="connsiteX15" fmla="*/ 27357 w 32458"/>
                  <a:gd name="connsiteY15" fmla="*/ 7137 h 42191"/>
                  <a:gd name="connsiteX16" fmla="*/ 29736 w 32458"/>
                  <a:gd name="connsiteY16" fmla="*/ 7137 h 42191"/>
                  <a:gd name="connsiteX17" fmla="*/ 32115 w 32458"/>
                  <a:gd name="connsiteY17" fmla="*/ 9515 h 42191"/>
                  <a:gd name="connsiteX18" fmla="*/ 32115 w 32458"/>
                  <a:gd name="connsiteY18" fmla="*/ 20220 h 42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2458" h="42191">
                    <a:moveTo>
                      <a:pt x="32115" y="20220"/>
                    </a:moveTo>
                    <a:cubicBezTo>
                      <a:pt x="24978" y="22599"/>
                      <a:pt x="22599" y="24978"/>
                      <a:pt x="21410" y="32115"/>
                    </a:cubicBezTo>
                    <a:cubicBezTo>
                      <a:pt x="21410" y="32115"/>
                      <a:pt x="21410" y="32115"/>
                      <a:pt x="20221" y="32115"/>
                    </a:cubicBezTo>
                    <a:cubicBezTo>
                      <a:pt x="19031" y="34494"/>
                      <a:pt x="17842" y="36872"/>
                      <a:pt x="16652" y="38062"/>
                    </a:cubicBezTo>
                    <a:lnTo>
                      <a:pt x="16652" y="38062"/>
                    </a:lnTo>
                    <a:cubicBezTo>
                      <a:pt x="16652" y="38062"/>
                      <a:pt x="16652" y="38062"/>
                      <a:pt x="15463" y="38062"/>
                    </a:cubicBezTo>
                    <a:cubicBezTo>
                      <a:pt x="10705" y="38062"/>
                      <a:pt x="4758" y="44009"/>
                      <a:pt x="0" y="41630"/>
                    </a:cubicBezTo>
                    <a:cubicBezTo>
                      <a:pt x="0" y="41630"/>
                      <a:pt x="0" y="41630"/>
                      <a:pt x="0" y="41630"/>
                    </a:cubicBezTo>
                    <a:cubicBezTo>
                      <a:pt x="0" y="33304"/>
                      <a:pt x="5947" y="29736"/>
                      <a:pt x="8326" y="21410"/>
                    </a:cubicBezTo>
                    <a:cubicBezTo>
                      <a:pt x="9515" y="17842"/>
                      <a:pt x="9515" y="13084"/>
                      <a:pt x="10705" y="9515"/>
                    </a:cubicBezTo>
                    <a:cubicBezTo>
                      <a:pt x="10705" y="4758"/>
                      <a:pt x="11894" y="2379"/>
                      <a:pt x="13084" y="0"/>
                    </a:cubicBezTo>
                    <a:cubicBezTo>
                      <a:pt x="13084" y="0"/>
                      <a:pt x="13084" y="0"/>
                      <a:pt x="13084" y="0"/>
                    </a:cubicBezTo>
                    <a:cubicBezTo>
                      <a:pt x="15463" y="0"/>
                      <a:pt x="16652" y="1189"/>
                      <a:pt x="19031" y="1189"/>
                    </a:cubicBezTo>
                    <a:cubicBezTo>
                      <a:pt x="20221" y="1189"/>
                      <a:pt x="22599" y="1189"/>
                      <a:pt x="23789" y="1189"/>
                    </a:cubicBezTo>
                    <a:cubicBezTo>
                      <a:pt x="26168" y="2379"/>
                      <a:pt x="24978" y="3568"/>
                      <a:pt x="27357" y="4758"/>
                    </a:cubicBezTo>
                    <a:cubicBezTo>
                      <a:pt x="27357" y="4758"/>
                      <a:pt x="27357" y="5947"/>
                      <a:pt x="27357" y="7137"/>
                    </a:cubicBezTo>
                    <a:cubicBezTo>
                      <a:pt x="27357" y="8326"/>
                      <a:pt x="28546" y="7137"/>
                      <a:pt x="29736" y="7137"/>
                    </a:cubicBezTo>
                    <a:cubicBezTo>
                      <a:pt x="30925" y="8326"/>
                      <a:pt x="32115" y="8326"/>
                      <a:pt x="32115" y="9515"/>
                    </a:cubicBezTo>
                    <a:cubicBezTo>
                      <a:pt x="33304" y="13084"/>
                      <a:pt x="30925" y="17842"/>
                      <a:pt x="32115" y="2022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09269364-5907-EDEF-AB10-71D36DAE6B44}"/>
                  </a:ext>
                </a:extLst>
              </p:cNvPr>
              <p:cNvSpPr/>
              <p:nvPr/>
            </p:nvSpPr>
            <p:spPr>
              <a:xfrm>
                <a:off x="6565010" y="3519616"/>
                <a:ext cx="23749" cy="55903"/>
              </a:xfrm>
              <a:custGeom>
                <a:avLst/>
                <a:gdLst>
                  <a:gd name="connsiteX0" fmla="*/ 23128 w 23749"/>
                  <a:gd name="connsiteY0" fmla="*/ 17842 h 55903"/>
                  <a:gd name="connsiteX1" fmla="*/ 23128 w 23749"/>
                  <a:gd name="connsiteY1" fmla="*/ 17842 h 55903"/>
                  <a:gd name="connsiteX2" fmla="*/ 15992 w 23749"/>
                  <a:gd name="connsiteY2" fmla="*/ 21410 h 55903"/>
                  <a:gd name="connsiteX3" fmla="*/ 13613 w 23749"/>
                  <a:gd name="connsiteY3" fmla="*/ 27357 h 55903"/>
                  <a:gd name="connsiteX4" fmla="*/ 13613 w 23749"/>
                  <a:gd name="connsiteY4" fmla="*/ 35683 h 55903"/>
                  <a:gd name="connsiteX5" fmla="*/ 13613 w 23749"/>
                  <a:gd name="connsiteY5" fmla="*/ 42820 h 55903"/>
                  <a:gd name="connsiteX6" fmla="*/ 13613 w 23749"/>
                  <a:gd name="connsiteY6" fmla="*/ 42820 h 55903"/>
                  <a:gd name="connsiteX7" fmla="*/ 10044 w 23749"/>
                  <a:gd name="connsiteY7" fmla="*/ 45199 h 55903"/>
                  <a:gd name="connsiteX8" fmla="*/ 10044 w 23749"/>
                  <a:gd name="connsiteY8" fmla="*/ 52335 h 55903"/>
                  <a:gd name="connsiteX9" fmla="*/ 10044 w 23749"/>
                  <a:gd name="connsiteY9" fmla="*/ 55903 h 55903"/>
                  <a:gd name="connsiteX10" fmla="*/ 8855 w 23749"/>
                  <a:gd name="connsiteY10" fmla="*/ 55903 h 55903"/>
                  <a:gd name="connsiteX11" fmla="*/ 6476 w 23749"/>
                  <a:gd name="connsiteY11" fmla="*/ 54714 h 55903"/>
                  <a:gd name="connsiteX12" fmla="*/ 529 w 23749"/>
                  <a:gd name="connsiteY12" fmla="*/ 53525 h 55903"/>
                  <a:gd name="connsiteX13" fmla="*/ 529 w 23749"/>
                  <a:gd name="connsiteY13" fmla="*/ 42820 h 55903"/>
                  <a:gd name="connsiteX14" fmla="*/ 529 w 23749"/>
                  <a:gd name="connsiteY14" fmla="*/ 32115 h 55903"/>
                  <a:gd name="connsiteX15" fmla="*/ 4097 w 23749"/>
                  <a:gd name="connsiteY15" fmla="*/ 24978 h 55903"/>
                  <a:gd name="connsiteX16" fmla="*/ 7665 w 23749"/>
                  <a:gd name="connsiteY16" fmla="*/ 27357 h 55903"/>
                  <a:gd name="connsiteX17" fmla="*/ 10044 w 23749"/>
                  <a:gd name="connsiteY17" fmla="*/ 24978 h 55903"/>
                  <a:gd name="connsiteX18" fmla="*/ 10044 w 23749"/>
                  <a:gd name="connsiteY18" fmla="*/ 24978 h 55903"/>
                  <a:gd name="connsiteX19" fmla="*/ 11234 w 23749"/>
                  <a:gd name="connsiteY19" fmla="*/ 16652 h 55903"/>
                  <a:gd name="connsiteX20" fmla="*/ 11234 w 23749"/>
                  <a:gd name="connsiteY20" fmla="*/ 16652 h 55903"/>
                  <a:gd name="connsiteX21" fmla="*/ 12423 w 23749"/>
                  <a:gd name="connsiteY21" fmla="*/ 7137 h 55903"/>
                  <a:gd name="connsiteX22" fmla="*/ 13613 w 23749"/>
                  <a:gd name="connsiteY22" fmla="*/ 2379 h 55903"/>
                  <a:gd name="connsiteX23" fmla="*/ 13613 w 23749"/>
                  <a:gd name="connsiteY23" fmla="*/ 0 h 55903"/>
                  <a:gd name="connsiteX24" fmla="*/ 14802 w 23749"/>
                  <a:gd name="connsiteY24" fmla="*/ 0 h 55903"/>
                  <a:gd name="connsiteX25" fmla="*/ 14802 w 23749"/>
                  <a:gd name="connsiteY25" fmla="*/ 0 h 55903"/>
                  <a:gd name="connsiteX26" fmla="*/ 18370 w 23749"/>
                  <a:gd name="connsiteY26" fmla="*/ 2379 h 55903"/>
                  <a:gd name="connsiteX27" fmla="*/ 23128 w 23749"/>
                  <a:gd name="connsiteY27" fmla="*/ 17842 h 55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3749" h="55903">
                    <a:moveTo>
                      <a:pt x="23128" y="17842"/>
                    </a:moveTo>
                    <a:cubicBezTo>
                      <a:pt x="23128" y="17842"/>
                      <a:pt x="23128" y="17842"/>
                      <a:pt x="23128" y="17842"/>
                    </a:cubicBezTo>
                    <a:cubicBezTo>
                      <a:pt x="19560" y="17842"/>
                      <a:pt x="18370" y="19031"/>
                      <a:pt x="15992" y="21410"/>
                    </a:cubicBezTo>
                    <a:cubicBezTo>
                      <a:pt x="13613" y="23789"/>
                      <a:pt x="13613" y="23789"/>
                      <a:pt x="13613" y="27357"/>
                    </a:cubicBezTo>
                    <a:cubicBezTo>
                      <a:pt x="13613" y="29736"/>
                      <a:pt x="13613" y="33304"/>
                      <a:pt x="13613" y="35683"/>
                    </a:cubicBezTo>
                    <a:cubicBezTo>
                      <a:pt x="13613" y="38062"/>
                      <a:pt x="13613" y="40441"/>
                      <a:pt x="13613" y="42820"/>
                    </a:cubicBezTo>
                    <a:lnTo>
                      <a:pt x="13613" y="42820"/>
                    </a:lnTo>
                    <a:cubicBezTo>
                      <a:pt x="12423" y="44009"/>
                      <a:pt x="11234" y="44009"/>
                      <a:pt x="10044" y="45199"/>
                    </a:cubicBezTo>
                    <a:cubicBezTo>
                      <a:pt x="8855" y="47577"/>
                      <a:pt x="10044" y="49956"/>
                      <a:pt x="10044" y="52335"/>
                    </a:cubicBezTo>
                    <a:cubicBezTo>
                      <a:pt x="10044" y="53525"/>
                      <a:pt x="11234" y="55903"/>
                      <a:pt x="10044" y="55903"/>
                    </a:cubicBezTo>
                    <a:cubicBezTo>
                      <a:pt x="10044" y="55903"/>
                      <a:pt x="10044" y="55903"/>
                      <a:pt x="8855" y="55903"/>
                    </a:cubicBezTo>
                    <a:cubicBezTo>
                      <a:pt x="7665" y="55903"/>
                      <a:pt x="7665" y="54714"/>
                      <a:pt x="6476" y="54714"/>
                    </a:cubicBezTo>
                    <a:cubicBezTo>
                      <a:pt x="4097" y="54714"/>
                      <a:pt x="1718" y="57093"/>
                      <a:pt x="529" y="53525"/>
                    </a:cubicBezTo>
                    <a:cubicBezTo>
                      <a:pt x="-661" y="51146"/>
                      <a:pt x="529" y="45199"/>
                      <a:pt x="529" y="42820"/>
                    </a:cubicBezTo>
                    <a:cubicBezTo>
                      <a:pt x="529" y="39251"/>
                      <a:pt x="529" y="35683"/>
                      <a:pt x="529" y="32115"/>
                    </a:cubicBezTo>
                    <a:cubicBezTo>
                      <a:pt x="-661" y="28546"/>
                      <a:pt x="529" y="26168"/>
                      <a:pt x="4097" y="24978"/>
                    </a:cubicBezTo>
                    <a:cubicBezTo>
                      <a:pt x="6476" y="24978"/>
                      <a:pt x="6476" y="27357"/>
                      <a:pt x="7665" y="27357"/>
                    </a:cubicBezTo>
                    <a:cubicBezTo>
                      <a:pt x="10044" y="28546"/>
                      <a:pt x="10044" y="26168"/>
                      <a:pt x="10044" y="24978"/>
                    </a:cubicBezTo>
                    <a:cubicBezTo>
                      <a:pt x="10044" y="24978"/>
                      <a:pt x="10044" y="24978"/>
                      <a:pt x="10044" y="24978"/>
                    </a:cubicBezTo>
                    <a:cubicBezTo>
                      <a:pt x="11234" y="22599"/>
                      <a:pt x="10044" y="20220"/>
                      <a:pt x="11234" y="16652"/>
                    </a:cubicBezTo>
                    <a:cubicBezTo>
                      <a:pt x="11234" y="16652"/>
                      <a:pt x="11234" y="16652"/>
                      <a:pt x="11234" y="16652"/>
                    </a:cubicBezTo>
                    <a:cubicBezTo>
                      <a:pt x="12423" y="14273"/>
                      <a:pt x="11234" y="9516"/>
                      <a:pt x="12423" y="7137"/>
                    </a:cubicBezTo>
                    <a:cubicBezTo>
                      <a:pt x="12423" y="5947"/>
                      <a:pt x="13613" y="4758"/>
                      <a:pt x="13613" y="2379"/>
                    </a:cubicBezTo>
                    <a:cubicBezTo>
                      <a:pt x="13613" y="1189"/>
                      <a:pt x="13613" y="1189"/>
                      <a:pt x="13613" y="0"/>
                    </a:cubicBezTo>
                    <a:cubicBezTo>
                      <a:pt x="13613" y="0"/>
                      <a:pt x="13613" y="0"/>
                      <a:pt x="14802" y="0"/>
                    </a:cubicBezTo>
                    <a:lnTo>
                      <a:pt x="14802" y="0"/>
                    </a:lnTo>
                    <a:cubicBezTo>
                      <a:pt x="15992" y="0"/>
                      <a:pt x="17181" y="1189"/>
                      <a:pt x="18370" y="2379"/>
                    </a:cubicBezTo>
                    <a:cubicBezTo>
                      <a:pt x="24317" y="5947"/>
                      <a:pt x="24317" y="11894"/>
                      <a:pt x="23128" y="17842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B99F2B42-481A-04EE-9769-227F79423B52}"/>
                  </a:ext>
                </a:extLst>
              </p:cNvPr>
              <p:cNvSpPr/>
              <p:nvPr/>
            </p:nvSpPr>
            <p:spPr>
              <a:xfrm>
                <a:off x="6570297" y="3513668"/>
                <a:ext cx="103480" cy="129750"/>
              </a:xfrm>
              <a:custGeom>
                <a:avLst/>
                <a:gdLst>
                  <a:gd name="connsiteX0" fmla="*/ 82071 w 103480"/>
                  <a:gd name="connsiteY0" fmla="*/ 48767 h 129750"/>
                  <a:gd name="connsiteX1" fmla="*/ 54714 w 103480"/>
                  <a:gd name="connsiteY1" fmla="*/ 57093 h 129750"/>
                  <a:gd name="connsiteX2" fmla="*/ 80882 w 103480"/>
                  <a:gd name="connsiteY2" fmla="*/ 88018 h 129750"/>
                  <a:gd name="connsiteX3" fmla="*/ 74935 w 103480"/>
                  <a:gd name="connsiteY3" fmla="*/ 97534 h 129750"/>
                  <a:gd name="connsiteX4" fmla="*/ 70177 w 103480"/>
                  <a:gd name="connsiteY4" fmla="*/ 110617 h 129750"/>
                  <a:gd name="connsiteX5" fmla="*/ 59472 w 103480"/>
                  <a:gd name="connsiteY5" fmla="*/ 112996 h 129750"/>
                  <a:gd name="connsiteX6" fmla="*/ 49956 w 103480"/>
                  <a:gd name="connsiteY6" fmla="*/ 115375 h 129750"/>
                  <a:gd name="connsiteX7" fmla="*/ 30925 w 103480"/>
                  <a:gd name="connsiteY7" fmla="*/ 129649 h 129750"/>
                  <a:gd name="connsiteX8" fmla="*/ 0 w 103480"/>
                  <a:gd name="connsiteY8" fmla="*/ 123701 h 129750"/>
                  <a:gd name="connsiteX9" fmla="*/ 0 w 103480"/>
                  <a:gd name="connsiteY9" fmla="*/ 122512 h 129750"/>
                  <a:gd name="connsiteX10" fmla="*/ 0 w 103480"/>
                  <a:gd name="connsiteY10" fmla="*/ 122512 h 129750"/>
                  <a:gd name="connsiteX11" fmla="*/ 0 w 103480"/>
                  <a:gd name="connsiteY11" fmla="*/ 122512 h 129750"/>
                  <a:gd name="connsiteX12" fmla="*/ 0 w 103480"/>
                  <a:gd name="connsiteY12" fmla="*/ 122512 h 129750"/>
                  <a:gd name="connsiteX13" fmla="*/ 9516 w 103480"/>
                  <a:gd name="connsiteY13" fmla="*/ 73745 h 129750"/>
                  <a:gd name="connsiteX14" fmla="*/ 9516 w 103480"/>
                  <a:gd name="connsiteY14" fmla="*/ 71366 h 129750"/>
                  <a:gd name="connsiteX15" fmla="*/ 10705 w 103480"/>
                  <a:gd name="connsiteY15" fmla="*/ 48767 h 129750"/>
                  <a:gd name="connsiteX16" fmla="*/ 10705 w 103480"/>
                  <a:gd name="connsiteY16" fmla="*/ 48767 h 129750"/>
                  <a:gd name="connsiteX17" fmla="*/ 10705 w 103480"/>
                  <a:gd name="connsiteY17" fmla="*/ 41630 h 129750"/>
                  <a:gd name="connsiteX18" fmla="*/ 10705 w 103480"/>
                  <a:gd name="connsiteY18" fmla="*/ 33304 h 129750"/>
                  <a:gd name="connsiteX19" fmla="*/ 13084 w 103480"/>
                  <a:gd name="connsiteY19" fmla="*/ 27357 h 129750"/>
                  <a:gd name="connsiteX20" fmla="*/ 19031 w 103480"/>
                  <a:gd name="connsiteY20" fmla="*/ 23789 h 129750"/>
                  <a:gd name="connsiteX21" fmla="*/ 20221 w 103480"/>
                  <a:gd name="connsiteY21" fmla="*/ 23789 h 129750"/>
                  <a:gd name="connsiteX22" fmla="*/ 26168 w 103480"/>
                  <a:gd name="connsiteY22" fmla="*/ 26168 h 129750"/>
                  <a:gd name="connsiteX23" fmla="*/ 36873 w 103480"/>
                  <a:gd name="connsiteY23" fmla="*/ 33304 h 129750"/>
                  <a:gd name="connsiteX24" fmla="*/ 48767 w 103480"/>
                  <a:gd name="connsiteY24" fmla="*/ 27357 h 129750"/>
                  <a:gd name="connsiteX25" fmla="*/ 92776 w 103480"/>
                  <a:gd name="connsiteY25" fmla="*/ 0 h 129750"/>
                  <a:gd name="connsiteX26" fmla="*/ 91587 w 103480"/>
                  <a:gd name="connsiteY26" fmla="*/ 9516 h 129750"/>
                  <a:gd name="connsiteX27" fmla="*/ 97534 w 103480"/>
                  <a:gd name="connsiteY27" fmla="*/ 27357 h 129750"/>
                  <a:gd name="connsiteX28" fmla="*/ 103481 w 103480"/>
                  <a:gd name="connsiteY28" fmla="*/ 36872 h 129750"/>
                  <a:gd name="connsiteX29" fmla="*/ 82071 w 103480"/>
                  <a:gd name="connsiteY29" fmla="*/ 48767 h 12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03480" h="129750">
                    <a:moveTo>
                      <a:pt x="82071" y="48767"/>
                    </a:moveTo>
                    <a:cubicBezTo>
                      <a:pt x="77313" y="49956"/>
                      <a:pt x="57093" y="57093"/>
                      <a:pt x="54714" y="57093"/>
                    </a:cubicBezTo>
                    <a:cubicBezTo>
                      <a:pt x="55904" y="60661"/>
                      <a:pt x="74935" y="79692"/>
                      <a:pt x="80882" y="88018"/>
                    </a:cubicBezTo>
                    <a:cubicBezTo>
                      <a:pt x="83260" y="91586"/>
                      <a:pt x="77313" y="95155"/>
                      <a:pt x="74935" y="97534"/>
                    </a:cubicBezTo>
                    <a:cubicBezTo>
                      <a:pt x="71366" y="102291"/>
                      <a:pt x="71366" y="104670"/>
                      <a:pt x="70177" y="110617"/>
                    </a:cubicBezTo>
                    <a:cubicBezTo>
                      <a:pt x="66608" y="110617"/>
                      <a:pt x="63040" y="112996"/>
                      <a:pt x="59472" y="112996"/>
                    </a:cubicBezTo>
                    <a:cubicBezTo>
                      <a:pt x="54714" y="112996"/>
                      <a:pt x="52335" y="111807"/>
                      <a:pt x="49956" y="115375"/>
                    </a:cubicBezTo>
                    <a:cubicBezTo>
                      <a:pt x="45199" y="121322"/>
                      <a:pt x="38062" y="130838"/>
                      <a:pt x="30925" y="129649"/>
                    </a:cubicBezTo>
                    <a:cubicBezTo>
                      <a:pt x="26168" y="129649"/>
                      <a:pt x="5947" y="126080"/>
                      <a:pt x="0" y="123701"/>
                    </a:cubicBezTo>
                    <a:cubicBezTo>
                      <a:pt x="0" y="123701"/>
                      <a:pt x="0" y="122512"/>
                      <a:pt x="0" y="122512"/>
                    </a:cubicBezTo>
                    <a:lnTo>
                      <a:pt x="0" y="122512"/>
                    </a:lnTo>
                    <a:cubicBezTo>
                      <a:pt x="0" y="122512"/>
                      <a:pt x="0" y="122512"/>
                      <a:pt x="0" y="122512"/>
                    </a:cubicBezTo>
                    <a:cubicBezTo>
                      <a:pt x="0" y="122512"/>
                      <a:pt x="0" y="122512"/>
                      <a:pt x="0" y="122512"/>
                    </a:cubicBezTo>
                    <a:cubicBezTo>
                      <a:pt x="1190" y="112996"/>
                      <a:pt x="8326" y="83260"/>
                      <a:pt x="9516" y="73745"/>
                    </a:cubicBezTo>
                    <a:cubicBezTo>
                      <a:pt x="9516" y="72555"/>
                      <a:pt x="9516" y="72555"/>
                      <a:pt x="9516" y="71366"/>
                    </a:cubicBezTo>
                    <a:cubicBezTo>
                      <a:pt x="10705" y="64229"/>
                      <a:pt x="10705" y="57093"/>
                      <a:pt x="10705" y="48767"/>
                    </a:cubicBezTo>
                    <a:lnTo>
                      <a:pt x="10705" y="48767"/>
                    </a:lnTo>
                    <a:cubicBezTo>
                      <a:pt x="10705" y="46388"/>
                      <a:pt x="10705" y="44009"/>
                      <a:pt x="10705" y="41630"/>
                    </a:cubicBezTo>
                    <a:cubicBezTo>
                      <a:pt x="10705" y="39251"/>
                      <a:pt x="10705" y="35683"/>
                      <a:pt x="10705" y="33304"/>
                    </a:cubicBezTo>
                    <a:cubicBezTo>
                      <a:pt x="10705" y="29736"/>
                      <a:pt x="11894" y="29736"/>
                      <a:pt x="13084" y="27357"/>
                    </a:cubicBezTo>
                    <a:cubicBezTo>
                      <a:pt x="15463" y="24978"/>
                      <a:pt x="15463" y="23789"/>
                      <a:pt x="19031" y="23789"/>
                    </a:cubicBezTo>
                    <a:cubicBezTo>
                      <a:pt x="19031" y="23789"/>
                      <a:pt x="19031" y="23789"/>
                      <a:pt x="20221" y="23789"/>
                    </a:cubicBezTo>
                    <a:cubicBezTo>
                      <a:pt x="22600" y="23789"/>
                      <a:pt x="24978" y="24978"/>
                      <a:pt x="26168" y="26168"/>
                    </a:cubicBezTo>
                    <a:cubicBezTo>
                      <a:pt x="29736" y="28546"/>
                      <a:pt x="33304" y="32115"/>
                      <a:pt x="36873" y="33304"/>
                    </a:cubicBezTo>
                    <a:cubicBezTo>
                      <a:pt x="40441" y="34494"/>
                      <a:pt x="46388" y="29736"/>
                      <a:pt x="48767" y="27357"/>
                    </a:cubicBezTo>
                    <a:cubicBezTo>
                      <a:pt x="63040" y="17842"/>
                      <a:pt x="77313" y="8326"/>
                      <a:pt x="92776" y="0"/>
                    </a:cubicBezTo>
                    <a:cubicBezTo>
                      <a:pt x="90397" y="2379"/>
                      <a:pt x="90397" y="4758"/>
                      <a:pt x="91587" y="9516"/>
                    </a:cubicBezTo>
                    <a:cubicBezTo>
                      <a:pt x="93966" y="15463"/>
                      <a:pt x="95155" y="21410"/>
                      <a:pt x="97534" y="27357"/>
                    </a:cubicBezTo>
                    <a:cubicBezTo>
                      <a:pt x="98723" y="32115"/>
                      <a:pt x="99913" y="34494"/>
                      <a:pt x="103481" y="36872"/>
                    </a:cubicBezTo>
                    <a:cubicBezTo>
                      <a:pt x="96344" y="42820"/>
                      <a:pt x="90397" y="45199"/>
                      <a:pt x="82071" y="4876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77B118A-5BA1-C247-3F83-E6EF6092388E}"/>
                  </a:ext>
                </a:extLst>
              </p:cNvPr>
              <p:cNvSpPr/>
              <p:nvPr/>
            </p:nvSpPr>
            <p:spPr>
              <a:xfrm>
                <a:off x="6544129" y="3520805"/>
                <a:ext cx="38061" cy="116564"/>
              </a:xfrm>
              <a:custGeom>
                <a:avLst/>
                <a:gdLst>
                  <a:gd name="connsiteX0" fmla="*/ 38062 w 38061"/>
                  <a:gd name="connsiteY0" fmla="*/ 0 h 116564"/>
                  <a:gd name="connsiteX1" fmla="*/ 38062 w 38061"/>
                  <a:gd name="connsiteY1" fmla="*/ 2379 h 116564"/>
                  <a:gd name="connsiteX2" fmla="*/ 36873 w 38061"/>
                  <a:gd name="connsiteY2" fmla="*/ 7137 h 116564"/>
                  <a:gd name="connsiteX3" fmla="*/ 35683 w 38061"/>
                  <a:gd name="connsiteY3" fmla="*/ 16652 h 116564"/>
                  <a:gd name="connsiteX4" fmla="*/ 35683 w 38061"/>
                  <a:gd name="connsiteY4" fmla="*/ 16652 h 116564"/>
                  <a:gd name="connsiteX5" fmla="*/ 34494 w 38061"/>
                  <a:gd name="connsiteY5" fmla="*/ 24978 h 116564"/>
                  <a:gd name="connsiteX6" fmla="*/ 34494 w 38061"/>
                  <a:gd name="connsiteY6" fmla="*/ 24978 h 116564"/>
                  <a:gd name="connsiteX7" fmla="*/ 32115 w 38061"/>
                  <a:gd name="connsiteY7" fmla="*/ 27357 h 116564"/>
                  <a:gd name="connsiteX8" fmla="*/ 28546 w 38061"/>
                  <a:gd name="connsiteY8" fmla="*/ 24978 h 116564"/>
                  <a:gd name="connsiteX9" fmla="*/ 24978 w 38061"/>
                  <a:gd name="connsiteY9" fmla="*/ 32115 h 116564"/>
                  <a:gd name="connsiteX10" fmla="*/ 24978 w 38061"/>
                  <a:gd name="connsiteY10" fmla="*/ 42820 h 116564"/>
                  <a:gd name="connsiteX11" fmla="*/ 24978 w 38061"/>
                  <a:gd name="connsiteY11" fmla="*/ 53525 h 116564"/>
                  <a:gd name="connsiteX12" fmla="*/ 30925 w 38061"/>
                  <a:gd name="connsiteY12" fmla="*/ 54714 h 116564"/>
                  <a:gd name="connsiteX13" fmla="*/ 33304 w 38061"/>
                  <a:gd name="connsiteY13" fmla="*/ 55904 h 116564"/>
                  <a:gd name="connsiteX14" fmla="*/ 36873 w 38061"/>
                  <a:gd name="connsiteY14" fmla="*/ 65419 h 116564"/>
                  <a:gd name="connsiteX15" fmla="*/ 36873 w 38061"/>
                  <a:gd name="connsiteY15" fmla="*/ 67798 h 116564"/>
                  <a:gd name="connsiteX16" fmla="*/ 27357 w 38061"/>
                  <a:gd name="connsiteY16" fmla="*/ 116565 h 116564"/>
                  <a:gd name="connsiteX17" fmla="*/ 26167 w 38061"/>
                  <a:gd name="connsiteY17" fmla="*/ 110618 h 116564"/>
                  <a:gd name="connsiteX18" fmla="*/ 26167 w 38061"/>
                  <a:gd name="connsiteY18" fmla="*/ 110618 h 116564"/>
                  <a:gd name="connsiteX19" fmla="*/ 26167 w 38061"/>
                  <a:gd name="connsiteY19" fmla="*/ 110618 h 116564"/>
                  <a:gd name="connsiteX20" fmla="*/ 23789 w 38061"/>
                  <a:gd name="connsiteY20" fmla="*/ 95155 h 116564"/>
                  <a:gd name="connsiteX21" fmla="*/ 16652 w 38061"/>
                  <a:gd name="connsiteY21" fmla="*/ 84450 h 116564"/>
                  <a:gd name="connsiteX22" fmla="*/ 10705 w 38061"/>
                  <a:gd name="connsiteY22" fmla="*/ 71366 h 116564"/>
                  <a:gd name="connsiteX23" fmla="*/ 4758 w 38061"/>
                  <a:gd name="connsiteY23" fmla="*/ 60661 h 116564"/>
                  <a:gd name="connsiteX24" fmla="*/ 1190 w 38061"/>
                  <a:gd name="connsiteY24" fmla="*/ 55904 h 116564"/>
                  <a:gd name="connsiteX25" fmla="*/ 0 w 38061"/>
                  <a:gd name="connsiteY25" fmla="*/ 54714 h 116564"/>
                  <a:gd name="connsiteX26" fmla="*/ 2379 w 38061"/>
                  <a:gd name="connsiteY26" fmla="*/ 51146 h 116564"/>
                  <a:gd name="connsiteX27" fmla="*/ 14273 w 38061"/>
                  <a:gd name="connsiteY27" fmla="*/ 24978 h 116564"/>
                  <a:gd name="connsiteX28" fmla="*/ 16652 w 38061"/>
                  <a:gd name="connsiteY28" fmla="*/ 17842 h 116564"/>
                  <a:gd name="connsiteX29" fmla="*/ 17842 w 38061"/>
                  <a:gd name="connsiteY29" fmla="*/ 10705 h 116564"/>
                  <a:gd name="connsiteX30" fmla="*/ 22599 w 38061"/>
                  <a:gd name="connsiteY30" fmla="*/ 7137 h 116564"/>
                  <a:gd name="connsiteX31" fmla="*/ 23789 w 38061"/>
                  <a:gd name="connsiteY31" fmla="*/ 4758 h 116564"/>
                  <a:gd name="connsiteX32" fmla="*/ 23789 w 38061"/>
                  <a:gd name="connsiteY32" fmla="*/ 4758 h 116564"/>
                  <a:gd name="connsiteX33" fmla="*/ 38062 w 38061"/>
                  <a:gd name="connsiteY33" fmla="*/ 0 h 116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8061" h="116564">
                    <a:moveTo>
                      <a:pt x="38062" y="0"/>
                    </a:moveTo>
                    <a:cubicBezTo>
                      <a:pt x="38062" y="1190"/>
                      <a:pt x="38062" y="2379"/>
                      <a:pt x="38062" y="2379"/>
                    </a:cubicBezTo>
                    <a:cubicBezTo>
                      <a:pt x="38062" y="3568"/>
                      <a:pt x="36873" y="4758"/>
                      <a:pt x="36873" y="7137"/>
                    </a:cubicBezTo>
                    <a:cubicBezTo>
                      <a:pt x="36873" y="10705"/>
                      <a:pt x="36873" y="14273"/>
                      <a:pt x="35683" y="16652"/>
                    </a:cubicBezTo>
                    <a:cubicBezTo>
                      <a:pt x="35683" y="16652"/>
                      <a:pt x="35683" y="16652"/>
                      <a:pt x="35683" y="16652"/>
                    </a:cubicBezTo>
                    <a:cubicBezTo>
                      <a:pt x="34494" y="19031"/>
                      <a:pt x="35683" y="21410"/>
                      <a:pt x="34494" y="24978"/>
                    </a:cubicBezTo>
                    <a:cubicBezTo>
                      <a:pt x="34494" y="24978"/>
                      <a:pt x="34494" y="24978"/>
                      <a:pt x="34494" y="24978"/>
                    </a:cubicBezTo>
                    <a:cubicBezTo>
                      <a:pt x="34494" y="26168"/>
                      <a:pt x="33304" y="28547"/>
                      <a:pt x="32115" y="27357"/>
                    </a:cubicBezTo>
                    <a:cubicBezTo>
                      <a:pt x="29736" y="26168"/>
                      <a:pt x="30925" y="23789"/>
                      <a:pt x="28546" y="24978"/>
                    </a:cubicBezTo>
                    <a:cubicBezTo>
                      <a:pt x="23789" y="24978"/>
                      <a:pt x="23789" y="27357"/>
                      <a:pt x="24978" y="32115"/>
                    </a:cubicBezTo>
                    <a:cubicBezTo>
                      <a:pt x="24978" y="35683"/>
                      <a:pt x="26167" y="39251"/>
                      <a:pt x="24978" y="42820"/>
                    </a:cubicBezTo>
                    <a:cubicBezTo>
                      <a:pt x="24978" y="45199"/>
                      <a:pt x="23789" y="51146"/>
                      <a:pt x="24978" y="53525"/>
                    </a:cubicBezTo>
                    <a:cubicBezTo>
                      <a:pt x="26167" y="57093"/>
                      <a:pt x="28546" y="54714"/>
                      <a:pt x="30925" y="54714"/>
                    </a:cubicBezTo>
                    <a:cubicBezTo>
                      <a:pt x="32115" y="54714"/>
                      <a:pt x="32115" y="55904"/>
                      <a:pt x="33304" y="55904"/>
                    </a:cubicBezTo>
                    <a:cubicBezTo>
                      <a:pt x="33304" y="59472"/>
                      <a:pt x="34494" y="63040"/>
                      <a:pt x="36873" y="65419"/>
                    </a:cubicBezTo>
                    <a:cubicBezTo>
                      <a:pt x="36873" y="66608"/>
                      <a:pt x="36873" y="66608"/>
                      <a:pt x="36873" y="67798"/>
                    </a:cubicBezTo>
                    <a:cubicBezTo>
                      <a:pt x="35683" y="77313"/>
                      <a:pt x="29736" y="107049"/>
                      <a:pt x="27357" y="116565"/>
                    </a:cubicBezTo>
                    <a:cubicBezTo>
                      <a:pt x="27357" y="114186"/>
                      <a:pt x="26167" y="112996"/>
                      <a:pt x="26167" y="110618"/>
                    </a:cubicBezTo>
                    <a:lnTo>
                      <a:pt x="26167" y="110618"/>
                    </a:lnTo>
                    <a:cubicBezTo>
                      <a:pt x="26167" y="110618"/>
                      <a:pt x="26167" y="110618"/>
                      <a:pt x="26167" y="110618"/>
                    </a:cubicBezTo>
                    <a:cubicBezTo>
                      <a:pt x="24978" y="105860"/>
                      <a:pt x="26167" y="99912"/>
                      <a:pt x="23789" y="95155"/>
                    </a:cubicBezTo>
                    <a:cubicBezTo>
                      <a:pt x="22599" y="90397"/>
                      <a:pt x="19031" y="88018"/>
                      <a:pt x="16652" y="84450"/>
                    </a:cubicBezTo>
                    <a:cubicBezTo>
                      <a:pt x="14273" y="80882"/>
                      <a:pt x="11894" y="76124"/>
                      <a:pt x="10705" y="71366"/>
                    </a:cubicBezTo>
                    <a:cubicBezTo>
                      <a:pt x="9515" y="67798"/>
                      <a:pt x="8326" y="61851"/>
                      <a:pt x="4758" y="60661"/>
                    </a:cubicBezTo>
                    <a:cubicBezTo>
                      <a:pt x="3568" y="58282"/>
                      <a:pt x="2379" y="57093"/>
                      <a:pt x="1190" y="55904"/>
                    </a:cubicBezTo>
                    <a:cubicBezTo>
                      <a:pt x="1190" y="55904"/>
                      <a:pt x="1190" y="55904"/>
                      <a:pt x="0" y="54714"/>
                    </a:cubicBezTo>
                    <a:cubicBezTo>
                      <a:pt x="1190" y="53525"/>
                      <a:pt x="1190" y="52335"/>
                      <a:pt x="2379" y="51146"/>
                    </a:cubicBezTo>
                    <a:cubicBezTo>
                      <a:pt x="9515" y="42820"/>
                      <a:pt x="11894" y="34494"/>
                      <a:pt x="14273" y="24978"/>
                    </a:cubicBezTo>
                    <a:cubicBezTo>
                      <a:pt x="14273" y="22599"/>
                      <a:pt x="15463" y="20221"/>
                      <a:pt x="16652" y="17842"/>
                    </a:cubicBezTo>
                    <a:cubicBezTo>
                      <a:pt x="16652" y="15463"/>
                      <a:pt x="16652" y="13084"/>
                      <a:pt x="17842" y="10705"/>
                    </a:cubicBezTo>
                    <a:cubicBezTo>
                      <a:pt x="19031" y="9516"/>
                      <a:pt x="21410" y="8326"/>
                      <a:pt x="22599" y="7137"/>
                    </a:cubicBezTo>
                    <a:cubicBezTo>
                      <a:pt x="22599" y="5947"/>
                      <a:pt x="23789" y="5947"/>
                      <a:pt x="23789" y="4758"/>
                    </a:cubicBezTo>
                    <a:cubicBezTo>
                      <a:pt x="23789" y="4758"/>
                      <a:pt x="23789" y="4758"/>
                      <a:pt x="23789" y="4758"/>
                    </a:cubicBezTo>
                    <a:cubicBezTo>
                      <a:pt x="27357" y="4758"/>
                      <a:pt x="33304" y="0"/>
                      <a:pt x="38062" y="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9D089AF6-D504-FB1C-6CAA-FB980DD2B789}"/>
                  </a:ext>
                </a:extLst>
              </p:cNvPr>
              <p:cNvSpPr/>
              <p:nvPr/>
            </p:nvSpPr>
            <p:spPr>
              <a:xfrm>
                <a:off x="6626432" y="3944244"/>
                <a:ext cx="172804" cy="153437"/>
              </a:xfrm>
              <a:custGeom>
                <a:avLst/>
                <a:gdLst>
                  <a:gd name="connsiteX0" fmla="*/ 157963 w 172804"/>
                  <a:gd name="connsiteY0" fmla="*/ 153437 h 153437"/>
                  <a:gd name="connsiteX1" fmla="*/ 155584 w 172804"/>
                  <a:gd name="connsiteY1" fmla="*/ 151058 h 153437"/>
                  <a:gd name="connsiteX2" fmla="*/ 146068 w 172804"/>
                  <a:gd name="connsiteY2" fmla="*/ 145111 h 153437"/>
                  <a:gd name="connsiteX3" fmla="*/ 136553 w 172804"/>
                  <a:gd name="connsiteY3" fmla="*/ 132027 h 153437"/>
                  <a:gd name="connsiteX4" fmla="*/ 125848 w 172804"/>
                  <a:gd name="connsiteY4" fmla="*/ 120133 h 153437"/>
                  <a:gd name="connsiteX5" fmla="*/ 108007 w 172804"/>
                  <a:gd name="connsiteY5" fmla="*/ 111807 h 153437"/>
                  <a:gd name="connsiteX6" fmla="*/ 93733 w 172804"/>
                  <a:gd name="connsiteY6" fmla="*/ 101102 h 153437"/>
                  <a:gd name="connsiteX7" fmla="*/ 59240 w 172804"/>
                  <a:gd name="connsiteY7" fmla="*/ 88018 h 153437"/>
                  <a:gd name="connsiteX8" fmla="*/ 41398 w 172804"/>
                  <a:gd name="connsiteY8" fmla="*/ 90397 h 153437"/>
                  <a:gd name="connsiteX9" fmla="*/ 25936 w 172804"/>
                  <a:gd name="connsiteY9" fmla="*/ 83260 h 153437"/>
                  <a:gd name="connsiteX10" fmla="*/ 21178 w 172804"/>
                  <a:gd name="connsiteY10" fmla="*/ 95155 h 153437"/>
                  <a:gd name="connsiteX11" fmla="*/ 12852 w 172804"/>
                  <a:gd name="connsiteY11" fmla="*/ 101102 h 153437"/>
                  <a:gd name="connsiteX12" fmla="*/ 4526 w 172804"/>
                  <a:gd name="connsiteY12" fmla="*/ 99912 h 153437"/>
                  <a:gd name="connsiteX13" fmla="*/ 4526 w 172804"/>
                  <a:gd name="connsiteY13" fmla="*/ 99912 h 153437"/>
                  <a:gd name="connsiteX14" fmla="*/ 4526 w 172804"/>
                  <a:gd name="connsiteY14" fmla="*/ 97534 h 153437"/>
                  <a:gd name="connsiteX15" fmla="*/ 958 w 172804"/>
                  <a:gd name="connsiteY15" fmla="*/ 92776 h 153437"/>
                  <a:gd name="connsiteX16" fmla="*/ 4526 w 172804"/>
                  <a:gd name="connsiteY16" fmla="*/ 64229 h 153437"/>
                  <a:gd name="connsiteX17" fmla="*/ 10473 w 172804"/>
                  <a:gd name="connsiteY17" fmla="*/ 52335 h 153437"/>
                  <a:gd name="connsiteX18" fmla="*/ 15231 w 172804"/>
                  <a:gd name="connsiteY18" fmla="*/ 40441 h 153437"/>
                  <a:gd name="connsiteX19" fmla="*/ 14041 w 172804"/>
                  <a:gd name="connsiteY19" fmla="*/ 23789 h 153437"/>
                  <a:gd name="connsiteX20" fmla="*/ 22367 w 172804"/>
                  <a:gd name="connsiteY20" fmla="*/ 24978 h 153437"/>
                  <a:gd name="connsiteX21" fmla="*/ 22367 w 172804"/>
                  <a:gd name="connsiteY21" fmla="*/ 16652 h 153437"/>
                  <a:gd name="connsiteX22" fmla="*/ 31883 w 172804"/>
                  <a:gd name="connsiteY22" fmla="*/ 13084 h 153437"/>
                  <a:gd name="connsiteX23" fmla="*/ 36641 w 172804"/>
                  <a:gd name="connsiteY23" fmla="*/ 15463 h 153437"/>
                  <a:gd name="connsiteX24" fmla="*/ 39019 w 172804"/>
                  <a:gd name="connsiteY24" fmla="*/ 11894 h 153437"/>
                  <a:gd name="connsiteX25" fmla="*/ 50914 w 172804"/>
                  <a:gd name="connsiteY25" fmla="*/ 0 h 153437"/>
                  <a:gd name="connsiteX26" fmla="*/ 53293 w 172804"/>
                  <a:gd name="connsiteY26" fmla="*/ 1190 h 153437"/>
                  <a:gd name="connsiteX27" fmla="*/ 83029 w 172804"/>
                  <a:gd name="connsiteY27" fmla="*/ 78503 h 153437"/>
                  <a:gd name="connsiteX28" fmla="*/ 81839 w 172804"/>
                  <a:gd name="connsiteY28" fmla="*/ 67798 h 153437"/>
                  <a:gd name="connsiteX29" fmla="*/ 92544 w 172804"/>
                  <a:gd name="connsiteY29" fmla="*/ 80881 h 153437"/>
                  <a:gd name="connsiteX30" fmla="*/ 109196 w 172804"/>
                  <a:gd name="connsiteY30" fmla="*/ 88018 h 153437"/>
                  <a:gd name="connsiteX31" fmla="*/ 125848 w 172804"/>
                  <a:gd name="connsiteY31" fmla="*/ 99912 h 153437"/>
                  <a:gd name="connsiteX32" fmla="*/ 140121 w 172804"/>
                  <a:gd name="connsiteY32" fmla="*/ 112996 h 153437"/>
                  <a:gd name="connsiteX33" fmla="*/ 149637 w 172804"/>
                  <a:gd name="connsiteY33" fmla="*/ 121323 h 153437"/>
                  <a:gd name="connsiteX34" fmla="*/ 161531 w 172804"/>
                  <a:gd name="connsiteY34" fmla="*/ 136785 h 153437"/>
                  <a:gd name="connsiteX35" fmla="*/ 162721 w 172804"/>
                  <a:gd name="connsiteY35" fmla="*/ 143922 h 153437"/>
                  <a:gd name="connsiteX36" fmla="*/ 171047 w 172804"/>
                  <a:gd name="connsiteY36" fmla="*/ 143922 h 153437"/>
                  <a:gd name="connsiteX37" fmla="*/ 172236 w 172804"/>
                  <a:gd name="connsiteY37" fmla="*/ 146300 h 153437"/>
                  <a:gd name="connsiteX38" fmla="*/ 157963 w 172804"/>
                  <a:gd name="connsiteY38" fmla="*/ 153437 h 15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72804" h="153437">
                    <a:moveTo>
                      <a:pt x="157963" y="153437"/>
                    </a:moveTo>
                    <a:cubicBezTo>
                      <a:pt x="157963" y="152248"/>
                      <a:pt x="156774" y="151058"/>
                      <a:pt x="155584" y="151058"/>
                    </a:cubicBezTo>
                    <a:cubicBezTo>
                      <a:pt x="153205" y="148679"/>
                      <a:pt x="148448" y="147490"/>
                      <a:pt x="146068" y="145111"/>
                    </a:cubicBezTo>
                    <a:cubicBezTo>
                      <a:pt x="142500" y="141543"/>
                      <a:pt x="140121" y="136785"/>
                      <a:pt x="136553" y="132027"/>
                    </a:cubicBezTo>
                    <a:cubicBezTo>
                      <a:pt x="132985" y="127270"/>
                      <a:pt x="131795" y="122512"/>
                      <a:pt x="125848" y="120133"/>
                    </a:cubicBezTo>
                    <a:cubicBezTo>
                      <a:pt x="119901" y="116564"/>
                      <a:pt x="113954" y="115375"/>
                      <a:pt x="108007" y="111807"/>
                    </a:cubicBezTo>
                    <a:cubicBezTo>
                      <a:pt x="102060" y="108239"/>
                      <a:pt x="99681" y="104670"/>
                      <a:pt x="93733" y="101102"/>
                    </a:cubicBezTo>
                    <a:cubicBezTo>
                      <a:pt x="83029" y="96344"/>
                      <a:pt x="72324" y="89208"/>
                      <a:pt x="59240" y="88018"/>
                    </a:cubicBezTo>
                    <a:cubicBezTo>
                      <a:pt x="50914" y="88018"/>
                      <a:pt x="49725" y="90397"/>
                      <a:pt x="41398" y="90397"/>
                    </a:cubicBezTo>
                    <a:cubicBezTo>
                      <a:pt x="31883" y="91587"/>
                      <a:pt x="31883" y="84450"/>
                      <a:pt x="25936" y="83260"/>
                    </a:cubicBezTo>
                    <a:cubicBezTo>
                      <a:pt x="25936" y="86829"/>
                      <a:pt x="23557" y="92776"/>
                      <a:pt x="21178" y="95155"/>
                    </a:cubicBezTo>
                    <a:cubicBezTo>
                      <a:pt x="18799" y="97534"/>
                      <a:pt x="14041" y="98723"/>
                      <a:pt x="12852" y="101102"/>
                    </a:cubicBezTo>
                    <a:cubicBezTo>
                      <a:pt x="9283" y="101102"/>
                      <a:pt x="6905" y="99912"/>
                      <a:pt x="4526" y="99912"/>
                    </a:cubicBezTo>
                    <a:lnTo>
                      <a:pt x="4526" y="99912"/>
                    </a:lnTo>
                    <a:cubicBezTo>
                      <a:pt x="4526" y="98723"/>
                      <a:pt x="4526" y="98723"/>
                      <a:pt x="4526" y="97534"/>
                    </a:cubicBezTo>
                    <a:cubicBezTo>
                      <a:pt x="4526" y="95155"/>
                      <a:pt x="958" y="95155"/>
                      <a:pt x="958" y="92776"/>
                    </a:cubicBezTo>
                    <a:cubicBezTo>
                      <a:pt x="-1421" y="83260"/>
                      <a:pt x="958" y="72556"/>
                      <a:pt x="4526" y="64229"/>
                    </a:cubicBezTo>
                    <a:cubicBezTo>
                      <a:pt x="5715" y="60661"/>
                      <a:pt x="9283" y="57093"/>
                      <a:pt x="10473" y="52335"/>
                    </a:cubicBezTo>
                    <a:cubicBezTo>
                      <a:pt x="11662" y="48767"/>
                      <a:pt x="11662" y="42820"/>
                      <a:pt x="15231" y="40441"/>
                    </a:cubicBezTo>
                    <a:cubicBezTo>
                      <a:pt x="10473" y="36873"/>
                      <a:pt x="15231" y="28546"/>
                      <a:pt x="14041" y="23789"/>
                    </a:cubicBezTo>
                    <a:cubicBezTo>
                      <a:pt x="16420" y="24978"/>
                      <a:pt x="19989" y="23789"/>
                      <a:pt x="22367" y="24978"/>
                    </a:cubicBezTo>
                    <a:cubicBezTo>
                      <a:pt x="22367" y="22599"/>
                      <a:pt x="22367" y="19031"/>
                      <a:pt x="22367" y="16652"/>
                    </a:cubicBezTo>
                    <a:cubicBezTo>
                      <a:pt x="27125" y="16652"/>
                      <a:pt x="28314" y="14273"/>
                      <a:pt x="31883" y="13084"/>
                    </a:cubicBezTo>
                    <a:cubicBezTo>
                      <a:pt x="33072" y="13084"/>
                      <a:pt x="34262" y="15463"/>
                      <a:pt x="36641" y="15463"/>
                    </a:cubicBezTo>
                    <a:cubicBezTo>
                      <a:pt x="39019" y="14273"/>
                      <a:pt x="39019" y="13084"/>
                      <a:pt x="39019" y="11894"/>
                    </a:cubicBezTo>
                    <a:cubicBezTo>
                      <a:pt x="43777" y="9515"/>
                      <a:pt x="47346" y="4758"/>
                      <a:pt x="50914" y="0"/>
                    </a:cubicBezTo>
                    <a:cubicBezTo>
                      <a:pt x="52103" y="0"/>
                      <a:pt x="53293" y="1190"/>
                      <a:pt x="53293" y="1190"/>
                    </a:cubicBezTo>
                    <a:cubicBezTo>
                      <a:pt x="66377" y="24978"/>
                      <a:pt x="63998" y="57093"/>
                      <a:pt x="83029" y="78503"/>
                    </a:cubicBezTo>
                    <a:cubicBezTo>
                      <a:pt x="85408" y="74934"/>
                      <a:pt x="83029" y="71366"/>
                      <a:pt x="81839" y="67798"/>
                    </a:cubicBezTo>
                    <a:cubicBezTo>
                      <a:pt x="88976" y="67798"/>
                      <a:pt x="87786" y="77313"/>
                      <a:pt x="92544" y="80881"/>
                    </a:cubicBezTo>
                    <a:cubicBezTo>
                      <a:pt x="97302" y="84450"/>
                      <a:pt x="109196" y="80881"/>
                      <a:pt x="109196" y="88018"/>
                    </a:cubicBezTo>
                    <a:cubicBezTo>
                      <a:pt x="115143" y="89208"/>
                      <a:pt x="122280" y="95155"/>
                      <a:pt x="125848" y="99912"/>
                    </a:cubicBezTo>
                    <a:cubicBezTo>
                      <a:pt x="129416" y="103481"/>
                      <a:pt x="134174" y="112996"/>
                      <a:pt x="140121" y="112996"/>
                    </a:cubicBezTo>
                    <a:cubicBezTo>
                      <a:pt x="141311" y="116564"/>
                      <a:pt x="144879" y="120133"/>
                      <a:pt x="149637" y="121323"/>
                    </a:cubicBezTo>
                    <a:cubicBezTo>
                      <a:pt x="150827" y="127270"/>
                      <a:pt x="155584" y="133217"/>
                      <a:pt x="161531" y="136785"/>
                    </a:cubicBezTo>
                    <a:cubicBezTo>
                      <a:pt x="161531" y="139164"/>
                      <a:pt x="162721" y="141543"/>
                      <a:pt x="162721" y="143922"/>
                    </a:cubicBezTo>
                    <a:cubicBezTo>
                      <a:pt x="165100" y="143922"/>
                      <a:pt x="168668" y="143922"/>
                      <a:pt x="171047" y="143922"/>
                    </a:cubicBezTo>
                    <a:cubicBezTo>
                      <a:pt x="171047" y="145111"/>
                      <a:pt x="171047" y="145111"/>
                      <a:pt x="172236" y="146300"/>
                    </a:cubicBezTo>
                    <a:cubicBezTo>
                      <a:pt x="175804" y="149869"/>
                      <a:pt x="161531" y="148679"/>
                      <a:pt x="157963" y="15343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1C909285-F829-43AD-E4C4-3C1FDBE5A56F}"/>
                  </a:ext>
                </a:extLst>
              </p:cNvPr>
              <p:cNvSpPr/>
              <p:nvPr/>
            </p:nvSpPr>
            <p:spPr>
              <a:xfrm>
                <a:off x="6770122" y="4088166"/>
                <a:ext cx="40440" cy="46387"/>
              </a:xfrm>
              <a:custGeom>
                <a:avLst/>
                <a:gdLst>
                  <a:gd name="connsiteX0" fmla="*/ 34494 w 40440"/>
                  <a:gd name="connsiteY0" fmla="*/ 30925 h 46387"/>
                  <a:gd name="connsiteX1" fmla="*/ 28546 w 40440"/>
                  <a:gd name="connsiteY1" fmla="*/ 44009 h 46387"/>
                  <a:gd name="connsiteX2" fmla="*/ 16652 w 40440"/>
                  <a:gd name="connsiteY2" fmla="*/ 42820 h 46387"/>
                  <a:gd name="connsiteX3" fmla="*/ 0 w 40440"/>
                  <a:gd name="connsiteY3" fmla="*/ 46388 h 46387"/>
                  <a:gd name="connsiteX4" fmla="*/ 2379 w 40440"/>
                  <a:gd name="connsiteY4" fmla="*/ 38062 h 46387"/>
                  <a:gd name="connsiteX5" fmla="*/ 4758 w 40440"/>
                  <a:gd name="connsiteY5" fmla="*/ 28546 h 46387"/>
                  <a:gd name="connsiteX6" fmla="*/ 9515 w 40440"/>
                  <a:gd name="connsiteY6" fmla="*/ 9515 h 46387"/>
                  <a:gd name="connsiteX7" fmla="*/ 13084 w 40440"/>
                  <a:gd name="connsiteY7" fmla="*/ 7137 h 46387"/>
                  <a:gd name="connsiteX8" fmla="*/ 15463 w 40440"/>
                  <a:gd name="connsiteY8" fmla="*/ 9515 h 46387"/>
                  <a:gd name="connsiteX9" fmla="*/ 32115 w 40440"/>
                  <a:gd name="connsiteY9" fmla="*/ 0 h 46387"/>
                  <a:gd name="connsiteX10" fmla="*/ 40441 w 40440"/>
                  <a:gd name="connsiteY10" fmla="*/ 13084 h 46387"/>
                  <a:gd name="connsiteX11" fmla="*/ 30925 w 40440"/>
                  <a:gd name="connsiteY11" fmla="*/ 22599 h 46387"/>
                  <a:gd name="connsiteX12" fmla="*/ 20220 w 40440"/>
                  <a:gd name="connsiteY12" fmla="*/ 29736 h 46387"/>
                  <a:gd name="connsiteX13" fmla="*/ 34494 w 40440"/>
                  <a:gd name="connsiteY13" fmla="*/ 30925 h 46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440" h="46387">
                    <a:moveTo>
                      <a:pt x="34494" y="30925"/>
                    </a:moveTo>
                    <a:cubicBezTo>
                      <a:pt x="32115" y="34494"/>
                      <a:pt x="29736" y="39251"/>
                      <a:pt x="28546" y="44009"/>
                    </a:cubicBezTo>
                    <a:cubicBezTo>
                      <a:pt x="23789" y="44009"/>
                      <a:pt x="21410" y="41630"/>
                      <a:pt x="16652" y="42820"/>
                    </a:cubicBezTo>
                    <a:cubicBezTo>
                      <a:pt x="10705" y="45198"/>
                      <a:pt x="7137" y="46388"/>
                      <a:pt x="0" y="46388"/>
                    </a:cubicBezTo>
                    <a:cubicBezTo>
                      <a:pt x="0" y="42820"/>
                      <a:pt x="1190" y="40441"/>
                      <a:pt x="2379" y="38062"/>
                    </a:cubicBezTo>
                    <a:cubicBezTo>
                      <a:pt x="3568" y="34494"/>
                      <a:pt x="3568" y="32115"/>
                      <a:pt x="4758" y="28546"/>
                    </a:cubicBezTo>
                    <a:cubicBezTo>
                      <a:pt x="5947" y="21410"/>
                      <a:pt x="9515" y="16652"/>
                      <a:pt x="9515" y="9515"/>
                    </a:cubicBezTo>
                    <a:cubicBezTo>
                      <a:pt x="10705" y="8326"/>
                      <a:pt x="11894" y="8326"/>
                      <a:pt x="13084" y="7137"/>
                    </a:cubicBezTo>
                    <a:cubicBezTo>
                      <a:pt x="14273" y="8326"/>
                      <a:pt x="14273" y="8326"/>
                      <a:pt x="15463" y="9515"/>
                    </a:cubicBezTo>
                    <a:cubicBezTo>
                      <a:pt x="19031" y="4758"/>
                      <a:pt x="33304" y="5947"/>
                      <a:pt x="32115" y="0"/>
                    </a:cubicBezTo>
                    <a:cubicBezTo>
                      <a:pt x="36873" y="2379"/>
                      <a:pt x="39251" y="8326"/>
                      <a:pt x="40441" y="13084"/>
                    </a:cubicBezTo>
                    <a:cubicBezTo>
                      <a:pt x="36873" y="17842"/>
                      <a:pt x="35683" y="20220"/>
                      <a:pt x="30925" y="22599"/>
                    </a:cubicBezTo>
                    <a:cubicBezTo>
                      <a:pt x="27357" y="24978"/>
                      <a:pt x="21410" y="24978"/>
                      <a:pt x="20220" y="29736"/>
                    </a:cubicBezTo>
                    <a:cubicBezTo>
                      <a:pt x="24978" y="29736"/>
                      <a:pt x="29736" y="30925"/>
                      <a:pt x="34494" y="30925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E9EC898F-244E-FD6F-F0F0-DF41464322DA}"/>
                  </a:ext>
                </a:extLst>
              </p:cNvPr>
              <p:cNvSpPr/>
              <p:nvPr/>
            </p:nvSpPr>
            <p:spPr>
              <a:xfrm>
                <a:off x="6063598" y="4128606"/>
                <a:ext cx="333041" cy="224803"/>
              </a:xfrm>
              <a:custGeom>
                <a:avLst/>
                <a:gdLst>
                  <a:gd name="connsiteX0" fmla="*/ 333042 w 333041"/>
                  <a:gd name="connsiteY0" fmla="*/ 158195 h 224803"/>
                  <a:gd name="connsiteX1" fmla="*/ 333042 w 333041"/>
                  <a:gd name="connsiteY1" fmla="*/ 158195 h 224803"/>
                  <a:gd name="connsiteX2" fmla="*/ 315200 w 333041"/>
                  <a:gd name="connsiteY2" fmla="*/ 158195 h 224803"/>
                  <a:gd name="connsiteX3" fmla="*/ 294980 w 333041"/>
                  <a:gd name="connsiteY3" fmla="*/ 152248 h 224803"/>
                  <a:gd name="connsiteX4" fmla="*/ 284275 w 333041"/>
                  <a:gd name="connsiteY4" fmla="*/ 152248 h 224803"/>
                  <a:gd name="connsiteX5" fmla="*/ 278328 w 333041"/>
                  <a:gd name="connsiteY5" fmla="*/ 159384 h 224803"/>
                  <a:gd name="connsiteX6" fmla="*/ 259297 w 333041"/>
                  <a:gd name="connsiteY6" fmla="*/ 162953 h 224803"/>
                  <a:gd name="connsiteX7" fmla="*/ 252160 w 333041"/>
                  <a:gd name="connsiteY7" fmla="*/ 157006 h 224803"/>
                  <a:gd name="connsiteX8" fmla="*/ 218856 w 333041"/>
                  <a:gd name="connsiteY8" fmla="*/ 168900 h 224803"/>
                  <a:gd name="connsiteX9" fmla="*/ 204583 w 333041"/>
                  <a:gd name="connsiteY9" fmla="*/ 167710 h 224803"/>
                  <a:gd name="connsiteX10" fmla="*/ 202204 w 333041"/>
                  <a:gd name="connsiteY10" fmla="*/ 181983 h 224803"/>
                  <a:gd name="connsiteX11" fmla="*/ 181983 w 333041"/>
                  <a:gd name="connsiteY11" fmla="*/ 178415 h 224803"/>
                  <a:gd name="connsiteX12" fmla="*/ 172468 w 333041"/>
                  <a:gd name="connsiteY12" fmla="*/ 178415 h 224803"/>
                  <a:gd name="connsiteX13" fmla="*/ 164142 w 333041"/>
                  <a:gd name="connsiteY13" fmla="*/ 174847 h 224803"/>
                  <a:gd name="connsiteX14" fmla="*/ 147490 w 333041"/>
                  <a:gd name="connsiteY14" fmla="*/ 166521 h 224803"/>
                  <a:gd name="connsiteX15" fmla="*/ 133217 w 333041"/>
                  <a:gd name="connsiteY15" fmla="*/ 157006 h 224803"/>
                  <a:gd name="connsiteX16" fmla="*/ 121322 w 333041"/>
                  <a:gd name="connsiteY16" fmla="*/ 161763 h 224803"/>
                  <a:gd name="connsiteX17" fmla="*/ 111807 w 333041"/>
                  <a:gd name="connsiteY17" fmla="*/ 168900 h 224803"/>
                  <a:gd name="connsiteX18" fmla="*/ 111807 w 333041"/>
                  <a:gd name="connsiteY18" fmla="*/ 172468 h 224803"/>
                  <a:gd name="connsiteX19" fmla="*/ 108238 w 333041"/>
                  <a:gd name="connsiteY19" fmla="*/ 173658 h 224803"/>
                  <a:gd name="connsiteX20" fmla="*/ 105860 w 333041"/>
                  <a:gd name="connsiteY20" fmla="*/ 179605 h 224803"/>
                  <a:gd name="connsiteX21" fmla="*/ 104670 w 333041"/>
                  <a:gd name="connsiteY21" fmla="*/ 193878 h 224803"/>
                  <a:gd name="connsiteX22" fmla="*/ 103481 w 333041"/>
                  <a:gd name="connsiteY22" fmla="*/ 193878 h 224803"/>
                  <a:gd name="connsiteX23" fmla="*/ 96344 w 333041"/>
                  <a:gd name="connsiteY23" fmla="*/ 189120 h 224803"/>
                  <a:gd name="connsiteX24" fmla="*/ 86829 w 333041"/>
                  <a:gd name="connsiteY24" fmla="*/ 190310 h 224803"/>
                  <a:gd name="connsiteX25" fmla="*/ 67798 w 333041"/>
                  <a:gd name="connsiteY25" fmla="*/ 197446 h 224803"/>
                  <a:gd name="connsiteX26" fmla="*/ 52335 w 333041"/>
                  <a:gd name="connsiteY26" fmla="*/ 209341 h 224803"/>
                  <a:gd name="connsiteX27" fmla="*/ 44009 w 333041"/>
                  <a:gd name="connsiteY27" fmla="*/ 224803 h 224803"/>
                  <a:gd name="connsiteX28" fmla="*/ 42819 w 333041"/>
                  <a:gd name="connsiteY28" fmla="*/ 222424 h 224803"/>
                  <a:gd name="connsiteX29" fmla="*/ 38062 w 333041"/>
                  <a:gd name="connsiteY29" fmla="*/ 211719 h 224803"/>
                  <a:gd name="connsiteX30" fmla="*/ 29736 w 333041"/>
                  <a:gd name="connsiteY30" fmla="*/ 202204 h 224803"/>
                  <a:gd name="connsiteX31" fmla="*/ 14273 w 333041"/>
                  <a:gd name="connsiteY31" fmla="*/ 179605 h 224803"/>
                  <a:gd name="connsiteX32" fmla="*/ 4758 w 333041"/>
                  <a:gd name="connsiteY32" fmla="*/ 170089 h 224803"/>
                  <a:gd name="connsiteX33" fmla="*/ 2379 w 333041"/>
                  <a:gd name="connsiteY33" fmla="*/ 154627 h 224803"/>
                  <a:gd name="connsiteX34" fmla="*/ 1189 w 333041"/>
                  <a:gd name="connsiteY34" fmla="*/ 140353 h 224803"/>
                  <a:gd name="connsiteX35" fmla="*/ 0 w 333041"/>
                  <a:gd name="connsiteY35" fmla="*/ 133217 h 224803"/>
                  <a:gd name="connsiteX36" fmla="*/ 2379 w 333041"/>
                  <a:gd name="connsiteY36" fmla="*/ 128459 h 224803"/>
                  <a:gd name="connsiteX37" fmla="*/ 15463 w 333041"/>
                  <a:gd name="connsiteY37" fmla="*/ 105860 h 224803"/>
                  <a:gd name="connsiteX38" fmla="*/ 23789 w 333041"/>
                  <a:gd name="connsiteY38" fmla="*/ 97534 h 224803"/>
                  <a:gd name="connsiteX39" fmla="*/ 27357 w 333041"/>
                  <a:gd name="connsiteY39" fmla="*/ 92776 h 224803"/>
                  <a:gd name="connsiteX40" fmla="*/ 28546 w 333041"/>
                  <a:gd name="connsiteY40" fmla="*/ 97534 h 224803"/>
                  <a:gd name="connsiteX41" fmla="*/ 49956 w 333041"/>
                  <a:gd name="connsiteY41" fmla="*/ 92776 h 224803"/>
                  <a:gd name="connsiteX42" fmla="*/ 53525 w 333041"/>
                  <a:gd name="connsiteY42" fmla="*/ 84450 h 224803"/>
                  <a:gd name="connsiteX43" fmla="*/ 57093 w 333041"/>
                  <a:gd name="connsiteY43" fmla="*/ 92776 h 224803"/>
                  <a:gd name="connsiteX44" fmla="*/ 86829 w 333041"/>
                  <a:gd name="connsiteY44" fmla="*/ 78503 h 224803"/>
                  <a:gd name="connsiteX45" fmla="*/ 107049 w 333041"/>
                  <a:gd name="connsiteY45" fmla="*/ 77313 h 224803"/>
                  <a:gd name="connsiteX46" fmla="*/ 116564 w 333041"/>
                  <a:gd name="connsiteY46" fmla="*/ 65419 h 224803"/>
                  <a:gd name="connsiteX47" fmla="*/ 108238 w 333041"/>
                  <a:gd name="connsiteY47" fmla="*/ 53525 h 224803"/>
                  <a:gd name="connsiteX48" fmla="*/ 143921 w 333041"/>
                  <a:gd name="connsiteY48" fmla="*/ 53525 h 224803"/>
                  <a:gd name="connsiteX49" fmla="*/ 159384 w 333041"/>
                  <a:gd name="connsiteY49" fmla="*/ 47577 h 224803"/>
                  <a:gd name="connsiteX50" fmla="*/ 162952 w 333041"/>
                  <a:gd name="connsiteY50" fmla="*/ 32115 h 224803"/>
                  <a:gd name="connsiteX51" fmla="*/ 174847 w 333041"/>
                  <a:gd name="connsiteY51" fmla="*/ 22599 h 224803"/>
                  <a:gd name="connsiteX52" fmla="*/ 184362 w 333041"/>
                  <a:gd name="connsiteY52" fmla="*/ 10705 h 224803"/>
                  <a:gd name="connsiteX53" fmla="*/ 197446 w 333041"/>
                  <a:gd name="connsiteY53" fmla="*/ 3568 h 224803"/>
                  <a:gd name="connsiteX54" fmla="*/ 203393 w 333041"/>
                  <a:gd name="connsiteY54" fmla="*/ 3568 h 224803"/>
                  <a:gd name="connsiteX55" fmla="*/ 210530 w 333041"/>
                  <a:gd name="connsiteY55" fmla="*/ 1190 h 224803"/>
                  <a:gd name="connsiteX56" fmla="*/ 210530 w 333041"/>
                  <a:gd name="connsiteY56" fmla="*/ 0 h 224803"/>
                  <a:gd name="connsiteX57" fmla="*/ 211719 w 333041"/>
                  <a:gd name="connsiteY57" fmla="*/ 2379 h 224803"/>
                  <a:gd name="connsiteX58" fmla="*/ 216477 w 333041"/>
                  <a:gd name="connsiteY58" fmla="*/ 13084 h 224803"/>
                  <a:gd name="connsiteX59" fmla="*/ 230750 w 333041"/>
                  <a:gd name="connsiteY59" fmla="*/ 33304 h 224803"/>
                  <a:gd name="connsiteX60" fmla="*/ 227182 w 333041"/>
                  <a:gd name="connsiteY60" fmla="*/ 55904 h 224803"/>
                  <a:gd name="connsiteX61" fmla="*/ 236698 w 333041"/>
                  <a:gd name="connsiteY61" fmla="*/ 59472 h 224803"/>
                  <a:gd name="connsiteX62" fmla="*/ 246213 w 333041"/>
                  <a:gd name="connsiteY62" fmla="*/ 60661 h 224803"/>
                  <a:gd name="connsiteX63" fmla="*/ 266433 w 333041"/>
                  <a:gd name="connsiteY63" fmla="*/ 79692 h 224803"/>
                  <a:gd name="connsiteX64" fmla="*/ 272381 w 333041"/>
                  <a:gd name="connsiteY64" fmla="*/ 84450 h 224803"/>
                  <a:gd name="connsiteX65" fmla="*/ 278328 w 333041"/>
                  <a:gd name="connsiteY65" fmla="*/ 88018 h 224803"/>
                  <a:gd name="connsiteX66" fmla="*/ 271191 w 333041"/>
                  <a:gd name="connsiteY66" fmla="*/ 98723 h 224803"/>
                  <a:gd name="connsiteX67" fmla="*/ 292601 w 333041"/>
                  <a:gd name="connsiteY67" fmla="*/ 105860 h 224803"/>
                  <a:gd name="connsiteX68" fmla="*/ 305685 w 333041"/>
                  <a:gd name="connsiteY68" fmla="*/ 123701 h 224803"/>
                  <a:gd name="connsiteX69" fmla="*/ 309253 w 333041"/>
                  <a:gd name="connsiteY69" fmla="*/ 127270 h 224803"/>
                  <a:gd name="connsiteX70" fmla="*/ 311632 w 333041"/>
                  <a:gd name="connsiteY70" fmla="*/ 133217 h 224803"/>
                  <a:gd name="connsiteX71" fmla="*/ 321147 w 333041"/>
                  <a:gd name="connsiteY71" fmla="*/ 137975 h 224803"/>
                  <a:gd name="connsiteX72" fmla="*/ 333042 w 333041"/>
                  <a:gd name="connsiteY72" fmla="*/ 158195 h 224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333041" h="224803">
                    <a:moveTo>
                      <a:pt x="333042" y="158195"/>
                    </a:moveTo>
                    <a:lnTo>
                      <a:pt x="333042" y="158195"/>
                    </a:lnTo>
                    <a:cubicBezTo>
                      <a:pt x="329473" y="158195"/>
                      <a:pt x="321147" y="158195"/>
                      <a:pt x="315200" y="158195"/>
                    </a:cubicBezTo>
                    <a:cubicBezTo>
                      <a:pt x="306874" y="159384"/>
                      <a:pt x="302116" y="154627"/>
                      <a:pt x="294980" y="152248"/>
                    </a:cubicBezTo>
                    <a:cubicBezTo>
                      <a:pt x="291412" y="151058"/>
                      <a:pt x="287843" y="149869"/>
                      <a:pt x="284275" y="152248"/>
                    </a:cubicBezTo>
                    <a:cubicBezTo>
                      <a:pt x="280706" y="153437"/>
                      <a:pt x="280706" y="157006"/>
                      <a:pt x="278328" y="159384"/>
                    </a:cubicBezTo>
                    <a:cubicBezTo>
                      <a:pt x="275949" y="160574"/>
                      <a:pt x="262865" y="164142"/>
                      <a:pt x="259297" y="162953"/>
                    </a:cubicBezTo>
                    <a:cubicBezTo>
                      <a:pt x="258107" y="160574"/>
                      <a:pt x="254539" y="158195"/>
                      <a:pt x="252160" y="157006"/>
                    </a:cubicBezTo>
                    <a:cubicBezTo>
                      <a:pt x="246213" y="161763"/>
                      <a:pt x="227182" y="172468"/>
                      <a:pt x="218856" y="168900"/>
                    </a:cubicBezTo>
                    <a:cubicBezTo>
                      <a:pt x="217666" y="164142"/>
                      <a:pt x="208151" y="165331"/>
                      <a:pt x="204583" y="167710"/>
                    </a:cubicBezTo>
                    <a:cubicBezTo>
                      <a:pt x="198635" y="171279"/>
                      <a:pt x="203393" y="176036"/>
                      <a:pt x="202204" y="181983"/>
                    </a:cubicBezTo>
                    <a:cubicBezTo>
                      <a:pt x="196257" y="180794"/>
                      <a:pt x="187931" y="177226"/>
                      <a:pt x="181983" y="178415"/>
                    </a:cubicBezTo>
                    <a:cubicBezTo>
                      <a:pt x="177226" y="178415"/>
                      <a:pt x="176036" y="179605"/>
                      <a:pt x="172468" y="178415"/>
                    </a:cubicBezTo>
                    <a:cubicBezTo>
                      <a:pt x="168900" y="177226"/>
                      <a:pt x="166521" y="176036"/>
                      <a:pt x="164142" y="174847"/>
                    </a:cubicBezTo>
                    <a:cubicBezTo>
                      <a:pt x="157005" y="172468"/>
                      <a:pt x="153437" y="171279"/>
                      <a:pt x="147490" y="166521"/>
                    </a:cubicBezTo>
                    <a:cubicBezTo>
                      <a:pt x="143921" y="164142"/>
                      <a:pt x="133217" y="161763"/>
                      <a:pt x="133217" y="157006"/>
                    </a:cubicBezTo>
                    <a:cubicBezTo>
                      <a:pt x="126080" y="155816"/>
                      <a:pt x="126080" y="159384"/>
                      <a:pt x="121322" y="161763"/>
                    </a:cubicBezTo>
                    <a:cubicBezTo>
                      <a:pt x="117754" y="164142"/>
                      <a:pt x="115375" y="164142"/>
                      <a:pt x="111807" y="168900"/>
                    </a:cubicBezTo>
                    <a:cubicBezTo>
                      <a:pt x="110617" y="170089"/>
                      <a:pt x="111807" y="171279"/>
                      <a:pt x="111807" y="172468"/>
                    </a:cubicBezTo>
                    <a:cubicBezTo>
                      <a:pt x="111807" y="173658"/>
                      <a:pt x="109428" y="173658"/>
                      <a:pt x="108238" y="173658"/>
                    </a:cubicBezTo>
                    <a:cubicBezTo>
                      <a:pt x="107049" y="177226"/>
                      <a:pt x="105860" y="176036"/>
                      <a:pt x="105860" y="179605"/>
                    </a:cubicBezTo>
                    <a:cubicBezTo>
                      <a:pt x="105860" y="184362"/>
                      <a:pt x="107049" y="189120"/>
                      <a:pt x="104670" y="193878"/>
                    </a:cubicBezTo>
                    <a:cubicBezTo>
                      <a:pt x="104670" y="193878"/>
                      <a:pt x="104670" y="193878"/>
                      <a:pt x="103481" y="193878"/>
                    </a:cubicBezTo>
                    <a:cubicBezTo>
                      <a:pt x="98723" y="195067"/>
                      <a:pt x="99912" y="190310"/>
                      <a:pt x="96344" y="189120"/>
                    </a:cubicBezTo>
                    <a:cubicBezTo>
                      <a:pt x="93965" y="187931"/>
                      <a:pt x="89208" y="190310"/>
                      <a:pt x="86829" y="190310"/>
                    </a:cubicBezTo>
                    <a:cubicBezTo>
                      <a:pt x="79692" y="191499"/>
                      <a:pt x="73745" y="193878"/>
                      <a:pt x="67798" y="197446"/>
                    </a:cubicBezTo>
                    <a:cubicBezTo>
                      <a:pt x="61850" y="201014"/>
                      <a:pt x="57093" y="203393"/>
                      <a:pt x="52335" y="209341"/>
                    </a:cubicBezTo>
                    <a:cubicBezTo>
                      <a:pt x="48767" y="214098"/>
                      <a:pt x="48767" y="221235"/>
                      <a:pt x="44009" y="224803"/>
                    </a:cubicBezTo>
                    <a:cubicBezTo>
                      <a:pt x="44009" y="223614"/>
                      <a:pt x="42819" y="223614"/>
                      <a:pt x="42819" y="222424"/>
                    </a:cubicBezTo>
                    <a:cubicBezTo>
                      <a:pt x="41630" y="218856"/>
                      <a:pt x="40441" y="215288"/>
                      <a:pt x="38062" y="211719"/>
                    </a:cubicBezTo>
                    <a:cubicBezTo>
                      <a:pt x="35683" y="208151"/>
                      <a:pt x="32115" y="205772"/>
                      <a:pt x="29736" y="202204"/>
                    </a:cubicBezTo>
                    <a:cubicBezTo>
                      <a:pt x="23789" y="195067"/>
                      <a:pt x="20220" y="186741"/>
                      <a:pt x="14273" y="179605"/>
                    </a:cubicBezTo>
                    <a:cubicBezTo>
                      <a:pt x="11894" y="176036"/>
                      <a:pt x="7136" y="172468"/>
                      <a:pt x="4758" y="170089"/>
                    </a:cubicBezTo>
                    <a:cubicBezTo>
                      <a:pt x="2379" y="166521"/>
                      <a:pt x="2379" y="159384"/>
                      <a:pt x="2379" y="154627"/>
                    </a:cubicBezTo>
                    <a:cubicBezTo>
                      <a:pt x="1189" y="149869"/>
                      <a:pt x="2379" y="145111"/>
                      <a:pt x="1189" y="140353"/>
                    </a:cubicBezTo>
                    <a:cubicBezTo>
                      <a:pt x="1189" y="137975"/>
                      <a:pt x="0" y="135596"/>
                      <a:pt x="0" y="133217"/>
                    </a:cubicBezTo>
                    <a:cubicBezTo>
                      <a:pt x="0" y="128459"/>
                      <a:pt x="1189" y="130838"/>
                      <a:pt x="2379" y="128459"/>
                    </a:cubicBezTo>
                    <a:cubicBezTo>
                      <a:pt x="7136" y="120133"/>
                      <a:pt x="11894" y="112996"/>
                      <a:pt x="15463" y="105860"/>
                    </a:cubicBezTo>
                    <a:cubicBezTo>
                      <a:pt x="17842" y="101102"/>
                      <a:pt x="20220" y="101102"/>
                      <a:pt x="23789" y="97534"/>
                    </a:cubicBezTo>
                    <a:cubicBezTo>
                      <a:pt x="26167" y="96344"/>
                      <a:pt x="26167" y="95155"/>
                      <a:pt x="27357" y="92776"/>
                    </a:cubicBezTo>
                    <a:cubicBezTo>
                      <a:pt x="27357" y="93965"/>
                      <a:pt x="28546" y="96344"/>
                      <a:pt x="28546" y="97534"/>
                    </a:cubicBezTo>
                    <a:cubicBezTo>
                      <a:pt x="33304" y="97534"/>
                      <a:pt x="46388" y="97534"/>
                      <a:pt x="49956" y="92776"/>
                    </a:cubicBezTo>
                    <a:cubicBezTo>
                      <a:pt x="52335" y="90397"/>
                      <a:pt x="47577" y="83260"/>
                      <a:pt x="53525" y="84450"/>
                    </a:cubicBezTo>
                    <a:cubicBezTo>
                      <a:pt x="54714" y="84450"/>
                      <a:pt x="57093" y="91587"/>
                      <a:pt x="57093" y="92776"/>
                    </a:cubicBezTo>
                    <a:cubicBezTo>
                      <a:pt x="68987" y="92776"/>
                      <a:pt x="77313" y="83260"/>
                      <a:pt x="86829" y="78503"/>
                    </a:cubicBezTo>
                    <a:cubicBezTo>
                      <a:pt x="91586" y="76124"/>
                      <a:pt x="101102" y="79692"/>
                      <a:pt x="107049" y="77313"/>
                    </a:cubicBezTo>
                    <a:cubicBezTo>
                      <a:pt x="111807" y="74934"/>
                      <a:pt x="111807" y="68987"/>
                      <a:pt x="116564" y="65419"/>
                    </a:cubicBezTo>
                    <a:cubicBezTo>
                      <a:pt x="111807" y="63040"/>
                      <a:pt x="104670" y="58282"/>
                      <a:pt x="108238" y="53525"/>
                    </a:cubicBezTo>
                    <a:cubicBezTo>
                      <a:pt x="121322" y="54714"/>
                      <a:pt x="132027" y="55904"/>
                      <a:pt x="143921" y="53525"/>
                    </a:cubicBezTo>
                    <a:cubicBezTo>
                      <a:pt x="151058" y="52335"/>
                      <a:pt x="154627" y="53525"/>
                      <a:pt x="159384" y="47577"/>
                    </a:cubicBezTo>
                    <a:cubicBezTo>
                      <a:pt x="162952" y="42820"/>
                      <a:pt x="160574" y="36873"/>
                      <a:pt x="162952" y="32115"/>
                    </a:cubicBezTo>
                    <a:cubicBezTo>
                      <a:pt x="165331" y="28546"/>
                      <a:pt x="171279" y="26168"/>
                      <a:pt x="174847" y="22599"/>
                    </a:cubicBezTo>
                    <a:cubicBezTo>
                      <a:pt x="178415" y="19031"/>
                      <a:pt x="180794" y="14273"/>
                      <a:pt x="184362" y="10705"/>
                    </a:cubicBezTo>
                    <a:cubicBezTo>
                      <a:pt x="189120" y="5947"/>
                      <a:pt x="191499" y="4758"/>
                      <a:pt x="197446" y="3568"/>
                    </a:cubicBezTo>
                    <a:cubicBezTo>
                      <a:pt x="198635" y="3568"/>
                      <a:pt x="201014" y="3568"/>
                      <a:pt x="203393" y="3568"/>
                    </a:cubicBezTo>
                    <a:cubicBezTo>
                      <a:pt x="205772" y="2379"/>
                      <a:pt x="208151" y="1190"/>
                      <a:pt x="210530" y="1190"/>
                    </a:cubicBezTo>
                    <a:cubicBezTo>
                      <a:pt x="210530" y="1190"/>
                      <a:pt x="210530" y="0"/>
                      <a:pt x="210530" y="0"/>
                    </a:cubicBezTo>
                    <a:cubicBezTo>
                      <a:pt x="211719" y="1190"/>
                      <a:pt x="211719" y="1190"/>
                      <a:pt x="211719" y="2379"/>
                    </a:cubicBezTo>
                    <a:cubicBezTo>
                      <a:pt x="214098" y="8326"/>
                      <a:pt x="211719" y="8326"/>
                      <a:pt x="216477" y="13084"/>
                    </a:cubicBezTo>
                    <a:cubicBezTo>
                      <a:pt x="221235" y="19031"/>
                      <a:pt x="225993" y="26168"/>
                      <a:pt x="230750" y="33304"/>
                    </a:cubicBezTo>
                    <a:cubicBezTo>
                      <a:pt x="236698" y="44009"/>
                      <a:pt x="223614" y="46388"/>
                      <a:pt x="227182" y="55904"/>
                    </a:cubicBezTo>
                    <a:cubicBezTo>
                      <a:pt x="229561" y="61851"/>
                      <a:pt x="231940" y="60661"/>
                      <a:pt x="236698" y="59472"/>
                    </a:cubicBezTo>
                    <a:cubicBezTo>
                      <a:pt x="241455" y="58282"/>
                      <a:pt x="241455" y="58282"/>
                      <a:pt x="246213" y="60661"/>
                    </a:cubicBezTo>
                    <a:cubicBezTo>
                      <a:pt x="246213" y="73745"/>
                      <a:pt x="259297" y="72556"/>
                      <a:pt x="266433" y="79692"/>
                    </a:cubicBezTo>
                    <a:cubicBezTo>
                      <a:pt x="268812" y="82071"/>
                      <a:pt x="270002" y="83260"/>
                      <a:pt x="272381" y="84450"/>
                    </a:cubicBezTo>
                    <a:cubicBezTo>
                      <a:pt x="275949" y="85639"/>
                      <a:pt x="277138" y="83260"/>
                      <a:pt x="278328" y="88018"/>
                    </a:cubicBezTo>
                    <a:cubicBezTo>
                      <a:pt x="279517" y="91587"/>
                      <a:pt x="272381" y="96344"/>
                      <a:pt x="271191" y="98723"/>
                    </a:cubicBezTo>
                    <a:cubicBezTo>
                      <a:pt x="278328" y="102291"/>
                      <a:pt x="286654" y="101102"/>
                      <a:pt x="292601" y="105860"/>
                    </a:cubicBezTo>
                    <a:cubicBezTo>
                      <a:pt x="299737" y="110617"/>
                      <a:pt x="299737" y="118944"/>
                      <a:pt x="305685" y="123701"/>
                    </a:cubicBezTo>
                    <a:cubicBezTo>
                      <a:pt x="306874" y="124891"/>
                      <a:pt x="308064" y="124891"/>
                      <a:pt x="309253" y="127270"/>
                    </a:cubicBezTo>
                    <a:cubicBezTo>
                      <a:pt x="310442" y="128459"/>
                      <a:pt x="310442" y="130838"/>
                      <a:pt x="311632" y="133217"/>
                    </a:cubicBezTo>
                    <a:cubicBezTo>
                      <a:pt x="314011" y="136785"/>
                      <a:pt x="318768" y="135596"/>
                      <a:pt x="321147" y="137975"/>
                    </a:cubicBezTo>
                    <a:cubicBezTo>
                      <a:pt x="329473" y="143922"/>
                      <a:pt x="330663" y="151058"/>
                      <a:pt x="333042" y="158195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188AC117-B1BA-742F-2062-5164C7155B69}"/>
                  </a:ext>
                </a:extLst>
              </p:cNvPr>
              <p:cNvSpPr/>
              <p:nvPr/>
            </p:nvSpPr>
            <p:spPr>
              <a:xfrm>
                <a:off x="5926813" y="4361736"/>
                <a:ext cx="53524" cy="32114"/>
              </a:xfrm>
              <a:custGeom>
                <a:avLst/>
                <a:gdLst>
                  <a:gd name="connsiteX0" fmla="*/ 53525 w 53524"/>
                  <a:gd name="connsiteY0" fmla="*/ 1190 h 32114"/>
                  <a:gd name="connsiteX1" fmla="*/ 52335 w 53524"/>
                  <a:gd name="connsiteY1" fmla="*/ 32115 h 32114"/>
                  <a:gd name="connsiteX2" fmla="*/ 23789 w 53524"/>
                  <a:gd name="connsiteY2" fmla="*/ 32115 h 32114"/>
                  <a:gd name="connsiteX3" fmla="*/ 10705 w 53524"/>
                  <a:gd name="connsiteY3" fmla="*/ 30925 h 32114"/>
                  <a:gd name="connsiteX4" fmla="*/ 4758 w 53524"/>
                  <a:gd name="connsiteY4" fmla="*/ 32115 h 32114"/>
                  <a:gd name="connsiteX5" fmla="*/ 3568 w 53524"/>
                  <a:gd name="connsiteY5" fmla="*/ 30925 h 32114"/>
                  <a:gd name="connsiteX6" fmla="*/ 0 w 53524"/>
                  <a:gd name="connsiteY6" fmla="*/ 27357 h 32114"/>
                  <a:gd name="connsiteX7" fmla="*/ 1189 w 53524"/>
                  <a:gd name="connsiteY7" fmla="*/ 22599 h 32114"/>
                  <a:gd name="connsiteX8" fmla="*/ 3568 w 53524"/>
                  <a:gd name="connsiteY8" fmla="*/ 16652 h 32114"/>
                  <a:gd name="connsiteX9" fmla="*/ 11894 w 53524"/>
                  <a:gd name="connsiteY9" fmla="*/ 8326 h 32114"/>
                  <a:gd name="connsiteX10" fmla="*/ 11894 w 53524"/>
                  <a:gd name="connsiteY10" fmla="*/ 1190 h 32114"/>
                  <a:gd name="connsiteX11" fmla="*/ 13083 w 53524"/>
                  <a:gd name="connsiteY11" fmla="*/ 0 h 32114"/>
                  <a:gd name="connsiteX12" fmla="*/ 13083 w 53524"/>
                  <a:gd name="connsiteY12" fmla="*/ 0 h 32114"/>
                  <a:gd name="connsiteX13" fmla="*/ 53525 w 53524"/>
                  <a:gd name="connsiteY13" fmla="*/ 1190 h 32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524" h="32114">
                    <a:moveTo>
                      <a:pt x="53525" y="1190"/>
                    </a:moveTo>
                    <a:cubicBezTo>
                      <a:pt x="53525" y="11894"/>
                      <a:pt x="52335" y="22599"/>
                      <a:pt x="52335" y="32115"/>
                    </a:cubicBezTo>
                    <a:cubicBezTo>
                      <a:pt x="42819" y="32115"/>
                      <a:pt x="33304" y="32115"/>
                      <a:pt x="23789" y="32115"/>
                    </a:cubicBezTo>
                    <a:cubicBezTo>
                      <a:pt x="19031" y="32115"/>
                      <a:pt x="14273" y="30925"/>
                      <a:pt x="10705" y="30925"/>
                    </a:cubicBezTo>
                    <a:cubicBezTo>
                      <a:pt x="8326" y="30925"/>
                      <a:pt x="7136" y="32115"/>
                      <a:pt x="4758" y="32115"/>
                    </a:cubicBezTo>
                    <a:cubicBezTo>
                      <a:pt x="4758" y="30925"/>
                      <a:pt x="4758" y="30925"/>
                      <a:pt x="3568" y="30925"/>
                    </a:cubicBezTo>
                    <a:cubicBezTo>
                      <a:pt x="2379" y="29736"/>
                      <a:pt x="0" y="29736"/>
                      <a:pt x="0" y="27357"/>
                    </a:cubicBezTo>
                    <a:cubicBezTo>
                      <a:pt x="0" y="26167"/>
                      <a:pt x="1189" y="23789"/>
                      <a:pt x="1189" y="22599"/>
                    </a:cubicBezTo>
                    <a:cubicBezTo>
                      <a:pt x="3568" y="19031"/>
                      <a:pt x="3568" y="16652"/>
                      <a:pt x="3568" y="16652"/>
                    </a:cubicBezTo>
                    <a:cubicBezTo>
                      <a:pt x="4758" y="11894"/>
                      <a:pt x="10705" y="11894"/>
                      <a:pt x="11894" y="8326"/>
                    </a:cubicBezTo>
                    <a:cubicBezTo>
                      <a:pt x="13083" y="5947"/>
                      <a:pt x="10705" y="3568"/>
                      <a:pt x="11894" y="1190"/>
                    </a:cubicBezTo>
                    <a:cubicBezTo>
                      <a:pt x="11894" y="1190"/>
                      <a:pt x="11894" y="0"/>
                      <a:pt x="13083" y="0"/>
                    </a:cubicBezTo>
                    <a:lnTo>
                      <a:pt x="13083" y="0"/>
                    </a:lnTo>
                    <a:cubicBezTo>
                      <a:pt x="26167" y="3568"/>
                      <a:pt x="41630" y="4758"/>
                      <a:pt x="53525" y="119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7DEA198B-A0CE-D34F-5F7C-B6F68542BCF0}"/>
                  </a:ext>
                </a:extLst>
              </p:cNvPr>
              <p:cNvSpPr/>
              <p:nvPr/>
            </p:nvSpPr>
            <p:spPr>
              <a:xfrm>
                <a:off x="5718554" y="4089355"/>
                <a:ext cx="77849" cy="164141"/>
              </a:xfrm>
              <a:custGeom>
                <a:avLst/>
                <a:gdLst>
                  <a:gd name="connsiteX0" fmla="*/ 77421 w 77849"/>
                  <a:gd name="connsiteY0" fmla="*/ 48767 h 164141"/>
                  <a:gd name="connsiteX1" fmla="*/ 75042 w 77849"/>
                  <a:gd name="connsiteY1" fmla="*/ 64229 h 164141"/>
                  <a:gd name="connsiteX2" fmla="*/ 60768 w 77849"/>
                  <a:gd name="connsiteY2" fmla="*/ 85639 h 164141"/>
                  <a:gd name="connsiteX3" fmla="*/ 48874 w 77849"/>
                  <a:gd name="connsiteY3" fmla="*/ 99912 h 164141"/>
                  <a:gd name="connsiteX4" fmla="*/ 48874 w 77849"/>
                  <a:gd name="connsiteY4" fmla="*/ 126080 h 164141"/>
                  <a:gd name="connsiteX5" fmla="*/ 48874 w 77849"/>
                  <a:gd name="connsiteY5" fmla="*/ 160574 h 164141"/>
                  <a:gd name="connsiteX6" fmla="*/ 28654 w 77849"/>
                  <a:gd name="connsiteY6" fmla="*/ 164142 h 164141"/>
                  <a:gd name="connsiteX7" fmla="*/ 22707 w 77849"/>
                  <a:gd name="connsiteY7" fmla="*/ 164142 h 164141"/>
                  <a:gd name="connsiteX8" fmla="*/ 19138 w 77849"/>
                  <a:gd name="connsiteY8" fmla="*/ 148679 h 164141"/>
                  <a:gd name="connsiteX9" fmla="*/ 19138 w 77849"/>
                  <a:gd name="connsiteY9" fmla="*/ 124891 h 164141"/>
                  <a:gd name="connsiteX10" fmla="*/ 21517 w 77849"/>
                  <a:gd name="connsiteY10" fmla="*/ 103481 h 164141"/>
                  <a:gd name="connsiteX11" fmla="*/ 20328 w 77849"/>
                  <a:gd name="connsiteY11" fmla="*/ 93965 h 164141"/>
                  <a:gd name="connsiteX12" fmla="*/ 20328 w 77849"/>
                  <a:gd name="connsiteY12" fmla="*/ 83260 h 164141"/>
                  <a:gd name="connsiteX13" fmla="*/ 14380 w 77849"/>
                  <a:gd name="connsiteY13" fmla="*/ 64229 h 164141"/>
                  <a:gd name="connsiteX14" fmla="*/ 1297 w 77849"/>
                  <a:gd name="connsiteY14" fmla="*/ 52335 h 164141"/>
                  <a:gd name="connsiteX15" fmla="*/ 2486 w 77849"/>
                  <a:gd name="connsiteY15" fmla="*/ 40441 h 164141"/>
                  <a:gd name="connsiteX16" fmla="*/ 4865 w 77849"/>
                  <a:gd name="connsiteY16" fmla="*/ 38062 h 164141"/>
                  <a:gd name="connsiteX17" fmla="*/ 10812 w 77849"/>
                  <a:gd name="connsiteY17" fmla="*/ 22599 h 164141"/>
                  <a:gd name="connsiteX18" fmla="*/ 28654 w 77849"/>
                  <a:gd name="connsiteY18" fmla="*/ 17842 h 164141"/>
                  <a:gd name="connsiteX19" fmla="*/ 35790 w 77849"/>
                  <a:gd name="connsiteY19" fmla="*/ 13083 h 164141"/>
                  <a:gd name="connsiteX20" fmla="*/ 36980 w 77849"/>
                  <a:gd name="connsiteY20" fmla="*/ 7136 h 164141"/>
                  <a:gd name="connsiteX21" fmla="*/ 39359 w 77849"/>
                  <a:gd name="connsiteY21" fmla="*/ 7136 h 164141"/>
                  <a:gd name="connsiteX22" fmla="*/ 45306 w 77849"/>
                  <a:gd name="connsiteY22" fmla="*/ 0 h 164141"/>
                  <a:gd name="connsiteX23" fmla="*/ 72663 w 77849"/>
                  <a:gd name="connsiteY23" fmla="*/ 14273 h 164141"/>
                  <a:gd name="connsiteX24" fmla="*/ 72663 w 77849"/>
                  <a:gd name="connsiteY24" fmla="*/ 11894 h 164141"/>
                  <a:gd name="connsiteX25" fmla="*/ 72663 w 77849"/>
                  <a:gd name="connsiteY25" fmla="*/ 29736 h 164141"/>
                  <a:gd name="connsiteX26" fmla="*/ 77421 w 77849"/>
                  <a:gd name="connsiteY26" fmla="*/ 48767 h 164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7849" h="164141">
                    <a:moveTo>
                      <a:pt x="77421" y="48767"/>
                    </a:moveTo>
                    <a:cubicBezTo>
                      <a:pt x="76231" y="53525"/>
                      <a:pt x="66715" y="59472"/>
                      <a:pt x="75042" y="64229"/>
                    </a:cubicBezTo>
                    <a:cubicBezTo>
                      <a:pt x="70284" y="71366"/>
                      <a:pt x="64337" y="76124"/>
                      <a:pt x="60768" y="85639"/>
                    </a:cubicBezTo>
                    <a:cubicBezTo>
                      <a:pt x="52442" y="89208"/>
                      <a:pt x="48874" y="90397"/>
                      <a:pt x="48874" y="99912"/>
                    </a:cubicBezTo>
                    <a:cubicBezTo>
                      <a:pt x="48874" y="108238"/>
                      <a:pt x="48874" y="116564"/>
                      <a:pt x="48874" y="126080"/>
                    </a:cubicBezTo>
                    <a:cubicBezTo>
                      <a:pt x="48874" y="137974"/>
                      <a:pt x="48874" y="149869"/>
                      <a:pt x="48874" y="160574"/>
                    </a:cubicBezTo>
                    <a:cubicBezTo>
                      <a:pt x="41738" y="160574"/>
                      <a:pt x="35790" y="162952"/>
                      <a:pt x="28654" y="164142"/>
                    </a:cubicBezTo>
                    <a:cubicBezTo>
                      <a:pt x="26275" y="164142"/>
                      <a:pt x="25085" y="164142"/>
                      <a:pt x="22707" y="164142"/>
                    </a:cubicBezTo>
                    <a:cubicBezTo>
                      <a:pt x="21517" y="159384"/>
                      <a:pt x="19138" y="153437"/>
                      <a:pt x="19138" y="148679"/>
                    </a:cubicBezTo>
                    <a:cubicBezTo>
                      <a:pt x="17949" y="141543"/>
                      <a:pt x="19138" y="133217"/>
                      <a:pt x="19138" y="124891"/>
                    </a:cubicBezTo>
                    <a:cubicBezTo>
                      <a:pt x="19138" y="117754"/>
                      <a:pt x="20328" y="110617"/>
                      <a:pt x="21517" y="103481"/>
                    </a:cubicBezTo>
                    <a:cubicBezTo>
                      <a:pt x="22707" y="99912"/>
                      <a:pt x="20328" y="97533"/>
                      <a:pt x="20328" y="93965"/>
                    </a:cubicBezTo>
                    <a:cubicBezTo>
                      <a:pt x="20328" y="90397"/>
                      <a:pt x="21517" y="86829"/>
                      <a:pt x="20328" y="83260"/>
                    </a:cubicBezTo>
                    <a:cubicBezTo>
                      <a:pt x="19138" y="77313"/>
                      <a:pt x="16759" y="70177"/>
                      <a:pt x="14380" y="64229"/>
                    </a:cubicBezTo>
                    <a:cubicBezTo>
                      <a:pt x="12002" y="59472"/>
                      <a:pt x="6055" y="54714"/>
                      <a:pt x="1297" y="52335"/>
                    </a:cubicBezTo>
                    <a:cubicBezTo>
                      <a:pt x="-1082" y="46388"/>
                      <a:pt x="107" y="44009"/>
                      <a:pt x="2486" y="40441"/>
                    </a:cubicBezTo>
                    <a:cubicBezTo>
                      <a:pt x="3676" y="39251"/>
                      <a:pt x="3676" y="39251"/>
                      <a:pt x="4865" y="38062"/>
                    </a:cubicBezTo>
                    <a:cubicBezTo>
                      <a:pt x="8433" y="34494"/>
                      <a:pt x="10812" y="28546"/>
                      <a:pt x="10812" y="22599"/>
                    </a:cubicBezTo>
                    <a:cubicBezTo>
                      <a:pt x="17949" y="23789"/>
                      <a:pt x="22707" y="20220"/>
                      <a:pt x="28654" y="17842"/>
                    </a:cubicBezTo>
                    <a:cubicBezTo>
                      <a:pt x="32222" y="16652"/>
                      <a:pt x="33411" y="16652"/>
                      <a:pt x="35790" y="13083"/>
                    </a:cubicBezTo>
                    <a:cubicBezTo>
                      <a:pt x="36980" y="10705"/>
                      <a:pt x="36980" y="9515"/>
                      <a:pt x="36980" y="7136"/>
                    </a:cubicBezTo>
                    <a:cubicBezTo>
                      <a:pt x="36980" y="7136"/>
                      <a:pt x="38169" y="7136"/>
                      <a:pt x="39359" y="7136"/>
                    </a:cubicBezTo>
                    <a:cubicBezTo>
                      <a:pt x="45306" y="5947"/>
                      <a:pt x="41738" y="3568"/>
                      <a:pt x="45306" y="0"/>
                    </a:cubicBezTo>
                    <a:cubicBezTo>
                      <a:pt x="50063" y="4758"/>
                      <a:pt x="66715" y="15463"/>
                      <a:pt x="72663" y="14273"/>
                    </a:cubicBezTo>
                    <a:cubicBezTo>
                      <a:pt x="72663" y="13083"/>
                      <a:pt x="72663" y="13083"/>
                      <a:pt x="72663" y="11894"/>
                    </a:cubicBezTo>
                    <a:cubicBezTo>
                      <a:pt x="75042" y="16652"/>
                      <a:pt x="72663" y="23789"/>
                      <a:pt x="72663" y="29736"/>
                    </a:cubicBezTo>
                    <a:cubicBezTo>
                      <a:pt x="77421" y="29736"/>
                      <a:pt x="78610" y="44009"/>
                      <a:pt x="77421" y="4876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867A59D1-7DC5-1132-CF21-718D6E9DDE21}"/>
                  </a:ext>
                </a:extLst>
              </p:cNvPr>
              <p:cNvSpPr/>
              <p:nvPr/>
            </p:nvSpPr>
            <p:spPr>
              <a:xfrm>
                <a:off x="5688926" y="4120280"/>
                <a:ext cx="52335" cy="141543"/>
              </a:xfrm>
              <a:custGeom>
                <a:avLst/>
                <a:gdLst>
                  <a:gd name="connsiteX0" fmla="*/ 52335 w 52335"/>
                  <a:gd name="connsiteY0" fmla="*/ 133217 h 141543"/>
                  <a:gd name="connsiteX1" fmla="*/ 48767 w 52335"/>
                  <a:gd name="connsiteY1" fmla="*/ 133217 h 141543"/>
                  <a:gd name="connsiteX2" fmla="*/ 40441 w 52335"/>
                  <a:gd name="connsiteY2" fmla="*/ 136785 h 141543"/>
                  <a:gd name="connsiteX3" fmla="*/ 30925 w 52335"/>
                  <a:gd name="connsiteY3" fmla="*/ 141543 h 141543"/>
                  <a:gd name="connsiteX4" fmla="*/ 29736 w 52335"/>
                  <a:gd name="connsiteY4" fmla="*/ 141543 h 141543"/>
                  <a:gd name="connsiteX5" fmla="*/ 27357 w 52335"/>
                  <a:gd name="connsiteY5" fmla="*/ 133217 h 141543"/>
                  <a:gd name="connsiteX6" fmla="*/ 22599 w 52335"/>
                  <a:gd name="connsiteY6" fmla="*/ 122512 h 141543"/>
                  <a:gd name="connsiteX7" fmla="*/ 26167 w 52335"/>
                  <a:gd name="connsiteY7" fmla="*/ 92776 h 141543"/>
                  <a:gd name="connsiteX8" fmla="*/ 22599 w 52335"/>
                  <a:gd name="connsiteY8" fmla="*/ 84450 h 141543"/>
                  <a:gd name="connsiteX9" fmla="*/ 23789 w 52335"/>
                  <a:gd name="connsiteY9" fmla="*/ 79692 h 141543"/>
                  <a:gd name="connsiteX10" fmla="*/ 23789 w 52335"/>
                  <a:gd name="connsiteY10" fmla="*/ 76124 h 141543"/>
                  <a:gd name="connsiteX11" fmla="*/ 22599 w 52335"/>
                  <a:gd name="connsiteY11" fmla="*/ 71366 h 141543"/>
                  <a:gd name="connsiteX12" fmla="*/ 23789 w 52335"/>
                  <a:gd name="connsiteY12" fmla="*/ 66608 h 141543"/>
                  <a:gd name="connsiteX13" fmla="*/ 20220 w 52335"/>
                  <a:gd name="connsiteY13" fmla="*/ 59472 h 141543"/>
                  <a:gd name="connsiteX14" fmla="*/ 23789 w 52335"/>
                  <a:gd name="connsiteY14" fmla="*/ 52335 h 141543"/>
                  <a:gd name="connsiteX15" fmla="*/ 19031 w 52335"/>
                  <a:gd name="connsiteY15" fmla="*/ 44009 h 141543"/>
                  <a:gd name="connsiteX16" fmla="*/ 17842 w 52335"/>
                  <a:gd name="connsiteY16" fmla="*/ 26168 h 141543"/>
                  <a:gd name="connsiteX17" fmla="*/ 17842 w 52335"/>
                  <a:gd name="connsiteY17" fmla="*/ 24978 h 141543"/>
                  <a:gd name="connsiteX18" fmla="*/ 5947 w 52335"/>
                  <a:gd name="connsiteY18" fmla="*/ 11894 h 141543"/>
                  <a:gd name="connsiteX19" fmla="*/ 0 w 52335"/>
                  <a:gd name="connsiteY19" fmla="*/ 1190 h 141543"/>
                  <a:gd name="connsiteX20" fmla="*/ 7136 w 52335"/>
                  <a:gd name="connsiteY20" fmla="*/ 0 h 141543"/>
                  <a:gd name="connsiteX21" fmla="*/ 15463 w 52335"/>
                  <a:gd name="connsiteY21" fmla="*/ 2379 h 141543"/>
                  <a:gd name="connsiteX22" fmla="*/ 23789 w 52335"/>
                  <a:gd name="connsiteY22" fmla="*/ 5947 h 141543"/>
                  <a:gd name="connsiteX23" fmla="*/ 29736 w 52335"/>
                  <a:gd name="connsiteY23" fmla="*/ 7137 h 141543"/>
                  <a:gd name="connsiteX24" fmla="*/ 28546 w 52335"/>
                  <a:gd name="connsiteY24" fmla="*/ 19031 h 141543"/>
                  <a:gd name="connsiteX25" fmla="*/ 41630 w 52335"/>
                  <a:gd name="connsiteY25" fmla="*/ 30925 h 141543"/>
                  <a:gd name="connsiteX26" fmla="*/ 47577 w 52335"/>
                  <a:gd name="connsiteY26" fmla="*/ 49956 h 141543"/>
                  <a:gd name="connsiteX27" fmla="*/ 47577 w 52335"/>
                  <a:gd name="connsiteY27" fmla="*/ 60661 h 141543"/>
                  <a:gd name="connsiteX28" fmla="*/ 48767 w 52335"/>
                  <a:gd name="connsiteY28" fmla="*/ 70177 h 141543"/>
                  <a:gd name="connsiteX29" fmla="*/ 46388 w 52335"/>
                  <a:gd name="connsiteY29" fmla="*/ 91587 h 141543"/>
                  <a:gd name="connsiteX30" fmla="*/ 46388 w 52335"/>
                  <a:gd name="connsiteY30" fmla="*/ 115375 h 141543"/>
                  <a:gd name="connsiteX31" fmla="*/ 52335 w 52335"/>
                  <a:gd name="connsiteY31" fmla="*/ 133217 h 14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35" h="141543">
                    <a:moveTo>
                      <a:pt x="52335" y="133217"/>
                    </a:moveTo>
                    <a:cubicBezTo>
                      <a:pt x="51146" y="133217"/>
                      <a:pt x="49956" y="133217"/>
                      <a:pt x="48767" y="133217"/>
                    </a:cubicBezTo>
                    <a:cubicBezTo>
                      <a:pt x="46388" y="134406"/>
                      <a:pt x="42819" y="136785"/>
                      <a:pt x="40441" y="136785"/>
                    </a:cubicBezTo>
                    <a:cubicBezTo>
                      <a:pt x="36872" y="137975"/>
                      <a:pt x="34494" y="140354"/>
                      <a:pt x="30925" y="141543"/>
                    </a:cubicBezTo>
                    <a:cubicBezTo>
                      <a:pt x="30925" y="141543"/>
                      <a:pt x="30925" y="141543"/>
                      <a:pt x="29736" y="141543"/>
                    </a:cubicBezTo>
                    <a:cubicBezTo>
                      <a:pt x="29736" y="137975"/>
                      <a:pt x="28546" y="135596"/>
                      <a:pt x="27357" y="133217"/>
                    </a:cubicBezTo>
                    <a:cubicBezTo>
                      <a:pt x="24978" y="129649"/>
                      <a:pt x="22599" y="127270"/>
                      <a:pt x="22599" y="122512"/>
                    </a:cubicBezTo>
                    <a:cubicBezTo>
                      <a:pt x="22599" y="111807"/>
                      <a:pt x="27357" y="103481"/>
                      <a:pt x="26167" y="92776"/>
                    </a:cubicBezTo>
                    <a:cubicBezTo>
                      <a:pt x="24978" y="89208"/>
                      <a:pt x="22599" y="88018"/>
                      <a:pt x="22599" y="84450"/>
                    </a:cubicBezTo>
                    <a:cubicBezTo>
                      <a:pt x="22599" y="82071"/>
                      <a:pt x="23789" y="82071"/>
                      <a:pt x="23789" y="79692"/>
                    </a:cubicBezTo>
                    <a:cubicBezTo>
                      <a:pt x="23789" y="77313"/>
                      <a:pt x="23789" y="78503"/>
                      <a:pt x="23789" y="76124"/>
                    </a:cubicBezTo>
                    <a:cubicBezTo>
                      <a:pt x="23789" y="74935"/>
                      <a:pt x="22599" y="73745"/>
                      <a:pt x="22599" y="71366"/>
                    </a:cubicBezTo>
                    <a:cubicBezTo>
                      <a:pt x="22599" y="70177"/>
                      <a:pt x="23789" y="68987"/>
                      <a:pt x="23789" y="66608"/>
                    </a:cubicBezTo>
                    <a:cubicBezTo>
                      <a:pt x="23789" y="63040"/>
                      <a:pt x="20220" y="61851"/>
                      <a:pt x="20220" y="59472"/>
                    </a:cubicBezTo>
                    <a:cubicBezTo>
                      <a:pt x="20220" y="55904"/>
                      <a:pt x="23789" y="55904"/>
                      <a:pt x="23789" y="52335"/>
                    </a:cubicBezTo>
                    <a:cubicBezTo>
                      <a:pt x="23789" y="48767"/>
                      <a:pt x="20220" y="46388"/>
                      <a:pt x="19031" y="44009"/>
                    </a:cubicBezTo>
                    <a:cubicBezTo>
                      <a:pt x="16652" y="40441"/>
                      <a:pt x="20220" y="26168"/>
                      <a:pt x="17842" y="26168"/>
                    </a:cubicBezTo>
                    <a:cubicBezTo>
                      <a:pt x="17842" y="26168"/>
                      <a:pt x="17842" y="26168"/>
                      <a:pt x="17842" y="24978"/>
                    </a:cubicBezTo>
                    <a:cubicBezTo>
                      <a:pt x="13083" y="23789"/>
                      <a:pt x="8326" y="15463"/>
                      <a:pt x="5947" y="11894"/>
                    </a:cubicBezTo>
                    <a:cubicBezTo>
                      <a:pt x="3568" y="8326"/>
                      <a:pt x="1189" y="4758"/>
                      <a:pt x="0" y="1190"/>
                    </a:cubicBezTo>
                    <a:cubicBezTo>
                      <a:pt x="2379" y="0"/>
                      <a:pt x="3568" y="0"/>
                      <a:pt x="7136" y="0"/>
                    </a:cubicBezTo>
                    <a:cubicBezTo>
                      <a:pt x="9515" y="0"/>
                      <a:pt x="13083" y="1190"/>
                      <a:pt x="15463" y="2379"/>
                    </a:cubicBezTo>
                    <a:cubicBezTo>
                      <a:pt x="19031" y="3569"/>
                      <a:pt x="21410" y="4758"/>
                      <a:pt x="23789" y="5947"/>
                    </a:cubicBezTo>
                    <a:cubicBezTo>
                      <a:pt x="26167" y="7137"/>
                      <a:pt x="28546" y="7137"/>
                      <a:pt x="29736" y="7137"/>
                    </a:cubicBezTo>
                    <a:cubicBezTo>
                      <a:pt x="27357" y="10705"/>
                      <a:pt x="26167" y="13084"/>
                      <a:pt x="28546" y="19031"/>
                    </a:cubicBezTo>
                    <a:cubicBezTo>
                      <a:pt x="34494" y="21410"/>
                      <a:pt x="40441" y="26168"/>
                      <a:pt x="41630" y="30925"/>
                    </a:cubicBezTo>
                    <a:cubicBezTo>
                      <a:pt x="44009" y="36873"/>
                      <a:pt x="46388" y="44009"/>
                      <a:pt x="47577" y="49956"/>
                    </a:cubicBezTo>
                    <a:cubicBezTo>
                      <a:pt x="48767" y="53525"/>
                      <a:pt x="47577" y="57093"/>
                      <a:pt x="47577" y="60661"/>
                    </a:cubicBezTo>
                    <a:cubicBezTo>
                      <a:pt x="48767" y="64230"/>
                      <a:pt x="49956" y="66608"/>
                      <a:pt x="48767" y="70177"/>
                    </a:cubicBezTo>
                    <a:cubicBezTo>
                      <a:pt x="47577" y="77313"/>
                      <a:pt x="46388" y="83260"/>
                      <a:pt x="46388" y="91587"/>
                    </a:cubicBezTo>
                    <a:cubicBezTo>
                      <a:pt x="46388" y="99913"/>
                      <a:pt x="45198" y="107049"/>
                      <a:pt x="46388" y="115375"/>
                    </a:cubicBezTo>
                    <a:cubicBezTo>
                      <a:pt x="49956" y="122512"/>
                      <a:pt x="51146" y="127270"/>
                      <a:pt x="52335" y="13321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A1DDBB54-920A-65C0-1A0E-C65D6C4D61E1}"/>
                  </a:ext>
                </a:extLst>
              </p:cNvPr>
              <p:cNvSpPr/>
              <p:nvPr/>
            </p:nvSpPr>
            <p:spPr>
              <a:xfrm>
                <a:off x="5615181" y="4120280"/>
                <a:ext cx="104670" cy="172152"/>
              </a:xfrm>
              <a:custGeom>
                <a:avLst/>
                <a:gdLst>
                  <a:gd name="connsiteX0" fmla="*/ 104670 w 104670"/>
                  <a:gd name="connsiteY0" fmla="*/ 142732 h 172152"/>
                  <a:gd name="connsiteX1" fmla="*/ 92776 w 104670"/>
                  <a:gd name="connsiteY1" fmla="*/ 145111 h 172152"/>
                  <a:gd name="connsiteX2" fmla="*/ 86829 w 104670"/>
                  <a:gd name="connsiteY2" fmla="*/ 147490 h 172152"/>
                  <a:gd name="connsiteX3" fmla="*/ 72556 w 104670"/>
                  <a:gd name="connsiteY3" fmla="*/ 157006 h 172152"/>
                  <a:gd name="connsiteX4" fmla="*/ 55904 w 104670"/>
                  <a:gd name="connsiteY4" fmla="*/ 162953 h 172152"/>
                  <a:gd name="connsiteX5" fmla="*/ 20221 w 104670"/>
                  <a:gd name="connsiteY5" fmla="*/ 168900 h 172152"/>
                  <a:gd name="connsiteX6" fmla="*/ 4758 w 104670"/>
                  <a:gd name="connsiteY6" fmla="*/ 166521 h 172152"/>
                  <a:gd name="connsiteX7" fmla="*/ 3568 w 104670"/>
                  <a:gd name="connsiteY7" fmla="*/ 162953 h 172152"/>
                  <a:gd name="connsiteX8" fmla="*/ 3568 w 104670"/>
                  <a:gd name="connsiteY8" fmla="*/ 162953 h 172152"/>
                  <a:gd name="connsiteX9" fmla="*/ 5947 w 104670"/>
                  <a:gd name="connsiteY9" fmla="*/ 161763 h 172152"/>
                  <a:gd name="connsiteX10" fmla="*/ 13084 w 104670"/>
                  <a:gd name="connsiteY10" fmla="*/ 161763 h 172152"/>
                  <a:gd name="connsiteX11" fmla="*/ 14273 w 104670"/>
                  <a:gd name="connsiteY11" fmla="*/ 149869 h 172152"/>
                  <a:gd name="connsiteX12" fmla="*/ 7137 w 104670"/>
                  <a:gd name="connsiteY12" fmla="*/ 146301 h 172152"/>
                  <a:gd name="connsiteX13" fmla="*/ 3568 w 104670"/>
                  <a:gd name="connsiteY13" fmla="*/ 136785 h 172152"/>
                  <a:gd name="connsiteX14" fmla="*/ 0 w 104670"/>
                  <a:gd name="connsiteY14" fmla="*/ 127270 h 172152"/>
                  <a:gd name="connsiteX15" fmla="*/ 2379 w 104670"/>
                  <a:gd name="connsiteY15" fmla="*/ 116565 h 172152"/>
                  <a:gd name="connsiteX16" fmla="*/ 7137 w 104670"/>
                  <a:gd name="connsiteY16" fmla="*/ 96344 h 172152"/>
                  <a:gd name="connsiteX17" fmla="*/ 10705 w 104670"/>
                  <a:gd name="connsiteY17" fmla="*/ 86829 h 172152"/>
                  <a:gd name="connsiteX18" fmla="*/ 17842 w 104670"/>
                  <a:gd name="connsiteY18" fmla="*/ 79692 h 172152"/>
                  <a:gd name="connsiteX19" fmla="*/ 20221 w 104670"/>
                  <a:gd name="connsiteY19" fmla="*/ 60661 h 172152"/>
                  <a:gd name="connsiteX20" fmla="*/ 15463 w 104670"/>
                  <a:gd name="connsiteY20" fmla="*/ 53525 h 172152"/>
                  <a:gd name="connsiteX21" fmla="*/ 15463 w 104670"/>
                  <a:gd name="connsiteY21" fmla="*/ 42820 h 172152"/>
                  <a:gd name="connsiteX22" fmla="*/ 15463 w 104670"/>
                  <a:gd name="connsiteY22" fmla="*/ 35683 h 172152"/>
                  <a:gd name="connsiteX23" fmla="*/ 13084 w 104670"/>
                  <a:gd name="connsiteY23" fmla="*/ 22600 h 172152"/>
                  <a:gd name="connsiteX24" fmla="*/ 9515 w 104670"/>
                  <a:gd name="connsiteY24" fmla="*/ 5947 h 172152"/>
                  <a:gd name="connsiteX25" fmla="*/ 30925 w 104670"/>
                  <a:gd name="connsiteY25" fmla="*/ 4758 h 172152"/>
                  <a:gd name="connsiteX26" fmla="*/ 71366 w 104670"/>
                  <a:gd name="connsiteY26" fmla="*/ 1190 h 172152"/>
                  <a:gd name="connsiteX27" fmla="*/ 73745 w 104670"/>
                  <a:gd name="connsiteY27" fmla="*/ 0 h 172152"/>
                  <a:gd name="connsiteX28" fmla="*/ 79692 w 104670"/>
                  <a:gd name="connsiteY28" fmla="*/ 10705 h 172152"/>
                  <a:gd name="connsiteX29" fmla="*/ 91587 w 104670"/>
                  <a:gd name="connsiteY29" fmla="*/ 23789 h 172152"/>
                  <a:gd name="connsiteX30" fmla="*/ 91587 w 104670"/>
                  <a:gd name="connsiteY30" fmla="*/ 24978 h 172152"/>
                  <a:gd name="connsiteX31" fmla="*/ 92776 w 104670"/>
                  <a:gd name="connsiteY31" fmla="*/ 42820 h 172152"/>
                  <a:gd name="connsiteX32" fmla="*/ 97534 w 104670"/>
                  <a:gd name="connsiteY32" fmla="*/ 51146 h 172152"/>
                  <a:gd name="connsiteX33" fmla="*/ 93965 w 104670"/>
                  <a:gd name="connsiteY33" fmla="*/ 58283 h 172152"/>
                  <a:gd name="connsiteX34" fmla="*/ 97534 w 104670"/>
                  <a:gd name="connsiteY34" fmla="*/ 65419 h 172152"/>
                  <a:gd name="connsiteX35" fmla="*/ 96344 w 104670"/>
                  <a:gd name="connsiteY35" fmla="*/ 70177 h 172152"/>
                  <a:gd name="connsiteX36" fmla="*/ 97534 w 104670"/>
                  <a:gd name="connsiteY36" fmla="*/ 74935 h 172152"/>
                  <a:gd name="connsiteX37" fmla="*/ 97534 w 104670"/>
                  <a:gd name="connsiteY37" fmla="*/ 78503 h 172152"/>
                  <a:gd name="connsiteX38" fmla="*/ 96344 w 104670"/>
                  <a:gd name="connsiteY38" fmla="*/ 83260 h 172152"/>
                  <a:gd name="connsiteX39" fmla="*/ 99912 w 104670"/>
                  <a:gd name="connsiteY39" fmla="*/ 91587 h 172152"/>
                  <a:gd name="connsiteX40" fmla="*/ 96344 w 104670"/>
                  <a:gd name="connsiteY40" fmla="*/ 121323 h 172152"/>
                  <a:gd name="connsiteX41" fmla="*/ 101102 w 104670"/>
                  <a:gd name="connsiteY41" fmla="*/ 132027 h 172152"/>
                  <a:gd name="connsiteX42" fmla="*/ 104670 w 104670"/>
                  <a:gd name="connsiteY42" fmla="*/ 142732 h 17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04670" h="172152">
                    <a:moveTo>
                      <a:pt x="104670" y="142732"/>
                    </a:moveTo>
                    <a:cubicBezTo>
                      <a:pt x="101102" y="143922"/>
                      <a:pt x="96344" y="143922"/>
                      <a:pt x="92776" y="145111"/>
                    </a:cubicBezTo>
                    <a:cubicBezTo>
                      <a:pt x="91587" y="145111"/>
                      <a:pt x="89208" y="146301"/>
                      <a:pt x="86829" y="147490"/>
                    </a:cubicBezTo>
                    <a:cubicBezTo>
                      <a:pt x="82071" y="151058"/>
                      <a:pt x="77313" y="153437"/>
                      <a:pt x="72556" y="157006"/>
                    </a:cubicBezTo>
                    <a:cubicBezTo>
                      <a:pt x="66608" y="160574"/>
                      <a:pt x="63040" y="161763"/>
                      <a:pt x="55904" y="162953"/>
                    </a:cubicBezTo>
                    <a:cubicBezTo>
                      <a:pt x="45198" y="164142"/>
                      <a:pt x="29736" y="178415"/>
                      <a:pt x="20221" y="168900"/>
                    </a:cubicBezTo>
                    <a:cubicBezTo>
                      <a:pt x="15463" y="168900"/>
                      <a:pt x="10705" y="166521"/>
                      <a:pt x="4758" y="166521"/>
                    </a:cubicBezTo>
                    <a:cubicBezTo>
                      <a:pt x="4758" y="165332"/>
                      <a:pt x="3568" y="164142"/>
                      <a:pt x="3568" y="162953"/>
                    </a:cubicBezTo>
                    <a:lnTo>
                      <a:pt x="3568" y="162953"/>
                    </a:lnTo>
                    <a:cubicBezTo>
                      <a:pt x="3568" y="162953"/>
                      <a:pt x="4758" y="161763"/>
                      <a:pt x="5947" y="161763"/>
                    </a:cubicBezTo>
                    <a:cubicBezTo>
                      <a:pt x="8326" y="160574"/>
                      <a:pt x="10705" y="162953"/>
                      <a:pt x="13084" y="161763"/>
                    </a:cubicBezTo>
                    <a:cubicBezTo>
                      <a:pt x="19031" y="160574"/>
                      <a:pt x="14273" y="154627"/>
                      <a:pt x="14273" y="149869"/>
                    </a:cubicBezTo>
                    <a:cubicBezTo>
                      <a:pt x="11894" y="148679"/>
                      <a:pt x="9515" y="147490"/>
                      <a:pt x="7137" y="146301"/>
                    </a:cubicBezTo>
                    <a:cubicBezTo>
                      <a:pt x="7137" y="143922"/>
                      <a:pt x="4758" y="140354"/>
                      <a:pt x="3568" y="136785"/>
                    </a:cubicBezTo>
                    <a:cubicBezTo>
                      <a:pt x="2379" y="133217"/>
                      <a:pt x="0" y="130838"/>
                      <a:pt x="0" y="127270"/>
                    </a:cubicBezTo>
                    <a:cubicBezTo>
                      <a:pt x="0" y="124891"/>
                      <a:pt x="1190" y="120133"/>
                      <a:pt x="2379" y="116565"/>
                    </a:cubicBezTo>
                    <a:cubicBezTo>
                      <a:pt x="3568" y="109428"/>
                      <a:pt x="4758" y="103481"/>
                      <a:pt x="7137" y="96344"/>
                    </a:cubicBezTo>
                    <a:cubicBezTo>
                      <a:pt x="8326" y="93966"/>
                      <a:pt x="9515" y="90397"/>
                      <a:pt x="10705" y="86829"/>
                    </a:cubicBezTo>
                    <a:cubicBezTo>
                      <a:pt x="11894" y="83260"/>
                      <a:pt x="15463" y="82071"/>
                      <a:pt x="17842" y="79692"/>
                    </a:cubicBezTo>
                    <a:cubicBezTo>
                      <a:pt x="21410" y="74935"/>
                      <a:pt x="22599" y="66608"/>
                      <a:pt x="20221" y="60661"/>
                    </a:cubicBezTo>
                    <a:cubicBezTo>
                      <a:pt x="19031" y="58283"/>
                      <a:pt x="16652" y="55904"/>
                      <a:pt x="15463" y="53525"/>
                    </a:cubicBezTo>
                    <a:cubicBezTo>
                      <a:pt x="14273" y="49956"/>
                      <a:pt x="14273" y="45199"/>
                      <a:pt x="15463" y="42820"/>
                    </a:cubicBezTo>
                    <a:cubicBezTo>
                      <a:pt x="15463" y="40441"/>
                      <a:pt x="15463" y="38062"/>
                      <a:pt x="15463" y="35683"/>
                    </a:cubicBezTo>
                    <a:cubicBezTo>
                      <a:pt x="15463" y="30925"/>
                      <a:pt x="14273" y="27357"/>
                      <a:pt x="13084" y="22600"/>
                    </a:cubicBezTo>
                    <a:cubicBezTo>
                      <a:pt x="11894" y="19031"/>
                      <a:pt x="5947" y="8326"/>
                      <a:pt x="9515" y="5947"/>
                    </a:cubicBezTo>
                    <a:cubicBezTo>
                      <a:pt x="13084" y="2379"/>
                      <a:pt x="26168" y="4758"/>
                      <a:pt x="30925" y="4758"/>
                    </a:cubicBezTo>
                    <a:cubicBezTo>
                      <a:pt x="45198" y="3569"/>
                      <a:pt x="58282" y="4758"/>
                      <a:pt x="71366" y="1190"/>
                    </a:cubicBezTo>
                    <a:cubicBezTo>
                      <a:pt x="72556" y="1190"/>
                      <a:pt x="72556" y="1190"/>
                      <a:pt x="73745" y="0"/>
                    </a:cubicBezTo>
                    <a:cubicBezTo>
                      <a:pt x="76124" y="3569"/>
                      <a:pt x="77313" y="7137"/>
                      <a:pt x="79692" y="10705"/>
                    </a:cubicBezTo>
                    <a:cubicBezTo>
                      <a:pt x="82071" y="14273"/>
                      <a:pt x="85639" y="22600"/>
                      <a:pt x="91587" y="23789"/>
                    </a:cubicBezTo>
                    <a:cubicBezTo>
                      <a:pt x="91587" y="23789"/>
                      <a:pt x="91587" y="23789"/>
                      <a:pt x="91587" y="24978"/>
                    </a:cubicBezTo>
                    <a:cubicBezTo>
                      <a:pt x="93965" y="24978"/>
                      <a:pt x="91587" y="39252"/>
                      <a:pt x="92776" y="42820"/>
                    </a:cubicBezTo>
                    <a:cubicBezTo>
                      <a:pt x="93965" y="45199"/>
                      <a:pt x="97534" y="47577"/>
                      <a:pt x="97534" y="51146"/>
                    </a:cubicBezTo>
                    <a:cubicBezTo>
                      <a:pt x="97534" y="54714"/>
                      <a:pt x="92776" y="54714"/>
                      <a:pt x="93965" y="58283"/>
                    </a:cubicBezTo>
                    <a:cubicBezTo>
                      <a:pt x="93965" y="60661"/>
                      <a:pt x="97534" y="63040"/>
                      <a:pt x="97534" y="65419"/>
                    </a:cubicBezTo>
                    <a:cubicBezTo>
                      <a:pt x="97534" y="66608"/>
                      <a:pt x="96344" y="67798"/>
                      <a:pt x="96344" y="70177"/>
                    </a:cubicBezTo>
                    <a:cubicBezTo>
                      <a:pt x="96344" y="72556"/>
                      <a:pt x="97534" y="72556"/>
                      <a:pt x="97534" y="74935"/>
                    </a:cubicBezTo>
                    <a:cubicBezTo>
                      <a:pt x="97534" y="77313"/>
                      <a:pt x="97534" y="77313"/>
                      <a:pt x="97534" y="78503"/>
                    </a:cubicBezTo>
                    <a:cubicBezTo>
                      <a:pt x="97534" y="79692"/>
                      <a:pt x="96344" y="80882"/>
                      <a:pt x="96344" y="83260"/>
                    </a:cubicBezTo>
                    <a:cubicBezTo>
                      <a:pt x="96344" y="85639"/>
                      <a:pt x="98723" y="88018"/>
                      <a:pt x="99912" y="91587"/>
                    </a:cubicBezTo>
                    <a:cubicBezTo>
                      <a:pt x="102291" y="102291"/>
                      <a:pt x="96344" y="110618"/>
                      <a:pt x="96344" y="121323"/>
                    </a:cubicBezTo>
                    <a:cubicBezTo>
                      <a:pt x="96344" y="126080"/>
                      <a:pt x="98723" y="128459"/>
                      <a:pt x="101102" y="132027"/>
                    </a:cubicBezTo>
                    <a:cubicBezTo>
                      <a:pt x="103481" y="137975"/>
                      <a:pt x="103481" y="140354"/>
                      <a:pt x="104670" y="142732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60F1E944-6227-510E-6E43-D3FD03078E1B}"/>
                  </a:ext>
                </a:extLst>
              </p:cNvPr>
              <p:cNvSpPr/>
              <p:nvPr/>
            </p:nvSpPr>
            <p:spPr>
              <a:xfrm>
                <a:off x="5371346" y="3450628"/>
                <a:ext cx="300926" cy="235507"/>
              </a:xfrm>
              <a:custGeom>
                <a:avLst/>
                <a:gdLst>
                  <a:gd name="connsiteX0" fmla="*/ 298548 w 300926"/>
                  <a:gd name="connsiteY0" fmla="*/ 98723 h 235507"/>
                  <a:gd name="connsiteX1" fmla="*/ 286654 w 300926"/>
                  <a:gd name="connsiteY1" fmla="*/ 111807 h 235507"/>
                  <a:gd name="connsiteX2" fmla="*/ 262865 w 300926"/>
                  <a:gd name="connsiteY2" fmla="*/ 112996 h 235507"/>
                  <a:gd name="connsiteX3" fmla="*/ 240266 w 300926"/>
                  <a:gd name="connsiteY3" fmla="*/ 145111 h 235507"/>
                  <a:gd name="connsiteX4" fmla="*/ 183173 w 300926"/>
                  <a:gd name="connsiteY4" fmla="*/ 181983 h 235507"/>
                  <a:gd name="connsiteX5" fmla="*/ 145111 w 300926"/>
                  <a:gd name="connsiteY5" fmla="*/ 190310 h 235507"/>
                  <a:gd name="connsiteX6" fmla="*/ 111807 w 300926"/>
                  <a:gd name="connsiteY6" fmla="*/ 205772 h 235507"/>
                  <a:gd name="connsiteX7" fmla="*/ 103481 w 300926"/>
                  <a:gd name="connsiteY7" fmla="*/ 211719 h 235507"/>
                  <a:gd name="connsiteX8" fmla="*/ 103481 w 300926"/>
                  <a:gd name="connsiteY8" fmla="*/ 235508 h 235507"/>
                  <a:gd name="connsiteX9" fmla="*/ 0 w 300926"/>
                  <a:gd name="connsiteY9" fmla="*/ 235508 h 235507"/>
                  <a:gd name="connsiteX10" fmla="*/ 0 w 300926"/>
                  <a:gd name="connsiteY10" fmla="*/ 235508 h 235507"/>
                  <a:gd name="connsiteX11" fmla="*/ 0 w 300926"/>
                  <a:gd name="connsiteY11" fmla="*/ 235508 h 235507"/>
                  <a:gd name="connsiteX12" fmla="*/ 14273 w 300926"/>
                  <a:gd name="connsiteY12" fmla="*/ 224803 h 235507"/>
                  <a:gd name="connsiteX13" fmla="*/ 36873 w 300926"/>
                  <a:gd name="connsiteY13" fmla="*/ 217666 h 235507"/>
                  <a:gd name="connsiteX14" fmla="*/ 53525 w 300926"/>
                  <a:gd name="connsiteY14" fmla="*/ 205772 h 235507"/>
                  <a:gd name="connsiteX15" fmla="*/ 66608 w 300926"/>
                  <a:gd name="connsiteY15" fmla="*/ 190310 h 235507"/>
                  <a:gd name="connsiteX16" fmla="*/ 80881 w 300926"/>
                  <a:gd name="connsiteY16" fmla="*/ 173658 h 235507"/>
                  <a:gd name="connsiteX17" fmla="*/ 82071 w 300926"/>
                  <a:gd name="connsiteY17" fmla="*/ 160574 h 235507"/>
                  <a:gd name="connsiteX18" fmla="*/ 80881 w 300926"/>
                  <a:gd name="connsiteY18" fmla="*/ 154627 h 235507"/>
                  <a:gd name="connsiteX19" fmla="*/ 82071 w 300926"/>
                  <a:gd name="connsiteY19" fmla="*/ 148679 h 235507"/>
                  <a:gd name="connsiteX20" fmla="*/ 78503 w 300926"/>
                  <a:gd name="connsiteY20" fmla="*/ 139164 h 235507"/>
                  <a:gd name="connsiteX21" fmla="*/ 82071 w 300926"/>
                  <a:gd name="connsiteY21" fmla="*/ 128459 h 235507"/>
                  <a:gd name="connsiteX22" fmla="*/ 95155 w 300926"/>
                  <a:gd name="connsiteY22" fmla="*/ 111807 h 235507"/>
                  <a:gd name="connsiteX23" fmla="*/ 92776 w 300926"/>
                  <a:gd name="connsiteY23" fmla="*/ 95155 h 235507"/>
                  <a:gd name="connsiteX24" fmla="*/ 116564 w 300926"/>
                  <a:gd name="connsiteY24" fmla="*/ 78503 h 235507"/>
                  <a:gd name="connsiteX25" fmla="*/ 139164 w 300926"/>
                  <a:gd name="connsiteY25" fmla="*/ 64229 h 235507"/>
                  <a:gd name="connsiteX26" fmla="*/ 159384 w 300926"/>
                  <a:gd name="connsiteY26" fmla="*/ 51146 h 235507"/>
                  <a:gd name="connsiteX27" fmla="*/ 167710 w 300926"/>
                  <a:gd name="connsiteY27" fmla="*/ 40441 h 235507"/>
                  <a:gd name="connsiteX28" fmla="*/ 171279 w 300926"/>
                  <a:gd name="connsiteY28" fmla="*/ 27357 h 235507"/>
                  <a:gd name="connsiteX29" fmla="*/ 176036 w 300926"/>
                  <a:gd name="connsiteY29" fmla="*/ 14273 h 235507"/>
                  <a:gd name="connsiteX30" fmla="*/ 180794 w 300926"/>
                  <a:gd name="connsiteY30" fmla="*/ 2379 h 235507"/>
                  <a:gd name="connsiteX31" fmla="*/ 193878 w 300926"/>
                  <a:gd name="connsiteY31" fmla="*/ 0 h 235507"/>
                  <a:gd name="connsiteX32" fmla="*/ 193878 w 300926"/>
                  <a:gd name="connsiteY32" fmla="*/ 9516 h 235507"/>
                  <a:gd name="connsiteX33" fmla="*/ 198636 w 300926"/>
                  <a:gd name="connsiteY33" fmla="*/ 14273 h 235507"/>
                  <a:gd name="connsiteX34" fmla="*/ 211719 w 300926"/>
                  <a:gd name="connsiteY34" fmla="*/ 21410 h 235507"/>
                  <a:gd name="connsiteX35" fmla="*/ 228372 w 300926"/>
                  <a:gd name="connsiteY35" fmla="*/ 19031 h 235507"/>
                  <a:gd name="connsiteX36" fmla="*/ 245024 w 300926"/>
                  <a:gd name="connsiteY36" fmla="*/ 17842 h 235507"/>
                  <a:gd name="connsiteX37" fmla="*/ 249781 w 300926"/>
                  <a:gd name="connsiteY37" fmla="*/ 13084 h 235507"/>
                  <a:gd name="connsiteX38" fmla="*/ 260486 w 300926"/>
                  <a:gd name="connsiteY38" fmla="*/ 22599 h 235507"/>
                  <a:gd name="connsiteX39" fmla="*/ 273570 w 300926"/>
                  <a:gd name="connsiteY39" fmla="*/ 21410 h 235507"/>
                  <a:gd name="connsiteX40" fmla="*/ 280707 w 300926"/>
                  <a:gd name="connsiteY40" fmla="*/ 36873 h 235507"/>
                  <a:gd name="connsiteX41" fmla="*/ 281896 w 300926"/>
                  <a:gd name="connsiteY41" fmla="*/ 57093 h 235507"/>
                  <a:gd name="connsiteX42" fmla="*/ 290222 w 300926"/>
                  <a:gd name="connsiteY42" fmla="*/ 93965 h 235507"/>
                  <a:gd name="connsiteX43" fmla="*/ 300927 w 300926"/>
                  <a:gd name="connsiteY43" fmla="*/ 97534 h 235507"/>
                  <a:gd name="connsiteX44" fmla="*/ 298548 w 300926"/>
                  <a:gd name="connsiteY44" fmla="*/ 98723 h 235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00926" h="235507">
                    <a:moveTo>
                      <a:pt x="298548" y="98723"/>
                    </a:moveTo>
                    <a:cubicBezTo>
                      <a:pt x="290222" y="103481"/>
                      <a:pt x="298548" y="109428"/>
                      <a:pt x="286654" y="111807"/>
                    </a:cubicBezTo>
                    <a:cubicBezTo>
                      <a:pt x="278328" y="112996"/>
                      <a:pt x="270002" y="111807"/>
                      <a:pt x="262865" y="112996"/>
                    </a:cubicBezTo>
                    <a:cubicBezTo>
                      <a:pt x="252160" y="115375"/>
                      <a:pt x="239077" y="132027"/>
                      <a:pt x="240266" y="145111"/>
                    </a:cubicBezTo>
                    <a:cubicBezTo>
                      <a:pt x="220045" y="155816"/>
                      <a:pt x="202204" y="170089"/>
                      <a:pt x="183173" y="181983"/>
                    </a:cubicBezTo>
                    <a:cubicBezTo>
                      <a:pt x="171279" y="189120"/>
                      <a:pt x="159384" y="189120"/>
                      <a:pt x="145111" y="190310"/>
                    </a:cubicBezTo>
                    <a:cubicBezTo>
                      <a:pt x="130838" y="191499"/>
                      <a:pt x="123701" y="197446"/>
                      <a:pt x="111807" y="205772"/>
                    </a:cubicBezTo>
                    <a:cubicBezTo>
                      <a:pt x="109428" y="208151"/>
                      <a:pt x="105860" y="209341"/>
                      <a:pt x="103481" y="211719"/>
                    </a:cubicBezTo>
                    <a:lnTo>
                      <a:pt x="103481" y="235508"/>
                    </a:lnTo>
                    <a:cubicBezTo>
                      <a:pt x="74934" y="235508"/>
                      <a:pt x="0" y="235508"/>
                      <a:pt x="0" y="235508"/>
                    </a:cubicBezTo>
                    <a:cubicBezTo>
                      <a:pt x="0" y="235508"/>
                      <a:pt x="0" y="235508"/>
                      <a:pt x="0" y="235508"/>
                    </a:cubicBezTo>
                    <a:lnTo>
                      <a:pt x="0" y="235508"/>
                    </a:lnTo>
                    <a:cubicBezTo>
                      <a:pt x="4758" y="229561"/>
                      <a:pt x="5947" y="227182"/>
                      <a:pt x="14273" y="224803"/>
                    </a:cubicBezTo>
                    <a:cubicBezTo>
                      <a:pt x="22599" y="222424"/>
                      <a:pt x="29736" y="223614"/>
                      <a:pt x="36873" y="217666"/>
                    </a:cubicBezTo>
                    <a:cubicBezTo>
                      <a:pt x="42820" y="210530"/>
                      <a:pt x="45198" y="209341"/>
                      <a:pt x="53525" y="205772"/>
                    </a:cubicBezTo>
                    <a:cubicBezTo>
                      <a:pt x="60661" y="203393"/>
                      <a:pt x="65419" y="197446"/>
                      <a:pt x="66608" y="190310"/>
                    </a:cubicBezTo>
                    <a:cubicBezTo>
                      <a:pt x="71366" y="187931"/>
                      <a:pt x="78503" y="179605"/>
                      <a:pt x="80881" y="173658"/>
                    </a:cubicBezTo>
                    <a:cubicBezTo>
                      <a:pt x="83260" y="168900"/>
                      <a:pt x="82071" y="165331"/>
                      <a:pt x="82071" y="160574"/>
                    </a:cubicBezTo>
                    <a:cubicBezTo>
                      <a:pt x="82071" y="158195"/>
                      <a:pt x="80881" y="158195"/>
                      <a:pt x="80881" y="154627"/>
                    </a:cubicBezTo>
                    <a:cubicBezTo>
                      <a:pt x="80881" y="153437"/>
                      <a:pt x="82071" y="151058"/>
                      <a:pt x="82071" y="148679"/>
                    </a:cubicBezTo>
                    <a:cubicBezTo>
                      <a:pt x="82071" y="145111"/>
                      <a:pt x="78503" y="142732"/>
                      <a:pt x="78503" y="139164"/>
                    </a:cubicBezTo>
                    <a:cubicBezTo>
                      <a:pt x="77313" y="133217"/>
                      <a:pt x="79692" y="133217"/>
                      <a:pt x="82071" y="128459"/>
                    </a:cubicBezTo>
                    <a:cubicBezTo>
                      <a:pt x="85639" y="122512"/>
                      <a:pt x="86829" y="111807"/>
                      <a:pt x="95155" y="111807"/>
                    </a:cubicBezTo>
                    <a:cubicBezTo>
                      <a:pt x="97534" y="105860"/>
                      <a:pt x="95155" y="99912"/>
                      <a:pt x="92776" y="95155"/>
                    </a:cubicBezTo>
                    <a:cubicBezTo>
                      <a:pt x="98723" y="88018"/>
                      <a:pt x="108239" y="83260"/>
                      <a:pt x="116564" y="78503"/>
                    </a:cubicBezTo>
                    <a:cubicBezTo>
                      <a:pt x="124891" y="73745"/>
                      <a:pt x="130838" y="68987"/>
                      <a:pt x="139164" y="64229"/>
                    </a:cubicBezTo>
                    <a:cubicBezTo>
                      <a:pt x="146300" y="59472"/>
                      <a:pt x="153437" y="57093"/>
                      <a:pt x="159384" y="51146"/>
                    </a:cubicBezTo>
                    <a:cubicBezTo>
                      <a:pt x="161763" y="48767"/>
                      <a:pt x="166521" y="44009"/>
                      <a:pt x="167710" y="40441"/>
                    </a:cubicBezTo>
                    <a:cubicBezTo>
                      <a:pt x="168900" y="35683"/>
                      <a:pt x="167710" y="32115"/>
                      <a:pt x="171279" y="27357"/>
                    </a:cubicBezTo>
                    <a:cubicBezTo>
                      <a:pt x="173658" y="22599"/>
                      <a:pt x="174847" y="20220"/>
                      <a:pt x="176036" y="14273"/>
                    </a:cubicBezTo>
                    <a:cubicBezTo>
                      <a:pt x="176036" y="8326"/>
                      <a:pt x="178415" y="7137"/>
                      <a:pt x="180794" y="2379"/>
                    </a:cubicBezTo>
                    <a:cubicBezTo>
                      <a:pt x="185552" y="2379"/>
                      <a:pt x="189120" y="0"/>
                      <a:pt x="193878" y="0"/>
                    </a:cubicBezTo>
                    <a:cubicBezTo>
                      <a:pt x="193878" y="2379"/>
                      <a:pt x="192689" y="7137"/>
                      <a:pt x="193878" y="9516"/>
                    </a:cubicBezTo>
                    <a:cubicBezTo>
                      <a:pt x="195067" y="14273"/>
                      <a:pt x="196257" y="11894"/>
                      <a:pt x="198636" y="14273"/>
                    </a:cubicBezTo>
                    <a:cubicBezTo>
                      <a:pt x="203393" y="17842"/>
                      <a:pt x="204583" y="21410"/>
                      <a:pt x="211719" y="21410"/>
                    </a:cubicBezTo>
                    <a:cubicBezTo>
                      <a:pt x="217666" y="21410"/>
                      <a:pt x="222424" y="17842"/>
                      <a:pt x="228372" y="19031"/>
                    </a:cubicBezTo>
                    <a:cubicBezTo>
                      <a:pt x="234319" y="19031"/>
                      <a:pt x="239077" y="20220"/>
                      <a:pt x="245024" y="17842"/>
                    </a:cubicBezTo>
                    <a:cubicBezTo>
                      <a:pt x="246213" y="16652"/>
                      <a:pt x="247402" y="14273"/>
                      <a:pt x="249781" y="13084"/>
                    </a:cubicBezTo>
                    <a:cubicBezTo>
                      <a:pt x="252160" y="19031"/>
                      <a:pt x="252160" y="22599"/>
                      <a:pt x="260486" y="22599"/>
                    </a:cubicBezTo>
                    <a:cubicBezTo>
                      <a:pt x="265244" y="22599"/>
                      <a:pt x="268812" y="21410"/>
                      <a:pt x="273570" y="21410"/>
                    </a:cubicBezTo>
                    <a:cubicBezTo>
                      <a:pt x="274760" y="26168"/>
                      <a:pt x="279517" y="32115"/>
                      <a:pt x="280707" y="36873"/>
                    </a:cubicBezTo>
                    <a:cubicBezTo>
                      <a:pt x="281896" y="42820"/>
                      <a:pt x="283085" y="49956"/>
                      <a:pt x="281896" y="57093"/>
                    </a:cubicBezTo>
                    <a:cubicBezTo>
                      <a:pt x="281896" y="67798"/>
                      <a:pt x="283085" y="85639"/>
                      <a:pt x="290222" y="93965"/>
                    </a:cubicBezTo>
                    <a:cubicBezTo>
                      <a:pt x="293791" y="95155"/>
                      <a:pt x="296169" y="96344"/>
                      <a:pt x="300927" y="97534"/>
                    </a:cubicBezTo>
                    <a:cubicBezTo>
                      <a:pt x="298548" y="96344"/>
                      <a:pt x="298548" y="98723"/>
                      <a:pt x="298548" y="98723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5B457A33-5078-7A0D-237D-1D9D5B692C11}"/>
                  </a:ext>
                </a:extLst>
              </p:cNvPr>
              <p:cNvSpPr/>
              <p:nvPr/>
            </p:nvSpPr>
            <p:spPr>
              <a:xfrm>
                <a:off x="5263108" y="3696842"/>
                <a:ext cx="303305" cy="335420"/>
              </a:xfrm>
              <a:custGeom>
                <a:avLst/>
                <a:gdLst>
                  <a:gd name="connsiteX0" fmla="*/ 299738 w 303305"/>
                  <a:gd name="connsiteY0" fmla="*/ 293790 h 335420"/>
                  <a:gd name="connsiteX1" fmla="*/ 292601 w 303305"/>
                  <a:gd name="connsiteY1" fmla="*/ 315200 h 335420"/>
                  <a:gd name="connsiteX2" fmla="*/ 220045 w 303305"/>
                  <a:gd name="connsiteY2" fmla="*/ 317579 h 335420"/>
                  <a:gd name="connsiteX3" fmla="*/ 199825 w 303305"/>
                  <a:gd name="connsiteY3" fmla="*/ 312821 h 335420"/>
                  <a:gd name="connsiteX4" fmla="*/ 186741 w 303305"/>
                  <a:gd name="connsiteY4" fmla="*/ 316389 h 335420"/>
                  <a:gd name="connsiteX5" fmla="*/ 185552 w 303305"/>
                  <a:gd name="connsiteY5" fmla="*/ 306874 h 335420"/>
                  <a:gd name="connsiteX6" fmla="*/ 160574 w 303305"/>
                  <a:gd name="connsiteY6" fmla="*/ 321147 h 335420"/>
                  <a:gd name="connsiteX7" fmla="*/ 153437 w 303305"/>
                  <a:gd name="connsiteY7" fmla="*/ 309253 h 335420"/>
                  <a:gd name="connsiteX8" fmla="*/ 137975 w 303305"/>
                  <a:gd name="connsiteY8" fmla="*/ 309253 h 335420"/>
                  <a:gd name="connsiteX9" fmla="*/ 135596 w 303305"/>
                  <a:gd name="connsiteY9" fmla="*/ 327095 h 335420"/>
                  <a:gd name="connsiteX10" fmla="*/ 123701 w 303305"/>
                  <a:gd name="connsiteY10" fmla="*/ 334231 h 335420"/>
                  <a:gd name="connsiteX11" fmla="*/ 122512 w 303305"/>
                  <a:gd name="connsiteY11" fmla="*/ 335420 h 335420"/>
                  <a:gd name="connsiteX12" fmla="*/ 109428 w 303305"/>
                  <a:gd name="connsiteY12" fmla="*/ 325905 h 335420"/>
                  <a:gd name="connsiteX13" fmla="*/ 102291 w 303305"/>
                  <a:gd name="connsiteY13" fmla="*/ 317579 h 335420"/>
                  <a:gd name="connsiteX14" fmla="*/ 92776 w 303305"/>
                  <a:gd name="connsiteY14" fmla="*/ 300927 h 335420"/>
                  <a:gd name="connsiteX15" fmla="*/ 82071 w 303305"/>
                  <a:gd name="connsiteY15" fmla="*/ 299737 h 335420"/>
                  <a:gd name="connsiteX16" fmla="*/ 76124 w 303305"/>
                  <a:gd name="connsiteY16" fmla="*/ 293790 h 335420"/>
                  <a:gd name="connsiteX17" fmla="*/ 42820 w 303305"/>
                  <a:gd name="connsiteY17" fmla="*/ 286654 h 335420"/>
                  <a:gd name="connsiteX18" fmla="*/ 33304 w 303305"/>
                  <a:gd name="connsiteY18" fmla="*/ 289033 h 335420"/>
                  <a:gd name="connsiteX19" fmla="*/ 22599 w 303305"/>
                  <a:gd name="connsiteY19" fmla="*/ 290222 h 335420"/>
                  <a:gd name="connsiteX20" fmla="*/ 16652 w 303305"/>
                  <a:gd name="connsiteY20" fmla="*/ 296169 h 335420"/>
                  <a:gd name="connsiteX21" fmla="*/ 10705 w 303305"/>
                  <a:gd name="connsiteY21" fmla="*/ 297359 h 335420"/>
                  <a:gd name="connsiteX22" fmla="*/ 15463 w 303305"/>
                  <a:gd name="connsiteY22" fmla="*/ 272381 h 335420"/>
                  <a:gd name="connsiteX23" fmla="*/ 22599 w 303305"/>
                  <a:gd name="connsiteY23" fmla="*/ 239076 h 335420"/>
                  <a:gd name="connsiteX24" fmla="*/ 11894 w 303305"/>
                  <a:gd name="connsiteY24" fmla="*/ 212909 h 335420"/>
                  <a:gd name="connsiteX25" fmla="*/ 15463 w 303305"/>
                  <a:gd name="connsiteY25" fmla="*/ 204583 h 335420"/>
                  <a:gd name="connsiteX26" fmla="*/ 16652 w 303305"/>
                  <a:gd name="connsiteY26" fmla="*/ 190310 h 335420"/>
                  <a:gd name="connsiteX27" fmla="*/ 13084 w 303305"/>
                  <a:gd name="connsiteY27" fmla="*/ 179604 h 335420"/>
                  <a:gd name="connsiteX28" fmla="*/ 5947 w 303305"/>
                  <a:gd name="connsiteY28" fmla="*/ 173657 h 335420"/>
                  <a:gd name="connsiteX29" fmla="*/ 2379 w 303305"/>
                  <a:gd name="connsiteY29" fmla="*/ 178415 h 335420"/>
                  <a:gd name="connsiteX30" fmla="*/ 0 w 303305"/>
                  <a:gd name="connsiteY30" fmla="*/ 177226 h 335420"/>
                  <a:gd name="connsiteX31" fmla="*/ 2379 w 303305"/>
                  <a:gd name="connsiteY31" fmla="*/ 159384 h 335420"/>
                  <a:gd name="connsiteX32" fmla="*/ 2379 w 303305"/>
                  <a:gd name="connsiteY32" fmla="*/ 160574 h 335420"/>
                  <a:gd name="connsiteX33" fmla="*/ 105860 w 303305"/>
                  <a:gd name="connsiteY33" fmla="*/ 159384 h 335420"/>
                  <a:gd name="connsiteX34" fmla="*/ 104671 w 303305"/>
                  <a:gd name="connsiteY34" fmla="*/ 115375 h 335420"/>
                  <a:gd name="connsiteX35" fmla="*/ 115375 w 303305"/>
                  <a:gd name="connsiteY35" fmla="*/ 102291 h 335420"/>
                  <a:gd name="connsiteX36" fmla="*/ 124891 w 303305"/>
                  <a:gd name="connsiteY36" fmla="*/ 101102 h 335420"/>
                  <a:gd name="connsiteX37" fmla="*/ 129648 w 303305"/>
                  <a:gd name="connsiteY37" fmla="*/ 93965 h 335420"/>
                  <a:gd name="connsiteX38" fmla="*/ 128459 w 303305"/>
                  <a:gd name="connsiteY38" fmla="*/ 34494 h 335420"/>
                  <a:gd name="connsiteX39" fmla="*/ 211720 w 303305"/>
                  <a:gd name="connsiteY39" fmla="*/ 34494 h 335420"/>
                  <a:gd name="connsiteX40" fmla="*/ 211720 w 303305"/>
                  <a:gd name="connsiteY40" fmla="*/ 0 h 335420"/>
                  <a:gd name="connsiteX41" fmla="*/ 303306 w 303305"/>
                  <a:gd name="connsiteY41" fmla="*/ 60661 h 335420"/>
                  <a:gd name="connsiteX42" fmla="*/ 273570 w 303305"/>
                  <a:gd name="connsiteY42" fmla="*/ 63040 h 335420"/>
                  <a:gd name="connsiteX43" fmla="*/ 293791 w 303305"/>
                  <a:gd name="connsiteY43" fmla="*/ 290222 h 335420"/>
                  <a:gd name="connsiteX44" fmla="*/ 299738 w 303305"/>
                  <a:gd name="connsiteY44" fmla="*/ 293790 h 335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03305" h="335420">
                    <a:moveTo>
                      <a:pt x="299738" y="293790"/>
                    </a:moveTo>
                    <a:cubicBezTo>
                      <a:pt x="299738" y="296169"/>
                      <a:pt x="293791" y="311632"/>
                      <a:pt x="292601" y="315200"/>
                    </a:cubicBezTo>
                    <a:cubicBezTo>
                      <a:pt x="275949" y="316389"/>
                      <a:pt x="228372" y="317579"/>
                      <a:pt x="220045" y="317579"/>
                    </a:cubicBezTo>
                    <a:cubicBezTo>
                      <a:pt x="214098" y="317579"/>
                      <a:pt x="198636" y="321147"/>
                      <a:pt x="199825" y="312821"/>
                    </a:cubicBezTo>
                    <a:cubicBezTo>
                      <a:pt x="193878" y="310442"/>
                      <a:pt x="192689" y="315200"/>
                      <a:pt x="186741" y="316389"/>
                    </a:cubicBezTo>
                    <a:cubicBezTo>
                      <a:pt x="184362" y="314011"/>
                      <a:pt x="185552" y="310442"/>
                      <a:pt x="185552" y="306874"/>
                    </a:cubicBezTo>
                    <a:cubicBezTo>
                      <a:pt x="173658" y="305685"/>
                      <a:pt x="165331" y="309253"/>
                      <a:pt x="160574" y="321147"/>
                    </a:cubicBezTo>
                    <a:cubicBezTo>
                      <a:pt x="157006" y="317579"/>
                      <a:pt x="155816" y="311632"/>
                      <a:pt x="153437" y="309253"/>
                    </a:cubicBezTo>
                    <a:cubicBezTo>
                      <a:pt x="149869" y="306874"/>
                      <a:pt x="142732" y="309253"/>
                      <a:pt x="137975" y="309253"/>
                    </a:cubicBezTo>
                    <a:cubicBezTo>
                      <a:pt x="137975" y="315200"/>
                      <a:pt x="137975" y="322337"/>
                      <a:pt x="135596" y="327095"/>
                    </a:cubicBezTo>
                    <a:cubicBezTo>
                      <a:pt x="133217" y="331852"/>
                      <a:pt x="126080" y="330663"/>
                      <a:pt x="123701" y="334231"/>
                    </a:cubicBezTo>
                    <a:cubicBezTo>
                      <a:pt x="123701" y="334231"/>
                      <a:pt x="123701" y="335420"/>
                      <a:pt x="122512" y="335420"/>
                    </a:cubicBezTo>
                    <a:cubicBezTo>
                      <a:pt x="120133" y="328284"/>
                      <a:pt x="116565" y="328284"/>
                      <a:pt x="109428" y="325905"/>
                    </a:cubicBezTo>
                    <a:cubicBezTo>
                      <a:pt x="109428" y="321147"/>
                      <a:pt x="107049" y="318768"/>
                      <a:pt x="102291" y="317579"/>
                    </a:cubicBezTo>
                    <a:cubicBezTo>
                      <a:pt x="99912" y="312821"/>
                      <a:pt x="97534" y="303306"/>
                      <a:pt x="92776" y="300927"/>
                    </a:cubicBezTo>
                    <a:cubicBezTo>
                      <a:pt x="90397" y="299737"/>
                      <a:pt x="85639" y="300927"/>
                      <a:pt x="82071" y="299737"/>
                    </a:cubicBezTo>
                    <a:cubicBezTo>
                      <a:pt x="78503" y="298548"/>
                      <a:pt x="78503" y="296169"/>
                      <a:pt x="76124" y="293790"/>
                    </a:cubicBezTo>
                    <a:cubicBezTo>
                      <a:pt x="70177" y="287843"/>
                      <a:pt x="48767" y="275949"/>
                      <a:pt x="42820" y="286654"/>
                    </a:cubicBezTo>
                    <a:cubicBezTo>
                      <a:pt x="39252" y="286654"/>
                      <a:pt x="36873" y="289033"/>
                      <a:pt x="33304" y="289033"/>
                    </a:cubicBezTo>
                    <a:cubicBezTo>
                      <a:pt x="30925" y="290222"/>
                      <a:pt x="24978" y="289033"/>
                      <a:pt x="22599" y="290222"/>
                    </a:cubicBezTo>
                    <a:cubicBezTo>
                      <a:pt x="20221" y="291412"/>
                      <a:pt x="19031" y="294980"/>
                      <a:pt x="16652" y="296169"/>
                    </a:cubicBezTo>
                    <a:cubicBezTo>
                      <a:pt x="14273" y="297359"/>
                      <a:pt x="13084" y="297359"/>
                      <a:pt x="10705" y="297359"/>
                    </a:cubicBezTo>
                    <a:cubicBezTo>
                      <a:pt x="11894" y="289033"/>
                      <a:pt x="11894" y="280706"/>
                      <a:pt x="15463" y="272381"/>
                    </a:cubicBezTo>
                    <a:cubicBezTo>
                      <a:pt x="20221" y="262865"/>
                      <a:pt x="23789" y="250971"/>
                      <a:pt x="22599" y="239076"/>
                    </a:cubicBezTo>
                    <a:cubicBezTo>
                      <a:pt x="21410" y="229561"/>
                      <a:pt x="17842" y="217666"/>
                      <a:pt x="11894" y="212909"/>
                    </a:cubicBezTo>
                    <a:cubicBezTo>
                      <a:pt x="5947" y="206962"/>
                      <a:pt x="11894" y="209340"/>
                      <a:pt x="15463" y="204583"/>
                    </a:cubicBezTo>
                    <a:cubicBezTo>
                      <a:pt x="17842" y="201014"/>
                      <a:pt x="16652" y="193878"/>
                      <a:pt x="16652" y="190310"/>
                    </a:cubicBezTo>
                    <a:cubicBezTo>
                      <a:pt x="16652" y="187931"/>
                      <a:pt x="17842" y="181983"/>
                      <a:pt x="13084" y="179604"/>
                    </a:cubicBezTo>
                    <a:cubicBezTo>
                      <a:pt x="8326" y="177226"/>
                      <a:pt x="8326" y="179604"/>
                      <a:pt x="5947" y="173657"/>
                    </a:cubicBezTo>
                    <a:cubicBezTo>
                      <a:pt x="5947" y="174847"/>
                      <a:pt x="2379" y="177226"/>
                      <a:pt x="2379" y="178415"/>
                    </a:cubicBezTo>
                    <a:cubicBezTo>
                      <a:pt x="1190" y="178415"/>
                      <a:pt x="1190" y="178415"/>
                      <a:pt x="0" y="177226"/>
                    </a:cubicBezTo>
                    <a:cubicBezTo>
                      <a:pt x="1190" y="170089"/>
                      <a:pt x="1190" y="165331"/>
                      <a:pt x="2379" y="159384"/>
                    </a:cubicBezTo>
                    <a:cubicBezTo>
                      <a:pt x="2379" y="159384"/>
                      <a:pt x="2379" y="160574"/>
                      <a:pt x="2379" y="160574"/>
                    </a:cubicBezTo>
                    <a:cubicBezTo>
                      <a:pt x="16652" y="161763"/>
                      <a:pt x="101102" y="159384"/>
                      <a:pt x="105860" y="159384"/>
                    </a:cubicBezTo>
                    <a:cubicBezTo>
                      <a:pt x="105860" y="152248"/>
                      <a:pt x="104671" y="122512"/>
                      <a:pt x="104671" y="115375"/>
                    </a:cubicBezTo>
                    <a:cubicBezTo>
                      <a:pt x="104671" y="105860"/>
                      <a:pt x="107049" y="103481"/>
                      <a:pt x="115375" y="102291"/>
                    </a:cubicBezTo>
                    <a:cubicBezTo>
                      <a:pt x="118944" y="102291"/>
                      <a:pt x="122512" y="101102"/>
                      <a:pt x="124891" y="101102"/>
                    </a:cubicBezTo>
                    <a:cubicBezTo>
                      <a:pt x="129648" y="99912"/>
                      <a:pt x="129648" y="98723"/>
                      <a:pt x="129648" y="93965"/>
                    </a:cubicBezTo>
                    <a:cubicBezTo>
                      <a:pt x="128459" y="74934"/>
                      <a:pt x="127270" y="54714"/>
                      <a:pt x="128459" y="34494"/>
                    </a:cubicBezTo>
                    <a:cubicBezTo>
                      <a:pt x="142732" y="33304"/>
                      <a:pt x="211720" y="34494"/>
                      <a:pt x="211720" y="34494"/>
                    </a:cubicBezTo>
                    <a:lnTo>
                      <a:pt x="211720" y="0"/>
                    </a:lnTo>
                    <a:cubicBezTo>
                      <a:pt x="215288" y="2379"/>
                      <a:pt x="255729" y="29736"/>
                      <a:pt x="303306" y="60661"/>
                    </a:cubicBezTo>
                    <a:cubicBezTo>
                      <a:pt x="291412" y="61850"/>
                      <a:pt x="273570" y="63040"/>
                      <a:pt x="273570" y="63040"/>
                    </a:cubicBezTo>
                    <a:lnTo>
                      <a:pt x="293791" y="290222"/>
                    </a:lnTo>
                    <a:lnTo>
                      <a:pt x="299738" y="293790"/>
                    </a:ln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AEAD4631-0C9D-9EE1-5457-8E6AECC03663}"/>
                  </a:ext>
                </a:extLst>
              </p:cNvPr>
              <p:cNvSpPr/>
              <p:nvPr/>
            </p:nvSpPr>
            <p:spPr>
              <a:xfrm>
                <a:off x="6155184" y="2709118"/>
                <a:ext cx="165331" cy="86131"/>
              </a:xfrm>
              <a:custGeom>
                <a:avLst/>
                <a:gdLst>
                  <a:gd name="connsiteX0" fmla="*/ 164142 w 165331"/>
                  <a:gd name="connsiteY0" fmla="*/ 65912 h 86131"/>
                  <a:gd name="connsiteX1" fmla="*/ 160574 w 165331"/>
                  <a:gd name="connsiteY1" fmla="*/ 68290 h 86131"/>
                  <a:gd name="connsiteX2" fmla="*/ 158195 w 165331"/>
                  <a:gd name="connsiteY2" fmla="*/ 74238 h 86131"/>
                  <a:gd name="connsiteX3" fmla="*/ 152248 w 165331"/>
                  <a:gd name="connsiteY3" fmla="*/ 78995 h 86131"/>
                  <a:gd name="connsiteX4" fmla="*/ 153437 w 165331"/>
                  <a:gd name="connsiteY4" fmla="*/ 83753 h 86131"/>
                  <a:gd name="connsiteX5" fmla="*/ 148679 w 165331"/>
                  <a:gd name="connsiteY5" fmla="*/ 83753 h 86131"/>
                  <a:gd name="connsiteX6" fmla="*/ 140354 w 165331"/>
                  <a:gd name="connsiteY6" fmla="*/ 84943 h 86131"/>
                  <a:gd name="connsiteX7" fmla="*/ 132027 w 165331"/>
                  <a:gd name="connsiteY7" fmla="*/ 86132 h 86131"/>
                  <a:gd name="connsiteX8" fmla="*/ 132027 w 165331"/>
                  <a:gd name="connsiteY8" fmla="*/ 86132 h 86131"/>
                  <a:gd name="connsiteX9" fmla="*/ 122512 w 165331"/>
                  <a:gd name="connsiteY9" fmla="*/ 84943 h 86131"/>
                  <a:gd name="connsiteX10" fmla="*/ 118944 w 165331"/>
                  <a:gd name="connsiteY10" fmla="*/ 78995 h 86131"/>
                  <a:gd name="connsiteX11" fmla="*/ 112996 w 165331"/>
                  <a:gd name="connsiteY11" fmla="*/ 76617 h 86131"/>
                  <a:gd name="connsiteX12" fmla="*/ 108239 w 165331"/>
                  <a:gd name="connsiteY12" fmla="*/ 71859 h 86131"/>
                  <a:gd name="connsiteX13" fmla="*/ 102291 w 165331"/>
                  <a:gd name="connsiteY13" fmla="*/ 68290 h 86131"/>
                  <a:gd name="connsiteX14" fmla="*/ 95155 w 165331"/>
                  <a:gd name="connsiteY14" fmla="*/ 65912 h 86131"/>
                  <a:gd name="connsiteX15" fmla="*/ 89208 w 165331"/>
                  <a:gd name="connsiteY15" fmla="*/ 63533 h 86131"/>
                  <a:gd name="connsiteX16" fmla="*/ 76124 w 165331"/>
                  <a:gd name="connsiteY16" fmla="*/ 68290 h 86131"/>
                  <a:gd name="connsiteX17" fmla="*/ 68987 w 165331"/>
                  <a:gd name="connsiteY17" fmla="*/ 67101 h 86131"/>
                  <a:gd name="connsiteX18" fmla="*/ 65419 w 165331"/>
                  <a:gd name="connsiteY18" fmla="*/ 65912 h 86131"/>
                  <a:gd name="connsiteX19" fmla="*/ 64229 w 165331"/>
                  <a:gd name="connsiteY19" fmla="*/ 63533 h 86131"/>
                  <a:gd name="connsiteX20" fmla="*/ 60661 w 165331"/>
                  <a:gd name="connsiteY20" fmla="*/ 62343 h 86131"/>
                  <a:gd name="connsiteX21" fmla="*/ 58282 w 165331"/>
                  <a:gd name="connsiteY21" fmla="*/ 59964 h 86131"/>
                  <a:gd name="connsiteX22" fmla="*/ 52335 w 165331"/>
                  <a:gd name="connsiteY22" fmla="*/ 62343 h 86131"/>
                  <a:gd name="connsiteX23" fmla="*/ 46388 w 165331"/>
                  <a:gd name="connsiteY23" fmla="*/ 63533 h 86131"/>
                  <a:gd name="connsiteX24" fmla="*/ 39252 w 165331"/>
                  <a:gd name="connsiteY24" fmla="*/ 63533 h 86131"/>
                  <a:gd name="connsiteX25" fmla="*/ 32115 w 165331"/>
                  <a:gd name="connsiteY25" fmla="*/ 61154 h 86131"/>
                  <a:gd name="connsiteX26" fmla="*/ 24978 w 165331"/>
                  <a:gd name="connsiteY26" fmla="*/ 62343 h 86131"/>
                  <a:gd name="connsiteX27" fmla="*/ 15463 w 165331"/>
                  <a:gd name="connsiteY27" fmla="*/ 67101 h 86131"/>
                  <a:gd name="connsiteX28" fmla="*/ 11894 w 165331"/>
                  <a:gd name="connsiteY28" fmla="*/ 70669 h 86131"/>
                  <a:gd name="connsiteX29" fmla="*/ 9516 w 165331"/>
                  <a:gd name="connsiteY29" fmla="*/ 75427 h 86131"/>
                  <a:gd name="connsiteX30" fmla="*/ 4758 w 165331"/>
                  <a:gd name="connsiteY30" fmla="*/ 76617 h 86131"/>
                  <a:gd name="connsiteX31" fmla="*/ 4758 w 165331"/>
                  <a:gd name="connsiteY31" fmla="*/ 75427 h 86131"/>
                  <a:gd name="connsiteX32" fmla="*/ 2379 w 165331"/>
                  <a:gd name="connsiteY32" fmla="*/ 73048 h 86131"/>
                  <a:gd name="connsiteX33" fmla="*/ 1190 w 165331"/>
                  <a:gd name="connsiteY33" fmla="*/ 69480 h 86131"/>
                  <a:gd name="connsiteX34" fmla="*/ 1190 w 165331"/>
                  <a:gd name="connsiteY34" fmla="*/ 65912 h 86131"/>
                  <a:gd name="connsiteX35" fmla="*/ 0 w 165331"/>
                  <a:gd name="connsiteY35" fmla="*/ 63533 h 86131"/>
                  <a:gd name="connsiteX36" fmla="*/ 3569 w 165331"/>
                  <a:gd name="connsiteY36" fmla="*/ 58775 h 86131"/>
                  <a:gd name="connsiteX37" fmla="*/ 3569 w 165331"/>
                  <a:gd name="connsiteY37" fmla="*/ 50449 h 86131"/>
                  <a:gd name="connsiteX38" fmla="*/ 5947 w 165331"/>
                  <a:gd name="connsiteY38" fmla="*/ 44502 h 86131"/>
                  <a:gd name="connsiteX39" fmla="*/ 11894 w 165331"/>
                  <a:gd name="connsiteY39" fmla="*/ 30229 h 86131"/>
                  <a:gd name="connsiteX40" fmla="*/ 14273 w 165331"/>
                  <a:gd name="connsiteY40" fmla="*/ 23092 h 86131"/>
                  <a:gd name="connsiteX41" fmla="*/ 19031 w 165331"/>
                  <a:gd name="connsiteY41" fmla="*/ 20713 h 86131"/>
                  <a:gd name="connsiteX42" fmla="*/ 24978 w 165331"/>
                  <a:gd name="connsiteY42" fmla="*/ 17145 h 86131"/>
                  <a:gd name="connsiteX43" fmla="*/ 32115 w 165331"/>
                  <a:gd name="connsiteY43" fmla="*/ 15955 h 86131"/>
                  <a:gd name="connsiteX44" fmla="*/ 36873 w 165331"/>
                  <a:gd name="connsiteY44" fmla="*/ 11198 h 86131"/>
                  <a:gd name="connsiteX45" fmla="*/ 42820 w 165331"/>
                  <a:gd name="connsiteY45" fmla="*/ 25471 h 86131"/>
                  <a:gd name="connsiteX46" fmla="*/ 47577 w 165331"/>
                  <a:gd name="connsiteY46" fmla="*/ 30229 h 86131"/>
                  <a:gd name="connsiteX47" fmla="*/ 51146 w 165331"/>
                  <a:gd name="connsiteY47" fmla="*/ 37365 h 86131"/>
                  <a:gd name="connsiteX48" fmla="*/ 64229 w 165331"/>
                  <a:gd name="connsiteY48" fmla="*/ 40934 h 86131"/>
                  <a:gd name="connsiteX49" fmla="*/ 68987 w 165331"/>
                  <a:gd name="connsiteY49" fmla="*/ 34986 h 86131"/>
                  <a:gd name="connsiteX50" fmla="*/ 72556 w 165331"/>
                  <a:gd name="connsiteY50" fmla="*/ 30229 h 86131"/>
                  <a:gd name="connsiteX51" fmla="*/ 72556 w 165331"/>
                  <a:gd name="connsiteY51" fmla="*/ 15955 h 86131"/>
                  <a:gd name="connsiteX52" fmla="*/ 72556 w 165331"/>
                  <a:gd name="connsiteY52" fmla="*/ 6440 h 86131"/>
                  <a:gd name="connsiteX53" fmla="*/ 85639 w 165331"/>
                  <a:gd name="connsiteY53" fmla="*/ 1682 h 86131"/>
                  <a:gd name="connsiteX54" fmla="*/ 92776 w 165331"/>
                  <a:gd name="connsiteY54" fmla="*/ 493 h 86131"/>
                  <a:gd name="connsiteX55" fmla="*/ 97534 w 165331"/>
                  <a:gd name="connsiteY55" fmla="*/ 4061 h 86131"/>
                  <a:gd name="connsiteX56" fmla="*/ 103481 w 165331"/>
                  <a:gd name="connsiteY56" fmla="*/ 1682 h 86131"/>
                  <a:gd name="connsiteX57" fmla="*/ 107049 w 165331"/>
                  <a:gd name="connsiteY57" fmla="*/ 7629 h 86131"/>
                  <a:gd name="connsiteX58" fmla="*/ 114186 w 165331"/>
                  <a:gd name="connsiteY58" fmla="*/ 10008 h 86131"/>
                  <a:gd name="connsiteX59" fmla="*/ 118944 w 165331"/>
                  <a:gd name="connsiteY59" fmla="*/ 13576 h 86131"/>
                  <a:gd name="connsiteX60" fmla="*/ 124891 w 165331"/>
                  <a:gd name="connsiteY60" fmla="*/ 19524 h 86131"/>
                  <a:gd name="connsiteX61" fmla="*/ 130838 w 165331"/>
                  <a:gd name="connsiteY61" fmla="*/ 25471 h 86131"/>
                  <a:gd name="connsiteX62" fmla="*/ 141543 w 165331"/>
                  <a:gd name="connsiteY62" fmla="*/ 24281 h 86131"/>
                  <a:gd name="connsiteX63" fmla="*/ 147490 w 165331"/>
                  <a:gd name="connsiteY63" fmla="*/ 23092 h 86131"/>
                  <a:gd name="connsiteX64" fmla="*/ 147490 w 165331"/>
                  <a:gd name="connsiteY64" fmla="*/ 23092 h 86131"/>
                  <a:gd name="connsiteX65" fmla="*/ 152248 w 165331"/>
                  <a:gd name="connsiteY65" fmla="*/ 24281 h 86131"/>
                  <a:gd name="connsiteX66" fmla="*/ 153437 w 165331"/>
                  <a:gd name="connsiteY66" fmla="*/ 27850 h 86131"/>
                  <a:gd name="connsiteX67" fmla="*/ 151058 w 165331"/>
                  <a:gd name="connsiteY67" fmla="*/ 31418 h 86131"/>
                  <a:gd name="connsiteX68" fmla="*/ 154627 w 165331"/>
                  <a:gd name="connsiteY68" fmla="*/ 36176 h 86131"/>
                  <a:gd name="connsiteX69" fmla="*/ 155816 w 165331"/>
                  <a:gd name="connsiteY69" fmla="*/ 45691 h 86131"/>
                  <a:gd name="connsiteX70" fmla="*/ 159384 w 165331"/>
                  <a:gd name="connsiteY70" fmla="*/ 54017 h 86131"/>
                  <a:gd name="connsiteX71" fmla="*/ 165331 w 165331"/>
                  <a:gd name="connsiteY71" fmla="*/ 63533 h 86131"/>
                  <a:gd name="connsiteX72" fmla="*/ 164142 w 165331"/>
                  <a:gd name="connsiteY72" fmla="*/ 65912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165331" h="86131">
                    <a:moveTo>
                      <a:pt x="164142" y="65912"/>
                    </a:moveTo>
                    <a:cubicBezTo>
                      <a:pt x="162953" y="65912"/>
                      <a:pt x="161763" y="67101"/>
                      <a:pt x="160574" y="68290"/>
                    </a:cubicBezTo>
                    <a:cubicBezTo>
                      <a:pt x="159384" y="69480"/>
                      <a:pt x="159384" y="71859"/>
                      <a:pt x="158195" y="74238"/>
                    </a:cubicBezTo>
                    <a:cubicBezTo>
                      <a:pt x="155816" y="75427"/>
                      <a:pt x="153437" y="76617"/>
                      <a:pt x="152248" y="78995"/>
                    </a:cubicBezTo>
                    <a:cubicBezTo>
                      <a:pt x="152248" y="80185"/>
                      <a:pt x="153437" y="82564"/>
                      <a:pt x="153437" y="83753"/>
                    </a:cubicBezTo>
                    <a:cubicBezTo>
                      <a:pt x="152248" y="84943"/>
                      <a:pt x="149869" y="83753"/>
                      <a:pt x="148679" y="83753"/>
                    </a:cubicBezTo>
                    <a:cubicBezTo>
                      <a:pt x="145111" y="83753"/>
                      <a:pt x="143922" y="84943"/>
                      <a:pt x="140354" y="84943"/>
                    </a:cubicBezTo>
                    <a:cubicBezTo>
                      <a:pt x="137975" y="86132"/>
                      <a:pt x="135596" y="86132"/>
                      <a:pt x="132027" y="86132"/>
                    </a:cubicBezTo>
                    <a:lnTo>
                      <a:pt x="132027" y="86132"/>
                    </a:lnTo>
                    <a:cubicBezTo>
                      <a:pt x="129648" y="84943"/>
                      <a:pt x="124891" y="84943"/>
                      <a:pt x="122512" y="84943"/>
                    </a:cubicBezTo>
                    <a:cubicBezTo>
                      <a:pt x="121323" y="82564"/>
                      <a:pt x="120133" y="81374"/>
                      <a:pt x="118944" y="78995"/>
                    </a:cubicBezTo>
                    <a:cubicBezTo>
                      <a:pt x="116565" y="76617"/>
                      <a:pt x="116565" y="77806"/>
                      <a:pt x="112996" y="76617"/>
                    </a:cubicBezTo>
                    <a:cubicBezTo>
                      <a:pt x="110618" y="75427"/>
                      <a:pt x="109428" y="74238"/>
                      <a:pt x="108239" y="71859"/>
                    </a:cubicBezTo>
                    <a:cubicBezTo>
                      <a:pt x="105860" y="69480"/>
                      <a:pt x="107049" y="68290"/>
                      <a:pt x="102291" y="68290"/>
                    </a:cubicBezTo>
                    <a:cubicBezTo>
                      <a:pt x="98723" y="68290"/>
                      <a:pt x="97534" y="67101"/>
                      <a:pt x="95155" y="65912"/>
                    </a:cubicBezTo>
                    <a:cubicBezTo>
                      <a:pt x="92776" y="64722"/>
                      <a:pt x="91587" y="63533"/>
                      <a:pt x="89208" y="63533"/>
                    </a:cubicBezTo>
                    <a:cubicBezTo>
                      <a:pt x="84450" y="62343"/>
                      <a:pt x="79692" y="67101"/>
                      <a:pt x="76124" y="68290"/>
                    </a:cubicBezTo>
                    <a:cubicBezTo>
                      <a:pt x="72556" y="68290"/>
                      <a:pt x="71366" y="68290"/>
                      <a:pt x="68987" y="67101"/>
                    </a:cubicBezTo>
                    <a:cubicBezTo>
                      <a:pt x="67798" y="67101"/>
                      <a:pt x="66608" y="67101"/>
                      <a:pt x="65419" y="65912"/>
                    </a:cubicBezTo>
                    <a:cubicBezTo>
                      <a:pt x="64229" y="64722"/>
                      <a:pt x="64229" y="63533"/>
                      <a:pt x="64229" y="63533"/>
                    </a:cubicBezTo>
                    <a:cubicBezTo>
                      <a:pt x="63040" y="62343"/>
                      <a:pt x="61851" y="63533"/>
                      <a:pt x="60661" y="62343"/>
                    </a:cubicBezTo>
                    <a:cubicBezTo>
                      <a:pt x="59472" y="62343"/>
                      <a:pt x="59472" y="59964"/>
                      <a:pt x="58282" y="59964"/>
                    </a:cubicBezTo>
                    <a:cubicBezTo>
                      <a:pt x="55904" y="58775"/>
                      <a:pt x="53525" y="61154"/>
                      <a:pt x="52335" y="62343"/>
                    </a:cubicBezTo>
                    <a:cubicBezTo>
                      <a:pt x="49956" y="63533"/>
                      <a:pt x="48767" y="63533"/>
                      <a:pt x="46388" y="63533"/>
                    </a:cubicBezTo>
                    <a:cubicBezTo>
                      <a:pt x="42820" y="62343"/>
                      <a:pt x="41630" y="63533"/>
                      <a:pt x="39252" y="63533"/>
                    </a:cubicBezTo>
                    <a:cubicBezTo>
                      <a:pt x="36873" y="63533"/>
                      <a:pt x="34494" y="62343"/>
                      <a:pt x="32115" y="61154"/>
                    </a:cubicBezTo>
                    <a:cubicBezTo>
                      <a:pt x="29736" y="61154"/>
                      <a:pt x="27357" y="62343"/>
                      <a:pt x="24978" y="62343"/>
                    </a:cubicBezTo>
                    <a:cubicBezTo>
                      <a:pt x="21410" y="63533"/>
                      <a:pt x="17842" y="63533"/>
                      <a:pt x="15463" y="67101"/>
                    </a:cubicBezTo>
                    <a:cubicBezTo>
                      <a:pt x="14273" y="68290"/>
                      <a:pt x="13084" y="69480"/>
                      <a:pt x="11894" y="70669"/>
                    </a:cubicBezTo>
                    <a:cubicBezTo>
                      <a:pt x="10705" y="71859"/>
                      <a:pt x="10705" y="74238"/>
                      <a:pt x="9516" y="75427"/>
                    </a:cubicBezTo>
                    <a:cubicBezTo>
                      <a:pt x="8326" y="75427"/>
                      <a:pt x="7137" y="76617"/>
                      <a:pt x="4758" y="76617"/>
                    </a:cubicBezTo>
                    <a:cubicBezTo>
                      <a:pt x="4758" y="76617"/>
                      <a:pt x="4758" y="75427"/>
                      <a:pt x="4758" y="75427"/>
                    </a:cubicBezTo>
                    <a:cubicBezTo>
                      <a:pt x="4758" y="74238"/>
                      <a:pt x="2379" y="74238"/>
                      <a:pt x="2379" y="73048"/>
                    </a:cubicBezTo>
                    <a:cubicBezTo>
                      <a:pt x="1190" y="71859"/>
                      <a:pt x="1190" y="70669"/>
                      <a:pt x="1190" y="69480"/>
                    </a:cubicBezTo>
                    <a:cubicBezTo>
                      <a:pt x="1190" y="68290"/>
                      <a:pt x="1190" y="65912"/>
                      <a:pt x="1190" y="65912"/>
                    </a:cubicBezTo>
                    <a:cubicBezTo>
                      <a:pt x="1190" y="64722"/>
                      <a:pt x="0" y="64722"/>
                      <a:pt x="0" y="63533"/>
                    </a:cubicBezTo>
                    <a:cubicBezTo>
                      <a:pt x="0" y="59964"/>
                      <a:pt x="2379" y="61154"/>
                      <a:pt x="3569" y="58775"/>
                    </a:cubicBezTo>
                    <a:cubicBezTo>
                      <a:pt x="4758" y="56396"/>
                      <a:pt x="3569" y="52828"/>
                      <a:pt x="3569" y="50449"/>
                    </a:cubicBezTo>
                    <a:cubicBezTo>
                      <a:pt x="3569" y="48070"/>
                      <a:pt x="4758" y="46881"/>
                      <a:pt x="5947" y="44502"/>
                    </a:cubicBezTo>
                    <a:cubicBezTo>
                      <a:pt x="14273" y="44502"/>
                      <a:pt x="5947" y="31418"/>
                      <a:pt x="11894" y="30229"/>
                    </a:cubicBezTo>
                    <a:cubicBezTo>
                      <a:pt x="11894" y="27850"/>
                      <a:pt x="10705" y="24281"/>
                      <a:pt x="14273" y="23092"/>
                    </a:cubicBezTo>
                    <a:cubicBezTo>
                      <a:pt x="13084" y="18334"/>
                      <a:pt x="16652" y="20713"/>
                      <a:pt x="19031" y="20713"/>
                    </a:cubicBezTo>
                    <a:cubicBezTo>
                      <a:pt x="21410" y="20713"/>
                      <a:pt x="22599" y="18334"/>
                      <a:pt x="24978" y="17145"/>
                    </a:cubicBezTo>
                    <a:cubicBezTo>
                      <a:pt x="27357" y="15955"/>
                      <a:pt x="30925" y="18334"/>
                      <a:pt x="32115" y="15955"/>
                    </a:cubicBezTo>
                    <a:cubicBezTo>
                      <a:pt x="33304" y="14766"/>
                      <a:pt x="33304" y="11198"/>
                      <a:pt x="36873" y="11198"/>
                    </a:cubicBezTo>
                    <a:cubicBezTo>
                      <a:pt x="38062" y="17145"/>
                      <a:pt x="39252" y="20713"/>
                      <a:pt x="42820" y="25471"/>
                    </a:cubicBezTo>
                    <a:cubicBezTo>
                      <a:pt x="44009" y="26660"/>
                      <a:pt x="46388" y="29039"/>
                      <a:pt x="47577" y="30229"/>
                    </a:cubicBezTo>
                    <a:cubicBezTo>
                      <a:pt x="49956" y="32607"/>
                      <a:pt x="49956" y="34986"/>
                      <a:pt x="51146" y="37365"/>
                    </a:cubicBezTo>
                    <a:cubicBezTo>
                      <a:pt x="53525" y="42123"/>
                      <a:pt x="60661" y="43312"/>
                      <a:pt x="64229" y="40934"/>
                    </a:cubicBezTo>
                    <a:cubicBezTo>
                      <a:pt x="66608" y="39744"/>
                      <a:pt x="66608" y="37365"/>
                      <a:pt x="68987" y="34986"/>
                    </a:cubicBezTo>
                    <a:cubicBezTo>
                      <a:pt x="70177" y="33797"/>
                      <a:pt x="71366" y="32607"/>
                      <a:pt x="72556" y="30229"/>
                    </a:cubicBezTo>
                    <a:cubicBezTo>
                      <a:pt x="74935" y="25471"/>
                      <a:pt x="73745" y="21902"/>
                      <a:pt x="72556" y="15955"/>
                    </a:cubicBezTo>
                    <a:cubicBezTo>
                      <a:pt x="71366" y="13576"/>
                      <a:pt x="71366" y="10008"/>
                      <a:pt x="72556" y="6440"/>
                    </a:cubicBezTo>
                    <a:cubicBezTo>
                      <a:pt x="76124" y="7629"/>
                      <a:pt x="82071" y="2871"/>
                      <a:pt x="85639" y="1682"/>
                    </a:cubicBezTo>
                    <a:cubicBezTo>
                      <a:pt x="88018" y="493"/>
                      <a:pt x="90397" y="-697"/>
                      <a:pt x="92776" y="493"/>
                    </a:cubicBezTo>
                    <a:cubicBezTo>
                      <a:pt x="95155" y="1682"/>
                      <a:pt x="95155" y="4061"/>
                      <a:pt x="97534" y="4061"/>
                    </a:cubicBezTo>
                    <a:cubicBezTo>
                      <a:pt x="98723" y="2871"/>
                      <a:pt x="99912" y="-697"/>
                      <a:pt x="103481" y="1682"/>
                    </a:cubicBezTo>
                    <a:cubicBezTo>
                      <a:pt x="104671" y="2871"/>
                      <a:pt x="104671" y="6440"/>
                      <a:pt x="107049" y="7629"/>
                    </a:cubicBezTo>
                    <a:cubicBezTo>
                      <a:pt x="109428" y="8819"/>
                      <a:pt x="111807" y="8819"/>
                      <a:pt x="114186" y="10008"/>
                    </a:cubicBezTo>
                    <a:cubicBezTo>
                      <a:pt x="116565" y="11198"/>
                      <a:pt x="117754" y="12387"/>
                      <a:pt x="118944" y="13576"/>
                    </a:cubicBezTo>
                    <a:cubicBezTo>
                      <a:pt x="121323" y="15955"/>
                      <a:pt x="122512" y="17145"/>
                      <a:pt x="124891" y="19524"/>
                    </a:cubicBezTo>
                    <a:cubicBezTo>
                      <a:pt x="126080" y="20713"/>
                      <a:pt x="130838" y="24281"/>
                      <a:pt x="130838" y="25471"/>
                    </a:cubicBezTo>
                    <a:cubicBezTo>
                      <a:pt x="134406" y="26660"/>
                      <a:pt x="137975" y="24281"/>
                      <a:pt x="141543" y="24281"/>
                    </a:cubicBezTo>
                    <a:cubicBezTo>
                      <a:pt x="142732" y="24281"/>
                      <a:pt x="145111" y="23092"/>
                      <a:pt x="147490" y="23092"/>
                    </a:cubicBezTo>
                    <a:cubicBezTo>
                      <a:pt x="147490" y="23092"/>
                      <a:pt x="147490" y="23092"/>
                      <a:pt x="147490" y="23092"/>
                    </a:cubicBezTo>
                    <a:cubicBezTo>
                      <a:pt x="148679" y="24281"/>
                      <a:pt x="152248" y="23092"/>
                      <a:pt x="152248" y="24281"/>
                    </a:cubicBezTo>
                    <a:cubicBezTo>
                      <a:pt x="153437" y="25471"/>
                      <a:pt x="154627" y="26660"/>
                      <a:pt x="153437" y="27850"/>
                    </a:cubicBezTo>
                    <a:cubicBezTo>
                      <a:pt x="152248" y="29039"/>
                      <a:pt x="151058" y="30229"/>
                      <a:pt x="151058" y="31418"/>
                    </a:cubicBezTo>
                    <a:cubicBezTo>
                      <a:pt x="151058" y="32607"/>
                      <a:pt x="153437" y="32607"/>
                      <a:pt x="154627" y="36176"/>
                    </a:cubicBezTo>
                    <a:cubicBezTo>
                      <a:pt x="154627" y="39744"/>
                      <a:pt x="154627" y="43312"/>
                      <a:pt x="155816" y="45691"/>
                    </a:cubicBezTo>
                    <a:cubicBezTo>
                      <a:pt x="158195" y="48070"/>
                      <a:pt x="157006" y="51638"/>
                      <a:pt x="159384" y="54017"/>
                    </a:cubicBezTo>
                    <a:cubicBezTo>
                      <a:pt x="161763" y="56396"/>
                      <a:pt x="165331" y="61154"/>
                      <a:pt x="165331" y="63533"/>
                    </a:cubicBezTo>
                    <a:cubicBezTo>
                      <a:pt x="164142" y="62343"/>
                      <a:pt x="164142" y="64722"/>
                      <a:pt x="164142" y="65912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F35D90B8-FB86-0DD4-898D-423C17C364D8}"/>
                  </a:ext>
                </a:extLst>
              </p:cNvPr>
              <p:cNvSpPr/>
              <p:nvPr/>
            </p:nvSpPr>
            <p:spPr>
              <a:xfrm>
                <a:off x="6159942" y="2768758"/>
                <a:ext cx="127269" cy="93592"/>
              </a:xfrm>
              <a:custGeom>
                <a:avLst/>
                <a:gdLst>
                  <a:gd name="connsiteX0" fmla="*/ 126080 w 127269"/>
                  <a:gd name="connsiteY0" fmla="*/ 39576 h 93592"/>
                  <a:gd name="connsiteX1" fmla="*/ 123702 w 127269"/>
                  <a:gd name="connsiteY1" fmla="*/ 44333 h 93592"/>
                  <a:gd name="connsiteX2" fmla="*/ 114186 w 127269"/>
                  <a:gd name="connsiteY2" fmla="*/ 49091 h 93592"/>
                  <a:gd name="connsiteX3" fmla="*/ 107049 w 127269"/>
                  <a:gd name="connsiteY3" fmla="*/ 56228 h 93592"/>
                  <a:gd name="connsiteX4" fmla="*/ 108239 w 127269"/>
                  <a:gd name="connsiteY4" fmla="*/ 66933 h 93592"/>
                  <a:gd name="connsiteX5" fmla="*/ 111807 w 127269"/>
                  <a:gd name="connsiteY5" fmla="*/ 69311 h 93592"/>
                  <a:gd name="connsiteX6" fmla="*/ 111807 w 127269"/>
                  <a:gd name="connsiteY6" fmla="*/ 74069 h 93592"/>
                  <a:gd name="connsiteX7" fmla="*/ 105860 w 127269"/>
                  <a:gd name="connsiteY7" fmla="*/ 72880 h 93592"/>
                  <a:gd name="connsiteX8" fmla="*/ 101102 w 127269"/>
                  <a:gd name="connsiteY8" fmla="*/ 74069 h 93592"/>
                  <a:gd name="connsiteX9" fmla="*/ 91587 w 127269"/>
                  <a:gd name="connsiteY9" fmla="*/ 80016 h 93592"/>
                  <a:gd name="connsiteX10" fmla="*/ 91587 w 127269"/>
                  <a:gd name="connsiteY10" fmla="*/ 83585 h 93592"/>
                  <a:gd name="connsiteX11" fmla="*/ 92776 w 127269"/>
                  <a:gd name="connsiteY11" fmla="*/ 85963 h 93592"/>
                  <a:gd name="connsiteX12" fmla="*/ 80882 w 127269"/>
                  <a:gd name="connsiteY12" fmla="*/ 89532 h 93592"/>
                  <a:gd name="connsiteX13" fmla="*/ 74935 w 127269"/>
                  <a:gd name="connsiteY13" fmla="*/ 87153 h 93592"/>
                  <a:gd name="connsiteX14" fmla="*/ 67798 w 127269"/>
                  <a:gd name="connsiteY14" fmla="*/ 88342 h 93592"/>
                  <a:gd name="connsiteX15" fmla="*/ 63040 w 127269"/>
                  <a:gd name="connsiteY15" fmla="*/ 93100 h 93592"/>
                  <a:gd name="connsiteX16" fmla="*/ 60661 w 127269"/>
                  <a:gd name="connsiteY16" fmla="*/ 91911 h 93592"/>
                  <a:gd name="connsiteX17" fmla="*/ 59472 w 127269"/>
                  <a:gd name="connsiteY17" fmla="*/ 88342 h 93592"/>
                  <a:gd name="connsiteX18" fmla="*/ 57093 w 127269"/>
                  <a:gd name="connsiteY18" fmla="*/ 72880 h 93592"/>
                  <a:gd name="connsiteX19" fmla="*/ 48767 w 127269"/>
                  <a:gd name="connsiteY19" fmla="*/ 70501 h 93592"/>
                  <a:gd name="connsiteX20" fmla="*/ 45199 w 127269"/>
                  <a:gd name="connsiteY20" fmla="*/ 66933 h 93592"/>
                  <a:gd name="connsiteX21" fmla="*/ 41630 w 127269"/>
                  <a:gd name="connsiteY21" fmla="*/ 68122 h 93592"/>
                  <a:gd name="connsiteX22" fmla="*/ 41630 w 127269"/>
                  <a:gd name="connsiteY22" fmla="*/ 65743 h 93592"/>
                  <a:gd name="connsiteX23" fmla="*/ 41630 w 127269"/>
                  <a:gd name="connsiteY23" fmla="*/ 59796 h 93592"/>
                  <a:gd name="connsiteX24" fmla="*/ 44009 w 127269"/>
                  <a:gd name="connsiteY24" fmla="*/ 52659 h 93592"/>
                  <a:gd name="connsiteX25" fmla="*/ 39252 w 127269"/>
                  <a:gd name="connsiteY25" fmla="*/ 50280 h 93592"/>
                  <a:gd name="connsiteX26" fmla="*/ 38062 w 127269"/>
                  <a:gd name="connsiteY26" fmla="*/ 44333 h 93592"/>
                  <a:gd name="connsiteX27" fmla="*/ 22600 w 127269"/>
                  <a:gd name="connsiteY27" fmla="*/ 45523 h 93592"/>
                  <a:gd name="connsiteX28" fmla="*/ 13084 w 127269"/>
                  <a:gd name="connsiteY28" fmla="*/ 37197 h 93592"/>
                  <a:gd name="connsiteX29" fmla="*/ 4758 w 127269"/>
                  <a:gd name="connsiteY29" fmla="*/ 34818 h 93592"/>
                  <a:gd name="connsiteX30" fmla="*/ 0 w 127269"/>
                  <a:gd name="connsiteY30" fmla="*/ 22923 h 93592"/>
                  <a:gd name="connsiteX31" fmla="*/ 0 w 127269"/>
                  <a:gd name="connsiteY31" fmla="*/ 16976 h 93592"/>
                  <a:gd name="connsiteX32" fmla="*/ 4758 w 127269"/>
                  <a:gd name="connsiteY32" fmla="*/ 15787 h 93592"/>
                  <a:gd name="connsiteX33" fmla="*/ 7137 w 127269"/>
                  <a:gd name="connsiteY33" fmla="*/ 11029 h 93592"/>
                  <a:gd name="connsiteX34" fmla="*/ 10705 w 127269"/>
                  <a:gd name="connsiteY34" fmla="*/ 7461 h 93592"/>
                  <a:gd name="connsiteX35" fmla="*/ 20221 w 127269"/>
                  <a:gd name="connsiteY35" fmla="*/ 2703 h 93592"/>
                  <a:gd name="connsiteX36" fmla="*/ 27357 w 127269"/>
                  <a:gd name="connsiteY36" fmla="*/ 1514 h 93592"/>
                  <a:gd name="connsiteX37" fmla="*/ 34494 w 127269"/>
                  <a:gd name="connsiteY37" fmla="*/ 3892 h 93592"/>
                  <a:gd name="connsiteX38" fmla="*/ 41630 w 127269"/>
                  <a:gd name="connsiteY38" fmla="*/ 3892 h 93592"/>
                  <a:gd name="connsiteX39" fmla="*/ 47577 w 127269"/>
                  <a:gd name="connsiteY39" fmla="*/ 2703 h 93592"/>
                  <a:gd name="connsiteX40" fmla="*/ 53525 w 127269"/>
                  <a:gd name="connsiteY40" fmla="*/ 324 h 93592"/>
                  <a:gd name="connsiteX41" fmla="*/ 55904 w 127269"/>
                  <a:gd name="connsiteY41" fmla="*/ 2703 h 93592"/>
                  <a:gd name="connsiteX42" fmla="*/ 59472 w 127269"/>
                  <a:gd name="connsiteY42" fmla="*/ 3892 h 93592"/>
                  <a:gd name="connsiteX43" fmla="*/ 60661 w 127269"/>
                  <a:gd name="connsiteY43" fmla="*/ 6271 h 93592"/>
                  <a:gd name="connsiteX44" fmla="*/ 64230 w 127269"/>
                  <a:gd name="connsiteY44" fmla="*/ 7461 h 93592"/>
                  <a:gd name="connsiteX45" fmla="*/ 71366 w 127269"/>
                  <a:gd name="connsiteY45" fmla="*/ 8650 h 93592"/>
                  <a:gd name="connsiteX46" fmla="*/ 84450 w 127269"/>
                  <a:gd name="connsiteY46" fmla="*/ 3892 h 93592"/>
                  <a:gd name="connsiteX47" fmla="*/ 90397 w 127269"/>
                  <a:gd name="connsiteY47" fmla="*/ 6271 h 93592"/>
                  <a:gd name="connsiteX48" fmla="*/ 97534 w 127269"/>
                  <a:gd name="connsiteY48" fmla="*/ 8650 h 93592"/>
                  <a:gd name="connsiteX49" fmla="*/ 103481 w 127269"/>
                  <a:gd name="connsiteY49" fmla="*/ 12218 h 93592"/>
                  <a:gd name="connsiteX50" fmla="*/ 108239 w 127269"/>
                  <a:gd name="connsiteY50" fmla="*/ 16976 h 93592"/>
                  <a:gd name="connsiteX51" fmla="*/ 114186 w 127269"/>
                  <a:gd name="connsiteY51" fmla="*/ 19355 h 93592"/>
                  <a:gd name="connsiteX52" fmla="*/ 117754 w 127269"/>
                  <a:gd name="connsiteY52" fmla="*/ 25302 h 93592"/>
                  <a:gd name="connsiteX53" fmla="*/ 127270 w 127269"/>
                  <a:gd name="connsiteY53" fmla="*/ 26492 h 93592"/>
                  <a:gd name="connsiteX54" fmla="*/ 126080 w 127269"/>
                  <a:gd name="connsiteY54" fmla="*/ 32439 h 93592"/>
                  <a:gd name="connsiteX55" fmla="*/ 122512 w 127269"/>
                  <a:gd name="connsiteY55" fmla="*/ 36007 h 93592"/>
                  <a:gd name="connsiteX56" fmla="*/ 126080 w 127269"/>
                  <a:gd name="connsiteY56" fmla="*/ 39576 h 93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27269" h="93592">
                    <a:moveTo>
                      <a:pt x="126080" y="39576"/>
                    </a:moveTo>
                    <a:cubicBezTo>
                      <a:pt x="127270" y="40765"/>
                      <a:pt x="124891" y="43144"/>
                      <a:pt x="123702" y="44333"/>
                    </a:cubicBezTo>
                    <a:cubicBezTo>
                      <a:pt x="121323" y="46712"/>
                      <a:pt x="117754" y="45523"/>
                      <a:pt x="114186" y="49091"/>
                    </a:cubicBezTo>
                    <a:cubicBezTo>
                      <a:pt x="111807" y="52659"/>
                      <a:pt x="111807" y="56228"/>
                      <a:pt x="107049" y="56228"/>
                    </a:cubicBezTo>
                    <a:cubicBezTo>
                      <a:pt x="107049" y="58607"/>
                      <a:pt x="105860" y="64554"/>
                      <a:pt x="108239" y="66933"/>
                    </a:cubicBezTo>
                    <a:cubicBezTo>
                      <a:pt x="109428" y="68122"/>
                      <a:pt x="110618" y="68122"/>
                      <a:pt x="111807" y="69311"/>
                    </a:cubicBezTo>
                    <a:cubicBezTo>
                      <a:pt x="112996" y="70501"/>
                      <a:pt x="112996" y="72880"/>
                      <a:pt x="111807" y="74069"/>
                    </a:cubicBezTo>
                    <a:cubicBezTo>
                      <a:pt x="108239" y="74069"/>
                      <a:pt x="107049" y="74069"/>
                      <a:pt x="105860" y="72880"/>
                    </a:cubicBezTo>
                    <a:cubicBezTo>
                      <a:pt x="103481" y="71690"/>
                      <a:pt x="103481" y="71690"/>
                      <a:pt x="101102" y="74069"/>
                    </a:cubicBezTo>
                    <a:cubicBezTo>
                      <a:pt x="97534" y="77637"/>
                      <a:pt x="97534" y="81206"/>
                      <a:pt x="91587" y="80016"/>
                    </a:cubicBezTo>
                    <a:cubicBezTo>
                      <a:pt x="91587" y="81206"/>
                      <a:pt x="91587" y="82395"/>
                      <a:pt x="91587" y="83585"/>
                    </a:cubicBezTo>
                    <a:cubicBezTo>
                      <a:pt x="91587" y="84774"/>
                      <a:pt x="92776" y="84774"/>
                      <a:pt x="92776" y="85963"/>
                    </a:cubicBezTo>
                    <a:cubicBezTo>
                      <a:pt x="91587" y="89532"/>
                      <a:pt x="82071" y="90721"/>
                      <a:pt x="80882" y="89532"/>
                    </a:cubicBezTo>
                    <a:cubicBezTo>
                      <a:pt x="78503" y="88342"/>
                      <a:pt x="78503" y="87153"/>
                      <a:pt x="74935" y="87153"/>
                    </a:cubicBezTo>
                    <a:cubicBezTo>
                      <a:pt x="72556" y="87153"/>
                      <a:pt x="70177" y="87153"/>
                      <a:pt x="67798" y="88342"/>
                    </a:cubicBezTo>
                    <a:cubicBezTo>
                      <a:pt x="65419" y="89532"/>
                      <a:pt x="65419" y="91911"/>
                      <a:pt x="63040" y="93100"/>
                    </a:cubicBezTo>
                    <a:cubicBezTo>
                      <a:pt x="61851" y="94290"/>
                      <a:pt x="60661" y="93100"/>
                      <a:pt x="60661" y="91911"/>
                    </a:cubicBezTo>
                    <a:cubicBezTo>
                      <a:pt x="60661" y="90721"/>
                      <a:pt x="59472" y="89532"/>
                      <a:pt x="59472" y="88342"/>
                    </a:cubicBezTo>
                    <a:cubicBezTo>
                      <a:pt x="58283" y="83585"/>
                      <a:pt x="58283" y="77637"/>
                      <a:pt x="57093" y="72880"/>
                    </a:cubicBezTo>
                    <a:cubicBezTo>
                      <a:pt x="53525" y="70501"/>
                      <a:pt x="51146" y="72880"/>
                      <a:pt x="48767" y="70501"/>
                    </a:cubicBezTo>
                    <a:cubicBezTo>
                      <a:pt x="47577" y="69311"/>
                      <a:pt x="47577" y="66933"/>
                      <a:pt x="45199" y="66933"/>
                    </a:cubicBezTo>
                    <a:cubicBezTo>
                      <a:pt x="44009" y="66933"/>
                      <a:pt x="42820" y="68122"/>
                      <a:pt x="41630" y="68122"/>
                    </a:cubicBezTo>
                    <a:cubicBezTo>
                      <a:pt x="41630" y="66933"/>
                      <a:pt x="41630" y="66933"/>
                      <a:pt x="41630" y="65743"/>
                    </a:cubicBezTo>
                    <a:cubicBezTo>
                      <a:pt x="41630" y="63364"/>
                      <a:pt x="41630" y="62175"/>
                      <a:pt x="41630" y="59796"/>
                    </a:cubicBezTo>
                    <a:cubicBezTo>
                      <a:pt x="41630" y="57417"/>
                      <a:pt x="44009" y="55038"/>
                      <a:pt x="44009" y="52659"/>
                    </a:cubicBezTo>
                    <a:cubicBezTo>
                      <a:pt x="42820" y="51470"/>
                      <a:pt x="39252" y="51470"/>
                      <a:pt x="39252" y="50280"/>
                    </a:cubicBezTo>
                    <a:cubicBezTo>
                      <a:pt x="36873" y="49091"/>
                      <a:pt x="38062" y="46712"/>
                      <a:pt x="38062" y="44333"/>
                    </a:cubicBezTo>
                    <a:cubicBezTo>
                      <a:pt x="33304" y="44333"/>
                      <a:pt x="27357" y="46712"/>
                      <a:pt x="22600" y="45523"/>
                    </a:cubicBezTo>
                    <a:cubicBezTo>
                      <a:pt x="19031" y="44333"/>
                      <a:pt x="16652" y="39576"/>
                      <a:pt x="13084" y="37197"/>
                    </a:cubicBezTo>
                    <a:cubicBezTo>
                      <a:pt x="11894" y="32439"/>
                      <a:pt x="8326" y="36007"/>
                      <a:pt x="4758" y="34818"/>
                    </a:cubicBezTo>
                    <a:cubicBezTo>
                      <a:pt x="0" y="33628"/>
                      <a:pt x="1190" y="26492"/>
                      <a:pt x="0" y="22923"/>
                    </a:cubicBezTo>
                    <a:cubicBezTo>
                      <a:pt x="0" y="21734"/>
                      <a:pt x="0" y="18166"/>
                      <a:pt x="0" y="16976"/>
                    </a:cubicBezTo>
                    <a:cubicBezTo>
                      <a:pt x="1190" y="16976"/>
                      <a:pt x="3569" y="16976"/>
                      <a:pt x="4758" y="15787"/>
                    </a:cubicBezTo>
                    <a:cubicBezTo>
                      <a:pt x="5947" y="14597"/>
                      <a:pt x="5947" y="12218"/>
                      <a:pt x="7137" y="11029"/>
                    </a:cubicBezTo>
                    <a:cubicBezTo>
                      <a:pt x="8326" y="9840"/>
                      <a:pt x="9516" y="8650"/>
                      <a:pt x="10705" y="7461"/>
                    </a:cubicBezTo>
                    <a:cubicBezTo>
                      <a:pt x="13084" y="5082"/>
                      <a:pt x="16652" y="3892"/>
                      <a:pt x="20221" y="2703"/>
                    </a:cubicBezTo>
                    <a:cubicBezTo>
                      <a:pt x="22600" y="2703"/>
                      <a:pt x="24978" y="1514"/>
                      <a:pt x="27357" y="1514"/>
                    </a:cubicBezTo>
                    <a:cubicBezTo>
                      <a:pt x="29736" y="1514"/>
                      <a:pt x="32115" y="3892"/>
                      <a:pt x="34494" y="3892"/>
                    </a:cubicBezTo>
                    <a:cubicBezTo>
                      <a:pt x="38062" y="3892"/>
                      <a:pt x="39252" y="2703"/>
                      <a:pt x="41630" y="3892"/>
                    </a:cubicBezTo>
                    <a:cubicBezTo>
                      <a:pt x="44009" y="5082"/>
                      <a:pt x="46388" y="3892"/>
                      <a:pt x="47577" y="2703"/>
                    </a:cubicBezTo>
                    <a:cubicBezTo>
                      <a:pt x="49956" y="1514"/>
                      <a:pt x="51146" y="-865"/>
                      <a:pt x="53525" y="324"/>
                    </a:cubicBezTo>
                    <a:cubicBezTo>
                      <a:pt x="54714" y="324"/>
                      <a:pt x="54714" y="2703"/>
                      <a:pt x="55904" y="2703"/>
                    </a:cubicBezTo>
                    <a:cubicBezTo>
                      <a:pt x="57093" y="3892"/>
                      <a:pt x="58283" y="2703"/>
                      <a:pt x="59472" y="3892"/>
                    </a:cubicBezTo>
                    <a:cubicBezTo>
                      <a:pt x="60661" y="5082"/>
                      <a:pt x="60661" y="6271"/>
                      <a:pt x="60661" y="6271"/>
                    </a:cubicBezTo>
                    <a:cubicBezTo>
                      <a:pt x="61851" y="7461"/>
                      <a:pt x="63040" y="7461"/>
                      <a:pt x="64230" y="7461"/>
                    </a:cubicBezTo>
                    <a:cubicBezTo>
                      <a:pt x="66608" y="8650"/>
                      <a:pt x="67798" y="9840"/>
                      <a:pt x="71366" y="8650"/>
                    </a:cubicBezTo>
                    <a:cubicBezTo>
                      <a:pt x="74935" y="8650"/>
                      <a:pt x="80882" y="2703"/>
                      <a:pt x="84450" y="3892"/>
                    </a:cubicBezTo>
                    <a:cubicBezTo>
                      <a:pt x="85639" y="3892"/>
                      <a:pt x="88018" y="6271"/>
                      <a:pt x="90397" y="6271"/>
                    </a:cubicBezTo>
                    <a:cubicBezTo>
                      <a:pt x="92776" y="7461"/>
                      <a:pt x="93966" y="7461"/>
                      <a:pt x="97534" y="8650"/>
                    </a:cubicBezTo>
                    <a:cubicBezTo>
                      <a:pt x="101102" y="8650"/>
                      <a:pt x="101102" y="9840"/>
                      <a:pt x="103481" y="12218"/>
                    </a:cubicBezTo>
                    <a:cubicBezTo>
                      <a:pt x="104671" y="14597"/>
                      <a:pt x="105860" y="15787"/>
                      <a:pt x="108239" y="16976"/>
                    </a:cubicBezTo>
                    <a:cubicBezTo>
                      <a:pt x="110618" y="18166"/>
                      <a:pt x="111807" y="16976"/>
                      <a:pt x="114186" y="19355"/>
                    </a:cubicBezTo>
                    <a:cubicBezTo>
                      <a:pt x="115375" y="20544"/>
                      <a:pt x="117754" y="22923"/>
                      <a:pt x="117754" y="25302"/>
                    </a:cubicBezTo>
                    <a:cubicBezTo>
                      <a:pt x="120133" y="25302"/>
                      <a:pt x="124891" y="25302"/>
                      <a:pt x="127270" y="26492"/>
                    </a:cubicBezTo>
                    <a:cubicBezTo>
                      <a:pt x="127270" y="28871"/>
                      <a:pt x="127270" y="30060"/>
                      <a:pt x="126080" y="32439"/>
                    </a:cubicBezTo>
                    <a:cubicBezTo>
                      <a:pt x="124891" y="33628"/>
                      <a:pt x="122512" y="33628"/>
                      <a:pt x="122512" y="36007"/>
                    </a:cubicBezTo>
                    <a:cubicBezTo>
                      <a:pt x="123702" y="38386"/>
                      <a:pt x="126080" y="37197"/>
                      <a:pt x="126080" y="3957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65A7B780-6990-CBF6-B597-FF722F978813}"/>
                  </a:ext>
                </a:extLst>
              </p:cNvPr>
              <p:cNvSpPr/>
              <p:nvPr/>
            </p:nvSpPr>
            <p:spPr>
              <a:xfrm>
                <a:off x="6220603" y="2778598"/>
                <a:ext cx="217799" cy="165640"/>
              </a:xfrm>
              <a:custGeom>
                <a:avLst/>
                <a:gdLst>
                  <a:gd name="connsiteX0" fmla="*/ 217667 w 217799"/>
                  <a:gd name="connsiteY0" fmla="*/ 92776 h 165640"/>
                  <a:gd name="connsiteX1" fmla="*/ 214098 w 217799"/>
                  <a:gd name="connsiteY1" fmla="*/ 96344 h 165640"/>
                  <a:gd name="connsiteX2" fmla="*/ 209341 w 217799"/>
                  <a:gd name="connsiteY2" fmla="*/ 105860 h 165640"/>
                  <a:gd name="connsiteX3" fmla="*/ 201014 w 217799"/>
                  <a:gd name="connsiteY3" fmla="*/ 104670 h 165640"/>
                  <a:gd name="connsiteX4" fmla="*/ 196257 w 217799"/>
                  <a:gd name="connsiteY4" fmla="*/ 107049 h 165640"/>
                  <a:gd name="connsiteX5" fmla="*/ 190310 w 217799"/>
                  <a:gd name="connsiteY5" fmla="*/ 101102 h 165640"/>
                  <a:gd name="connsiteX6" fmla="*/ 189120 w 217799"/>
                  <a:gd name="connsiteY6" fmla="*/ 105860 h 165640"/>
                  <a:gd name="connsiteX7" fmla="*/ 189120 w 217799"/>
                  <a:gd name="connsiteY7" fmla="*/ 111807 h 165640"/>
                  <a:gd name="connsiteX8" fmla="*/ 193878 w 217799"/>
                  <a:gd name="connsiteY8" fmla="*/ 120133 h 165640"/>
                  <a:gd name="connsiteX9" fmla="*/ 193878 w 217799"/>
                  <a:gd name="connsiteY9" fmla="*/ 129648 h 165640"/>
                  <a:gd name="connsiteX10" fmla="*/ 199825 w 217799"/>
                  <a:gd name="connsiteY10" fmla="*/ 134406 h 165640"/>
                  <a:gd name="connsiteX11" fmla="*/ 198636 w 217799"/>
                  <a:gd name="connsiteY11" fmla="*/ 141543 h 165640"/>
                  <a:gd name="connsiteX12" fmla="*/ 191499 w 217799"/>
                  <a:gd name="connsiteY12" fmla="*/ 143922 h 165640"/>
                  <a:gd name="connsiteX13" fmla="*/ 178415 w 217799"/>
                  <a:gd name="connsiteY13" fmla="*/ 148679 h 165640"/>
                  <a:gd name="connsiteX14" fmla="*/ 174847 w 217799"/>
                  <a:gd name="connsiteY14" fmla="*/ 154627 h 165640"/>
                  <a:gd name="connsiteX15" fmla="*/ 174847 w 217799"/>
                  <a:gd name="connsiteY15" fmla="*/ 161763 h 165640"/>
                  <a:gd name="connsiteX16" fmla="*/ 162953 w 217799"/>
                  <a:gd name="connsiteY16" fmla="*/ 160574 h 165640"/>
                  <a:gd name="connsiteX17" fmla="*/ 157006 w 217799"/>
                  <a:gd name="connsiteY17" fmla="*/ 161763 h 165640"/>
                  <a:gd name="connsiteX18" fmla="*/ 152248 w 217799"/>
                  <a:gd name="connsiteY18" fmla="*/ 160574 h 165640"/>
                  <a:gd name="connsiteX19" fmla="*/ 142732 w 217799"/>
                  <a:gd name="connsiteY19" fmla="*/ 165331 h 165640"/>
                  <a:gd name="connsiteX20" fmla="*/ 135596 w 217799"/>
                  <a:gd name="connsiteY20" fmla="*/ 160574 h 165640"/>
                  <a:gd name="connsiteX21" fmla="*/ 117754 w 217799"/>
                  <a:gd name="connsiteY21" fmla="*/ 161763 h 165640"/>
                  <a:gd name="connsiteX22" fmla="*/ 108239 w 217799"/>
                  <a:gd name="connsiteY22" fmla="*/ 162953 h 165640"/>
                  <a:gd name="connsiteX23" fmla="*/ 97534 w 217799"/>
                  <a:gd name="connsiteY23" fmla="*/ 160574 h 165640"/>
                  <a:gd name="connsiteX24" fmla="*/ 90397 w 217799"/>
                  <a:gd name="connsiteY24" fmla="*/ 159384 h 165640"/>
                  <a:gd name="connsiteX25" fmla="*/ 83260 w 217799"/>
                  <a:gd name="connsiteY25" fmla="*/ 154627 h 165640"/>
                  <a:gd name="connsiteX26" fmla="*/ 72556 w 217799"/>
                  <a:gd name="connsiteY26" fmla="*/ 154627 h 165640"/>
                  <a:gd name="connsiteX27" fmla="*/ 65419 w 217799"/>
                  <a:gd name="connsiteY27" fmla="*/ 151058 h 165640"/>
                  <a:gd name="connsiteX28" fmla="*/ 60661 w 217799"/>
                  <a:gd name="connsiteY28" fmla="*/ 151058 h 165640"/>
                  <a:gd name="connsiteX29" fmla="*/ 44009 w 217799"/>
                  <a:gd name="connsiteY29" fmla="*/ 157005 h 165640"/>
                  <a:gd name="connsiteX30" fmla="*/ 24978 w 217799"/>
                  <a:gd name="connsiteY30" fmla="*/ 160574 h 165640"/>
                  <a:gd name="connsiteX31" fmla="*/ 21410 w 217799"/>
                  <a:gd name="connsiteY31" fmla="*/ 159384 h 165640"/>
                  <a:gd name="connsiteX32" fmla="*/ 16652 w 217799"/>
                  <a:gd name="connsiteY32" fmla="*/ 158195 h 165640"/>
                  <a:gd name="connsiteX33" fmla="*/ 15463 w 217799"/>
                  <a:gd name="connsiteY33" fmla="*/ 158195 h 165640"/>
                  <a:gd name="connsiteX34" fmla="*/ 10705 w 217799"/>
                  <a:gd name="connsiteY34" fmla="*/ 151058 h 165640"/>
                  <a:gd name="connsiteX35" fmla="*/ 9516 w 217799"/>
                  <a:gd name="connsiteY35" fmla="*/ 134406 h 165640"/>
                  <a:gd name="connsiteX36" fmla="*/ 15463 w 217799"/>
                  <a:gd name="connsiteY36" fmla="*/ 129648 h 165640"/>
                  <a:gd name="connsiteX37" fmla="*/ 15463 w 217799"/>
                  <a:gd name="connsiteY37" fmla="*/ 118944 h 165640"/>
                  <a:gd name="connsiteX38" fmla="*/ 9516 w 217799"/>
                  <a:gd name="connsiteY38" fmla="*/ 103481 h 165640"/>
                  <a:gd name="connsiteX39" fmla="*/ 8326 w 217799"/>
                  <a:gd name="connsiteY39" fmla="*/ 103481 h 165640"/>
                  <a:gd name="connsiteX40" fmla="*/ 2379 w 217799"/>
                  <a:gd name="connsiteY40" fmla="*/ 92776 h 165640"/>
                  <a:gd name="connsiteX41" fmla="*/ 0 w 217799"/>
                  <a:gd name="connsiteY41" fmla="*/ 85639 h 165640"/>
                  <a:gd name="connsiteX42" fmla="*/ 2379 w 217799"/>
                  <a:gd name="connsiteY42" fmla="*/ 86829 h 165640"/>
                  <a:gd name="connsiteX43" fmla="*/ 7137 w 217799"/>
                  <a:gd name="connsiteY43" fmla="*/ 82071 h 165640"/>
                  <a:gd name="connsiteX44" fmla="*/ 14273 w 217799"/>
                  <a:gd name="connsiteY44" fmla="*/ 80882 h 165640"/>
                  <a:gd name="connsiteX45" fmla="*/ 20221 w 217799"/>
                  <a:gd name="connsiteY45" fmla="*/ 83260 h 165640"/>
                  <a:gd name="connsiteX46" fmla="*/ 32115 w 217799"/>
                  <a:gd name="connsiteY46" fmla="*/ 79692 h 165640"/>
                  <a:gd name="connsiteX47" fmla="*/ 30925 w 217799"/>
                  <a:gd name="connsiteY47" fmla="*/ 77313 h 165640"/>
                  <a:gd name="connsiteX48" fmla="*/ 30925 w 217799"/>
                  <a:gd name="connsiteY48" fmla="*/ 73745 h 165640"/>
                  <a:gd name="connsiteX49" fmla="*/ 40441 w 217799"/>
                  <a:gd name="connsiteY49" fmla="*/ 67798 h 165640"/>
                  <a:gd name="connsiteX50" fmla="*/ 45199 w 217799"/>
                  <a:gd name="connsiteY50" fmla="*/ 66608 h 165640"/>
                  <a:gd name="connsiteX51" fmla="*/ 51146 w 217799"/>
                  <a:gd name="connsiteY51" fmla="*/ 67798 h 165640"/>
                  <a:gd name="connsiteX52" fmla="*/ 51146 w 217799"/>
                  <a:gd name="connsiteY52" fmla="*/ 63040 h 165640"/>
                  <a:gd name="connsiteX53" fmla="*/ 47577 w 217799"/>
                  <a:gd name="connsiteY53" fmla="*/ 60661 h 165640"/>
                  <a:gd name="connsiteX54" fmla="*/ 46388 w 217799"/>
                  <a:gd name="connsiteY54" fmla="*/ 49956 h 165640"/>
                  <a:gd name="connsiteX55" fmla="*/ 53525 w 217799"/>
                  <a:gd name="connsiteY55" fmla="*/ 42820 h 165640"/>
                  <a:gd name="connsiteX56" fmla="*/ 63040 w 217799"/>
                  <a:gd name="connsiteY56" fmla="*/ 38062 h 165640"/>
                  <a:gd name="connsiteX57" fmla="*/ 65419 w 217799"/>
                  <a:gd name="connsiteY57" fmla="*/ 33304 h 165640"/>
                  <a:gd name="connsiteX58" fmla="*/ 61851 w 217799"/>
                  <a:gd name="connsiteY58" fmla="*/ 29736 h 165640"/>
                  <a:gd name="connsiteX59" fmla="*/ 65419 w 217799"/>
                  <a:gd name="connsiteY59" fmla="*/ 26168 h 165640"/>
                  <a:gd name="connsiteX60" fmla="*/ 66608 w 217799"/>
                  <a:gd name="connsiteY60" fmla="*/ 20220 h 165640"/>
                  <a:gd name="connsiteX61" fmla="*/ 66608 w 217799"/>
                  <a:gd name="connsiteY61" fmla="*/ 20220 h 165640"/>
                  <a:gd name="connsiteX62" fmla="*/ 74935 w 217799"/>
                  <a:gd name="connsiteY62" fmla="*/ 19031 h 165640"/>
                  <a:gd name="connsiteX63" fmla="*/ 83260 w 217799"/>
                  <a:gd name="connsiteY63" fmla="*/ 17842 h 165640"/>
                  <a:gd name="connsiteX64" fmla="*/ 88018 w 217799"/>
                  <a:gd name="connsiteY64" fmla="*/ 17842 h 165640"/>
                  <a:gd name="connsiteX65" fmla="*/ 86829 w 217799"/>
                  <a:gd name="connsiteY65" fmla="*/ 13084 h 165640"/>
                  <a:gd name="connsiteX66" fmla="*/ 92776 w 217799"/>
                  <a:gd name="connsiteY66" fmla="*/ 8326 h 165640"/>
                  <a:gd name="connsiteX67" fmla="*/ 95155 w 217799"/>
                  <a:gd name="connsiteY67" fmla="*/ 2379 h 165640"/>
                  <a:gd name="connsiteX68" fmla="*/ 98723 w 217799"/>
                  <a:gd name="connsiteY68" fmla="*/ 0 h 165640"/>
                  <a:gd name="connsiteX69" fmla="*/ 98723 w 217799"/>
                  <a:gd name="connsiteY69" fmla="*/ 1190 h 165640"/>
                  <a:gd name="connsiteX70" fmla="*/ 103481 w 217799"/>
                  <a:gd name="connsiteY70" fmla="*/ 3568 h 165640"/>
                  <a:gd name="connsiteX71" fmla="*/ 108239 w 217799"/>
                  <a:gd name="connsiteY71" fmla="*/ 2379 h 165640"/>
                  <a:gd name="connsiteX72" fmla="*/ 112996 w 217799"/>
                  <a:gd name="connsiteY72" fmla="*/ 2379 h 165640"/>
                  <a:gd name="connsiteX73" fmla="*/ 116565 w 217799"/>
                  <a:gd name="connsiteY73" fmla="*/ 8326 h 165640"/>
                  <a:gd name="connsiteX74" fmla="*/ 123701 w 217799"/>
                  <a:gd name="connsiteY74" fmla="*/ 5947 h 165640"/>
                  <a:gd name="connsiteX75" fmla="*/ 130838 w 217799"/>
                  <a:gd name="connsiteY75" fmla="*/ 8326 h 165640"/>
                  <a:gd name="connsiteX76" fmla="*/ 134406 w 217799"/>
                  <a:gd name="connsiteY76" fmla="*/ 16652 h 165640"/>
                  <a:gd name="connsiteX77" fmla="*/ 141543 w 217799"/>
                  <a:gd name="connsiteY77" fmla="*/ 9516 h 165640"/>
                  <a:gd name="connsiteX78" fmla="*/ 148679 w 217799"/>
                  <a:gd name="connsiteY78" fmla="*/ 9516 h 165640"/>
                  <a:gd name="connsiteX79" fmla="*/ 151058 w 217799"/>
                  <a:gd name="connsiteY79" fmla="*/ 11894 h 165640"/>
                  <a:gd name="connsiteX80" fmla="*/ 158195 w 217799"/>
                  <a:gd name="connsiteY80" fmla="*/ 13084 h 165640"/>
                  <a:gd name="connsiteX81" fmla="*/ 166521 w 217799"/>
                  <a:gd name="connsiteY81" fmla="*/ 16652 h 165640"/>
                  <a:gd name="connsiteX82" fmla="*/ 166521 w 217799"/>
                  <a:gd name="connsiteY82" fmla="*/ 20220 h 165640"/>
                  <a:gd name="connsiteX83" fmla="*/ 167710 w 217799"/>
                  <a:gd name="connsiteY83" fmla="*/ 22599 h 165640"/>
                  <a:gd name="connsiteX84" fmla="*/ 165331 w 217799"/>
                  <a:gd name="connsiteY84" fmla="*/ 26168 h 165640"/>
                  <a:gd name="connsiteX85" fmla="*/ 168900 w 217799"/>
                  <a:gd name="connsiteY85" fmla="*/ 32115 h 165640"/>
                  <a:gd name="connsiteX86" fmla="*/ 170089 w 217799"/>
                  <a:gd name="connsiteY86" fmla="*/ 42820 h 165640"/>
                  <a:gd name="connsiteX87" fmla="*/ 177226 w 217799"/>
                  <a:gd name="connsiteY87" fmla="*/ 49956 h 165640"/>
                  <a:gd name="connsiteX88" fmla="*/ 178415 w 217799"/>
                  <a:gd name="connsiteY88" fmla="*/ 55903 h 165640"/>
                  <a:gd name="connsiteX89" fmla="*/ 184362 w 217799"/>
                  <a:gd name="connsiteY89" fmla="*/ 64229 h 165640"/>
                  <a:gd name="connsiteX90" fmla="*/ 191499 w 217799"/>
                  <a:gd name="connsiteY90" fmla="*/ 70177 h 165640"/>
                  <a:gd name="connsiteX91" fmla="*/ 192689 w 217799"/>
                  <a:gd name="connsiteY91" fmla="*/ 77313 h 165640"/>
                  <a:gd name="connsiteX92" fmla="*/ 202204 w 217799"/>
                  <a:gd name="connsiteY92" fmla="*/ 79692 h 165640"/>
                  <a:gd name="connsiteX93" fmla="*/ 210530 w 217799"/>
                  <a:gd name="connsiteY93" fmla="*/ 86829 h 165640"/>
                  <a:gd name="connsiteX94" fmla="*/ 210530 w 217799"/>
                  <a:gd name="connsiteY94" fmla="*/ 91586 h 165640"/>
                  <a:gd name="connsiteX95" fmla="*/ 217667 w 217799"/>
                  <a:gd name="connsiteY95" fmla="*/ 92776 h 165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217799" h="165640">
                    <a:moveTo>
                      <a:pt x="217667" y="92776"/>
                    </a:moveTo>
                    <a:cubicBezTo>
                      <a:pt x="217667" y="93965"/>
                      <a:pt x="214098" y="95155"/>
                      <a:pt x="214098" y="96344"/>
                    </a:cubicBezTo>
                    <a:cubicBezTo>
                      <a:pt x="214098" y="97534"/>
                      <a:pt x="210530" y="105860"/>
                      <a:pt x="209341" y="105860"/>
                    </a:cubicBezTo>
                    <a:cubicBezTo>
                      <a:pt x="208151" y="105860"/>
                      <a:pt x="202204" y="104670"/>
                      <a:pt x="201014" y="104670"/>
                    </a:cubicBezTo>
                    <a:cubicBezTo>
                      <a:pt x="199825" y="104670"/>
                      <a:pt x="197446" y="107049"/>
                      <a:pt x="196257" y="107049"/>
                    </a:cubicBezTo>
                    <a:cubicBezTo>
                      <a:pt x="195067" y="105860"/>
                      <a:pt x="191499" y="101102"/>
                      <a:pt x="190310" y="101102"/>
                    </a:cubicBezTo>
                    <a:cubicBezTo>
                      <a:pt x="189120" y="101102"/>
                      <a:pt x="190310" y="104670"/>
                      <a:pt x="189120" y="105860"/>
                    </a:cubicBezTo>
                    <a:cubicBezTo>
                      <a:pt x="187931" y="107049"/>
                      <a:pt x="187931" y="110617"/>
                      <a:pt x="189120" y="111807"/>
                    </a:cubicBezTo>
                    <a:cubicBezTo>
                      <a:pt x="190310" y="112996"/>
                      <a:pt x="193878" y="117754"/>
                      <a:pt x="193878" y="120133"/>
                    </a:cubicBezTo>
                    <a:cubicBezTo>
                      <a:pt x="193878" y="122512"/>
                      <a:pt x="191499" y="128459"/>
                      <a:pt x="193878" y="129648"/>
                    </a:cubicBezTo>
                    <a:cubicBezTo>
                      <a:pt x="197446" y="130838"/>
                      <a:pt x="199825" y="133217"/>
                      <a:pt x="199825" y="134406"/>
                    </a:cubicBezTo>
                    <a:cubicBezTo>
                      <a:pt x="199825" y="135596"/>
                      <a:pt x="198636" y="139164"/>
                      <a:pt x="198636" y="141543"/>
                    </a:cubicBezTo>
                    <a:cubicBezTo>
                      <a:pt x="196257" y="142732"/>
                      <a:pt x="193878" y="142732"/>
                      <a:pt x="191499" y="143922"/>
                    </a:cubicBezTo>
                    <a:cubicBezTo>
                      <a:pt x="186741" y="145111"/>
                      <a:pt x="181984" y="143922"/>
                      <a:pt x="178415" y="148679"/>
                    </a:cubicBezTo>
                    <a:cubicBezTo>
                      <a:pt x="177226" y="149869"/>
                      <a:pt x="176037" y="153437"/>
                      <a:pt x="174847" y="154627"/>
                    </a:cubicBezTo>
                    <a:cubicBezTo>
                      <a:pt x="174847" y="157005"/>
                      <a:pt x="176037" y="159384"/>
                      <a:pt x="174847" y="161763"/>
                    </a:cubicBezTo>
                    <a:cubicBezTo>
                      <a:pt x="172468" y="165331"/>
                      <a:pt x="165331" y="164142"/>
                      <a:pt x="162953" y="160574"/>
                    </a:cubicBezTo>
                    <a:cubicBezTo>
                      <a:pt x="160574" y="160574"/>
                      <a:pt x="159384" y="161763"/>
                      <a:pt x="157006" y="161763"/>
                    </a:cubicBezTo>
                    <a:cubicBezTo>
                      <a:pt x="154627" y="161763"/>
                      <a:pt x="154627" y="160574"/>
                      <a:pt x="152248" y="160574"/>
                    </a:cubicBezTo>
                    <a:cubicBezTo>
                      <a:pt x="148679" y="160574"/>
                      <a:pt x="143922" y="161763"/>
                      <a:pt x="142732" y="165331"/>
                    </a:cubicBezTo>
                    <a:cubicBezTo>
                      <a:pt x="139164" y="166521"/>
                      <a:pt x="135596" y="164142"/>
                      <a:pt x="135596" y="160574"/>
                    </a:cubicBezTo>
                    <a:cubicBezTo>
                      <a:pt x="128459" y="158195"/>
                      <a:pt x="124891" y="162953"/>
                      <a:pt x="117754" y="161763"/>
                    </a:cubicBezTo>
                    <a:cubicBezTo>
                      <a:pt x="114186" y="160574"/>
                      <a:pt x="111807" y="162953"/>
                      <a:pt x="108239" y="162953"/>
                    </a:cubicBezTo>
                    <a:cubicBezTo>
                      <a:pt x="104671" y="162953"/>
                      <a:pt x="101102" y="160574"/>
                      <a:pt x="97534" y="160574"/>
                    </a:cubicBezTo>
                    <a:cubicBezTo>
                      <a:pt x="93965" y="160574"/>
                      <a:pt x="93965" y="161763"/>
                      <a:pt x="90397" y="159384"/>
                    </a:cubicBezTo>
                    <a:cubicBezTo>
                      <a:pt x="88018" y="158195"/>
                      <a:pt x="85639" y="154627"/>
                      <a:pt x="83260" y="154627"/>
                    </a:cubicBezTo>
                    <a:cubicBezTo>
                      <a:pt x="79692" y="153437"/>
                      <a:pt x="76124" y="155816"/>
                      <a:pt x="72556" y="154627"/>
                    </a:cubicBezTo>
                    <a:cubicBezTo>
                      <a:pt x="70177" y="153437"/>
                      <a:pt x="67798" y="151058"/>
                      <a:pt x="65419" y="151058"/>
                    </a:cubicBezTo>
                    <a:cubicBezTo>
                      <a:pt x="64229" y="151058"/>
                      <a:pt x="63040" y="151058"/>
                      <a:pt x="60661" y="151058"/>
                    </a:cubicBezTo>
                    <a:cubicBezTo>
                      <a:pt x="57093" y="154627"/>
                      <a:pt x="49956" y="157005"/>
                      <a:pt x="44009" y="157005"/>
                    </a:cubicBezTo>
                    <a:cubicBezTo>
                      <a:pt x="36873" y="157005"/>
                      <a:pt x="30925" y="161763"/>
                      <a:pt x="24978" y="160574"/>
                    </a:cubicBezTo>
                    <a:cubicBezTo>
                      <a:pt x="23789" y="160574"/>
                      <a:pt x="22599" y="159384"/>
                      <a:pt x="21410" y="159384"/>
                    </a:cubicBezTo>
                    <a:cubicBezTo>
                      <a:pt x="20221" y="159384"/>
                      <a:pt x="17842" y="158195"/>
                      <a:pt x="16652" y="158195"/>
                    </a:cubicBezTo>
                    <a:cubicBezTo>
                      <a:pt x="16652" y="158195"/>
                      <a:pt x="16652" y="158195"/>
                      <a:pt x="15463" y="158195"/>
                    </a:cubicBezTo>
                    <a:cubicBezTo>
                      <a:pt x="13084" y="157005"/>
                      <a:pt x="11894" y="154627"/>
                      <a:pt x="10705" y="151058"/>
                    </a:cubicBezTo>
                    <a:cubicBezTo>
                      <a:pt x="8326" y="145111"/>
                      <a:pt x="4758" y="139164"/>
                      <a:pt x="9516" y="134406"/>
                    </a:cubicBezTo>
                    <a:cubicBezTo>
                      <a:pt x="10705" y="133217"/>
                      <a:pt x="14273" y="132027"/>
                      <a:pt x="15463" y="129648"/>
                    </a:cubicBezTo>
                    <a:cubicBezTo>
                      <a:pt x="16652" y="127270"/>
                      <a:pt x="15463" y="121322"/>
                      <a:pt x="15463" y="118944"/>
                    </a:cubicBezTo>
                    <a:cubicBezTo>
                      <a:pt x="14273" y="114186"/>
                      <a:pt x="11894" y="108239"/>
                      <a:pt x="9516" y="103481"/>
                    </a:cubicBezTo>
                    <a:cubicBezTo>
                      <a:pt x="9516" y="103481"/>
                      <a:pt x="9516" y="103481"/>
                      <a:pt x="8326" y="103481"/>
                    </a:cubicBezTo>
                    <a:cubicBezTo>
                      <a:pt x="7137" y="99912"/>
                      <a:pt x="4758" y="96344"/>
                      <a:pt x="2379" y="92776"/>
                    </a:cubicBezTo>
                    <a:cubicBezTo>
                      <a:pt x="1190" y="91586"/>
                      <a:pt x="1190" y="88018"/>
                      <a:pt x="0" y="85639"/>
                    </a:cubicBezTo>
                    <a:cubicBezTo>
                      <a:pt x="0" y="86829"/>
                      <a:pt x="1190" y="86829"/>
                      <a:pt x="2379" y="86829"/>
                    </a:cubicBezTo>
                    <a:cubicBezTo>
                      <a:pt x="3569" y="85639"/>
                      <a:pt x="4758" y="83260"/>
                      <a:pt x="7137" y="82071"/>
                    </a:cubicBezTo>
                    <a:cubicBezTo>
                      <a:pt x="9516" y="80882"/>
                      <a:pt x="11894" y="80882"/>
                      <a:pt x="14273" y="80882"/>
                    </a:cubicBezTo>
                    <a:cubicBezTo>
                      <a:pt x="17842" y="80882"/>
                      <a:pt x="17842" y="82071"/>
                      <a:pt x="20221" y="83260"/>
                    </a:cubicBezTo>
                    <a:cubicBezTo>
                      <a:pt x="22599" y="84450"/>
                      <a:pt x="32115" y="82071"/>
                      <a:pt x="32115" y="79692"/>
                    </a:cubicBezTo>
                    <a:cubicBezTo>
                      <a:pt x="32115" y="78503"/>
                      <a:pt x="30925" y="77313"/>
                      <a:pt x="30925" y="77313"/>
                    </a:cubicBezTo>
                    <a:cubicBezTo>
                      <a:pt x="30925" y="76124"/>
                      <a:pt x="30925" y="74934"/>
                      <a:pt x="30925" y="73745"/>
                    </a:cubicBezTo>
                    <a:cubicBezTo>
                      <a:pt x="36873" y="73745"/>
                      <a:pt x="36873" y="70177"/>
                      <a:pt x="40441" y="67798"/>
                    </a:cubicBezTo>
                    <a:cubicBezTo>
                      <a:pt x="42820" y="65419"/>
                      <a:pt x="41630" y="65419"/>
                      <a:pt x="45199" y="66608"/>
                    </a:cubicBezTo>
                    <a:cubicBezTo>
                      <a:pt x="47577" y="67798"/>
                      <a:pt x="48767" y="67798"/>
                      <a:pt x="51146" y="67798"/>
                    </a:cubicBezTo>
                    <a:cubicBezTo>
                      <a:pt x="51146" y="66608"/>
                      <a:pt x="51146" y="64229"/>
                      <a:pt x="51146" y="63040"/>
                    </a:cubicBezTo>
                    <a:cubicBezTo>
                      <a:pt x="49956" y="61851"/>
                      <a:pt x="48767" y="61851"/>
                      <a:pt x="47577" y="60661"/>
                    </a:cubicBezTo>
                    <a:cubicBezTo>
                      <a:pt x="45199" y="58282"/>
                      <a:pt x="46388" y="53525"/>
                      <a:pt x="46388" y="49956"/>
                    </a:cubicBezTo>
                    <a:cubicBezTo>
                      <a:pt x="51146" y="49956"/>
                      <a:pt x="51146" y="45199"/>
                      <a:pt x="53525" y="42820"/>
                    </a:cubicBezTo>
                    <a:cubicBezTo>
                      <a:pt x="55904" y="39251"/>
                      <a:pt x="59472" y="40441"/>
                      <a:pt x="63040" y="38062"/>
                    </a:cubicBezTo>
                    <a:cubicBezTo>
                      <a:pt x="64229" y="36873"/>
                      <a:pt x="65419" y="34494"/>
                      <a:pt x="65419" y="33304"/>
                    </a:cubicBezTo>
                    <a:cubicBezTo>
                      <a:pt x="64229" y="30925"/>
                      <a:pt x="61851" y="32115"/>
                      <a:pt x="61851" y="29736"/>
                    </a:cubicBezTo>
                    <a:cubicBezTo>
                      <a:pt x="60661" y="27357"/>
                      <a:pt x="64229" y="27357"/>
                      <a:pt x="65419" y="26168"/>
                    </a:cubicBezTo>
                    <a:cubicBezTo>
                      <a:pt x="66608" y="24978"/>
                      <a:pt x="66608" y="22599"/>
                      <a:pt x="66608" y="20220"/>
                    </a:cubicBezTo>
                    <a:lnTo>
                      <a:pt x="66608" y="20220"/>
                    </a:lnTo>
                    <a:cubicBezTo>
                      <a:pt x="70177" y="20220"/>
                      <a:pt x="72556" y="20220"/>
                      <a:pt x="74935" y="19031"/>
                    </a:cubicBezTo>
                    <a:cubicBezTo>
                      <a:pt x="77313" y="17842"/>
                      <a:pt x="79692" y="17842"/>
                      <a:pt x="83260" y="17842"/>
                    </a:cubicBezTo>
                    <a:cubicBezTo>
                      <a:pt x="84450" y="17842"/>
                      <a:pt x="86829" y="17842"/>
                      <a:pt x="88018" y="17842"/>
                    </a:cubicBezTo>
                    <a:cubicBezTo>
                      <a:pt x="89208" y="16652"/>
                      <a:pt x="86829" y="14273"/>
                      <a:pt x="86829" y="13084"/>
                    </a:cubicBezTo>
                    <a:cubicBezTo>
                      <a:pt x="86829" y="10705"/>
                      <a:pt x="90397" y="8326"/>
                      <a:pt x="92776" y="8326"/>
                    </a:cubicBezTo>
                    <a:cubicBezTo>
                      <a:pt x="93965" y="5947"/>
                      <a:pt x="93965" y="3568"/>
                      <a:pt x="95155" y="2379"/>
                    </a:cubicBezTo>
                    <a:cubicBezTo>
                      <a:pt x="96344" y="1190"/>
                      <a:pt x="97534" y="1190"/>
                      <a:pt x="98723" y="0"/>
                    </a:cubicBezTo>
                    <a:cubicBezTo>
                      <a:pt x="98723" y="1190"/>
                      <a:pt x="98723" y="1190"/>
                      <a:pt x="98723" y="1190"/>
                    </a:cubicBezTo>
                    <a:cubicBezTo>
                      <a:pt x="99912" y="1190"/>
                      <a:pt x="102291" y="3568"/>
                      <a:pt x="103481" y="3568"/>
                    </a:cubicBezTo>
                    <a:cubicBezTo>
                      <a:pt x="104671" y="3568"/>
                      <a:pt x="107049" y="3568"/>
                      <a:pt x="108239" y="2379"/>
                    </a:cubicBezTo>
                    <a:cubicBezTo>
                      <a:pt x="109428" y="1190"/>
                      <a:pt x="111807" y="0"/>
                      <a:pt x="112996" y="2379"/>
                    </a:cubicBezTo>
                    <a:cubicBezTo>
                      <a:pt x="114186" y="4758"/>
                      <a:pt x="115375" y="8326"/>
                      <a:pt x="116565" y="8326"/>
                    </a:cubicBezTo>
                    <a:cubicBezTo>
                      <a:pt x="117754" y="8326"/>
                      <a:pt x="122512" y="5947"/>
                      <a:pt x="123701" y="5947"/>
                    </a:cubicBezTo>
                    <a:cubicBezTo>
                      <a:pt x="126080" y="5947"/>
                      <a:pt x="129648" y="5947"/>
                      <a:pt x="130838" y="8326"/>
                    </a:cubicBezTo>
                    <a:cubicBezTo>
                      <a:pt x="132027" y="10705"/>
                      <a:pt x="133217" y="17842"/>
                      <a:pt x="134406" y="16652"/>
                    </a:cubicBezTo>
                    <a:cubicBezTo>
                      <a:pt x="135596" y="15463"/>
                      <a:pt x="139164" y="9516"/>
                      <a:pt x="141543" y="9516"/>
                    </a:cubicBezTo>
                    <a:cubicBezTo>
                      <a:pt x="143922" y="8326"/>
                      <a:pt x="147490" y="7137"/>
                      <a:pt x="148679" y="9516"/>
                    </a:cubicBezTo>
                    <a:cubicBezTo>
                      <a:pt x="149869" y="10705"/>
                      <a:pt x="149869" y="11894"/>
                      <a:pt x="151058" y="11894"/>
                    </a:cubicBezTo>
                    <a:cubicBezTo>
                      <a:pt x="152248" y="11894"/>
                      <a:pt x="155816" y="11894"/>
                      <a:pt x="158195" y="13084"/>
                    </a:cubicBezTo>
                    <a:cubicBezTo>
                      <a:pt x="160574" y="14273"/>
                      <a:pt x="166521" y="15463"/>
                      <a:pt x="166521" y="16652"/>
                    </a:cubicBezTo>
                    <a:cubicBezTo>
                      <a:pt x="166521" y="17842"/>
                      <a:pt x="165331" y="20220"/>
                      <a:pt x="166521" y="20220"/>
                    </a:cubicBezTo>
                    <a:cubicBezTo>
                      <a:pt x="167710" y="20220"/>
                      <a:pt x="168900" y="21410"/>
                      <a:pt x="167710" y="22599"/>
                    </a:cubicBezTo>
                    <a:cubicBezTo>
                      <a:pt x="166521" y="23789"/>
                      <a:pt x="165331" y="24978"/>
                      <a:pt x="165331" y="26168"/>
                    </a:cubicBezTo>
                    <a:cubicBezTo>
                      <a:pt x="165331" y="27357"/>
                      <a:pt x="167710" y="29736"/>
                      <a:pt x="168900" y="32115"/>
                    </a:cubicBezTo>
                    <a:cubicBezTo>
                      <a:pt x="170089" y="34494"/>
                      <a:pt x="167710" y="41630"/>
                      <a:pt x="170089" y="42820"/>
                    </a:cubicBezTo>
                    <a:cubicBezTo>
                      <a:pt x="172468" y="44009"/>
                      <a:pt x="176037" y="47577"/>
                      <a:pt x="177226" y="49956"/>
                    </a:cubicBezTo>
                    <a:cubicBezTo>
                      <a:pt x="178415" y="52335"/>
                      <a:pt x="177226" y="53525"/>
                      <a:pt x="178415" y="55903"/>
                    </a:cubicBezTo>
                    <a:cubicBezTo>
                      <a:pt x="180794" y="58282"/>
                      <a:pt x="180794" y="61851"/>
                      <a:pt x="184362" y="64229"/>
                    </a:cubicBezTo>
                    <a:cubicBezTo>
                      <a:pt x="186741" y="66608"/>
                      <a:pt x="191499" y="68987"/>
                      <a:pt x="191499" y="70177"/>
                    </a:cubicBezTo>
                    <a:cubicBezTo>
                      <a:pt x="191499" y="71366"/>
                      <a:pt x="191499" y="77313"/>
                      <a:pt x="192689" y="77313"/>
                    </a:cubicBezTo>
                    <a:cubicBezTo>
                      <a:pt x="193878" y="77313"/>
                      <a:pt x="199825" y="78503"/>
                      <a:pt x="202204" y="79692"/>
                    </a:cubicBezTo>
                    <a:cubicBezTo>
                      <a:pt x="204583" y="82071"/>
                      <a:pt x="210530" y="85639"/>
                      <a:pt x="210530" y="86829"/>
                    </a:cubicBezTo>
                    <a:cubicBezTo>
                      <a:pt x="210530" y="89208"/>
                      <a:pt x="208151" y="90397"/>
                      <a:pt x="210530" y="91586"/>
                    </a:cubicBezTo>
                    <a:cubicBezTo>
                      <a:pt x="211720" y="89208"/>
                      <a:pt x="218856" y="91586"/>
                      <a:pt x="217667" y="9277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5AAEEEAF-F68F-1E34-905C-AF65E4430B5F}"/>
                  </a:ext>
                </a:extLst>
              </p:cNvPr>
              <p:cNvSpPr/>
              <p:nvPr/>
            </p:nvSpPr>
            <p:spPr>
              <a:xfrm>
                <a:off x="6311000" y="3041463"/>
                <a:ext cx="88018" cy="98722"/>
              </a:xfrm>
              <a:custGeom>
                <a:avLst/>
                <a:gdLst>
                  <a:gd name="connsiteX0" fmla="*/ 88018 w 88018"/>
                  <a:gd name="connsiteY0" fmla="*/ 67798 h 98722"/>
                  <a:gd name="connsiteX1" fmla="*/ 74934 w 88018"/>
                  <a:gd name="connsiteY1" fmla="*/ 65419 h 98722"/>
                  <a:gd name="connsiteX2" fmla="*/ 65419 w 88018"/>
                  <a:gd name="connsiteY2" fmla="*/ 68987 h 98722"/>
                  <a:gd name="connsiteX3" fmla="*/ 66608 w 88018"/>
                  <a:gd name="connsiteY3" fmla="*/ 77313 h 98722"/>
                  <a:gd name="connsiteX4" fmla="*/ 60661 w 88018"/>
                  <a:gd name="connsiteY4" fmla="*/ 85639 h 98722"/>
                  <a:gd name="connsiteX5" fmla="*/ 48767 w 88018"/>
                  <a:gd name="connsiteY5" fmla="*/ 97534 h 98722"/>
                  <a:gd name="connsiteX6" fmla="*/ 48767 w 88018"/>
                  <a:gd name="connsiteY6" fmla="*/ 98723 h 98722"/>
                  <a:gd name="connsiteX7" fmla="*/ 45198 w 88018"/>
                  <a:gd name="connsiteY7" fmla="*/ 91586 h 98722"/>
                  <a:gd name="connsiteX8" fmla="*/ 45198 w 88018"/>
                  <a:gd name="connsiteY8" fmla="*/ 74934 h 98722"/>
                  <a:gd name="connsiteX9" fmla="*/ 45198 w 88018"/>
                  <a:gd name="connsiteY9" fmla="*/ 67798 h 98722"/>
                  <a:gd name="connsiteX10" fmla="*/ 41630 w 88018"/>
                  <a:gd name="connsiteY10" fmla="*/ 61851 h 98722"/>
                  <a:gd name="connsiteX11" fmla="*/ 39251 w 88018"/>
                  <a:gd name="connsiteY11" fmla="*/ 54714 h 98722"/>
                  <a:gd name="connsiteX12" fmla="*/ 35683 w 88018"/>
                  <a:gd name="connsiteY12" fmla="*/ 49956 h 98722"/>
                  <a:gd name="connsiteX13" fmla="*/ 24978 w 88018"/>
                  <a:gd name="connsiteY13" fmla="*/ 41630 h 98722"/>
                  <a:gd name="connsiteX14" fmla="*/ 16652 w 88018"/>
                  <a:gd name="connsiteY14" fmla="*/ 30925 h 98722"/>
                  <a:gd name="connsiteX15" fmla="*/ 10705 w 88018"/>
                  <a:gd name="connsiteY15" fmla="*/ 15463 h 98722"/>
                  <a:gd name="connsiteX16" fmla="*/ 2379 w 88018"/>
                  <a:gd name="connsiteY16" fmla="*/ 16652 h 98722"/>
                  <a:gd name="connsiteX17" fmla="*/ 0 w 88018"/>
                  <a:gd name="connsiteY17" fmla="*/ 16652 h 98722"/>
                  <a:gd name="connsiteX18" fmla="*/ 3568 w 88018"/>
                  <a:gd name="connsiteY18" fmla="*/ 0 h 98722"/>
                  <a:gd name="connsiteX19" fmla="*/ 8326 w 88018"/>
                  <a:gd name="connsiteY19" fmla="*/ 3568 h 98722"/>
                  <a:gd name="connsiteX20" fmla="*/ 17842 w 88018"/>
                  <a:gd name="connsiteY20" fmla="*/ 0 h 98722"/>
                  <a:gd name="connsiteX21" fmla="*/ 27357 w 88018"/>
                  <a:gd name="connsiteY21" fmla="*/ 4758 h 98722"/>
                  <a:gd name="connsiteX22" fmla="*/ 47577 w 88018"/>
                  <a:gd name="connsiteY22" fmla="*/ 13084 h 98722"/>
                  <a:gd name="connsiteX23" fmla="*/ 47577 w 88018"/>
                  <a:gd name="connsiteY23" fmla="*/ 10705 h 98722"/>
                  <a:gd name="connsiteX24" fmla="*/ 55904 w 88018"/>
                  <a:gd name="connsiteY24" fmla="*/ 16652 h 98722"/>
                  <a:gd name="connsiteX25" fmla="*/ 65419 w 88018"/>
                  <a:gd name="connsiteY25" fmla="*/ 22599 h 98722"/>
                  <a:gd name="connsiteX26" fmla="*/ 68987 w 88018"/>
                  <a:gd name="connsiteY26" fmla="*/ 38062 h 98722"/>
                  <a:gd name="connsiteX27" fmla="*/ 79692 w 88018"/>
                  <a:gd name="connsiteY27" fmla="*/ 48767 h 98722"/>
                  <a:gd name="connsiteX28" fmla="*/ 86829 w 88018"/>
                  <a:gd name="connsiteY28" fmla="*/ 54714 h 98722"/>
                  <a:gd name="connsiteX29" fmla="*/ 88018 w 88018"/>
                  <a:gd name="connsiteY29" fmla="*/ 67798 h 9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88018" h="98722">
                    <a:moveTo>
                      <a:pt x="88018" y="67798"/>
                    </a:moveTo>
                    <a:cubicBezTo>
                      <a:pt x="83260" y="68987"/>
                      <a:pt x="79692" y="64229"/>
                      <a:pt x="74934" y="65419"/>
                    </a:cubicBezTo>
                    <a:cubicBezTo>
                      <a:pt x="72556" y="67798"/>
                      <a:pt x="68987" y="68987"/>
                      <a:pt x="65419" y="68987"/>
                    </a:cubicBezTo>
                    <a:cubicBezTo>
                      <a:pt x="63040" y="72555"/>
                      <a:pt x="66608" y="73745"/>
                      <a:pt x="66608" y="77313"/>
                    </a:cubicBezTo>
                    <a:cubicBezTo>
                      <a:pt x="66608" y="83260"/>
                      <a:pt x="63040" y="82071"/>
                      <a:pt x="60661" y="85639"/>
                    </a:cubicBezTo>
                    <a:cubicBezTo>
                      <a:pt x="57093" y="91586"/>
                      <a:pt x="58282" y="98723"/>
                      <a:pt x="48767" y="97534"/>
                    </a:cubicBezTo>
                    <a:cubicBezTo>
                      <a:pt x="48767" y="97534"/>
                      <a:pt x="48767" y="97534"/>
                      <a:pt x="48767" y="98723"/>
                    </a:cubicBezTo>
                    <a:cubicBezTo>
                      <a:pt x="46388" y="96344"/>
                      <a:pt x="45198" y="95155"/>
                      <a:pt x="45198" y="91586"/>
                    </a:cubicBezTo>
                    <a:cubicBezTo>
                      <a:pt x="44009" y="85639"/>
                      <a:pt x="45198" y="79692"/>
                      <a:pt x="45198" y="74934"/>
                    </a:cubicBezTo>
                    <a:cubicBezTo>
                      <a:pt x="45198" y="72555"/>
                      <a:pt x="46388" y="70177"/>
                      <a:pt x="45198" y="67798"/>
                    </a:cubicBezTo>
                    <a:cubicBezTo>
                      <a:pt x="44009" y="65419"/>
                      <a:pt x="42820" y="64229"/>
                      <a:pt x="41630" y="61851"/>
                    </a:cubicBezTo>
                    <a:cubicBezTo>
                      <a:pt x="40441" y="59472"/>
                      <a:pt x="40441" y="57093"/>
                      <a:pt x="39251" y="54714"/>
                    </a:cubicBezTo>
                    <a:cubicBezTo>
                      <a:pt x="38062" y="52335"/>
                      <a:pt x="36873" y="51146"/>
                      <a:pt x="35683" y="49956"/>
                    </a:cubicBezTo>
                    <a:cubicBezTo>
                      <a:pt x="32115" y="46388"/>
                      <a:pt x="28546" y="44009"/>
                      <a:pt x="24978" y="41630"/>
                    </a:cubicBezTo>
                    <a:cubicBezTo>
                      <a:pt x="24978" y="35683"/>
                      <a:pt x="20221" y="34494"/>
                      <a:pt x="16652" y="30925"/>
                    </a:cubicBezTo>
                    <a:cubicBezTo>
                      <a:pt x="13084" y="26168"/>
                      <a:pt x="10705" y="21410"/>
                      <a:pt x="10705" y="15463"/>
                    </a:cubicBezTo>
                    <a:cubicBezTo>
                      <a:pt x="8326" y="15463"/>
                      <a:pt x="4758" y="16652"/>
                      <a:pt x="2379" y="16652"/>
                    </a:cubicBezTo>
                    <a:cubicBezTo>
                      <a:pt x="1190" y="16652"/>
                      <a:pt x="1190" y="16652"/>
                      <a:pt x="0" y="16652"/>
                    </a:cubicBezTo>
                    <a:cubicBezTo>
                      <a:pt x="2379" y="11894"/>
                      <a:pt x="1190" y="5947"/>
                      <a:pt x="3568" y="0"/>
                    </a:cubicBezTo>
                    <a:cubicBezTo>
                      <a:pt x="5947" y="0"/>
                      <a:pt x="8326" y="1189"/>
                      <a:pt x="8326" y="3568"/>
                    </a:cubicBezTo>
                    <a:cubicBezTo>
                      <a:pt x="11894" y="3568"/>
                      <a:pt x="15463" y="0"/>
                      <a:pt x="17842" y="0"/>
                    </a:cubicBezTo>
                    <a:cubicBezTo>
                      <a:pt x="21410" y="0"/>
                      <a:pt x="23789" y="3568"/>
                      <a:pt x="27357" y="4758"/>
                    </a:cubicBezTo>
                    <a:cubicBezTo>
                      <a:pt x="34494" y="8326"/>
                      <a:pt x="39251" y="11894"/>
                      <a:pt x="47577" y="13084"/>
                    </a:cubicBezTo>
                    <a:cubicBezTo>
                      <a:pt x="47577" y="11894"/>
                      <a:pt x="47577" y="11894"/>
                      <a:pt x="47577" y="10705"/>
                    </a:cubicBezTo>
                    <a:cubicBezTo>
                      <a:pt x="52335" y="9515"/>
                      <a:pt x="53525" y="14273"/>
                      <a:pt x="55904" y="16652"/>
                    </a:cubicBezTo>
                    <a:cubicBezTo>
                      <a:pt x="58282" y="19031"/>
                      <a:pt x="61851" y="20220"/>
                      <a:pt x="65419" y="22599"/>
                    </a:cubicBezTo>
                    <a:cubicBezTo>
                      <a:pt x="66608" y="30925"/>
                      <a:pt x="64229" y="32115"/>
                      <a:pt x="68987" y="38062"/>
                    </a:cubicBezTo>
                    <a:cubicBezTo>
                      <a:pt x="72556" y="41630"/>
                      <a:pt x="78503" y="45198"/>
                      <a:pt x="79692" y="48767"/>
                    </a:cubicBezTo>
                    <a:cubicBezTo>
                      <a:pt x="84450" y="49956"/>
                      <a:pt x="84450" y="51146"/>
                      <a:pt x="86829" y="54714"/>
                    </a:cubicBezTo>
                    <a:cubicBezTo>
                      <a:pt x="88018" y="59472"/>
                      <a:pt x="88018" y="64229"/>
                      <a:pt x="88018" y="67798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D933AD4D-8A61-945F-222F-5FF4036F290F}"/>
                  </a:ext>
                </a:extLst>
              </p:cNvPr>
              <p:cNvSpPr/>
              <p:nvPr/>
            </p:nvSpPr>
            <p:spPr>
              <a:xfrm>
                <a:off x="6169457" y="3058115"/>
                <a:ext cx="227346" cy="142732"/>
              </a:xfrm>
              <a:custGeom>
                <a:avLst/>
                <a:gdLst>
                  <a:gd name="connsiteX0" fmla="*/ 223614 w 227346"/>
                  <a:gd name="connsiteY0" fmla="*/ 105860 h 142732"/>
                  <a:gd name="connsiteX1" fmla="*/ 214098 w 227346"/>
                  <a:gd name="connsiteY1" fmla="*/ 109428 h 142732"/>
                  <a:gd name="connsiteX2" fmla="*/ 206962 w 227346"/>
                  <a:gd name="connsiteY2" fmla="*/ 115375 h 142732"/>
                  <a:gd name="connsiteX3" fmla="*/ 205772 w 227346"/>
                  <a:gd name="connsiteY3" fmla="*/ 127270 h 142732"/>
                  <a:gd name="connsiteX4" fmla="*/ 203393 w 227346"/>
                  <a:gd name="connsiteY4" fmla="*/ 132027 h 142732"/>
                  <a:gd name="connsiteX5" fmla="*/ 204583 w 227346"/>
                  <a:gd name="connsiteY5" fmla="*/ 139164 h 142732"/>
                  <a:gd name="connsiteX6" fmla="*/ 204583 w 227346"/>
                  <a:gd name="connsiteY6" fmla="*/ 139164 h 142732"/>
                  <a:gd name="connsiteX7" fmla="*/ 197446 w 227346"/>
                  <a:gd name="connsiteY7" fmla="*/ 135596 h 142732"/>
                  <a:gd name="connsiteX8" fmla="*/ 186741 w 227346"/>
                  <a:gd name="connsiteY8" fmla="*/ 134406 h 142732"/>
                  <a:gd name="connsiteX9" fmla="*/ 178415 w 227346"/>
                  <a:gd name="connsiteY9" fmla="*/ 129648 h 142732"/>
                  <a:gd name="connsiteX10" fmla="*/ 167710 w 227346"/>
                  <a:gd name="connsiteY10" fmla="*/ 127270 h 142732"/>
                  <a:gd name="connsiteX11" fmla="*/ 133217 w 227346"/>
                  <a:gd name="connsiteY11" fmla="*/ 141543 h 142732"/>
                  <a:gd name="connsiteX12" fmla="*/ 114186 w 227346"/>
                  <a:gd name="connsiteY12" fmla="*/ 141543 h 142732"/>
                  <a:gd name="connsiteX13" fmla="*/ 104670 w 227346"/>
                  <a:gd name="connsiteY13" fmla="*/ 140353 h 142732"/>
                  <a:gd name="connsiteX14" fmla="*/ 95155 w 227346"/>
                  <a:gd name="connsiteY14" fmla="*/ 142732 h 142732"/>
                  <a:gd name="connsiteX15" fmla="*/ 77313 w 227346"/>
                  <a:gd name="connsiteY15" fmla="*/ 139164 h 142732"/>
                  <a:gd name="connsiteX16" fmla="*/ 67798 w 227346"/>
                  <a:gd name="connsiteY16" fmla="*/ 139164 h 142732"/>
                  <a:gd name="connsiteX17" fmla="*/ 67798 w 227346"/>
                  <a:gd name="connsiteY17" fmla="*/ 129648 h 142732"/>
                  <a:gd name="connsiteX18" fmla="*/ 58282 w 227346"/>
                  <a:gd name="connsiteY18" fmla="*/ 126080 h 142732"/>
                  <a:gd name="connsiteX19" fmla="*/ 57093 w 227346"/>
                  <a:gd name="connsiteY19" fmla="*/ 124891 h 142732"/>
                  <a:gd name="connsiteX20" fmla="*/ 59472 w 227346"/>
                  <a:gd name="connsiteY20" fmla="*/ 115375 h 142732"/>
                  <a:gd name="connsiteX21" fmla="*/ 45198 w 227346"/>
                  <a:gd name="connsiteY21" fmla="*/ 117754 h 142732"/>
                  <a:gd name="connsiteX22" fmla="*/ 38062 w 227346"/>
                  <a:gd name="connsiteY22" fmla="*/ 116565 h 142732"/>
                  <a:gd name="connsiteX23" fmla="*/ 35683 w 227346"/>
                  <a:gd name="connsiteY23" fmla="*/ 110617 h 142732"/>
                  <a:gd name="connsiteX24" fmla="*/ 27357 w 227346"/>
                  <a:gd name="connsiteY24" fmla="*/ 108239 h 142732"/>
                  <a:gd name="connsiteX25" fmla="*/ 27357 w 227346"/>
                  <a:gd name="connsiteY25" fmla="*/ 98723 h 142732"/>
                  <a:gd name="connsiteX26" fmla="*/ 21410 w 227346"/>
                  <a:gd name="connsiteY26" fmla="*/ 91586 h 142732"/>
                  <a:gd name="connsiteX27" fmla="*/ 0 w 227346"/>
                  <a:gd name="connsiteY27" fmla="*/ 71366 h 142732"/>
                  <a:gd name="connsiteX28" fmla="*/ 0 w 227346"/>
                  <a:gd name="connsiteY28" fmla="*/ 71366 h 142732"/>
                  <a:gd name="connsiteX29" fmla="*/ 7137 w 227346"/>
                  <a:gd name="connsiteY29" fmla="*/ 65419 h 142732"/>
                  <a:gd name="connsiteX30" fmla="*/ 14273 w 227346"/>
                  <a:gd name="connsiteY30" fmla="*/ 59472 h 142732"/>
                  <a:gd name="connsiteX31" fmla="*/ 22599 w 227346"/>
                  <a:gd name="connsiteY31" fmla="*/ 55903 h 142732"/>
                  <a:gd name="connsiteX32" fmla="*/ 22599 w 227346"/>
                  <a:gd name="connsiteY32" fmla="*/ 51146 h 142732"/>
                  <a:gd name="connsiteX33" fmla="*/ 24978 w 227346"/>
                  <a:gd name="connsiteY33" fmla="*/ 47577 h 142732"/>
                  <a:gd name="connsiteX34" fmla="*/ 33304 w 227346"/>
                  <a:gd name="connsiteY34" fmla="*/ 30925 h 142732"/>
                  <a:gd name="connsiteX35" fmla="*/ 40441 w 227346"/>
                  <a:gd name="connsiteY35" fmla="*/ 13084 h 142732"/>
                  <a:gd name="connsiteX36" fmla="*/ 47577 w 227346"/>
                  <a:gd name="connsiteY36" fmla="*/ 8326 h 142732"/>
                  <a:gd name="connsiteX37" fmla="*/ 49956 w 227346"/>
                  <a:gd name="connsiteY37" fmla="*/ 4758 h 142732"/>
                  <a:gd name="connsiteX38" fmla="*/ 64229 w 227346"/>
                  <a:gd name="connsiteY38" fmla="*/ 2379 h 142732"/>
                  <a:gd name="connsiteX39" fmla="*/ 68987 w 227346"/>
                  <a:gd name="connsiteY39" fmla="*/ 7137 h 142732"/>
                  <a:gd name="connsiteX40" fmla="*/ 77313 w 227346"/>
                  <a:gd name="connsiteY40" fmla="*/ 7137 h 142732"/>
                  <a:gd name="connsiteX41" fmla="*/ 85639 w 227346"/>
                  <a:gd name="connsiteY41" fmla="*/ 13084 h 142732"/>
                  <a:gd name="connsiteX42" fmla="*/ 95155 w 227346"/>
                  <a:gd name="connsiteY42" fmla="*/ 16652 h 142732"/>
                  <a:gd name="connsiteX43" fmla="*/ 115375 w 227346"/>
                  <a:gd name="connsiteY43" fmla="*/ 9516 h 142732"/>
                  <a:gd name="connsiteX44" fmla="*/ 136785 w 227346"/>
                  <a:gd name="connsiteY44" fmla="*/ 4758 h 142732"/>
                  <a:gd name="connsiteX45" fmla="*/ 140353 w 227346"/>
                  <a:gd name="connsiteY45" fmla="*/ 1190 h 142732"/>
                  <a:gd name="connsiteX46" fmla="*/ 142732 w 227346"/>
                  <a:gd name="connsiteY46" fmla="*/ 1190 h 142732"/>
                  <a:gd name="connsiteX47" fmla="*/ 151058 w 227346"/>
                  <a:gd name="connsiteY47" fmla="*/ 0 h 142732"/>
                  <a:gd name="connsiteX48" fmla="*/ 157005 w 227346"/>
                  <a:gd name="connsiteY48" fmla="*/ 15463 h 142732"/>
                  <a:gd name="connsiteX49" fmla="*/ 165331 w 227346"/>
                  <a:gd name="connsiteY49" fmla="*/ 26168 h 142732"/>
                  <a:gd name="connsiteX50" fmla="*/ 176036 w 227346"/>
                  <a:gd name="connsiteY50" fmla="*/ 34494 h 142732"/>
                  <a:gd name="connsiteX51" fmla="*/ 179605 w 227346"/>
                  <a:gd name="connsiteY51" fmla="*/ 39251 h 142732"/>
                  <a:gd name="connsiteX52" fmla="*/ 181983 w 227346"/>
                  <a:gd name="connsiteY52" fmla="*/ 46388 h 142732"/>
                  <a:gd name="connsiteX53" fmla="*/ 185552 w 227346"/>
                  <a:gd name="connsiteY53" fmla="*/ 52335 h 142732"/>
                  <a:gd name="connsiteX54" fmla="*/ 185552 w 227346"/>
                  <a:gd name="connsiteY54" fmla="*/ 59472 h 142732"/>
                  <a:gd name="connsiteX55" fmla="*/ 185552 w 227346"/>
                  <a:gd name="connsiteY55" fmla="*/ 76124 h 142732"/>
                  <a:gd name="connsiteX56" fmla="*/ 189120 w 227346"/>
                  <a:gd name="connsiteY56" fmla="*/ 83260 h 142732"/>
                  <a:gd name="connsiteX57" fmla="*/ 189120 w 227346"/>
                  <a:gd name="connsiteY57" fmla="*/ 83260 h 142732"/>
                  <a:gd name="connsiteX58" fmla="*/ 204583 w 227346"/>
                  <a:gd name="connsiteY58" fmla="*/ 91586 h 142732"/>
                  <a:gd name="connsiteX59" fmla="*/ 224803 w 227346"/>
                  <a:gd name="connsiteY59" fmla="*/ 95155 h 142732"/>
                  <a:gd name="connsiteX60" fmla="*/ 224803 w 227346"/>
                  <a:gd name="connsiteY60" fmla="*/ 95155 h 142732"/>
                  <a:gd name="connsiteX61" fmla="*/ 223614 w 227346"/>
                  <a:gd name="connsiteY61" fmla="*/ 105860 h 14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27346" h="142732">
                    <a:moveTo>
                      <a:pt x="223614" y="105860"/>
                    </a:moveTo>
                    <a:cubicBezTo>
                      <a:pt x="221235" y="107049"/>
                      <a:pt x="216477" y="108239"/>
                      <a:pt x="214098" y="109428"/>
                    </a:cubicBezTo>
                    <a:cubicBezTo>
                      <a:pt x="209341" y="110617"/>
                      <a:pt x="208151" y="110617"/>
                      <a:pt x="206962" y="115375"/>
                    </a:cubicBezTo>
                    <a:cubicBezTo>
                      <a:pt x="201014" y="116565"/>
                      <a:pt x="206962" y="123701"/>
                      <a:pt x="205772" y="127270"/>
                    </a:cubicBezTo>
                    <a:cubicBezTo>
                      <a:pt x="205772" y="129648"/>
                      <a:pt x="203393" y="130838"/>
                      <a:pt x="203393" y="132027"/>
                    </a:cubicBezTo>
                    <a:cubicBezTo>
                      <a:pt x="203393" y="134406"/>
                      <a:pt x="203393" y="136785"/>
                      <a:pt x="204583" y="139164"/>
                    </a:cubicBezTo>
                    <a:cubicBezTo>
                      <a:pt x="204583" y="139164"/>
                      <a:pt x="204583" y="139164"/>
                      <a:pt x="204583" y="139164"/>
                    </a:cubicBezTo>
                    <a:cubicBezTo>
                      <a:pt x="199825" y="140353"/>
                      <a:pt x="199825" y="136785"/>
                      <a:pt x="197446" y="135596"/>
                    </a:cubicBezTo>
                    <a:cubicBezTo>
                      <a:pt x="193878" y="134406"/>
                      <a:pt x="190310" y="135596"/>
                      <a:pt x="186741" y="134406"/>
                    </a:cubicBezTo>
                    <a:cubicBezTo>
                      <a:pt x="183173" y="133217"/>
                      <a:pt x="181983" y="130838"/>
                      <a:pt x="178415" y="129648"/>
                    </a:cubicBezTo>
                    <a:cubicBezTo>
                      <a:pt x="174847" y="128459"/>
                      <a:pt x="172468" y="127270"/>
                      <a:pt x="167710" y="127270"/>
                    </a:cubicBezTo>
                    <a:cubicBezTo>
                      <a:pt x="154627" y="127270"/>
                      <a:pt x="145111" y="137975"/>
                      <a:pt x="133217" y="141543"/>
                    </a:cubicBezTo>
                    <a:cubicBezTo>
                      <a:pt x="127269" y="142732"/>
                      <a:pt x="120133" y="142732"/>
                      <a:pt x="114186" y="141543"/>
                    </a:cubicBezTo>
                    <a:cubicBezTo>
                      <a:pt x="110617" y="141543"/>
                      <a:pt x="108239" y="140353"/>
                      <a:pt x="104670" y="140353"/>
                    </a:cubicBezTo>
                    <a:cubicBezTo>
                      <a:pt x="101102" y="140353"/>
                      <a:pt x="98723" y="142732"/>
                      <a:pt x="95155" y="142732"/>
                    </a:cubicBezTo>
                    <a:cubicBezTo>
                      <a:pt x="89208" y="142732"/>
                      <a:pt x="83260" y="139164"/>
                      <a:pt x="77313" y="139164"/>
                    </a:cubicBezTo>
                    <a:cubicBezTo>
                      <a:pt x="74934" y="139164"/>
                      <a:pt x="68987" y="140353"/>
                      <a:pt x="67798" y="139164"/>
                    </a:cubicBezTo>
                    <a:cubicBezTo>
                      <a:pt x="66608" y="137975"/>
                      <a:pt x="68987" y="132027"/>
                      <a:pt x="67798" y="129648"/>
                    </a:cubicBezTo>
                    <a:cubicBezTo>
                      <a:pt x="64229" y="127270"/>
                      <a:pt x="60661" y="128459"/>
                      <a:pt x="58282" y="126080"/>
                    </a:cubicBezTo>
                    <a:cubicBezTo>
                      <a:pt x="58282" y="126080"/>
                      <a:pt x="57093" y="124891"/>
                      <a:pt x="57093" y="124891"/>
                    </a:cubicBezTo>
                    <a:cubicBezTo>
                      <a:pt x="54714" y="121322"/>
                      <a:pt x="55903" y="115375"/>
                      <a:pt x="59472" y="115375"/>
                    </a:cubicBezTo>
                    <a:cubicBezTo>
                      <a:pt x="60661" y="107049"/>
                      <a:pt x="47577" y="115375"/>
                      <a:pt x="45198" y="117754"/>
                    </a:cubicBezTo>
                    <a:cubicBezTo>
                      <a:pt x="41630" y="114186"/>
                      <a:pt x="42820" y="114186"/>
                      <a:pt x="38062" y="116565"/>
                    </a:cubicBezTo>
                    <a:cubicBezTo>
                      <a:pt x="36873" y="115375"/>
                      <a:pt x="35683" y="112996"/>
                      <a:pt x="35683" y="110617"/>
                    </a:cubicBezTo>
                    <a:cubicBezTo>
                      <a:pt x="33304" y="110617"/>
                      <a:pt x="28546" y="109428"/>
                      <a:pt x="27357" y="108239"/>
                    </a:cubicBezTo>
                    <a:cubicBezTo>
                      <a:pt x="24978" y="105860"/>
                      <a:pt x="27357" y="102291"/>
                      <a:pt x="27357" y="98723"/>
                    </a:cubicBezTo>
                    <a:cubicBezTo>
                      <a:pt x="23789" y="96344"/>
                      <a:pt x="21410" y="95155"/>
                      <a:pt x="21410" y="91586"/>
                    </a:cubicBezTo>
                    <a:cubicBezTo>
                      <a:pt x="11894" y="89208"/>
                      <a:pt x="8326" y="74934"/>
                      <a:pt x="0" y="71366"/>
                    </a:cubicBezTo>
                    <a:cubicBezTo>
                      <a:pt x="0" y="71366"/>
                      <a:pt x="0" y="71366"/>
                      <a:pt x="0" y="71366"/>
                    </a:cubicBezTo>
                    <a:cubicBezTo>
                      <a:pt x="3568" y="68987"/>
                      <a:pt x="4758" y="67798"/>
                      <a:pt x="7137" y="65419"/>
                    </a:cubicBezTo>
                    <a:cubicBezTo>
                      <a:pt x="9515" y="63040"/>
                      <a:pt x="11894" y="60661"/>
                      <a:pt x="14273" y="59472"/>
                    </a:cubicBezTo>
                    <a:cubicBezTo>
                      <a:pt x="17842" y="58282"/>
                      <a:pt x="20220" y="59472"/>
                      <a:pt x="22599" y="55903"/>
                    </a:cubicBezTo>
                    <a:cubicBezTo>
                      <a:pt x="23789" y="54714"/>
                      <a:pt x="22599" y="52335"/>
                      <a:pt x="22599" y="51146"/>
                    </a:cubicBezTo>
                    <a:cubicBezTo>
                      <a:pt x="23789" y="48767"/>
                      <a:pt x="23789" y="48767"/>
                      <a:pt x="24978" y="47577"/>
                    </a:cubicBezTo>
                    <a:cubicBezTo>
                      <a:pt x="27357" y="42820"/>
                      <a:pt x="30925" y="36873"/>
                      <a:pt x="33304" y="30925"/>
                    </a:cubicBezTo>
                    <a:cubicBezTo>
                      <a:pt x="35683" y="24978"/>
                      <a:pt x="35683" y="17842"/>
                      <a:pt x="40441" y="13084"/>
                    </a:cubicBezTo>
                    <a:cubicBezTo>
                      <a:pt x="42820" y="10705"/>
                      <a:pt x="46388" y="10705"/>
                      <a:pt x="47577" y="8326"/>
                    </a:cubicBezTo>
                    <a:cubicBezTo>
                      <a:pt x="48767" y="7137"/>
                      <a:pt x="48767" y="5947"/>
                      <a:pt x="49956" y="4758"/>
                    </a:cubicBezTo>
                    <a:cubicBezTo>
                      <a:pt x="54714" y="5947"/>
                      <a:pt x="58282" y="0"/>
                      <a:pt x="64229" y="2379"/>
                    </a:cubicBezTo>
                    <a:cubicBezTo>
                      <a:pt x="66608" y="3568"/>
                      <a:pt x="66608" y="5947"/>
                      <a:pt x="68987" y="7137"/>
                    </a:cubicBezTo>
                    <a:cubicBezTo>
                      <a:pt x="71366" y="8326"/>
                      <a:pt x="74934" y="7137"/>
                      <a:pt x="77313" y="7137"/>
                    </a:cubicBezTo>
                    <a:cubicBezTo>
                      <a:pt x="78503" y="8326"/>
                      <a:pt x="84450" y="11894"/>
                      <a:pt x="85639" y="13084"/>
                    </a:cubicBezTo>
                    <a:cubicBezTo>
                      <a:pt x="88018" y="15463"/>
                      <a:pt x="91586" y="16652"/>
                      <a:pt x="95155" y="16652"/>
                    </a:cubicBezTo>
                    <a:cubicBezTo>
                      <a:pt x="101102" y="16652"/>
                      <a:pt x="109428" y="11894"/>
                      <a:pt x="115375" y="9516"/>
                    </a:cubicBezTo>
                    <a:cubicBezTo>
                      <a:pt x="121322" y="7137"/>
                      <a:pt x="130838" y="7137"/>
                      <a:pt x="136785" y="4758"/>
                    </a:cubicBezTo>
                    <a:cubicBezTo>
                      <a:pt x="137975" y="3568"/>
                      <a:pt x="139164" y="2379"/>
                      <a:pt x="140353" y="1190"/>
                    </a:cubicBezTo>
                    <a:cubicBezTo>
                      <a:pt x="141543" y="1190"/>
                      <a:pt x="141543" y="1190"/>
                      <a:pt x="142732" y="1190"/>
                    </a:cubicBezTo>
                    <a:cubicBezTo>
                      <a:pt x="145111" y="1190"/>
                      <a:pt x="148679" y="0"/>
                      <a:pt x="151058" y="0"/>
                    </a:cubicBezTo>
                    <a:cubicBezTo>
                      <a:pt x="151058" y="5947"/>
                      <a:pt x="153437" y="10705"/>
                      <a:pt x="157005" y="15463"/>
                    </a:cubicBezTo>
                    <a:cubicBezTo>
                      <a:pt x="160574" y="20220"/>
                      <a:pt x="165331" y="20220"/>
                      <a:pt x="165331" y="26168"/>
                    </a:cubicBezTo>
                    <a:cubicBezTo>
                      <a:pt x="168900" y="28546"/>
                      <a:pt x="173658" y="30925"/>
                      <a:pt x="176036" y="34494"/>
                    </a:cubicBezTo>
                    <a:cubicBezTo>
                      <a:pt x="177226" y="35683"/>
                      <a:pt x="179605" y="36873"/>
                      <a:pt x="179605" y="39251"/>
                    </a:cubicBezTo>
                    <a:cubicBezTo>
                      <a:pt x="180794" y="41630"/>
                      <a:pt x="179605" y="44009"/>
                      <a:pt x="181983" y="46388"/>
                    </a:cubicBezTo>
                    <a:cubicBezTo>
                      <a:pt x="183173" y="48767"/>
                      <a:pt x="184362" y="49956"/>
                      <a:pt x="185552" y="52335"/>
                    </a:cubicBezTo>
                    <a:cubicBezTo>
                      <a:pt x="186741" y="54714"/>
                      <a:pt x="185552" y="57093"/>
                      <a:pt x="185552" y="59472"/>
                    </a:cubicBezTo>
                    <a:cubicBezTo>
                      <a:pt x="185552" y="64229"/>
                      <a:pt x="184362" y="71366"/>
                      <a:pt x="185552" y="76124"/>
                    </a:cubicBezTo>
                    <a:cubicBezTo>
                      <a:pt x="185552" y="79692"/>
                      <a:pt x="186741" y="82071"/>
                      <a:pt x="189120" y="83260"/>
                    </a:cubicBezTo>
                    <a:lnTo>
                      <a:pt x="189120" y="83260"/>
                    </a:lnTo>
                    <a:cubicBezTo>
                      <a:pt x="190310" y="91586"/>
                      <a:pt x="196257" y="91586"/>
                      <a:pt x="204583" y="91586"/>
                    </a:cubicBezTo>
                    <a:cubicBezTo>
                      <a:pt x="212909" y="91586"/>
                      <a:pt x="224803" y="85639"/>
                      <a:pt x="224803" y="95155"/>
                    </a:cubicBezTo>
                    <a:cubicBezTo>
                      <a:pt x="224803" y="95155"/>
                      <a:pt x="224803" y="95155"/>
                      <a:pt x="224803" y="95155"/>
                    </a:cubicBezTo>
                    <a:cubicBezTo>
                      <a:pt x="228371" y="98723"/>
                      <a:pt x="228371" y="102291"/>
                      <a:pt x="223614" y="10586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61B3F48C-0E69-E2D6-E5FD-CDE86116699A}"/>
                  </a:ext>
                </a:extLst>
              </p:cNvPr>
              <p:cNvSpPr/>
              <p:nvPr/>
            </p:nvSpPr>
            <p:spPr>
              <a:xfrm>
                <a:off x="6057651" y="3152602"/>
                <a:ext cx="98941" cy="85117"/>
              </a:xfrm>
              <a:custGeom>
                <a:avLst/>
                <a:gdLst>
                  <a:gd name="connsiteX0" fmla="*/ 98723 w 98941"/>
                  <a:gd name="connsiteY0" fmla="*/ 43488 h 85117"/>
                  <a:gd name="connsiteX1" fmla="*/ 90397 w 98941"/>
                  <a:gd name="connsiteY1" fmla="*/ 45866 h 85117"/>
                  <a:gd name="connsiteX2" fmla="*/ 95155 w 98941"/>
                  <a:gd name="connsiteY2" fmla="*/ 54192 h 85117"/>
                  <a:gd name="connsiteX3" fmla="*/ 95155 w 98941"/>
                  <a:gd name="connsiteY3" fmla="*/ 56571 h 85117"/>
                  <a:gd name="connsiteX4" fmla="*/ 93965 w 98941"/>
                  <a:gd name="connsiteY4" fmla="*/ 57761 h 85117"/>
                  <a:gd name="connsiteX5" fmla="*/ 89208 w 98941"/>
                  <a:gd name="connsiteY5" fmla="*/ 56571 h 85117"/>
                  <a:gd name="connsiteX6" fmla="*/ 80881 w 98941"/>
                  <a:gd name="connsiteY6" fmla="*/ 53003 h 85117"/>
                  <a:gd name="connsiteX7" fmla="*/ 82071 w 98941"/>
                  <a:gd name="connsiteY7" fmla="*/ 67276 h 85117"/>
                  <a:gd name="connsiteX8" fmla="*/ 77313 w 98941"/>
                  <a:gd name="connsiteY8" fmla="*/ 73223 h 85117"/>
                  <a:gd name="connsiteX9" fmla="*/ 74934 w 98941"/>
                  <a:gd name="connsiteY9" fmla="*/ 80360 h 85117"/>
                  <a:gd name="connsiteX10" fmla="*/ 71366 w 98941"/>
                  <a:gd name="connsiteY10" fmla="*/ 85118 h 85117"/>
                  <a:gd name="connsiteX11" fmla="*/ 67798 w 98941"/>
                  <a:gd name="connsiteY11" fmla="*/ 82739 h 85117"/>
                  <a:gd name="connsiteX12" fmla="*/ 61850 w 98941"/>
                  <a:gd name="connsiteY12" fmla="*/ 77981 h 85117"/>
                  <a:gd name="connsiteX13" fmla="*/ 41630 w 98941"/>
                  <a:gd name="connsiteY13" fmla="*/ 73223 h 85117"/>
                  <a:gd name="connsiteX14" fmla="*/ 46388 w 98941"/>
                  <a:gd name="connsiteY14" fmla="*/ 73223 h 85117"/>
                  <a:gd name="connsiteX15" fmla="*/ 49956 w 98941"/>
                  <a:gd name="connsiteY15" fmla="*/ 74413 h 85117"/>
                  <a:gd name="connsiteX16" fmla="*/ 39251 w 98941"/>
                  <a:gd name="connsiteY16" fmla="*/ 60140 h 85117"/>
                  <a:gd name="connsiteX17" fmla="*/ 27357 w 98941"/>
                  <a:gd name="connsiteY17" fmla="*/ 47056 h 85117"/>
                  <a:gd name="connsiteX18" fmla="*/ 13083 w 98941"/>
                  <a:gd name="connsiteY18" fmla="*/ 35161 h 85117"/>
                  <a:gd name="connsiteX19" fmla="*/ 4758 w 98941"/>
                  <a:gd name="connsiteY19" fmla="*/ 17320 h 85117"/>
                  <a:gd name="connsiteX20" fmla="*/ 0 w 98941"/>
                  <a:gd name="connsiteY20" fmla="*/ 10183 h 85117"/>
                  <a:gd name="connsiteX21" fmla="*/ 2379 w 98941"/>
                  <a:gd name="connsiteY21" fmla="*/ 668 h 85117"/>
                  <a:gd name="connsiteX22" fmla="*/ 17842 w 98941"/>
                  <a:gd name="connsiteY22" fmla="*/ 8994 h 85117"/>
                  <a:gd name="connsiteX23" fmla="*/ 19031 w 98941"/>
                  <a:gd name="connsiteY23" fmla="*/ 4236 h 85117"/>
                  <a:gd name="connsiteX24" fmla="*/ 22599 w 98941"/>
                  <a:gd name="connsiteY24" fmla="*/ 3047 h 85117"/>
                  <a:gd name="connsiteX25" fmla="*/ 32115 w 98941"/>
                  <a:gd name="connsiteY25" fmla="*/ 3047 h 85117"/>
                  <a:gd name="connsiteX26" fmla="*/ 36872 w 98941"/>
                  <a:gd name="connsiteY26" fmla="*/ 3047 h 85117"/>
                  <a:gd name="connsiteX27" fmla="*/ 39251 w 98941"/>
                  <a:gd name="connsiteY27" fmla="*/ 6615 h 85117"/>
                  <a:gd name="connsiteX28" fmla="*/ 49956 w 98941"/>
                  <a:gd name="connsiteY28" fmla="*/ 5425 h 85117"/>
                  <a:gd name="connsiteX29" fmla="*/ 83260 w 98941"/>
                  <a:gd name="connsiteY29" fmla="*/ 11373 h 85117"/>
                  <a:gd name="connsiteX30" fmla="*/ 83260 w 98941"/>
                  <a:gd name="connsiteY30" fmla="*/ 13752 h 85117"/>
                  <a:gd name="connsiteX31" fmla="*/ 90397 w 98941"/>
                  <a:gd name="connsiteY31" fmla="*/ 18509 h 85117"/>
                  <a:gd name="connsiteX32" fmla="*/ 85639 w 98941"/>
                  <a:gd name="connsiteY32" fmla="*/ 28025 h 85117"/>
                  <a:gd name="connsiteX33" fmla="*/ 98723 w 98941"/>
                  <a:gd name="connsiteY33" fmla="*/ 43488 h 85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8941" h="85117">
                    <a:moveTo>
                      <a:pt x="98723" y="43488"/>
                    </a:moveTo>
                    <a:cubicBezTo>
                      <a:pt x="96344" y="43488"/>
                      <a:pt x="91586" y="43488"/>
                      <a:pt x="90397" y="45866"/>
                    </a:cubicBezTo>
                    <a:cubicBezTo>
                      <a:pt x="91586" y="48245"/>
                      <a:pt x="92776" y="53003"/>
                      <a:pt x="95155" y="54192"/>
                    </a:cubicBezTo>
                    <a:cubicBezTo>
                      <a:pt x="95155" y="55382"/>
                      <a:pt x="96344" y="56571"/>
                      <a:pt x="95155" y="56571"/>
                    </a:cubicBezTo>
                    <a:cubicBezTo>
                      <a:pt x="93965" y="56571"/>
                      <a:pt x="93965" y="57761"/>
                      <a:pt x="93965" y="57761"/>
                    </a:cubicBezTo>
                    <a:cubicBezTo>
                      <a:pt x="92776" y="57761"/>
                      <a:pt x="90397" y="57761"/>
                      <a:pt x="89208" y="56571"/>
                    </a:cubicBezTo>
                    <a:cubicBezTo>
                      <a:pt x="86829" y="55382"/>
                      <a:pt x="83260" y="51814"/>
                      <a:pt x="80881" y="53003"/>
                    </a:cubicBezTo>
                    <a:cubicBezTo>
                      <a:pt x="74934" y="58950"/>
                      <a:pt x="92776" y="61329"/>
                      <a:pt x="82071" y="67276"/>
                    </a:cubicBezTo>
                    <a:cubicBezTo>
                      <a:pt x="78502" y="69655"/>
                      <a:pt x="77313" y="68466"/>
                      <a:pt x="77313" y="73223"/>
                    </a:cubicBezTo>
                    <a:cubicBezTo>
                      <a:pt x="77313" y="76792"/>
                      <a:pt x="77313" y="77981"/>
                      <a:pt x="74934" y="80360"/>
                    </a:cubicBezTo>
                    <a:cubicBezTo>
                      <a:pt x="73745" y="81549"/>
                      <a:pt x="72555" y="83928"/>
                      <a:pt x="71366" y="85118"/>
                    </a:cubicBezTo>
                    <a:cubicBezTo>
                      <a:pt x="70177" y="83928"/>
                      <a:pt x="68987" y="83928"/>
                      <a:pt x="67798" y="82739"/>
                    </a:cubicBezTo>
                    <a:cubicBezTo>
                      <a:pt x="66608" y="80360"/>
                      <a:pt x="64229" y="77981"/>
                      <a:pt x="61850" y="77981"/>
                    </a:cubicBezTo>
                    <a:cubicBezTo>
                      <a:pt x="57093" y="75602"/>
                      <a:pt x="42819" y="80360"/>
                      <a:pt x="41630" y="73223"/>
                    </a:cubicBezTo>
                    <a:cubicBezTo>
                      <a:pt x="42819" y="73223"/>
                      <a:pt x="44009" y="73223"/>
                      <a:pt x="46388" y="73223"/>
                    </a:cubicBezTo>
                    <a:cubicBezTo>
                      <a:pt x="47577" y="73223"/>
                      <a:pt x="48767" y="74413"/>
                      <a:pt x="49956" y="74413"/>
                    </a:cubicBezTo>
                    <a:cubicBezTo>
                      <a:pt x="49956" y="70844"/>
                      <a:pt x="41630" y="62518"/>
                      <a:pt x="39251" y="60140"/>
                    </a:cubicBezTo>
                    <a:cubicBezTo>
                      <a:pt x="35683" y="55382"/>
                      <a:pt x="30925" y="50624"/>
                      <a:pt x="27357" y="47056"/>
                    </a:cubicBezTo>
                    <a:cubicBezTo>
                      <a:pt x="22599" y="42298"/>
                      <a:pt x="17842" y="39919"/>
                      <a:pt x="13083" y="35161"/>
                    </a:cubicBezTo>
                    <a:cubicBezTo>
                      <a:pt x="8326" y="30404"/>
                      <a:pt x="9515" y="22078"/>
                      <a:pt x="4758" y="17320"/>
                    </a:cubicBezTo>
                    <a:cubicBezTo>
                      <a:pt x="1189" y="13752"/>
                      <a:pt x="0" y="14941"/>
                      <a:pt x="0" y="10183"/>
                    </a:cubicBezTo>
                    <a:cubicBezTo>
                      <a:pt x="0" y="7804"/>
                      <a:pt x="1189" y="1857"/>
                      <a:pt x="2379" y="668"/>
                    </a:cubicBezTo>
                    <a:cubicBezTo>
                      <a:pt x="7136" y="-2901"/>
                      <a:pt x="13083" y="8994"/>
                      <a:pt x="17842" y="8994"/>
                    </a:cubicBezTo>
                    <a:cubicBezTo>
                      <a:pt x="17842" y="7804"/>
                      <a:pt x="17842" y="5425"/>
                      <a:pt x="19031" y="4236"/>
                    </a:cubicBezTo>
                    <a:cubicBezTo>
                      <a:pt x="20220" y="3047"/>
                      <a:pt x="21410" y="4236"/>
                      <a:pt x="22599" y="3047"/>
                    </a:cubicBezTo>
                    <a:cubicBezTo>
                      <a:pt x="27357" y="1857"/>
                      <a:pt x="27357" y="1857"/>
                      <a:pt x="32115" y="3047"/>
                    </a:cubicBezTo>
                    <a:cubicBezTo>
                      <a:pt x="33304" y="3047"/>
                      <a:pt x="35683" y="1857"/>
                      <a:pt x="36872" y="3047"/>
                    </a:cubicBezTo>
                    <a:cubicBezTo>
                      <a:pt x="38062" y="3047"/>
                      <a:pt x="38062" y="5425"/>
                      <a:pt x="39251" y="6615"/>
                    </a:cubicBezTo>
                    <a:cubicBezTo>
                      <a:pt x="41630" y="7804"/>
                      <a:pt x="46388" y="5425"/>
                      <a:pt x="49956" y="5425"/>
                    </a:cubicBezTo>
                    <a:cubicBezTo>
                      <a:pt x="61850" y="5425"/>
                      <a:pt x="71366" y="10183"/>
                      <a:pt x="83260" y="11373"/>
                    </a:cubicBezTo>
                    <a:cubicBezTo>
                      <a:pt x="83260" y="12562"/>
                      <a:pt x="83260" y="12562"/>
                      <a:pt x="83260" y="13752"/>
                    </a:cubicBezTo>
                    <a:cubicBezTo>
                      <a:pt x="88018" y="14941"/>
                      <a:pt x="91586" y="11373"/>
                      <a:pt x="90397" y="18509"/>
                    </a:cubicBezTo>
                    <a:cubicBezTo>
                      <a:pt x="89208" y="22078"/>
                      <a:pt x="86829" y="25646"/>
                      <a:pt x="85639" y="28025"/>
                    </a:cubicBezTo>
                    <a:cubicBezTo>
                      <a:pt x="83260" y="38730"/>
                      <a:pt x="101102" y="36351"/>
                      <a:pt x="98723" y="43488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1D9B0B15-115F-7476-BF42-370E98F7359E}"/>
                  </a:ext>
                </a:extLst>
              </p:cNvPr>
              <p:cNvSpPr/>
              <p:nvPr/>
            </p:nvSpPr>
            <p:spPr>
              <a:xfrm>
                <a:off x="6130206" y="3209706"/>
                <a:ext cx="45075" cy="52991"/>
              </a:xfrm>
              <a:custGeom>
                <a:avLst/>
                <a:gdLst>
                  <a:gd name="connsiteX0" fmla="*/ 44009 w 45075"/>
                  <a:gd name="connsiteY0" fmla="*/ 25635 h 52991"/>
                  <a:gd name="connsiteX1" fmla="*/ 42820 w 45075"/>
                  <a:gd name="connsiteY1" fmla="*/ 29203 h 52991"/>
                  <a:gd name="connsiteX2" fmla="*/ 39252 w 45075"/>
                  <a:gd name="connsiteY2" fmla="*/ 35150 h 52991"/>
                  <a:gd name="connsiteX3" fmla="*/ 36873 w 45075"/>
                  <a:gd name="connsiteY3" fmla="*/ 37529 h 52991"/>
                  <a:gd name="connsiteX4" fmla="*/ 29736 w 45075"/>
                  <a:gd name="connsiteY4" fmla="*/ 32772 h 52991"/>
                  <a:gd name="connsiteX5" fmla="*/ 21410 w 45075"/>
                  <a:gd name="connsiteY5" fmla="*/ 52992 h 52991"/>
                  <a:gd name="connsiteX6" fmla="*/ 21410 w 45075"/>
                  <a:gd name="connsiteY6" fmla="*/ 52992 h 52991"/>
                  <a:gd name="connsiteX7" fmla="*/ 14273 w 45075"/>
                  <a:gd name="connsiteY7" fmla="*/ 48234 h 52991"/>
                  <a:gd name="connsiteX8" fmla="*/ 3569 w 45075"/>
                  <a:gd name="connsiteY8" fmla="*/ 35150 h 52991"/>
                  <a:gd name="connsiteX9" fmla="*/ 0 w 45075"/>
                  <a:gd name="connsiteY9" fmla="*/ 32772 h 52991"/>
                  <a:gd name="connsiteX10" fmla="*/ 3569 w 45075"/>
                  <a:gd name="connsiteY10" fmla="*/ 28014 h 52991"/>
                  <a:gd name="connsiteX11" fmla="*/ 5947 w 45075"/>
                  <a:gd name="connsiteY11" fmla="*/ 20877 h 52991"/>
                  <a:gd name="connsiteX12" fmla="*/ 10705 w 45075"/>
                  <a:gd name="connsiteY12" fmla="*/ 14930 h 52991"/>
                  <a:gd name="connsiteX13" fmla="*/ 9516 w 45075"/>
                  <a:gd name="connsiteY13" fmla="*/ 657 h 52991"/>
                  <a:gd name="connsiteX14" fmla="*/ 17842 w 45075"/>
                  <a:gd name="connsiteY14" fmla="*/ 4225 h 52991"/>
                  <a:gd name="connsiteX15" fmla="*/ 22600 w 45075"/>
                  <a:gd name="connsiteY15" fmla="*/ 5415 h 52991"/>
                  <a:gd name="connsiteX16" fmla="*/ 22600 w 45075"/>
                  <a:gd name="connsiteY16" fmla="*/ 6604 h 52991"/>
                  <a:gd name="connsiteX17" fmla="*/ 27357 w 45075"/>
                  <a:gd name="connsiteY17" fmla="*/ 13741 h 52991"/>
                  <a:gd name="connsiteX18" fmla="*/ 34494 w 45075"/>
                  <a:gd name="connsiteY18" fmla="*/ 18498 h 52991"/>
                  <a:gd name="connsiteX19" fmla="*/ 44009 w 45075"/>
                  <a:gd name="connsiteY19" fmla="*/ 25635 h 52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5075" h="52991">
                    <a:moveTo>
                      <a:pt x="44009" y="25635"/>
                    </a:moveTo>
                    <a:cubicBezTo>
                      <a:pt x="42820" y="26824"/>
                      <a:pt x="42820" y="28014"/>
                      <a:pt x="42820" y="29203"/>
                    </a:cubicBezTo>
                    <a:cubicBezTo>
                      <a:pt x="40441" y="30393"/>
                      <a:pt x="39252" y="31582"/>
                      <a:pt x="39252" y="35150"/>
                    </a:cubicBezTo>
                    <a:cubicBezTo>
                      <a:pt x="39252" y="35150"/>
                      <a:pt x="36873" y="36340"/>
                      <a:pt x="36873" y="37529"/>
                    </a:cubicBezTo>
                    <a:cubicBezTo>
                      <a:pt x="34494" y="35150"/>
                      <a:pt x="33304" y="31582"/>
                      <a:pt x="29736" y="32772"/>
                    </a:cubicBezTo>
                    <a:cubicBezTo>
                      <a:pt x="24978" y="38719"/>
                      <a:pt x="23789" y="45855"/>
                      <a:pt x="21410" y="52992"/>
                    </a:cubicBezTo>
                    <a:cubicBezTo>
                      <a:pt x="21410" y="52992"/>
                      <a:pt x="21410" y="52992"/>
                      <a:pt x="21410" y="52992"/>
                    </a:cubicBezTo>
                    <a:cubicBezTo>
                      <a:pt x="16652" y="51803"/>
                      <a:pt x="17842" y="51803"/>
                      <a:pt x="14273" y="48234"/>
                    </a:cubicBezTo>
                    <a:cubicBezTo>
                      <a:pt x="11894" y="44666"/>
                      <a:pt x="7137" y="37529"/>
                      <a:pt x="3569" y="35150"/>
                    </a:cubicBezTo>
                    <a:cubicBezTo>
                      <a:pt x="2379" y="33961"/>
                      <a:pt x="1190" y="32772"/>
                      <a:pt x="0" y="32772"/>
                    </a:cubicBezTo>
                    <a:cubicBezTo>
                      <a:pt x="1190" y="30393"/>
                      <a:pt x="2379" y="29203"/>
                      <a:pt x="3569" y="28014"/>
                    </a:cubicBezTo>
                    <a:cubicBezTo>
                      <a:pt x="4758" y="24446"/>
                      <a:pt x="5947" y="23256"/>
                      <a:pt x="5947" y="20877"/>
                    </a:cubicBezTo>
                    <a:cubicBezTo>
                      <a:pt x="5947" y="16120"/>
                      <a:pt x="7137" y="17309"/>
                      <a:pt x="10705" y="14930"/>
                    </a:cubicBezTo>
                    <a:cubicBezTo>
                      <a:pt x="20221" y="8983"/>
                      <a:pt x="2379" y="6604"/>
                      <a:pt x="9516" y="657"/>
                    </a:cubicBezTo>
                    <a:cubicBezTo>
                      <a:pt x="11894" y="-1722"/>
                      <a:pt x="15463" y="3036"/>
                      <a:pt x="17842" y="4225"/>
                    </a:cubicBezTo>
                    <a:cubicBezTo>
                      <a:pt x="19031" y="4225"/>
                      <a:pt x="21410" y="5415"/>
                      <a:pt x="22600" y="5415"/>
                    </a:cubicBezTo>
                    <a:cubicBezTo>
                      <a:pt x="22600" y="5415"/>
                      <a:pt x="22600" y="5415"/>
                      <a:pt x="22600" y="6604"/>
                    </a:cubicBezTo>
                    <a:cubicBezTo>
                      <a:pt x="27357" y="8983"/>
                      <a:pt x="26168" y="8983"/>
                      <a:pt x="27357" y="13741"/>
                    </a:cubicBezTo>
                    <a:cubicBezTo>
                      <a:pt x="28547" y="18498"/>
                      <a:pt x="30925" y="17309"/>
                      <a:pt x="34494" y="18498"/>
                    </a:cubicBezTo>
                    <a:cubicBezTo>
                      <a:pt x="41630" y="16120"/>
                      <a:pt x="47577" y="16120"/>
                      <a:pt x="44009" y="25635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5F11247-0708-D422-A888-3C58D896B5F8}"/>
                  </a:ext>
                </a:extLst>
              </p:cNvPr>
              <p:cNvSpPr/>
              <p:nvPr/>
            </p:nvSpPr>
            <p:spPr>
              <a:xfrm>
                <a:off x="6151616" y="3236530"/>
                <a:ext cx="48766" cy="95262"/>
              </a:xfrm>
              <a:custGeom>
                <a:avLst/>
                <a:gdLst>
                  <a:gd name="connsiteX0" fmla="*/ 48767 w 48766"/>
                  <a:gd name="connsiteY0" fmla="*/ 63040 h 95262"/>
                  <a:gd name="connsiteX1" fmla="*/ 44009 w 48766"/>
                  <a:gd name="connsiteY1" fmla="*/ 73745 h 95262"/>
                  <a:gd name="connsiteX2" fmla="*/ 32115 w 48766"/>
                  <a:gd name="connsiteY2" fmla="*/ 84450 h 95262"/>
                  <a:gd name="connsiteX3" fmla="*/ 28546 w 48766"/>
                  <a:gd name="connsiteY3" fmla="*/ 92776 h 95262"/>
                  <a:gd name="connsiteX4" fmla="*/ 24978 w 48766"/>
                  <a:gd name="connsiteY4" fmla="*/ 93965 h 95262"/>
                  <a:gd name="connsiteX5" fmla="*/ 22599 w 48766"/>
                  <a:gd name="connsiteY5" fmla="*/ 90397 h 95262"/>
                  <a:gd name="connsiteX6" fmla="*/ 11894 w 48766"/>
                  <a:gd name="connsiteY6" fmla="*/ 78503 h 95262"/>
                  <a:gd name="connsiteX7" fmla="*/ 4758 w 48766"/>
                  <a:gd name="connsiteY7" fmla="*/ 74934 h 95262"/>
                  <a:gd name="connsiteX8" fmla="*/ 4758 w 48766"/>
                  <a:gd name="connsiteY8" fmla="*/ 66608 h 95262"/>
                  <a:gd name="connsiteX9" fmla="*/ 4758 w 48766"/>
                  <a:gd name="connsiteY9" fmla="*/ 45199 h 95262"/>
                  <a:gd name="connsiteX10" fmla="*/ 4758 w 48766"/>
                  <a:gd name="connsiteY10" fmla="*/ 35683 h 95262"/>
                  <a:gd name="connsiteX11" fmla="*/ 7137 w 48766"/>
                  <a:gd name="connsiteY11" fmla="*/ 27357 h 95262"/>
                  <a:gd name="connsiteX12" fmla="*/ 0 w 48766"/>
                  <a:gd name="connsiteY12" fmla="*/ 23789 h 95262"/>
                  <a:gd name="connsiteX13" fmla="*/ 8326 w 48766"/>
                  <a:gd name="connsiteY13" fmla="*/ 3568 h 95262"/>
                  <a:gd name="connsiteX14" fmla="*/ 15463 w 48766"/>
                  <a:gd name="connsiteY14" fmla="*/ 8326 h 95262"/>
                  <a:gd name="connsiteX15" fmla="*/ 17842 w 48766"/>
                  <a:gd name="connsiteY15" fmla="*/ 5947 h 95262"/>
                  <a:gd name="connsiteX16" fmla="*/ 21410 w 48766"/>
                  <a:gd name="connsiteY16" fmla="*/ 0 h 95262"/>
                  <a:gd name="connsiteX17" fmla="*/ 22599 w 48766"/>
                  <a:gd name="connsiteY17" fmla="*/ 4758 h 95262"/>
                  <a:gd name="connsiteX18" fmla="*/ 29736 w 48766"/>
                  <a:gd name="connsiteY18" fmla="*/ 9516 h 95262"/>
                  <a:gd name="connsiteX19" fmla="*/ 35683 w 48766"/>
                  <a:gd name="connsiteY19" fmla="*/ 27357 h 95262"/>
                  <a:gd name="connsiteX20" fmla="*/ 35683 w 48766"/>
                  <a:gd name="connsiteY20" fmla="*/ 29736 h 95262"/>
                  <a:gd name="connsiteX21" fmla="*/ 35683 w 48766"/>
                  <a:gd name="connsiteY21" fmla="*/ 29736 h 95262"/>
                  <a:gd name="connsiteX22" fmla="*/ 34494 w 48766"/>
                  <a:gd name="connsiteY22" fmla="*/ 34494 h 95262"/>
                  <a:gd name="connsiteX23" fmla="*/ 38062 w 48766"/>
                  <a:gd name="connsiteY23" fmla="*/ 47577 h 95262"/>
                  <a:gd name="connsiteX24" fmla="*/ 44009 w 48766"/>
                  <a:gd name="connsiteY24" fmla="*/ 57093 h 95262"/>
                  <a:gd name="connsiteX25" fmla="*/ 48767 w 48766"/>
                  <a:gd name="connsiteY25" fmla="*/ 63040 h 95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8766" h="95262">
                    <a:moveTo>
                      <a:pt x="48767" y="63040"/>
                    </a:moveTo>
                    <a:cubicBezTo>
                      <a:pt x="47577" y="66608"/>
                      <a:pt x="47577" y="70177"/>
                      <a:pt x="44009" y="73745"/>
                    </a:cubicBezTo>
                    <a:cubicBezTo>
                      <a:pt x="40441" y="78503"/>
                      <a:pt x="34494" y="79692"/>
                      <a:pt x="32115" y="84450"/>
                    </a:cubicBezTo>
                    <a:cubicBezTo>
                      <a:pt x="30925" y="86829"/>
                      <a:pt x="30925" y="90397"/>
                      <a:pt x="28546" y="92776"/>
                    </a:cubicBezTo>
                    <a:cubicBezTo>
                      <a:pt x="26167" y="95155"/>
                      <a:pt x="26167" y="96344"/>
                      <a:pt x="24978" y="93965"/>
                    </a:cubicBezTo>
                    <a:cubicBezTo>
                      <a:pt x="24978" y="92776"/>
                      <a:pt x="23789" y="91586"/>
                      <a:pt x="22599" y="90397"/>
                    </a:cubicBezTo>
                    <a:cubicBezTo>
                      <a:pt x="20220" y="86829"/>
                      <a:pt x="16652" y="78503"/>
                      <a:pt x="11894" y="78503"/>
                    </a:cubicBezTo>
                    <a:cubicBezTo>
                      <a:pt x="8326" y="77313"/>
                      <a:pt x="4758" y="80882"/>
                      <a:pt x="4758" y="74934"/>
                    </a:cubicBezTo>
                    <a:cubicBezTo>
                      <a:pt x="4758" y="71366"/>
                      <a:pt x="5947" y="70177"/>
                      <a:pt x="4758" y="66608"/>
                    </a:cubicBezTo>
                    <a:cubicBezTo>
                      <a:pt x="3568" y="59472"/>
                      <a:pt x="4758" y="52335"/>
                      <a:pt x="4758" y="45199"/>
                    </a:cubicBezTo>
                    <a:cubicBezTo>
                      <a:pt x="4758" y="41630"/>
                      <a:pt x="3568" y="39251"/>
                      <a:pt x="4758" y="35683"/>
                    </a:cubicBezTo>
                    <a:cubicBezTo>
                      <a:pt x="5947" y="32115"/>
                      <a:pt x="9515" y="30925"/>
                      <a:pt x="7137" y="27357"/>
                    </a:cubicBezTo>
                    <a:cubicBezTo>
                      <a:pt x="4758" y="26168"/>
                      <a:pt x="2379" y="23789"/>
                      <a:pt x="0" y="23789"/>
                    </a:cubicBezTo>
                    <a:cubicBezTo>
                      <a:pt x="1190" y="16652"/>
                      <a:pt x="3568" y="9516"/>
                      <a:pt x="8326" y="3568"/>
                    </a:cubicBezTo>
                    <a:cubicBezTo>
                      <a:pt x="11894" y="2379"/>
                      <a:pt x="13084" y="5947"/>
                      <a:pt x="15463" y="8326"/>
                    </a:cubicBezTo>
                    <a:cubicBezTo>
                      <a:pt x="16652" y="8326"/>
                      <a:pt x="17842" y="7137"/>
                      <a:pt x="17842" y="5947"/>
                    </a:cubicBezTo>
                    <a:cubicBezTo>
                      <a:pt x="17842" y="3568"/>
                      <a:pt x="19031" y="1190"/>
                      <a:pt x="21410" y="0"/>
                    </a:cubicBezTo>
                    <a:cubicBezTo>
                      <a:pt x="21410" y="1190"/>
                      <a:pt x="21410" y="2379"/>
                      <a:pt x="22599" y="4758"/>
                    </a:cubicBezTo>
                    <a:cubicBezTo>
                      <a:pt x="24978" y="8326"/>
                      <a:pt x="26167" y="8326"/>
                      <a:pt x="29736" y="9516"/>
                    </a:cubicBezTo>
                    <a:cubicBezTo>
                      <a:pt x="36873" y="13084"/>
                      <a:pt x="33304" y="20220"/>
                      <a:pt x="35683" y="27357"/>
                    </a:cubicBezTo>
                    <a:cubicBezTo>
                      <a:pt x="35683" y="27357"/>
                      <a:pt x="35683" y="28546"/>
                      <a:pt x="35683" y="29736"/>
                    </a:cubicBezTo>
                    <a:cubicBezTo>
                      <a:pt x="35683" y="29736"/>
                      <a:pt x="35683" y="29736"/>
                      <a:pt x="35683" y="29736"/>
                    </a:cubicBezTo>
                    <a:cubicBezTo>
                      <a:pt x="34494" y="32115"/>
                      <a:pt x="34494" y="33304"/>
                      <a:pt x="34494" y="34494"/>
                    </a:cubicBezTo>
                    <a:cubicBezTo>
                      <a:pt x="34494" y="40441"/>
                      <a:pt x="35683" y="44009"/>
                      <a:pt x="38062" y="47577"/>
                    </a:cubicBezTo>
                    <a:cubicBezTo>
                      <a:pt x="40441" y="51146"/>
                      <a:pt x="41630" y="54714"/>
                      <a:pt x="44009" y="57093"/>
                    </a:cubicBezTo>
                    <a:cubicBezTo>
                      <a:pt x="45198" y="60661"/>
                      <a:pt x="46388" y="61851"/>
                      <a:pt x="48767" y="6304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640747FC-8DBF-53C4-E199-CDFAA1F5961A}"/>
                  </a:ext>
                </a:extLst>
              </p:cNvPr>
              <p:cNvSpPr/>
              <p:nvPr/>
            </p:nvSpPr>
            <p:spPr>
              <a:xfrm>
                <a:off x="6006802" y="3105692"/>
                <a:ext cx="74637" cy="51145"/>
              </a:xfrm>
              <a:custGeom>
                <a:avLst/>
                <a:gdLst>
                  <a:gd name="connsiteX0" fmla="*/ 74637 w 74637"/>
                  <a:gd name="connsiteY0" fmla="*/ 17842 h 51145"/>
                  <a:gd name="connsiteX1" fmla="*/ 72258 w 74637"/>
                  <a:gd name="connsiteY1" fmla="*/ 17842 h 51145"/>
                  <a:gd name="connsiteX2" fmla="*/ 59174 w 74637"/>
                  <a:gd name="connsiteY2" fmla="*/ 19031 h 51145"/>
                  <a:gd name="connsiteX3" fmla="*/ 47280 w 74637"/>
                  <a:gd name="connsiteY3" fmla="*/ 23789 h 51145"/>
                  <a:gd name="connsiteX4" fmla="*/ 47280 w 74637"/>
                  <a:gd name="connsiteY4" fmla="*/ 30925 h 51145"/>
                  <a:gd name="connsiteX5" fmla="*/ 41333 w 74637"/>
                  <a:gd name="connsiteY5" fmla="*/ 34494 h 51145"/>
                  <a:gd name="connsiteX6" fmla="*/ 37765 w 74637"/>
                  <a:gd name="connsiteY6" fmla="*/ 40441 h 51145"/>
                  <a:gd name="connsiteX7" fmla="*/ 34196 w 74637"/>
                  <a:gd name="connsiteY7" fmla="*/ 46388 h 51145"/>
                  <a:gd name="connsiteX8" fmla="*/ 21113 w 74637"/>
                  <a:gd name="connsiteY8" fmla="*/ 42820 h 51145"/>
                  <a:gd name="connsiteX9" fmla="*/ 9218 w 74637"/>
                  <a:gd name="connsiteY9" fmla="*/ 47577 h 51145"/>
                  <a:gd name="connsiteX10" fmla="*/ 892 w 74637"/>
                  <a:gd name="connsiteY10" fmla="*/ 48767 h 51145"/>
                  <a:gd name="connsiteX11" fmla="*/ 892 w 74637"/>
                  <a:gd name="connsiteY11" fmla="*/ 51146 h 51145"/>
                  <a:gd name="connsiteX12" fmla="*/ 892 w 74637"/>
                  <a:gd name="connsiteY12" fmla="*/ 45199 h 51145"/>
                  <a:gd name="connsiteX13" fmla="*/ 6839 w 74637"/>
                  <a:gd name="connsiteY13" fmla="*/ 40441 h 51145"/>
                  <a:gd name="connsiteX14" fmla="*/ 892 w 74637"/>
                  <a:gd name="connsiteY14" fmla="*/ 34494 h 51145"/>
                  <a:gd name="connsiteX15" fmla="*/ 892 w 74637"/>
                  <a:gd name="connsiteY15" fmla="*/ 30925 h 51145"/>
                  <a:gd name="connsiteX16" fmla="*/ 2082 w 74637"/>
                  <a:gd name="connsiteY16" fmla="*/ 20220 h 51145"/>
                  <a:gd name="connsiteX17" fmla="*/ 6839 w 74637"/>
                  <a:gd name="connsiteY17" fmla="*/ 10705 h 51145"/>
                  <a:gd name="connsiteX18" fmla="*/ 8029 w 74637"/>
                  <a:gd name="connsiteY18" fmla="*/ 9516 h 51145"/>
                  <a:gd name="connsiteX19" fmla="*/ 15165 w 74637"/>
                  <a:gd name="connsiteY19" fmla="*/ 10705 h 51145"/>
                  <a:gd name="connsiteX20" fmla="*/ 22302 w 74637"/>
                  <a:gd name="connsiteY20" fmla="*/ 9516 h 51145"/>
                  <a:gd name="connsiteX21" fmla="*/ 47280 w 74637"/>
                  <a:gd name="connsiteY21" fmla="*/ 8326 h 51145"/>
                  <a:gd name="connsiteX22" fmla="*/ 60364 w 74637"/>
                  <a:gd name="connsiteY22" fmla="*/ 3568 h 51145"/>
                  <a:gd name="connsiteX23" fmla="*/ 69879 w 74637"/>
                  <a:gd name="connsiteY23" fmla="*/ 0 h 51145"/>
                  <a:gd name="connsiteX24" fmla="*/ 72258 w 74637"/>
                  <a:gd name="connsiteY24" fmla="*/ 5947 h 51145"/>
                  <a:gd name="connsiteX25" fmla="*/ 74637 w 74637"/>
                  <a:gd name="connsiteY25" fmla="*/ 17842 h 51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4637" h="51145">
                    <a:moveTo>
                      <a:pt x="74637" y="17842"/>
                    </a:moveTo>
                    <a:cubicBezTo>
                      <a:pt x="73448" y="17842"/>
                      <a:pt x="72258" y="17842"/>
                      <a:pt x="72258" y="17842"/>
                    </a:cubicBezTo>
                    <a:cubicBezTo>
                      <a:pt x="67501" y="19031"/>
                      <a:pt x="62743" y="17842"/>
                      <a:pt x="59174" y="19031"/>
                    </a:cubicBezTo>
                    <a:cubicBezTo>
                      <a:pt x="55606" y="20220"/>
                      <a:pt x="52038" y="23789"/>
                      <a:pt x="47280" y="23789"/>
                    </a:cubicBezTo>
                    <a:cubicBezTo>
                      <a:pt x="47280" y="26168"/>
                      <a:pt x="48470" y="29736"/>
                      <a:pt x="47280" y="30925"/>
                    </a:cubicBezTo>
                    <a:cubicBezTo>
                      <a:pt x="46091" y="33304"/>
                      <a:pt x="43712" y="33304"/>
                      <a:pt x="41333" y="34494"/>
                    </a:cubicBezTo>
                    <a:cubicBezTo>
                      <a:pt x="40143" y="35683"/>
                      <a:pt x="38954" y="38062"/>
                      <a:pt x="37765" y="40441"/>
                    </a:cubicBezTo>
                    <a:cubicBezTo>
                      <a:pt x="36575" y="42820"/>
                      <a:pt x="37765" y="45199"/>
                      <a:pt x="34196" y="46388"/>
                    </a:cubicBezTo>
                    <a:cubicBezTo>
                      <a:pt x="29438" y="47577"/>
                      <a:pt x="25870" y="42820"/>
                      <a:pt x="21113" y="42820"/>
                    </a:cubicBezTo>
                    <a:cubicBezTo>
                      <a:pt x="17544" y="41630"/>
                      <a:pt x="12786" y="46388"/>
                      <a:pt x="9218" y="47577"/>
                    </a:cubicBezTo>
                    <a:cubicBezTo>
                      <a:pt x="6839" y="48767"/>
                      <a:pt x="3271" y="48767"/>
                      <a:pt x="892" y="48767"/>
                    </a:cubicBezTo>
                    <a:cubicBezTo>
                      <a:pt x="892" y="49956"/>
                      <a:pt x="892" y="49956"/>
                      <a:pt x="892" y="51146"/>
                    </a:cubicBezTo>
                    <a:cubicBezTo>
                      <a:pt x="-297" y="48767"/>
                      <a:pt x="-297" y="46388"/>
                      <a:pt x="892" y="45199"/>
                    </a:cubicBezTo>
                    <a:cubicBezTo>
                      <a:pt x="2082" y="42820"/>
                      <a:pt x="4460" y="41630"/>
                      <a:pt x="6839" y="40441"/>
                    </a:cubicBezTo>
                    <a:cubicBezTo>
                      <a:pt x="3271" y="39251"/>
                      <a:pt x="2082" y="38062"/>
                      <a:pt x="892" y="34494"/>
                    </a:cubicBezTo>
                    <a:cubicBezTo>
                      <a:pt x="892" y="33304"/>
                      <a:pt x="892" y="32115"/>
                      <a:pt x="892" y="30925"/>
                    </a:cubicBezTo>
                    <a:cubicBezTo>
                      <a:pt x="892" y="27357"/>
                      <a:pt x="5650" y="21410"/>
                      <a:pt x="2082" y="20220"/>
                    </a:cubicBezTo>
                    <a:cubicBezTo>
                      <a:pt x="2082" y="17842"/>
                      <a:pt x="4460" y="13084"/>
                      <a:pt x="6839" y="10705"/>
                    </a:cubicBezTo>
                    <a:cubicBezTo>
                      <a:pt x="8029" y="9516"/>
                      <a:pt x="8029" y="9516"/>
                      <a:pt x="8029" y="9516"/>
                    </a:cubicBezTo>
                    <a:cubicBezTo>
                      <a:pt x="10407" y="8326"/>
                      <a:pt x="12786" y="10705"/>
                      <a:pt x="15165" y="10705"/>
                    </a:cubicBezTo>
                    <a:cubicBezTo>
                      <a:pt x="17544" y="10705"/>
                      <a:pt x="18734" y="9516"/>
                      <a:pt x="22302" y="9516"/>
                    </a:cubicBezTo>
                    <a:cubicBezTo>
                      <a:pt x="28249" y="17842"/>
                      <a:pt x="38954" y="10705"/>
                      <a:pt x="47280" y="8326"/>
                    </a:cubicBezTo>
                    <a:cubicBezTo>
                      <a:pt x="52038" y="7137"/>
                      <a:pt x="55606" y="5947"/>
                      <a:pt x="60364" y="3568"/>
                    </a:cubicBezTo>
                    <a:cubicBezTo>
                      <a:pt x="63932" y="2379"/>
                      <a:pt x="66311" y="0"/>
                      <a:pt x="69879" y="0"/>
                    </a:cubicBezTo>
                    <a:cubicBezTo>
                      <a:pt x="69879" y="2379"/>
                      <a:pt x="71069" y="3568"/>
                      <a:pt x="72258" y="5947"/>
                    </a:cubicBezTo>
                    <a:cubicBezTo>
                      <a:pt x="73448" y="9516"/>
                      <a:pt x="73448" y="13084"/>
                      <a:pt x="74637" y="17842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E06105A4-B2C6-6F50-5ABB-FDC95E9ADACA}"/>
                  </a:ext>
                </a:extLst>
              </p:cNvPr>
              <p:cNvSpPr/>
              <p:nvPr/>
            </p:nvSpPr>
            <p:spPr>
              <a:xfrm>
                <a:off x="5961306" y="2962960"/>
                <a:ext cx="189120" cy="83260"/>
              </a:xfrm>
              <a:custGeom>
                <a:avLst/>
                <a:gdLst>
                  <a:gd name="connsiteX0" fmla="*/ 189120 w 189120"/>
                  <a:gd name="connsiteY0" fmla="*/ 64229 h 83260"/>
                  <a:gd name="connsiteX1" fmla="*/ 184362 w 189120"/>
                  <a:gd name="connsiteY1" fmla="*/ 63040 h 83260"/>
                  <a:gd name="connsiteX2" fmla="*/ 176036 w 189120"/>
                  <a:gd name="connsiteY2" fmla="*/ 63040 h 83260"/>
                  <a:gd name="connsiteX3" fmla="*/ 161763 w 189120"/>
                  <a:gd name="connsiteY3" fmla="*/ 71366 h 83260"/>
                  <a:gd name="connsiteX4" fmla="*/ 143922 w 189120"/>
                  <a:gd name="connsiteY4" fmla="*/ 77313 h 83260"/>
                  <a:gd name="connsiteX5" fmla="*/ 124891 w 189120"/>
                  <a:gd name="connsiteY5" fmla="*/ 79692 h 83260"/>
                  <a:gd name="connsiteX6" fmla="*/ 122512 w 189120"/>
                  <a:gd name="connsiteY6" fmla="*/ 79692 h 83260"/>
                  <a:gd name="connsiteX7" fmla="*/ 122512 w 189120"/>
                  <a:gd name="connsiteY7" fmla="*/ 79692 h 83260"/>
                  <a:gd name="connsiteX8" fmla="*/ 110617 w 189120"/>
                  <a:gd name="connsiteY8" fmla="*/ 76124 h 83260"/>
                  <a:gd name="connsiteX9" fmla="*/ 92776 w 189120"/>
                  <a:gd name="connsiteY9" fmla="*/ 76124 h 83260"/>
                  <a:gd name="connsiteX10" fmla="*/ 86829 w 189120"/>
                  <a:gd name="connsiteY10" fmla="*/ 71366 h 83260"/>
                  <a:gd name="connsiteX11" fmla="*/ 77313 w 189120"/>
                  <a:gd name="connsiteY11" fmla="*/ 71366 h 83260"/>
                  <a:gd name="connsiteX12" fmla="*/ 70177 w 189120"/>
                  <a:gd name="connsiteY12" fmla="*/ 72556 h 83260"/>
                  <a:gd name="connsiteX13" fmla="*/ 67798 w 189120"/>
                  <a:gd name="connsiteY13" fmla="*/ 79692 h 83260"/>
                  <a:gd name="connsiteX14" fmla="*/ 58282 w 189120"/>
                  <a:gd name="connsiteY14" fmla="*/ 83260 h 83260"/>
                  <a:gd name="connsiteX15" fmla="*/ 40441 w 189120"/>
                  <a:gd name="connsiteY15" fmla="*/ 74934 h 83260"/>
                  <a:gd name="connsiteX16" fmla="*/ 40441 w 189120"/>
                  <a:gd name="connsiteY16" fmla="*/ 74934 h 83260"/>
                  <a:gd name="connsiteX17" fmla="*/ 30925 w 189120"/>
                  <a:gd name="connsiteY17" fmla="*/ 65419 h 83260"/>
                  <a:gd name="connsiteX18" fmla="*/ 16652 w 189120"/>
                  <a:gd name="connsiteY18" fmla="*/ 54714 h 83260"/>
                  <a:gd name="connsiteX19" fmla="*/ 10705 w 189120"/>
                  <a:gd name="connsiteY19" fmla="*/ 47577 h 83260"/>
                  <a:gd name="connsiteX20" fmla="*/ 9515 w 189120"/>
                  <a:gd name="connsiteY20" fmla="*/ 38062 h 83260"/>
                  <a:gd name="connsiteX21" fmla="*/ 0 w 189120"/>
                  <a:gd name="connsiteY21" fmla="*/ 22599 h 83260"/>
                  <a:gd name="connsiteX22" fmla="*/ 7137 w 189120"/>
                  <a:gd name="connsiteY22" fmla="*/ 23789 h 83260"/>
                  <a:gd name="connsiteX23" fmla="*/ 13084 w 189120"/>
                  <a:gd name="connsiteY23" fmla="*/ 20220 h 83260"/>
                  <a:gd name="connsiteX24" fmla="*/ 16652 w 189120"/>
                  <a:gd name="connsiteY24" fmla="*/ 17842 h 83260"/>
                  <a:gd name="connsiteX25" fmla="*/ 20220 w 189120"/>
                  <a:gd name="connsiteY25" fmla="*/ 16652 h 83260"/>
                  <a:gd name="connsiteX26" fmla="*/ 24978 w 189120"/>
                  <a:gd name="connsiteY26" fmla="*/ 11894 h 83260"/>
                  <a:gd name="connsiteX27" fmla="*/ 38062 w 189120"/>
                  <a:gd name="connsiteY27" fmla="*/ 7137 h 83260"/>
                  <a:gd name="connsiteX28" fmla="*/ 49956 w 189120"/>
                  <a:gd name="connsiteY28" fmla="*/ 0 h 83260"/>
                  <a:gd name="connsiteX29" fmla="*/ 52335 w 189120"/>
                  <a:gd name="connsiteY29" fmla="*/ 2379 h 83260"/>
                  <a:gd name="connsiteX30" fmla="*/ 61850 w 189120"/>
                  <a:gd name="connsiteY30" fmla="*/ 2379 h 83260"/>
                  <a:gd name="connsiteX31" fmla="*/ 68987 w 189120"/>
                  <a:gd name="connsiteY31" fmla="*/ 3568 h 83260"/>
                  <a:gd name="connsiteX32" fmla="*/ 70177 w 189120"/>
                  <a:gd name="connsiteY32" fmla="*/ 3568 h 83260"/>
                  <a:gd name="connsiteX33" fmla="*/ 78503 w 189120"/>
                  <a:gd name="connsiteY33" fmla="*/ 2379 h 83260"/>
                  <a:gd name="connsiteX34" fmla="*/ 86829 w 189120"/>
                  <a:gd name="connsiteY34" fmla="*/ 3568 h 83260"/>
                  <a:gd name="connsiteX35" fmla="*/ 97533 w 189120"/>
                  <a:gd name="connsiteY35" fmla="*/ 13084 h 83260"/>
                  <a:gd name="connsiteX36" fmla="*/ 96344 w 189120"/>
                  <a:gd name="connsiteY36" fmla="*/ 19031 h 83260"/>
                  <a:gd name="connsiteX37" fmla="*/ 98723 w 189120"/>
                  <a:gd name="connsiteY37" fmla="*/ 23789 h 83260"/>
                  <a:gd name="connsiteX38" fmla="*/ 101102 w 189120"/>
                  <a:gd name="connsiteY38" fmla="*/ 29736 h 83260"/>
                  <a:gd name="connsiteX39" fmla="*/ 104670 w 189120"/>
                  <a:gd name="connsiteY39" fmla="*/ 27357 h 83260"/>
                  <a:gd name="connsiteX40" fmla="*/ 107049 w 189120"/>
                  <a:gd name="connsiteY40" fmla="*/ 26168 h 83260"/>
                  <a:gd name="connsiteX41" fmla="*/ 104670 w 189120"/>
                  <a:gd name="connsiteY41" fmla="*/ 17842 h 83260"/>
                  <a:gd name="connsiteX42" fmla="*/ 115375 w 189120"/>
                  <a:gd name="connsiteY42" fmla="*/ 22599 h 83260"/>
                  <a:gd name="connsiteX43" fmla="*/ 121322 w 189120"/>
                  <a:gd name="connsiteY43" fmla="*/ 24978 h 83260"/>
                  <a:gd name="connsiteX44" fmla="*/ 127269 w 189120"/>
                  <a:gd name="connsiteY44" fmla="*/ 23789 h 83260"/>
                  <a:gd name="connsiteX45" fmla="*/ 132027 w 189120"/>
                  <a:gd name="connsiteY45" fmla="*/ 32115 h 83260"/>
                  <a:gd name="connsiteX46" fmla="*/ 142732 w 189120"/>
                  <a:gd name="connsiteY46" fmla="*/ 30925 h 83260"/>
                  <a:gd name="connsiteX47" fmla="*/ 151058 w 189120"/>
                  <a:gd name="connsiteY47" fmla="*/ 34494 h 83260"/>
                  <a:gd name="connsiteX48" fmla="*/ 165331 w 189120"/>
                  <a:gd name="connsiteY48" fmla="*/ 45199 h 83260"/>
                  <a:gd name="connsiteX49" fmla="*/ 172468 w 189120"/>
                  <a:gd name="connsiteY49" fmla="*/ 51146 h 83260"/>
                  <a:gd name="connsiteX50" fmla="*/ 181983 w 189120"/>
                  <a:gd name="connsiteY50" fmla="*/ 48767 h 83260"/>
                  <a:gd name="connsiteX51" fmla="*/ 189120 w 189120"/>
                  <a:gd name="connsiteY51" fmla="*/ 64229 h 83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89120" h="83260">
                    <a:moveTo>
                      <a:pt x="189120" y="64229"/>
                    </a:moveTo>
                    <a:cubicBezTo>
                      <a:pt x="187931" y="64229"/>
                      <a:pt x="185552" y="63040"/>
                      <a:pt x="184362" y="63040"/>
                    </a:cubicBezTo>
                    <a:cubicBezTo>
                      <a:pt x="180794" y="63040"/>
                      <a:pt x="178415" y="61851"/>
                      <a:pt x="176036" y="63040"/>
                    </a:cubicBezTo>
                    <a:cubicBezTo>
                      <a:pt x="171279" y="65419"/>
                      <a:pt x="166521" y="67798"/>
                      <a:pt x="161763" y="71366"/>
                    </a:cubicBezTo>
                    <a:cubicBezTo>
                      <a:pt x="157005" y="74934"/>
                      <a:pt x="149869" y="74934"/>
                      <a:pt x="143922" y="77313"/>
                    </a:cubicBezTo>
                    <a:cubicBezTo>
                      <a:pt x="137975" y="79692"/>
                      <a:pt x="130838" y="74934"/>
                      <a:pt x="124891" y="79692"/>
                    </a:cubicBezTo>
                    <a:cubicBezTo>
                      <a:pt x="124891" y="79692"/>
                      <a:pt x="123701" y="79692"/>
                      <a:pt x="122512" y="79692"/>
                    </a:cubicBezTo>
                    <a:cubicBezTo>
                      <a:pt x="122512" y="79692"/>
                      <a:pt x="122512" y="79692"/>
                      <a:pt x="122512" y="79692"/>
                    </a:cubicBezTo>
                    <a:cubicBezTo>
                      <a:pt x="117754" y="78503"/>
                      <a:pt x="114186" y="77313"/>
                      <a:pt x="110617" y="76124"/>
                    </a:cubicBezTo>
                    <a:cubicBezTo>
                      <a:pt x="105860" y="74934"/>
                      <a:pt x="97533" y="77313"/>
                      <a:pt x="92776" y="76124"/>
                    </a:cubicBezTo>
                    <a:cubicBezTo>
                      <a:pt x="90397" y="74934"/>
                      <a:pt x="90397" y="72556"/>
                      <a:pt x="86829" y="71366"/>
                    </a:cubicBezTo>
                    <a:cubicBezTo>
                      <a:pt x="84450" y="70177"/>
                      <a:pt x="79692" y="71366"/>
                      <a:pt x="77313" y="71366"/>
                    </a:cubicBezTo>
                    <a:cubicBezTo>
                      <a:pt x="73745" y="71366"/>
                      <a:pt x="72556" y="68987"/>
                      <a:pt x="70177" y="72556"/>
                    </a:cubicBezTo>
                    <a:cubicBezTo>
                      <a:pt x="68987" y="74934"/>
                      <a:pt x="67798" y="77313"/>
                      <a:pt x="67798" y="79692"/>
                    </a:cubicBezTo>
                    <a:cubicBezTo>
                      <a:pt x="64229" y="79692"/>
                      <a:pt x="58282" y="79692"/>
                      <a:pt x="58282" y="83260"/>
                    </a:cubicBezTo>
                    <a:cubicBezTo>
                      <a:pt x="52335" y="82071"/>
                      <a:pt x="46388" y="76124"/>
                      <a:pt x="40441" y="74934"/>
                    </a:cubicBezTo>
                    <a:lnTo>
                      <a:pt x="40441" y="74934"/>
                    </a:lnTo>
                    <a:cubicBezTo>
                      <a:pt x="38062" y="71366"/>
                      <a:pt x="34494" y="67798"/>
                      <a:pt x="30925" y="65419"/>
                    </a:cubicBezTo>
                    <a:cubicBezTo>
                      <a:pt x="26167" y="61851"/>
                      <a:pt x="21410" y="58282"/>
                      <a:pt x="16652" y="54714"/>
                    </a:cubicBezTo>
                    <a:cubicBezTo>
                      <a:pt x="14273" y="53525"/>
                      <a:pt x="10705" y="51146"/>
                      <a:pt x="10705" y="47577"/>
                    </a:cubicBezTo>
                    <a:cubicBezTo>
                      <a:pt x="9515" y="44009"/>
                      <a:pt x="10705" y="41630"/>
                      <a:pt x="9515" y="38062"/>
                    </a:cubicBezTo>
                    <a:cubicBezTo>
                      <a:pt x="7137" y="33304"/>
                      <a:pt x="0" y="28546"/>
                      <a:pt x="0" y="22599"/>
                    </a:cubicBezTo>
                    <a:cubicBezTo>
                      <a:pt x="3568" y="22599"/>
                      <a:pt x="4758" y="24978"/>
                      <a:pt x="7137" y="23789"/>
                    </a:cubicBezTo>
                    <a:cubicBezTo>
                      <a:pt x="9515" y="23789"/>
                      <a:pt x="11894" y="21410"/>
                      <a:pt x="13084" y="20220"/>
                    </a:cubicBezTo>
                    <a:cubicBezTo>
                      <a:pt x="14273" y="19031"/>
                      <a:pt x="15463" y="17842"/>
                      <a:pt x="16652" y="17842"/>
                    </a:cubicBezTo>
                    <a:cubicBezTo>
                      <a:pt x="17842" y="16652"/>
                      <a:pt x="19031" y="17842"/>
                      <a:pt x="20220" y="16652"/>
                    </a:cubicBezTo>
                    <a:cubicBezTo>
                      <a:pt x="22599" y="15463"/>
                      <a:pt x="22599" y="13084"/>
                      <a:pt x="24978" y="11894"/>
                    </a:cubicBezTo>
                    <a:cubicBezTo>
                      <a:pt x="28546" y="9516"/>
                      <a:pt x="34494" y="7137"/>
                      <a:pt x="38062" y="7137"/>
                    </a:cubicBezTo>
                    <a:cubicBezTo>
                      <a:pt x="44009" y="5947"/>
                      <a:pt x="51146" y="8326"/>
                      <a:pt x="49956" y="0"/>
                    </a:cubicBezTo>
                    <a:cubicBezTo>
                      <a:pt x="51146" y="1190"/>
                      <a:pt x="51146" y="1190"/>
                      <a:pt x="52335" y="2379"/>
                    </a:cubicBezTo>
                    <a:cubicBezTo>
                      <a:pt x="55903" y="2379"/>
                      <a:pt x="58282" y="1190"/>
                      <a:pt x="61850" y="2379"/>
                    </a:cubicBezTo>
                    <a:cubicBezTo>
                      <a:pt x="64229" y="3568"/>
                      <a:pt x="66608" y="4758"/>
                      <a:pt x="68987" y="3568"/>
                    </a:cubicBezTo>
                    <a:cubicBezTo>
                      <a:pt x="68987" y="3568"/>
                      <a:pt x="70177" y="3568"/>
                      <a:pt x="70177" y="3568"/>
                    </a:cubicBezTo>
                    <a:cubicBezTo>
                      <a:pt x="73745" y="2379"/>
                      <a:pt x="74934" y="1190"/>
                      <a:pt x="78503" y="2379"/>
                    </a:cubicBezTo>
                    <a:cubicBezTo>
                      <a:pt x="80881" y="2379"/>
                      <a:pt x="83260" y="4758"/>
                      <a:pt x="86829" y="3568"/>
                    </a:cubicBezTo>
                    <a:cubicBezTo>
                      <a:pt x="82071" y="9516"/>
                      <a:pt x="93965" y="11894"/>
                      <a:pt x="97533" y="13084"/>
                    </a:cubicBezTo>
                    <a:cubicBezTo>
                      <a:pt x="98723" y="15463"/>
                      <a:pt x="96344" y="16652"/>
                      <a:pt x="96344" y="19031"/>
                    </a:cubicBezTo>
                    <a:cubicBezTo>
                      <a:pt x="96344" y="21410"/>
                      <a:pt x="97533" y="21410"/>
                      <a:pt x="98723" y="23789"/>
                    </a:cubicBezTo>
                    <a:cubicBezTo>
                      <a:pt x="99912" y="24978"/>
                      <a:pt x="98723" y="28546"/>
                      <a:pt x="101102" y="29736"/>
                    </a:cubicBezTo>
                    <a:cubicBezTo>
                      <a:pt x="103481" y="30925"/>
                      <a:pt x="105860" y="30925"/>
                      <a:pt x="104670" y="27357"/>
                    </a:cubicBezTo>
                    <a:cubicBezTo>
                      <a:pt x="105860" y="27357"/>
                      <a:pt x="105860" y="26168"/>
                      <a:pt x="107049" y="26168"/>
                    </a:cubicBezTo>
                    <a:cubicBezTo>
                      <a:pt x="107049" y="22599"/>
                      <a:pt x="104670" y="21410"/>
                      <a:pt x="104670" y="17842"/>
                    </a:cubicBezTo>
                    <a:cubicBezTo>
                      <a:pt x="108239" y="17842"/>
                      <a:pt x="111807" y="20220"/>
                      <a:pt x="115375" y="22599"/>
                    </a:cubicBezTo>
                    <a:cubicBezTo>
                      <a:pt x="117754" y="23789"/>
                      <a:pt x="117754" y="24978"/>
                      <a:pt x="121322" y="24978"/>
                    </a:cubicBezTo>
                    <a:cubicBezTo>
                      <a:pt x="123701" y="24978"/>
                      <a:pt x="124891" y="23789"/>
                      <a:pt x="127269" y="23789"/>
                    </a:cubicBezTo>
                    <a:cubicBezTo>
                      <a:pt x="126080" y="27357"/>
                      <a:pt x="128459" y="32115"/>
                      <a:pt x="132027" y="32115"/>
                    </a:cubicBezTo>
                    <a:cubicBezTo>
                      <a:pt x="135596" y="33304"/>
                      <a:pt x="139164" y="30925"/>
                      <a:pt x="142732" y="30925"/>
                    </a:cubicBezTo>
                    <a:cubicBezTo>
                      <a:pt x="145111" y="30925"/>
                      <a:pt x="148679" y="33304"/>
                      <a:pt x="151058" y="34494"/>
                    </a:cubicBezTo>
                    <a:cubicBezTo>
                      <a:pt x="155816" y="38062"/>
                      <a:pt x="160574" y="40441"/>
                      <a:pt x="165331" y="45199"/>
                    </a:cubicBezTo>
                    <a:cubicBezTo>
                      <a:pt x="167710" y="48767"/>
                      <a:pt x="167710" y="49956"/>
                      <a:pt x="172468" y="51146"/>
                    </a:cubicBezTo>
                    <a:cubicBezTo>
                      <a:pt x="176036" y="51146"/>
                      <a:pt x="179605" y="48767"/>
                      <a:pt x="181983" y="48767"/>
                    </a:cubicBezTo>
                    <a:cubicBezTo>
                      <a:pt x="189120" y="53525"/>
                      <a:pt x="189120" y="59472"/>
                      <a:pt x="189120" y="64229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3A52DDDD-5EFE-B3B1-9B06-8273155D7C08}"/>
                  </a:ext>
                </a:extLst>
              </p:cNvPr>
              <p:cNvSpPr/>
              <p:nvPr/>
            </p:nvSpPr>
            <p:spPr>
              <a:xfrm>
                <a:off x="6086605" y="3022432"/>
                <a:ext cx="130429" cy="53524"/>
              </a:xfrm>
              <a:custGeom>
                <a:avLst/>
                <a:gdLst>
                  <a:gd name="connsiteX0" fmla="*/ 124483 w 130429"/>
                  <a:gd name="connsiteY0" fmla="*/ 14273 h 53524"/>
                  <a:gd name="connsiteX1" fmla="*/ 120914 w 130429"/>
                  <a:gd name="connsiteY1" fmla="*/ 24978 h 53524"/>
                  <a:gd name="connsiteX2" fmla="*/ 120914 w 130429"/>
                  <a:gd name="connsiteY2" fmla="*/ 26168 h 53524"/>
                  <a:gd name="connsiteX3" fmla="*/ 111399 w 130429"/>
                  <a:gd name="connsiteY3" fmla="*/ 28546 h 53524"/>
                  <a:gd name="connsiteX4" fmla="*/ 94747 w 130429"/>
                  <a:gd name="connsiteY4" fmla="*/ 27357 h 53524"/>
                  <a:gd name="connsiteX5" fmla="*/ 81663 w 130429"/>
                  <a:gd name="connsiteY5" fmla="*/ 29736 h 53524"/>
                  <a:gd name="connsiteX6" fmla="*/ 80473 w 130429"/>
                  <a:gd name="connsiteY6" fmla="*/ 29736 h 53524"/>
                  <a:gd name="connsiteX7" fmla="*/ 80473 w 130429"/>
                  <a:gd name="connsiteY7" fmla="*/ 30925 h 53524"/>
                  <a:gd name="connsiteX8" fmla="*/ 73337 w 130429"/>
                  <a:gd name="connsiteY8" fmla="*/ 41630 h 53524"/>
                  <a:gd name="connsiteX9" fmla="*/ 66200 w 130429"/>
                  <a:gd name="connsiteY9" fmla="*/ 35683 h 53524"/>
                  <a:gd name="connsiteX10" fmla="*/ 60253 w 130429"/>
                  <a:gd name="connsiteY10" fmla="*/ 40441 h 53524"/>
                  <a:gd name="connsiteX11" fmla="*/ 53116 w 130429"/>
                  <a:gd name="connsiteY11" fmla="*/ 42820 h 53524"/>
                  <a:gd name="connsiteX12" fmla="*/ 49548 w 130429"/>
                  <a:gd name="connsiteY12" fmla="*/ 49956 h 53524"/>
                  <a:gd name="connsiteX13" fmla="*/ 41222 w 130429"/>
                  <a:gd name="connsiteY13" fmla="*/ 51146 h 53524"/>
                  <a:gd name="connsiteX14" fmla="*/ 32896 w 130429"/>
                  <a:gd name="connsiteY14" fmla="*/ 52335 h 53524"/>
                  <a:gd name="connsiteX15" fmla="*/ 25759 w 130429"/>
                  <a:gd name="connsiteY15" fmla="*/ 53525 h 53524"/>
                  <a:gd name="connsiteX16" fmla="*/ 10297 w 130429"/>
                  <a:gd name="connsiteY16" fmla="*/ 48767 h 53524"/>
                  <a:gd name="connsiteX17" fmla="*/ 1971 w 130429"/>
                  <a:gd name="connsiteY17" fmla="*/ 44009 h 53524"/>
                  <a:gd name="connsiteX18" fmla="*/ 1971 w 130429"/>
                  <a:gd name="connsiteY18" fmla="*/ 44009 h 53524"/>
                  <a:gd name="connsiteX19" fmla="*/ 781 w 130429"/>
                  <a:gd name="connsiteY19" fmla="*/ 22599 h 53524"/>
                  <a:gd name="connsiteX20" fmla="*/ 781 w 130429"/>
                  <a:gd name="connsiteY20" fmla="*/ 22599 h 53524"/>
                  <a:gd name="connsiteX21" fmla="*/ 3160 w 130429"/>
                  <a:gd name="connsiteY21" fmla="*/ 22599 h 53524"/>
                  <a:gd name="connsiteX22" fmla="*/ 22191 w 130429"/>
                  <a:gd name="connsiteY22" fmla="*/ 20220 h 53524"/>
                  <a:gd name="connsiteX23" fmla="*/ 40033 w 130429"/>
                  <a:gd name="connsiteY23" fmla="*/ 14273 h 53524"/>
                  <a:gd name="connsiteX24" fmla="*/ 54306 w 130429"/>
                  <a:gd name="connsiteY24" fmla="*/ 5947 h 53524"/>
                  <a:gd name="connsiteX25" fmla="*/ 62632 w 130429"/>
                  <a:gd name="connsiteY25" fmla="*/ 5947 h 53524"/>
                  <a:gd name="connsiteX26" fmla="*/ 67389 w 130429"/>
                  <a:gd name="connsiteY26" fmla="*/ 7137 h 53524"/>
                  <a:gd name="connsiteX27" fmla="*/ 72147 w 130429"/>
                  <a:gd name="connsiteY27" fmla="*/ 8326 h 53524"/>
                  <a:gd name="connsiteX28" fmla="*/ 74526 w 130429"/>
                  <a:gd name="connsiteY28" fmla="*/ 4758 h 53524"/>
                  <a:gd name="connsiteX29" fmla="*/ 78095 w 130429"/>
                  <a:gd name="connsiteY29" fmla="*/ 2379 h 53524"/>
                  <a:gd name="connsiteX30" fmla="*/ 86420 w 130429"/>
                  <a:gd name="connsiteY30" fmla="*/ 2379 h 53524"/>
                  <a:gd name="connsiteX31" fmla="*/ 95936 w 130429"/>
                  <a:gd name="connsiteY31" fmla="*/ 3568 h 53524"/>
                  <a:gd name="connsiteX32" fmla="*/ 103072 w 130429"/>
                  <a:gd name="connsiteY32" fmla="*/ 1190 h 53524"/>
                  <a:gd name="connsiteX33" fmla="*/ 107831 w 130429"/>
                  <a:gd name="connsiteY33" fmla="*/ 2379 h 53524"/>
                  <a:gd name="connsiteX34" fmla="*/ 111399 w 130429"/>
                  <a:gd name="connsiteY34" fmla="*/ 0 h 53524"/>
                  <a:gd name="connsiteX35" fmla="*/ 120914 w 130429"/>
                  <a:gd name="connsiteY35" fmla="*/ 2379 h 53524"/>
                  <a:gd name="connsiteX36" fmla="*/ 130430 w 130429"/>
                  <a:gd name="connsiteY36" fmla="*/ 8326 h 53524"/>
                  <a:gd name="connsiteX37" fmla="*/ 124483 w 130429"/>
                  <a:gd name="connsiteY37" fmla="*/ 14273 h 5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0429" h="53524">
                    <a:moveTo>
                      <a:pt x="124483" y="14273"/>
                    </a:moveTo>
                    <a:cubicBezTo>
                      <a:pt x="123293" y="16652"/>
                      <a:pt x="119725" y="23789"/>
                      <a:pt x="120914" y="24978"/>
                    </a:cubicBezTo>
                    <a:cubicBezTo>
                      <a:pt x="120914" y="24978"/>
                      <a:pt x="120914" y="24978"/>
                      <a:pt x="120914" y="26168"/>
                    </a:cubicBezTo>
                    <a:cubicBezTo>
                      <a:pt x="117346" y="27357"/>
                      <a:pt x="111399" y="29736"/>
                      <a:pt x="111399" y="28546"/>
                    </a:cubicBezTo>
                    <a:cubicBezTo>
                      <a:pt x="105451" y="27357"/>
                      <a:pt x="99504" y="28546"/>
                      <a:pt x="94747" y="27357"/>
                    </a:cubicBezTo>
                    <a:cubicBezTo>
                      <a:pt x="91178" y="26168"/>
                      <a:pt x="81663" y="22599"/>
                      <a:pt x="81663" y="29736"/>
                    </a:cubicBezTo>
                    <a:cubicBezTo>
                      <a:pt x="81663" y="29736"/>
                      <a:pt x="80473" y="29736"/>
                      <a:pt x="80473" y="29736"/>
                    </a:cubicBezTo>
                    <a:cubicBezTo>
                      <a:pt x="80473" y="29736"/>
                      <a:pt x="80473" y="29736"/>
                      <a:pt x="80473" y="30925"/>
                    </a:cubicBezTo>
                    <a:cubicBezTo>
                      <a:pt x="75716" y="30925"/>
                      <a:pt x="73337" y="38062"/>
                      <a:pt x="73337" y="41630"/>
                    </a:cubicBezTo>
                    <a:cubicBezTo>
                      <a:pt x="69768" y="40441"/>
                      <a:pt x="68579" y="35683"/>
                      <a:pt x="66200" y="35683"/>
                    </a:cubicBezTo>
                    <a:cubicBezTo>
                      <a:pt x="65011" y="38062"/>
                      <a:pt x="62632" y="39251"/>
                      <a:pt x="60253" y="40441"/>
                    </a:cubicBezTo>
                    <a:cubicBezTo>
                      <a:pt x="57874" y="41630"/>
                      <a:pt x="55495" y="41630"/>
                      <a:pt x="53116" y="42820"/>
                    </a:cubicBezTo>
                    <a:cubicBezTo>
                      <a:pt x="50737" y="44009"/>
                      <a:pt x="50737" y="48767"/>
                      <a:pt x="49548" y="49956"/>
                    </a:cubicBezTo>
                    <a:cubicBezTo>
                      <a:pt x="48359" y="51146"/>
                      <a:pt x="42412" y="51146"/>
                      <a:pt x="41222" y="51146"/>
                    </a:cubicBezTo>
                    <a:cubicBezTo>
                      <a:pt x="37654" y="51146"/>
                      <a:pt x="36464" y="51146"/>
                      <a:pt x="32896" y="52335"/>
                    </a:cubicBezTo>
                    <a:cubicBezTo>
                      <a:pt x="29328" y="53525"/>
                      <a:pt x="28138" y="53525"/>
                      <a:pt x="25759" y="53525"/>
                    </a:cubicBezTo>
                    <a:cubicBezTo>
                      <a:pt x="19812" y="53525"/>
                      <a:pt x="16244" y="48767"/>
                      <a:pt x="10297" y="48767"/>
                    </a:cubicBezTo>
                    <a:cubicBezTo>
                      <a:pt x="9107" y="46388"/>
                      <a:pt x="4350" y="46388"/>
                      <a:pt x="1971" y="44009"/>
                    </a:cubicBezTo>
                    <a:lnTo>
                      <a:pt x="1971" y="44009"/>
                    </a:lnTo>
                    <a:cubicBezTo>
                      <a:pt x="-408" y="36873"/>
                      <a:pt x="-408" y="29736"/>
                      <a:pt x="781" y="22599"/>
                    </a:cubicBezTo>
                    <a:cubicBezTo>
                      <a:pt x="781" y="22599"/>
                      <a:pt x="781" y="22599"/>
                      <a:pt x="781" y="22599"/>
                    </a:cubicBezTo>
                    <a:cubicBezTo>
                      <a:pt x="1971" y="22599"/>
                      <a:pt x="1971" y="22599"/>
                      <a:pt x="3160" y="22599"/>
                    </a:cubicBezTo>
                    <a:cubicBezTo>
                      <a:pt x="9107" y="17842"/>
                      <a:pt x="15054" y="22599"/>
                      <a:pt x="22191" y="20220"/>
                    </a:cubicBezTo>
                    <a:cubicBezTo>
                      <a:pt x="28138" y="17842"/>
                      <a:pt x="34085" y="17842"/>
                      <a:pt x="40033" y="14273"/>
                    </a:cubicBezTo>
                    <a:cubicBezTo>
                      <a:pt x="44790" y="10705"/>
                      <a:pt x="49548" y="8326"/>
                      <a:pt x="54306" y="5947"/>
                    </a:cubicBezTo>
                    <a:cubicBezTo>
                      <a:pt x="56685" y="4758"/>
                      <a:pt x="59064" y="4758"/>
                      <a:pt x="62632" y="5947"/>
                    </a:cubicBezTo>
                    <a:cubicBezTo>
                      <a:pt x="63821" y="5947"/>
                      <a:pt x="65011" y="7137"/>
                      <a:pt x="67389" y="7137"/>
                    </a:cubicBezTo>
                    <a:cubicBezTo>
                      <a:pt x="69768" y="7137"/>
                      <a:pt x="72147" y="8326"/>
                      <a:pt x="72147" y="8326"/>
                    </a:cubicBezTo>
                    <a:cubicBezTo>
                      <a:pt x="73337" y="7137"/>
                      <a:pt x="73337" y="5947"/>
                      <a:pt x="74526" y="4758"/>
                    </a:cubicBezTo>
                    <a:cubicBezTo>
                      <a:pt x="75716" y="3568"/>
                      <a:pt x="76905" y="2379"/>
                      <a:pt x="78095" y="2379"/>
                    </a:cubicBezTo>
                    <a:cubicBezTo>
                      <a:pt x="81663" y="1190"/>
                      <a:pt x="82852" y="1190"/>
                      <a:pt x="86420" y="2379"/>
                    </a:cubicBezTo>
                    <a:cubicBezTo>
                      <a:pt x="89989" y="2379"/>
                      <a:pt x="92368" y="3568"/>
                      <a:pt x="95936" y="3568"/>
                    </a:cubicBezTo>
                    <a:cubicBezTo>
                      <a:pt x="99504" y="2379"/>
                      <a:pt x="99504" y="0"/>
                      <a:pt x="103072" y="1190"/>
                    </a:cubicBezTo>
                    <a:cubicBezTo>
                      <a:pt x="105451" y="1190"/>
                      <a:pt x="105451" y="2379"/>
                      <a:pt x="107831" y="2379"/>
                    </a:cubicBezTo>
                    <a:cubicBezTo>
                      <a:pt x="109020" y="2379"/>
                      <a:pt x="110209" y="1190"/>
                      <a:pt x="111399" y="0"/>
                    </a:cubicBezTo>
                    <a:cubicBezTo>
                      <a:pt x="114967" y="0"/>
                      <a:pt x="117346" y="1190"/>
                      <a:pt x="120914" y="2379"/>
                    </a:cubicBezTo>
                    <a:cubicBezTo>
                      <a:pt x="124483" y="3568"/>
                      <a:pt x="128051" y="5947"/>
                      <a:pt x="130430" y="8326"/>
                    </a:cubicBezTo>
                    <a:cubicBezTo>
                      <a:pt x="125672" y="8326"/>
                      <a:pt x="124483" y="11894"/>
                      <a:pt x="124483" y="14273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A8884277-B666-FC2A-D5BF-0D99F65CAF1F}"/>
                  </a:ext>
                </a:extLst>
              </p:cNvPr>
              <p:cNvSpPr/>
              <p:nvPr/>
            </p:nvSpPr>
            <p:spPr>
              <a:xfrm>
                <a:off x="5815006" y="2996264"/>
                <a:ext cx="15462" cy="26491"/>
              </a:xfrm>
              <a:custGeom>
                <a:avLst/>
                <a:gdLst>
                  <a:gd name="connsiteX0" fmla="*/ 15463 w 15462"/>
                  <a:gd name="connsiteY0" fmla="*/ 22599 h 26491"/>
                  <a:gd name="connsiteX1" fmla="*/ 11894 w 15462"/>
                  <a:gd name="connsiteY1" fmla="*/ 26168 h 26491"/>
                  <a:gd name="connsiteX2" fmla="*/ 8326 w 15462"/>
                  <a:gd name="connsiteY2" fmla="*/ 23789 h 26491"/>
                  <a:gd name="connsiteX3" fmla="*/ 3569 w 15462"/>
                  <a:gd name="connsiteY3" fmla="*/ 22599 h 26491"/>
                  <a:gd name="connsiteX4" fmla="*/ 3569 w 15462"/>
                  <a:gd name="connsiteY4" fmla="*/ 20220 h 26491"/>
                  <a:gd name="connsiteX5" fmla="*/ 2379 w 15462"/>
                  <a:gd name="connsiteY5" fmla="*/ 19031 h 26491"/>
                  <a:gd name="connsiteX6" fmla="*/ 2379 w 15462"/>
                  <a:gd name="connsiteY6" fmla="*/ 17842 h 26491"/>
                  <a:gd name="connsiteX7" fmla="*/ 2379 w 15462"/>
                  <a:gd name="connsiteY7" fmla="*/ 14273 h 26491"/>
                  <a:gd name="connsiteX8" fmla="*/ 0 w 15462"/>
                  <a:gd name="connsiteY8" fmla="*/ 10705 h 26491"/>
                  <a:gd name="connsiteX9" fmla="*/ 4758 w 15462"/>
                  <a:gd name="connsiteY9" fmla="*/ 3568 h 26491"/>
                  <a:gd name="connsiteX10" fmla="*/ 5947 w 15462"/>
                  <a:gd name="connsiteY10" fmla="*/ 0 h 26491"/>
                  <a:gd name="connsiteX11" fmla="*/ 8326 w 15462"/>
                  <a:gd name="connsiteY11" fmla="*/ 0 h 26491"/>
                  <a:gd name="connsiteX12" fmla="*/ 15463 w 15462"/>
                  <a:gd name="connsiteY12" fmla="*/ 14273 h 26491"/>
                  <a:gd name="connsiteX13" fmla="*/ 15463 w 15462"/>
                  <a:gd name="connsiteY13" fmla="*/ 22599 h 26491"/>
                  <a:gd name="connsiteX14" fmla="*/ 15463 w 15462"/>
                  <a:gd name="connsiteY14" fmla="*/ 22599 h 26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62" h="26491">
                    <a:moveTo>
                      <a:pt x="15463" y="22599"/>
                    </a:moveTo>
                    <a:cubicBezTo>
                      <a:pt x="14273" y="23789"/>
                      <a:pt x="11894" y="23789"/>
                      <a:pt x="11894" y="26168"/>
                    </a:cubicBezTo>
                    <a:cubicBezTo>
                      <a:pt x="9516" y="27357"/>
                      <a:pt x="8326" y="24978"/>
                      <a:pt x="8326" y="23789"/>
                    </a:cubicBezTo>
                    <a:cubicBezTo>
                      <a:pt x="5947" y="23789"/>
                      <a:pt x="4758" y="24978"/>
                      <a:pt x="3569" y="22599"/>
                    </a:cubicBezTo>
                    <a:cubicBezTo>
                      <a:pt x="3569" y="22599"/>
                      <a:pt x="3569" y="20220"/>
                      <a:pt x="3569" y="20220"/>
                    </a:cubicBezTo>
                    <a:cubicBezTo>
                      <a:pt x="3569" y="19031"/>
                      <a:pt x="2379" y="19031"/>
                      <a:pt x="2379" y="19031"/>
                    </a:cubicBezTo>
                    <a:cubicBezTo>
                      <a:pt x="2379" y="19031"/>
                      <a:pt x="2379" y="17842"/>
                      <a:pt x="2379" y="17842"/>
                    </a:cubicBezTo>
                    <a:cubicBezTo>
                      <a:pt x="2379" y="16652"/>
                      <a:pt x="2379" y="15463"/>
                      <a:pt x="2379" y="14273"/>
                    </a:cubicBezTo>
                    <a:cubicBezTo>
                      <a:pt x="2379" y="13084"/>
                      <a:pt x="0" y="10705"/>
                      <a:pt x="0" y="10705"/>
                    </a:cubicBezTo>
                    <a:cubicBezTo>
                      <a:pt x="0" y="7137"/>
                      <a:pt x="3569" y="7137"/>
                      <a:pt x="4758" y="3568"/>
                    </a:cubicBezTo>
                    <a:cubicBezTo>
                      <a:pt x="5947" y="1189"/>
                      <a:pt x="3569" y="1189"/>
                      <a:pt x="5947" y="0"/>
                    </a:cubicBezTo>
                    <a:cubicBezTo>
                      <a:pt x="7137" y="0"/>
                      <a:pt x="7137" y="0"/>
                      <a:pt x="8326" y="0"/>
                    </a:cubicBezTo>
                    <a:cubicBezTo>
                      <a:pt x="9516" y="4758"/>
                      <a:pt x="13084" y="8326"/>
                      <a:pt x="15463" y="14273"/>
                    </a:cubicBezTo>
                    <a:cubicBezTo>
                      <a:pt x="14273" y="15463"/>
                      <a:pt x="14273" y="19031"/>
                      <a:pt x="15463" y="22599"/>
                    </a:cubicBezTo>
                    <a:cubicBezTo>
                      <a:pt x="15463" y="22599"/>
                      <a:pt x="15463" y="22599"/>
                      <a:pt x="15463" y="22599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E12499F0-B1EC-8894-418E-E2AB45FB1078}"/>
                  </a:ext>
                </a:extLst>
              </p:cNvPr>
              <p:cNvSpPr/>
              <p:nvPr/>
            </p:nvSpPr>
            <p:spPr>
              <a:xfrm>
                <a:off x="5819439" y="3073578"/>
                <a:ext cx="119267" cy="64229"/>
              </a:xfrm>
              <a:custGeom>
                <a:avLst/>
                <a:gdLst>
                  <a:gd name="connsiteX0" fmla="*/ 114510 w 119267"/>
                  <a:gd name="connsiteY0" fmla="*/ 29736 h 64229"/>
                  <a:gd name="connsiteX1" fmla="*/ 112131 w 119267"/>
                  <a:gd name="connsiteY1" fmla="*/ 38062 h 64229"/>
                  <a:gd name="connsiteX2" fmla="*/ 110942 w 119267"/>
                  <a:gd name="connsiteY2" fmla="*/ 42820 h 64229"/>
                  <a:gd name="connsiteX3" fmla="*/ 106184 w 119267"/>
                  <a:gd name="connsiteY3" fmla="*/ 45199 h 64229"/>
                  <a:gd name="connsiteX4" fmla="*/ 102615 w 119267"/>
                  <a:gd name="connsiteY4" fmla="*/ 48767 h 64229"/>
                  <a:gd name="connsiteX5" fmla="*/ 102615 w 119267"/>
                  <a:gd name="connsiteY5" fmla="*/ 53525 h 64229"/>
                  <a:gd name="connsiteX6" fmla="*/ 99047 w 119267"/>
                  <a:gd name="connsiteY6" fmla="*/ 51146 h 64229"/>
                  <a:gd name="connsiteX7" fmla="*/ 93100 w 119267"/>
                  <a:gd name="connsiteY7" fmla="*/ 51146 h 64229"/>
                  <a:gd name="connsiteX8" fmla="*/ 83585 w 119267"/>
                  <a:gd name="connsiteY8" fmla="*/ 48767 h 64229"/>
                  <a:gd name="connsiteX9" fmla="*/ 81206 w 119267"/>
                  <a:gd name="connsiteY9" fmla="*/ 57093 h 64229"/>
                  <a:gd name="connsiteX10" fmla="*/ 76448 w 119267"/>
                  <a:gd name="connsiteY10" fmla="*/ 64229 h 64229"/>
                  <a:gd name="connsiteX11" fmla="*/ 68122 w 119267"/>
                  <a:gd name="connsiteY11" fmla="*/ 55903 h 64229"/>
                  <a:gd name="connsiteX12" fmla="*/ 65743 w 119267"/>
                  <a:gd name="connsiteY12" fmla="*/ 49956 h 64229"/>
                  <a:gd name="connsiteX13" fmla="*/ 60985 w 119267"/>
                  <a:gd name="connsiteY13" fmla="*/ 46388 h 64229"/>
                  <a:gd name="connsiteX14" fmla="*/ 53849 w 119267"/>
                  <a:gd name="connsiteY14" fmla="*/ 55903 h 64229"/>
                  <a:gd name="connsiteX15" fmla="*/ 50280 w 119267"/>
                  <a:gd name="connsiteY15" fmla="*/ 60661 h 64229"/>
                  <a:gd name="connsiteX16" fmla="*/ 44333 w 119267"/>
                  <a:gd name="connsiteY16" fmla="*/ 58282 h 64229"/>
                  <a:gd name="connsiteX17" fmla="*/ 31249 w 119267"/>
                  <a:gd name="connsiteY17" fmla="*/ 64229 h 64229"/>
                  <a:gd name="connsiteX18" fmla="*/ 28871 w 119267"/>
                  <a:gd name="connsiteY18" fmla="*/ 63040 h 64229"/>
                  <a:gd name="connsiteX19" fmla="*/ 25302 w 119267"/>
                  <a:gd name="connsiteY19" fmla="*/ 53525 h 64229"/>
                  <a:gd name="connsiteX20" fmla="*/ 14597 w 119267"/>
                  <a:gd name="connsiteY20" fmla="*/ 46388 h 64229"/>
                  <a:gd name="connsiteX21" fmla="*/ 13408 w 119267"/>
                  <a:gd name="connsiteY21" fmla="*/ 52335 h 64229"/>
                  <a:gd name="connsiteX22" fmla="*/ 8650 w 119267"/>
                  <a:gd name="connsiteY22" fmla="*/ 55903 h 64229"/>
                  <a:gd name="connsiteX23" fmla="*/ 2703 w 119267"/>
                  <a:gd name="connsiteY23" fmla="*/ 57093 h 64229"/>
                  <a:gd name="connsiteX24" fmla="*/ 324 w 119267"/>
                  <a:gd name="connsiteY24" fmla="*/ 52335 h 64229"/>
                  <a:gd name="connsiteX25" fmla="*/ 6271 w 119267"/>
                  <a:gd name="connsiteY25" fmla="*/ 51146 h 64229"/>
                  <a:gd name="connsiteX26" fmla="*/ 7461 w 119267"/>
                  <a:gd name="connsiteY26" fmla="*/ 45199 h 64229"/>
                  <a:gd name="connsiteX27" fmla="*/ 8650 w 119267"/>
                  <a:gd name="connsiteY27" fmla="*/ 38062 h 64229"/>
                  <a:gd name="connsiteX28" fmla="*/ 13408 w 119267"/>
                  <a:gd name="connsiteY28" fmla="*/ 34494 h 64229"/>
                  <a:gd name="connsiteX29" fmla="*/ 15787 w 119267"/>
                  <a:gd name="connsiteY29" fmla="*/ 29736 h 64229"/>
                  <a:gd name="connsiteX30" fmla="*/ 20544 w 119267"/>
                  <a:gd name="connsiteY30" fmla="*/ 26168 h 64229"/>
                  <a:gd name="connsiteX31" fmla="*/ 30060 w 119267"/>
                  <a:gd name="connsiteY31" fmla="*/ 17842 h 64229"/>
                  <a:gd name="connsiteX32" fmla="*/ 25302 w 119267"/>
                  <a:gd name="connsiteY32" fmla="*/ 7137 h 64229"/>
                  <a:gd name="connsiteX33" fmla="*/ 28871 w 119267"/>
                  <a:gd name="connsiteY33" fmla="*/ 7137 h 64229"/>
                  <a:gd name="connsiteX34" fmla="*/ 32439 w 119267"/>
                  <a:gd name="connsiteY34" fmla="*/ 8326 h 64229"/>
                  <a:gd name="connsiteX35" fmla="*/ 39575 w 119267"/>
                  <a:gd name="connsiteY35" fmla="*/ 8326 h 64229"/>
                  <a:gd name="connsiteX36" fmla="*/ 47902 w 119267"/>
                  <a:gd name="connsiteY36" fmla="*/ 5947 h 64229"/>
                  <a:gd name="connsiteX37" fmla="*/ 49091 w 119267"/>
                  <a:gd name="connsiteY37" fmla="*/ 7137 h 64229"/>
                  <a:gd name="connsiteX38" fmla="*/ 58606 w 119267"/>
                  <a:gd name="connsiteY38" fmla="*/ 7137 h 64229"/>
                  <a:gd name="connsiteX39" fmla="*/ 63364 w 119267"/>
                  <a:gd name="connsiteY39" fmla="*/ 4758 h 64229"/>
                  <a:gd name="connsiteX40" fmla="*/ 68122 w 119267"/>
                  <a:gd name="connsiteY40" fmla="*/ 0 h 64229"/>
                  <a:gd name="connsiteX41" fmla="*/ 74069 w 119267"/>
                  <a:gd name="connsiteY41" fmla="*/ 5947 h 64229"/>
                  <a:gd name="connsiteX42" fmla="*/ 77638 w 119267"/>
                  <a:gd name="connsiteY42" fmla="*/ 4758 h 64229"/>
                  <a:gd name="connsiteX43" fmla="*/ 84774 w 119267"/>
                  <a:gd name="connsiteY43" fmla="*/ 9516 h 64229"/>
                  <a:gd name="connsiteX44" fmla="*/ 90721 w 119267"/>
                  <a:gd name="connsiteY44" fmla="*/ 14273 h 64229"/>
                  <a:gd name="connsiteX45" fmla="*/ 90721 w 119267"/>
                  <a:gd name="connsiteY45" fmla="*/ 15463 h 64229"/>
                  <a:gd name="connsiteX46" fmla="*/ 90721 w 119267"/>
                  <a:gd name="connsiteY46" fmla="*/ 20220 h 64229"/>
                  <a:gd name="connsiteX47" fmla="*/ 101426 w 119267"/>
                  <a:gd name="connsiteY47" fmla="*/ 22599 h 64229"/>
                  <a:gd name="connsiteX48" fmla="*/ 114510 w 119267"/>
                  <a:gd name="connsiteY48" fmla="*/ 24978 h 64229"/>
                  <a:gd name="connsiteX49" fmla="*/ 119268 w 119267"/>
                  <a:gd name="connsiteY49" fmla="*/ 27357 h 64229"/>
                  <a:gd name="connsiteX50" fmla="*/ 114510 w 119267"/>
                  <a:gd name="connsiteY50" fmla="*/ 29736 h 6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19267" h="64229">
                    <a:moveTo>
                      <a:pt x="114510" y="29736"/>
                    </a:moveTo>
                    <a:cubicBezTo>
                      <a:pt x="112131" y="33304"/>
                      <a:pt x="110942" y="33304"/>
                      <a:pt x="112131" y="38062"/>
                    </a:cubicBezTo>
                    <a:cubicBezTo>
                      <a:pt x="112131" y="40441"/>
                      <a:pt x="113321" y="40441"/>
                      <a:pt x="110942" y="42820"/>
                    </a:cubicBezTo>
                    <a:cubicBezTo>
                      <a:pt x="109752" y="44009"/>
                      <a:pt x="107373" y="45199"/>
                      <a:pt x="106184" y="45199"/>
                    </a:cubicBezTo>
                    <a:cubicBezTo>
                      <a:pt x="103805" y="46388"/>
                      <a:pt x="102615" y="45199"/>
                      <a:pt x="102615" y="48767"/>
                    </a:cubicBezTo>
                    <a:cubicBezTo>
                      <a:pt x="102615" y="49956"/>
                      <a:pt x="102615" y="52335"/>
                      <a:pt x="102615" y="53525"/>
                    </a:cubicBezTo>
                    <a:cubicBezTo>
                      <a:pt x="101426" y="53525"/>
                      <a:pt x="100237" y="52335"/>
                      <a:pt x="99047" y="51146"/>
                    </a:cubicBezTo>
                    <a:cubicBezTo>
                      <a:pt x="96668" y="51146"/>
                      <a:pt x="95479" y="51146"/>
                      <a:pt x="93100" y="51146"/>
                    </a:cubicBezTo>
                    <a:cubicBezTo>
                      <a:pt x="89532" y="51146"/>
                      <a:pt x="87153" y="48767"/>
                      <a:pt x="83585" y="48767"/>
                    </a:cubicBezTo>
                    <a:cubicBezTo>
                      <a:pt x="83585" y="51146"/>
                      <a:pt x="82395" y="55903"/>
                      <a:pt x="81206" y="57093"/>
                    </a:cubicBezTo>
                    <a:cubicBezTo>
                      <a:pt x="80016" y="59472"/>
                      <a:pt x="76448" y="60661"/>
                      <a:pt x="76448" y="64229"/>
                    </a:cubicBezTo>
                    <a:cubicBezTo>
                      <a:pt x="76448" y="58282"/>
                      <a:pt x="70501" y="59472"/>
                      <a:pt x="68122" y="55903"/>
                    </a:cubicBezTo>
                    <a:cubicBezTo>
                      <a:pt x="66932" y="54714"/>
                      <a:pt x="66932" y="51146"/>
                      <a:pt x="65743" y="49956"/>
                    </a:cubicBezTo>
                    <a:cubicBezTo>
                      <a:pt x="64554" y="48767"/>
                      <a:pt x="63364" y="47577"/>
                      <a:pt x="60985" y="46388"/>
                    </a:cubicBezTo>
                    <a:cubicBezTo>
                      <a:pt x="59796" y="51146"/>
                      <a:pt x="56227" y="51146"/>
                      <a:pt x="53849" y="55903"/>
                    </a:cubicBezTo>
                    <a:cubicBezTo>
                      <a:pt x="52659" y="57093"/>
                      <a:pt x="52659" y="60661"/>
                      <a:pt x="50280" y="60661"/>
                    </a:cubicBezTo>
                    <a:cubicBezTo>
                      <a:pt x="47902" y="60661"/>
                      <a:pt x="46712" y="58282"/>
                      <a:pt x="44333" y="58282"/>
                    </a:cubicBezTo>
                    <a:cubicBezTo>
                      <a:pt x="41954" y="61851"/>
                      <a:pt x="34818" y="64229"/>
                      <a:pt x="31249" y="64229"/>
                    </a:cubicBezTo>
                    <a:cubicBezTo>
                      <a:pt x="30060" y="64229"/>
                      <a:pt x="28871" y="63040"/>
                      <a:pt x="28871" y="63040"/>
                    </a:cubicBezTo>
                    <a:cubicBezTo>
                      <a:pt x="26492" y="60661"/>
                      <a:pt x="26492" y="57093"/>
                      <a:pt x="25302" y="53525"/>
                    </a:cubicBezTo>
                    <a:cubicBezTo>
                      <a:pt x="24113" y="48767"/>
                      <a:pt x="20544" y="44009"/>
                      <a:pt x="14597" y="46388"/>
                    </a:cubicBezTo>
                    <a:cubicBezTo>
                      <a:pt x="12219" y="47577"/>
                      <a:pt x="13408" y="49956"/>
                      <a:pt x="13408" y="52335"/>
                    </a:cubicBezTo>
                    <a:cubicBezTo>
                      <a:pt x="13408" y="55903"/>
                      <a:pt x="12219" y="55903"/>
                      <a:pt x="8650" y="55903"/>
                    </a:cubicBezTo>
                    <a:cubicBezTo>
                      <a:pt x="6271" y="57093"/>
                      <a:pt x="5082" y="57093"/>
                      <a:pt x="2703" y="57093"/>
                    </a:cubicBezTo>
                    <a:cubicBezTo>
                      <a:pt x="1513" y="55903"/>
                      <a:pt x="-865" y="53525"/>
                      <a:pt x="324" y="52335"/>
                    </a:cubicBezTo>
                    <a:cubicBezTo>
                      <a:pt x="2703" y="52335"/>
                      <a:pt x="5082" y="52335"/>
                      <a:pt x="6271" y="51146"/>
                    </a:cubicBezTo>
                    <a:cubicBezTo>
                      <a:pt x="7461" y="49956"/>
                      <a:pt x="6271" y="46388"/>
                      <a:pt x="7461" y="45199"/>
                    </a:cubicBezTo>
                    <a:cubicBezTo>
                      <a:pt x="7461" y="42820"/>
                      <a:pt x="7461" y="39251"/>
                      <a:pt x="8650" y="38062"/>
                    </a:cubicBezTo>
                    <a:cubicBezTo>
                      <a:pt x="9840" y="36872"/>
                      <a:pt x="12219" y="35683"/>
                      <a:pt x="13408" y="34494"/>
                    </a:cubicBezTo>
                    <a:cubicBezTo>
                      <a:pt x="14597" y="33304"/>
                      <a:pt x="14597" y="30925"/>
                      <a:pt x="15787" y="29736"/>
                    </a:cubicBezTo>
                    <a:cubicBezTo>
                      <a:pt x="18166" y="28546"/>
                      <a:pt x="18166" y="28546"/>
                      <a:pt x="20544" y="26168"/>
                    </a:cubicBezTo>
                    <a:cubicBezTo>
                      <a:pt x="22923" y="22599"/>
                      <a:pt x="26492" y="20220"/>
                      <a:pt x="30060" y="17842"/>
                    </a:cubicBezTo>
                    <a:cubicBezTo>
                      <a:pt x="30060" y="14273"/>
                      <a:pt x="20544" y="11894"/>
                      <a:pt x="25302" y="7137"/>
                    </a:cubicBezTo>
                    <a:cubicBezTo>
                      <a:pt x="26492" y="7137"/>
                      <a:pt x="27681" y="7137"/>
                      <a:pt x="28871" y="7137"/>
                    </a:cubicBezTo>
                    <a:cubicBezTo>
                      <a:pt x="30060" y="7137"/>
                      <a:pt x="30060" y="8326"/>
                      <a:pt x="32439" y="8326"/>
                    </a:cubicBezTo>
                    <a:cubicBezTo>
                      <a:pt x="34818" y="9516"/>
                      <a:pt x="37196" y="8326"/>
                      <a:pt x="39575" y="8326"/>
                    </a:cubicBezTo>
                    <a:cubicBezTo>
                      <a:pt x="41954" y="8326"/>
                      <a:pt x="45523" y="7137"/>
                      <a:pt x="47902" y="5947"/>
                    </a:cubicBezTo>
                    <a:cubicBezTo>
                      <a:pt x="47902" y="7137"/>
                      <a:pt x="47902" y="7137"/>
                      <a:pt x="49091" y="7137"/>
                    </a:cubicBezTo>
                    <a:cubicBezTo>
                      <a:pt x="51470" y="8326"/>
                      <a:pt x="56227" y="5947"/>
                      <a:pt x="58606" y="7137"/>
                    </a:cubicBezTo>
                    <a:cubicBezTo>
                      <a:pt x="63364" y="7137"/>
                      <a:pt x="60985" y="8326"/>
                      <a:pt x="63364" y="4758"/>
                    </a:cubicBezTo>
                    <a:cubicBezTo>
                      <a:pt x="64554" y="2379"/>
                      <a:pt x="65743" y="1189"/>
                      <a:pt x="68122" y="0"/>
                    </a:cubicBezTo>
                    <a:cubicBezTo>
                      <a:pt x="69311" y="2379"/>
                      <a:pt x="70501" y="5947"/>
                      <a:pt x="74069" y="5947"/>
                    </a:cubicBezTo>
                    <a:cubicBezTo>
                      <a:pt x="75258" y="5947"/>
                      <a:pt x="76448" y="5947"/>
                      <a:pt x="77638" y="4758"/>
                    </a:cubicBezTo>
                    <a:cubicBezTo>
                      <a:pt x="80016" y="7137"/>
                      <a:pt x="82395" y="8326"/>
                      <a:pt x="84774" y="9516"/>
                    </a:cubicBezTo>
                    <a:cubicBezTo>
                      <a:pt x="87153" y="10705"/>
                      <a:pt x="88342" y="11894"/>
                      <a:pt x="90721" y="14273"/>
                    </a:cubicBezTo>
                    <a:cubicBezTo>
                      <a:pt x="90721" y="14273"/>
                      <a:pt x="90721" y="14273"/>
                      <a:pt x="90721" y="15463"/>
                    </a:cubicBezTo>
                    <a:cubicBezTo>
                      <a:pt x="89532" y="16652"/>
                      <a:pt x="89532" y="17842"/>
                      <a:pt x="90721" y="20220"/>
                    </a:cubicBezTo>
                    <a:cubicBezTo>
                      <a:pt x="93100" y="26168"/>
                      <a:pt x="97858" y="21410"/>
                      <a:pt x="101426" y="22599"/>
                    </a:cubicBezTo>
                    <a:cubicBezTo>
                      <a:pt x="104994" y="29736"/>
                      <a:pt x="109752" y="24978"/>
                      <a:pt x="114510" y="24978"/>
                    </a:cubicBezTo>
                    <a:cubicBezTo>
                      <a:pt x="115699" y="24978"/>
                      <a:pt x="118078" y="26168"/>
                      <a:pt x="119268" y="27357"/>
                    </a:cubicBezTo>
                    <a:cubicBezTo>
                      <a:pt x="116889" y="27357"/>
                      <a:pt x="115699" y="28546"/>
                      <a:pt x="114510" y="2973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85DF26D5-D623-61BA-3F35-868B2632B883}"/>
                  </a:ext>
                </a:extLst>
              </p:cNvPr>
              <p:cNvSpPr/>
              <p:nvPr/>
            </p:nvSpPr>
            <p:spPr>
              <a:xfrm>
                <a:off x="5762204" y="2885647"/>
                <a:ext cx="92053" cy="84449"/>
              </a:xfrm>
              <a:custGeom>
                <a:avLst/>
                <a:gdLst>
                  <a:gd name="connsiteX0" fmla="*/ 84917 w 92053"/>
                  <a:gd name="connsiteY0" fmla="*/ 19031 h 84449"/>
                  <a:gd name="connsiteX1" fmla="*/ 83727 w 92053"/>
                  <a:gd name="connsiteY1" fmla="*/ 23789 h 84449"/>
                  <a:gd name="connsiteX2" fmla="*/ 83727 w 92053"/>
                  <a:gd name="connsiteY2" fmla="*/ 24978 h 84449"/>
                  <a:gd name="connsiteX3" fmla="*/ 74212 w 92053"/>
                  <a:gd name="connsiteY3" fmla="*/ 24978 h 84449"/>
                  <a:gd name="connsiteX4" fmla="*/ 75401 w 92053"/>
                  <a:gd name="connsiteY4" fmla="*/ 33304 h 84449"/>
                  <a:gd name="connsiteX5" fmla="*/ 80159 w 92053"/>
                  <a:gd name="connsiteY5" fmla="*/ 40441 h 84449"/>
                  <a:gd name="connsiteX6" fmla="*/ 78969 w 92053"/>
                  <a:gd name="connsiteY6" fmla="*/ 45199 h 84449"/>
                  <a:gd name="connsiteX7" fmla="*/ 80159 w 92053"/>
                  <a:gd name="connsiteY7" fmla="*/ 49956 h 84449"/>
                  <a:gd name="connsiteX8" fmla="*/ 73022 w 92053"/>
                  <a:gd name="connsiteY8" fmla="*/ 51146 h 84449"/>
                  <a:gd name="connsiteX9" fmla="*/ 64696 w 92053"/>
                  <a:gd name="connsiteY9" fmla="*/ 52335 h 84449"/>
                  <a:gd name="connsiteX10" fmla="*/ 57560 w 92053"/>
                  <a:gd name="connsiteY10" fmla="*/ 68987 h 84449"/>
                  <a:gd name="connsiteX11" fmla="*/ 57560 w 92053"/>
                  <a:gd name="connsiteY11" fmla="*/ 78503 h 84449"/>
                  <a:gd name="connsiteX12" fmla="*/ 56370 w 92053"/>
                  <a:gd name="connsiteY12" fmla="*/ 84450 h 84449"/>
                  <a:gd name="connsiteX13" fmla="*/ 53991 w 92053"/>
                  <a:gd name="connsiteY13" fmla="*/ 84450 h 84449"/>
                  <a:gd name="connsiteX14" fmla="*/ 51613 w 92053"/>
                  <a:gd name="connsiteY14" fmla="*/ 77313 h 84449"/>
                  <a:gd name="connsiteX15" fmla="*/ 45665 w 92053"/>
                  <a:gd name="connsiteY15" fmla="*/ 77313 h 84449"/>
                  <a:gd name="connsiteX16" fmla="*/ 38529 w 92053"/>
                  <a:gd name="connsiteY16" fmla="*/ 73745 h 84449"/>
                  <a:gd name="connsiteX17" fmla="*/ 38529 w 92053"/>
                  <a:gd name="connsiteY17" fmla="*/ 72556 h 84449"/>
                  <a:gd name="connsiteX18" fmla="*/ 15930 w 92053"/>
                  <a:gd name="connsiteY18" fmla="*/ 78503 h 84449"/>
                  <a:gd name="connsiteX19" fmla="*/ 2846 w 92053"/>
                  <a:gd name="connsiteY19" fmla="*/ 76124 h 84449"/>
                  <a:gd name="connsiteX20" fmla="*/ 467 w 92053"/>
                  <a:gd name="connsiteY20" fmla="*/ 71366 h 84449"/>
                  <a:gd name="connsiteX21" fmla="*/ 5224 w 92053"/>
                  <a:gd name="connsiteY21" fmla="*/ 71366 h 84449"/>
                  <a:gd name="connsiteX22" fmla="*/ 11171 w 92053"/>
                  <a:gd name="connsiteY22" fmla="*/ 72556 h 84449"/>
                  <a:gd name="connsiteX23" fmla="*/ 4035 w 92053"/>
                  <a:gd name="connsiteY23" fmla="*/ 65419 h 84449"/>
                  <a:gd name="connsiteX24" fmla="*/ 14740 w 92053"/>
                  <a:gd name="connsiteY24" fmla="*/ 68987 h 84449"/>
                  <a:gd name="connsiteX25" fmla="*/ 15930 w 92053"/>
                  <a:gd name="connsiteY25" fmla="*/ 65419 h 84449"/>
                  <a:gd name="connsiteX26" fmla="*/ 24255 w 92053"/>
                  <a:gd name="connsiteY26" fmla="*/ 60661 h 84449"/>
                  <a:gd name="connsiteX27" fmla="*/ 17119 w 92053"/>
                  <a:gd name="connsiteY27" fmla="*/ 55903 h 84449"/>
                  <a:gd name="connsiteX28" fmla="*/ 21877 w 92053"/>
                  <a:gd name="connsiteY28" fmla="*/ 40441 h 84449"/>
                  <a:gd name="connsiteX29" fmla="*/ 21877 w 92053"/>
                  <a:gd name="connsiteY29" fmla="*/ 30925 h 84449"/>
                  <a:gd name="connsiteX30" fmla="*/ 21877 w 92053"/>
                  <a:gd name="connsiteY30" fmla="*/ 27357 h 84449"/>
                  <a:gd name="connsiteX31" fmla="*/ 25445 w 92053"/>
                  <a:gd name="connsiteY31" fmla="*/ 23789 h 84449"/>
                  <a:gd name="connsiteX32" fmla="*/ 29013 w 92053"/>
                  <a:gd name="connsiteY32" fmla="*/ 16652 h 84449"/>
                  <a:gd name="connsiteX33" fmla="*/ 39718 w 92053"/>
                  <a:gd name="connsiteY33" fmla="*/ 14273 h 84449"/>
                  <a:gd name="connsiteX34" fmla="*/ 48044 w 92053"/>
                  <a:gd name="connsiteY34" fmla="*/ 9516 h 84449"/>
                  <a:gd name="connsiteX35" fmla="*/ 55181 w 92053"/>
                  <a:gd name="connsiteY35" fmla="*/ 5947 h 84449"/>
                  <a:gd name="connsiteX36" fmla="*/ 65886 w 92053"/>
                  <a:gd name="connsiteY36" fmla="*/ 3568 h 84449"/>
                  <a:gd name="connsiteX37" fmla="*/ 75401 w 92053"/>
                  <a:gd name="connsiteY37" fmla="*/ 0 h 84449"/>
                  <a:gd name="connsiteX38" fmla="*/ 84917 w 92053"/>
                  <a:gd name="connsiteY38" fmla="*/ 4758 h 84449"/>
                  <a:gd name="connsiteX39" fmla="*/ 92053 w 92053"/>
                  <a:gd name="connsiteY39" fmla="*/ 7137 h 84449"/>
                  <a:gd name="connsiteX40" fmla="*/ 84917 w 92053"/>
                  <a:gd name="connsiteY40" fmla="*/ 19031 h 84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92053" h="84449">
                    <a:moveTo>
                      <a:pt x="84917" y="19031"/>
                    </a:moveTo>
                    <a:cubicBezTo>
                      <a:pt x="83727" y="21410"/>
                      <a:pt x="83727" y="23789"/>
                      <a:pt x="83727" y="23789"/>
                    </a:cubicBezTo>
                    <a:cubicBezTo>
                      <a:pt x="83727" y="23789"/>
                      <a:pt x="83727" y="24978"/>
                      <a:pt x="83727" y="24978"/>
                    </a:cubicBezTo>
                    <a:cubicBezTo>
                      <a:pt x="81348" y="27357"/>
                      <a:pt x="76590" y="22599"/>
                      <a:pt x="74212" y="24978"/>
                    </a:cubicBezTo>
                    <a:cubicBezTo>
                      <a:pt x="71833" y="27357"/>
                      <a:pt x="74212" y="32115"/>
                      <a:pt x="75401" y="33304"/>
                    </a:cubicBezTo>
                    <a:cubicBezTo>
                      <a:pt x="77780" y="36873"/>
                      <a:pt x="80159" y="35683"/>
                      <a:pt x="80159" y="40441"/>
                    </a:cubicBezTo>
                    <a:cubicBezTo>
                      <a:pt x="80159" y="42820"/>
                      <a:pt x="78969" y="44009"/>
                      <a:pt x="78969" y="45199"/>
                    </a:cubicBezTo>
                    <a:cubicBezTo>
                      <a:pt x="78969" y="46388"/>
                      <a:pt x="80159" y="48767"/>
                      <a:pt x="80159" y="49956"/>
                    </a:cubicBezTo>
                    <a:cubicBezTo>
                      <a:pt x="80159" y="55903"/>
                      <a:pt x="76590" y="53525"/>
                      <a:pt x="73022" y="51146"/>
                    </a:cubicBezTo>
                    <a:cubicBezTo>
                      <a:pt x="69454" y="49956"/>
                      <a:pt x="68265" y="49956"/>
                      <a:pt x="64696" y="52335"/>
                    </a:cubicBezTo>
                    <a:cubicBezTo>
                      <a:pt x="58749" y="57093"/>
                      <a:pt x="56370" y="61851"/>
                      <a:pt x="57560" y="68987"/>
                    </a:cubicBezTo>
                    <a:cubicBezTo>
                      <a:pt x="57560" y="72556"/>
                      <a:pt x="57560" y="76124"/>
                      <a:pt x="57560" y="78503"/>
                    </a:cubicBezTo>
                    <a:cubicBezTo>
                      <a:pt x="56370" y="80882"/>
                      <a:pt x="56370" y="82071"/>
                      <a:pt x="56370" y="84450"/>
                    </a:cubicBezTo>
                    <a:cubicBezTo>
                      <a:pt x="55181" y="84450"/>
                      <a:pt x="53991" y="84450"/>
                      <a:pt x="53991" y="84450"/>
                    </a:cubicBezTo>
                    <a:cubicBezTo>
                      <a:pt x="52802" y="82071"/>
                      <a:pt x="52802" y="79692"/>
                      <a:pt x="51613" y="77313"/>
                    </a:cubicBezTo>
                    <a:cubicBezTo>
                      <a:pt x="49234" y="77313"/>
                      <a:pt x="46855" y="77313"/>
                      <a:pt x="45665" y="77313"/>
                    </a:cubicBezTo>
                    <a:cubicBezTo>
                      <a:pt x="44476" y="73745"/>
                      <a:pt x="42097" y="73745"/>
                      <a:pt x="38529" y="73745"/>
                    </a:cubicBezTo>
                    <a:cubicBezTo>
                      <a:pt x="38529" y="73745"/>
                      <a:pt x="38529" y="72556"/>
                      <a:pt x="38529" y="72556"/>
                    </a:cubicBezTo>
                    <a:cubicBezTo>
                      <a:pt x="29013" y="66608"/>
                      <a:pt x="25445" y="74934"/>
                      <a:pt x="15930" y="78503"/>
                    </a:cubicBezTo>
                    <a:cubicBezTo>
                      <a:pt x="12361" y="79692"/>
                      <a:pt x="6414" y="78503"/>
                      <a:pt x="2846" y="76124"/>
                    </a:cubicBezTo>
                    <a:cubicBezTo>
                      <a:pt x="467" y="73745"/>
                      <a:pt x="-723" y="72556"/>
                      <a:pt x="467" y="71366"/>
                    </a:cubicBezTo>
                    <a:cubicBezTo>
                      <a:pt x="467" y="70177"/>
                      <a:pt x="2846" y="70177"/>
                      <a:pt x="5224" y="71366"/>
                    </a:cubicBezTo>
                    <a:cubicBezTo>
                      <a:pt x="6414" y="73745"/>
                      <a:pt x="8793" y="73745"/>
                      <a:pt x="11171" y="72556"/>
                    </a:cubicBezTo>
                    <a:cubicBezTo>
                      <a:pt x="8793" y="70177"/>
                      <a:pt x="4035" y="68987"/>
                      <a:pt x="4035" y="65419"/>
                    </a:cubicBezTo>
                    <a:cubicBezTo>
                      <a:pt x="8793" y="66608"/>
                      <a:pt x="11171" y="66608"/>
                      <a:pt x="14740" y="68987"/>
                    </a:cubicBezTo>
                    <a:cubicBezTo>
                      <a:pt x="19498" y="71366"/>
                      <a:pt x="20687" y="67798"/>
                      <a:pt x="15930" y="65419"/>
                    </a:cubicBezTo>
                    <a:cubicBezTo>
                      <a:pt x="17119" y="60661"/>
                      <a:pt x="20687" y="61851"/>
                      <a:pt x="24255" y="60661"/>
                    </a:cubicBezTo>
                    <a:cubicBezTo>
                      <a:pt x="21877" y="58282"/>
                      <a:pt x="19498" y="57093"/>
                      <a:pt x="17119" y="55903"/>
                    </a:cubicBezTo>
                    <a:cubicBezTo>
                      <a:pt x="11171" y="49956"/>
                      <a:pt x="19498" y="46388"/>
                      <a:pt x="21877" y="40441"/>
                    </a:cubicBezTo>
                    <a:cubicBezTo>
                      <a:pt x="24255" y="36873"/>
                      <a:pt x="23066" y="34494"/>
                      <a:pt x="21877" y="30925"/>
                    </a:cubicBezTo>
                    <a:cubicBezTo>
                      <a:pt x="21877" y="29736"/>
                      <a:pt x="20687" y="29736"/>
                      <a:pt x="21877" y="27357"/>
                    </a:cubicBezTo>
                    <a:cubicBezTo>
                      <a:pt x="21877" y="26168"/>
                      <a:pt x="24255" y="24978"/>
                      <a:pt x="25445" y="23789"/>
                    </a:cubicBezTo>
                    <a:cubicBezTo>
                      <a:pt x="26634" y="20220"/>
                      <a:pt x="25445" y="17842"/>
                      <a:pt x="29013" y="16652"/>
                    </a:cubicBezTo>
                    <a:cubicBezTo>
                      <a:pt x="31392" y="15463"/>
                      <a:pt x="36150" y="15463"/>
                      <a:pt x="39718" y="14273"/>
                    </a:cubicBezTo>
                    <a:cubicBezTo>
                      <a:pt x="42097" y="13084"/>
                      <a:pt x="45665" y="11894"/>
                      <a:pt x="48044" y="9516"/>
                    </a:cubicBezTo>
                    <a:cubicBezTo>
                      <a:pt x="50423" y="7137"/>
                      <a:pt x="50423" y="3568"/>
                      <a:pt x="55181" y="5947"/>
                    </a:cubicBezTo>
                    <a:cubicBezTo>
                      <a:pt x="58749" y="3568"/>
                      <a:pt x="62317" y="4758"/>
                      <a:pt x="65886" y="3568"/>
                    </a:cubicBezTo>
                    <a:cubicBezTo>
                      <a:pt x="69454" y="2379"/>
                      <a:pt x="71833" y="0"/>
                      <a:pt x="75401" y="0"/>
                    </a:cubicBezTo>
                    <a:cubicBezTo>
                      <a:pt x="78969" y="1190"/>
                      <a:pt x="82538" y="3568"/>
                      <a:pt x="84917" y="4758"/>
                    </a:cubicBezTo>
                    <a:cubicBezTo>
                      <a:pt x="87296" y="5947"/>
                      <a:pt x="89674" y="5947"/>
                      <a:pt x="92053" y="7137"/>
                    </a:cubicBezTo>
                    <a:cubicBezTo>
                      <a:pt x="88485" y="10705"/>
                      <a:pt x="84917" y="15463"/>
                      <a:pt x="84917" y="19031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06724CC4-F7A2-EAA6-8FE5-42B5A4BB99E1}"/>
                  </a:ext>
                </a:extLst>
              </p:cNvPr>
              <p:cNvSpPr/>
              <p:nvPr/>
            </p:nvSpPr>
            <p:spPr>
              <a:xfrm>
                <a:off x="5751966" y="2952047"/>
                <a:ext cx="70365" cy="62058"/>
              </a:xfrm>
              <a:custGeom>
                <a:avLst/>
                <a:gdLst>
                  <a:gd name="connsiteX0" fmla="*/ 70177 w 70365"/>
                  <a:gd name="connsiteY0" fmla="*/ 41838 h 62058"/>
                  <a:gd name="connsiteX1" fmla="*/ 67798 w 70365"/>
                  <a:gd name="connsiteY1" fmla="*/ 41838 h 62058"/>
                  <a:gd name="connsiteX2" fmla="*/ 66608 w 70365"/>
                  <a:gd name="connsiteY2" fmla="*/ 45406 h 62058"/>
                  <a:gd name="connsiteX3" fmla="*/ 61851 w 70365"/>
                  <a:gd name="connsiteY3" fmla="*/ 52543 h 62058"/>
                  <a:gd name="connsiteX4" fmla="*/ 64229 w 70365"/>
                  <a:gd name="connsiteY4" fmla="*/ 56111 h 62058"/>
                  <a:gd name="connsiteX5" fmla="*/ 64229 w 70365"/>
                  <a:gd name="connsiteY5" fmla="*/ 59680 h 62058"/>
                  <a:gd name="connsiteX6" fmla="*/ 64229 w 70365"/>
                  <a:gd name="connsiteY6" fmla="*/ 59680 h 62058"/>
                  <a:gd name="connsiteX7" fmla="*/ 60661 w 70365"/>
                  <a:gd name="connsiteY7" fmla="*/ 62059 h 62058"/>
                  <a:gd name="connsiteX8" fmla="*/ 57093 w 70365"/>
                  <a:gd name="connsiteY8" fmla="*/ 58490 h 62058"/>
                  <a:gd name="connsiteX9" fmla="*/ 52335 w 70365"/>
                  <a:gd name="connsiteY9" fmla="*/ 57301 h 62058"/>
                  <a:gd name="connsiteX10" fmla="*/ 44009 w 70365"/>
                  <a:gd name="connsiteY10" fmla="*/ 50164 h 62058"/>
                  <a:gd name="connsiteX11" fmla="*/ 41630 w 70365"/>
                  <a:gd name="connsiteY11" fmla="*/ 48975 h 62058"/>
                  <a:gd name="connsiteX12" fmla="*/ 40441 w 70365"/>
                  <a:gd name="connsiteY12" fmla="*/ 46596 h 62058"/>
                  <a:gd name="connsiteX13" fmla="*/ 34494 w 70365"/>
                  <a:gd name="connsiteY13" fmla="*/ 45406 h 62058"/>
                  <a:gd name="connsiteX14" fmla="*/ 28546 w 70365"/>
                  <a:gd name="connsiteY14" fmla="*/ 46596 h 62058"/>
                  <a:gd name="connsiteX15" fmla="*/ 26168 w 70365"/>
                  <a:gd name="connsiteY15" fmla="*/ 41838 h 62058"/>
                  <a:gd name="connsiteX16" fmla="*/ 19031 w 70365"/>
                  <a:gd name="connsiteY16" fmla="*/ 34701 h 62058"/>
                  <a:gd name="connsiteX17" fmla="*/ 9515 w 70365"/>
                  <a:gd name="connsiteY17" fmla="*/ 29944 h 62058"/>
                  <a:gd name="connsiteX18" fmla="*/ 8326 w 70365"/>
                  <a:gd name="connsiteY18" fmla="*/ 23997 h 62058"/>
                  <a:gd name="connsiteX19" fmla="*/ 2379 w 70365"/>
                  <a:gd name="connsiteY19" fmla="*/ 21618 h 62058"/>
                  <a:gd name="connsiteX20" fmla="*/ 1190 w 70365"/>
                  <a:gd name="connsiteY20" fmla="*/ 13292 h 62058"/>
                  <a:gd name="connsiteX21" fmla="*/ 0 w 70365"/>
                  <a:gd name="connsiteY21" fmla="*/ 10913 h 62058"/>
                  <a:gd name="connsiteX22" fmla="*/ 1190 w 70365"/>
                  <a:gd name="connsiteY22" fmla="*/ 7344 h 62058"/>
                  <a:gd name="connsiteX23" fmla="*/ 9515 w 70365"/>
                  <a:gd name="connsiteY23" fmla="*/ 1397 h 62058"/>
                  <a:gd name="connsiteX24" fmla="*/ 11894 w 70365"/>
                  <a:gd name="connsiteY24" fmla="*/ 6155 h 62058"/>
                  <a:gd name="connsiteX25" fmla="*/ 24978 w 70365"/>
                  <a:gd name="connsiteY25" fmla="*/ 8534 h 62058"/>
                  <a:gd name="connsiteX26" fmla="*/ 47577 w 70365"/>
                  <a:gd name="connsiteY26" fmla="*/ 2587 h 62058"/>
                  <a:gd name="connsiteX27" fmla="*/ 47577 w 70365"/>
                  <a:gd name="connsiteY27" fmla="*/ 3776 h 62058"/>
                  <a:gd name="connsiteX28" fmla="*/ 54714 w 70365"/>
                  <a:gd name="connsiteY28" fmla="*/ 7344 h 62058"/>
                  <a:gd name="connsiteX29" fmla="*/ 60661 w 70365"/>
                  <a:gd name="connsiteY29" fmla="*/ 7344 h 62058"/>
                  <a:gd name="connsiteX30" fmla="*/ 63040 w 70365"/>
                  <a:gd name="connsiteY30" fmla="*/ 14481 h 62058"/>
                  <a:gd name="connsiteX31" fmla="*/ 65419 w 70365"/>
                  <a:gd name="connsiteY31" fmla="*/ 14481 h 62058"/>
                  <a:gd name="connsiteX32" fmla="*/ 65419 w 70365"/>
                  <a:gd name="connsiteY32" fmla="*/ 18049 h 62058"/>
                  <a:gd name="connsiteX33" fmla="*/ 70177 w 70365"/>
                  <a:gd name="connsiteY33" fmla="*/ 35891 h 62058"/>
                  <a:gd name="connsiteX34" fmla="*/ 70177 w 70365"/>
                  <a:gd name="connsiteY34" fmla="*/ 41838 h 62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365" h="62058">
                    <a:moveTo>
                      <a:pt x="70177" y="41838"/>
                    </a:moveTo>
                    <a:cubicBezTo>
                      <a:pt x="68987" y="41838"/>
                      <a:pt x="68987" y="41838"/>
                      <a:pt x="67798" y="41838"/>
                    </a:cubicBezTo>
                    <a:cubicBezTo>
                      <a:pt x="65419" y="43027"/>
                      <a:pt x="66608" y="43027"/>
                      <a:pt x="66608" y="45406"/>
                    </a:cubicBezTo>
                    <a:cubicBezTo>
                      <a:pt x="65419" y="48975"/>
                      <a:pt x="61851" y="50164"/>
                      <a:pt x="61851" y="52543"/>
                    </a:cubicBezTo>
                    <a:cubicBezTo>
                      <a:pt x="61851" y="53732"/>
                      <a:pt x="64229" y="56111"/>
                      <a:pt x="64229" y="56111"/>
                    </a:cubicBezTo>
                    <a:cubicBezTo>
                      <a:pt x="64229" y="57301"/>
                      <a:pt x="64229" y="58490"/>
                      <a:pt x="64229" y="59680"/>
                    </a:cubicBezTo>
                    <a:cubicBezTo>
                      <a:pt x="64229" y="59680"/>
                      <a:pt x="64229" y="59680"/>
                      <a:pt x="64229" y="59680"/>
                    </a:cubicBezTo>
                    <a:cubicBezTo>
                      <a:pt x="63040" y="59680"/>
                      <a:pt x="60661" y="62059"/>
                      <a:pt x="60661" y="62059"/>
                    </a:cubicBezTo>
                    <a:cubicBezTo>
                      <a:pt x="58282" y="62059"/>
                      <a:pt x="58282" y="59680"/>
                      <a:pt x="57093" y="58490"/>
                    </a:cubicBezTo>
                    <a:cubicBezTo>
                      <a:pt x="54714" y="57301"/>
                      <a:pt x="53525" y="58490"/>
                      <a:pt x="52335" y="57301"/>
                    </a:cubicBezTo>
                    <a:cubicBezTo>
                      <a:pt x="48767" y="56111"/>
                      <a:pt x="46388" y="52543"/>
                      <a:pt x="44009" y="50164"/>
                    </a:cubicBezTo>
                    <a:cubicBezTo>
                      <a:pt x="42820" y="48975"/>
                      <a:pt x="41630" y="50164"/>
                      <a:pt x="41630" y="48975"/>
                    </a:cubicBezTo>
                    <a:cubicBezTo>
                      <a:pt x="40441" y="48975"/>
                      <a:pt x="40441" y="46596"/>
                      <a:pt x="40441" y="46596"/>
                    </a:cubicBezTo>
                    <a:cubicBezTo>
                      <a:pt x="39251" y="45406"/>
                      <a:pt x="36873" y="46596"/>
                      <a:pt x="34494" y="45406"/>
                    </a:cubicBezTo>
                    <a:cubicBezTo>
                      <a:pt x="33304" y="46596"/>
                      <a:pt x="30925" y="46596"/>
                      <a:pt x="28546" y="46596"/>
                    </a:cubicBezTo>
                    <a:cubicBezTo>
                      <a:pt x="26168" y="45406"/>
                      <a:pt x="26168" y="44217"/>
                      <a:pt x="26168" y="41838"/>
                    </a:cubicBezTo>
                    <a:cubicBezTo>
                      <a:pt x="24978" y="38270"/>
                      <a:pt x="22599" y="35891"/>
                      <a:pt x="19031" y="34701"/>
                    </a:cubicBezTo>
                    <a:cubicBezTo>
                      <a:pt x="16652" y="33512"/>
                      <a:pt x="10705" y="33512"/>
                      <a:pt x="9515" y="29944"/>
                    </a:cubicBezTo>
                    <a:cubicBezTo>
                      <a:pt x="8326" y="27565"/>
                      <a:pt x="9515" y="25186"/>
                      <a:pt x="8326" y="23997"/>
                    </a:cubicBezTo>
                    <a:cubicBezTo>
                      <a:pt x="7137" y="22807"/>
                      <a:pt x="3568" y="22807"/>
                      <a:pt x="2379" y="21618"/>
                    </a:cubicBezTo>
                    <a:cubicBezTo>
                      <a:pt x="2379" y="19239"/>
                      <a:pt x="2379" y="15670"/>
                      <a:pt x="1190" y="13292"/>
                    </a:cubicBezTo>
                    <a:cubicBezTo>
                      <a:pt x="1190" y="12102"/>
                      <a:pt x="0" y="10913"/>
                      <a:pt x="0" y="10913"/>
                    </a:cubicBezTo>
                    <a:cubicBezTo>
                      <a:pt x="0" y="9723"/>
                      <a:pt x="0" y="8534"/>
                      <a:pt x="1190" y="7344"/>
                    </a:cubicBezTo>
                    <a:cubicBezTo>
                      <a:pt x="2379" y="4966"/>
                      <a:pt x="5947" y="208"/>
                      <a:pt x="9515" y="1397"/>
                    </a:cubicBezTo>
                    <a:cubicBezTo>
                      <a:pt x="8326" y="2587"/>
                      <a:pt x="9515" y="3776"/>
                      <a:pt x="11894" y="6155"/>
                    </a:cubicBezTo>
                    <a:cubicBezTo>
                      <a:pt x="15463" y="8534"/>
                      <a:pt x="20221" y="9723"/>
                      <a:pt x="24978" y="8534"/>
                    </a:cubicBezTo>
                    <a:cubicBezTo>
                      <a:pt x="34494" y="4966"/>
                      <a:pt x="36873" y="-4550"/>
                      <a:pt x="47577" y="2587"/>
                    </a:cubicBezTo>
                    <a:cubicBezTo>
                      <a:pt x="47577" y="2587"/>
                      <a:pt x="47577" y="3776"/>
                      <a:pt x="47577" y="3776"/>
                    </a:cubicBezTo>
                    <a:cubicBezTo>
                      <a:pt x="51146" y="3776"/>
                      <a:pt x="53525" y="3776"/>
                      <a:pt x="54714" y="7344"/>
                    </a:cubicBezTo>
                    <a:cubicBezTo>
                      <a:pt x="57093" y="8534"/>
                      <a:pt x="59472" y="7344"/>
                      <a:pt x="60661" y="7344"/>
                    </a:cubicBezTo>
                    <a:cubicBezTo>
                      <a:pt x="61851" y="9723"/>
                      <a:pt x="61851" y="12102"/>
                      <a:pt x="63040" y="14481"/>
                    </a:cubicBezTo>
                    <a:cubicBezTo>
                      <a:pt x="64229" y="14481"/>
                      <a:pt x="65419" y="14481"/>
                      <a:pt x="65419" y="14481"/>
                    </a:cubicBezTo>
                    <a:cubicBezTo>
                      <a:pt x="65419" y="15670"/>
                      <a:pt x="65419" y="16860"/>
                      <a:pt x="65419" y="18049"/>
                    </a:cubicBezTo>
                    <a:cubicBezTo>
                      <a:pt x="66608" y="25186"/>
                      <a:pt x="71366" y="28754"/>
                      <a:pt x="70177" y="35891"/>
                    </a:cubicBezTo>
                    <a:cubicBezTo>
                      <a:pt x="68987" y="39459"/>
                      <a:pt x="68987" y="40649"/>
                      <a:pt x="70177" y="41838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26ABC505-4D06-EBE5-DED7-463A10AD325D}"/>
                  </a:ext>
                </a:extLst>
              </p:cNvPr>
              <p:cNvSpPr/>
              <p:nvPr/>
            </p:nvSpPr>
            <p:spPr>
              <a:xfrm>
                <a:off x="5989192" y="3376883"/>
                <a:ext cx="73216" cy="50146"/>
              </a:xfrm>
              <a:custGeom>
                <a:avLst/>
                <a:gdLst>
                  <a:gd name="connsiteX0" fmla="*/ 70837 w 73216"/>
                  <a:gd name="connsiteY0" fmla="*/ 34494 h 50146"/>
                  <a:gd name="connsiteX1" fmla="*/ 68459 w 73216"/>
                  <a:gd name="connsiteY1" fmla="*/ 41630 h 50146"/>
                  <a:gd name="connsiteX2" fmla="*/ 68459 w 73216"/>
                  <a:gd name="connsiteY2" fmla="*/ 47577 h 50146"/>
                  <a:gd name="connsiteX3" fmla="*/ 64890 w 73216"/>
                  <a:gd name="connsiteY3" fmla="*/ 49956 h 50146"/>
                  <a:gd name="connsiteX4" fmla="*/ 52996 w 73216"/>
                  <a:gd name="connsiteY4" fmla="*/ 47577 h 50146"/>
                  <a:gd name="connsiteX5" fmla="*/ 50617 w 73216"/>
                  <a:gd name="connsiteY5" fmla="*/ 40441 h 50146"/>
                  <a:gd name="connsiteX6" fmla="*/ 41102 w 73216"/>
                  <a:gd name="connsiteY6" fmla="*/ 38062 h 50146"/>
                  <a:gd name="connsiteX7" fmla="*/ 30397 w 73216"/>
                  <a:gd name="connsiteY7" fmla="*/ 34494 h 50146"/>
                  <a:gd name="connsiteX8" fmla="*/ 16123 w 73216"/>
                  <a:gd name="connsiteY8" fmla="*/ 24978 h 50146"/>
                  <a:gd name="connsiteX9" fmla="*/ 4229 w 73216"/>
                  <a:gd name="connsiteY9" fmla="*/ 21410 h 50146"/>
                  <a:gd name="connsiteX10" fmla="*/ 661 w 73216"/>
                  <a:gd name="connsiteY10" fmla="*/ 9516 h 50146"/>
                  <a:gd name="connsiteX11" fmla="*/ 7798 w 73216"/>
                  <a:gd name="connsiteY11" fmla="*/ 7137 h 50146"/>
                  <a:gd name="connsiteX12" fmla="*/ 14934 w 73216"/>
                  <a:gd name="connsiteY12" fmla="*/ 5947 h 50146"/>
                  <a:gd name="connsiteX13" fmla="*/ 24450 w 73216"/>
                  <a:gd name="connsiteY13" fmla="*/ 10705 h 50146"/>
                  <a:gd name="connsiteX14" fmla="*/ 36344 w 73216"/>
                  <a:gd name="connsiteY14" fmla="*/ 8326 h 50146"/>
                  <a:gd name="connsiteX15" fmla="*/ 47049 w 73216"/>
                  <a:gd name="connsiteY15" fmla="*/ 8326 h 50146"/>
                  <a:gd name="connsiteX16" fmla="*/ 54185 w 73216"/>
                  <a:gd name="connsiteY16" fmla="*/ 3568 h 50146"/>
                  <a:gd name="connsiteX17" fmla="*/ 61322 w 73216"/>
                  <a:gd name="connsiteY17" fmla="*/ 4758 h 50146"/>
                  <a:gd name="connsiteX18" fmla="*/ 68459 w 73216"/>
                  <a:gd name="connsiteY18" fmla="*/ 0 h 50146"/>
                  <a:gd name="connsiteX19" fmla="*/ 73216 w 73216"/>
                  <a:gd name="connsiteY19" fmla="*/ 5947 h 50146"/>
                  <a:gd name="connsiteX20" fmla="*/ 64890 w 73216"/>
                  <a:gd name="connsiteY20" fmla="*/ 23789 h 50146"/>
                  <a:gd name="connsiteX21" fmla="*/ 70837 w 73216"/>
                  <a:gd name="connsiteY21" fmla="*/ 34494 h 5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3216" h="50146">
                    <a:moveTo>
                      <a:pt x="70837" y="34494"/>
                    </a:moveTo>
                    <a:cubicBezTo>
                      <a:pt x="73216" y="38062"/>
                      <a:pt x="72027" y="39251"/>
                      <a:pt x="68459" y="41630"/>
                    </a:cubicBezTo>
                    <a:cubicBezTo>
                      <a:pt x="64890" y="44009"/>
                      <a:pt x="68459" y="45199"/>
                      <a:pt x="68459" y="47577"/>
                    </a:cubicBezTo>
                    <a:cubicBezTo>
                      <a:pt x="68459" y="51146"/>
                      <a:pt x="64890" y="49956"/>
                      <a:pt x="64890" y="49956"/>
                    </a:cubicBezTo>
                    <a:cubicBezTo>
                      <a:pt x="56564" y="49956"/>
                      <a:pt x="57754" y="48767"/>
                      <a:pt x="52996" y="47577"/>
                    </a:cubicBezTo>
                    <a:cubicBezTo>
                      <a:pt x="49428" y="45199"/>
                      <a:pt x="50617" y="42820"/>
                      <a:pt x="50617" y="40441"/>
                    </a:cubicBezTo>
                    <a:cubicBezTo>
                      <a:pt x="50617" y="38062"/>
                      <a:pt x="43481" y="39251"/>
                      <a:pt x="41102" y="38062"/>
                    </a:cubicBezTo>
                    <a:cubicBezTo>
                      <a:pt x="38723" y="36872"/>
                      <a:pt x="33965" y="38062"/>
                      <a:pt x="30397" y="34494"/>
                    </a:cubicBezTo>
                    <a:cubicBezTo>
                      <a:pt x="26829" y="30925"/>
                      <a:pt x="20881" y="28546"/>
                      <a:pt x="16123" y="24978"/>
                    </a:cubicBezTo>
                    <a:cubicBezTo>
                      <a:pt x="11366" y="21410"/>
                      <a:pt x="8987" y="22599"/>
                      <a:pt x="4229" y="21410"/>
                    </a:cubicBezTo>
                    <a:cubicBezTo>
                      <a:pt x="-529" y="20220"/>
                      <a:pt x="-529" y="11894"/>
                      <a:pt x="661" y="9516"/>
                    </a:cubicBezTo>
                    <a:cubicBezTo>
                      <a:pt x="1850" y="8326"/>
                      <a:pt x="4229" y="5947"/>
                      <a:pt x="7798" y="7137"/>
                    </a:cubicBezTo>
                    <a:cubicBezTo>
                      <a:pt x="11366" y="8326"/>
                      <a:pt x="12555" y="5947"/>
                      <a:pt x="14934" y="5947"/>
                    </a:cubicBezTo>
                    <a:cubicBezTo>
                      <a:pt x="18502" y="5947"/>
                      <a:pt x="18502" y="8326"/>
                      <a:pt x="24450" y="10705"/>
                    </a:cubicBezTo>
                    <a:cubicBezTo>
                      <a:pt x="29207" y="13084"/>
                      <a:pt x="31586" y="9516"/>
                      <a:pt x="36344" y="8326"/>
                    </a:cubicBezTo>
                    <a:cubicBezTo>
                      <a:pt x="42291" y="7137"/>
                      <a:pt x="43481" y="8326"/>
                      <a:pt x="47049" y="8326"/>
                    </a:cubicBezTo>
                    <a:cubicBezTo>
                      <a:pt x="50617" y="8326"/>
                      <a:pt x="51806" y="4758"/>
                      <a:pt x="54185" y="3568"/>
                    </a:cubicBezTo>
                    <a:cubicBezTo>
                      <a:pt x="56564" y="2379"/>
                      <a:pt x="57754" y="4758"/>
                      <a:pt x="61322" y="4758"/>
                    </a:cubicBezTo>
                    <a:cubicBezTo>
                      <a:pt x="64890" y="5947"/>
                      <a:pt x="67269" y="0"/>
                      <a:pt x="68459" y="0"/>
                    </a:cubicBezTo>
                    <a:cubicBezTo>
                      <a:pt x="69648" y="0"/>
                      <a:pt x="73216" y="1189"/>
                      <a:pt x="73216" y="5947"/>
                    </a:cubicBezTo>
                    <a:cubicBezTo>
                      <a:pt x="73216" y="10705"/>
                      <a:pt x="66080" y="20220"/>
                      <a:pt x="64890" y="23789"/>
                    </a:cubicBezTo>
                    <a:cubicBezTo>
                      <a:pt x="66080" y="28546"/>
                      <a:pt x="69648" y="30925"/>
                      <a:pt x="70837" y="34494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97AB2255-2D21-3A86-2CC1-A46C5C428A92}"/>
                  </a:ext>
                </a:extLst>
              </p:cNvPr>
              <p:cNvSpPr/>
              <p:nvPr/>
            </p:nvSpPr>
            <p:spPr>
              <a:xfrm>
                <a:off x="6038153" y="3448250"/>
                <a:ext cx="9035" cy="7793"/>
              </a:xfrm>
              <a:custGeom>
                <a:avLst/>
                <a:gdLst>
                  <a:gd name="connsiteX0" fmla="*/ 6414 w 9035"/>
                  <a:gd name="connsiteY0" fmla="*/ 7137 h 7793"/>
                  <a:gd name="connsiteX1" fmla="*/ 8792 w 9035"/>
                  <a:gd name="connsiteY1" fmla="*/ 2379 h 7793"/>
                  <a:gd name="connsiteX2" fmla="*/ 2845 w 9035"/>
                  <a:gd name="connsiteY2" fmla="*/ 0 h 7793"/>
                  <a:gd name="connsiteX3" fmla="*/ 467 w 9035"/>
                  <a:gd name="connsiteY3" fmla="*/ 3568 h 7793"/>
                  <a:gd name="connsiteX4" fmla="*/ 6414 w 9035"/>
                  <a:gd name="connsiteY4" fmla="*/ 7137 h 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35" h="7793">
                    <a:moveTo>
                      <a:pt x="6414" y="7137"/>
                    </a:moveTo>
                    <a:cubicBezTo>
                      <a:pt x="6414" y="7137"/>
                      <a:pt x="9982" y="3568"/>
                      <a:pt x="8792" y="2379"/>
                    </a:cubicBezTo>
                    <a:cubicBezTo>
                      <a:pt x="7603" y="1189"/>
                      <a:pt x="5224" y="0"/>
                      <a:pt x="2845" y="0"/>
                    </a:cubicBezTo>
                    <a:cubicBezTo>
                      <a:pt x="467" y="0"/>
                      <a:pt x="-723" y="1189"/>
                      <a:pt x="467" y="3568"/>
                    </a:cubicBezTo>
                    <a:cubicBezTo>
                      <a:pt x="1656" y="4758"/>
                      <a:pt x="4035" y="9516"/>
                      <a:pt x="6414" y="713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95" name="Graphic 27">
                <a:extLst>
                  <a:ext uri="{FF2B5EF4-FFF2-40B4-BE49-F238E27FC236}">
                    <a16:creationId xmlns:a16="http://schemas.microsoft.com/office/drawing/2014/main" id="{31F9FC5C-381C-944F-D4A0-B9D01EB94625}"/>
                  </a:ext>
                </a:extLst>
              </p:cNvPr>
              <p:cNvGrpSpPr/>
              <p:nvPr/>
            </p:nvGrpSpPr>
            <p:grpSpPr>
              <a:xfrm>
                <a:off x="5881147" y="3282026"/>
                <a:ext cx="40518" cy="75941"/>
                <a:chOff x="5881147" y="3282026"/>
                <a:chExt cx="40518" cy="75941"/>
              </a:xfrm>
              <a:grpFill/>
            </p:grpSpPr>
            <p:sp>
              <p:nvSpPr>
                <p:cNvPr id="96" name="Freeform 95">
                  <a:extLst>
                    <a:ext uri="{FF2B5EF4-FFF2-40B4-BE49-F238E27FC236}">
                      <a16:creationId xmlns:a16="http://schemas.microsoft.com/office/drawing/2014/main" id="{F369109D-7B58-13D1-9746-11C41D82071C}"/>
                    </a:ext>
                  </a:extLst>
                </p:cNvPr>
                <p:cNvSpPr/>
                <p:nvPr/>
              </p:nvSpPr>
              <p:spPr>
                <a:xfrm>
                  <a:off x="5881430" y="3282918"/>
                  <a:ext cx="40235" cy="75049"/>
                </a:xfrm>
                <a:custGeom>
                  <a:avLst/>
                  <a:gdLst>
                    <a:gd name="connsiteX0" fmla="*/ 37057 w 40235"/>
                    <a:gd name="connsiteY0" fmla="*/ 51146 h 75049"/>
                    <a:gd name="connsiteX1" fmla="*/ 39436 w 40235"/>
                    <a:gd name="connsiteY1" fmla="*/ 32115 h 75049"/>
                    <a:gd name="connsiteX2" fmla="*/ 33488 w 40235"/>
                    <a:gd name="connsiteY2" fmla="*/ 24978 h 75049"/>
                    <a:gd name="connsiteX3" fmla="*/ 38246 w 40235"/>
                    <a:gd name="connsiteY3" fmla="*/ 16652 h 75049"/>
                    <a:gd name="connsiteX4" fmla="*/ 34678 w 40235"/>
                    <a:gd name="connsiteY4" fmla="*/ 8326 h 75049"/>
                    <a:gd name="connsiteX5" fmla="*/ 29920 w 40235"/>
                    <a:gd name="connsiteY5" fmla="*/ 3568 h 75049"/>
                    <a:gd name="connsiteX6" fmla="*/ 23973 w 40235"/>
                    <a:gd name="connsiteY6" fmla="*/ 0 h 75049"/>
                    <a:gd name="connsiteX7" fmla="*/ 12078 w 40235"/>
                    <a:gd name="connsiteY7" fmla="*/ 11894 h 75049"/>
                    <a:gd name="connsiteX8" fmla="*/ 1374 w 40235"/>
                    <a:gd name="connsiteY8" fmla="*/ 9516 h 75049"/>
                    <a:gd name="connsiteX9" fmla="*/ 1374 w 40235"/>
                    <a:gd name="connsiteY9" fmla="*/ 20221 h 75049"/>
                    <a:gd name="connsiteX10" fmla="*/ 7321 w 40235"/>
                    <a:gd name="connsiteY10" fmla="*/ 30925 h 75049"/>
                    <a:gd name="connsiteX11" fmla="*/ 4942 w 40235"/>
                    <a:gd name="connsiteY11" fmla="*/ 41630 h 75049"/>
                    <a:gd name="connsiteX12" fmla="*/ 10889 w 40235"/>
                    <a:gd name="connsiteY12" fmla="*/ 45199 h 75049"/>
                    <a:gd name="connsiteX13" fmla="*/ 6131 w 40235"/>
                    <a:gd name="connsiteY13" fmla="*/ 55904 h 75049"/>
                    <a:gd name="connsiteX14" fmla="*/ 9700 w 40235"/>
                    <a:gd name="connsiteY14" fmla="*/ 64230 h 75049"/>
                    <a:gd name="connsiteX15" fmla="*/ 14457 w 40235"/>
                    <a:gd name="connsiteY15" fmla="*/ 74934 h 75049"/>
                    <a:gd name="connsiteX16" fmla="*/ 20405 w 40235"/>
                    <a:gd name="connsiteY16" fmla="*/ 73745 h 75049"/>
                    <a:gd name="connsiteX17" fmla="*/ 23973 w 40235"/>
                    <a:gd name="connsiteY17" fmla="*/ 72556 h 75049"/>
                    <a:gd name="connsiteX18" fmla="*/ 27541 w 40235"/>
                    <a:gd name="connsiteY18" fmla="*/ 65419 h 75049"/>
                    <a:gd name="connsiteX19" fmla="*/ 37057 w 40235"/>
                    <a:gd name="connsiteY19" fmla="*/ 67798 h 75049"/>
                    <a:gd name="connsiteX20" fmla="*/ 37057 w 40235"/>
                    <a:gd name="connsiteY20" fmla="*/ 51146 h 75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0235" h="75049">
                      <a:moveTo>
                        <a:pt x="37057" y="51146"/>
                      </a:moveTo>
                      <a:cubicBezTo>
                        <a:pt x="38246" y="47577"/>
                        <a:pt x="41814" y="34494"/>
                        <a:pt x="39436" y="32115"/>
                      </a:cubicBezTo>
                      <a:cubicBezTo>
                        <a:pt x="37057" y="29736"/>
                        <a:pt x="29920" y="27357"/>
                        <a:pt x="33488" y="24978"/>
                      </a:cubicBezTo>
                      <a:cubicBezTo>
                        <a:pt x="37057" y="22599"/>
                        <a:pt x="39436" y="19031"/>
                        <a:pt x="38246" y="16652"/>
                      </a:cubicBezTo>
                      <a:cubicBezTo>
                        <a:pt x="37057" y="13084"/>
                        <a:pt x="37057" y="11894"/>
                        <a:pt x="34678" y="8326"/>
                      </a:cubicBezTo>
                      <a:cubicBezTo>
                        <a:pt x="32299" y="5947"/>
                        <a:pt x="31109" y="3568"/>
                        <a:pt x="29920" y="3568"/>
                      </a:cubicBezTo>
                      <a:cubicBezTo>
                        <a:pt x="28730" y="3568"/>
                        <a:pt x="26352" y="0"/>
                        <a:pt x="23973" y="0"/>
                      </a:cubicBezTo>
                      <a:cubicBezTo>
                        <a:pt x="21594" y="1190"/>
                        <a:pt x="15647" y="9516"/>
                        <a:pt x="12078" y="11894"/>
                      </a:cubicBezTo>
                      <a:cubicBezTo>
                        <a:pt x="8510" y="13084"/>
                        <a:pt x="3753" y="9516"/>
                        <a:pt x="1374" y="9516"/>
                      </a:cubicBezTo>
                      <a:cubicBezTo>
                        <a:pt x="184" y="9516"/>
                        <a:pt x="-1005" y="17842"/>
                        <a:pt x="1374" y="20221"/>
                      </a:cubicBezTo>
                      <a:cubicBezTo>
                        <a:pt x="3753" y="23789"/>
                        <a:pt x="8510" y="27357"/>
                        <a:pt x="7321" y="30925"/>
                      </a:cubicBezTo>
                      <a:cubicBezTo>
                        <a:pt x="6131" y="34494"/>
                        <a:pt x="2563" y="39251"/>
                        <a:pt x="4942" y="41630"/>
                      </a:cubicBezTo>
                      <a:cubicBezTo>
                        <a:pt x="7321" y="42820"/>
                        <a:pt x="13268" y="42820"/>
                        <a:pt x="10889" y="45199"/>
                      </a:cubicBezTo>
                      <a:cubicBezTo>
                        <a:pt x="8510" y="47577"/>
                        <a:pt x="3753" y="52335"/>
                        <a:pt x="6131" y="55904"/>
                      </a:cubicBezTo>
                      <a:cubicBezTo>
                        <a:pt x="7321" y="59472"/>
                        <a:pt x="8510" y="60661"/>
                        <a:pt x="9700" y="64230"/>
                      </a:cubicBezTo>
                      <a:cubicBezTo>
                        <a:pt x="9700" y="67798"/>
                        <a:pt x="12078" y="76124"/>
                        <a:pt x="14457" y="74934"/>
                      </a:cubicBezTo>
                      <a:cubicBezTo>
                        <a:pt x="18026" y="73745"/>
                        <a:pt x="18026" y="72556"/>
                        <a:pt x="20405" y="73745"/>
                      </a:cubicBezTo>
                      <a:cubicBezTo>
                        <a:pt x="22783" y="73745"/>
                        <a:pt x="23973" y="74934"/>
                        <a:pt x="23973" y="72556"/>
                      </a:cubicBezTo>
                      <a:cubicBezTo>
                        <a:pt x="23973" y="70177"/>
                        <a:pt x="22783" y="63040"/>
                        <a:pt x="27541" y="65419"/>
                      </a:cubicBezTo>
                      <a:cubicBezTo>
                        <a:pt x="27541" y="65419"/>
                        <a:pt x="35867" y="71366"/>
                        <a:pt x="37057" y="67798"/>
                      </a:cubicBezTo>
                      <a:cubicBezTo>
                        <a:pt x="38246" y="65419"/>
                        <a:pt x="35867" y="53525"/>
                        <a:pt x="37057" y="5114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96">
                  <a:extLst>
                    <a:ext uri="{FF2B5EF4-FFF2-40B4-BE49-F238E27FC236}">
                      <a16:creationId xmlns:a16="http://schemas.microsoft.com/office/drawing/2014/main" id="{E6BDE997-75F8-0E69-DB74-B9C5540A36A8}"/>
                    </a:ext>
                  </a:extLst>
                </p:cNvPr>
                <p:cNvSpPr/>
                <p:nvPr/>
              </p:nvSpPr>
              <p:spPr>
                <a:xfrm>
                  <a:off x="5881147" y="3282026"/>
                  <a:ext cx="5467" cy="6839"/>
                </a:xfrm>
                <a:custGeom>
                  <a:avLst/>
                  <a:gdLst>
                    <a:gd name="connsiteX0" fmla="*/ 2846 w 5467"/>
                    <a:gd name="connsiteY0" fmla="*/ 6839 h 6839"/>
                    <a:gd name="connsiteX1" fmla="*/ 5225 w 5467"/>
                    <a:gd name="connsiteY1" fmla="*/ 892 h 6839"/>
                    <a:gd name="connsiteX2" fmla="*/ 1657 w 5467"/>
                    <a:gd name="connsiteY2" fmla="*/ 892 h 6839"/>
                    <a:gd name="connsiteX3" fmla="*/ 2846 w 5467"/>
                    <a:gd name="connsiteY3" fmla="*/ 6839 h 6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67" h="6839">
                      <a:moveTo>
                        <a:pt x="2846" y="6839"/>
                      </a:moveTo>
                      <a:cubicBezTo>
                        <a:pt x="2846" y="6839"/>
                        <a:pt x="6414" y="2082"/>
                        <a:pt x="5225" y="892"/>
                      </a:cubicBezTo>
                      <a:cubicBezTo>
                        <a:pt x="4036" y="-297"/>
                        <a:pt x="4036" y="-297"/>
                        <a:pt x="1657" y="892"/>
                      </a:cubicBezTo>
                      <a:cubicBezTo>
                        <a:pt x="467" y="3271"/>
                        <a:pt x="-1911" y="6839"/>
                        <a:pt x="2846" y="683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AF40BD80-1144-C357-28A7-3A5FCBA0530B}"/>
                  </a:ext>
                </a:extLst>
              </p:cNvPr>
              <p:cNvSpPr/>
              <p:nvPr/>
            </p:nvSpPr>
            <p:spPr>
              <a:xfrm>
                <a:off x="5888258" y="3221272"/>
                <a:ext cx="27849" cy="57125"/>
              </a:xfrm>
              <a:custGeom>
                <a:avLst/>
                <a:gdLst>
                  <a:gd name="connsiteX0" fmla="*/ 23092 w 27849"/>
                  <a:gd name="connsiteY0" fmla="*/ 36668 h 57125"/>
                  <a:gd name="connsiteX1" fmla="*/ 21902 w 27849"/>
                  <a:gd name="connsiteY1" fmla="*/ 50942 h 57125"/>
                  <a:gd name="connsiteX2" fmla="*/ 15955 w 27849"/>
                  <a:gd name="connsiteY2" fmla="*/ 56889 h 57125"/>
                  <a:gd name="connsiteX3" fmla="*/ 6440 w 27849"/>
                  <a:gd name="connsiteY3" fmla="*/ 52131 h 57125"/>
                  <a:gd name="connsiteX4" fmla="*/ 10008 w 27849"/>
                  <a:gd name="connsiteY4" fmla="*/ 48563 h 57125"/>
                  <a:gd name="connsiteX5" fmla="*/ 7629 w 27849"/>
                  <a:gd name="connsiteY5" fmla="*/ 44994 h 57125"/>
                  <a:gd name="connsiteX6" fmla="*/ 2872 w 27849"/>
                  <a:gd name="connsiteY6" fmla="*/ 40237 h 57125"/>
                  <a:gd name="connsiteX7" fmla="*/ 4061 w 27849"/>
                  <a:gd name="connsiteY7" fmla="*/ 35479 h 57125"/>
                  <a:gd name="connsiteX8" fmla="*/ 1682 w 27849"/>
                  <a:gd name="connsiteY8" fmla="*/ 33100 h 57125"/>
                  <a:gd name="connsiteX9" fmla="*/ 493 w 27849"/>
                  <a:gd name="connsiteY9" fmla="*/ 28342 h 57125"/>
                  <a:gd name="connsiteX10" fmla="*/ 4061 w 27849"/>
                  <a:gd name="connsiteY10" fmla="*/ 25963 h 57125"/>
                  <a:gd name="connsiteX11" fmla="*/ 2872 w 27849"/>
                  <a:gd name="connsiteY11" fmla="*/ 17637 h 57125"/>
                  <a:gd name="connsiteX12" fmla="*/ 8819 w 27849"/>
                  <a:gd name="connsiteY12" fmla="*/ 15259 h 57125"/>
                  <a:gd name="connsiteX13" fmla="*/ 14766 w 27849"/>
                  <a:gd name="connsiteY13" fmla="*/ 10501 h 57125"/>
                  <a:gd name="connsiteX14" fmla="*/ 19524 w 27849"/>
                  <a:gd name="connsiteY14" fmla="*/ 14069 h 57125"/>
                  <a:gd name="connsiteX15" fmla="*/ 21902 w 27849"/>
                  <a:gd name="connsiteY15" fmla="*/ 9311 h 57125"/>
                  <a:gd name="connsiteX16" fmla="*/ 20713 w 27849"/>
                  <a:gd name="connsiteY16" fmla="*/ 985 h 57125"/>
                  <a:gd name="connsiteX17" fmla="*/ 25471 w 27849"/>
                  <a:gd name="connsiteY17" fmla="*/ 3364 h 57125"/>
                  <a:gd name="connsiteX18" fmla="*/ 25471 w 27849"/>
                  <a:gd name="connsiteY18" fmla="*/ 14069 h 57125"/>
                  <a:gd name="connsiteX19" fmla="*/ 27850 w 27849"/>
                  <a:gd name="connsiteY19" fmla="*/ 25963 h 57125"/>
                  <a:gd name="connsiteX20" fmla="*/ 23092 w 27849"/>
                  <a:gd name="connsiteY20" fmla="*/ 36668 h 57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7849" h="57125">
                    <a:moveTo>
                      <a:pt x="23092" y="36668"/>
                    </a:moveTo>
                    <a:cubicBezTo>
                      <a:pt x="21902" y="40237"/>
                      <a:pt x="23092" y="47373"/>
                      <a:pt x="21902" y="50942"/>
                    </a:cubicBezTo>
                    <a:cubicBezTo>
                      <a:pt x="19524" y="55699"/>
                      <a:pt x="15955" y="56889"/>
                      <a:pt x="15955" y="56889"/>
                    </a:cubicBezTo>
                    <a:cubicBezTo>
                      <a:pt x="11198" y="58078"/>
                      <a:pt x="7629" y="54510"/>
                      <a:pt x="6440" y="52131"/>
                    </a:cubicBezTo>
                    <a:cubicBezTo>
                      <a:pt x="5250" y="50942"/>
                      <a:pt x="7629" y="49752"/>
                      <a:pt x="10008" y="48563"/>
                    </a:cubicBezTo>
                    <a:cubicBezTo>
                      <a:pt x="11198" y="47373"/>
                      <a:pt x="7629" y="46184"/>
                      <a:pt x="7629" y="44994"/>
                    </a:cubicBezTo>
                    <a:cubicBezTo>
                      <a:pt x="7629" y="43805"/>
                      <a:pt x="5250" y="41426"/>
                      <a:pt x="2872" y="40237"/>
                    </a:cubicBezTo>
                    <a:cubicBezTo>
                      <a:pt x="493" y="39047"/>
                      <a:pt x="2872" y="36668"/>
                      <a:pt x="4061" y="35479"/>
                    </a:cubicBezTo>
                    <a:cubicBezTo>
                      <a:pt x="5250" y="34290"/>
                      <a:pt x="2872" y="33100"/>
                      <a:pt x="1682" y="33100"/>
                    </a:cubicBezTo>
                    <a:cubicBezTo>
                      <a:pt x="493" y="33100"/>
                      <a:pt x="-697" y="30721"/>
                      <a:pt x="493" y="28342"/>
                    </a:cubicBezTo>
                    <a:cubicBezTo>
                      <a:pt x="1682" y="25963"/>
                      <a:pt x="4061" y="27153"/>
                      <a:pt x="4061" y="25963"/>
                    </a:cubicBezTo>
                    <a:cubicBezTo>
                      <a:pt x="2872" y="24774"/>
                      <a:pt x="1682" y="21206"/>
                      <a:pt x="2872" y="17637"/>
                    </a:cubicBezTo>
                    <a:cubicBezTo>
                      <a:pt x="4061" y="15259"/>
                      <a:pt x="6440" y="15259"/>
                      <a:pt x="8819" y="15259"/>
                    </a:cubicBezTo>
                    <a:cubicBezTo>
                      <a:pt x="11198" y="15259"/>
                      <a:pt x="13577" y="11690"/>
                      <a:pt x="14766" y="10501"/>
                    </a:cubicBezTo>
                    <a:cubicBezTo>
                      <a:pt x="15955" y="10501"/>
                      <a:pt x="17145" y="12880"/>
                      <a:pt x="19524" y="14069"/>
                    </a:cubicBezTo>
                    <a:cubicBezTo>
                      <a:pt x="21902" y="15259"/>
                      <a:pt x="20713" y="11690"/>
                      <a:pt x="21902" y="9311"/>
                    </a:cubicBezTo>
                    <a:cubicBezTo>
                      <a:pt x="23092" y="6933"/>
                      <a:pt x="19524" y="3364"/>
                      <a:pt x="20713" y="985"/>
                    </a:cubicBezTo>
                    <a:cubicBezTo>
                      <a:pt x="21902" y="-1393"/>
                      <a:pt x="24281" y="985"/>
                      <a:pt x="25471" y="3364"/>
                    </a:cubicBezTo>
                    <a:cubicBezTo>
                      <a:pt x="26660" y="5743"/>
                      <a:pt x="25471" y="10501"/>
                      <a:pt x="25471" y="14069"/>
                    </a:cubicBezTo>
                    <a:cubicBezTo>
                      <a:pt x="25471" y="17637"/>
                      <a:pt x="27850" y="22395"/>
                      <a:pt x="27850" y="25963"/>
                    </a:cubicBezTo>
                    <a:cubicBezTo>
                      <a:pt x="26660" y="30721"/>
                      <a:pt x="25471" y="33100"/>
                      <a:pt x="23092" y="36668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50B95AE5-39E3-4AF3-FCE5-72A89B893752}"/>
                  </a:ext>
                </a:extLst>
              </p:cNvPr>
              <p:cNvSpPr/>
              <p:nvPr/>
            </p:nvSpPr>
            <p:spPr>
              <a:xfrm>
                <a:off x="6075168" y="3047841"/>
                <a:ext cx="146624" cy="96713"/>
              </a:xfrm>
              <a:custGeom>
                <a:avLst/>
                <a:gdLst>
                  <a:gd name="connsiteX0" fmla="*/ 146625 w 146624"/>
                  <a:gd name="connsiteY0" fmla="*/ 15032 h 96713"/>
                  <a:gd name="connsiteX1" fmla="*/ 144246 w 146624"/>
                  <a:gd name="connsiteY1" fmla="*/ 18600 h 96713"/>
                  <a:gd name="connsiteX2" fmla="*/ 137109 w 146624"/>
                  <a:gd name="connsiteY2" fmla="*/ 23358 h 96713"/>
                  <a:gd name="connsiteX3" fmla="*/ 129973 w 146624"/>
                  <a:gd name="connsiteY3" fmla="*/ 41200 h 96713"/>
                  <a:gd name="connsiteX4" fmla="*/ 121646 w 146624"/>
                  <a:gd name="connsiteY4" fmla="*/ 57852 h 96713"/>
                  <a:gd name="connsiteX5" fmla="*/ 119268 w 146624"/>
                  <a:gd name="connsiteY5" fmla="*/ 61420 h 96713"/>
                  <a:gd name="connsiteX6" fmla="*/ 119268 w 146624"/>
                  <a:gd name="connsiteY6" fmla="*/ 66178 h 96713"/>
                  <a:gd name="connsiteX7" fmla="*/ 110942 w 146624"/>
                  <a:gd name="connsiteY7" fmla="*/ 69746 h 96713"/>
                  <a:gd name="connsiteX8" fmla="*/ 103805 w 146624"/>
                  <a:gd name="connsiteY8" fmla="*/ 75693 h 96713"/>
                  <a:gd name="connsiteX9" fmla="*/ 96668 w 146624"/>
                  <a:gd name="connsiteY9" fmla="*/ 81640 h 96713"/>
                  <a:gd name="connsiteX10" fmla="*/ 96668 w 146624"/>
                  <a:gd name="connsiteY10" fmla="*/ 81640 h 96713"/>
                  <a:gd name="connsiteX11" fmla="*/ 93100 w 146624"/>
                  <a:gd name="connsiteY11" fmla="*/ 81640 h 96713"/>
                  <a:gd name="connsiteX12" fmla="*/ 84774 w 146624"/>
                  <a:gd name="connsiteY12" fmla="*/ 79262 h 96713"/>
                  <a:gd name="connsiteX13" fmla="*/ 77638 w 146624"/>
                  <a:gd name="connsiteY13" fmla="*/ 82830 h 96713"/>
                  <a:gd name="connsiteX14" fmla="*/ 69311 w 146624"/>
                  <a:gd name="connsiteY14" fmla="*/ 86398 h 96713"/>
                  <a:gd name="connsiteX15" fmla="*/ 63364 w 146624"/>
                  <a:gd name="connsiteY15" fmla="*/ 91156 h 96713"/>
                  <a:gd name="connsiteX16" fmla="*/ 62175 w 146624"/>
                  <a:gd name="connsiteY16" fmla="*/ 92345 h 96713"/>
                  <a:gd name="connsiteX17" fmla="*/ 58606 w 146624"/>
                  <a:gd name="connsiteY17" fmla="*/ 92345 h 96713"/>
                  <a:gd name="connsiteX18" fmla="*/ 55038 w 146624"/>
                  <a:gd name="connsiteY18" fmla="*/ 95914 h 96713"/>
                  <a:gd name="connsiteX19" fmla="*/ 44333 w 146624"/>
                  <a:gd name="connsiteY19" fmla="*/ 93535 h 96713"/>
                  <a:gd name="connsiteX20" fmla="*/ 32439 w 146624"/>
                  <a:gd name="connsiteY20" fmla="*/ 92345 h 96713"/>
                  <a:gd name="connsiteX21" fmla="*/ 22923 w 146624"/>
                  <a:gd name="connsiteY21" fmla="*/ 86398 h 96713"/>
                  <a:gd name="connsiteX22" fmla="*/ 18166 w 146624"/>
                  <a:gd name="connsiteY22" fmla="*/ 84019 h 96713"/>
                  <a:gd name="connsiteX23" fmla="*/ 14597 w 146624"/>
                  <a:gd name="connsiteY23" fmla="*/ 80451 h 96713"/>
                  <a:gd name="connsiteX24" fmla="*/ 6271 w 146624"/>
                  <a:gd name="connsiteY24" fmla="*/ 76883 h 96713"/>
                  <a:gd name="connsiteX25" fmla="*/ 2703 w 146624"/>
                  <a:gd name="connsiteY25" fmla="*/ 63799 h 96713"/>
                  <a:gd name="connsiteX26" fmla="*/ 324 w 146624"/>
                  <a:gd name="connsiteY26" fmla="*/ 57852 h 96713"/>
                  <a:gd name="connsiteX27" fmla="*/ 324 w 146624"/>
                  <a:gd name="connsiteY27" fmla="*/ 57852 h 96713"/>
                  <a:gd name="connsiteX28" fmla="*/ 3892 w 146624"/>
                  <a:gd name="connsiteY28" fmla="*/ 55473 h 96713"/>
                  <a:gd name="connsiteX29" fmla="*/ 2703 w 146624"/>
                  <a:gd name="connsiteY29" fmla="*/ 51905 h 96713"/>
                  <a:gd name="connsiteX30" fmla="*/ 2703 w 146624"/>
                  <a:gd name="connsiteY30" fmla="*/ 43579 h 96713"/>
                  <a:gd name="connsiteX31" fmla="*/ 3892 w 146624"/>
                  <a:gd name="connsiteY31" fmla="*/ 36442 h 96713"/>
                  <a:gd name="connsiteX32" fmla="*/ 1513 w 146624"/>
                  <a:gd name="connsiteY32" fmla="*/ 30495 h 96713"/>
                  <a:gd name="connsiteX33" fmla="*/ 11029 w 146624"/>
                  <a:gd name="connsiteY33" fmla="*/ 30495 h 96713"/>
                  <a:gd name="connsiteX34" fmla="*/ 12219 w 146624"/>
                  <a:gd name="connsiteY34" fmla="*/ 18600 h 96713"/>
                  <a:gd name="connsiteX35" fmla="*/ 12219 w 146624"/>
                  <a:gd name="connsiteY35" fmla="*/ 18600 h 96713"/>
                  <a:gd name="connsiteX36" fmla="*/ 12219 w 146624"/>
                  <a:gd name="connsiteY36" fmla="*/ 18600 h 96713"/>
                  <a:gd name="connsiteX37" fmla="*/ 20544 w 146624"/>
                  <a:gd name="connsiteY37" fmla="*/ 23358 h 96713"/>
                  <a:gd name="connsiteX38" fmla="*/ 36007 w 146624"/>
                  <a:gd name="connsiteY38" fmla="*/ 28116 h 96713"/>
                  <a:gd name="connsiteX39" fmla="*/ 43144 w 146624"/>
                  <a:gd name="connsiteY39" fmla="*/ 26926 h 96713"/>
                  <a:gd name="connsiteX40" fmla="*/ 51470 w 146624"/>
                  <a:gd name="connsiteY40" fmla="*/ 25737 h 96713"/>
                  <a:gd name="connsiteX41" fmla="*/ 59796 w 146624"/>
                  <a:gd name="connsiteY41" fmla="*/ 24547 h 96713"/>
                  <a:gd name="connsiteX42" fmla="*/ 63364 w 146624"/>
                  <a:gd name="connsiteY42" fmla="*/ 17411 h 96713"/>
                  <a:gd name="connsiteX43" fmla="*/ 70501 w 146624"/>
                  <a:gd name="connsiteY43" fmla="*/ 15032 h 96713"/>
                  <a:gd name="connsiteX44" fmla="*/ 76448 w 146624"/>
                  <a:gd name="connsiteY44" fmla="*/ 10274 h 96713"/>
                  <a:gd name="connsiteX45" fmla="*/ 83585 w 146624"/>
                  <a:gd name="connsiteY45" fmla="*/ 16221 h 96713"/>
                  <a:gd name="connsiteX46" fmla="*/ 90721 w 146624"/>
                  <a:gd name="connsiteY46" fmla="*/ 5517 h 96713"/>
                  <a:gd name="connsiteX47" fmla="*/ 90721 w 146624"/>
                  <a:gd name="connsiteY47" fmla="*/ 4327 h 96713"/>
                  <a:gd name="connsiteX48" fmla="*/ 91911 w 146624"/>
                  <a:gd name="connsiteY48" fmla="*/ 4327 h 96713"/>
                  <a:gd name="connsiteX49" fmla="*/ 104994 w 146624"/>
                  <a:gd name="connsiteY49" fmla="*/ 1948 h 96713"/>
                  <a:gd name="connsiteX50" fmla="*/ 121646 w 146624"/>
                  <a:gd name="connsiteY50" fmla="*/ 3138 h 96713"/>
                  <a:gd name="connsiteX51" fmla="*/ 131162 w 146624"/>
                  <a:gd name="connsiteY51" fmla="*/ 759 h 96713"/>
                  <a:gd name="connsiteX52" fmla="*/ 146625 w 146624"/>
                  <a:gd name="connsiteY52" fmla="*/ 15032 h 96713"/>
                  <a:gd name="connsiteX53" fmla="*/ 146625 w 146624"/>
                  <a:gd name="connsiteY53" fmla="*/ 15032 h 96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46624" h="96713">
                    <a:moveTo>
                      <a:pt x="146625" y="15032"/>
                    </a:moveTo>
                    <a:cubicBezTo>
                      <a:pt x="146625" y="16221"/>
                      <a:pt x="145435" y="17411"/>
                      <a:pt x="144246" y="18600"/>
                    </a:cubicBezTo>
                    <a:cubicBezTo>
                      <a:pt x="141867" y="20979"/>
                      <a:pt x="139488" y="20979"/>
                      <a:pt x="137109" y="23358"/>
                    </a:cubicBezTo>
                    <a:cubicBezTo>
                      <a:pt x="132351" y="28116"/>
                      <a:pt x="132351" y="35253"/>
                      <a:pt x="129973" y="41200"/>
                    </a:cubicBezTo>
                    <a:cubicBezTo>
                      <a:pt x="127594" y="47147"/>
                      <a:pt x="124025" y="51905"/>
                      <a:pt x="121646" y="57852"/>
                    </a:cubicBezTo>
                    <a:cubicBezTo>
                      <a:pt x="120457" y="59041"/>
                      <a:pt x="119268" y="60231"/>
                      <a:pt x="119268" y="61420"/>
                    </a:cubicBezTo>
                    <a:cubicBezTo>
                      <a:pt x="119268" y="62609"/>
                      <a:pt x="119268" y="64988"/>
                      <a:pt x="119268" y="66178"/>
                    </a:cubicBezTo>
                    <a:cubicBezTo>
                      <a:pt x="116889" y="69746"/>
                      <a:pt x="114510" y="68557"/>
                      <a:pt x="110942" y="69746"/>
                    </a:cubicBezTo>
                    <a:cubicBezTo>
                      <a:pt x="108563" y="70936"/>
                      <a:pt x="106184" y="73314"/>
                      <a:pt x="103805" y="75693"/>
                    </a:cubicBezTo>
                    <a:cubicBezTo>
                      <a:pt x="101426" y="78072"/>
                      <a:pt x="99047" y="80451"/>
                      <a:pt x="96668" y="81640"/>
                    </a:cubicBezTo>
                    <a:cubicBezTo>
                      <a:pt x="96668" y="81640"/>
                      <a:pt x="96668" y="81640"/>
                      <a:pt x="96668" y="81640"/>
                    </a:cubicBezTo>
                    <a:cubicBezTo>
                      <a:pt x="95479" y="81640"/>
                      <a:pt x="94290" y="81640"/>
                      <a:pt x="93100" y="81640"/>
                    </a:cubicBezTo>
                    <a:cubicBezTo>
                      <a:pt x="90721" y="81640"/>
                      <a:pt x="88342" y="79262"/>
                      <a:pt x="84774" y="79262"/>
                    </a:cubicBezTo>
                    <a:cubicBezTo>
                      <a:pt x="81206" y="79262"/>
                      <a:pt x="80016" y="80451"/>
                      <a:pt x="77638" y="82830"/>
                    </a:cubicBezTo>
                    <a:cubicBezTo>
                      <a:pt x="75258" y="85209"/>
                      <a:pt x="72879" y="85209"/>
                      <a:pt x="69311" y="86398"/>
                    </a:cubicBezTo>
                    <a:cubicBezTo>
                      <a:pt x="66932" y="87588"/>
                      <a:pt x="64554" y="88777"/>
                      <a:pt x="63364" y="91156"/>
                    </a:cubicBezTo>
                    <a:cubicBezTo>
                      <a:pt x="62175" y="92345"/>
                      <a:pt x="62175" y="92345"/>
                      <a:pt x="62175" y="92345"/>
                    </a:cubicBezTo>
                    <a:cubicBezTo>
                      <a:pt x="60985" y="92345"/>
                      <a:pt x="59796" y="92345"/>
                      <a:pt x="58606" y="92345"/>
                    </a:cubicBezTo>
                    <a:cubicBezTo>
                      <a:pt x="57417" y="92345"/>
                      <a:pt x="56227" y="94724"/>
                      <a:pt x="55038" y="95914"/>
                    </a:cubicBezTo>
                    <a:cubicBezTo>
                      <a:pt x="50280" y="98292"/>
                      <a:pt x="47902" y="94724"/>
                      <a:pt x="44333" y="93535"/>
                    </a:cubicBezTo>
                    <a:cubicBezTo>
                      <a:pt x="40765" y="92345"/>
                      <a:pt x="36007" y="93535"/>
                      <a:pt x="32439" y="92345"/>
                    </a:cubicBezTo>
                    <a:cubicBezTo>
                      <a:pt x="28871" y="91156"/>
                      <a:pt x="27681" y="87588"/>
                      <a:pt x="22923" y="86398"/>
                    </a:cubicBezTo>
                    <a:cubicBezTo>
                      <a:pt x="21734" y="85209"/>
                      <a:pt x="19355" y="85209"/>
                      <a:pt x="18166" y="84019"/>
                    </a:cubicBezTo>
                    <a:cubicBezTo>
                      <a:pt x="16976" y="82830"/>
                      <a:pt x="15787" y="81640"/>
                      <a:pt x="14597" y="80451"/>
                    </a:cubicBezTo>
                    <a:cubicBezTo>
                      <a:pt x="11029" y="78072"/>
                      <a:pt x="9840" y="76883"/>
                      <a:pt x="6271" y="76883"/>
                    </a:cubicBezTo>
                    <a:cubicBezTo>
                      <a:pt x="5082" y="72125"/>
                      <a:pt x="5082" y="68557"/>
                      <a:pt x="2703" y="63799"/>
                    </a:cubicBezTo>
                    <a:cubicBezTo>
                      <a:pt x="1513" y="61420"/>
                      <a:pt x="-865" y="60231"/>
                      <a:pt x="324" y="57852"/>
                    </a:cubicBezTo>
                    <a:cubicBezTo>
                      <a:pt x="324" y="57852"/>
                      <a:pt x="324" y="57852"/>
                      <a:pt x="324" y="57852"/>
                    </a:cubicBezTo>
                    <a:cubicBezTo>
                      <a:pt x="324" y="56662"/>
                      <a:pt x="2703" y="56662"/>
                      <a:pt x="3892" y="55473"/>
                    </a:cubicBezTo>
                    <a:cubicBezTo>
                      <a:pt x="3892" y="54283"/>
                      <a:pt x="2703" y="53094"/>
                      <a:pt x="2703" y="51905"/>
                    </a:cubicBezTo>
                    <a:cubicBezTo>
                      <a:pt x="2703" y="49526"/>
                      <a:pt x="1513" y="45957"/>
                      <a:pt x="2703" y="43579"/>
                    </a:cubicBezTo>
                    <a:cubicBezTo>
                      <a:pt x="2703" y="41200"/>
                      <a:pt x="5082" y="38821"/>
                      <a:pt x="3892" y="36442"/>
                    </a:cubicBezTo>
                    <a:cubicBezTo>
                      <a:pt x="2703" y="34063"/>
                      <a:pt x="-2055" y="32873"/>
                      <a:pt x="1513" y="30495"/>
                    </a:cubicBezTo>
                    <a:cubicBezTo>
                      <a:pt x="2703" y="29305"/>
                      <a:pt x="8650" y="30495"/>
                      <a:pt x="11029" y="30495"/>
                    </a:cubicBezTo>
                    <a:cubicBezTo>
                      <a:pt x="12219" y="26926"/>
                      <a:pt x="12219" y="22169"/>
                      <a:pt x="12219" y="18600"/>
                    </a:cubicBezTo>
                    <a:cubicBezTo>
                      <a:pt x="12219" y="18600"/>
                      <a:pt x="12219" y="18600"/>
                      <a:pt x="12219" y="18600"/>
                    </a:cubicBezTo>
                    <a:lnTo>
                      <a:pt x="12219" y="18600"/>
                    </a:lnTo>
                    <a:cubicBezTo>
                      <a:pt x="14597" y="20979"/>
                      <a:pt x="19355" y="20979"/>
                      <a:pt x="20544" y="23358"/>
                    </a:cubicBezTo>
                    <a:cubicBezTo>
                      <a:pt x="26492" y="24547"/>
                      <a:pt x="30060" y="28116"/>
                      <a:pt x="36007" y="28116"/>
                    </a:cubicBezTo>
                    <a:cubicBezTo>
                      <a:pt x="39575" y="28116"/>
                      <a:pt x="40765" y="28116"/>
                      <a:pt x="43144" y="26926"/>
                    </a:cubicBezTo>
                    <a:cubicBezTo>
                      <a:pt x="46712" y="25737"/>
                      <a:pt x="47902" y="25737"/>
                      <a:pt x="51470" y="25737"/>
                    </a:cubicBezTo>
                    <a:cubicBezTo>
                      <a:pt x="52659" y="25737"/>
                      <a:pt x="58606" y="24547"/>
                      <a:pt x="59796" y="24547"/>
                    </a:cubicBezTo>
                    <a:cubicBezTo>
                      <a:pt x="62175" y="23358"/>
                      <a:pt x="60985" y="19790"/>
                      <a:pt x="63364" y="17411"/>
                    </a:cubicBezTo>
                    <a:cubicBezTo>
                      <a:pt x="65743" y="16221"/>
                      <a:pt x="68122" y="16221"/>
                      <a:pt x="70501" y="15032"/>
                    </a:cubicBezTo>
                    <a:cubicBezTo>
                      <a:pt x="72879" y="13843"/>
                      <a:pt x="75258" y="12653"/>
                      <a:pt x="76448" y="10274"/>
                    </a:cubicBezTo>
                    <a:cubicBezTo>
                      <a:pt x="80016" y="10274"/>
                      <a:pt x="80016" y="15032"/>
                      <a:pt x="83585" y="16221"/>
                    </a:cubicBezTo>
                    <a:cubicBezTo>
                      <a:pt x="83585" y="12653"/>
                      <a:pt x="87153" y="5517"/>
                      <a:pt x="90721" y="5517"/>
                    </a:cubicBezTo>
                    <a:cubicBezTo>
                      <a:pt x="90721" y="5517"/>
                      <a:pt x="90721" y="5517"/>
                      <a:pt x="90721" y="4327"/>
                    </a:cubicBezTo>
                    <a:cubicBezTo>
                      <a:pt x="90721" y="4327"/>
                      <a:pt x="91911" y="4327"/>
                      <a:pt x="91911" y="4327"/>
                    </a:cubicBezTo>
                    <a:cubicBezTo>
                      <a:pt x="91911" y="-2810"/>
                      <a:pt x="101426" y="759"/>
                      <a:pt x="104994" y="1948"/>
                    </a:cubicBezTo>
                    <a:cubicBezTo>
                      <a:pt x="110942" y="3138"/>
                      <a:pt x="115699" y="1948"/>
                      <a:pt x="121646" y="3138"/>
                    </a:cubicBezTo>
                    <a:cubicBezTo>
                      <a:pt x="122836" y="4327"/>
                      <a:pt x="127594" y="3138"/>
                      <a:pt x="131162" y="759"/>
                    </a:cubicBezTo>
                    <a:cubicBezTo>
                      <a:pt x="133541" y="5517"/>
                      <a:pt x="144246" y="6706"/>
                      <a:pt x="146625" y="15032"/>
                    </a:cubicBezTo>
                    <a:cubicBezTo>
                      <a:pt x="145435" y="15032"/>
                      <a:pt x="146625" y="15032"/>
                      <a:pt x="146625" y="15032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6D22A076-0B9B-6894-B2E2-195C6D03B757}"/>
                  </a:ext>
                </a:extLst>
              </p:cNvPr>
              <p:cNvSpPr/>
              <p:nvPr/>
            </p:nvSpPr>
            <p:spPr>
              <a:xfrm>
                <a:off x="6137342" y="3127102"/>
                <a:ext cx="101630" cy="140353"/>
              </a:xfrm>
              <a:custGeom>
                <a:avLst/>
                <a:gdLst>
                  <a:gd name="connsiteX0" fmla="*/ 101102 w 101630"/>
                  <a:gd name="connsiteY0" fmla="*/ 96344 h 140353"/>
                  <a:gd name="connsiteX1" fmla="*/ 95155 w 101630"/>
                  <a:gd name="connsiteY1" fmla="*/ 103481 h 140353"/>
                  <a:gd name="connsiteX2" fmla="*/ 92776 w 101630"/>
                  <a:gd name="connsiteY2" fmla="*/ 111807 h 140353"/>
                  <a:gd name="connsiteX3" fmla="*/ 95155 w 101630"/>
                  <a:gd name="connsiteY3" fmla="*/ 116565 h 140353"/>
                  <a:gd name="connsiteX4" fmla="*/ 93965 w 101630"/>
                  <a:gd name="connsiteY4" fmla="*/ 121322 h 140353"/>
                  <a:gd name="connsiteX5" fmla="*/ 93965 w 101630"/>
                  <a:gd name="connsiteY5" fmla="*/ 121322 h 140353"/>
                  <a:gd name="connsiteX6" fmla="*/ 71366 w 101630"/>
                  <a:gd name="connsiteY6" fmla="*/ 124891 h 140353"/>
                  <a:gd name="connsiteX7" fmla="*/ 59472 w 101630"/>
                  <a:gd name="connsiteY7" fmla="*/ 129648 h 140353"/>
                  <a:gd name="connsiteX8" fmla="*/ 52335 w 101630"/>
                  <a:gd name="connsiteY8" fmla="*/ 137974 h 140353"/>
                  <a:gd name="connsiteX9" fmla="*/ 49956 w 101630"/>
                  <a:gd name="connsiteY9" fmla="*/ 140353 h 140353"/>
                  <a:gd name="connsiteX10" fmla="*/ 49956 w 101630"/>
                  <a:gd name="connsiteY10" fmla="*/ 140353 h 140353"/>
                  <a:gd name="connsiteX11" fmla="*/ 49956 w 101630"/>
                  <a:gd name="connsiteY11" fmla="*/ 140353 h 140353"/>
                  <a:gd name="connsiteX12" fmla="*/ 49956 w 101630"/>
                  <a:gd name="connsiteY12" fmla="*/ 137974 h 140353"/>
                  <a:gd name="connsiteX13" fmla="*/ 44009 w 101630"/>
                  <a:gd name="connsiteY13" fmla="*/ 120133 h 140353"/>
                  <a:gd name="connsiteX14" fmla="*/ 36873 w 101630"/>
                  <a:gd name="connsiteY14" fmla="*/ 115375 h 140353"/>
                  <a:gd name="connsiteX15" fmla="*/ 35683 w 101630"/>
                  <a:gd name="connsiteY15" fmla="*/ 110617 h 140353"/>
                  <a:gd name="connsiteX16" fmla="*/ 36873 w 101630"/>
                  <a:gd name="connsiteY16" fmla="*/ 107049 h 140353"/>
                  <a:gd name="connsiteX17" fmla="*/ 27357 w 101630"/>
                  <a:gd name="connsiteY17" fmla="*/ 95155 h 140353"/>
                  <a:gd name="connsiteX18" fmla="*/ 20221 w 101630"/>
                  <a:gd name="connsiteY18" fmla="*/ 90397 h 140353"/>
                  <a:gd name="connsiteX19" fmla="*/ 15463 w 101630"/>
                  <a:gd name="connsiteY19" fmla="*/ 83260 h 140353"/>
                  <a:gd name="connsiteX20" fmla="*/ 15463 w 101630"/>
                  <a:gd name="connsiteY20" fmla="*/ 82071 h 140353"/>
                  <a:gd name="connsiteX21" fmla="*/ 16652 w 101630"/>
                  <a:gd name="connsiteY21" fmla="*/ 80882 h 140353"/>
                  <a:gd name="connsiteX22" fmla="*/ 16652 w 101630"/>
                  <a:gd name="connsiteY22" fmla="*/ 78503 h 140353"/>
                  <a:gd name="connsiteX23" fmla="*/ 11894 w 101630"/>
                  <a:gd name="connsiteY23" fmla="*/ 70177 h 140353"/>
                  <a:gd name="connsiteX24" fmla="*/ 20221 w 101630"/>
                  <a:gd name="connsiteY24" fmla="*/ 67798 h 140353"/>
                  <a:gd name="connsiteX25" fmla="*/ 7137 w 101630"/>
                  <a:gd name="connsiteY25" fmla="*/ 53525 h 140353"/>
                  <a:gd name="connsiteX26" fmla="*/ 11894 w 101630"/>
                  <a:gd name="connsiteY26" fmla="*/ 44009 h 140353"/>
                  <a:gd name="connsiteX27" fmla="*/ 4758 w 101630"/>
                  <a:gd name="connsiteY27" fmla="*/ 39251 h 140353"/>
                  <a:gd name="connsiteX28" fmla="*/ 4758 w 101630"/>
                  <a:gd name="connsiteY28" fmla="*/ 36872 h 140353"/>
                  <a:gd name="connsiteX29" fmla="*/ 7137 w 101630"/>
                  <a:gd name="connsiteY29" fmla="*/ 33304 h 140353"/>
                  <a:gd name="connsiteX30" fmla="*/ 11894 w 101630"/>
                  <a:gd name="connsiteY30" fmla="*/ 32115 h 140353"/>
                  <a:gd name="connsiteX31" fmla="*/ 4758 w 101630"/>
                  <a:gd name="connsiteY31" fmla="*/ 27357 h 140353"/>
                  <a:gd name="connsiteX32" fmla="*/ 1190 w 101630"/>
                  <a:gd name="connsiteY32" fmla="*/ 19031 h 140353"/>
                  <a:gd name="connsiteX33" fmla="*/ 0 w 101630"/>
                  <a:gd name="connsiteY33" fmla="*/ 14273 h 140353"/>
                  <a:gd name="connsiteX34" fmla="*/ 0 w 101630"/>
                  <a:gd name="connsiteY34" fmla="*/ 13084 h 140353"/>
                  <a:gd name="connsiteX35" fmla="*/ 1190 w 101630"/>
                  <a:gd name="connsiteY35" fmla="*/ 11894 h 140353"/>
                  <a:gd name="connsiteX36" fmla="*/ 7137 w 101630"/>
                  <a:gd name="connsiteY36" fmla="*/ 7137 h 140353"/>
                  <a:gd name="connsiteX37" fmla="*/ 15463 w 101630"/>
                  <a:gd name="connsiteY37" fmla="*/ 3568 h 140353"/>
                  <a:gd name="connsiteX38" fmla="*/ 22599 w 101630"/>
                  <a:gd name="connsiteY38" fmla="*/ 0 h 140353"/>
                  <a:gd name="connsiteX39" fmla="*/ 30925 w 101630"/>
                  <a:gd name="connsiteY39" fmla="*/ 2379 h 140353"/>
                  <a:gd name="connsiteX40" fmla="*/ 34494 w 101630"/>
                  <a:gd name="connsiteY40" fmla="*/ 2379 h 140353"/>
                  <a:gd name="connsiteX41" fmla="*/ 55904 w 101630"/>
                  <a:gd name="connsiteY41" fmla="*/ 22599 h 140353"/>
                  <a:gd name="connsiteX42" fmla="*/ 61851 w 101630"/>
                  <a:gd name="connsiteY42" fmla="*/ 29736 h 140353"/>
                  <a:gd name="connsiteX43" fmla="*/ 61851 w 101630"/>
                  <a:gd name="connsiteY43" fmla="*/ 39251 h 140353"/>
                  <a:gd name="connsiteX44" fmla="*/ 70177 w 101630"/>
                  <a:gd name="connsiteY44" fmla="*/ 41630 h 140353"/>
                  <a:gd name="connsiteX45" fmla="*/ 72556 w 101630"/>
                  <a:gd name="connsiteY45" fmla="*/ 47577 h 140353"/>
                  <a:gd name="connsiteX46" fmla="*/ 79692 w 101630"/>
                  <a:gd name="connsiteY46" fmla="*/ 48767 h 140353"/>
                  <a:gd name="connsiteX47" fmla="*/ 93965 w 101630"/>
                  <a:gd name="connsiteY47" fmla="*/ 46388 h 140353"/>
                  <a:gd name="connsiteX48" fmla="*/ 91587 w 101630"/>
                  <a:gd name="connsiteY48" fmla="*/ 55903 h 140353"/>
                  <a:gd name="connsiteX49" fmla="*/ 92776 w 101630"/>
                  <a:gd name="connsiteY49" fmla="*/ 57093 h 140353"/>
                  <a:gd name="connsiteX50" fmla="*/ 92776 w 101630"/>
                  <a:gd name="connsiteY50" fmla="*/ 61851 h 140353"/>
                  <a:gd name="connsiteX51" fmla="*/ 91587 w 101630"/>
                  <a:gd name="connsiteY51" fmla="*/ 72555 h 140353"/>
                  <a:gd name="connsiteX52" fmla="*/ 101102 w 101630"/>
                  <a:gd name="connsiteY52" fmla="*/ 88018 h 140353"/>
                  <a:gd name="connsiteX53" fmla="*/ 101102 w 101630"/>
                  <a:gd name="connsiteY53" fmla="*/ 96344 h 140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01630" h="140353">
                    <a:moveTo>
                      <a:pt x="101102" y="96344"/>
                    </a:moveTo>
                    <a:cubicBezTo>
                      <a:pt x="99912" y="99912"/>
                      <a:pt x="97534" y="101102"/>
                      <a:pt x="95155" y="103481"/>
                    </a:cubicBezTo>
                    <a:cubicBezTo>
                      <a:pt x="92776" y="105860"/>
                      <a:pt x="91587" y="107049"/>
                      <a:pt x="92776" y="111807"/>
                    </a:cubicBezTo>
                    <a:cubicBezTo>
                      <a:pt x="92776" y="112996"/>
                      <a:pt x="95155" y="115375"/>
                      <a:pt x="95155" y="116565"/>
                    </a:cubicBezTo>
                    <a:cubicBezTo>
                      <a:pt x="95155" y="117754"/>
                      <a:pt x="93965" y="118944"/>
                      <a:pt x="93965" y="121322"/>
                    </a:cubicBezTo>
                    <a:cubicBezTo>
                      <a:pt x="93965" y="121322"/>
                      <a:pt x="93965" y="121322"/>
                      <a:pt x="93965" y="121322"/>
                    </a:cubicBezTo>
                    <a:cubicBezTo>
                      <a:pt x="85639" y="121322"/>
                      <a:pt x="77313" y="123701"/>
                      <a:pt x="71366" y="124891"/>
                    </a:cubicBezTo>
                    <a:cubicBezTo>
                      <a:pt x="67798" y="126080"/>
                      <a:pt x="63040" y="128459"/>
                      <a:pt x="59472" y="129648"/>
                    </a:cubicBezTo>
                    <a:cubicBezTo>
                      <a:pt x="53525" y="132027"/>
                      <a:pt x="54714" y="133217"/>
                      <a:pt x="52335" y="137974"/>
                    </a:cubicBezTo>
                    <a:cubicBezTo>
                      <a:pt x="51146" y="139164"/>
                      <a:pt x="49956" y="139164"/>
                      <a:pt x="49956" y="140353"/>
                    </a:cubicBezTo>
                    <a:cubicBezTo>
                      <a:pt x="49956" y="140353"/>
                      <a:pt x="49956" y="140353"/>
                      <a:pt x="49956" y="140353"/>
                    </a:cubicBezTo>
                    <a:cubicBezTo>
                      <a:pt x="49956" y="140353"/>
                      <a:pt x="49956" y="140353"/>
                      <a:pt x="49956" y="140353"/>
                    </a:cubicBezTo>
                    <a:cubicBezTo>
                      <a:pt x="49956" y="139164"/>
                      <a:pt x="49956" y="139164"/>
                      <a:pt x="49956" y="137974"/>
                    </a:cubicBezTo>
                    <a:cubicBezTo>
                      <a:pt x="47577" y="130838"/>
                      <a:pt x="51146" y="124891"/>
                      <a:pt x="44009" y="120133"/>
                    </a:cubicBezTo>
                    <a:cubicBezTo>
                      <a:pt x="40441" y="118944"/>
                      <a:pt x="39252" y="117754"/>
                      <a:pt x="36873" y="115375"/>
                    </a:cubicBezTo>
                    <a:cubicBezTo>
                      <a:pt x="35683" y="112996"/>
                      <a:pt x="34494" y="111807"/>
                      <a:pt x="35683" y="110617"/>
                    </a:cubicBezTo>
                    <a:cubicBezTo>
                      <a:pt x="35683" y="109428"/>
                      <a:pt x="36873" y="108238"/>
                      <a:pt x="36873" y="107049"/>
                    </a:cubicBezTo>
                    <a:cubicBezTo>
                      <a:pt x="40441" y="98723"/>
                      <a:pt x="34494" y="97534"/>
                      <a:pt x="27357" y="95155"/>
                    </a:cubicBezTo>
                    <a:cubicBezTo>
                      <a:pt x="23789" y="93965"/>
                      <a:pt x="21410" y="95155"/>
                      <a:pt x="20221" y="90397"/>
                    </a:cubicBezTo>
                    <a:cubicBezTo>
                      <a:pt x="19031" y="85639"/>
                      <a:pt x="20221" y="85639"/>
                      <a:pt x="15463" y="83260"/>
                    </a:cubicBezTo>
                    <a:cubicBezTo>
                      <a:pt x="15463" y="82071"/>
                      <a:pt x="15463" y="82071"/>
                      <a:pt x="15463" y="82071"/>
                    </a:cubicBezTo>
                    <a:cubicBezTo>
                      <a:pt x="15463" y="82071"/>
                      <a:pt x="15463" y="82071"/>
                      <a:pt x="16652" y="80882"/>
                    </a:cubicBezTo>
                    <a:cubicBezTo>
                      <a:pt x="16652" y="79692"/>
                      <a:pt x="16652" y="78503"/>
                      <a:pt x="16652" y="78503"/>
                    </a:cubicBezTo>
                    <a:cubicBezTo>
                      <a:pt x="14273" y="77313"/>
                      <a:pt x="13084" y="72555"/>
                      <a:pt x="11894" y="70177"/>
                    </a:cubicBezTo>
                    <a:cubicBezTo>
                      <a:pt x="13084" y="67798"/>
                      <a:pt x="17842" y="67798"/>
                      <a:pt x="20221" y="67798"/>
                    </a:cubicBezTo>
                    <a:cubicBezTo>
                      <a:pt x="22599" y="60661"/>
                      <a:pt x="4758" y="63040"/>
                      <a:pt x="7137" y="53525"/>
                    </a:cubicBezTo>
                    <a:cubicBezTo>
                      <a:pt x="8326" y="51146"/>
                      <a:pt x="10705" y="47577"/>
                      <a:pt x="11894" y="44009"/>
                    </a:cubicBezTo>
                    <a:cubicBezTo>
                      <a:pt x="13084" y="36872"/>
                      <a:pt x="9516" y="40441"/>
                      <a:pt x="4758" y="39251"/>
                    </a:cubicBezTo>
                    <a:cubicBezTo>
                      <a:pt x="4758" y="38062"/>
                      <a:pt x="4758" y="36872"/>
                      <a:pt x="4758" y="36872"/>
                    </a:cubicBezTo>
                    <a:cubicBezTo>
                      <a:pt x="4758" y="35683"/>
                      <a:pt x="5947" y="34494"/>
                      <a:pt x="7137" y="33304"/>
                    </a:cubicBezTo>
                    <a:cubicBezTo>
                      <a:pt x="8326" y="33304"/>
                      <a:pt x="10705" y="32115"/>
                      <a:pt x="11894" y="32115"/>
                    </a:cubicBezTo>
                    <a:cubicBezTo>
                      <a:pt x="9516" y="29736"/>
                      <a:pt x="5947" y="29736"/>
                      <a:pt x="4758" y="27357"/>
                    </a:cubicBezTo>
                    <a:cubicBezTo>
                      <a:pt x="3569" y="24978"/>
                      <a:pt x="2379" y="21410"/>
                      <a:pt x="1190" y="19031"/>
                    </a:cubicBezTo>
                    <a:cubicBezTo>
                      <a:pt x="1190" y="17842"/>
                      <a:pt x="0" y="15463"/>
                      <a:pt x="0" y="14273"/>
                    </a:cubicBezTo>
                    <a:cubicBezTo>
                      <a:pt x="0" y="13084"/>
                      <a:pt x="0" y="13084"/>
                      <a:pt x="0" y="13084"/>
                    </a:cubicBezTo>
                    <a:cubicBezTo>
                      <a:pt x="0" y="13084"/>
                      <a:pt x="0" y="13084"/>
                      <a:pt x="1190" y="11894"/>
                    </a:cubicBezTo>
                    <a:cubicBezTo>
                      <a:pt x="2379" y="10705"/>
                      <a:pt x="5947" y="8326"/>
                      <a:pt x="7137" y="7137"/>
                    </a:cubicBezTo>
                    <a:cubicBezTo>
                      <a:pt x="10705" y="5947"/>
                      <a:pt x="11894" y="5947"/>
                      <a:pt x="15463" y="3568"/>
                    </a:cubicBezTo>
                    <a:cubicBezTo>
                      <a:pt x="17842" y="1189"/>
                      <a:pt x="19031" y="0"/>
                      <a:pt x="22599" y="0"/>
                    </a:cubicBezTo>
                    <a:cubicBezTo>
                      <a:pt x="26168" y="0"/>
                      <a:pt x="28546" y="1189"/>
                      <a:pt x="30925" y="2379"/>
                    </a:cubicBezTo>
                    <a:cubicBezTo>
                      <a:pt x="32115" y="2379"/>
                      <a:pt x="33304" y="2379"/>
                      <a:pt x="34494" y="2379"/>
                    </a:cubicBezTo>
                    <a:cubicBezTo>
                      <a:pt x="42820" y="7137"/>
                      <a:pt x="46388" y="21410"/>
                      <a:pt x="55904" y="22599"/>
                    </a:cubicBezTo>
                    <a:cubicBezTo>
                      <a:pt x="55904" y="26168"/>
                      <a:pt x="59472" y="28546"/>
                      <a:pt x="61851" y="29736"/>
                    </a:cubicBezTo>
                    <a:cubicBezTo>
                      <a:pt x="61851" y="33304"/>
                      <a:pt x="59472" y="35683"/>
                      <a:pt x="61851" y="39251"/>
                    </a:cubicBezTo>
                    <a:cubicBezTo>
                      <a:pt x="63040" y="40441"/>
                      <a:pt x="67798" y="41630"/>
                      <a:pt x="70177" y="41630"/>
                    </a:cubicBezTo>
                    <a:cubicBezTo>
                      <a:pt x="70177" y="44009"/>
                      <a:pt x="71366" y="45199"/>
                      <a:pt x="72556" y="47577"/>
                    </a:cubicBezTo>
                    <a:cubicBezTo>
                      <a:pt x="77313" y="46388"/>
                      <a:pt x="76124" y="45199"/>
                      <a:pt x="79692" y="48767"/>
                    </a:cubicBezTo>
                    <a:cubicBezTo>
                      <a:pt x="82071" y="46388"/>
                      <a:pt x="95155" y="38062"/>
                      <a:pt x="93965" y="46388"/>
                    </a:cubicBezTo>
                    <a:cubicBezTo>
                      <a:pt x="89208" y="46388"/>
                      <a:pt x="89208" y="53525"/>
                      <a:pt x="91587" y="55903"/>
                    </a:cubicBezTo>
                    <a:cubicBezTo>
                      <a:pt x="91587" y="55903"/>
                      <a:pt x="91587" y="57093"/>
                      <a:pt x="92776" y="57093"/>
                    </a:cubicBezTo>
                    <a:cubicBezTo>
                      <a:pt x="92776" y="58282"/>
                      <a:pt x="92776" y="60661"/>
                      <a:pt x="92776" y="61851"/>
                    </a:cubicBezTo>
                    <a:cubicBezTo>
                      <a:pt x="92776" y="65419"/>
                      <a:pt x="90397" y="67798"/>
                      <a:pt x="91587" y="72555"/>
                    </a:cubicBezTo>
                    <a:cubicBezTo>
                      <a:pt x="93965" y="78503"/>
                      <a:pt x="98723" y="83260"/>
                      <a:pt x="101102" y="88018"/>
                    </a:cubicBezTo>
                    <a:cubicBezTo>
                      <a:pt x="101102" y="91586"/>
                      <a:pt x="102291" y="92776"/>
                      <a:pt x="101102" y="96344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2300DD48-FD51-F143-EF1F-9FB7F130C4FD}"/>
                  </a:ext>
                </a:extLst>
              </p:cNvPr>
              <p:cNvSpPr/>
              <p:nvPr/>
            </p:nvSpPr>
            <p:spPr>
              <a:xfrm>
                <a:off x="6186109" y="3250803"/>
                <a:ext cx="63039" cy="49956"/>
              </a:xfrm>
              <a:custGeom>
                <a:avLst/>
                <a:gdLst>
                  <a:gd name="connsiteX0" fmla="*/ 63040 w 63039"/>
                  <a:gd name="connsiteY0" fmla="*/ 28547 h 49956"/>
                  <a:gd name="connsiteX1" fmla="*/ 60661 w 63039"/>
                  <a:gd name="connsiteY1" fmla="*/ 30925 h 49956"/>
                  <a:gd name="connsiteX2" fmla="*/ 55904 w 63039"/>
                  <a:gd name="connsiteY2" fmla="*/ 32115 h 49956"/>
                  <a:gd name="connsiteX3" fmla="*/ 53525 w 63039"/>
                  <a:gd name="connsiteY3" fmla="*/ 32115 h 49956"/>
                  <a:gd name="connsiteX4" fmla="*/ 52335 w 63039"/>
                  <a:gd name="connsiteY4" fmla="*/ 34494 h 49956"/>
                  <a:gd name="connsiteX5" fmla="*/ 33304 w 63039"/>
                  <a:gd name="connsiteY5" fmla="*/ 38062 h 49956"/>
                  <a:gd name="connsiteX6" fmla="*/ 29736 w 63039"/>
                  <a:gd name="connsiteY6" fmla="*/ 40441 h 49956"/>
                  <a:gd name="connsiteX7" fmla="*/ 27357 w 63039"/>
                  <a:gd name="connsiteY7" fmla="*/ 44009 h 49956"/>
                  <a:gd name="connsiteX8" fmla="*/ 22599 w 63039"/>
                  <a:gd name="connsiteY8" fmla="*/ 44009 h 49956"/>
                  <a:gd name="connsiteX9" fmla="*/ 17842 w 63039"/>
                  <a:gd name="connsiteY9" fmla="*/ 46388 h 49956"/>
                  <a:gd name="connsiteX10" fmla="*/ 14273 w 63039"/>
                  <a:gd name="connsiteY10" fmla="*/ 49956 h 49956"/>
                  <a:gd name="connsiteX11" fmla="*/ 9515 w 63039"/>
                  <a:gd name="connsiteY11" fmla="*/ 46388 h 49956"/>
                  <a:gd name="connsiteX12" fmla="*/ 3568 w 63039"/>
                  <a:gd name="connsiteY12" fmla="*/ 36873 h 49956"/>
                  <a:gd name="connsiteX13" fmla="*/ 0 w 63039"/>
                  <a:gd name="connsiteY13" fmla="*/ 23789 h 49956"/>
                  <a:gd name="connsiteX14" fmla="*/ 1190 w 63039"/>
                  <a:gd name="connsiteY14" fmla="*/ 19031 h 49956"/>
                  <a:gd name="connsiteX15" fmla="*/ 1190 w 63039"/>
                  <a:gd name="connsiteY15" fmla="*/ 19031 h 49956"/>
                  <a:gd name="connsiteX16" fmla="*/ 3568 w 63039"/>
                  <a:gd name="connsiteY16" fmla="*/ 16652 h 49956"/>
                  <a:gd name="connsiteX17" fmla="*/ 10705 w 63039"/>
                  <a:gd name="connsiteY17" fmla="*/ 8326 h 49956"/>
                  <a:gd name="connsiteX18" fmla="*/ 22599 w 63039"/>
                  <a:gd name="connsiteY18" fmla="*/ 3568 h 49956"/>
                  <a:gd name="connsiteX19" fmla="*/ 45198 w 63039"/>
                  <a:gd name="connsiteY19" fmla="*/ 0 h 49956"/>
                  <a:gd name="connsiteX20" fmla="*/ 52335 w 63039"/>
                  <a:gd name="connsiteY20" fmla="*/ 5947 h 49956"/>
                  <a:gd name="connsiteX21" fmla="*/ 57093 w 63039"/>
                  <a:gd name="connsiteY21" fmla="*/ 14273 h 49956"/>
                  <a:gd name="connsiteX22" fmla="*/ 63040 w 63039"/>
                  <a:gd name="connsiteY22" fmla="*/ 28547 h 4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3039" h="49956">
                    <a:moveTo>
                      <a:pt x="63040" y="28547"/>
                    </a:moveTo>
                    <a:cubicBezTo>
                      <a:pt x="61851" y="29736"/>
                      <a:pt x="61851" y="29736"/>
                      <a:pt x="60661" y="30925"/>
                    </a:cubicBezTo>
                    <a:cubicBezTo>
                      <a:pt x="59472" y="32115"/>
                      <a:pt x="58282" y="32115"/>
                      <a:pt x="55904" y="32115"/>
                    </a:cubicBezTo>
                    <a:cubicBezTo>
                      <a:pt x="55904" y="32115"/>
                      <a:pt x="54714" y="30925"/>
                      <a:pt x="53525" y="32115"/>
                    </a:cubicBezTo>
                    <a:cubicBezTo>
                      <a:pt x="52335" y="32115"/>
                      <a:pt x="52335" y="34494"/>
                      <a:pt x="52335" y="34494"/>
                    </a:cubicBezTo>
                    <a:cubicBezTo>
                      <a:pt x="46388" y="36873"/>
                      <a:pt x="39251" y="34494"/>
                      <a:pt x="33304" y="38062"/>
                    </a:cubicBezTo>
                    <a:cubicBezTo>
                      <a:pt x="32115" y="39251"/>
                      <a:pt x="30925" y="39251"/>
                      <a:pt x="29736" y="40441"/>
                    </a:cubicBezTo>
                    <a:cubicBezTo>
                      <a:pt x="28546" y="41630"/>
                      <a:pt x="28546" y="42820"/>
                      <a:pt x="27357" y="44009"/>
                    </a:cubicBezTo>
                    <a:cubicBezTo>
                      <a:pt x="26168" y="44009"/>
                      <a:pt x="23789" y="44009"/>
                      <a:pt x="22599" y="44009"/>
                    </a:cubicBezTo>
                    <a:cubicBezTo>
                      <a:pt x="21410" y="44009"/>
                      <a:pt x="19031" y="45199"/>
                      <a:pt x="17842" y="46388"/>
                    </a:cubicBezTo>
                    <a:cubicBezTo>
                      <a:pt x="16652" y="47577"/>
                      <a:pt x="15463" y="48767"/>
                      <a:pt x="14273" y="49956"/>
                    </a:cubicBezTo>
                    <a:cubicBezTo>
                      <a:pt x="13084" y="48767"/>
                      <a:pt x="10705" y="47577"/>
                      <a:pt x="9515" y="46388"/>
                    </a:cubicBezTo>
                    <a:cubicBezTo>
                      <a:pt x="7137" y="44009"/>
                      <a:pt x="4758" y="39251"/>
                      <a:pt x="3568" y="36873"/>
                    </a:cubicBezTo>
                    <a:cubicBezTo>
                      <a:pt x="1190" y="32115"/>
                      <a:pt x="0" y="28547"/>
                      <a:pt x="0" y="23789"/>
                    </a:cubicBezTo>
                    <a:cubicBezTo>
                      <a:pt x="0" y="22599"/>
                      <a:pt x="1190" y="20220"/>
                      <a:pt x="1190" y="19031"/>
                    </a:cubicBezTo>
                    <a:cubicBezTo>
                      <a:pt x="1190" y="19031"/>
                      <a:pt x="1190" y="19031"/>
                      <a:pt x="1190" y="19031"/>
                    </a:cubicBezTo>
                    <a:cubicBezTo>
                      <a:pt x="2379" y="17842"/>
                      <a:pt x="3568" y="16652"/>
                      <a:pt x="3568" y="16652"/>
                    </a:cubicBezTo>
                    <a:cubicBezTo>
                      <a:pt x="4758" y="10705"/>
                      <a:pt x="4758" y="10705"/>
                      <a:pt x="10705" y="8326"/>
                    </a:cubicBezTo>
                    <a:cubicBezTo>
                      <a:pt x="14273" y="7137"/>
                      <a:pt x="17842" y="4758"/>
                      <a:pt x="22599" y="3568"/>
                    </a:cubicBezTo>
                    <a:cubicBezTo>
                      <a:pt x="29736" y="1190"/>
                      <a:pt x="38062" y="0"/>
                      <a:pt x="45198" y="0"/>
                    </a:cubicBezTo>
                    <a:cubicBezTo>
                      <a:pt x="46388" y="3568"/>
                      <a:pt x="49956" y="3568"/>
                      <a:pt x="52335" y="5947"/>
                    </a:cubicBezTo>
                    <a:cubicBezTo>
                      <a:pt x="54714" y="8326"/>
                      <a:pt x="54714" y="11894"/>
                      <a:pt x="57093" y="14273"/>
                    </a:cubicBezTo>
                    <a:cubicBezTo>
                      <a:pt x="60661" y="16652"/>
                      <a:pt x="61851" y="21410"/>
                      <a:pt x="63040" y="2854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CE34722D-41EC-E08D-F87E-A9737B735222}"/>
                  </a:ext>
                </a:extLst>
              </p:cNvPr>
              <p:cNvSpPr/>
              <p:nvPr/>
            </p:nvSpPr>
            <p:spPr>
              <a:xfrm>
                <a:off x="5508131" y="2819038"/>
                <a:ext cx="53991" cy="45198"/>
              </a:xfrm>
              <a:custGeom>
                <a:avLst/>
                <a:gdLst>
                  <a:gd name="connsiteX0" fmla="*/ 53525 w 53991"/>
                  <a:gd name="connsiteY0" fmla="*/ 29736 h 45198"/>
                  <a:gd name="connsiteX1" fmla="*/ 49956 w 53991"/>
                  <a:gd name="connsiteY1" fmla="*/ 23789 h 45198"/>
                  <a:gd name="connsiteX2" fmla="*/ 49956 w 53991"/>
                  <a:gd name="connsiteY2" fmla="*/ 27357 h 45198"/>
                  <a:gd name="connsiteX3" fmla="*/ 48767 w 53991"/>
                  <a:gd name="connsiteY3" fmla="*/ 30925 h 45198"/>
                  <a:gd name="connsiteX4" fmla="*/ 48767 w 53991"/>
                  <a:gd name="connsiteY4" fmla="*/ 36873 h 45198"/>
                  <a:gd name="connsiteX5" fmla="*/ 44009 w 53991"/>
                  <a:gd name="connsiteY5" fmla="*/ 40441 h 45198"/>
                  <a:gd name="connsiteX6" fmla="*/ 36873 w 53991"/>
                  <a:gd name="connsiteY6" fmla="*/ 45199 h 45198"/>
                  <a:gd name="connsiteX7" fmla="*/ 36873 w 53991"/>
                  <a:gd name="connsiteY7" fmla="*/ 45199 h 45198"/>
                  <a:gd name="connsiteX8" fmla="*/ 36873 w 53991"/>
                  <a:gd name="connsiteY8" fmla="*/ 44009 h 45198"/>
                  <a:gd name="connsiteX9" fmla="*/ 33304 w 53991"/>
                  <a:gd name="connsiteY9" fmla="*/ 41630 h 45198"/>
                  <a:gd name="connsiteX10" fmla="*/ 30925 w 53991"/>
                  <a:gd name="connsiteY10" fmla="*/ 41630 h 45198"/>
                  <a:gd name="connsiteX11" fmla="*/ 29736 w 53991"/>
                  <a:gd name="connsiteY11" fmla="*/ 40441 h 45198"/>
                  <a:gd name="connsiteX12" fmla="*/ 27357 w 53991"/>
                  <a:gd name="connsiteY12" fmla="*/ 39251 h 45198"/>
                  <a:gd name="connsiteX13" fmla="*/ 26168 w 53991"/>
                  <a:gd name="connsiteY13" fmla="*/ 36873 h 45198"/>
                  <a:gd name="connsiteX14" fmla="*/ 24978 w 53991"/>
                  <a:gd name="connsiteY14" fmla="*/ 34494 h 45198"/>
                  <a:gd name="connsiteX15" fmla="*/ 23789 w 53991"/>
                  <a:gd name="connsiteY15" fmla="*/ 32115 h 45198"/>
                  <a:gd name="connsiteX16" fmla="*/ 20221 w 53991"/>
                  <a:gd name="connsiteY16" fmla="*/ 30925 h 45198"/>
                  <a:gd name="connsiteX17" fmla="*/ 16652 w 53991"/>
                  <a:gd name="connsiteY17" fmla="*/ 29736 h 45198"/>
                  <a:gd name="connsiteX18" fmla="*/ 15463 w 53991"/>
                  <a:gd name="connsiteY18" fmla="*/ 33304 h 45198"/>
                  <a:gd name="connsiteX19" fmla="*/ 14273 w 53991"/>
                  <a:gd name="connsiteY19" fmla="*/ 36873 h 45198"/>
                  <a:gd name="connsiteX20" fmla="*/ 14273 w 53991"/>
                  <a:gd name="connsiteY20" fmla="*/ 39251 h 45198"/>
                  <a:gd name="connsiteX21" fmla="*/ 11894 w 53991"/>
                  <a:gd name="connsiteY21" fmla="*/ 39251 h 45198"/>
                  <a:gd name="connsiteX22" fmla="*/ 8326 w 53991"/>
                  <a:gd name="connsiteY22" fmla="*/ 36873 h 45198"/>
                  <a:gd name="connsiteX23" fmla="*/ 4758 w 53991"/>
                  <a:gd name="connsiteY23" fmla="*/ 34494 h 45198"/>
                  <a:gd name="connsiteX24" fmla="*/ 2379 w 53991"/>
                  <a:gd name="connsiteY24" fmla="*/ 33304 h 45198"/>
                  <a:gd name="connsiteX25" fmla="*/ 1190 w 53991"/>
                  <a:gd name="connsiteY25" fmla="*/ 30925 h 45198"/>
                  <a:gd name="connsiteX26" fmla="*/ 0 w 53991"/>
                  <a:gd name="connsiteY26" fmla="*/ 28547 h 45198"/>
                  <a:gd name="connsiteX27" fmla="*/ 1190 w 53991"/>
                  <a:gd name="connsiteY27" fmla="*/ 26168 h 45198"/>
                  <a:gd name="connsiteX28" fmla="*/ 1190 w 53991"/>
                  <a:gd name="connsiteY28" fmla="*/ 23789 h 45198"/>
                  <a:gd name="connsiteX29" fmla="*/ 2379 w 53991"/>
                  <a:gd name="connsiteY29" fmla="*/ 21410 h 45198"/>
                  <a:gd name="connsiteX30" fmla="*/ 4758 w 53991"/>
                  <a:gd name="connsiteY30" fmla="*/ 17842 h 45198"/>
                  <a:gd name="connsiteX31" fmla="*/ 9515 w 53991"/>
                  <a:gd name="connsiteY31" fmla="*/ 16652 h 45198"/>
                  <a:gd name="connsiteX32" fmla="*/ 10705 w 53991"/>
                  <a:gd name="connsiteY32" fmla="*/ 11894 h 45198"/>
                  <a:gd name="connsiteX33" fmla="*/ 13084 w 53991"/>
                  <a:gd name="connsiteY33" fmla="*/ 9516 h 45198"/>
                  <a:gd name="connsiteX34" fmla="*/ 16652 w 53991"/>
                  <a:gd name="connsiteY34" fmla="*/ 7137 h 45198"/>
                  <a:gd name="connsiteX35" fmla="*/ 16652 w 53991"/>
                  <a:gd name="connsiteY35" fmla="*/ 7137 h 45198"/>
                  <a:gd name="connsiteX36" fmla="*/ 21410 w 53991"/>
                  <a:gd name="connsiteY36" fmla="*/ 5947 h 45198"/>
                  <a:gd name="connsiteX37" fmla="*/ 26168 w 53991"/>
                  <a:gd name="connsiteY37" fmla="*/ 3568 h 45198"/>
                  <a:gd name="connsiteX38" fmla="*/ 27357 w 53991"/>
                  <a:gd name="connsiteY38" fmla="*/ 1190 h 45198"/>
                  <a:gd name="connsiteX39" fmla="*/ 29736 w 53991"/>
                  <a:gd name="connsiteY39" fmla="*/ 1190 h 45198"/>
                  <a:gd name="connsiteX40" fmla="*/ 34494 w 53991"/>
                  <a:gd name="connsiteY40" fmla="*/ 0 h 45198"/>
                  <a:gd name="connsiteX41" fmla="*/ 39251 w 53991"/>
                  <a:gd name="connsiteY41" fmla="*/ 2379 h 45198"/>
                  <a:gd name="connsiteX42" fmla="*/ 41630 w 53991"/>
                  <a:gd name="connsiteY42" fmla="*/ 7137 h 45198"/>
                  <a:gd name="connsiteX43" fmla="*/ 46388 w 53991"/>
                  <a:gd name="connsiteY43" fmla="*/ 15463 h 45198"/>
                  <a:gd name="connsiteX44" fmla="*/ 47577 w 53991"/>
                  <a:gd name="connsiteY44" fmla="*/ 17842 h 45198"/>
                  <a:gd name="connsiteX45" fmla="*/ 46388 w 53991"/>
                  <a:gd name="connsiteY45" fmla="*/ 19031 h 45198"/>
                  <a:gd name="connsiteX46" fmla="*/ 51146 w 53991"/>
                  <a:gd name="connsiteY46" fmla="*/ 20221 h 45198"/>
                  <a:gd name="connsiteX47" fmla="*/ 53525 w 53991"/>
                  <a:gd name="connsiteY47" fmla="*/ 29736 h 4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991" h="45198">
                    <a:moveTo>
                      <a:pt x="53525" y="29736"/>
                    </a:moveTo>
                    <a:cubicBezTo>
                      <a:pt x="53525" y="28547"/>
                      <a:pt x="51146" y="22599"/>
                      <a:pt x="49956" y="23789"/>
                    </a:cubicBezTo>
                    <a:cubicBezTo>
                      <a:pt x="48767" y="24978"/>
                      <a:pt x="49956" y="26168"/>
                      <a:pt x="49956" y="27357"/>
                    </a:cubicBezTo>
                    <a:cubicBezTo>
                      <a:pt x="49956" y="28547"/>
                      <a:pt x="48767" y="29736"/>
                      <a:pt x="48767" y="30925"/>
                    </a:cubicBezTo>
                    <a:cubicBezTo>
                      <a:pt x="52335" y="32115"/>
                      <a:pt x="52335" y="36873"/>
                      <a:pt x="48767" y="36873"/>
                    </a:cubicBezTo>
                    <a:cubicBezTo>
                      <a:pt x="45198" y="36873"/>
                      <a:pt x="42820" y="35683"/>
                      <a:pt x="44009" y="40441"/>
                    </a:cubicBezTo>
                    <a:cubicBezTo>
                      <a:pt x="38062" y="40441"/>
                      <a:pt x="41630" y="45199"/>
                      <a:pt x="36873" y="45199"/>
                    </a:cubicBezTo>
                    <a:cubicBezTo>
                      <a:pt x="36873" y="45199"/>
                      <a:pt x="36873" y="45199"/>
                      <a:pt x="36873" y="45199"/>
                    </a:cubicBezTo>
                    <a:cubicBezTo>
                      <a:pt x="36873" y="45199"/>
                      <a:pt x="36873" y="44009"/>
                      <a:pt x="36873" y="44009"/>
                    </a:cubicBezTo>
                    <a:cubicBezTo>
                      <a:pt x="35683" y="42820"/>
                      <a:pt x="34494" y="41630"/>
                      <a:pt x="33304" y="41630"/>
                    </a:cubicBezTo>
                    <a:cubicBezTo>
                      <a:pt x="32115" y="41630"/>
                      <a:pt x="32115" y="41630"/>
                      <a:pt x="30925" y="41630"/>
                    </a:cubicBezTo>
                    <a:cubicBezTo>
                      <a:pt x="29736" y="41630"/>
                      <a:pt x="29736" y="40441"/>
                      <a:pt x="29736" y="40441"/>
                    </a:cubicBezTo>
                    <a:cubicBezTo>
                      <a:pt x="29736" y="39251"/>
                      <a:pt x="28546" y="39251"/>
                      <a:pt x="27357" y="39251"/>
                    </a:cubicBezTo>
                    <a:cubicBezTo>
                      <a:pt x="26168" y="38062"/>
                      <a:pt x="27357" y="38062"/>
                      <a:pt x="26168" y="36873"/>
                    </a:cubicBezTo>
                    <a:cubicBezTo>
                      <a:pt x="26168" y="35683"/>
                      <a:pt x="24978" y="34494"/>
                      <a:pt x="24978" y="34494"/>
                    </a:cubicBezTo>
                    <a:cubicBezTo>
                      <a:pt x="24978" y="33304"/>
                      <a:pt x="24978" y="33304"/>
                      <a:pt x="23789" y="32115"/>
                    </a:cubicBezTo>
                    <a:cubicBezTo>
                      <a:pt x="22599" y="32115"/>
                      <a:pt x="21410" y="32115"/>
                      <a:pt x="20221" y="30925"/>
                    </a:cubicBezTo>
                    <a:cubicBezTo>
                      <a:pt x="19031" y="29736"/>
                      <a:pt x="17842" y="28547"/>
                      <a:pt x="16652" y="29736"/>
                    </a:cubicBezTo>
                    <a:cubicBezTo>
                      <a:pt x="15463" y="30925"/>
                      <a:pt x="15463" y="30925"/>
                      <a:pt x="15463" y="33304"/>
                    </a:cubicBezTo>
                    <a:cubicBezTo>
                      <a:pt x="15463" y="34494"/>
                      <a:pt x="14273" y="35683"/>
                      <a:pt x="14273" y="36873"/>
                    </a:cubicBezTo>
                    <a:cubicBezTo>
                      <a:pt x="14273" y="38062"/>
                      <a:pt x="14273" y="39251"/>
                      <a:pt x="14273" y="39251"/>
                    </a:cubicBezTo>
                    <a:cubicBezTo>
                      <a:pt x="14273" y="39251"/>
                      <a:pt x="11894" y="39251"/>
                      <a:pt x="11894" y="39251"/>
                    </a:cubicBezTo>
                    <a:cubicBezTo>
                      <a:pt x="10705" y="39251"/>
                      <a:pt x="9515" y="38062"/>
                      <a:pt x="8326" y="36873"/>
                    </a:cubicBezTo>
                    <a:cubicBezTo>
                      <a:pt x="7137" y="35683"/>
                      <a:pt x="5947" y="34494"/>
                      <a:pt x="4758" y="34494"/>
                    </a:cubicBezTo>
                    <a:cubicBezTo>
                      <a:pt x="3568" y="34494"/>
                      <a:pt x="3568" y="33304"/>
                      <a:pt x="2379" y="33304"/>
                    </a:cubicBezTo>
                    <a:cubicBezTo>
                      <a:pt x="2379" y="33304"/>
                      <a:pt x="1190" y="32115"/>
                      <a:pt x="1190" y="30925"/>
                    </a:cubicBezTo>
                    <a:cubicBezTo>
                      <a:pt x="1190" y="30925"/>
                      <a:pt x="0" y="29736"/>
                      <a:pt x="0" y="28547"/>
                    </a:cubicBezTo>
                    <a:cubicBezTo>
                      <a:pt x="0" y="27357"/>
                      <a:pt x="1190" y="27357"/>
                      <a:pt x="1190" y="26168"/>
                    </a:cubicBezTo>
                    <a:cubicBezTo>
                      <a:pt x="1190" y="24978"/>
                      <a:pt x="1190" y="24978"/>
                      <a:pt x="1190" y="23789"/>
                    </a:cubicBezTo>
                    <a:cubicBezTo>
                      <a:pt x="2379" y="22599"/>
                      <a:pt x="2379" y="22599"/>
                      <a:pt x="2379" y="21410"/>
                    </a:cubicBezTo>
                    <a:cubicBezTo>
                      <a:pt x="2379" y="20221"/>
                      <a:pt x="3568" y="17842"/>
                      <a:pt x="4758" y="17842"/>
                    </a:cubicBezTo>
                    <a:cubicBezTo>
                      <a:pt x="5947" y="17842"/>
                      <a:pt x="8326" y="17842"/>
                      <a:pt x="9515" y="16652"/>
                    </a:cubicBezTo>
                    <a:cubicBezTo>
                      <a:pt x="9515" y="15463"/>
                      <a:pt x="10705" y="14273"/>
                      <a:pt x="10705" y="11894"/>
                    </a:cubicBezTo>
                    <a:cubicBezTo>
                      <a:pt x="10705" y="9516"/>
                      <a:pt x="11894" y="9516"/>
                      <a:pt x="13084" y="9516"/>
                    </a:cubicBezTo>
                    <a:cubicBezTo>
                      <a:pt x="14273" y="8326"/>
                      <a:pt x="15463" y="8326"/>
                      <a:pt x="16652" y="7137"/>
                    </a:cubicBezTo>
                    <a:cubicBezTo>
                      <a:pt x="16652" y="7137"/>
                      <a:pt x="16652" y="7137"/>
                      <a:pt x="16652" y="7137"/>
                    </a:cubicBezTo>
                    <a:cubicBezTo>
                      <a:pt x="19031" y="7137"/>
                      <a:pt x="20221" y="7137"/>
                      <a:pt x="21410" y="5947"/>
                    </a:cubicBezTo>
                    <a:cubicBezTo>
                      <a:pt x="22599" y="4758"/>
                      <a:pt x="24978" y="4758"/>
                      <a:pt x="26168" y="3568"/>
                    </a:cubicBezTo>
                    <a:cubicBezTo>
                      <a:pt x="26168" y="3568"/>
                      <a:pt x="27357" y="2379"/>
                      <a:pt x="27357" y="1190"/>
                    </a:cubicBezTo>
                    <a:cubicBezTo>
                      <a:pt x="28546" y="1190"/>
                      <a:pt x="29736" y="1190"/>
                      <a:pt x="29736" y="1190"/>
                    </a:cubicBezTo>
                    <a:cubicBezTo>
                      <a:pt x="32115" y="1190"/>
                      <a:pt x="32115" y="0"/>
                      <a:pt x="34494" y="0"/>
                    </a:cubicBezTo>
                    <a:cubicBezTo>
                      <a:pt x="35683" y="0"/>
                      <a:pt x="38062" y="1190"/>
                      <a:pt x="39251" y="2379"/>
                    </a:cubicBezTo>
                    <a:cubicBezTo>
                      <a:pt x="41630" y="3568"/>
                      <a:pt x="41630" y="3568"/>
                      <a:pt x="41630" y="7137"/>
                    </a:cubicBezTo>
                    <a:cubicBezTo>
                      <a:pt x="42820" y="11894"/>
                      <a:pt x="46388" y="11894"/>
                      <a:pt x="46388" y="15463"/>
                    </a:cubicBezTo>
                    <a:cubicBezTo>
                      <a:pt x="47577" y="15463"/>
                      <a:pt x="48767" y="16652"/>
                      <a:pt x="47577" y="17842"/>
                    </a:cubicBezTo>
                    <a:cubicBezTo>
                      <a:pt x="46388" y="17842"/>
                      <a:pt x="46388" y="19031"/>
                      <a:pt x="46388" y="19031"/>
                    </a:cubicBezTo>
                    <a:cubicBezTo>
                      <a:pt x="47577" y="21410"/>
                      <a:pt x="49956" y="20221"/>
                      <a:pt x="51146" y="20221"/>
                    </a:cubicBezTo>
                    <a:cubicBezTo>
                      <a:pt x="53525" y="21410"/>
                      <a:pt x="54714" y="29736"/>
                      <a:pt x="53525" y="2973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254391C5-B3D0-CE5D-D657-B7AB0F852B42}"/>
                  </a:ext>
                </a:extLst>
              </p:cNvPr>
              <p:cNvSpPr/>
              <p:nvPr/>
            </p:nvSpPr>
            <p:spPr>
              <a:xfrm>
                <a:off x="5496237" y="2824985"/>
                <a:ext cx="11894" cy="11894"/>
              </a:xfrm>
              <a:custGeom>
                <a:avLst/>
                <a:gdLst>
                  <a:gd name="connsiteX0" fmla="*/ 0 w 11894"/>
                  <a:gd name="connsiteY0" fmla="*/ 0 h 11894"/>
                  <a:gd name="connsiteX1" fmla="*/ 0 w 11894"/>
                  <a:gd name="connsiteY1" fmla="*/ 0 h 11894"/>
                  <a:gd name="connsiteX2" fmla="*/ 0 w 11894"/>
                  <a:gd name="connsiteY2" fmla="*/ 0 h 11894"/>
                  <a:gd name="connsiteX3" fmla="*/ 0 w 11894"/>
                  <a:gd name="connsiteY3" fmla="*/ 0 h 11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94" h="11894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4" name="Graphic 27">
                <a:extLst>
                  <a:ext uri="{FF2B5EF4-FFF2-40B4-BE49-F238E27FC236}">
                    <a16:creationId xmlns:a16="http://schemas.microsoft.com/office/drawing/2014/main" id="{11F57437-4FDA-2458-899E-FDBB386B3B0F}"/>
                  </a:ext>
                </a:extLst>
              </p:cNvPr>
              <p:cNvGrpSpPr/>
              <p:nvPr/>
            </p:nvGrpSpPr>
            <p:grpSpPr>
              <a:xfrm>
                <a:off x="5524291" y="2540182"/>
                <a:ext cx="16484" cy="41157"/>
                <a:chOff x="5524291" y="2540182"/>
                <a:chExt cx="16484" cy="41157"/>
              </a:xfrm>
              <a:grpFill/>
            </p:grpSpPr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7FEEFD1D-39D1-0807-BFAE-0B78D5A92D2A}"/>
                    </a:ext>
                  </a:extLst>
                </p:cNvPr>
                <p:cNvSpPr/>
                <p:nvPr/>
              </p:nvSpPr>
              <p:spPr>
                <a:xfrm>
                  <a:off x="5532870" y="2540182"/>
                  <a:ext cx="7709" cy="7665"/>
                </a:xfrm>
                <a:custGeom>
                  <a:avLst/>
                  <a:gdLst>
                    <a:gd name="connsiteX0" fmla="*/ 2618 w 7709"/>
                    <a:gd name="connsiteY0" fmla="*/ 2908 h 7665"/>
                    <a:gd name="connsiteX1" fmla="*/ 6187 w 7709"/>
                    <a:gd name="connsiteY1" fmla="*/ 7665 h 7665"/>
                    <a:gd name="connsiteX2" fmla="*/ 7376 w 7709"/>
                    <a:gd name="connsiteY2" fmla="*/ 4097 h 7665"/>
                    <a:gd name="connsiteX3" fmla="*/ 4997 w 7709"/>
                    <a:gd name="connsiteY3" fmla="*/ 2908 h 7665"/>
                    <a:gd name="connsiteX4" fmla="*/ 3808 w 7709"/>
                    <a:gd name="connsiteY4" fmla="*/ 529 h 7665"/>
                    <a:gd name="connsiteX5" fmla="*/ 239 w 7709"/>
                    <a:gd name="connsiteY5" fmla="*/ 529 h 7665"/>
                    <a:gd name="connsiteX6" fmla="*/ 2618 w 7709"/>
                    <a:gd name="connsiteY6" fmla="*/ 2908 h 7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09" h="7665">
                      <a:moveTo>
                        <a:pt x="2618" y="2908"/>
                      </a:moveTo>
                      <a:cubicBezTo>
                        <a:pt x="2618" y="4097"/>
                        <a:pt x="4997" y="7665"/>
                        <a:pt x="6187" y="7665"/>
                      </a:cubicBezTo>
                      <a:cubicBezTo>
                        <a:pt x="6187" y="7665"/>
                        <a:pt x="8565" y="5286"/>
                        <a:pt x="7376" y="4097"/>
                      </a:cubicBezTo>
                      <a:cubicBezTo>
                        <a:pt x="6187" y="2908"/>
                        <a:pt x="4997" y="2908"/>
                        <a:pt x="4997" y="2908"/>
                      </a:cubicBezTo>
                      <a:cubicBezTo>
                        <a:pt x="4997" y="1718"/>
                        <a:pt x="4997" y="529"/>
                        <a:pt x="3808" y="529"/>
                      </a:cubicBezTo>
                      <a:cubicBezTo>
                        <a:pt x="2618" y="529"/>
                        <a:pt x="-950" y="-661"/>
                        <a:pt x="239" y="529"/>
                      </a:cubicBezTo>
                      <a:cubicBezTo>
                        <a:pt x="1429" y="529"/>
                        <a:pt x="2618" y="1718"/>
                        <a:pt x="2618" y="2908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8046DBE7-F3D7-D098-FB43-5442E533B5AE}"/>
                    </a:ext>
                  </a:extLst>
                </p:cNvPr>
                <p:cNvSpPr/>
                <p:nvPr/>
              </p:nvSpPr>
              <p:spPr>
                <a:xfrm>
                  <a:off x="5531028" y="2541900"/>
                  <a:ext cx="9746" cy="12694"/>
                </a:xfrm>
                <a:custGeom>
                  <a:avLst/>
                  <a:gdLst>
                    <a:gd name="connsiteX0" fmla="*/ 9218 w 9746"/>
                    <a:gd name="connsiteY0" fmla="*/ 10705 h 12694"/>
                    <a:gd name="connsiteX1" fmla="*/ 5650 w 9746"/>
                    <a:gd name="connsiteY1" fmla="*/ 7137 h 12694"/>
                    <a:gd name="connsiteX2" fmla="*/ 3271 w 9746"/>
                    <a:gd name="connsiteY2" fmla="*/ 3568 h 12694"/>
                    <a:gd name="connsiteX3" fmla="*/ 892 w 9746"/>
                    <a:gd name="connsiteY3" fmla="*/ 0 h 12694"/>
                    <a:gd name="connsiteX4" fmla="*/ 892 w 9746"/>
                    <a:gd name="connsiteY4" fmla="*/ 4758 h 12694"/>
                    <a:gd name="connsiteX5" fmla="*/ 3271 w 9746"/>
                    <a:gd name="connsiteY5" fmla="*/ 9515 h 12694"/>
                    <a:gd name="connsiteX6" fmla="*/ 9218 w 9746"/>
                    <a:gd name="connsiteY6" fmla="*/ 11894 h 12694"/>
                    <a:gd name="connsiteX7" fmla="*/ 9218 w 9746"/>
                    <a:gd name="connsiteY7" fmla="*/ 10705 h 12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746" h="12694">
                      <a:moveTo>
                        <a:pt x="9218" y="10705"/>
                      </a:moveTo>
                      <a:cubicBezTo>
                        <a:pt x="8029" y="9515"/>
                        <a:pt x="5650" y="8326"/>
                        <a:pt x="5650" y="7137"/>
                      </a:cubicBezTo>
                      <a:cubicBezTo>
                        <a:pt x="4460" y="5947"/>
                        <a:pt x="3271" y="4758"/>
                        <a:pt x="3271" y="3568"/>
                      </a:cubicBezTo>
                      <a:cubicBezTo>
                        <a:pt x="3271" y="1189"/>
                        <a:pt x="2082" y="0"/>
                        <a:pt x="892" y="0"/>
                      </a:cubicBezTo>
                      <a:cubicBezTo>
                        <a:pt x="-297" y="1189"/>
                        <a:pt x="-297" y="2379"/>
                        <a:pt x="892" y="4758"/>
                      </a:cubicBezTo>
                      <a:cubicBezTo>
                        <a:pt x="2082" y="7137"/>
                        <a:pt x="2082" y="8326"/>
                        <a:pt x="3271" y="9515"/>
                      </a:cubicBezTo>
                      <a:cubicBezTo>
                        <a:pt x="5650" y="10705"/>
                        <a:pt x="6839" y="14273"/>
                        <a:pt x="9218" y="11894"/>
                      </a:cubicBezTo>
                      <a:cubicBezTo>
                        <a:pt x="9218" y="13084"/>
                        <a:pt x="10407" y="10705"/>
                        <a:pt x="9218" y="10705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790DB017-B735-B074-74B0-87C4E0822899}"/>
                    </a:ext>
                  </a:extLst>
                </p:cNvPr>
                <p:cNvSpPr/>
                <p:nvPr/>
              </p:nvSpPr>
              <p:spPr>
                <a:xfrm>
                  <a:off x="5535155" y="2559213"/>
                  <a:ext cx="5090" cy="4988"/>
                </a:xfrm>
                <a:custGeom>
                  <a:avLst/>
                  <a:gdLst>
                    <a:gd name="connsiteX0" fmla="*/ 1522 w 5090"/>
                    <a:gd name="connsiteY0" fmla="*/ 529 h 4988"/>
                    <a:gd name="connsiteX1" fmla="*/ 333 w 5090"/>
                    <a:gd name="connsiteY1" fmla="*/ 4097 h 4988"/>
                    <a:gd name="connsiteX2" fmla="*/ 5091 w 5090"/>
                    <a:gd name="connsiteY2" fmla="*/ 4097 h 4988"/>
                    <a:gd name="connsiteX3" fmla="*/ 3901 w 5090"/>
                    <a:gd name="connsiteY3" fmla="*/ 529 h 4988"/>
                    <a:gd name="connsiteX4" fmla="*/ 1522 w 5090"/>
                    <a:gd name="connsiteY4" fmla="*/ 529 h 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90" h="4988">
                      <a:moveTo>
                        <a:pt x="1522" y="529"/>
                      </a:moveTo>
                      <a:cubicBezTo>
                        <a:pt x="1522" y="1718"/>
                        <a:pt x="-856" y="4097"/>
                        <a:pt x="333" y="4097"/>
                      </a:cubicBezTo>
                      <a:cubicBezTo>
                        <a:pt x="1522" y="5286"/>
                        <a:pt x="5091" y="5286"/>
                        <a:pt x="5091" y="4097"/>
                      </a:cubicBezTo>
                      <a:cubicBezTo>
                        <a:pt x="5091" y="4097"/>
                        <a:pt x="5091" y="1718"/>
                        <a:pt x="3901" y="529"/>
                      </a:cubicBezTo>
                      <a:cubicBezTo>
                        <a:pt x="2712" y="-661"/>
                        <a:pt x="1522" y="529"/>
                        <a:pt x="1522" y="52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90A83E43-7FD2-AFC5-F494-FC90760DE039}"/>
                    </a:ext>
                  </a:extLst>
                </p:cNvPr>
                <p:cNvSpPr/>
                <p:nvPr/>
              </p:nvSpPr>
              <p:spPr>
                <a:xfrm>
                  <a:off x="5535488" y="2571636"/>
                  <a:ext cx="2871" cy="9703"/>
                </a:xfrm>
                <a:custGeom>
                  <a:avLst/>
                  <a:gdLst>
                    <a:gd name="connsiteX0" fmla="*/ 1190 w 2871"/>
                    <a:gd name="connsiteY0" fmla="*/ 0 h 9703"/>
                    <a:gd name="connsiteX1" fmla="*/ 0 w 2871"/>
                    <a:gd name="connsiteY1" fmla="*/ 3568 h 9703"/>
                    <a:gd name="connsiteX2" fmla="*/ 1190 w 2871"/>
                    <a:gd name="connsiteY2" fmla="*/ 9515 h 9703"/>
                    <a:gd name="connsiteX3" fmla="*/ 2379 w 2871"/>
                    <a:gd name="connsiteY3" fmla="*/ 4758 h 9703"/>
                    <a:gd name="connsiteX4" fmla="*/ 1190 w 2871"/>
                    <a:gd name="connsiteY4" fmla="*/ 0 h 9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71" h="9703">
                      <a:moveTo>
                        <a:pt x="1190" y="0"/>
                      </a:moveTo>
                      <a:cubicBezTo>
                        <a:pt x="0" y="0"/>
                        <a:pt x="0" y="1189"/>
                        <a:pt x="0" y="3568"/>
                      </a:cubicBezTo>
                      <a:cubicBezTo>
                        <a:pt x="0" y="5947"/>
                        <a:pt x="0" y="10705"/>
                        <a:pt x="1190" y="9515"/>
                      </a:cubicBezTo>
                      <a:cubicBezTo>
                        <a:pt x="2379" y="8326"/>
                        <a:pt x="3569" y="7137"/>
                        <a:pt x="2379" y="4758"/>
                      </a:cubicBezTo>
                      <a:cubicBezTo>
                        <a:pt x="2379" y="3568"/>
                        <a:pt x="3569" y="0"/>
                        <a:pt x="1190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C5E70123-81F9-3686-34BB-26D917F232F4}"/>
                    </a:ext>
                  </a:extLst>
                </p:cNvPr>
                <p:cNvSpPr/>
                <p:nvPr/>
              </p:nvSpPr>
              <p:spPr>
                <a:xfrm>
                  <a:off x="5524291" y="2545468"/>
                  <a:ext cx="4061" cy="5286"/>
                </a:xfrm>
                <a:custGeom>
                  <a:avLst/>
                  <a:gdLst>
                    <a:gd name="connsiteX0" fmla="*/ 1682 w 4061"/>
                    <a:gd name="connsiteY0" fmla="*/ 0 h 5286"/>
                    <a:gd name="connsiteX1" fmla="*/ 493 w 4061"/>
                    <a:gd name="connsiteY1" fmla="*/ 4758 h 5286"/>
                    <a:gd name="connsiteX2" fmla="*/ 4061 w 4061"/>
                    <a:gd name="connsiteY2" fmla="*/ 4758 h 5286"/>
                    <a:gd name="connsiteX3" fmla="*/ 4061 w 4061"/>
                    <a:gd name="connsiteY3" fmla="*/ 2379 h 5286"/>
                    <a:gd name="connsiteX4" fmla="*/ 1682 w 4061"/>
                    <a:gd name="connsiteY4" fmla="*/ 0 h 5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61" h="5286">
                      <a:moveTo>
                        <a:pt x="1682" y="0"/>
                      </a:moveTo>
                      <a:cubicBezTo>
                        <a:pt x="493" y="1190"/>
                        <a:pt x="-697" y="4758"/>
                        <a:pt x="493" y="4758"/>
                      </a:cubicBezTo>
                      <a:cubicBezTo>
                        <a:pt x="1682" y="4758"/>
                        <a:pt x="4061" y="5947"/>
                        <a:pt x="4061" y="4758"/>
                      </a:cubicBezTo>
                      <a:cubicBezTo>
                        <a:pt x="4061" y="3568"/>
                        <a:pt x="4061" y="3568"/>
                        <a:pt x="4061" y="2379"/>
                      </a:cubicBezTo>
                      <a:cubicBezTo>
                        <a:pt x="4061" y="2379"/>
                        <a:pt x="2872" y="0"/>
                        <a:pt x="1682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A5F6E97-89BA-EA9B-4C9A-11956DE8CFC5}"/>
                  </a:ext>
                </a:extLst>
              </p:cNvPr>
              <p:cNvSpPr/>
              <p:nvPr/>
            </p:nvSpPr>
            <p:spPr>
              <a:xfrm>
                <a:off x="6299106" y="2188638"/>
                <a:ext cx="3568" cy="4757"/>
              </a:xfrm>
              <a:custGeom>
                <a:avLst/>
                <a:gdLst>
                  <a:gd name="connsiteX0" fmla="*/ 0 w 3568"/>
                  <a:gd name="connsiteY0" fmla="*/ 0 h 4757"/>
                  <a:gd name="connsiteX1" fmla="*/ 3568 w 3568"/>
                  <a:gd name="connsiteY1" fmla="*/ 4758 h 4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68" h="4757">
                    <a:moveTo>
                      <a:pt x="0" y="0"/>
                    </a:moveTo>
                    <a:cubicBezTo>
                      <a:pt x="2379" y="1190"/>
                      <a:pt x="3568" y="2379"/>
                      <a:pt x="3568" y="4758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C8B265-B6F9-1D65-6E4E-E37E57E6BA58}"/>
                  </a:ext>
                </a:extLst>
              </p:cNvPr>
              <p:cNvSpPr/>
              <p:nvPr/>
            </p:nvSpPr>
            <p:spPr>
              <a:xfrm>
                <a:off x="9278777" y="4878956"/>
                <a:ext cx="14373" cy="8301"/>
              </a:xfrm>
              <a:custGeom>
                <a:avLst/>
                <a:gdLst>
                  <a:gd name="connsiteX0" fmla="*/ 4622 w 14373"/>
                  <a:gd name="connsiteY0" fmla="*/ 7321 h 8301"/>
                  <a:gd name="connsiteX1" fmla="*/ 9379 w 14373"/>
                  <a:gd name="connsiteY1" fmla="*/ 3752 h 8301"/>
                  <a:gd name="connsiteX2" fmla="*/ 14137 w 14373"/>
                  <a:gd name="connsiteY2" fmla="*/ 1374 h 8301"/>
                  <a:gd name="connsiteX3" fmla="*/ 3432 w 14373"/>
                  <a:gd name="connsiteY3" fmla="*/ 1374 h 8301"/>
                  <a:gd name="connsiteX4" fmla="*/ 4622 w 14373"/>
                  <a:gd name="connsiteY4" fmla="*/ 7321 h 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73" h="8301">
                    <a:moveTo>
                      <a:pt x="4622" y="7321"/>
                    </a:moveTo>
                    <a:cubicBezTo>
                      <a:pt x="4622" y="7321"/>
                      <a:pt x="7000" y="4942"/>
                      <a:pt x="9379" y="3752"/>
                    </a:cubicBezTo>
                    <a:cubicBezTo>
                      <a:pt x="11758" y="3752"/>
                      <a:pt x="15326" y="2563"/>
                      <a:pt x="14137" y="1374"/>
                    </a:cubicBezTo>
                    <a:cubicBezTo>
                      <a:pt x="11758" y="184"/>
                      <a:pt x="7000" y="-1005"/>
                      <a:pt x="3432" y="1374"/>
                    </a:cubicBezTo>
                    <a:cubicBezTo>
                      <a:pt x="-136" y="3752"/>
                      <a:pt x="-2515" y="10889"/>
                      <a:pt x="4622" y="7321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3E0CA5F9-9494-83D5-508C-FE44FDD4A494}"/>
                  </a:ext>
                </a:extLst>
              </p:cNvPr>
              <p:cNvSpPr/>
              <p:nvPr/>
            </p:nvSpPr>
            <p:spPr>
              <a:xfrm>
                <a:off x="9284480" y="4893222"/>
                <a:ext cx="4865" cy="5966"/>
              </a:xfrm>
              <a:custGeom>
                <a:avLst/>
                <a:gdLst>
                  <a:gd name="connsiteX0" fmla="*/ 4865 w 4865"/>
                  <a:gd name="connsiteY0" fmla="*/ 3759 h 5966"/>
                  <a:gd name="connsiteX1" fmla="*/ 2486 w 4865"/>
                  <a:gd name="connsiteY1" fmla="*/ 191 h 5966"/>
                  <a:gd name="connsiteX2" fmla="*/ 1296 w 4865"/>
                  <a:gd name="connsiteY2" fmla="*/ 4949 h 5966"/>
                  <a:gd name="connsiteX3" fmla="*/ 4865 w 4865"/>
                  <a:gd name="connsiteY3" fmla="*/ 3759 h 5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65" h="5966">
                    <a:moveTo>
                      <a:pt x="4865" y="3759"/>
                    </a:moveTo>
                    <a:cubicBezTo>
                      <a:pt x="4865" y="3759"/>
                      <a:pt x="4865" y="-998"/>
                      <a:pt x="2486" y="191"/>
                    </a:cubicBezTo>
                    <a:cubicBezTo>
                      <a:pt x="107" y="1380"/>
                      <a:pt x="-1082" y="4949"/>
                      <a:pt x="1296" y="4949"/>
                    </a:cubicBezTo>
                    <a:cubicBezTo>
                      <a:pt x="1296" y="7327"/>
                      <a:pt x="4865" y="4949"/>
                      <a:pt x="4865" y="3759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3" name="Graphic 27">
                <a:extLst>
                  <a:ext uri="{FF2B5EF4-FFF2-40B4-BE49-F238E27FC236}">
                    <a16:creationId xmlns:a16="http://schemas.microsoft.com/office/drawing/2014/main" id="{D3F9E951-E942-1B16-5AF3-6415ED4C6328}"/>
                  </a:ext>
                </a:extLst>
              </p:cNvPr>
              <p:cNvGrpSpPr/>
              <p:nvPr/>
            </p:nvGrpSpPr>
            <p:grpSpPr>
              <a:xfrm>
                <a:off x="8899210" y="4654337"/>
                <a:ext cx="83028" cy="25506"/>
                <a:chOff x="8899210" y="4654337"/>
                <a:chExt cx="83028" cy="25506"/>
              </a:xfrm>
              <a:grpFill/>
            </p:grpSpPr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EA94DE12-FE9E-F74B-04CD-6939BC57967D}"/>
                    </a:ext>
                  </a:extLst>
                </p:cNvPr>
                <p:cNvSpPr/>
                <p:nvPr/>
              </p:nvSpPr>
              <p:spPr>
                <a:xfrm>
                  <a:off x="8899210" y="4670989"/>
                  <a:ext cx="14802" cy="8854"/>
                </a:xfrm>
                <a:custGeom>
                  <a:avLst/>
                  <a:gdLst>
                    <a:gd name="connsiteX0" fmla="*/ 14273 w 14802"/>
                    <a:gd name="connsiteY0" fmla="*/ 0 h 8854"/>
                    <a:gd name="connsiteX1" fmla="*/ 0 w 14802"/>
                    <a:gd name="connsiteY1" fmla="*/ 4758 h 8854"/>
                    <a:gd name="connsiteX2" fmla="*/ 0 w 14802"/>
                    <a:gd name="connsiteY2" fmla="*/ 4758 h 8854"/>
                    <a:gd name="connsiteX3" fmla="*/ 2379 w 14802"/>
                    <a:gd name="connsiteY3" fmla="*/ 8326 h 8854"/>
                    <a:gd name="connsiteX4" fmla="*/ 7137 w 14802"/>
                    <a:gd name="connsiteY4" fmla="*/ 8326 h 8854"/>
                    <a:gd name="connsiteX5" fmla="*/ 10705 w 14802"/>
                    <a:gd name="connsiteY5" fmla="*/ 5947 h 8854"/>
                    <a:gd name="connsiteX6" fmla="*/ 14273 w 14802"/>
                    <a:gd name="connsiteY6" fmla="*/ 7137 h 8854"/>
                    <a:gd name="connsiteX7" fmla="*/ 14273 w 14802"/>
                    <a:gd name="connsiteY7" fmla="*/ 0 h 8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802" h="8854">
                      <a:moveTo>
                        <a:pt x="14273" y="0"/>
                      </a:moveTo>
                      <a:cubicBezTo>
                        <a:pt x="10705" y="0"/>
                        <a:pt x="3569" y="0"/>
                        <a:pt x="0" y="4758"/>
                      </a:cubicBezTo>
                      <a:cubicBezTo>
                        <a:pt x="0" y="4758"/>
                        <a:pt x="0" y="4758"/>
                        <a:pt x="0" y="4758"/>
                      </a:cubicBezTo>
                      <a:cubicBezTo>
                        <a:pt x="1190" y="3568"/>
                        <a:pt x="1190" y="7137"/>
                        <a:pt x="2379" y="8326"/>
                      </a:cubicBezTo>
                      <a:cubicBezTo>
                        <a:pt x="2379" y="9515"/>
                        <a:pt x="5947" y="8326"/>
                        <a:pt x="7137" y="8326"/>
                      </a:cubicBezTo>
                      <a:cubicBezTo>
                        <a:pt x="8326" y="8326"/>
                        <a:pt x="9516" y="7137"/>
                        <a:pt x="10705" y="5947"/>
                      </a:cubicBezTo>
                      <a:cubicBezTo>
                        <a:pt x="11894" y="4758"/>
                        <a:pt x="13084" y="5947"/>
                        <a:pt x="14273" y="7137"/>
                      </a:cubicBezTo>
                      <a:cubicBezTo>
                        <a:pt x="15463" y="7137"/>
                        <a:pt x="14273" y="0"/>
                        <a:pt x="14273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768730CE-3E6C-E958-55E7-8946EC460C30}"/>
                    </a:ext>
                  </a:extLst>
                </p:cNvPr>
                <p:cNvSpPr/>
                <p:nvPr/>
              </p:nvSpPr>
              <p:spPr>
                <a:xfrm>
                  <a:off x="8918242" y="4654337"/>
                  <a:ext cx="63997" cy="24977"/>
                </a:xfrm>
                <a:custGeom>
                  <a:avLst/>
                  <a:gdLst>
                    <a:gd name="connsiteX0" fmla="*/ 63040 w 63997"/>
                    <a:gd name="connsiteY0" fmla="*/ 0 h 24977"/>
                    <a:gd name="connsiteX1" fmla="*/ 45198 w 63997"/>
                    <a:gd name="connsiteY1" fmla="*/ 2379 h 24977"/>
                    <a:gd name="connsiteX2" fmla="*/ 29736 w 63997"/>
                    <a:gd name="connsiteY2" fmla="*/ 3568 h 24977"/>
                    <a:gd name="connsiteX3" fmla="*/ 15463 w 63997"/>
                    <a:gd name="connsiteY3" fmla="*/ 3568 h 24977"/>
                    <a:gd name="connsiteX4" fmla="*/ 5947 w 63997"/>
                    <a:gd name="connsiteY4" fmla="*/ 11894 h 24977"/>
                    <a:gd name="connsiteX5" fmla="*/ 0 w 63997"/>
                    <a:gd name="connsiteY5" fmla="*/ 14273 h 24977"/>
                    <a:gd name="connsiteX6" fmla="*/ 2379 w 63997"/>
                    <a:gd name="connsiteY6" fmla="*/ 13083 h 24977"/>
                    <a:gd name="connsiteX7" fmla="*/ 11894 w 63997"/>
                    <a:gd name="connsiteY7" fmla="*/ 23789 h 24977"/>
                    <a:gd name="connsiteX8" fmla="*/ 11894 w 63997"/>
                    <a:gd name="connsiteY8" fmla="*/ 24978 h 24977"/>
                    <a:gd name="connsiteX9" fmla="*/ 15463 w 63997"/>
                    <a:gd name="connsiteY9" fmla="*/ 23789 h 24977"/>
                    <a:gd name="connsiteX10" fmla="*/ 22599 w 63997"/>
                    <a:gd name="connsiteY10" fmla="*/ 19031 h 24977"/>
                    <a:gd name="connsiteX11" fmla="*/ 39251 w 63997"/>
                    <a:gd name="connsiteY11" fmla="*/ 16652 h 24977"/>
                    <a:gd name="connsiteX12" fmla="*/ 51146 w 63997"/>
                    <a:gd name="connsiteY12" fmla="*/ 10705 h 24977"/>
                    <a:gd name="connsiteX13" fmla="*/ 59472 w 63997"/>
                    <a:gd name="connsiteY13" fmla="*/ 5947 h 24977"/>
                    <a:gd name="connsiteX14" fmla="*/ 63040 w 63997"/>
                    <a:gd name="connsiteY14" fmla="*/ 0 h 24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3997" h="24977">
                      <a:moveTo>
                        <a:pt x="63040" y="0"/>
                      </a:moveTo>
                      <a:cubicBezTo>
                        <a:pt x="60661" y="0"/>
                        <a:pt x="48767" y="2379"/>
                        <a:pt x="45198" y="2379"/>
                      </a:cubicBezTo>
                      <a:cubicBezTo>
                        <a:pt x="41630" y="2379"/>
                        <a:pt x="36872" y="3568"/>
                        <a:pt x="29736" y="3568"/>
                      </a:cubicBezTo>
                      <a:cubicBezTo>
                        <a:pt x="22599" y="3568"/>
                        <a:pt x="17842" y="1189"/>
                        <a:pt x="15463" y="3568"/>
                      </a:cubicBezTo>
                      <a:cubicBezTo>
                        <a:pt x="13083" y="5947"/>
                        <a:pt x="8326" y="11894"/>
                        <a:pt x="5947" y="11894"/>
                      </a:cubicBezTo>
                      <a:cubicBezTo>
                        <a:pt x="3568" y="13083"/>
                        <a:pt x="1189" y="14273"/>
                        <a:pt x="0" y="14273"/>
                      </a:cubicBezTo>
                      <a:cubicBezTo>
                        <a:pt x="1189" y="14273"/>
                        <a:pt x="2379" y="13083"/>
                        <a:pt x="2379" y="13083"/>
                      </a:cubicBezTo>
                      <a:lnTo>
                        <a:pt x="11894" y="23789"/>
                      </a:lnTo>
                      <a:cubicBezTo>
                        <a:pt x="11894" y="23789"/>
                        <a:pt x="11894" y="24978"/>
                        <a:pt x="11894" y="24978"/>
                      </a:cubicBezTo>
                      <a:cubicBezTo>
                        <a:pt x="13083" y="24978"/>
                        <a:pt x="14273" y="24978"/>
                        <a:pt x="15463" y="23789"/>
                      </a:cubicBezTo>
                      <a:cubicBezTo>
                        <a:pt x="16652" y="21410"/>
                        <a:pt x="19031" y="17842"/>
                        <a:pt x="22599" y="19031"/>
                      </a:cubicBezTo>
                      <a:cubicBezTo>
                        <a:pt x="26168" y="19031"/>
                        <a:pt x="36872" y="17842"/>
                        <a:pt x="39251" y="16652"/>
                      </a:cubicBezTo>
                      <a:cubicBezTo>
                        <a:pt x="41630" y="15463"/>
                        <a:pt x="49956" y="11894"/>
                        <a:pt x="51146" y="10705"/>
                      </a:cubicBezTo>
                      <a:cubicBezTo>
                        <a:pt x="53525" y="9515"/>
                        <a:pt x="57093" y="5947"/>
                        <a:pt x="59472" y="5947"/>
                      </a:cubicBezTo>
                      <a:cubicBezTo>
                        <a:pt x="63040" y="4758"/>
                        <a:pt x="65419" y="0"/>
                        <a:pt x="63040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6" name="Graphic 27">
                <a:extLst>
                  <a:ext uri="{FF2B5EF4-FFF2-40B4-BE49-F238E27FC236}">
                    <a16:creationId xmlns:a16="http://schemas.microsoft.com/office/drawing/2014/main" id="{663FA1ED-43B6-10EE-E317-EA541B1CE7AB}"/>
                  </a:ext>
                </a:extLst>
              </p:cNvPr>
              <p:cNvGrpSpPr/>
              <p:nvPr/>
            </p:nvGrpSpPr>
            <p:grpSpPr>
              <a:xfrm>
                <a:off x="9422694" y="3999958"/>
                <a:ext cx="32451" cy="62039"/>
                <a:chOff x="9422694" y="3999958"/>
                <a:chExt cx="32451" cy="62039"/>
              </a:xfrm>
              <a:grpFill/>
            </p:grpSpPr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37A5D596-4E08-AF07-22D3-82195803000C}"/>
                    </a:ext>
                  </a:extLst>
                </p:cNvPr>
                <p:cNvSpPr/>
                <p:nvPr/>
              </p:nvSpPr>
              <p:spPr>
                <a:xfrm>
                  <a:off x="9422694" y="4052185"/>
                  <a:ext cx="11727" cy="9812"/>
                </a:xfrm>
                <a:custGeom>
                  <a:avLst/>
                  <a:gdLst>
                    <a:gd name="connsiteX0" fmla="*/ 10573 w 11727"/>
                    <a:gd name="connsiteY0" fmla="*/ 297 h 9812"/>
                    <a:gd name="connsiteX1" fmla="*/ 1057 w 11727"/>
                    <a:gd name="connsiteY1" fmla="*/ 1487 h 9812"/>
                    <a:gd name="connsiteX2" fmla="*/ 1057 w 11727"/>
                    <a:gd name="connsiteY2" fmla="*/ 9813 h 9812"/>
                    <a:gd name="connsiteX3" fmla="*/ 9384 w 11727"/>
                    <a:gd name="connsiteY3" fmla="*/ 5055 h 9812"/>
                    <a:gd name="connsiteX4" fmla="*/ 10573 w 11727"/>
                    <a:gd name="connsiteY4" fmla="*/ 297 h 9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27" h="9812">
                      <a:moveTo>
                        <a:pt x="10573" y="297"/>
                      </a:moveTo>
                      <a:cubicBezTo>
                        <a:pt x="5815" y="297"/>
                        <a:pt x="2246" y="-892"/>
                        <a:pt x="1057" y="1487"/>
                      </a:cubicBezTo>
                      <a:cubicBezTo>
                        <a:pt x="1057" y="3866"/>
                        <a:pt x="-1322" y="9813"/>
                        <a:pt x="1057" y="9813"/>
                      </a:cubicBezTo>
                      <a:cubicBezTo>
                        <a:pt x="3436" y="9813"/>
                        <a:pt x="8194" y="7434"/>
                        <a:pt x="9384" y="5055"/>
                      </a:cubicBezTo>
                      <a:cubicBezTo>
                        <a:pt x="8194" y="6245"/>
                        <a:pt x="14141" y="1487"/>
                        <a:pt x="10573" y="29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2AEDBB32-0562-8D0C-CC19-1ACF28177C1B}"/>
                    </a:ext>
                  </a:extLst>
                </p:cNvPr>
                <p:cNvSpPr/>
                <p:nvPr/>
              </p:nvSpPr>
              <p:spPr>
                <a:xfrm>
                  <a:off x="9436065" y="4033452"/>
                  <a:ext cx="8097" cy="6965"/>
                </a:xfrm>
                <a:custGeom>
                  <a:avLst/>
                  <a:gdLst>
                    <a:gd name="connsiteX0" fmla="*/ 5528 w 8097"/>
                    <a:gd name="connsiteY0" fmla="*/ 0 h 6965"/>
                    <a:gd name="connsiteX1" fmla="*/ 770 w 8097"/>
                    <a:gd name="connsiteY1" fmla="*/ 4758 h 6965"/>
                    <a:gd name="connsiteX2" fmla="*/ 7907 w 8097"/>
                    <a:gd name="connsiteY2" fmla="*/ 5947 h 6965"/>
                    <a:gd name="connsiteX3" fmla="*/ 5528 w 8097"/>
                    <a:gd name="connsiteY3" fmla="*/ 0 h 6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97" h="6965">
                      <a:moveTo>
                        <a:pt x="5528" y="0"/>
                      </a:moveTo>
                      <a:cubicBezTo>
                        <a:pt x="1960" y="0"/>
                        <a:pt x="-1609" y="2379"/>
                        <a:pt x="770" y="4758"/>
                      </a:cubicBezTo>
                      <a:cubicBezTo>
                        <a:pt x="3149" y="5947"/>
                        <a:pt x="7907" y="8326"/>
                        <a:pt x="7907" y="5947"/>
                      </a:cubicBezTo>
                      <a:cubicBezTo>
                        <a:pt x="7907" y="4758"/>
                        <a:pt x="9096" y="0"/>
                        <a:pt x="5528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" name="Freeform 118">
                  <a:extLst>
                    <a:ext uri="{FF2B5EF4-FFF2-40B4-BE49-F238E27FC236}">
                      <a16:creationId xmlns:a16="http://schemas.microsoft.com/office/drawing/2014/main" id="{E58BEB48-653D-E955-4D12-5E28BD098E0D}"/>
                    </a:ext>
                  </a:extLst>
                </p:cNvPr>
                <p:cNvSpPr/>
                <p:nvPr/>
              </p:nvSpPr>
              <p:spPr>
                <a:xfrm>
                  <a:off x="9445710" y="3999958"/>
                  <a:ext cx="9435" cy="12014"/>
                </a:xfrm>
                <a:custGeom>
                  <a:avLst/>
                  <a:gdLst>
                    <a:gd name="connsiteX0" fmla="*/ 6587 w 9435"/>
                    <a:gd name="connsiteY0" fmla="*/ 189 h 12014"/>
                    <a:gd name="connsiteX1" fmla="*/ 640 w 9435"/>
                    <a:gd name="connsiteY1" fmla="*/ 6136 h 12014"/>
                    <a:gd name="connsiteX2" fmla="*/ 6587 w 9435"/>
                    <a:gd name="connsiteY2" fmla="*/ 9705 h 12014"/>
                    <a:gd name="connsiteX3" fmla="*/ 5398 w 9435"/>
                    <a:gd name="connsiteY3" fmla="*/ 9705 h 12014"/>
                    <a:gd name="connsiteX4" fmla="*/ 7777 w 9435"/>
                    <a:gd name="connsiteY4" fmla="*/ 4947 h 12014"/>
                    <a:gd name="connsiteX5" fmla="*/ 6587 w 9435"/>
                    <a:gd name="connsiteY5" fmla="*/ 189 h 12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435" h="12014">
                      <a:moveTo>
                        <a:pt x="6587" y="189"/>
                      </a:moveTo>
                      <a:cubicBezTo>
                        <a:pt x="3019" y="1378"/>
                        <a:pt x="-1738" y="3757"/>
                        <a:pt x="640" y="6136"/>
                      </a:cubicBezTo>
                      <a:cubicBezTo>
                        <a:pt x="3019" y="8515"/>
                        <a:pt x="5398" y="15652"/>
                        <a:pt x="6587" y="9705"/>
                      </a:cubicBezTo>
                      <a:lnTo>
                        <a:pt x="5398" y="9705"/>
                      </a:lnTo>
                      <a:cubicBezTo>
                        <a:pt x="5398" y="9705"/>
                        <a:pt x="5398" y="6136"/>
                        <a:pt x="7777" y="4947"/>
                      </a:cubicBezTo>
                      <a:cubicBezTo>
                        <a:pt x="10156" y="3757"/>
                        <a:pt x="10156" y="-1000"/>
                        <a:pt x="6587" y="18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57B2C696-C666-EB17-B279-E5E22A63DA7D}"/>
                  </a:ext>
                </a:extLst>
              </p:cNvPr>
              <p:cNvSpPr/>
              <p:nvPr/>
            </p:nvSpPr>
            <p:spPr>
              <a:xfrm>
                <a:off x="6576244" y="3404108"/>
                <a:ext cx="160573" cy="143052"/>
              </a:xfrm>
              <a:custGeom>
                <a:avLst/>
                <a:gdLst>
                  <a:gd name="connsiteX0" fmla="*/ 160574 w 160573"/>
                  <a:gd name="connsiteY0" fmla="*/ 132 h 143052"/>
                  <a:gd name="connsiteX1" fmla="*/ 154627 w 160573"/>
                  <a:gd name="connsiteY1" fmla="*/ 7269 h 143052"/>
                  <a:gd name="connsiteX2" fmla="*/ 139164 w 160573"/>
                  <a:gd name="connsiteY2" fmla="*/ 15595 h 143052"/>
                  <a:gd name="connsiteX3" fmla="*/ 134406 w 160573"/>
                  <a:gd name="connsiteY3" fmla="*/ 32247 h 143052"/>
                  <a:gd name="connsiteX4" fmla="*/ 139164 w 160573"/>
                  <a:gd name="connsiteY4" fmla="*/ 40573 h 143052"/>
                  <a:gd name="connsiteX5" fmla="*/ 137975 w 160573"/>
                  <a:gd name="connsiteY5" fmla="*/ 51278 h 143052"/>
                  <a:gd name="connsiteX6" fmla="*/ 135596 w 160573"/>
                  <a:gd name="connsiteY6" fmla="*/ 59604 h 143052"/>
                  <a:gd name="connsiteX7" fmla="*/ 134406 w 160573"/>
                  <a:gd name="connsiteY7" fmla="*/ 69119 h 143052"/>
                  <a:gd name="connsiteX8" fmla="*/ 108239 w 160573"/>
                  <a:gd name="connsiteY8" fmla="*/ 94097 h 143052"/>
                  <a:gd name="connsiteX9" fmla="*/ 92776 w 160573"/>
                  <a:gd name="connsiteY9" fmla="*/ 104802 h 143052"/>
                  <a:gd name="connsiteX10" fmla="*/ 86829 w 160573"/>
                  <a:gd name="connsiteY10" fmla="*/ 109560 h 143052"/>
                  <a:gd name="connsiteX11" fmla="*/ 42820 w 160573"/>
                  <a:gd name="connsiteY11" fmla="*/ 136917 h 143052"/>
                  <a:gd name="connsiteX12" fmla="*/ 30925 w 160573"/>
                  <a:gd name="connsiteY12" fmla="*/ 142864 h 143052"/>
                  <a:gd name="connsiteX13" fmla="*/ 20221 w 160573"/>
                  <a:gd name="connsiteY13" fmla="*/ 135728 h 143052"/>
                  <a:gd name="connsiteX14" fmla="*/ 14273 w 160573"/>
                  <a:gd name="connsiteY14" fmla="*/ 133349 h 143052"/>
                  <a:gd name="connsiteX15" fmla="*/ 11894 w 160573"/>
                  <a:gd name="connsiteY15" fmla="*/ 117886 h 143052"/>
                  <a:gd name="connsiteX16" fmla="*/ 8326 w 160573"/>
                  <a:gd name="connsiteY16" fmla="*/ 115507 h 143052"/>
                  <a:gd name="connsiteX17" fmla="*/ 11894 w 160573"/>
                  <a:gd name="connsiteY17" fmla="*/ 109560 h 143052"/>
                  <a:gd name="connsiteX18" fmla="*/ 13084 w 160573"/>
                  <a:gd name="connsiteY18" fmla="*/ 109560 h 143052"/>
                  <a:gd name="connsiteX19" fmla="*/ 23789 w 160573"/>
                  <a:gd name="connsiteY19" fmla="*/ 97666 h 143052"/>
                  <a:gd name="connsiteX20" fmla="*/ 23789 w 160573"/>
                  <a:gd name="connsiteY20" fmla="*/ 88150 h 143052"/>
                  <a:gd name="connsiteX21" fmla="*/ 21410 w 160573"/>
                  <a:gd name="connsiteY21" fmla="*/ 85771 h 143052"/>
                  <a:gd name="connsiteX22" fmla="*/ 19031 w 160573"/>
                  <a:gd name="connsiteY22" fmla="*/ 85771 h 143052"/>
                  <a:gd name="connsiteX23" fmla="*/ 19031 w 160573"/>
                  <a:gd name="connsiteY23" fmla="*/ 83393 h 143052"/>
                  <a:gd name="connsiteX24" fmla="*/ 15463 w 160573"/>
                  <a:gd name="connsiteY24" fmla="*/ 79824 h 143052"/>
                  <a:gd name="connsiteX25" fmla="*/ 10705 w 160573"/>
                  <a:gd name="connsiteY25" fmla="*/ 79824 h 143052"/>
                  <a:gd name="connsiteX26" fmla="*/ 4758 w 160573"/>
                  <a:gd name="connsiteY26" fmla="*/ 78635 h 143052"/>
                  <a:gd name="connsiteX27" fmla="*/ 5947 w 160573"/>
                  <a:gd name="connsiteY27" fmla="*/ 66740 h 143052"/>
                  <a:gd name="connsiteX28" fmla="*/ 5947 w 160573"/>
                  <a:gd name="connsiteY28" fmla="*/ 58414 h 143052"/>
                  <a:gd name="connsiteX29" fmla="*/ 3569 w 160573"/>
                  <a:gd name="connsiteY29" fmla="*/ 52467 h 143052"/>
                  <a:gd name="connsiteX30" fmla="*/ 0 w 160573"/>
                  <a:gd name="connsiteY30" fmla="*/ 44141 h 143052"/>
                  <a:gd name="connsiteX31" fmla="*/ 1190 w 160573"/>
                  <a:gd name="connsiteY31" fmla="*/ 39383 h 143052"/>
                  <a:gd name="connsiteX32" fmla="*/ 2379 w 160573"/>
                  <a:gd name="connsiteY32" fmla="*/ 38194 h 143052"/>
                  <a:gd name="connsiteX33" fmla="*/ 2379 w 160573"/>
                  <a:gd name="connsiteY33" fmla="*/ 38194 h 143052"/>
                  <a:gd name="connsiteX34" fmla="*/ 11894 w 160573"/>
                  <a:gd name="connsiteY34" fmla="*/ 38194 h 143052"/>
                  <a:gd name="connsiteX35" fmla="*/ 17842 w 160573"/>
                  <a:gd name="connsiteY35" fmla="*/ 33436 h 143052"/>
                  <a:gd name="connsiteX36" fmla="*/ 19031 w 160573"/>
                  <a:gd name="connsiteY36" fmla="*/ 28679 h 143052"/>
                  <a:gd name="connsiteX37" fmla="*/ 20221 w 160573"/>
                  <a:gd name="connsiteY37" fmla="*/ 25110 h 143052"/>
                  <a:gd name="connsiteX38" fmla="*/ 22600 w 160573"/>
                  <a:gd name="connsiteY38" fmla="*/ 15595 h 143052"/>
                  <a:gd name="connsiteX39" fmla="*/ 66608 w 160573"/>
                  <a:gd name="connsiteY39" fmla="*/ 9648 h 143052"/>
                  <a:gd name="connsiteX40" fmla="*/ 84450 w 160573"/>
                  <a:gd name="connsiteY40" fmla="*/ 15595 h 143052"/>
                  <a:gd name="connsiteX41" fmla="*/ 103481 w 160573"/>
                  <a:gd name="connsiteY41" fmla="*/ 9648 h 143052"/>
                  <a:gd name="connsiteX42" fmla="*/ 121323 w 160573"/>
                  <a:gd name="connsiteY42" fmla="*/ 3700 h 143052"/>
                  <a:gd name="connsiteX43" fmla="*/ 143922 w 160573"/>
                  <a:gd name="connsiteY43" fmla="*/ 3700 h 143052"/>
                  <a:gd name="connsiteX44" fmla="*/ 160574 w 160573"/>
                  <a:gd name="connsiteY44" fmla="*/ 132 h 143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60573" h="143052">
                    <a:moveTo>
                      <a:pt x="160574" y="132"/>
                    </a:moveTo>
                    <a:cubicBezTo>
                      <a:pt x="158195" y="2511"/>
                      <a:pt x="157006" y="4890"/>
                      <a:pt x="154627" y="7269"/>
                    </a:cubicBezTo>
                    <a:cubicBezTo>
                      <a:pt x="149869" y="12027"/>
                      <a:pt x="143922" y="12027"/>
                      <a:pt x="139164" y="15595"/>
                    </a:cubicBezTo>
                    <a:cubicBezTo>
                      <a:pt x="134406" y="19163"/>
                      <a:pt x="133217" y="26300"/>
                      <a:pt x="134406" y="32247"/>
                    </a:cubicBezTo>
                    <a:cubicBezTo>
                      <a:pt x="135596" y="35815"/>
                      <a:pt x="137975" y="38194"/>
                      <a:pt x="139164" y="40573"/>
                    </a:cubicBezTo>
                    <a:cubicBezTo>
                      <a:pt x="140354" y="44141"/>
                      <a:pt x="139164" y="47710"/>
                      <a:pt x="137975" y="51278"/>
                    </a:cubicBezTo>
                    <a:cubicBezTo>
                      <a:pt x="136785" y="54846"/>
                      <a:pt x="135596" y="56036"/>
                      <a:pt x="135596" y="59604"/>
                    </a:cubicBezTo>
                    <a:cubicBezTo>
                      <a:pt x="135596" y="63172"/>
                      <a:pt x="135596" y="65551"/>
                      <a:pt x="134406" y="69119"/>
                    </a:cubicBezTo>
                    <a:cubicBezTo>
                      <a:pt x="129649" y="81014"/>
                      <a:pt x="117754" y="86961"/>
                      <a:pt x="108239" y="94097"/>
                    </a:cubicBezTo>
                    <a:cubicBezTo>
                      <a:pt x="103481" y="97666"/>
                      <a:pt x="97534" y="100045"/>
                      <a:pt x="92776" y="104802"/>
                    </a:cubicBezTo>
                    <a:cubicBezTo>
                      <a:pt x="90397" y="105992"/>
                      <a:pt x="88018" y="108371"/>
                      <a:pt x="86829" y="109560"/>
                    </a:cubicBezTo>
                    <a:cubicBezTo>
                      <a:pt x="71366" y="117886"/>
                      <a:pt x="57093" y="127402"/>
                      <a:pt x="42820" y="136917"/>
                    </a:cubicBezTo>
                    <a:cubicBezTo>
                      <a:pt x="39252" y="139296"/>
                      <a:pt x="34494" y="144054"/>
                      <a:pt x="30925" y="142864"/>
                    </a:cubicBezTo>
                    <a:cubicBezTo>
                      <a:pt x="26168" y="141675"/>
                      <a:pt x="23789" y="138107"/>
                      <a:pt x="20221" y="135728"/>
                    </a:cubicBezTo>
                    <a:cubicBezTo>
                      <a:pt x="19031" y="134538"/>
                      <a:pt x="16652" y="133349"/>
                      <a:pt x="14273" y="133349"/>
                    </a:cubicBezTo>
                    <a:cubicBezTo>
                      <a:pt x="14273" y="127402"/>
                      <a:pt x="14273" y="121455"/>
                      <a:pt x="11894" y="117886"/>
                    </a:cubicBezTo>
                    <a:cubicBezTo>
                      <a:pt x="10705" y="116697"/>
                      <a:pt x="9516" y="115507"/>
                      <a:pt x="8326" y="115507"/>
                    </a:cubicBezTo>
                    <a:cubicBezTo>
                      <a:pt x="9516" y="113129"/>
                      <a:pt x="10705" y="111939"/>
                      <a:pt x="11894" y="109560"/>
                    </a:cubicBezTo>
                    <a:cubicBezTo>
                      <a:pt x="11894" y="109560"/>
                      <a:pt x="11894" y="109560"/>
                      <a:pt x="13084" y="109560"/>
                    </a:cubicBezTo>
                    <a:cubicBezTo>
                      <a:pt x="15463" y="102423"/>
                      <a:pt x="17842" y="100045"/>
                      <a:pt x="23789" y="97666"/>
                    </a:cubicBezTo>
                    <a:cubicBezTo>
                      <a:pt x="23789" y="95287"/>
                      <a:pt x="24978" y="90529"/>
                      <a:pt x="23789" y="88150"/>
                    </a:cubicBezTo>
                    <a:cubicBezTo>
                      <a:pt x="23789" y="85771"/>
                      <a:pt x="22600" y="86961"/>
                      <a:pt x="21410" y="85771"/>
                    </a:cubicBezTo>
                    <a:cubicBezTo>
                      <a:pt x="20221" y="84582"/>
                      <a:pt x="20221" y="85771"/>
                      <a:pt x="19031" y="85771"/>
                    </a:cubicBezTo>
                    <a:cubicBezTo>
                      <a:pt x="19031" y="84582"/>
                      <a:pt x="19031" y="84582"/>
                      <a:pt x="19031" y="83393"/>
                    </a:cubicBezTo>
                    <a:cubicBezTo>
                      <a:pt x="17842" y="82203"/>
                      <a:pt x="17842" y="81014"/>
                      <a:pt x="15463" y="79824"/>
                    </a:cubicBezTo>
                    <a:cubicBezTo>
                      <a:pt x="14273" y="79824"/>
                      <a:pt x="11894" y="79824"/>
                      <a:pt x="10705" y="79824"/>
                    </a:cubicBezTo>
                    <a:cubicBezTo>
                      <a:pt x="8326" y="79824"/>
                      <a:pt x="7137" y="78635"/>
                      <a:pt x="4758" y="78635"/>
                    </a:cubicBezTo>
                    <a:cubicBezTo>
                      <a:pt x="4758" y="75066"/>
                      <a:pt x="5947" y="71498"/>
                      <a:pt x="5947" y="66740"/>
                    </a:cubicBezTo>
                    <a:cubicBezTo>
                      <a:pt x="5947" y="64362"/>
                      <a:pt x="5947" y="61983"/>
                      <a:pt x="5947" y="58414"/>
                    </a:cubicBezTo>
                    <a:cubicBezTo>
                      <a:pt x="5947" y="56036"/>
                      <a:pt x="4758" y="54846"/>
                      <a:pt x="3569" y="52467"/>
                    </a:cubicBezTo>
                    <a:cubicBezTo>
                      <a:pt x="1190" y="51278"/>
                      <a:pt x="0" y="46520"/>
                      <a:pt x="0" y="44141"/>
                    </a:cubicBezTo>
                    <a:cubicBezTo>
                      <a:pt x="0" y="42952"/>
                      <a:pt x="0" y="40573"/>
                      <a:pt x="1190" y="39383"/>
                    </a:cubicBezTo>
                    <a:cubicBezTo>
                      <a:pt x="1190" y="39383"/>
                      <a:pt x="1190" y="38194"/>
                      <a:pt x="2379" y="38194"/>
                    </a:cubicBezTo>
                    <a:cubicBezTo>
                      <a:pt x="2379" y="38194"/>
                      <a:pt x="2379" y="38194"/>
                      <a:pt x="2379" y="38194"/>
                    </a:cubicBezTo>
                    <a:cubicBezTo>
                      <a:pt x="4758" y="37005"/>
                      <a:pt x="9516" y="38194"/>
                      <a:pt x="11894" y="38194"/>
                    </a:cubicBezTo>
                    <a:cubicBezTo>
                      <a:pt x="17842" y="38194"/>
                      <a:pt x="16652" y="38194"/>
                      <a:pt x="17842" y="33436"/>
                    </a:cubicBezTo>
                    <a:cubicBezTo>
                      <a:pt x="17842" y="31057"/>
                      <a:pt x="17842" y="31057"/>
                      <a:pt x="19031" y="28679"/>
                    </a:cubicBezTo>
                    <a:cubicBezTo>
                      <a:pt x="19031" y="27489"/>
                      <a:pt x="20221" y="26300"/>
                      <a:pt x="20221" y="25110"/>
                    </a:cubicBezTo>
                    <a:cubicBezTo>
                      <a:pt x="21410" y="21542"/>
                      <a:pt x="20221" y="17974"/>
                      <a:pt x="22600" y="15595"/>
                    </a:cubicBezTo>
                    <a:cubicBezTo>
                      <a:pt x="36873" y="22731"/>
                      <a:pt x="51146" y="8458"/>
                      <a:pt x="66608" y="9648"/>
                    </a:cubicBezTo>
                    <a:cubicBezTo>
                      <a:pt x="73745" y="9648"/>
                      <a:pt x="77313" y="15595"/>
                      <a:pt x="84450" y="15595"/>
                    </a:cubicBezTo>
                    <a:cubicBezTo>
                      <a:pt x="91587" y="15595"/>
                      <a:pt x="97534" y="13216"/>
                      <a:pt x="103481" y="9648"/>
                    </a:cubicBezTo>
                    <a:cubicBezTo>
                      <a:pt x="109428" y="6079"/>
                      <a:pt x="114186" y="3700"/>
                      <a:pt x="121323" y="3700"/>
                    </a:cubicBezTo>
                    <a:cubicBezTo>
                      <a:pt x="128459" y="3700"/>
                      <a:pt x="136785" y="3700"/>
                      <a:pt x="143922" y="3700"/>
                    </a:cubicBezTo>
                    <a:cubicBezTo>
                      <a:pt x="147490" y="-1057"/>
                      <a:pt x="154627" y="132"/>
                      <a:pt x="160574" y="132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E9B37389-4230-43C4-3132-E24F57D02CB9}"/>
                  </a:ext>
                </a:extLst>
              </p:cNvPr>
              <p:cNvSpPr/>
              <p:nvPr/>
            </p:nvSpPr>
            <p:spPr>
              <a:xfrm>
                <a:off x="6487036" y="3451661"/>
                <a:ext cx="59784" cy="31575"/>
              </a:xfrm>
              <a:custGeom>
                <a:avLst/>
                <a:gdLst>
                  <a:gd name="connsiteX0" fmla="*/ 35683 w 59784"/>
                  <a:gd name="connsiteY0" fmla="*/ 25135 h 31575"/>
                  <a:gd name="connsiteX1" fmla="*/ 44009 w 59784"/>
                  <a:gd name="connsiteY1" fmla="*/ 22756 h 31575"/>
                  <a:gd name="connsiteX2" fmla="*/ 48767 w 59784"/>
                  <a:gd name="connsiteY2" fmla="*/ 20378 h 31575"/>
                  <a:gd name="connsiteX3" fmla="*/ 47577 w 59784"/>
                  <a:gd name="connsiteY3" fmla="*/ 12052 h 31575"/>
                  <a:gd name="connsiteX4" fmla="*/ 59472 w 59784"/>
                  <a:gd name="connsiteY4" fmla="*/ 157 h 31575"/>
                  <a:gd name="connsiteX5" fmla="*/ 45199 w 59784"/>
                  <a:gd name="connsiteY5" fmla="*/ 4915 h 31575"/>
                  <a:gd name="connsiteX6" fmla="*/ 30925 w 59784"/>
                  <a:gd name="connsiteY6" fmla="*/ 9673 h 31575"/>
                  <a:gd name="connsiteX7" fmla="*/ 23789 w 59784"/>
                  <a:gd name="connsiteY7" fmla="*/ 6104 h 31575"/>
                  <a:gd name="connsiteX8" fmla="*/ 19031 w 59784"/>
                  <a:gd name="connsiteY8" fmla="*/ 6104 h 31575"/>
                  <a:gd name="connsiteX9" fmla="*/ 15463 w 59784"/>
                  <a:gd name="connsiteY9" fmla="*/ 14430 h 31575"/>
                  <a:gd name="connsiteX10" fmla="*/ 8326 w 59784"/>
                  <a:gd name="connsiteY10" fmla="*/ 10862 h 31575"/>
                  <a:gd name="connsiteX11" fmla="*/ 4758 w 59784"/>
                  <a:gd name="connsiteY11" fmla="*/ 14430 h 31575"/>
                  <a:gd name="connsiteX12" fmla="*/ 0 w 59784"/>
                  <a:gd name="connsiteY12" fmla="*/ 16809 h 31575"/>
                  <a:gd name="connsiteX13" fmla="*/ 5947 w 59784"/>
                  <a:gd name="connsiteY13" fmla="*/ 27514 h 31575"/>
                  <a:gd name="connsiteX14" fmla="*/ 17842 w 59784"/>
                  <a:gd name="connsiteY14" fmla="*/ 29893 h 31575"/>
                  <a:gd name="connsiteX15" fmla="*/ 22600 w 59784"/>
                  <a:gd name="connsiteY15" fmla="*/ 31083 h 31575"/>
                  <a:gd name="connsiteX16" fmla="*/ 28547 w 59784"/>
                  <a:gd name="connsiteY16" fmla="*/ 28704 h 31575"/>
                  <a:gd name="connsiteX17" fmla="*/ 35683 w 59784"/>
                  <a:gd name="connsiteY17" fmla="*/ 25135 h 3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9784" h="31575">
                    <a:moveTo>
                      <a:pt x="35683" y="25135"/>
                    </a:moveTo>
                    <a:cubicBezTo>
                      <a:pt x="35683" y="25135"/>
                      <a:pt x="41630" y="22756"/>
                      <a:pt x="44009" y="22756"/>
                    </a:cubicBezTo>
                    <a:cubicBezTo>
                      <a:pt x="46388" y="23946"/>
                      <a:pt x="48767" y="22756"/>
                      <a:pt x="48767" y="20378"/>
                    </a:cubicBezTo>
                    <a:cubicBezTo>
                      <a:pt x="48767" y="17999"/>
                      <a:pt x="45199" y="14430"/>
                      <a:pt x="47577" y="12052"/>
                    </a:cubicBezTo>
                    <a:cubicBezTo>
                      <a:pt x="49956" y="9673"/>
                      <a:pt x="61851" y="157"/>
                      <a:pt x="59472" y="157"/>
                    </a:cubicBezTo>
                    <a:cubicBezTo>
                      <a:pt x="57093" y="-1032"/>
                      <a:pt x="47577" y="4915"/>
                      <a:pt x="45199" y="4915"/>
                    </a:cubicBezTo>
                    <a:cubicBezTo>
                      <a:pt x="42820" y="6104"/>
                      <a:pt x="34494" y="9673"/>
                      <a:pt x="30925" y="9673"/>
                    </a:cubicBezTo>
                    <a:cubicBezTo>
                      <a:pt x="26168" y="9673"/>
                      <a:pt x="24978" y="6104"/>
                      <a:pt x="23789" y="6104"/>
                    </a:cubicBezTo>
                    <a:cubicBezTo>
                      <a:pt x="23789" y="6104"/>
                      <a:pt x="20221" y="4915"/>
                      <a:pt x="19031" y="6104"/>
                    </a:cubicBezTo>
                    <a:cubicBezTo>
                      <a:pt x="19031" y="7294"/>
                      <a:pt x="19031" y="14430"/>
                      <a:pt x="15463" y="14430"/>
                    </a:cubicBezTo>
                    <a:cubicBezTo>
                      <a:pt x="13084" y="14430"/>
                      <a:pt x="10705" y="10862"/>
                      <a:pt x="8326" y="10862"/>
                    </a:cubicBezTo>
                    <a:cubicBezTo>
                      <a:pt x="7137" y="12052"/>
                      <a:pt x="5947" y="14430"/>
                      <a:pt x="4758" y="14430"/>
                    </a:cubicBezTo>
                    <a:cubicBezTo>
                      <a:pt x="3569" y="14430"/>
                      <a:pt x="1190" y="15620"/>
                      <a:pt x="0" y="16809"/>
                    </a:cubicBezTo>
                    <a:cubicBezTo>
                      <a:pt x="0" y="17999"/>
                      <a:pt x="3569" y="25135"/>
                      <a:pt x="5947" y="27514"/>
                    </a:cubicBezTo>
                    <a:cubicBezTo>
                      <a:pt x="9516" y="29893"/>
                      <a:pt x="17842" y="28704"/>
                      <a:pt x="17842" y="29893"/>
                    </a:cubicBezTo>
                    <a:cubicBezTo>
                      <a:pt x="19031" y="31083"/>
                      <a:pt x="21410" y="32272"/>
                      <a:pt x="22600" y="31083"/>
                    </a:cubicBezTo>
                    <a:cubicBezTo>
                      <a:pt x="23789" y="29893"/>
                      <a:pt x="27357" y="28704"/>
                      <a:pt x="28547" y="28704"/>
                    </a:cubicBezTo>
                    <a:cubicBezTo>
                      <a:pt x="30925" y="29893"/>
                      <a:pt x="32115" y="26325"/>
                      <a:pt x="35683" y="25135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2006022B-2657-190F-8F0B-CCFFEB2BE4A5}"/>
                  </a:ext>
                </a:extLst>
              </p:cNvPr>
              <p:cNvSpPr/>
              <p:nvPr/>
            </p:nvSpPr>
            <p:spPr>
              <a:xfrm>
                <a:off x="3616930" y="4384335"/>
                <a:ext cx="153185" cy="166765"/>
              </a:xfrm>
              <a:custGeom>
                <a:avLst/>
                <a:gdLst>
                  <a:gd name="connsiteX0" fmla="*/ 146301 w 153185"/>
                  <a:gd name="connsiteY0" fmla="*/ 68987 h 166765"/>
                  <a:gd name="connsiteX1" fmla="*/ 137975 w 153185"/>
                  <a:gd name="connsiteY1" fmla="*/ 85639 h 166765"/>
                  <a:gd name="connsiteX2" fmla="*/ 126080 w 153185"/>
                  <a:gd name="connsiteY2" fmla="*/ 97534 h 166765"/>
                  <a:gd name="connsiteX3" fmla="*/ 93965 w 153185"/>
                  <a:gd name="connsiteY3" fmla="*/ 115375 h 166765"/>
                  <a:gd name="connsiteX4" fmla="*/ 77313 w 153185"/>
                  <a:gd name="connsiteY4" fmla="*/ 124891 h 166765"/>
                  <a:gd name="connsiteX5" fmla="*/ 70177 w 153185"/>
                  <a:gd name="connsiteY5" fmla="*/ 141543 h 166765"/>
                  <a:gd name="connsiteX6" fmla="*/ 47577 w 153185"/>
                  <a:gd name="connsiteY6" fmla="*/ 164142 h 166765"/>
                  <a:gd name="connsiteX7" fmla="*/ 41630 w 153185"/>
                  <a:gd name="connsiteY7" fmla="*/ 157006 h 166765"/>
                  <a:gd name="connsiteX8" fmla="*/ 33304 w 153185"/>
                  <a:gd name="connsiteY8" fmla="*/ 154627 h 166765"/>
                  <a:gd name="connsiteX9" fmla="*/ 26168 w 153185"/>
                  <a:gd name="connsiteY9" fmla="*/ 151058 h 166765"/>
                  <a:gd name="connsiteX10" fmla="*/ 19031 w 153185"/>
                  <a:gd name="connsiteY10" fmla="*/ 147490 h 166765"/>
                  <a:gd name="connsiteX11" fmla="*/ 27357 w 153185"/>
                  <a:gd name="connsiteY11" fmla="*/ 137975 h 166765"/>
                  <a:gd name="connsiteX12" fmla="*/ 24978 w 153185"/>
                  <a:gd name="connsiteY12" fmla="*/ 128459 h 166765"/>
                  <a:gd name="connsiteX13" fmla="*/ 28546 w 153185"/>
                  <a:gd name="connsiteY13" fmla="*/ 127270 h 166765"/>
                  <a:gd name="connsiteX14" fmla="*/ 32115 w 153185"/>
                  <a:gd name="connsiteY14" fmla="*/ 101102 h 166765"/>
                  <a:gd name="connsiteX15" fmla="*/ 15463 w 153185"/>
                  <a:gd name="connsiteY15" fmla="*/ 110617 h 166765"/>
                  <a:gd name="connsiteX16" fmla="*/ 0 w 153185"/>
                  <a:gd name="connsiteY16" fmla="*/ 97534 h 166765"/>
                  <a:gd name="connsiteX17" fmla="*/ 5947 w 153185"/>
                  <a:gd name="connsiteY17" fmla="*/ 80881 h 166765"/>
                  <a:gd name="connsiteX18" fmla="*/ 3568 w 153185"/>
                  <a:gd name="connsiteY18" fmla="*/ 63040 h 166765"/>
                  <a:gd name="connsiteX19" fmla="*/ 14273 w 153185"/>
                  <a:gd name="connsiteY19" fmla="*/ 63040 h 166765"/>
                  <a:gd name="connsiteX20" fmla="*/ 16652 w 153185"/>
                  <a:gd name="connsiteY20" fmla="*/ 47577 h 166765"/>
                  <a:gd name="connsiteX21" fmla="*/ 27357 w 153185"/>
                  <a:gd name="connsiteY21" fmla="*/ 35683 h 166765"/>
                  <a:gd name="connsiteX22" fmla="*/ 22599 w 153185"/>
                  <a:gd name="connsiteY22" fmla="*/ 20221 h 166765"/>
                  <a:gd name="connsiteX23" fmla="*/ 38062 w 153185"/>
                  <a:gd name="connsiteY23" fmla="*/ 11894 h 166765"/>
                  <a:gd name="connsiteX24" fmla="*/ 54714 w 153185"/>
                  <a:gd name="connsiteY24" fmla="*/ 0 h 166765"/>
                  <a:gd name="connsiteX25" fmla="*/ 68987 w 153185"/>
                  <a:gd name="connsiteY25" fmla="*/ 8326 h 166765"/>
                  <a:gd name="connsiteX26" fmla="*/ 85639 w 153185"/>
                  <a:gd name="connsiteY26" fmla="*/ 17842 h 166765"/>
                  <a:gd name="connsiteX27" fmla="*/ 91586 w 153185"/>
                  <a:gd name="connsiteY27" fmla="*/ 24978 h 166765"/>
                  <a:gd name="connsiteX28" fmla="*/ 98723 w 153185"/>
                  <a:gd name="connsiteY28" fmla="*/ 29736 h 166765"/>
                  <a:gd name="connsiteX29" fmla="*/ 115375 w 153185"/>
                  <a:gd name="connsiteY29" fmla="*/ 36873 h 166765"/>
                  <a:gd name="connsiteX30" fmla="*/ 127270 w 153185"/>
                  <a:gd name="connsiteY30" fmla="*/ 26168 h 166765"/>
                  <a:gd name="connsiteX31" fmla="*/ 139164 w 153185"/>
                  <a:gd name="connsiteY31" fmla="*/ 30925 h 166765"/>
                  <a:gd name="connsiteX32" fmla="*/ 145111 w 153185"/>
                  <a:gd name="connsiteY32" fmla="*/ 36873 h 166765"/>
                  <a:gd name="connsiteX33" fmla="*/ 147490 w 153185"/>
                  <a:gd name="connsiteY33" fmla="*/ 38062 h 166765"/>
                  <a:gd name="connsiteX34" fmla="*/ 151058 w 153185"/>
                  <a:gd name="connsiteY34" fmla="*/ 51146 h 166765"/>
                  <a:gd name="connsiteX35" fmla="*/ 146301 w 153185"/>
                  <a:gd name="connsiteY35" fmla="*/ 68987 h 16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53185" h="166765">
                    <a:moveTo>
                      <a:pt x="146301" y="68987"/>
                    </a:moveTo>
                    <a:cubicBezTo>
                      <a:pt x="143922" y="74934"/>
                      <a:pt x="142732" y="80881"/>
                      <a:pt x="137975" y="85639"/>
                    </a:cubicBezTo>
                    <a:cubicBezTo>
                      <a:pt x="134406" y="90397"/>
                      <a:pt x="129648" y="93965"/>
                      <a:pt x="126080" y="97534"/>
                    </a:cubicBezTo>
                    <a:cubicBezTo>
                      <a:pt x="117754" y="107049"/>
                      <a:pt x="105860" y="112996"/>
                      <a:pt x="93965" y="115375"/>
                    </a:cubicBezTo>
                    <a:cubicBezTo>
                      <a:pt x="88018" y="116564"/>
                      <a:pt x="79692" y="118944"/>
                      <a:pt x="77313" y="124891"/>
                    </a:cubicBezTo>
                    <a:cubicBezTo>
                      <a:pt x="74934" y="129648"/>
                      <a:pt x="74934" y="137975"/>
                      <a:pt x="70177" y="141543"/>
                    </a:cubicBezTo>
                    <a:cubicBezTo>
                      <a:pt x="68987" y="149869"/>
                      <a:pt x="58282" y="174847"/>
                      <a:pt x="47577" y="164142"/>
                    </a:cubicBezTo>
                    <a:cubicBezTo>
                      <a:pt x="45199" y="161763"/>
                      <a:pt x="45199" y="158195"/>
                      <a:pt x="41630" y="157006"/>
                    </a:cubicBezTo>
                    <a:cubicBezTo>
                      <a:pt x="39251" y="155816"/>
                      <a:pt x="35683" y="155816"/>
                      <a:pt x="33304" y="154627"/>
                    </a:cubicBezTo>
                    <a:cubicBezTo>
                      <a:pt x="29736" y="152248"/>
                      <a:pt x="29736" y="151058"/>
                      <a:pt x="26168" y="151058"/>
                    </a:cubicBezTo>
                    <a:cubicBezTo>
                      <a:pt x="23789" y="151058"/>
                      <a:pt x="17842" y="152248"/>
                      <a:pt x="19031" y="147490"/>
                    </a:cubicBezTo>
                    <a:cubicBezTo>
                      <a:pt x="19031" y="143922"/>
                      <a:pt x="26168" y="141543"/>
                      <a:pt x="27357" y="137975"/>
                    </a:cubicBezTo>
                    <a:cubicBezTo>
                      <a:pt x="28546" y="135596"/>
                      <a:pt x="27357" y="132027"/>
                      <a:pt x="24978" y="128459"/>
                    </a:cubicBezTo>
                    <a:cubicBezTo>
                      <a:pt x="26168" y="128459"/>
                      <a:pt x="27357" y="127270"/>
                      <a:pt x="28546" y="127270"/>
                    </a:cubicBezTo>
                    <a:cubicBezTo>
                      <a:pt x="33304" y="117754"/>
                      <a:pt x="35683" y="110617"/>
                      <a:pt x="32115" y="101102"/>
                    </a:cubicBezTo>
                    <a:cubicBezTo>
                      <a:pt x="24978" y="102291"/>
                      <a:pt x="22599" y="111807"/>
                      <a:pt x="15463" y="110617"/>
                    </a:cubicBezTo>
                    <a:cubicBezTo>
                      <a:pt x="10705" y="110617"/>
                      <a:pt x="1190" y="102291"/>
                      <a:pt x="0" y="97534"/>
                    </a:cubicBezTo>
                    <a:cubicBezTo>
                      <a:pt x="8326" y="92776"/>
                      <a:pt x="8326" y="88018"/>
                      <a:pt x="5947" y="80881"/>
                    </a:cubicBezTo>
                    <a:cubicBezTo>
                      <a:pt x="3568" y="73745"/>
                      <a:pt x="3568" y="70177"/>
                      <a:pt x="3568" y="63040"/>
                    </a:cubicBezTo>
                    <a:cubicBezTo>
                      <a:pt x="7137" y="63040"/>
                      <a:pt x="10705" y="63040"/>
                      <a:pt x="14273" y="63040"/>
                    </a:cubicBezTo>
                    <a:cubicBezTo>
                      <a:pt x="15463" y="58282"/>
                      <a:pt x="14273" y="51146"/>
                      <a:pt x="16652" y="47577"/>
                    </a:cubicBezTo>
                    <a:cubicBezTo>
                      <a:pt x="17842" y="44009"/>
                      <a:pt x="26168" y="41630"/>
                      <a:pt x="27357" y="35683"/>
                    </a:cubicBezTo>
                    <a:cubicBezTo>
                      <a:pt x="28546" y="32115"/>
                      <a:pt x="21410" y="21410"/>
                      <a:pt x="22599" y="20221"/>
                    </a:cubicBezTo>
                    <a:cubicBezTo>
                      <a:pt x="24978" y="14273"/>
                      <a:pt x="34494" y="14273"/>
                      <a:pt x="38062" y="11894"/>
                    </a:cubicBezTo>
                    <a:cubicBezTo>
                      <a:pt x="47577" y="10705"/>
                      <a:pt x="52335" y="5947"/>
                      <a:pt x="54714" y="0"/>
                    </a:cubicBezTo>
                    <a:cubicBezTo>
                      <a:pt x="59472" y="2379"/>
                      <a:pt x="64229" y="5947"/>
                      <a:pt x="68987" y="8326"/>
                    </a:cubicBezTo>
                    <a:cubicBezTo>
                      <a:pt x="74934" y="11894"/>
                      <a:pt x="80882" y="14273"/>
                      <a:pt x="85639" y="17842"/>
                    </a:cubicBezTo>
                    <a:cubicBezTo>
                      <a:pt x="88018" y="20221"/>
                      <a:pt x="89208" y="22599"/>
                      <a:pt x="91586" y="24978"/>
                    </a:cubicBezTo>
                    <a:cubicBezTo>
                      <a:pt x="93965" y="28546"/>
                      <a:pt x="95155" y="28546"/>
                      <a:pt x="98723" y="29736"/>
                    </a:cubicBezTo>
                    <a:cubicBezTo>
                      <a:pt x="104670" y="32115"/>
                      <a:pt x="110617" y="35683"/>
                      <a:pt x="115375" y="36873"/>
                    </a:cubicBezTo>
                    <a:cubicBezTo>
                      <a:pt x="122512" y="38062"/>
                      <a:pt x="126080" y="33304"/>
                      <a:pt x="127270" y="26168"/>
                    </a:cubicBezTo>
                    <a:cubicBezTo>
                      <a:pt x="132027" y="26168"/>
                      <a:pt x="136785" y="28546"/>
                      <a:pt x="139164" y="30925"/>
                    </a:cubicBezTo>
                    <a:cubicBezTo>
                      <a:pt x="141543" y="32115"/>
                      <a:pt x="142732" y="35683"/>
                      <a:pt x="145111" y="36873"/>
                    </a:cubicBezTo>
                    <a:cubicBezTo>
                      <a:pt x="146301" y="36873"/>
                      <a:pt x="146301" y="38062"/>
                      <a:pt x="147490" y="38062"/>
                    </a:cubicBezTo>
                    <a:cubicBezTo>
                      <a:pt x="148679" y="42820"/>
                      <a:pt x="148679" y="46388"/>
                      <a:pt x="151058" y="51146"/>
                    </a:cubicBezTo>
                    <a:cubicBezTo>
                      <a:pt x="153437" y="58282"/>
                      <a:pt x="155816" y="66608"/>
                      <a:pt x="146301" y="6898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23" name="Graphic 27">
                <a:extLst>
                  <a:ext uri="{FF2B5EF4-FFF2-40B4-BE49-F238E27FC236}">
                    <a16:creationId xmlns:a16="http://schemas.microsoft.com/office/drawing/2014/main" id="{8697BC40-DD68-A92C-A8D6-924ADC29540D}"/>
                  </a:ext>
                </a:extLst>
              </p:cNvPr>
              <p:cNvGrpSpPr/>
              <p:nvPr/>
            </p:nvGrpSpPr>
            <p:grpSpPr>
              <a:xfrm>
                <a:off x="4117549" y="4125735"/>
                <a:ext cx="33305" cy="32113"/>
                <a:chOff x="4117549" y="4125735"/>
                <a:chExt cx="33305" cy="32113"/>
              </a:xfrm>
              <a:grpFill/>
            </p:grpSpPr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8475966C-4F6E-E89E-D6CB-BEB1D4F3B026}"/>
                    </a:ext>
                  </a:extLst>
                </p:cNvPr>
                <p:cNvSpPr/>
                <p:nvPr/>
              </p:nvSpPr>
              <p:spPr>
                <a:xfrm>
                  <a:off x="4117549" y="4133536"/>
                  <a:ext cx="25759" cy="24312"/>
                </a:xfrm>
                <a:custGeom>
                  <a:avLst/>
                  <a:gdLst>
                    <a:gd name="connsiteX0" fmla="*/ 15596 w 25759"/>
                    <a:gd name="connsiteY0" fmla="*/ 2207 h 24312"/>
                    <a:gd name="connsiteX1" fmla="*/ 6080 w 25759"/>
                    <a:gd name="connsiteY1" fmla="*/ 1018 h 24312"/>
                    <a:gd name="connsiteX2" fmla="*/ 3701 w 25759"/>
                    <a:gd name="connsiteY2" fmla="*/ 6965 h 24312"/>
                    <a:gd name="connsiteX3" fmla="*/ 7270 w 25759"/>
                    <a:gd name="connsiteY3" fmla="*/ 14102 h 24312"/>
                    <a:gd name="connsiteX4" fmla="*/ 133 w 25759"/>
                    <a:gd name="connsiteY4" fmla="*/ 22428 h 24312"/>
                    <a:gd name="connsiteX5" fmla="*/ 16785 w 25759"/>
                    <a:gd name="connsiteY5" fmla="*/ 22428 h 24312"/>
                    <a:gd name="connsiteX6" fmla="*/ 22732 w 25759"/>
                    <a:gd name="connsiteY6" fmla="*/ 15291 h 24312"/>
                    <a:gd name="connsiteX7" fmla="*/ 20354 w 25759"/>
                    <a:gd name="connsiteY7" fmla="*/ 8155 h 24312"/>
                    <a:gd name="connsiteX8" fmla="*/ 25111 w 25759"/>
                    <a:gd name="connsiteY8" fmla="*/ 1018 h 24312"/>
                    <a:gd name="connsiteX9" fmla="*/ 15596 w 25759"/>
                    <a:gd name="connsiteY9" fmla="*/ 2207 h 24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759" h="24312">
                      <a:moveTo>
                        <a:pt x="15596" y="2207"/>
                      </a:moveTo>
                      <a:cubicBezTo>
                        <a:pt x="13217" y="1018"/>
                        <a:pt x="9649" y="-1361"/>
                        <a:pt x="6080" y="1018"/>
                      </a:cubicBezTo>
                      <a:cubicBezTo>
                        <a:pt x="2512" y="3397"/>
                        <a:pt x="133" y="4586"/>
                        <a:pt x="3701" y="6965"/>
                      </a:cubicBezTo>
                      <a:cubicBezTo>
                        <a:pt x="6080" y="10533"/>
                        <a:pt x="8459" y="11723"/>
                        <a:pt x="7270" y="14102"/>
                      </a:cubicBezTo>
                      <a:cubicBezTo>
                        <a:pt x="6080" y="16480"/>
                        <a:pt x="-1056" y="20049"/>
                        <a:pt x="133" y="22428"/>
                      </a:cubicBezTo>
                      <a:cubicBezTo>
                        <a:pt x="1323" y="23617"/>
                        <a:pt x="10838" y="25996"/>
                        <a:pt x="16785" y="22428"/>
                      </a:cubicBezTo>
                      <a:cubicBezTo>
                        <a:pt x="16785" y="22428"/>
                        <a:pt x="25111" y="18859"/>
                        <a:pt x="22732" y="15291"/>
                      </a:cubicBezTo>
                      <a:cubicBezTo>
                        <a:pt x="20354" y="11723"/>
                        <a:pt x="17975" y="9344"/>
                        <a:pt x="20354" y="8155"/>
                      </a:cubicBezTo>
                      <a:cubicBezTo>
                        <a:pt x="22732" y="6965"/>
                        <a:pt x="27490" y="3397"/>
                        <a:pt x="25111" y="1018"/>
                      </a:cubicBezTo>
                      <a:cubicBezTo>
                        <a:pt x="22732" y="-1361"/>
                        <a:pt x="17975" y="2207"/>
                        <a:pt x="15596" y="220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C9FB1063-2D7D-BF95-BB53-A9074196ECB5}"/>
                    </a:ext>
                  </a:extLst>
                </p:cNvPr>
                <p:cNvSpPr/>
                <p:nvPr/>
              </p:nvSpPr>
              <p:spPr>
                <a:xfrm>
                  <a:off x="4143616" y="4125735"/>
                  <a:ext cx="7237" cy="3889"/>
                </a:xfrm>
                <a:custGeom>
                  <a:avLst/>
                  <a:gdLst>
                    <a:gd name="connsiteX0" fmla="*/ 6181 w 7237"/>
                    <a:gd name="connsiteY0" fmla="*/ 493 h 3889"/>
                    <a:gd name="connsiteX1" fmla="*/ 233 w 7237"/>
                    <a:gd name="connsiteY1" fmla="*/ 1682 h 3889"/>
                    <a:gd name="connsiteX2" fmla="*/ 6181 w 7237"/>
                    <a:gd name="connsiteY2" fmla="*/ 2872 h 3889"/>
                    <a:gd name="connsiteX3" fmla="*/ 6181 w 7237"/>
                    <a:gd name="connsiteY3" fmla="*/ 493 h 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37" h="3889">
                      <a:moveTo>
                        <a:pt x="6181" y="493"/>
                      </a:moveTo>
                      <a:cubicBezTo>
                        <a:pt x="2612" y="-697"/>
                        <a:pt x="-956" y="493"/>
                        <a:pt x="233" y="1682"/>
                      </a:cubicBezTo>
                      <a:cubicBezTo>
                        <a:pt x="1423" y="2872"/>
                        <a:pt x="4991" y="5251"/>
                        <a:pt x="6181" y="2872"/>
                      </a:cubicBezTo>
                      <a:cubicBezTo>
                        <a:pt x="6181" y="4061"/>
                        <a:pt x="8559" y="1682"/>
                        <a:pt x="6181" y="493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6" name="Graphic 27">
                <a:extLst>
                  <a:ext uri="{FF2B5EF4-FFF2-40B4-BE49-F238E27FC236}">
                    <a16:creationId xmlns:a16="http://schemas.microsoft.com/office/drawing/2014/main" id="{335206DC-11A4-61A9-3633-49D3DCA42459}"/>
                  </a:ext>
                </a:extLst>
              </p:cNvPr>
              <p:cNvGrpSpPr/>
              <p:nvPr/>
            </p:nvGrpSpPr>
            <p:grpSpPr>
              <a:xfrm>
                <a:off x="3982086" y="3927889"/>
                <a:ext cx="70669" cy="21578"/>
                <a:chOff x="3982086" y="3927889"/>
                <a:chExt cx="70669" cy="21578"/>
              </a:xfrm>
              <a:grpFill/>
            </p:grpSpPr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58421E39-F9C1-5419-0FC6-9936B5A88D2B}"/>
                    </a:ext>
                  </a:extLst>
                </p:cNvPr>
                <p:cNvSpPr/>
                <p:nvPr/>
              </p:nvSpPr>
              <p:spPr>
                <a:xfrm>
                  <a:off x="3982086" y="3927889"/>
                  <a:ext cx="46765" cy="19129"/>
                </a:xfrm>
                <a:custGeom>
                  <a:avLst/>
                  <a:gdLst>
                    <a:gd name="connsiteX0" fmla="*/ 46388 w 46765"/>
                    <a:gd name="connsiteY0" fmla="*/ 6839 h 19129"/>
                    <a:gd name="connsiteX1" fmla="*/ 39251 w 46765"/>
                    <a:gd name="connsiteY1" fmla="*/ 892 h 19129"/>
                    <a:gd name="connsiteX2" fmla="*/ 7137 w 46765"/>
                    <a:gd name="connsiteY2" fmla="*/ 892 h 19129"/>
                    <a:gd name="connsiteX3" fmla="*/ 0 w 46765"/>
                    <a:gd name="connsiteY3" fmla="*/ 6839 h 19129"/>
                    <a:gd name="connsiteX4" fmla="*/ 2379 w 46765"/>
                    <a:gd name="connsiteY4" fmla="*/ 15165 h 19129"/>
                    <a:gd name="connsiteX5" fmla="*/ 17842 w 46765"/>
                    <a:gd name="connsiteY5" fmla="*/ 17544 h 19129"/>
                    <a:gd name="connsiteX6" fmla="*/ 35683 w 46765"/>
                    <a:gd name="connsiteY6" fmla="*/ 17544 h 19129"/>
                    <a:gd name="connsiteX7" fmla="*/ 46388 w 46765"/>
                    <a:gd name="connsiteY7" fmla="*/ 6839 h 19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6765" h="19129">
                      <a:moveTo>
                        <a:pt x="46388" y="6839"/>
                      </a:moveTo>
                      <a:cubicBezTo>
                        <a:pt x="44009" y="5650"/>
                        <a:pt x="41630" y="2081"/>
                        <a:pt x="39251" y="892"/>
                      </a:cubicBezTo>
                      <a:cubicBezTo>
                        <a:pt x="35683" y="-297"/>
                        <a:pt x="8326" y="-297"/>
                        <a:pt x="7137" y="892"/>
                      </a:cubicBezTo>
                      <a:cubicBezTo>
                        <a:pt x="5947" y="2081"/>
                        <a:pt x="0" y="4460"/>
                        <a:pt x="0" y="6839"/>
                      </a:cubicBezTo>
                      <a:cubicBezTo>
                        <a:pt x="0" y="9218"/>
                        <a:pt x="0" y="12786"/>
                        <a:pt x="2379" y="15165"/>
                      </a:cubicBezTo>
                      <a:cubicBezTo>
                        <a:pt x="4758" y="17544"/>
                        <a:pt x="9516" y="18734"/>
                        <a:pt x="17842" y="17544"/>
                      </a:cubicBezTo>
                      <a:cubicBezTo>
                        <a:pt x="17842" y="17544"/>
                        <a:pt x="32115" y="21112"/>
                        <a:pt x="35683" y="17544"/>
                      </a:cubicBezTo>
                      <a:cubicBezTo>
                        <a:pt x="39251" y="12786"/>
                        <a:pt x="48767" y="8028"/>
                        <a:pt x="46388" y="683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CEC3FAFE-CDD4-FA5C-3BAB-E602757EFE06}"/>
                    </a:ext>
                  </a:extLst>
                </p:cNvPr>
                <p:cNvSpPr/>
                <p:nvPr/>
              </p:nvSpPr>
              <p:spPr>
                <a:xfrm>
                  <a:off x="4028864" y="3938958"/>
                  <a:ext cx="9654" cy="4988"/>
                </a:xfrm>
                <a:custGeom>
                  <a:avLst/>
                  <a:gdLst>
                    <a:gd name="connsiteX0" fmla="*/ 9126 w 9654"/>
                    <a:gd name="connsiteY0" fmla="*/ 529 h 4988"/>
                    <a:gd name="connsiteX1" fmla="*/ 3179 w 9654"/>
                    <a:gd name="connsiteY1" fmla="*/ 529 h 4988"/>
                    <a:gd name="connsiteX2" fmla="*/ 800 w 9654"/>
                    <a:gd name="connsiteY2" fmla="*/ 4097 h 4988"/>
                    <a:gd name="connsiteX3" fmla="*/ 9126 w 9654"/>
                    <a:gd name="connsiteY3" fmla="*/ 4097 h 4988"/>
                    <a:gd name="connsiteX4" fmla="*/ 9126 w 9654"/>
                    <a:gd name="connsiteY4" fmla="*/ 529 h 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54" h="4988">
                      <a:moveTo>
                        <a:pt x="9126" y="529"/>
                      </a:moveTo>
                      <a:cubicBezTo>
                        <a:pt x="7937" y="529"/>
                        <a:pt x="3179" y="-661"/>
                        <a:pt x="3179" y="529"/>
                      </a:cubicBezTo>
                      <a:cubicBezTo>
                        <a:pt x="1990" y="1718"/>
                        <a:pt x="-1579" y="2907"/>
                        <a:pt x="800" y="4097"/>
                      </a:cubicBezTo>
                      <a:cubicBezTo>
                        <a:pt x="3179" y="5286"/>
                        <a:pt x="7937" y="5286"/>
                        <a:pt x="9126" y="4097"/>
                      </a:cubicBezTo>
                      <a:cubicBezTo>
                        <a:pt x="9126" y="4097"/>
                        <a:pt x="10316" y="529"/>
                        <a:pt x="9126" y="52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79763C12-DB6E-4DC5-8C6A-188934E272E6}"/>
                    </a:ext>
                  </a:extLst>
                </p:cNvPr>
                <p:cNvSpPr/>
                <p:nvPr/>
              </p:nvSpPr>
              <p:spPr>
                <a:xfrm>
                  <a:off x="4046316" y="3944244"/>
                  <a:ext cx="6439" cy="5224"/>
                </a:xfrm>
                <a:custGeom>
                  <a:avLst/>
                  <a:gdLst>
                    <a:gd name="connsiteX0" fmla="*/ 4758 w 6439"/>
                    <a:gd name="connsiteY0" fmla="*/ 0 h 5224"/>
                    <a:gd name="connsiteX1" fmla="*/ 0 w 6439"/>
                    <a:gd name="connsiteY1" fmla="*/ 2379 h 5224"/>
                    <a:gd name="connsiteX2" fmla="*/ 5947 w 6439"/>
                    <a:gd name="connsiteY2" fmla="*/ 4758 h 5224"/>
                    <a:gd name="connsiteX3" fmla="*/ 4758 w 6439"/>
                    <a:gd name="connsiteY3" fmla="*/ 0 h 5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39" h="5224">
                      <a:moveTo>
                        <a:pt x="4758" y="0"/>
                      </a:moveTo>
                      <a:cubicBezTo>
                        <a:pt x="3568" y="0"/>
                        <a:pt x="0" y="0"/>
                        <a:pt x="0" y="2379"/>
                      </a:cubicBezTo>
                      <a:cubicBezTo>
                        <a:pt x="0" y="4758"/>
                        <a:pt x="4758" y="5947"/>
                        <a:pt x="5947" y="4758"/>
                      </a:cubicBezTo>
                      <a:cubicBezTo>
                        <a:pt x="7137" y="4758"/>
                        <a:pt x="5947" y="0"/>
                        <a:pt x="4758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0" name="Graphic 27">
                <a:extLst>
                  <a:ext uri="{FF2B5EF4-FFF2-40B4-BE49-F238E27FC236}">
                    <a16:creationId xmlns:a16="http://schemas.microsoft.com/office/drawing/2014/main" id="{03FAAE34-9D05-A52F-97DC-2E5153F57C6A}"/>
                  </a:ext>
                </a:extLst>
              </p:cNvPr>
              <p:cNvGrpSpPr/>
              <p:nvPr/>
            </p:nvGrpSpPr>
            <p:grpSpPr>
              <a:xfrm>
                <a:off x="4085039" y="3934729"/>
                <a:ext cx="40308" cy="34986"/>
                <a:chOff x="4085039" y="3934729"/>
                <a:chExt cx="40308" cy="34986"/>
              </a:xfrm>
              <a:grpFill/>
            </p:grpSpPr>
            <p:sp>
              <p:nvSpPr>
                <p:cNvPr id="131" name="Freeform 130">
                  <a:extLst>
                    <a:ext uri="{FF2B5EF4-FFF2-40B4-BE49-F238E27FC236}">
                      <a16:creationId xmlns:a16="http://schemas.microsoft.com/office/drawing/2014/main" id="{822ED43A-5319-8F18-0AE2-2F9E6D618A05}"/>
                    </a:ext>
                  </a:extLst>
                </p:cNvPr>
                <p:cNvSpPr/>
                <p:nvPr/>
              </p:nvSpPr>
              <p:spPr>
                <a:xfrm>
                  <a:off x="4085039" y="3934729"/>
                  <a:ext cx="11043" cy="9699"/>
                </a:xfrm>
                <a:custGeom>
                  <a:avLst/>
                  <a:gdLst>
                    <a:gd name="connsiteX0" fmla="*/ 10044 w 11043"/>
                    <a:gd name="connsiteY0" fmla="*/ 0 h 9699"/>
                    <a:gd name="connsiteX1" fmla="*/ 529 w 11043"/>
                    <a:gd name="connsiteY1" fmla="*/ 3568 h 9699"/>
                    <a:gd name="connsiteX2" fmla="*/ 529 w 11043"/>
                    <a:gd name="connsiteY2" fmla="*/ 8326 h 9699"/>
                    <a:gd name="connsiteX3" fmla="*/ 6476 w 11043"/>
                    <a:gd name="connsiteY3" fmla="*/ 8326 h 9699"/>
                    <a:gd name="connsiteX4" fmla="*/ 10044 w 11043"/>
                    <a:gd name="connsiteY4" fmla="*/ 0 h 9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43" h="9699">
                      <a:moveTo>
                        <a:pt x="10044" y="0"/>
                      </a:moveTo>
                      <a:cubicBezTo>
                        <a:pt x="6476" y="0"/>
                        <a:pt x="1718" y="2379"/>
                        <a:pt x="529" y="3568"/>
                      </a:cubicBezTo>
                      <a:cubicBezTo>
                        <a:pt x="529" y="4758"/>
                        <a:pt x="-661" y="7136"/>
                        <a:pt x="529" y="8326"/>
                      </a:cubicBezTo>
                      <a:cubicBezTo>
                        <a:pt x="1718" y="9515"/>
                        <a:pt x="5286" y="10705"/>
                        <a:pt x="6476" y="8326"/>
                      </a:cubicBezTo>
                      <a:cubicBezTo>
                        <a:pt x="6476" y="7136"/>
                        <a:pt x="13612" y="0"/>
                        <a:pt x="10044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" name="Freeform 131">
                  <a:extLst>
                    <a:ext uri="{FF2B5EF4-FFF2-40B4-BE49-F238E27FC236}">
                      <a16:creationId xmlns:a16="http://schemas.microsoft.com/office/drawing/2014/main" id="{79DE555F-437D-D09C-E4A6-4AF30A2A9A33}"/>
                    </a:ext>
                  </a:extLst>
                </p:cNvPr>
                <p:cNvSpPr/>
                <p:nvPr/>
              </p:nvSpPr>
              <p:spPr>
                <a:xfrm>
                  <a:off x="4118871" y="3945842"/>
                  <a:ext cx="5815" cy="8105"/>
                </a:xfrm>
                <a:custGeom>
                  <a:avLst/>
                  <a:gdLst>
                    <a:gd name="connsiteX0" fmla="*/ 4758 w 5815"/>
                    <a:gd name="connsiteY0" fmla="*/ 7918 h 8105"/>
                    <a:gd name="connsiteX1" fmla="*/ 4758 w 5815"/>
                    <a:gd name="connsiteY1" fmla="*/ 781 h 8105"/>
                    <a:gd name="connsiteX2" fmla="*/ 0 w 5815"/>
                    <a:gd name="connsiteY2" fmla="*/ 1971 h 8105"/>
                    <a:gd name="connsiteX3" fmla="*/ 4758 w 5815"/>
                    <a:gd name="connsiteY3" fmla="*/ 7918 h 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15" h="8105">
                      <a:moveTo>
                        <a:pt x="4758" y="7918"/>
                      </a:moveTo>
                      <a:cubicBezTo>
                        <a:pt x="4758" y="7918"/>
                        <a:pt x="7137" y="1971"/>
                        <a:pt x="4758" y="781"/>
                      </a:cubicBezTo>
                      <a:cubicBezTo>
                        <a:pt x="2379" y="-408"/>
                        <a:pt x="0" y="-408"/>
                        <a:pt x="0" y="1971"/>
                      </a:cubicBezTo>
                      <a:cubicBezTo>
                        <a:pt x="0" y="4350"/>
                        <a:pt x="3568" y="9107"/>
                        <a:pt x="4758" y="7918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" name="Freeform 132">
                  <a:extLst>
                    <a:ext uri="{FF2B5EF4-FFF2-40B4-BE49-F238E27FC236}">
                      <a16:creationId xmlns:a16="http://schemas.microsoft.com/office/drawing/2014/main" id="{8B7F6597-F542-8FF5-3604-93AC8F83EDCF}"/>
                    </a:ext>
                  </a:extLst>
                </p:cNvPr>
                <p:cNvSpPr/>
                <p:nvPr/>
              </p:nvSpPr>
              <p:spPr>
                <a:xfrm>
                  <a:off x="4094759" y="3954949"/>
                  <a:ext cx="6271" cy="6267"/>
                </a:xfrm>
                <a:custGeom>
                  <a:avLst/>
                  <a:gdLst>
                    <a:gd name="connsiteX0" fmla="*/ 2703 w 6271"/>
                    <a:gd name="connsiteY0" fmla="*/ 0 h 6267"/>
                    <a:gd name="connsiteX1" fmla="*/ 324 w 6271"/>
                    <a:gd name="connsiteY1" fmla="*/ 2379 h 6267"/>
                    <a:gd name="connsiteX2" fmla="*/ 6271 w 6271"/>
                    <a:gd name="connsiteY2" fmla="*/ 4758 h 6267"/>
                    <a:gd name="connsiteX3" fmla="*/ 2703 w 6271"/>
                    <a:gd name="connsiteY3" fmla="*/ 0 h 6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71" h="6267">
                      <a:moveTo>
                        <a:pt x="2703" y="0"/>
                      </a:moveTo>
                      <a:cubicBezTo>
                        <a:pt x="1514" y="0"/>
                        <a:pt x="-865" y="1190"/>
                        <a:pt x="324" y="2379"/>
                      </a:cubicBezTo>
                      <a:cubicBezTo>
                        <a:pt x="324" y="4758"/>
                        <a:pt x="5082" y="8326"/>
                        <a:pt x="6271" y="4758"/>
                      </a:cubicBezTo>
                      <a:cubicBezTo>
                        <a:pt x="6271" y="4758"/>
                        <a:pt x="3892" y="0"/>
                        <a:pt x="2703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Freeform 133">
                  <a:extLst>
                    <a:ext uri="{FF2B5EF4-FFF2-40B4-BE49-F238E27FC236}">
                      <a16:creationId xmlns:a16="http://schemas.microsoft.com/office/drawing/2014/main" id="{4F2A5CB0-55CC-F052-2AEF-1960A0FAEC0A}"/>
                    </a:ext>
                  </a:extLst>
                </p:cNvPr>
                <p:cNvSpPr/>
                <p:nvPr/>
              </p:nvSpPr>
              <p:spPr>
                <a:xfrm>
                  <a:off x="4117979" y="3960657"/>
                  <a:ext cx="7367" cy="9058"/>
                </a:xfrm>
                <a:custGeom>
                  <a:avLst/>
                  <a:gdLst>
                    <a:gd name="connsiteX0" fmla="*/ 6839 w 7367"/>
                    <a:gd name="connsiteY0" fmla="*/ 3808 h 9058"/>
                    <a:gd name="connsiteX1" fmla="*/ 892 w 7367"/>
                    <a:gd name="connsiteY1" fmla="*/ 239 h 9058"/>
                    <a:gd name="connsiteX2" fmla="*/ 892 w 7367"/>
                    <a:gd name="connsiteY2" fmla="*/ 7376 h 9058"/>
                    <a:gd name="connsiteX3" fmla="*/ 6839 w 7367"/>
                    <a:gd name="connsiteY3" fmla="*/ 8566 h 9058"/>
                    <a:gd name="connsiteX4" fmla="*/ 6839 w 7367"/>
                    <a:gd name="connsiteY4" fmla="*/ 3808 h 9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67" h="9058">
                      <a:moveTo>
                        <a:pt x="6839" y="3808"/>
                      </a:moveTo>
                      <a:cubicBezTo>
                        <a:pt x="5650" y="2618"/>
                        <a:pt x="2082" y="-950"/>
                        <a:pt x="892" y="239"/>
                      </a:cubicBezTo>
                      <a:cubicBezTo>
                        <a:pt x="-297" y="1429"/>
                        <a:pt x="-297" y="4997"/>
                        <a:pt x="892" y="7376"/>
                      </a:cubicBezTo>
                      <a:cubicBezTo>
                        <a:pt x="2082" y="8566"/>
                        <a:pt x="4460" y="9755"/>
                        <a:pt x="6839" y="8566"/>
                      </a:cubicBezTo>
                      <a:cubicBezTo>
                        <a:pt x="6839" y="7376"/>
                        <a:pt x="8029" y="4997"/>
                        <a:pt x="6839" y="3808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5" name="Graphic 27">
                <a:extLst>
                  <a:ext uri="{FF2B5EF4-FFF2-40B4-BE49-F238E27FC236}">
                    <a16:creationId xmlns:a16="http://schemas.microsoft.com/office/drawing/2014/main" id="{DD841D5C-F4BA-E45D-3F95-AB01A2AAD601}"/>
                  </a:ext>
                </a:extLst>
              </p:cNvPr>
              <p:cNvGrpSpPr/>
              <p:nvPr/>
            </p:nvGrpSpPr>
            <p:grpSpPr>
              <a:xfrm>
                <a:off x="4110221" y="3973980"/>
                <a:ext cx="30060" cy="25070"/>
                <a:chOff x="4110221" y="3973980"/>
                <a:chExt cx="30060" cy="25070"/>
              </a:xfrm>
              <a:grpFill/>
            </p:grpSpPr>
            <p:sp>
              <p:nvSpPr>
                <p:cNvPr id="136" name="Freeform 135">
                  <a:extLst>
                    <a:ext uri="{FF2B5EF4-FFF2-40B4-BE49-F238E27FC236}">
                      <a16:creationId xmlns:a16="http://schemas.microsoft.com/office/drawing/2014/main" id="{98244B8E-FA94-E3DB-DA92-3D379B23F478}"/>
                    </a:ext>
                  </a:extLst>
                </p:cNvPr>
                <p:cNvSpPr/>
                <p:nvPr/>
              </p:nvSpPr>
              <p:spPr>
                <a:xfrm>
                  <a:off x="4110221" y="3973980"/>
                  <a:ext cx="3892" cy="6054"/>
                </a:xfrm>
                <a:custGeom>
                  <a:avLst/>
                  <a:gdLst>
                    <a:gd name="connsiteX0" fmla="*/ 2703 w 3892"/>
                    <a:gd name="connsiteY0" fmla="*/ 0 h 6054"/>
                    <a:gd name="connsiteX1" fmla="*/ 324 w 3892"/>
                    <a:gd name="connsiteY1" fmla="*/ 3568 h 6054"/>
                    <a:gd name="connsiteX2" fmla="*/ 3893 w 3892"/>
                    <a:gd name="connsiteY2" fmla="*/ 4758 h 6054"/>
                    <a:gd name="connsiteX3" fmla="*/ 2703 w 3892"/>
                    <a:gd name="connsiteY3" fmla="*/ 0 h 6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92" h="6054">
                      <a:moveTo>
                        <a:pt x="2703" y="0"/>
                      </a:moveTo>
                      <a:cubicBezTo>
                        <a:pt x="1514" y="0"/>
                        <a:pt x="-865" y="1190"/>
                        <a:pt x="324" y="3568"/>
                      </a:cubicBezTo>
                      <a:cubicBezTo>
                        <a:pt x="1514" y="5947"/>
                        <a:pt x="2703" y="7137"/>
                        <a:pt x="3893" y="4758"/>
                      </a:cubicBezTo>
                      <a:cubicBezTo>
                        <a:pt x="2703" y="4758"/>
                        <a:pt x="2703" y="0"/>
                        <a:pt x="2703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id="{13C8A675-C108-02ED-A4F3-14B9F5D7F768}"/>
                    </a:ext>
                  </a:extLst>
                </p:cNvPr>
                <p:cNvSpPr/>
                <p:nvPr/>
              </p:nvSpPr>
              <p:spPr>
                <a:xfrm>
                  <a:off x="4133145" y="3978737"/>
                  <a:ext cx="7136" cy="11002"/>
                </a:xfrm>
                <a:custGeom>
                  <a:avLst/>
                  <a:gdLst>
                    <a:gd name="connsiteX0" fmla="*/ 7137 w 7136"/>
                    <a:gd name="connsiteY0" fmla="*/ 9516 h 11002"/>
                    <a:gd name="connsiteX1" fmla="*/ 3568 w 7136"/>
                    <a:gd name="connsiteY1" fmla="*/ 0 h 11002"/>
                    <a:gd name="connsiteX2" fmla="*/ 0 w 7136"/>
                    <a:gd name="connsiteY2" fmla="*/ 3569 h 11002"/>
                    <a:gd name="connsiteX3" fmla="*/ 4758 w 7136"/>
                    <a:gd name="connsiteY3" fmla="*/ 10705 h 11002"/>
                    <a:gd name="connsiteX4" fmla="*/ 7137 w 7136"/>
                    <a:gd name="connsiteY4" fmla="*/ 9516 h 11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36" h="11002">
                      <a:moveTo>
                        <a:pt x="7137" y="9516"/>
                      </a:moveTo>
                      <a:cubicBezTo>
                        <a:pt x="5947" y="7137"/>
                        <a:pt x="4758" y="0"/>
                        <a:pt x="3568" y="0"/>
                      </a:cubicBezTo>
                      <a:cubicBezTo>
                        <a:pt x="2379" y="0"/>
                        <a:pt x="0" y="1190"/>
                        <a:pt x="0" y="3569"/>
                      </a:cubicBezTo>
                      <a:cubicBezTo>
                        <a:pt x="0" y="4758"/>
                        <a:pt x="1190" y="9516"/>
                        <a:pt x="4758" y="10705"/>
                      </a:cubicBezTo>
                      <a:cubicBezTo>
                        <a:pt x="3568" y="10705"/>
                        <a:pt x="7137" y="11894"/>
                        <a:pt x="7137" y="951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 137">
                  <a:extLst>
                    <a:ext uri="{FF2B5EF4-FFF2-40B4-BE49-F238E27FC236}">
                      <a16:creationId xmlns:a16="http://schemas.microsoft.com/office/drawing/2014/main" id="{B5B5579B-6461-5F92-B2FB-E1A86E7BB7DA}"/>
                    </a:ext>
                  </a:extLst>
                </p:cNvPr>
                <p:cNvSpPr/>
                <p:nvPr/>
              </p:nvSpPr>
              <p:spPr>
                <a:xfrm>
                  <a:off x="4120061" y="3984685"/>
                  <a:ext cx="10044" cy="14365"/>
                </a:xfrm>
                <a:custGeom>
                  <a:avLst/>
                  <a:gdLst>
                    <a:gd name="connsiteX0" fmla="*/ 4758 w 10044"/>
                    <a:gd name="connsiteY0" fmla="*/ 0 h 14365"/>
                    <a:gd name="connsiteX1" fmla="*/ 0 w 10044"/>
                    <a:gd name="connsiteY1" fmla="*/ 2379 h 14365"/>
                    <a:gd name="connsiteX2" fmla="*/ 4758 w 10044"/>
                    <a:gd name="connsiteY2" fmla="*/ 14273 h 14365"/>
                    <a:gd name="connsiteX3" fmla="*/ 9516 w 10044"/>
                    <a:gd name="connsiteY3" fmla="*/ 9516 h 14365"/>
                    <a:gd name="connsiteX4" fmla="*/ 9516 w 10044"/>
                    <a:gd name="connsiteY4" fmla="*/ 3569 h 14365"/>
                    <a:gd name="connsiteX5" fmla="*/ 4758 w 10044"/>
                    <a:gd name="connsiteY5" fmla="*/ 0 h 14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44" h="14365">
                      <a:moveTo>
                        <a:pt x="4758" y="0"/>
                      </a:moveTo>
                      <a:cubicBezTo>
                        <a:pt x="2379" y="0"/>
                        <a:pt x="0" y="1190"/>
                        <a:pt x="0" y="2379"/>
                      </a:cubicBezTo>
                      <a:cubicBezTo>
                        <a:pt x="0" y="4758"/>
                        <a:pt x="2379" y="15463"/>
                        <a:pt x="4758" y="14273"/>
                      </a:cubicBezTo>
                      <a:cubicBezTo>
                        <a:pt x="8326" y="13084"/>
                        <a:pt x="8326" y="10705"/>
                        <a:pt x="9516" y="9516"/>
                      </a:cubicBezTo>
                      <a:cubicBezTo>
                        <a:pt x="9516" y="9516"/>
                        <a:pt x="10705" y="5947"/>
                        <a:pt x="9516" y="3569"/>
                      </a:cubicBezTo>
                      <a:cubicBezTo>
                        <a:pt x="8326" y="2379"/>
                        <a:pt x="7137" y="0"/>
                        <a:pt x="4758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9" name="Graphic 27">
                <a:extLst>
                  <a:ext uri="{FF2B5EF4-FFF2-40B4-BE49-F238E27FC236}">
                    <a16:creationId xmlns:a16="http://schemas.microsoft.com/office/drawing/2014/main" id="{2171D6B6-3206-9444-C73A-440ED2FFC74F}"/>
                  </a:ext>
                </a:extLst>
              </p:cNvPr>
              <p:cNvGrpSpPr/>
              <p:nvPr/>
            </p:nvGrpSpPr>
            <p:grpSpPr>
              <a:xfrm>
                <a:off x="4131955" y="3995389"/>
                <a:ext cx="13416" cy="68582"/>
                <a:chOff x="4131955" y="3995389"/>
                <a:chExt cx="13416" cy="68582"/>
              </a:xfrm>
              <a:grpFill/>
            </p:grpSpPr>
            <p:sp>
              <p:nvSpPr>
                <p:cNvPr id="140" name="Freeform 139">
                  <a:extLst>
                    <a:ext uri="{FF2B5EF4-FFF2-40B4-BE49-F238E27FC236}">
                      <a16:creationId xmlns:a16="http://schemas.microsoft.com/office/drawing/2014/main" id="{5F7C641D-0BBC-6FAD-A9C4-7609DD4CD4A7}"/>
                    </a:ext>
                  </a:extLst>
                </p:cNvPr>
                <p:cNvSpPr/>
                <p:nvPr/>
              </p:nvSpPr>
              <p:spPr>
                <a:xfrm>
                  <a:off x="4132908" y="3995389"/>
                  <a:ext cx="6051" cy="5352"/>
                </a:xfrm>
                <a:custGeom>
                  <a:avLst/>
                  <a:gdLst>
                    <a:gd name="connsiteX0" fmla="*/ 4994 w 6051"/>
                    <a:gd name="connsiteY0" fmla="*/ 3569 h 5352"/>
                    <a:gd name="connsiteX1" fmla="*/ 4994 w 6051"/>
                    <a:gd name="connsiteY1" fmla="*/ 0 h 5352"/>
                    <a:gd name="connsiteX2" fmla="*/ 236 w 6051"/>
                    <a:gd name="connsiteY2" fmla="*/ 3569 h 5352"/>
                    <a:gd name="connsiteX3" fmla="*/ 4994 w 6051"/>
                    <a:gd name="connsiteY3" fmla="*/ 3569 h 5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51" h="5352">
                      <a:moveTo>
                        <a:pt x="4994" y="3569"/>
                      </a:moveTo>
                      <a:cubicBezTo>
                        <a:pt x="4994" y="3569"/>
                        <a:pt x="7373" y="0"/>
                        <a:pt x="4994" y="0"/>
                      </a:cubicBezTo>
                      <a:cubicBezTo>
                        <a:pt x="2615" y="0"/>
                        <a:pt x="-953" y="1190"/>
                        <a:pt x="236" y="3569"/>
                      </a:cubicBezTo>
                      <a:cubicBezTo>
                        <a:pt x="1426" y="5947"/>
                        <a:pt x="4994" y="5947"/>
                        <a:pt x="4994" y="356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1" name="Freeform 140">
                  <a:extLst>
                    <a:ext uri="{FF2B5EF4-FFF2-40B4-BE49-F238E27FC236}">
                      <a16:creationId xmlns:a16="http://schemas.microsoft.com/office/drawing/2014/main" id="{C0E9F489-0B36-2479-E691-EFCFF4447C42}"/>
                    </a:ext>
                  </a:extLst>
                </p:cNvPr>
                <p:cNvSpPr/>
                <p:nvPr/>
              </p:nvSpPr>
              <p:spPr>
                <a:xfrm>
                  <a:off x="4131955" y="4006095"/>
                  <a:ext cx="5286" cy="12422"/>
                </a:xfrm>
                <a:custGeom>
                  <a:avLst/>
                  <a:gdLst>
                    <a:gd name="connsiteX0" fmla="*/ 4758 w 5286"/>
                    <a:gd name="connsiteY0" fmla="*/ 11894 h 12422"/>
                    <a:gd name="connsiteX1" fmla="*/ 4758 w 5286"/>
                    <a:gd name="connsiteY1" fmla="*/ 3568 h 12422"/>
                    <a:gd name="connsiteX2" fmla="*/ 1189 w 5286"/>
                    <a:gd name="connsiteY2" fmla="*/ 0 h 12422"/>
                    <a:gd name="connsiteX3" fmla="*/ 0 w 5286"/>
                    <a:gd name="connsiteY3" fmla="*/ 7136 h 12422"/>
                    <a:gd name="connsiteX4" fmla="*/ 1189 w 5286"/>
                    <a:gd name="connsiteY4" fmla="*/ 11894 h 12422"/>
                    <a:gd name="connsiteX5" fmla="*/ 4758 w 5286"/>
                    <a:gd name="connsiteY5" fmla="*/ 11894 h 12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86" h="12422">
                      <a:moveTo>
                        <a:pt x="4758" y="11894"/>
                      </a:moveTo>
                      <a:cubicBezTo>
                        <a:pt x="4758" y="11894"/>
                        <a:pt x="5947" y="4758"/>
                        <a:pt x="4758" y="3568"/>
                      </a:cubicBezTo>
                      <a:cubicBezTo>
                        <a:pt x="3568" y="2379"/>
                        <a:pt x="2379" y="0"/>
                        <a:pt x="1189" y="0"/>
                      </a:cubicBezTo>
                      <a:cubicBezTo>
                        <a:pt x="0" y="0"/>
                        <a:pt x="0" y="5947"/>
                        <a:pt x="0" y="7136"/>
                      </a:cubicBezTo>
                      <a:cubicBezTo>
                        <a:pt x="0" y="8326"/>
                        <a:pt x="0" y="10705"/>
                        <a:pt x="1189" y="11894"/>
                      </a:cubicBezTo>
                      <a:cubicBezTo>
                        <a:pt x="1189" y="11894"/>
                        <a:pt x="3568" y="13083"/>
                        <a:pt x="4758" y="11894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2" name="Freeform 141">
                  <a:extLst>
                    <a:ext uri="{FF2B5EF4-FFF2-40B4-BE49-F238E27FC236}">
                      <a16:creationId xmlns:a16="http://schemas.microsoft.com/office/drawing/2014/main" id="{954F5940-9D7A-FA68-C0D2-FBA344EE3C0D}"/>
                    </a:ext>
                  </a:extLst>
                </p:cNvPr>
                <p:cNvSpPr/>
                <p:nvPr/>
              </p:nvSpPr>
              <p:spPr>
                <a:xfrm>
                  <a:off x="4131955" y="4025297"/>
                  <a:ext cx="13416" cy="17498"/>
                </a:xfrm>
                <a:custGeom>
                  <a:avLst/>
                  <a:gdLst>
                    <a:gd name="connsiteX0" fmla="*/ 11894 w 13416"/>
                    <a:gd name="connsiteY0" fmla="*/ 16481 h 17498"/>
                    <a:gd name="connsiteX1" fmla="*/ 13084 w 13416"/>
                    <a:gd name="connsiteY1" fmla="*/ 10533 h 17498"/>
                    <a:gd name="connsiteX2" fmla="*/ 9516 w 13416"/>
                    <a:gd name="connsiteY2" fmla="*/ 2207 h 17498"/>
                    <a:gd name="connsiteX3" fmla="*/ 0 w 13416"/>
                    <a:gd name="connsiteY3" fmla="*/ 1018 h 17498"/>
                    <a:gd name="connsiteX4" fmla="*/ 2379 w 13416"/>
                    <a:gd name="connsiteY4" fmla="*/ 8154 h 17498"/>
                    <a:gd name="connsiteX5" fmla="*/ 4758 w 13416"/>
                    <a:gd name="connsiteY5" fmla="*/ 12912 h 17498"/>
                    <a:gd name="connsiteX6" fmla="*/ 4758 w 13416"/>
                    <a:gd name="connsiteY6" fmla="*/ 15291 h 17498"/>
                    <a:gd name="connsiteX7" fmla="*/ 11894 w 13416"/>
                    <a:gd name="connsiteY7" fmla="*/ 16481 h 174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416" h="17498">
                      <a:moveTo>
                        <a:pt x="11894" y="16481"/>
                      </a:moveTo>
                      <a:cubicBezTo>
                        <a:pt x="11894" y="16481"/>
                        <a:pt x="14273" y="12912"/>
                        <a:pt x="13084" y="10533"/>
                      </a:cubicBezTo>
                      <a:cubicBezTo>
                        <a:pt x="11894" y="8154"/>
                        <a:pt x="13084" y="3397"/>
                        <a:pt x="9516" y="2207"/>
                      </a:cubicBezTo>
                      <a:cubicBezTo>
                        <a:pt x="5947" y="1018"/>
                        <a:pt x="0" y="-1361"/>
                        <a:pt x="0" y="1018"/>
                      </a:cubicBezTo>
                      <a:cubicBezTo>
                        <a:pt x="0" y="3397"/>
                        <a:pt x="0" y="6965"/>
                        <a:pt x="2379" y="8154"/>
                      </a:cubicBezTo>
                      <a:cubicBezTo>
                        <a:pt x="4758" y="9344"/>
                        <a:pt x="4758" y="12912"/>
                        <a:pt x="4758" y="12912"/>
                      </a:cubicBezTo>
                      <a:cubicBezTo>
                        <a:pt x="4758" y="12912"/>
                        <a:pt x="2379" y="14102"/>
                        <a:pt x="4758" y="15291"/>
                      </a:cubicBezTo>
                      <a:cubicBezTo>
                        <a:pt x="5947" y="16481"/>
                        <a:pt x="9516" y="18859"/>
                        <a:pt x="11894" y="16481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3" name="Freeform 142">
                  <a:extLst>
                    <a:ext uri="{FF2B5EF4-FFF2-40B4-BE49-F238E27FC236}">
                      <a16:creationId xmlns:a16="http://schemas.microsoft.com/office/drawing/2014/main" id="{6D3911EE-3D71-7EBA-0228-DF5E2FBDDB7C}"/>
                    </a:ext>
                  </a:extLst>
                </p:cNvPr>
                <p:cNvSpPr/>
                <p:nvPr/>
              </p:nvSpPr>
              <p:spPr>
                <a:xfrm>
                  <a:off x="4135821" y="4047592"/>
                  <a:ext cx="9218" cy="16379"/>
                </a:xfrm>
                <a:custGeom>
                  <a:avLst/>
                  <a:gdLst>
                    <a:gd name="connsiteX0" fmla="*/ 6839 w 9218"/>
                    <a:gd name="connsiteY0" fmla="*/ 133 h 16379"/>
                    <a:gd name="connsiteX1" fmla="*/ 892 w 9218"/>
                    <a:gd name="connsiteY1" fmla="*/ 6080 h 16379"/>
                    <a:gd name="connsiteX2" fmla="*/ 892 w 9218"/>
                    <a:gd name="connsiteY2" fmla="*/ 12027 h 16379"/>
                    <a:gd name="connsiteX3" fmla="*/ 6839 w 9218"/>
                    <a:gd name="connsiteY3" fmla="*/ 15595 h 16379"/>
                    <a:gd name="connsiteX4" fmla="*/ 9218 w 9218"/>
                    <a:gd name="connsiteY4" fmla="*/ 8459 h 16379"/>
                    <a:gd name="connsiteX5" fmla="*/ 6839 w 9218"/>
                    <a:gd name="connsiteY5" fmla="*/ 133 h 163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218" h="16379">
                      <a:moveTo>
                        <a:pt x="6839" y="133"/>
                      </a:moveTo>
                      <a:cubicBezTo>
                        <a:pt x="4460" y="1322"/>
                        <a:pt x="2082" y="4890"/>
                        <a:pt x="892" y="6080"/>
                      </a:cubicBezTo>
                      <a:cubicBezTo>
                        <a:pt x="-297" y="7269"/>
                        <a:pt x="-297" y="9648"/>
                        <a:pt x="892" y="12027"/>
                      </a:cubicBezTo>
                      <a:cubicBezTo>
                        <a:pt x="2082" y="14406"/>
                        <a:pt x="5650" y="17974"/>
                        <a:pt x="6839" y="15595"/>
                      </a:cubicBezTo>
                      <a:cubicBezTo>
                        <a:pt x="6839" y="15595"/>
                        <a:pt x="9218" y="10838"/>
                        <a:pt x="9218" y="8459"/>
                      </a:cubicBezTo>
                      <a:cubicBezTo>
                        <a:pt x="8029" y="6080"/>
                        <a:pt x="9218" y="-1057"/>
                        <a:pt x="6839" y="133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0EAEE286-3825-32A7-457C-E8F386AFEDDF}"/>
                  </a:ext>
                </a:extLst>
              </p:cNvPr>
              <p:cNvSpPr/>
              <p:nvPr/>
            </p:nvSpPr>
            <p:spPr>
              <a:xfrm>
                <a:off x="4174218" y="4067706"/>
                <a:ext cx="11706" cy="10052"/>
              </a:xfrm>
              <a:custGeom>
                <a:avLst/>
                <a:gdLst>
                  <a:gd name="connsiteX0" fmla="*/ 10072 w 11706"/>
                  <a:gd name="connsiteY0" fmla="*/ 3808 h 10052"/>
                  <a:gd name="connsiteX1" fmla="*/ 5314 w 11706"/>
                  <a:gd name="connsiteY1" fmla="*/ 239 h 10052"/>
                  <a:gd name="connsiteX2" fmla="*/ 556 w 11706"/>
                  <a:gd name="connsiteY2" fmla="*/ 6187 h 10052"/>
                  <a:gd name="connsiteX3" fmla="*/ 5314 w 11706"/>
                  <a:gd name="connsiteY3" fmla="*/ 9755 h 10052"/>
                  <a:gd name="connsiteX4" fmla="*/ 11261 w 11706"/>
                  <a:gd name="connsiteY4" fmla="*/ 8566 h 10052"/>
                  <a:gd name="connsiteX5" fmla="*/ 10072 w 11706"/>
                  <a:gd name="connsiteY5" fmla="*/ 3808 h 10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06" h="10052">
                    <a:moveTo>
                      <a:pt x="10072" y="3808"/>
                    </a:moveTo>
                    <a:cubicBezTo>
                      <a:pt x="6503" y="2618"/>
                      <a:pt x="5314" y="-950"/>
                      <a:pt x="5314" y="239"/>
                    </a:cubicBezTo>
                    <a:cubicBezTo>
                      <a:pt x="4125" y="1429"/>
                      <a:pt x="-1823" y="3808"/>
                      <a:pt x="556" y="6187"/>
                    </a:cubicBezTo>
                    <a:cubicBezTo>
                      <a:pt x="2935" y="7376"/>
                      <a:pt x="2935" y="9755"/>
                      <a:pt x="5314" y="9755"/>
                    </a:cubicBezTo>
                    <a:cubicBezTo>
                      <a:pt x="6503" y="9755"/>
                      <a:pt x="10072" y="10944"/>
                      <a:pt x="11261" y="8566"/>
                    </a:cubicBezTo>
                    <a:cubicBezTo>
                      <a:pt x="10072" y="8566"/>
                      <a:pt x="13640" y="4997"/>
                      <a:pt x="10072" y="3808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45" name="Graphic 27">
                <a:extLst>
                  <a:ext uri="{FF2B5EF4-FFF2-40B4-BE49-F238E27FC236}">
                    <a16:creationId xmlns:a16="http://schemas.microsoft.com/office/drawing/2014/main" id="{F6AC762D-4653-514D-D4FF-85213AC8203F}"/>
                  </a:ext>
                </a:extLst>
              </p:cNvPr>
              <p:cNvGrpSpPr/>
              <p:nvPr/>
            </p:nvGrpSpPr>
            <p:grpSpPr>
              <a:xfrm>
                <a:off x="4117814" y="4066516"/>
                <a:ext cx="18898" cy="39490"/>
                <a:chOff x="4117814" y="4066516"/>
                <a:chExt cx="18898" cy="39490"/>
              </a:xfrm>
              <a:grpFill/>
            </p:grpSpPr>
            <p:sp>
              <p:nvSpPr>
                <p:cNvPr id="146" name="Freeform 145">
                  <a:extLst>
                    <a:ext uri="{FF2B5EF4-FFF2-40B4-BE49-F238E27FC236}">
                      <a16:creationId xmlns:a16="http://schemas.microsoft.com/office/drawing/2014/main" id="{8CE1526D-0874-6B37-CE8D-1DFFB341A36F}"/>
                    </a:ext>
                  </a:extLst>
                </p:cNvPr>
                <p:cNvSpPr/>
                <p:nvPr/>
              </p:nvSpPr>
              <p:spPr>
                <a:xfrm>
                  <a:off x="4133639" y="4066516"/>
                  <a:ext cx="3073" cy="10944"/>
                </a:xfrm>
                <a:custGeom>
                  <a:avLst/>
                  <a:gdLst>
                    <a:gd name="connsiteX0" fmla="*/ 3074 w 3073"/>
                    <a:gd name="connsiteY0" fmla="*/ 3808 h 10944"/>
                    <a:gd name="connsiteX1" fmla="*/ 1885 w 3073"/>
                    <a:gd name="connsiteY1" fmla="*/ 239 h 10944"/>
                    <a:gd name="connsiteX2" fmla="*/ 1885 w 3073"/>
                    <a:gd name="connsiteY2" fmla="*/ 10945 h 10944"/>
                    <a:gd name="connsiteX3" fmla="*/ 3074 w 3073"/>
                    <a:gd name="connsiteY3" fmla="*/ 3808 h 10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73" h="10944">
                      <a:moveTo>
                        <a:pt x="3074" y="3808"/>
                      </a:moveTo>
                      <a:cubicBezTo>
                        <a:pt x="3074" y="2618"/>
                        <a:pt x="3074" y="-950"/>
                        <a:pt x="1885" y="239"/>
                      </a:cubicBezTo>
                      <a:cubicBezTo>
                        <a:pt x="695" y="1429"/>
                        <a:pt x="-1684" y="8565"/>
                        <a:pt x="1885" y="10945"/>
                      </a:cubicBezTo>
                      <a:cubicBezTo>
                        <a:pt x="1885" y="10945"/>
                        <a:pt x="3074" y="4997"/>
                        <a:pt x="3074" y="3808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DD9A0A6C-DAE4-72A1-63EC-6626E730AD1A}"/>
                    </a:ext>
                  </a:extLst>
                </p:cNvPr>
                <p:cNvSpPr/>
                <p:nvPr/>
              </p:nvSpPr>
              <p:spPr>
                <a:xfrm>
                  <a:off x="4128684" y="4089109"/>
                  <a:ext cx="4460" cy="4281"/>
                </a:xfrm>
                <a:custGeom>
                  <a:avLst/>
                  <a:gdLst>
                    <a:gd name="connsiteX0" fmla="*/ 892 w 4460"/>
                    <a:gd name="connsiteY0" fmla="*/ 246 h 4281"/>
                    <a:gd name="connsiteX1" fmla="*/ 892 w 4460"/>
                    <a:gd name="connsiteY1" fmla="*/ 3815 h 4281"/>
                    <a:gd name="connsiteX2" fmla="*/ 4460 w 4460"/>
                    <a:gd name="connsiteY2" fmla="*/ 1436 h 4281"/>
                    <a:gd name="connsiteX3" fmla="*/ 892 w 4460"/>
                    <a:gd name="connsiteY3" fmla="*/ 246 h 4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60" h="4281">
                      <a:moveTo>
                        <a:pt x="892" y="246"/>
                      </a:moveTo>
                      <a:cubicBezTo>
                        <a:pt x="-297" y="1436"/>
                        <a:pt x="-297" y="2625"/>
                        <a:pt x="892" y="3815"/>
                      </a:cubicBezTo>
                      <a:cubicBezTo>
                        <a:pt x="2081" y="5004"/>
                        <a:pt x="4460" y="3815"/>
                        <a:pt x="4460" y="1436"/>
                      </a:cubicBezTo>
                      <a:cubicBezTo>
                        <a:pt x="4460" y="2625"/>
                        <a:pt x="2081" y="-943"/>
                        <a:pt x="892" y="24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8" name="Freeform 147">
                  <a:extLst>
                    <a:ext uri="{FF2B5EF4-FFF2-40B4-BE49-F238E27FC236}">
                      <a16:creationId xmlns:a16="http://schemas.microsoft.com/office/drawing/2014/main" id="{07BFAD44-5F69-5C00-B092-945176F52F87}"/>
                    </a:ext>
                  </a:extLst>
                </p:cNvPr>
                <p:cNvSpPr/>
                <p:nvPr/>
              </p:nvSpPr>
              <p:spPr>
                <a:xfrm>
                  <a:off x="4117814" y="4097681"/>
                  <a:ext cx="9875" cy="8326"/>
                </a:xfrm>
                <a:custGeom>
                  <a:avLst/>
                  <a:gdLst>
                    <a:gd name="connsiteX0" fmla="*/ 5815 w 9875"/>
                    <a:gd name="connsiteY0" fmla="*/ 0 h 8326"/>
                    <a:gd name="connsiteX1" fmla="*/ 1057 w 9875"/>
                    <a:gd name="connsiteY1" fmla="*/ 2379 h 8326"/>
                    <a:gd name="connsiteX2" fmla="*/ 1057 w 9875"/>
                    <a:gd name="connsiteY2" fmla="*/ 8326 h 8326"/>
                    <a:gd name="connsiteX3" fmla="*/ 8194 w 9875"/>
                    <a:gd name="connsiteY3" fmla="*/ 7137 h 8326"/>
                    <a:gd name="connsiteX4" fmla="*/ 9383 w 9875"/>
                    <a:gd name="connsiteY4" fmla="*/ 3569 h 8326"/>
                    <a:gd name="connsiteX5" fmla="*/ 5815 w 9875"/>
                    <a:gd name="connsiteY5" fmla="*/ 0 h 8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875" h="8326">
                      <a:moveTo>
                        <a:pt x="5815" y="0"/>
                      </a:moveTo>
                      <a:cubicBezTo>
                        <a:pt x="4626" y="0"/>
                        <a:pt x="1057" y="0"/>
                        <a:pt x="1057" y="2379"/>
                      </a:cubicBezTo>
                      <a:cubicBezTo>
                        <a:pt x="1057" y="4758"/>
                        <a:pt x="-1322" y="8326"/>
                        <a:pt x="1057" y="8326"/>
                      </a:cubicBezTo>
                      <a:cubicBezTo>
                        <a:pt x="3436" y="8326"/>
                        <a:pt x="7004" y="7137"/>
                        <a:pt x="8194" y="7137"/>
                      </a:cubicBezTo>
                      <a:cubicBezTo>
                        <a:pt x="9383" y="5947"/>
                        <a:pt x="10573" y="4758"/>
                        <a:pt x="9383" y="3569"/>
                      </a:cubicBezTo>
                      <a:cubicBezTo>
                        <a:pt x="9383" y="2379"/>
                        <a:pt x="8194" y="0"/>
                        <a:pt x="5815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9" name="Graphic 27">
                <a:extLst>
                  <a:ext uri="{FF2B5EF4-FFF2-40B4-BE49-F238E27FC236}">
                    <a16:creationId xmlns:a16="http://schemas.microsoft.com/office/drawing/2014/main" id="{5F146CC5-57D0-E168-B816-A30A761598AF}"/>
                  </a:ext>
                </a:extLst>
              </p:cNvPr>
              <p:cNvGrpSpPr/>
              <p:nvPr/>
            </p:nvGrpSpPr>
            <p:grpSpPr>
              <a:xfrm>
                <a:off x="3864332" y="3888098"/>
                <a:ext cx="96687" cy="69722"/>
                <a:chOff x="3864332" y="3888098"/>
                <a:chExt cx="96687" cy="69722"/>
              </a:xfrm>
              <a:grpFill/>
            </p:grpSpPr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89810202-1E66-BC6F-F477-C9303AFBC321}"/>
                    </a:ext>
                  </a:extLst>
                </p:cNvPr>
                <p:cNvSpPr/>
                <p:nvPr/>
              </p:nvSpPr>
              <p:spPr>
                <a:xfrm>
                  <a:off x="3864332" y="3888098"/>
                  <a:ext cx="96687" cy="69722"/>
                </a:xfrm>
                <a:custGeom>
                  <a:avLst/>
                  <a:gdLst>
                    <a:gd name="connsiteX0" fmla="*/ 96344 w 96687"/>
                    <a:gd name="connsiteY0" fmla="*/ 35926 h 69722"/>
                    <a:gd name="connsiteX1" fmla="*/ 84450 w 96687"/>
                    <a:gd name="connsiteY1" fmla="*/ 27600 h 69722"/>
                    <a:gd name="connsiteX2" fmla="*/ 77313 w 96687"/>
                    <a:gd name="connsiteY2" fmla="*/ 26410 h 69722"/>
                    <a:gd name="connsiteX3" fmla="*/ 68987 w 96687"/>
                    <a:gd name="connsiteY3" fmla="*/ 25221 h 69722"/>
                    <a:gd name="connsiteX4" fmla="*/ 60661 w 96687"/>
                    <a:gd name="connsiteY4" fmla="*/ 20463 h 69722"/>
                    <a:gd name="connsiteX5" fmla="*/ 54714 w 96687"/>
                    <a:gd name="connsiteY5" fmla="*/ 18084 h 69722"/>
                    <a:gd name="connsiteX6" fmla="*/ 71366 w 96687"/>
                    <a:gd name="connsiteY6" fmla="*/ 19274 h 69722"/>
                    <a:gd name="connsiteX7" fmla="*/ 76124 w 96687"/>
                    <a:gd name="connsiteY7" fmla="*/ 15706 h 69722"/>
                    <a:gd name="connsiteX8" fmla="*/ 63040 w 96687"/>
                    <a:gd name="connsiteY8" fmla="*/ 13327 h 69722"/>
                    <a:gd name="connsiteX9" fmla="*/ 59472 w 96687"/>
                    <a:gd name="connsiteY9" fmla="*/ 6190 h 69722"/>
                    <a:gd name="connsiteX10" fmla="*/ 49956 w 96687"/>
                    <a:gd name="connsiteY10" fmla="*/ 6190 h 69722"/>
                    <a:gd name="connsiteX11" fmla="*/ 40441 w 96687"/>
                    <a:gd name="connsiteY11" fmla="*/ 2622 h 69722"/>
                    <a:gd name="connsiteX12" fmla="*/ 28546 w 96687"/>
                    <a:gd name="connsiteY12" fmla="*/ 243 h 69722"/>
                    <a:gd name="connsiteX13" fmla="*/ 19031 w 96687"/>
                    <a:gd name="connsiteY13" fmla="*/ 1432 h 69722"/>
                    <a:gd name="connsiteX14" fmla="*/ 11894 w 96687"/>
                    <a:gd name="connsiteY14" fmla="*/ 2622 h 69722"/>
                    <a:gd name="connsiteX15" fmla="*/ 9516 w 96687"/>
                    <a:gd name="connsiteY15" fmla="*/ 7379 h 69722"/>
                    <a:gd name="connsiteX16" fmla="*/ 8326 w 96687"/>
                    <a:gd name="connsiteY16" fmla="*/ 12137 h 69722"/>
                    <a:gd name="connsiteX17" fmla="*/ 9516 w 96687"/>
                    <a:gd name="connsiteY17" fmla="*/ 16895 h 69722"/>
                    <a:gd name="connsiteX18" fmla="*/ 8326 w 96687"/>
                    <a:gd name="connsiteY18" fmla="*/ 21653 h 69722"/>
                    <a:gd name="connsiteX19" fmla="*/ 7137 w 96687"/>
                    <a:gd name="connsiteY19" fmla="*/ 26410 h 69722"/>
                    <a:gd name="connsiteX20" fmla="*/ 5947 w 96687"/>
                    <a:gd name="connsiteY20" fmla="*/ 31168 h 69722"/>
                    <a:gd name="connsiteX21" fmla="*/ 1189 w 96687"/>
                    <a:gd name="connsiteY21" fmla="*/ 49010 h 69722"/>
                    <a:gd name="connsiteX22" fmla="*/ 0 w 96687"/>
                    <a:gd name="connsiteY22" fmla="*/ 51389 h 69722"/>
                    <a:gd name="connsiteX23" fmla="*/ 3568 w 96687"/>
                    <a:gd name="connsiteY23" fmla="*/ 52578 h 69722"/>
                    <a:gd name="connsiteX24" fmla="*/ 5947 w 96687"/>
                    <a:gd name="connsiteY24" fmla="*/ 58525 h 69722"/>
                    <a:gd name="connsiteX25" fmla="*/ 3568 w 96687"/>
                    <a:gd name="connsiteY25" fmla="*/ 63283 h 69722"/>
                    <a:gd name="connsiteX26" fmla="*/ 9516 w 96687"/>
                    <a:gd name="connsiteY26" fmla="*/ 68041 h 69722"/>
                    <a:gd name="connsiteX27" fmla="*/ 13084 w 96687"/>
                    <a:gd name="connsiteY27" fmla="*/ 69230 h 69722"/>
                    <a:gd name="connsiteX28" fmla="*/ 16652 w 96687"/>
                    <a:gd name="connsiteY28" fmla="*/ 64472 h 69722"/>
                    <a:gd name="connsiteX29" fmla="*/ 22599 w 96687"/>
                    <a:gd name="connsiteY29" fmla="*/ 56146 h 69722"/>
                    <a:gd name="connsiteX30" fmla="*/ 24978 w 96687"/>
                    <a:gd name="connsiteY30" fmla="*/ 49010 h 69722"/>
                    <a:gd name="connsiteX31" fmla="*/ 29736 w 96687"/>
                    <a:gd name="connsiteY31" fmla="*/ 51389 h 69722"/>
                    <a:gd name="connsiteX32" fmla="*/ 34494 w 96687"/>
                    <a:gd name="connsiteY32" fmla="*/ 45441 h 69722"/>
                    <a:gd name="connsiteX33" fmla="*/ 41630 w 96687"/>
                    <a:gd name="connsiteY33" fmla="*/ 53767 h 69722"/>
                    <a:gd name="connsiteX34" fmla="*/ 51146 w 96687"/>
                    <a:gd name="connsiteY34" fmla="*/ 49010 h 69722"/>
                    <a:gd name="connsiteX35" fmla="*/ 59472 w 96687"/>
                    <a:gd name="connsiteY35" fmla="*/ 44252 h 69722"/>
                    <a:gd name="connsiteX36" fmla="*/ 71366 w 96687"/>
                    <a:gd name="connsiteY36" fmla="*/ 44252 h 69722"/>
                    <a:gd name="connsiteX37" fmla="*/ 76124 w 96687"/>
                    <a:gd name="connsiteY37" fmla="*/ 41873 h 69722"/>
                    <a:gd name="connsiteX38" fmla="*/ 80882 w 96687"/>
                    <a:gd name="connsiteY38" fmla="*/ 45441 h 69722"/>
                    <a:gd name="connsiteX39" fmla="*/ 91586 w 96687"/>
                    <a:gd name="connsiteY39" fmla="*/ 46631 h 69722"/>
                    <a:gd name="connsiteX40" fmla="*/ 96344 w 96687"/>
                    <a:gd name="connsiteY40" fmla="*/ 43062 h 69722"/>
                    <a:gd name="connsiteX41" fmla="*/ 96344 w 96687"/>
                    <a:gd name="connsiteY41" fmla="*/ 35926 h 69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96687" h="69722">
                      <a:moveTo>
                        <a:pt x="96344" y="35926"/>
                      </a:moveTo>
                      <a:cubicBezTo>
                        <a:pt x="95155" y="34737"/>
                        <a:pt x="85639" y="27600"/>
                        <a:pt x="84450" y="27600"/>
                      </a:cubicBezTo>
                      <a:cubicBezTo>
                        <a:pt x="83260" y="27600"/>
                        <a:pt x="78503" y="27600"/>
                        <a:pt x="77313" y="26410"/>
                      </a:cubicBezTo>
                      <a:cubicBezTo>
                        <a:pt x="76124" y="25221"/>
                        <a:pt x="70177" y="26410"/>
                        <a:pt x="68987" y="25221"/>
                      </a:cubicBezTo>
                      <a:cubicBezTo>
                        <a:pt x="67798" y="24031"/>
                        <a:pt x="61851" y="21653"/>
                        <a:pt x="60661" y="20463"/>
                      </a:cubicBezTo>
                      <a:cubicBezTo>
                        <a:pt x="59472" y="19274"/>
                        <a:pt x="52335" y="18084"/>
                        <a:pt x="54714" y="18084"/>
                      </a:cubicBezTo>
                      <a:cubicBezTo>
                        <a:pt x="55903" y="16895"/>
                        <a:pt x="66608" y="19274"/>
                        <a:pt x="71366" y="19274"/>
                      </a:cubicBezTo>
                      <a:cubicBezTo>
                        <a:pt x="76124" y="19274"/>
                        <a:pt x="78503" y="16895"/>
                        <a:pt x="76124" y="15706"/>
                      </a:cubicBezTo>
                      <a:cubicBezTo>
                        <a:pt x="73745" y="14516"/>
                        <a:pt x="64229" y="15706"/>
                        <a:pt x="63040" y="13327"/>
                      </a:cubicBezTo>
                      <a:cubicBezTo>
                        <a:pt x="61851" y="10948"/>
                        <a:pt x="61851" y="6190"/>
                        <a:pt x="59472" y="6190"/>
                      </a:cubicBezTo>
                      <a:cubicBezTo>
                        <a:pt x="57093" y="6190"/>
                        <a:pt x="52335" y="8569"/>
                        <a:pt x="49956" y="6190"/>
                      </a:cubicBezTo>
                      <a:cubicBezTo>
                        <a:pt x="47577" y="3811"/>
                        <a:pt x="45199" y="2622"/>
                        <a:pt x="40441" y="2622"/>
                      </a:cubicBezTo>
                      <a:cubicBezTo>
                        <a:pt x="35683" y="2622"/>
                        <a:pt x="32115" y="-947"/>
                        <a:pt x="28546" y="243"/>
                      </a:cubicBezTo>
                      <a:cubicBezTo>
                        <a:pt x="24978" y="243"/>
                        <a:pt x="20220" y="1432"/>
                        <a:pt x="19031" y="1432"/>
                      </a:cubicBezTo>
                      <a:cubicBezTo>
                        <a:pt x="16652" y="1432"/>
                        <a:pt x="11894" y="2622"/>
                        <a:pt x="11894" y="2622"/>
                      </a:cubicBezTo>
                      <a:cubicBezTo>
                        <a:pt x="11894" y="3811"/>
                        <a:pt x="10705" y="7379"/>
                        <a:pt x="9516" y="7379"/>
                      </a:cubicBezTo>
                      <a:cubicBezTo>
                        <a:pt x="10705" y="8569"/>
                        <a:pt x="10705" y="10948"/>
                        <a:pt x="8326" y="12137"/>
                      </a:cubicBezTo>
                      <a:cubicBezTo>
                        <a:pt x="8326" y="14516"/>
                        <a:pt x="8326" y="14516"/>
                        <a:pt x="9516" y="16895"/>
                      </a:cubicBezTo>
                      <a:cubicBezTo>
                        <a:pt x="9516" y="19274"/>
                        <a:pt x="9516" y="19274"/>
                        <a:pt x="8326" y="21653"/>
                      </a:cubicBezTo>
                      <a:cubicBezTo>
                        <a:pt x="7137" y="22842"/>
                        <a:pt x="7137" y="24031"/>
                        <a:pt x="7137" y="26410"/>
                      </a:cubicBezTo>
                      <a:cubicBezTo>
                        <a:pt x="5947" y="28789"/>
                        <a:pt x="4758" y="27600"/>
                        <a:pt x="5947" y="31168"/>
                      </a:cubicBezTo>
                      <a:cubicBezTo>
                        <a:pt x="8326" y="38305"/>
                        <a:pt x="4758" y="44252"/>
                        <a:pt x="1189" y="49010"/>
                      </a:cubicBezTo>
                      <a:cubicBezTo>
                        <a:pt x="1189" y="50199"/>
                        <a:pt x="0" y="50199"/>
                        <a:pt x="0" y="51389"/>
                      </a:cubicBezTo>
                      <a:cubicBezTo>
                        <a:pt x="1189" y="51389"/>
                        <a:pt x="3568" y="51389"/>
                        <a:pt x="3568" y="52578"/>
                      </a:cubicBezTo>
                      <a:cubicBezTo>
                        <a:pt x="4758" y="54957"/>
                        <a:pt x="8326" y="56146"/>
                        <a:pt x="5947" y="58525"/>
                      </a:cubicBezTo>
                      <a:cubicBezTo>
                        <a:pt x="4758" y="59714"/>
                        <a:pt x="1189" y="62093"/>
                        <a:pt x="3568" y="63283"/>
                      </a:cubicBezTo>
                      <a:cubicBezTo>
                        <a:pt x="5947" y="64472"/>
                        <a:pt x="8326" y="63283"/>
                        <a:pt x="9516" y="68041"/>
                      </a:cubicBezTo>
                      <a:cubicBezTo>
                        <a:pt x="9516" y="69230"/>
                        <a:pt x="11894" y="70420"/>
                        <a:pt x="13084" y="69230"/>
                      </a:cubicBezTo>
                      <a:cubicBezTo>
                        <a:pt x="14273" y="68041"/>
                        <a:pt x="14273" y="65662"/>
                        <a:pt x="16652" y="64472"/>
                      </a:cubicBezTo>
                      <a:cubicBezTo>
                        <a:pt x="17842" y="63283"/>
                        <a:pt x="22599" y="57336"/>
                        <a:pt x="22599" y="56146"/>
                      </a:cubicBezTo>
                      <a:cubicBezTo>
                        <a:pt x="22599" y="53767"/>
                        <a:pt x="23789" y="47820"/>
                        <a:pt x="24978" y="49010"/>
                      </a:cubicBezTo>
                      <a:cubicBezTo>
                        <a:pt x="26168" y="50199"/>
                        <a:pt x="27357" y="52578"/>
                        <a:pt x="29736" y="51389"/>
                      </a:cubicBezTo>
                      <a:cubicBezTo>
                        <a:pt x="32115" y="50199"/>
                        <a:pt x="30925" y="44252"/>
                        <a:pt x="34494" y="45441"/>
                      </a:cubicBezTo>
                      <a:cubicBezTo>
                        <a:pt x="38062" y="46631"/>
                        <a:pt x="38062" y="53767"/>
                        <a:pt x="41630" y="53767"/>
                      </a:cubicBezTo>
                      <a:cubicBezTo>
                        <a:pt x="45199" y="53767"/>
                        <a:pt x="48767" y="51389"/>
                        <a:pt x="51146" y="49010"/>
                      </a:cubicBezTo>
                      <a:cubicBezTo>
                        <a:pt x="53525" y="47820"/>
                        <a:pt x="55903" y="44252"/>
                        <a:pt x="59472" y="44252"/>
                      </a:cubicBezTo>
                      <a:cubicBezTo>
                        <a:pt x="63040" y="44252"/>
                        <a:pt x="70177" y="44252"/>
                        <a:pt x="71366" y="44252"/>
                      </a:cubicBezTo>
                      <a:cubicBezTo>
                        <a:pt x="72555" y="44252"/>
                        <a:pt x="74934" y="41873"/>
                        <a:pt x="76124" y="41873"/>
                      </a:cubicBezTo>
                      <a:cubicBezTo>
                        <a:pt x="77313" y="43062"/>
                        <a:pt x="77313" y="45441"/>
                        <a:pt x="80882" y="45441"/>
                      </a:cubicBezTo>
                      <a:cubicBezTo>
                        <a:pt x="83260" y="45441"/>
                        <a:pt x="89208" y="47820"/>
                        <a:pt x="91586" y="46631"/>
                      </a:cubicBezTo>
                      <a:cubicBezTo>
                        <a:pt x="92776" y="45441"/>
                        <a:pt x="95155" y="43062"/>
                        <a:pt x="96344" y="43062"/>
                      </a:cubicBezTo>
                      <a:cubicBezTo>
                        <a:pt x="95155" y="41873"/>
                        <a:pt x="97534" y="37115"/>
                        <a:pt x="96344" y="3592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5DB90A98-6F59-9E39-EDE8-9910F0D85111}"/>
                    </a:ext>
                  </a:extLst>
                </p:cNvPr>
                <p:cNvSpPr/>
                <p:nvPr/>
              </p:nvSpPr>
              <p:spPr>
                <a:xfrm>
                  <a:off x="3947764" y="3935678"/>
                  <a:ext cx="9677" cy="6510"/>
                </a:xfrm>
                <a:custGeom>
                  <a:avLst/>
                  <a:gdLst>
                    <a:gd name="connsiteX0" fmla="*/ 9344 w 9677"/>
                    <a:gd name="connsiteY0" fmla="*/ 3808 h 6510"/>
                    <a:gd name="connsiteX1" fmla="*/ 2207 w 9677"/>
                    <a:gd name="connsiteY1" fmla="*/ 239 h 6510"/>
                    <a:gd name="connsiteX2" fmla="*/ 1018 w 9677"/>
                    <a:gd name="connsiteY2" fmla="*/ 3808 h 6510"/>
                    <a:gd name="connsiteX3" fmla="*/ 8155 w 9677"/>
                    <a:gd name="connsiteY3" fmla="*/ 6186 h 6510"/>
                    <a:gd name="connsiteX4" fmla="*/ 9344 w 9677"/>
                    <a:gd name="connsiteY4" fmla="*/ 3808 h 6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77" h="6510">
                      <a:moveTo>
                        <a:pt x="9344" y="3808"/>
                      </a:moveTo>
                      <a:cubicBezTo>
                        <a:pt x="6965" y="2618"/>
                        <a:pt x="3397" y="-950"/>
                        <a:pt x="2207" y="239"/>
                      </a:cubicBezTo>
                      <a:cubicBezTo>
                        <a:pt x="1018" y="1429"/>
                        <a:pt x="-1361" y="1429"/>
                        <a:pt x="1018" y="3808"/>
                      </a:cubicBezTo>
                      <a:cubicBezTo>
                        <a:pt x="3397" y="4997"/>
                        <a:pt x="4586" y="7376"/>
                        <a:pt x="8155" y="6186"/>
                      </a:cubicBezTo>
                      <a:cubicBezTo>
                        <a:pt x="8155" y="6186"/>
                        <a:pt x="10533" y="4997"/>
                        <a:pt x="9344" y="3808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2" name="Graphic 27">
                <a:extLst>
                  <a:ext uri="{FF2B5EF4-FFF2-40B4-BE49-F238E27FC236}">
                    <a16:creationId xmlns:a16="http://schemas.microsoft.com/office/drawing/2014/main" id="{F25F2806-BC36-BD49-E71C-343CE1F21406}"/>
                  </a:ext>
                </a:extLst>
              </p:cNvPr>
              <p:cNvGrpSpPr/>
              <p:nvPr/>
            </p:nvGrpSpPr>
            <p:grpSpPr>
              <a:xfrm>
                <a:off x="3801700" y="3880880"/>
                <a:ext cx="70957" cy="62330"/>
                <a:chOff x="3801700" y="3880880"/>
                <a:chExt cx="70957" cy="62330"/>
              </a:xfrm>
              <a:grpFill/>
            </p:grpSpPr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134B9DA9-F48A-E61D-ABAC-4D140B5DF155}"/>
                    </a:ext>
                  </a:extLst>
                </p:cNvPr>
                <p:cNvSpPr/>
                <p:nvPr/>
              </p:nvSpPr>
              <p:spPr>
                <a:xfrm>
                  <a:off x="3801700" y="3888043"/>
                  <a:ext cx="70957" cy="55166"/>
                </a:xfrm>
                <a:custGeom>
                  <a:avLst/>
                  <a:gdLst>
                    <a:gd name="connsiteX0" fmla="*/ 68579 w 70957"/>
                    <a:gd name="connsiteY0" fmla="*/ 12192 h 55166"/>
                    <a:gd name="connsiteX1" fmla="*/ 69768 w 70957"/>
                    <a:gd name="connsiteY1" fmla="*/ 7434 h 55166"/>
                    <a:gd name="connsiteX2" fmla="*/ 69768 w 70957"/>
                    <a:gd name="connsiteY2" fmla="*/ 7434 h 55166"/>
                    <a:gd name="connsiteX3" fmla="*/ 59064 w 70957"/>
                    <a:gd name="connsiteY3" fmla="*/ 6244 h 55166"/>
                    <a:gd name="connsiteX4" fmla="*/ 56685 w 70957"/>
                    <a:gd name="connsiteY4" fmla="*/ 1487 h 55166"/>
                    <a:gd name="connsiteX5" fmla="*/ 44790 w 70957"/>
                    <a:gd name="connsiteY5" fmla="*/ 297 h 55166"/>
                    <a:gd name="connsiteX6" fmla="*/ 43601 w 70957"/>
                    <a:gd name="connsiteY6" fmla="*/ 2676 h 55166"/>
                    <a:gd name="connsiteX7" fmla="*/ 37654 w 70957"/>
                    <a:gd name="connsiteY7" fmla="*/ 297 h 55166"/>
                    <a:gd name="connsiteX8" fmla="*/ 26949 w 70957"/>
                    <a:gd name="connsiteY8" fmla="*/ 1487 h 55166"/>
                    <a:gd name="connsiteX9" fmla="*/ 31707 w 70957"/>
                    <a:gd name="connsiteY9" fmla="*/ 6244 h 55166"/>
                    <a:gd name="connsiteX10" fmla="*/ 44790 w 70957"/>
                    <a:gd name="connsiteY10" fmla="*/ 12192 h 55166"/>
                    <a:gd name="connsiteX11" fmla="*/ 45980 w 70957"/>
                    <a:gd name="connsiteY11" fmla="*/ 16950 h 55166"/>
                    <a:gd name="connsiteX12" fmla="*/ 45980 w 70957"/>
                    <a:gd name="connsiteY12" fmla="*/ 20518 h 55166"/>
                    <a:gd name="connsiteX13" fmla="*/ 45980 w 70957"/>
                    <a:gd name="connsiteY13" fmla="*/ 26465 h 55166"/>
                    <a:gd name="connsiteX14" fmla="*/ 54306 w 70957"/>
                    <a:gd name="connsiteY14" fmla="*/ 31223 h 55166"/>
                    <a:gd name="connsiteX15" fmla="*/ 57874 w 70957"/>
                    <a:gd name="connsiteY15" fmla="*/ 38359 h 55166"/>
                    <a:gd name="connsiteX16" fmla="*/ 45980 w 70957"/>
                    <a:gd name="connsiteY16" fmla="*/ 38359 h 55166"/>
                    <a:gd name="connsiteX17" fmla="*/ 37654 w 70957"/>
                    <a:gd name="connsiteY17" fmla="*/ 39549 h 55166"/>
                    <a:gd name="connsiteX18" fmla="*/ 28138 w 70957"/>
                    <a:gd name="connsiteY18" fmla="*/ 37170 h 55166"/>
                    <a:gd name="connsiteX19" fmla="*/ 22191 w 70957"/>
                    <a:gd name="connsiteY19" fmla="*/ 39549 h 55166"/>
                    <a:gd name="connsiteX20" fmla="*/ 18623 w 70957"/>
                    <a:gd name="connsiteY20" fmla="*/ 35980 h 55166"/>
                    <a:gd name="connsiteX21" fmla="*/ 11486 w 70957"/>
                    <a:gd name="connsiteY21" fmla="*/ 38359 h 55166"/>
                    <a:gd name="connsiteX22" fmla="*/ 6729 w 70957"/>
                    <a:gd name="connsiteY22" fmla="*/ 34791 h 55166"/>
                    <a:gd name="connsiteX23" fmla="*/ 781 w 70957"/>
                    <a:gd name="connsiteY23" fmla="*/ 40738 h 55166"/>
                    <a:gd name="connsiteX24" fmla="*/ 1971 w 70957"/>
                    <a:gd name="connsiteY24" fmla="*/ 46685 h 55166"/>
                    <a:gd name="connsiteX25" fmla="*/ 10297 w 70957"/>
                    <a:gd name="connsiteY25" fmla="*/ 47875 h 55166"/>
                    <a:gd name="connsiteX26" fmla="*/ 17433 w 70957"/>
                    <a:gd name="connsiteY26" fmla="*/ 55011 h 55166"/>
                    <a:gd name="connsiteX27" fmla="*/ 19812 w 70957"/>
                    <a:gd name="connsiteY27" fmla="*/ 49064 h 55166"/>
                    <a:gd name="connsiteX28" fmla="*/ 35275 w 70957"/>
                    <a:gd name="connsiteY28" fmla="*/ 50254 h 55166"/>
                    <a:gd name="connsiteX29" fmla="*/ 54306 w 70957"/>
                    <a:gd name="connsiteY29" fmla="*/ 51443 h 55166"/>
                    <a:gd name="connsiteX30" fmla="*/ 54306 w 70957"/>
                    <a:gd name="connsiteY30" fmla="*/ 47875 h 55166"/>
                    <a:gd name="connsiteX31" fmla="*/ 57874 w 70957"/>
                    <a:gd name="connsiteY31" fmla="*/ 51443 h 55166"/>
                    <a:gd name="connsiteX32" fmla="*/ 61442 w 70957"/>
                    <a:gd name="connsiteY32" fmla="*/ 50254 h 55166"/>
                    <a:gd name="connsiteX33" fmla="*/ 62632 w 70957"/>
                    <a:gd name="connsiteY33" fmla="*/ 47875 h 55166"/>
                    <a:gd name="connsiteX34" fmla="*/ 67390 w 70957"/>
                    <a:gd name="connsiteY34" fmla="*/ 30033 h 55166"/>
                    <a:gd name="connsiteX35" fmla="*/ 68579 w 70957"/>
                    <a:gd name="connsiteY35" fmla="*/ 25275 h 55166"/>
                    <a:gd name="connsiteX36" fmla="*/ 69768 w 70957"/>
                    <a:gd name="connsiteY36" fmla="*/ 20518 h 55166"/>
                    <a:gd name="connsiteX37" fmla="*/ 70958 w 70957"/>
                    <a:gd name="connsiteY37" fmla="*/ 15760 h 55166"/>
                    <a:gd name="connsiteX38" fmla="*/ 68579 w 70957"/>
                    <a:gd name="connsiteY38" fmla="*/ 12192 h 55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70957" h="55166">
                      <a:moveTo>
                        <a:pt x="68579" y="12192"/>
                      </a:moveTo>
                      <a:cubicBezTo>
                        <a:pt x="69768" y="11002"/>
                        <a:pt x="69768" y="8623"/>
                        <a:pt x="69768" y="7434"/>
                      </a:cubicBezTo>
                      <a:cubicBezTo>
                        <a:pt x="69768" y="7434"/>
                        <a:pt x="69768" y="7434"/>
                        <a:pt x="69768" y="7434"/>
                      </a:cubicBezTo>
                      <a:cubicBezTo>
                        <a:pt x="68579" y="7434"/>
                        <a:pt x="60253" y="8623"/>
                        <a:pt x="59064" y="6244"/>
                      </a:cubicBezTo>
                      <a:cubicBezTo>
                        <a:pt x="57874" y="3866"/>
                        <a:pt x="57874" y="1487"/>
                        <a:pt x="56685" y="1487"/>
                      </a:cubicBezTo>
                      <a:cubicBezTo>
                        <a:pt x="55495" y="1487"/>
                        <a:pt x="44790" y="297"/>
                        <a:pt x="44790" y="297"/>
                      </a:cubicBezTo>
                      <a:lnTo>
                        <a:pt x="43601" y="2676"/>
                      </a:lnTo>
                      <a:cubicBezTo>
                        <a:pt x="43601" y="2676"/>
                        <a:pt x="40033" y="297"/>
                        <a:pt x="37654" y="297"/>
                      </a:cubicBezTo>
                      <a:cubicBezTo>
                        <a:pt x="35275" y="297"/>
                        <a:pt x="25759" y="-892"/>
                        <a:pt x="26949" y="1487"/>
                      </a:cubicBezTo>
                      <a:cubicBezTo>
                        <a:pt x="28138" y="3866"/>
                        <a:pt x="29328" y="6244"/>
                        <a:pt x="31707" y="6244"/>
                      </a:cubicBezTo>
                      <a:cubicBezTo>
                        <a:pt x="34085" y="7434"/>
                        <a:pt x="44790" y="9813"/>
                        <a:pt x="44790" y="12192"/>
                      </a:cubicBezTo>
                      <a:cubicBezTo>
                        <a:pt x="44790" y="14571"/>
                        <a:pt x="44790" y="15760"/>
                        <a:pt x="45980" y="16950"/>
                      </a:cubicBezTo>
                      <a:cubicBezTo>
                        <a:pt x="47169" y="18139"/>
                        <a:pt x="47169" y="19328"/>
                        <a:pt x="45980" y="20518"/>
                      </a:cubicBezTo>
                      <a:cubicBezTo>
                        <a:pt x="45980" y="21707"/>
                        <a:pt x="43601" y="25275"/>
                        <a:pt x="45980" y="26465"/>
                      </a:cubicBezTo>
                      <a:cubicBezTo>
                        <a:pt x="47169" y="27654"/>
                        <a:pt x="51927" y="28844"/>
                        <a:pt x="54306" y="31223"/>
                      </a:cubicBezTo>
                      <a:cubicBezTo>
                        <a:pt x="55495" y="32412"/>
                        <a:pt x="62632" y="38359"/>
                        <a:pt x="57874" y="38359"/>
                      </a:cubicBezTo>
                      <a:cubicBezTo>
                        <a:pt x="53116" y="38359"/>
                        <a:pt x="48359" y="37170"/>
                        <a:pt x="45980" y="38359"/>
                      </a:cubicBezTo>
                      <a:cubicBezTo>
                        <a:pt x="44790" y="39549"/>
                        <a:pt x="38843" y="39549"/>
                        <a:pt x="37654" y="39549"/>
                      </a:cubicBezTo>
                      <a:cubicBezTo>
                        <a:pt x="35275" y="39549"/>
                        <a:pt x="29328" y="35980"/>
                        <a:pt x="28138" y="37170"/>
                      </a:cubicBezTo>
                      <a:cubicBezTo>
                        <a:pt x="26949" y="38359"/>
                        <a:pt x="23381" y="41927"/>
                        <a:pt x="22191" y="39549"/>
                      </a:cubicBezTo>
                      <a:cubicBezTo>
                        <a:pt x="21002" y="37170"/>
                        <a:pt x="21002" y="34791"/>
                        <a:pt x="18623" y="35980"/>
                      </a:cubicBezTo>
                      <a:cubicBezTo>
                        <a:pt x="16244" y="37170"/>
                        <a:pt x="13865" y="39549"/>
                        <a:pt x="11486" y="38359"/>
                      </a:cubicBezTo>
                      <a:cubicBezTo>
                        <a:pt x="9107" y="37170"/>
                        <a:pt x="9107" y="33602"/>
                        <a:pt x="6729" y="34791"/>
                      </a:cubicBezTo>
                      <a:cubicBezTo>
                        <a:pt x="4350" y="35980"/>
                        <a:pt x="1971" y="39549"/>
                        <a:pt x="781" y="40738"/>
                      </a:cubicBezTo>
                      <a:cubicBezTo>
                        <a:pt x="-408" y="41927"/>
                        <a:pt x="-408" y="46685"/>
                        <a:pt x="1971" y="46685"/>
                      </a:cubicBezTo>
                      <a:cubicBezTo>
                        <a:pt x="4350" y="46685"/>
                        <a:pt x="9107" y="45496"/>
                        <a:pt x="10297" y="47875"/>
                      </a:cubicBezTo>
                      <a:cubicBezTo>
                        <a:pt x="11486" y="50254"/>
                        <a:pt x="15055" y="56201"/>
                        <a:pt x="17433" y="55011"/>
                      </a:cubicBezTo>
                      <a:cubicBezTo>
                        <a:pt x="18623" y="53822"/>
                        <a:pt x="17433" y="49064"/>
                        <a:pt x="19812" y="49064"/>
                      </a:cubicBezTo>
                      <a:cubicBezTo>
                        <a:pt x="22191" y="49064"/>
                        <a:pt x="32896" y="50254"/>
                        <a:pt x="35275" y="50254"/>
                      </a:cubicBezTo>
                      <a:cubicBezTo>
                        <a:pt x="36464" y="50254"/>
                        <a:pt x="54306" y="53822"/>
                        <a:pt x="54306" y="51443"/>
                      </a:cubicBezTo>
                      <a:cubicBezTo>
                        <a:pt x="54306" y="49064"/>
                        <a:pt x="53116" y="46685"/>
                        <a:pt x="54306" y="47875"/>
                      </a:cubicBezTo>
                      <a:cubicBezTo>
                        <a:pt x="55495" y="49064"/>
                        <a:pt x="55495" y="51443"/>
                        <a:pt x="57874" y="51443"/>
                      </a:cubicBezTo>
                      <a:cubicBezTo>
                        <a:pt x="59064" y="51443"/>
                        <a:pt x="60253" y="51443"/>
                        <a:pt x="61442" y="50254"/>
                      </a:cubicBezTo>
                      <a:cubicBezTo>
                        <a:pt x="61442" y="49064"/>
                        <a:pt x="62632" y="49064"/>
                        <a:pt x="62632" y="47875"/>
                      </a:cubicBezTo>
                      <a:cubicBezTo>
                        <a:pt x="66200" y="43117"/>
                        <a:pt x="68579" y="35980"/>
                        <a:pt x="67390" y="30033"/>
                      </a:cubicBezTo>
                      <a:cubicBezTo>
                        <a:pt x="66200" y="27654"/>
                        <a:pt x="67390" y="27654"/>
                        <a:pt x="68579" y="25275"/>
                      </a:cubicBezTo>
                      <a:cubicBezTo>
                        <a:pt x="69768" y="24086"/>
                        <a:pt x="69768" y="22897"/>
                        <a:pt x="69768" y="20518"/>
                      </a:cubicBezTo>
                      <a:cubicBezTo>
                        <a:pt x="70958" y="18139"/>
                        <a:pt x="70958" y="18139"/>
                        <a:pt x="70958" y="15760"/>
                      </a:cubicBezTo>
                      <a:cubicBezTo>
                        <a:pt x="69768" y="14571"/>
                        <a:pt x="68579" y="13381"/>
                        <a:pt x="68579" y="12192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01E78C62-DAE6-763B-BC30-8AEE297897A5}"/>
                    </a:ext>
                  </a:extLst>
                </p:cNvPr>
                <p:cNvSpPr/>
                <p:nvPr/>
              </p:nvSpPr>
              <p:spPr>
                <a:xfrm>
                  <a:off x="3833083" y="3913319"/>
                  <a:ext cx="9178" cy="8326"/>
                </a:xfrm>
                <a:custGeom>
                  <a:avLst/>
                  <a:gdLst>
                    <a:gd name="connsiteX0" fmla="*/ 8650 w 9178"/>
                    <a:gd name="connsiteY0" fmla="*/ 8326 h 8326"/>
                    <a:gd name="connsiteX1" fmla="*/ 8650 w 9178"/>
                    <a:gd name="connsiteY1" fmla="*/ 4758 h 8326"/>
                    <a:gd name="connsiteX2" fmla="*/ 2703 w 9178"/>
                    <a:gd name="connsiteY2" fmla="*/ 0 h 8326"/>
                    <a:gd name="connsiteX3" fmla="*/ 324 w 9178"/>
                    <a:gd name="connsiteY3" fmla="*/ 2379 h 8326"/>
                    <a:gd name="connsiteX4" fmla="*/ 8650 w 9178"/>
                    <a:gd name="connsiteY4" fmla="*/ 8326 h 8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78" h="8326">
                      <a:moveTo>
                        <a:pt x="8650" y="8326"/>
                      </a:moveTo>
                      <a:cubicBezTo>
                        <a:pt x="8650" y="8326"/>
                        <a:pt x="9840" y="5947"/>
                        <a:pt x="8650" y="4758"/>
                      </a:cubicBezTo>
                      <a:cubicBezTo>
                        <a:pt x="7461" y="3569"/>
                        <a:pt x="3892" y="0"/>
                        <a:pt x="2703" y="0"/>
                      </a:cubicBezTo>
                      <a:cubicBezTo>
                        <a:pt x="1514" y="1190"/>
                        <a:pt x="-865" y="1190"/>
                        <a:pt x="324" y="2379"/>
                      </a:cubicBezTo>
                      <a:cubicBezTo>
                        <a:pt x="2703" y="4758"/>
                        <a:pt x="3892" y="8326"/>
                        <a:pt x="8650" y="832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5" name="Freeform 154">
                  <a:extLst>
                    <a:ext uri="{FF2B5EF4-FFF2-40B4-BE49-F238E27FC236}">
                      <a16:creationId xmlns:a16="http://schemas.microsoft.com/office/drawing/2014/main" id="{359F746E-14F9-5A1D-B188-33510FE29100}"/>
                    </a:ext>
                  </a:extLst>
                </p:cNvPr>
                <p:cNvSpPr/>
                <p:nvPr/>
              </p:nvSpPr>
              <p:spPr>
                <a:xfrm>
                  <a:off x="3843401" y="3880880"/>
                  <a:ext cx="11416" cy="6455"/>
                </a:xfrm>
                <a:custGeom>
                  <a:avLst/>
                  <a:gdLst>
                    <a:gd name="connsiteX0" fmla="*/ 3090 w 11416"/>
                    <a:gd name="connsiteY0" fmla="*/ 5082 h 6455"/>
                    <a:gd name="connsiteX1" fmla="*/ 11416 w 11416"/>
                    <a:gd name="connsiteY1" fmla="*/ 5082 h 6455"/>
                    <a:gd name="connsiteX2" fmla="*/ 5469 w 11416"/>
                    <a:gd name="connsiteY2" fmla="*/ 324 h 6455"/>
                    <a:gd name="connsiteX3" fmla="*/ 711 w 11416"/>
                    <a:gd name="connsiteY3" fmla="*/ 2703 h 6455"/>
                    <a:gd name="connsiteX4" fmla="*/ 3090 w 11416"/>
                    <a:gd name="connsiteY4" fmla="*/ 5082 h 6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16" h="6455">
                      <a:moveTo>
                        <a:pt x="3090" y="5082"/>
                      </a:moveTo>
                      <a:cubicBezTo>
                        <a:pt x="5469" y="6271"/>
                        <a:pt x="11416" y="7461"/>
                        <a:pt x="11416" y="5082"/>
                      </a:cubicBezTo>
                      <a:cubicBezTo>
                        <a:pt x="11416" y="5082"/>
                        <a:pt x="6659" y="1513"/>
                        <a:pt x="5469" y="324"/>
                      </a:cubicBezTo>
                      <a:cubicBezTo>
                        <a:pt x="4280" y="-865"/>
                        <a:pt x="711" y="1513"/>
                        <a:pt x="711" y="2703"/>
                      </a:cubicBezTo>
                      <a:cubicBezTo>
                        <a:pt x="-478" y="3892"/>
                        <a:pt x="-478" y="3892"/>
                        <a:pt x="3090" y="5082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FA0ADBCC-6654-7F1D-597B-E4D4A58813E5}"/>
                  </a:ext>
                </a:extLst>
              </p:cNvPr>
              <p:cNvSpPr/>
              <p:nvPr/>
            </p:nvSpPr>
            <p:spPr>
              <a:xfrm>
                <a:off x="3698677" y="3926402"/>
                <a:ext cx="59795" cy="24234"/>
              </a:xfrm>
              <a:custGeom>
                <a:avLst/>
                <a:gdLst>
                  <a:gd name="connsiteX0" fmla="*/ 45523 w 59795"/>
                  <a:gd name="connsiteY0" fmla="*/ 17842 h 24234"/>
                  <a:gd name="connsiteX1" fmla="*/ 50281 w 59795"/>
                  <a:gd name="connsiteY1" fmla="*/ 19031 h 24234"/>
                  <a:gd name="connsiteX2" fmla="*/ 59796 w 59795"/>
                  <a:gd name="connsiteY2" fmla="*/ 17842 h 24234"/>
                  <a:gd name="connsiteX3" fmla="*/ 52659 w 59795"/>
                  <a:gd name="connsiteY3" fmla="*/ 10705 h 24234"/>
                  <a:gd name="connsiteX4" fmla="*/ 45523 w 59795"/>
                  <a:gd name="connsiteY4" fmla="*/ 5947 h 24234"/>
                  <a:gd name="connsiteX5" fmla="*/ 40765 w 59795"/>
                  <a:gd name="connsiteY5" fmla="*/ 0 h 24234"/>
                  <a:gd name="connsiteX6" fmla="*/ 20545 w 59795"/>
                  <a:gd name="connsiteY6" fmla="*/ 0 h 24234"/>
                  <a:gd name="connsiteX7" fmla="*/ 12218 w 59795"/>
                  <a:gd name="connsiteY7" fmla="*/ 2379 h 24234"/>
                  <a:gd name="connsiteX8" fmla="*/ 2703 w 59795"/>
                  <a:gd name="connsiteY8" fmla="*/ 2379 h 24234"/>
                  <a:gd name="connsiteX9" fmla="*/ 324 w 59795"/>
                  <a:gd name="connsiteY9" fmla="*/ 8326 h 24234"/>
                  <a:gd name="connsiteX10" fmla="*/ 9840 w 59795"/>
                  <a:gd name="connsiteY10" fmla="*/ 11894 h 24234"/>
                  <a:gd name="connsiteX11" fmla="*/ 15787 w 59795"/>
                  <a:gd name="connsiteY11" fmla="*/ 20221 h 24234"/>
                  <a:gd name="connsiteX12" fmla="*/ 24113 w 59795"/>
                  <a:gd name="connsiteY12" fmla="*/ 20221 h 24234"/>
                  <a:gd name="connsiteX13" fmla="*/ 32439 w 59795"/>
                  <a:gd name="connsiteY13" fmla="*/ 23789 h 24234"/>
                  <a:gd name="connsiteX14" fmla="*/ 34818 w 59795"/>
                  <a:gd name="connsiteY14" fmla="*/ 17842 h 24234"/>
                  <a:gd name="connsiteX15" fmla="*/ 40765 w 59795"/>
                  <a:gd name="connsiteY15" fmla="*/ 21410 h 24234"/>
                  <a:gd name="connsiteX16" fmla="*/ 45523 w 59795"/>
                  <a:gd name="connsiteY16" fmla="*/ 17842 h 24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795" h="24234">
                    <a:moveTo>
                      <a:pt x="45523" y="17842"/>
                    </a:moveTo>
                    <a:cubicBezTo>
                      <a:pt x="46712" y="17842"/>
                      <a:pt x="46712" y="19031"/>
                      <a:pt x="50281" y="19031"/>
                    </a:cubicBezTo>
                    <a:cubicBezTo>
                      <a:pt x="52659" y="19031"/>
                      <a:pt x="59796" y="20221"/>
                      <a:pt x="59796" y="17842"/>
                    </a:cubicBezTo>
                    <a:cubicBezTo>
                      <a:pt x="59796" y="15463"/>
                      <a:pt x="55038" y="11894"/>
                      <a:pt x="52659" y="10705"/>
                    </a:cubicBezTo>
                    <a:cubicBezTo>
                      <a:pt x="50281" y="10705"/>
                      <a:pt x="46712" y="9515"/>
                      <a:pt x="45523" y="5947"/>
                    </a:cubicBezTo>
                    <a:cubicBezTo>
                      <a:pt x="44333" y="2379"/>
                      <a:pt x="45523" y="1190"/>
                      <a:pt x="40765" y="0"/>
                    </a:cubicBezTo>
                    <a:cubicBezTo>
                      <a:pt x="40765" y="0"/>
                      <a:pt x="22923" y="0"/>
                      <a:pt x="20545" y="0"/>
                    </a:cubicBezTo>
                    <a:cubicBezTo>
                      <a:pt x="18166" y="0"/>
                      <a:pt x="15787" y="2379"/>
                      <a:pt x="12218" y="2379"/>
                    </a:cubicBezTo>
                    <a:cubicBezTo>
                      <a:pt x="9840" y="2379"/>
                      <a:pt x="5082" y="0"/>
                      <a:pt x="2703" y="2379"/>
                    </a:cubicBezTo>
                    <a:cubicBezTo>
                      <a:pt x="1514" y="3568"/>
                      <a:pt x="-865" y="5947"/>
                      <a:pt x="324" y="8326"/>
                    </a:cubicBezTo>
                    <a:cubicBezTo>
                      <a:pt x="1514" y="10705"/>
                      <a:pt x="8650" y="9515"/>
                      <a:pt x="9840" y="11894"/>
                    </a:cubicBezTo>
                    <a:cubicBezTo>
                      <a:pt x="11029" y="14273"/>
                      <a:pt x="12218" y="20221"/>
                      <a:pt x="15787" y="20221"/>
                    </a:cubicBezTo>
                    <a:cubicBezTo>
                      <a:pt x="19355" y="21410"/>
                      <a:pt x="21734" y="16652"/>
                      <a:pt x="24113" y="20221"/>
                    </a:cubicBezTo>
                    <a:cubicBezTo>
                      <a:pt x="26492" y="23789"/>
                      <a:pt x="31250" y="24978"/>
                      <a:pt x="32439" y="23789"/>
                    </a:cubicBezTo>
                    <a:cubicBezTo>
                      <a:pt x="33628" y="22599"/>
                      <a:pt x="32439" y="16652"/>
                      <a:pt x="34818" y="17842"/>
                    </a:cubicBezTo>
                    <a:cubicBezTo>
                      <a:pt x="37197" y="19031"/>
                      <a:pt x="38386" y="22599"/>
                      <a:pt x="40765" y="21410"/>
                    </a:cubicBezTo>
                    <a:cubicBezTo>
                      <a:pt x="44333" y="21410"/>
                      <a:pt x="41954" y="19031"/>
                      <a:pt x="45523" y="17842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6B91D9E7-BC81-F1F4-5317-9AAC5B439BE2}"/>
                  </a:ext>
                </a:extLst>
              </p:cNvPr>
              <p:cNvSpPr/>
              <p:nvPr/>
            </p:nvSpPr>
            <p:spPr>
              <a:xfrm>
                <a:off x="4127369" y="4195215"/>
                <a:ext cx="128287" cy="194117"/>
              </a:xfrm>
              <a:custGeom>
                <a:avLst/>
                <a:gdLst>
                  <a:gd name="connsiteX0" fmla="*/ 128287 w 128287"/>
                  <a:gd name="connsiteY0" fmla="*/ 176036 h 194117"/>
                  <a:gd name="connsiteX1" fmla="*/ 110446 w 128287"/>
                  <a:gd name="connsiteY1" fmla="*/ 173658 h 194117"/>
                  <a:gd name="connsiteX2" fmla="*/ 99741 w 128287"/>
                  <a:gd name="connsiteY2" fmla="*/ 181983 h 194117"/>
                  <a:gd name="connsiteX3" fmla="*/ 85468 w 128287"/>
                  <a:gd name="connsiteY3" fmla="*/ 184362 h 194117"/>
                  <a:gd name="connsiteX4" fmla="*/ 74763 w 128287"/>
                  <a:gd name="connsiteY4" fmla="*/ 190310 h 194117"/>
                  <a:gd name="connsiteX5" fmla="*/ 61679 w 128287"/>
                  <a:gd name="connsiteY5" fmla="*/ 193878 h 194117"/>
                  <a:gd name="connsiteX6" fmla="*/ 50974 w 128287"/>
                  <a:gd name="connsiteY6" fmla="*/ 185552 h 194117"/>
                  <a:gd name="connsiteX7" fmla="*/ 42648 w 128287"/>
                  <a:gd name="connsiteY7" fmla="*/ 173658 h 194117"/>
                  <a:gd name="connsiteX8" fmla="*/ 35511 w 128287"/>
                  <a:gd name="connsiteY8" fmla="*/ 161763 h 194117"/>
                  <a:gd name="connsiteX9" fmla="*/ 40269 w 128287"/>
                  <a:gd name="connsiteY9" fmla="*/ 132027 h 194117"/>
                  <a:gd name="connsiteX10" fmla="*/ 47406 w 128287"/>
                  <a:gd name="connsiteY10" fmla="*/ 115375 h 194117"/>
                  <a:gd name="connsiteX11" fmla="*/ 37890 w 128287"/>
                  <a:gd name="connsiteY11" fmla="*/ 109428 h 194117"/>
                  <a:gd name="connsiteX12" fmla="*/ 33133 w 128287"/>
                  <a:gd name="connsiteY12" fmla="*/ 99912 h 194117"/>
                  <a:gd name="connsiteX13" fmla="*/ 18859 w 128287"/>
                  <a:gd name="connsiteY13" fmla="*/ 86829 h 194117"/>
                  <a:gd name="connsiteX14" fmla="*/ 18859 w 128287"/>
                  <a:gd name="connsiteY14" fmla="*/ 88018 h 194117"/>
                  <a:gd name="connsiteX15" fmla="*/ 10533 w 128287"/>
                  <a:gd name="connsiteY15" fmla="*/ 79692 h 194117"/>
                  <a:gd name="connsiteX16" fmla="*/ 5776 w 128287"/>
                  <a:gd name="connsiteY16" fmla="*/ 72556 h 194117"/>
                  <a:gd name="connsiteX17" fmla="*/ 1018 w 128287"/>
                  <a:gd name="connsiteY17" fmla="*/ 65419 h 194117"/>
                  <a:gd name="connsiteX18" fmla="*/ 2207 w 128287"/>
                  <a:gd name="connsiteY18" fmla="*/ 60661 h 194117"/>
                  <a:gd name="connsiteX19" fmla="*/ 4586 w 128287"/>
                  <a:gd name="connsiteY19" fmla="*/ 54714 h 194117"/>
                  <a:gd name="connsiteX20" fmla="*/ 14102 w 128287"/>
                  <a:gd name="connsiteY20" fmla="*/ 47577 h 194117"/>
                  <a:gd name="connsiteX21" fmla="*/ 25996 w 128287"/>
                  <a:gd name="connsiteY21" fmla="*/ 44009 h 194117"/>
                  <a:gd name="connsiteX22" fmla="*/ 29564 w 128287"/>
                  <a:gd name="connsiteY22" fmla="*/ 38062 h 194117"/>
                  <a:gd name="connsiteX23" fmla="*/ 24807 w 128287"/>
                  <a:gd name="connsiteY23" fmla="*/ 34494 h 194117"/>
                  <a:gd name="connsiteX24" fmla="*/ 16481 w 128287"/>
                  <a:gd name="connsiteY24" fmla="*/ 24978 h 194117"/>
                  <a:gd name="connsiteX25" fmla="*/ 25996 w 128287"/>
                  <a:gd name="connsiteY25" fmla="*/ 15463 h 194117"/>
                  <a:gd name="connsiteX26" fmla="*/ 41459 w 128287"/>
                  <a:gd name="connsiteY26" fmla="*/ 0 h 194117"/>
                  <a:gd name="connsiteX27" fmla="*/ 53353 w 128287"/>
                  <a:gd name="connsiteY27" fmla="*/ 3568 h 194117"/>
                  <a:gd name="connsiteX28" fmla="*/ 56921 w 128287"/>
                  <a:gd name="connsiteY28" fmla="*/ 16652 h 194117"/>
                  <a:gd name="connsiteX29" fmla="*/ 67626 w 128287"/>
                  <a:gd name="connsiteY29" fmla="*/ 23789 h 194117"/>
                  <a:gd name="connsiteX30" fmla="*/ 74763 w 128287"/>
                  <a:gd name="connsiteY30" fmla="*/ 34494 h 194117"/>
                  <a:gd name="connsiteX31" fmla="*/ 74763 w 128287"/>
                  <a:gd name="connsiteY31" fmla="*/ 51146 h 194117"/>
                  <a:gd name="connsiteX32" fmla="*/ 74763 w 128287"/>
                  <a:gd name="connsiteY32" fmla="*/ 51146 h 194117"/>
                  <a:gd name="connsiteX33" fmla="*/ 85468 w 128287"/>
                  <a:gd name="connsiteY33" fmla="*/ 44009 h 194117"/>
                  <a:gd name="connsiteX34" fmla="*/ 96173 w 128287"/>
                  <a:gd name="connsiteY34" fmla="*/ 49956 h 194117"/>
                  <a:gd name="connsiteX35" fmla="*/ 106877 w 128287"/>
                  <a:gd name="connsiteY35" fmla="*/ 57093 h 194117"/>
                  <a:gd name="connsiteX36" fmla="*/ 112825 w 128287"/>
                  <a:gd name="connsiteY36" fmla="*/ 70177 h 194117"/>
                  <a:gd name="connsiteX37" fmla="*/ 114014 w 128287"/>
                  <a:gd name="connsiteY37" fmla="*/ 71366 h 194117"/>
                  <a:gd name="connsiteX38" fmla="*/ 114014 w 128287"/>
                  <a:gd name="connsiteY38" fmla="*/ 71366 h 194117"/>
                  <a:gd name="connsiteX39" fmla="*/ 112825 w 128287"/>
                  <a:gd name="connsiteY39" fmla="*/ 77313 h 194117"/>
                  <a:gd name="connsiteX40" fmla="*/ 111635 w 128287"/>
                  <a:gd name="connsiteY40" fmla="*/ 84450 h 194117"/>
                  <a:gd name="connsiteX41" fmla="*/ 106877 w 128287"/>
                  <a:gd name="connsiteY41" fmla="*/ 88018 h 194117"/>
                  <a:gd name="connsiteX42" fmla="*/ 106877 w 128287"/>
                  <a:gd name="connsiteY42" fmla="*/ 88018 h 194117"/>
                  <a:gd name="connsiteX43" fmla="*/ 97362 w 128287"/>
                  <a:gd name="connsiteY43" fmla="*/ 96344 h 194117"/>
                  <a:gd name="connsiteX44" fmla="*/ 92604 w 128287"/>
                  <a:gd name="connsiteY44" fmla="*/ 109428 h 194117"/>
                  <a:gd name="connsiteX45" fmla="*/ 96173 w 128287"/>
                  <a:gd name="connsiteY45" fmla="*/ 114186 h 194117"/>
                  <a:gd name="connsiteX46" fmla="*/ 99741 w 128287"/>
                  <a:gd name="connsiteY46" fmla="*/ 118944 h 194117"/>
                  <a:gd name="connsiteX47" fmla="*/ 105688 w 128287"/>
                  <a:gd name="connsiteY47" fmla="*/ 130838 h 194117"/>
                  <a:gd name="connsiteX48" fmla="*/ 111635 w 128287"/>
                  <a:gd name="connsiteY48" fmla="*/ 134406 h 194117"/>
                  <a:gd name="connsiteX49" fmla="*/ 115204 w 128287"/>
                  <a:gd name="connsiteY49" fmla="*/ 140353 h 194117"/>
                  <a:gd name="connsiteX50" fmla="*/ 116393 w 128287"/>
                  <a:gd name="connsiteY50" fmla="*/ 147490 h 194117"/>
                  <a:gd name="connsiteX51" fmla="*/ 118772 w 128287"/>
                  <a:gd name="connsiteY51" fmla="*/ 153437 h 194117"/>
                  <a:gd name="connsiteX52" fmla="*/ 125909 w 128287"/>
                  <a:gd name="connsiteY52" fmla="*/ 164142 h 194117"/>
                  <a:gd name="connsiteX53" fmla="*/ 128287 w 128287"/>
                  <a:gd name="connsiteY53" fmla="*/ 176036 h 194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28287" h="194117">
                    <a:moveTo>
                      <a:pt x="128287" y="176036"/>
                    </a:moveTo>
                    <a:cubicBezTo>
                      <a:pt x="122340" y="174847"/>
                      <a:pt x="116393" y="173658"/>
                      <a:pt x="110446" y="173658"/>
                    </a:cubicBezTo>
                    <a:cubicBezTo>
                      <a:pt x="105688" y="174847"/>
                      <a:pt x="103309" y="179605"/>
                      <a:pt x="99741" y="181983"/>
                    </a:cubicBezTo>
                    <a:cubicBezTo>
                      <a:pt x="96173" y="184362"/>
                      <a:pt x="89036" y="181983"/>
                      <a:pt x="85468" y="184362"/>
                    </a:cubicBezTo>
                    <a:cubicBezTo>
                      <a:pt x="80710" y="187931"/>
                      <a:pt x="80710" y="190310"/>
                      <a:pt x="74763" y="190310"/>
                    </a:cubicBezTo>
                    <a:cubicBezTo>
                      <a:pt x="71194" y="191499"/>
                      <a:pt x="65247" y="195067"/>
                      <a:pt x="61679" y="193878"/>
                    </a:cubicBezTo>
                    <a:cubicBezTo>
                      <a:pt x="58111" y="193878"/>
                      <a:pt x="53353" y="187931"/>
                      <a:pt x="50974" y="185552"/>
                    </a:cubicBezTo>
                    <a:cubicBezTo>
                      <a:pt x="47406" y="181983"/>
                      <a:pt x="46216" y="177226"/>
                      <a:pt x="42648" y="173658"/>
                    </a:cubicBezTo>
                    <a:cubicBezTo>
                      <a:pt x="39080" y="170089"/>
                      <a:pt x="36701" y="168900"/>
                      <a:pt x="35511" y="161763"/>
                    </a:cubicBezTo>
                    <a:cubicBezTo>
                      <a:pt x="34322" y="153437"/>
                      <a:pt x="37890" y="140353"/>
                      <a:pt x="40269" y="132027"/>
                    </a:cubicBezTo>
                    <a:cubicBezTo>
                      <a:pt x="42648" y="127269"/>
                      <a:pt x="48595" y="121322"/>
                      <a:pt x="47406" y="115375"/>
                    </a:cubicBezTo>
                    <a:cubicBezTo>
                      <a:pt x="41459" y="116564"/>
                      <a:pt x="40269" y="111807"/>
                      <a:pt x="37890" y="109428"/>
                    </a:cubicBezTo>
                    <a:cubicBezTo>
                      <a:pt x="33133" y="104670"/>
                      <a:pt x="31943" y="107049"/>
                      <a:pt x="33133" y="99912"/>
                    </a:cubicBezTo>
                    <a:cubicBezTo>
                      <a:pt x="34322" y="82071"/>
                      <a:pt x="29564" y="92776"/>
                      <a:pt x="18859" y="86829"/>
                    </a:cubicBezTo>
                    <a:cubicBezTo>
                      <a:pt x="18859" y="86829"/>
                      <a:pt x="18859" y="86829"/>
                      <a:pt x="18859" y="88018"/>
                    </a:cubicBezTo>
                    <a:cubicBezTo>
                      <a:pt x="16481" y="85639"/>
                      <a:pt x="12912" y="82071"/>
                      <a:pt x="10533" y="79692"/>
                    </a:cubicBezTo>
                    <a:cubicBezTo>
                      <a:pt x="8155" y="77313"/>
                      <a:pt x="6965" y="74934"/>
                      <a:pt x="5776" y="72556"/>
                    </a:cubicBezTo>
                    <a:cubicBezTo>
                      <a:pt x="4586" y="70177"/>
                      <a:pt x="3397" y="65419"/>
                      <a:pt x="1018" y="65419"/>
                    </a:cubicBezTo>
                    <a:cubicBezTo>
                      <a:pt x="-1361" y="63040"/>
                      <a:pt x="1018" y="61850"/>
                      <a:pt x="2207" y="60661"/>
                    </a:cubicBezTo>
                    <a:cubicBezTo>
                      <a:pt x="3397" y="58282"/>
                      <a:pt x="4586" y="57093"/>
                      <a:pt x="4586" y="54714"/>
                    </a:cubicBezTo>
                    <a:cubicBezTo>
                      <a:pt x="5776" y="48767"/>
                      <a:pt x="8155" y="47577"/>
                      <a:pt x="14102" y="47577"/>
                    </a:cubicBezTo>
                    <a:cubicBezTo>
                      <a:pt x="18859" y="47577"/>
                      <a:pt x="22428" y="46388"/>
                      <a:pt x="25996" y="44009"/>
                    </a:cubicBezTo>
                    <a:cubicBezTo>
                      <a:pt x="27185" y="42820"/>
                      <a:pt x="30754" y="41630"/>
                      <a:pt x="29564" y="38062"/>
                    </a:cubicBezTo>
                    <a:cubicBezTo>
                      <a:pt x="28375" y="36873"/>
                      <a:pt x="24807" y="35683"/>
                      <a:pt x="24807" y="34494"/>
                    </a:cubicBezTo>
                    <a:cubicBezTo>
                      <a:pt x="20049" y="32115"/>
                      <a:pt x="16481" y="30925"/>
                      <a:pt x="16481" y="24978"/>
                    </a:cubicBezTo>
                    <a:cubicBezTo>
                      <a:pt x="16481" y="20220"/>
                      <a:pt x="21238" y="16652"/>
                      <a:pt x="25996" y="15463"/>
                    </a:cubicBezTo>
                    <a:cubicBezTo>
                      <a:pt x="31943" y="11894"/>
                      <a:pt x="39080" y="7137"/>
                      <a:pt x="41459" y="0"/>
                    </a:cubicBezTo>
                    <a:cubicBezTo>
                      <a:pt x="45027" y="1190"/>
                      <a:pt x="52164" y="2379"/>
                      <a:pt x="53353" y="3568"/>
                    </a:cubicBezTo>
                    <a:cubicBezTo>
                      <a:pt x="56921" y="7137"/>
                      <a:pt x="54542" y="13084"/>
                      <a:pt x="56921" y="16652"/>
                    </a:cubicBezTo>
                    <a:cubicBezTo>
                      <a:pt x="59300" y="20220"/>
                      <a:pt x="64058" y="21410"/>
                      <a:pt x="67626" y="23789"/>
                    </a:cubicBezTo>
                    <a:cubicBezTo>
                      <a:pt x="71194" y="26167"/>
                      <a:pt x="73573" y="29736"/>
                      <a:pt x="74763" y="34494"/>
                    </a:cubicBezTo>
                    <a:cubicBezTo>
                      <a:pt x="75952" y="38062"/>
                      <a:pt x="73573" y="48767"/>
                      <a:pt x="74763" y="51146"/>
                    </a:cubicBezTo>
                    <a:cubicBezTo>
                      <a:pt x="74763" y="51146"/>
                      <a:pt x="74763" y="51146"/>
                      <a:pt x="74763" y="51146"/>
                    </a:cubicBezTo>
                    <a:cubicBezTo>
                      <a:pt x="78331" y="52335"/>
                      <a:pt x="80710" y="46388"/>
                      <a:pt x="85468" y="44009"/>
                    </a:cubicBezTo>
                    <a:cubicBezTo>
                      <a:pt x="92604" y="41630"/>
                      <a:pt x="91415" y="45198"/>
                      <a:pt x="96173" y="49956"/>
                    </a:cubicBezTo>
                    <a:cubicBezTo>
                      <a:pt x="99741" y="53525"/>
                      <a:pt x="103309" y="54714"/>
                      <a:pt x="106877" y="57093"/>
                    </a:cubicBezTo>
                    <a:cubicBezTo>
                      <a:pt x="112825" y="60661"/>
                      <a:pt x="109257" y="64229"/>
                      <a:pt x="112825" y="70177"/>
                    </a:cubicBezTo>
                    <a:cubicBezTo>
                      <a:pt x="112825" y="70177"/>
                      <a:pt x="112825" y="70177"/>
                      <a:pt x="114014" y="71366"/>
                    </a:cubicBezTo>
                    <a:lnTo>
                      <a:pt x="114014" y="71366"/>
                    </a:lnTo>
                    <a:cubicBezTo>
                      <a:pt x="112825" y="73745"/>
                      <a:pt x="112825" y="76124"/>
                      <a:pt x="112825" y="77313"/>
                    </a:cubicBezTo>
                    <a:cubicBezTo>
                      <a:pt x="112825" y="79692"/>
                      <a:pt x="114014" y="82071"/>
                      <a:pt x="111635" y="84450"/>
                    </a:cubicBezTo>
                    <a:cubicBezTo>
                      <a:pt x="110446" y="85639"/>
                      <a:pt x="108067" y="88018"/>
                      <a:pt x="106877" y="88018"/>
                    </a:cubicBezTo>
                    <a:cubicBezTo>
                      <a:pt x="106877" y="88018"/>
                      <a:pt x="106877" y="88018"/>
                      <a:pt x="106877" y="88018"/>
                    </a:cubicBezTo>
                    <a:cubicBezTo>
                      <a:pt x="102120" y="90397"/>
                      <a:pt x="98551" y="90397"/>
                      <a:pt x="97362" y="96344"/>
                    </a:cubicBezTo>
                    <a:cubicBezTo>
                      <a:pt x="96173" y="101102"/>
                      <a:pt x="92604" y="104670"/>
                      <a:pt x="92604" y="109428"/>
                    </a:cubicBezTo>
                    <a:cubicBezTo>
                      <a:pt x="92604" y="112996"/>
                      <a:pt x="93794" y="111807"/>
                      <a:pt x="96173" y="114186"/>
                    </a:cubicBezTo>
                    <a:cubicBezTo>
                      <a:pt x="97362" y="115375"/>
                      <a:pt x="98551" y="117754"/>
                      <a:pt x="99741" y="118944"/>
                    </a:cubicBezTo>
                    <a:cubicBezTo>
                      <a:pt x="100930" y="122512"/>
                      <a:pt x="102120" y="128459"/>
                      <a:pt x="105688" y="130838"/>
                    </a:cubicBezTo>
                    <a:cubicBezTo>
                      <a:pt x="108067" y="132027"/>
                      <a:pt x="110446" y="132027"/>
                      <a:pt x="111635" y="134406"/>
                    </a:cubicBezTo>
                    <a:cubicBezTo>
                      <a:pt x="114014" y="136785"/>
                      <a:pt x="115204" y="137975"/>
                      <a:pt x="115204" y="140353"/>
                    </a:cubicBezTo>
                    <a:cubicBezTo>
                      <a:pt x="115204" y="142732"/>
                      <a:pt x="116393" y="145111"/>
                      <a:pt x="116393" y="147490"/>
                    </a:cubicBezTo>
                    <a:cubicBezTo>
                      <a:pt x="116393" y="151058"/>
                      <a:pt x="117583" y="151058"/>
                      <a:pt x="118772" y="153437"/>
                    </a:cubicBezTo>
                    <a:cubicBezTo>
                      <a:pt x="121151" y="157005"/>
                      <a:pt x="122340" y="160574"/>
                      <a:pt x="125909" y="164142"/>
                    </a:cubicBezTo>
                    <a:cubicBezTo>
                      <a:pt x="125909" y="168900"/>
                      <a:pt x="127098" y="171279"/>
                      <a:pt x="128287" y="17603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A26A037F-E4C1-8D8D-FFA9-6B6E1A24C76B}"/>
                  </a:ext>
                </a:extLst>
              </p:cNvPr>
              <p:cNvSpPr/>
              <p:nvPr/>
            </p:nvSpPr>
            <p:spPr>
              <a:xfrm>
                <a:off x="4305613" y="4270149"/>
                <a:ext cx="73745" cy="105859"/>
              </a:xfrm>
              <a:custGeom>
                <a:avLst/>
                <a:gdLst>
                  <a:gd name="connsiteX0" fmla="*/ 73745 w 73745"/>
                  <a:gd name="connsiteY0" fmla="*/ 44009 h 105859"/>
                  <a:gd name="connsiteX1" fmla="*/ 64229 w 73745"/>
                  <a:gd name="connsiteY1" fmla="*/ 52335 h 105859"/>
                  <a:gd name="connsiteX2" fmla="*/ 53525 w 73745"/>
                  <a:gd name="connsiteY2" fmla="*/ 71366 h 105859"/>
                  <a:gd name="connsiteX3" fmla="*/ 42820 w 73745"/>
                  <a:gd name="connsiteY3" fmla="*/ 91587 h 105859"/>
                  <a:gd name="connsiteX4" fmla="*/ 34494 w 73745"/>
                  <a:gd name="connsiteY4" fmla="*/ 97534 h 105859"/>
                  <a:gd name="connsiteX5" fmla="*/ 27357 w 73745"/>
                  <a:gd name="connsiteY5" fmla="*/ 105860 h 105859"/>
                  <a:gd name="connsiteX6" fmla="*/ 21410 w 73745"/>
                  <a:gd name="connsiteY6" fmla="*/ 97534 h 105859"/>
                  <a:gd name="connsiteX7" fmla="*/ 9516 w 73745"/>
                  <a:gd name="connsiteY7" fmla="*/ 99912 h 105859"/>
                  <a:gd name="connsiteX8" fmla="*/ 1190 w 73745"/>
                  <a:gd name="connsiteY8" fmla="*/ 85639 h 105859"/>
                  <a:gd name="connsiteX9" fmla="*/ 5947 w 73745"/>
                  <a:gd name="connsiteY9" fmla="*/ 82071 h 105859"/>
                  <a:gd name="connsiteX10" fmla="*/ 9516 w 73745"/>
                  <a:gd name="connsiteY10" fmla="*/ 70177 h 105859"/>
                  <a:gd name="connsiteX11" fmla="*/ 9516 w 73745"/>
                  <a:gd name="connsiteY11" fmla="*/ 63040 h 105859"/>
                  <a:gd name="connsiteX12" fmla="*/ 13084 w 73745"/>
                  <a:gd name="connsiteY12" fmla="*/ 58282 h 105859"/>
                  <a:gd name="connsiteX13" fmla="*/ 8326 w 73745"/>
                  <a:gd name="connsiteY13" fmla="*/ 45199 h 105859"/>
                  <a:gd name="connsiteX14" fmla="*/ 2379 w 73745"/>
                  <a:gd name="connsiteY14" fmla="*/ 34494 h 105859"/>
                  <a:gd name="connsiteX15" fmla="*/ 0 w 73745"/>
                  <a:gd name="connsiteY15" fmla="*/ 20221 h 105859"/>
                  <a:gd name="connsiteX16" fmla="*/ 5947 w 73745"/>
                  <a:gd name="connsiteY16" fmla="*/ 8326 h 105859"/>
                  <a:gd name="connsiteX17" fmla="*/ 13084 w 73745"/>
                  <a:gd name="connsiteY17" fmla="*/ 0 h 105859"/>
                  <a:gd name="connsiteX18" fmla="*/ 16652 w 73745"/>
                  <a:gd name="connsiteY18" fmla="*/ 1190 h 105859"/>
                  <a:gd name="connsiteX19" fmla="*/ 45199 w 73745"/>
                  <a:gd name="connsiteY19" fmla="*/ 8326 h 105859"/>
                  <a:gd name="connsiteX20" fmla="*/ 58282 w 73745"/>
                  <a:gd name="connsiteY20" fmla="*/ 21410 h 105859"/>
                  <a:gd name="connsiteX21" fmla="*/ 63040 w 73745"/>
                  <a:gd name="connsiteY21" fmla="*/ 30925 h 105859"/>
                  <a:gd name="connsiteX22" fmla="*/ 72556 w 73745"/>
                  <a:gd name="connsiteY22" fmla="*/ 35683 h 105859"/>
                  <a:gd name="connsiteX23" fmla="*/ 73745 w 73745"/>
                  <a:gd name="connsiteY23" fmla="*/ 44009 h 10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3745" h="105859">
                    <a:moveTo>
                      <a:pt x="73745" y="44009"/>
                    </a:moveTo>
                    <a:cubicBezTo>
                      <a:pt x="71366" y="47577"/>
                      <a:pt x="67798" y="51146"/>
                      <a:pt x="64229" y="52335"/>
                    </a:cubicBezTo>
                    <a:cubicBezTo>
                      <a:pt x="64229" y="59472"/>
                      <a:pt x="55904" y="64229"/>
                      <a:pt x="53525" y="71366"/>
                    </a:cubicBezTo>
                    <a:cubicBezTo>
                      <a:pt x="51146" y="78503"/>
                      <a:pt x="47577" y="85639"/>
                      <a:pt x="42820" y="91587"/>
                    </a:cubicBezTo>
                    <a:cubicBezTo>
                      <a:pt x="40441" y="95155"/>
                      <a:pt x="38062" y="95155"/>
                      <a:pt x="34494" y="97534"/>
                    </a:cubicBezTo>
                    <a:cubicBezTo>
                      <a:pt x="33304" y="98723"/>
                      <a:pt x="32115" y="105860"/>
                      <a:pt x="27357" y="105860"/>
                    </a:cubicBezTo>
                    <a:cubicBezTo>
                      <a:pt x="24978" y="105860"/>
                      <a:pt x="23789" y="98723"/>
                      <a:pt x="21410" y="97534"/>
                    </a:cubicBezTo>
                    <a:cubicBezTo>
                      <a:pt x="19031" y="96344"/>
                      <a:pt x="11894" y="98723"/>
                      <a:pt x="9516" y="99912"/>
                    </a:cubicBezTo>
                    <a:cubicBezTo>
                      <a:pt x="5947" y="96344"/>
                      <a:pt x="4758" y="90397"/>
                      <a:pt x="1190" y="85639"/>
                    </a:cubicBezTo>
                    <a:cubicBezTo>
                      <a:pt x="2379" y="84450"/>
                      <a:pt x="4758" y="83260"/>
                      <a:pt x="5947" y="82071"/>
                    </a:cubicBezTo>
                    <a:cubicBezTo>
                      <a:pt x="9516" y="78503"/>
                      <a:pt x="10705" y="74935"/>
                      <a:pt x="9516" y="70177"/>
                    </a:cubicBezTo>
                    <a:cubicBezTo>
                      <a:pt x="9516" y="67798"/>
                      <a:pt x="8326" y="65419"/>
                      <a:pt x="9516" y="63040"/>
                    </a:cubicBezTo>
                    <a:cubicBezTo>
                      <a:pt x="10705" y="60661"/>
                      <a:pt x="11894" y="59472"/>
                      <a:pt x="13084" y="58282"/>
                    </a:cubicBezTo>
                    <a:cubicBezTo>
                      <a:pt x="14273" y="53525"/>
                      <a:pt x="11894" y="48767"/>
                      <a:pt x="8326" y="45199"/>
                    </a:cubicBezTo>
                    <a:cubicBezTo>
                      <a:pt x="5947" y="41630"/>
                      <a:pt x="2379" y="39252"/>
                      <a:pt x="2379" y="34494"/>
                    </a:cubicBezTo>
                    <a:cubicBezTo>
                      <a:pt x="2379" y="29736"/>
                      <a:pt x="0" y="24978"/>
                      <a:pt x="0" y="20221"/>
                    </a:cubicBezTo>
                    <a:cubicBezTo>
                      <a:pt x="0" y="15463"/>
                      <a:pt x="3569" y="11894"/>
                      <a:pt x="5947" y="8326"/>
                    </a:cubicBezTo>
                    <a:cubicBezTo>
                      <a:pt x="7137" y="7137"/>
                      <a:pt x="10705" y="3569"/>
                      <a:pt x="13084" y="0"/>
                    </a:cubicBezTo>
                    <a:cubicBezTo>
                      <a:pt x="14273" y="1190"/>
                      <a:pt x="15463" y="1190"/>
                      <a:pt x="16652" y="1190"/>
                    </a:cubicBezTo>
                    <a:cubicBezTo>
                      <a:pt x="26168" y="4758"/>
                      <a:pt x="36873" y="3569"/>
                      <a:pt x="45199" y="8326"/>
                    </a:cubicBezTo>
                    <a:cubicBezTo>
                      <a:pt x="51146" y="11894"/>
                      <a:pt x="54714" y="16652"/>
                      <a:pt x="58282" y="21410"/>
                    </a:cubicBezTo>
                    <a:cubicBezTo>
                      <a:pt x="59472" y="23789"/>
                      <a:pt x="61851" y="29736"/>
                      <a:pt x="63040" y="30925"/>
                    </a:cubicBezTo>
                    <a:cubicBezTo>
                      <a:pt x="65419" y="33304"/>
                      <a:pt x="72556" y="30925"/>
                      <a:pt x="72556" y="35683"/>
                    </a:cubicBezTo>
                    <a:cubicBezTo>
                      <a:pt x="73745" y="38062"/>
                      <a:pt x="72556" y="42820"/>
                      <a:pt x="73745" y="44009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AA599E28-C6A9-0D62-1F25-A11A2BEA8E11}"/>
                  </a:ext>
                </a:extLst>
              </p:cNvPr>
              <p:cNvSpPr/>
              <p:nvPr/>
            </p:nvSpPr>
            <p:spPr>
              <a:xfrm>
                <a:off x="4246141" y="5234483"/>
                <a:ext cx="134406" cy="149911"/>
              </a:xfrm>
              <a:custGeom>
                <a:avLst/>
                <a:gdLst>
                  <a:gd name="connsiteX0" fmla="*/ 134406 w 134406"/>
                  <a:gd name="connsiteY0" fmla="*/ 109726 h 149911"/>
                  <a:gd name="connsiteX1" fmla="*/ 127270 w 134406"/>
                  <a:gd name="connsiteY1" fmla="*/ 123999 h 149911"/>
                  <a:gd name="connsiteX2" fmla="*/ 116565 w 134406"/>
                  <a:gd name="connsiteY2" fmla="*/ 135893 h 149911"/>
                  <a:gd name="connsiteX3" fmla="*/ 99912 w 134406"/>
                  <a:gd name="connsiteY3" fmla="*/ 144219 h 149911"/>
                  <a:gd name="connsiteX4" fmla="*/ 83260 w 134406"/>
                  <a:gd name="connsiteY4" fmla="*/ 146598 h 149911"/>
                  <a:gd name="connsiteX5" fmla="*/ 63040 w 134406"/>
                  <a:gd name="connsiteY5" fmla="*/ 146598 h 149911"/>
                  <a:gd name="connsiteX6" fmla="*/ 46388 w 134406"/>
                  <a:gd name="connsiteY6" fmla="*/ 138272 h 149911"/>
                  <a:gd name="connsiteX7" fmla="*/ 21410 w 134406"/>
                  <a:gd name="connsiteY7" fmla="*/ 135893 h 149911"/>
                  <a:gd name="connsiteX8" fmla="*/ 8326 w 134406"/>
                  <a:gd name="connsiteY8" fmla="*/ 121620 h 149911"/>
                  <a:gd name="connsiteX9" fmla="*/ 0 w 134406"/>
                  <a:gd name="connsiteY9" fmla="*/ 106157 h 149911"/>
                  <a:gd name="connsiteX10" fmla="*/ 0 w 134406"/>
                  <a:gd name="connsiteY10" fmla="*/ 107347 h 149911"/>
                  <a:gd name="connsiteX11" fmla="*/ 0 w 134406"/>
                  <a:gd name="connsiteY11" fmla="*/ 102589 h 149911"/>
                  <a:gd name="connsiteX12" fmla="*/ 5947 w 134406"/>
                  <a:gd name="connsiteY12" fmla="*/ 82368 h 149911"/>
                  <a:gd name="connsiteX13" fmla="*/ 3568 w 134406"/>
                  <a:gd name="connsiteY13" fmla="*/ 72853 h 149911"/>
                  <a:gd name="connsiteX14" fmla="*/ 3568 w 134406"/>
                  <a:gd name="connsiteY14" fmla="*/ 62148 h 149911"/>
                  <a:gd name="connsiteX15" fmla="*/ 5947 w 134406"/>
                  <a:gd name="connsiteY15" fmla="*/ 40738 h 149911"/>
                  <a:gd name="connsiteX16" fmla="*/ 8326 w 134406"/>
                  <a:gd name="connsiteY16" fmla="*/ 19328 h 149911"/>
                  <a:gd name="connsiteX17" fmla="*/ 15463 w 134406"/>
                  <a:gd name="connsiteY17" fmla="*/ 1487 h 149911"/>
                  <a:gd name="connsiteX18" fmla="*/ 15463 w 134406"/>
                  <a:gd name="connsiteY18" fmla="*/ 1487 h 149911"/>
                  <a:gd name="connsiteX19" fmla="*/ 16652 w 134406"/>
                  <a:gd name="connsiteY19" fmla="*/ 1487 h 149911"/>
                  <a:gd name="connsiteX20" fmla="*/ 27357 w 134406"/>
                  <a:gd name="connsiteY20" fmla="*/ 297 h 149911"/>
                  <a:gd name="connsiteX21" fmla="*/ 36873 w 134406"/>
                  <a:gd name="connsiteY21" fmla="*/ 1487 h 149911"/>
                  <a:gd name="connsiteX22" fmla="*/ 41630 w 134406"/>
                  <a:gd name="connsiteY22" fmla="*/ 8624 h 149911"/>
                  <a:gd name="connsiteX23" fmla="*/ 48767 w 134406"/>
                  <a:gd name="connsiteY23" fmla="*/ 14571 h 149911"/>
                  <a:gd name="connsiteX24" fmla="*/ 53525 w 134406"/>
                  <a:gd name="connsiteY24" fmla="*/ 21707 h 149911"/>
                  <a:gd name="connsiteX25" fmla="*/ 58282 w 134406"/>
                  <a:gd name="connsiteY25" fmla="*/ 28844 h 149911"/>
                  <a:gd name="connsiteX26" fmla="*/ 66608 w 134406"/>
                  <a:gd name="connsiteY26" fmla="*/ 25276 h 149911"/>
                  <a:gd name="connsiteX27" fmla="*/ 72556 w 134406"/>
                  <a:gd name="connsiteY27" fmla="*/ 32412 h 149911"/>
                  <a:gd name="connsiteX28" fmla="*/ 88018 w 134406"/>
                  <a:gd name="connsiteY28" fmla="*/ 40738 h 149911"/>
                  <a:gd name="connsiteX29" fmla="*/ 92776 w 134406"/>
                  <a:gd name="connsiteY29" fmla="*/ 49064 h 149911"/>
                  <a:gd name="connsiteX30" fmla="*/ 101102 w 134406"/>
                  <a:gd name="connsiteY30" fmla="*/ 52632 h 149911"/>
                  <a:gd name="connsiteX31" fmla="*/ 114186 w 134406"/>
                  <a:gd name="connsiteY31" fmla="*/ 63337 h 149911"/>
                  <a:gd name="connsiteX32" fmla="*/ 126080 w 134406"/>
                  <a:gd name="connsiteY32" fmla="*/ 76421 h 149911"/>
                  <a:gd name="connsiteX33" fmla="*/ 118944 w 134406"/>
                  <a:gd name="connsiteY33" fmla="*/ 91884 h 149911"/>
                  <a:gd name="connsiteX34" fmla="*/ 121323 w 134406"/>
                  <a:gd name="connsiteY34" fmla="*/ 97831 h 149911"/>
                  <a:gd name="connsiteX35" fmla="*/ 126080 w 134406"/>
                  <a:gd name="connsiteY35" fmla="*/ 103778 h 149911"/>
                  <a:gd name="connsiteX36" fmla="*/ 134406 w 134406"/>
                  <a:gd name="connsiteY36" fmla="*/ 109726 h 149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34406" h="149911">
                    <a:moveTo>
                      <a:pt x="134406" y="109726"/>
                    </a:moveTo>
                    <a:cubicBezTo>
                      <a:pt x="130838" y="113294"/>
                      <a:pt x="127270" y="115673"/>
                      <a:pt x="127270" y="123999"/>
                    </a:cubicBezTo>
                    <a:cubicBezTo>
                      <a:pt x="121323" y="126378"/>
                      <a:pt x="121323" y="132325"/>
                      <a:pt x="116565" y="135893"/>
                    </a:cubicBezTo>
                    <a:cubicBezTo>
                      <a:pt x="111807" y="140651"/>
                      <a:pt x="107049" y="143030"/>
                      <a:pt x="99912" y="144219"/>
                    </a:cubicBezTo>
                    <a:cubicBezTo>
                      <a:pt x="97534" y="153734"/>
                      <a:pt x="89208" y="148977"/>
                      <a:pt x="83260" y="146598"/>
                    </a:cubicBezTo>
                    <a:cubicBezTo>
                      <a:pt x="74935" y="144219"/>
                      <a:pt x="70177" y="146598"/>
                      <a:pt x="63040" y="146598"/>
                    </a:cubicBezTo>
                    <a:cubicBezTo>
                      <a:pt x="54714" y="146598"/>
                      <a:pt x="54714" y="139461"/>
                      <a:pt x="46388" y="138272"/>
                    </a:cubicBezTo>
                    <a:cubicBezTo>
                      <a:pt x="38062" y="135893"/>
                      <a:pt x="29736" y="138272"/>
                      <a:pt x="21410" y="135893"/>
                    </a:cubicBezTo>
                    <a:cubicBezTo>
                      <a:pt x="17842" y="129946"/>
                      <a:pt x="13084" y="127567"/>
                      <a:pt x="8326" y="121620"/>
                    </a:cubicBezTo>
                    <a:cubicBezTo>
                      <a:pt x="4758" y="116862"/>
                      <a:pt x="3568" y="110915"/>
                      <a:pt x="0" y="106157"/>
                    </a:cubicBezTo>
                    <a:cubicBezTo>
                      <a:pt x="0" y="106157"/>
                      <a:pt x="0" y="107347"/>
                      <a:pt x="0" y="107347"/>
                    </a:cubicBezTo>
                    <a:cubicBezTo>
                      <a:pt x="0" y="106157"/>
                      <a:pt x="0" y="104968"/>
                      <a:pt x="0" y="102589"/>
                    </a:cubicBezTo>
                    <a:cubicBezTo>
                      <a:pt x="1190" y="95452"/>
                      <a:pt x="5947" y="89505"/>
                      <a:pt x="5947" y="82368"/>
                    </a:cubicBezTo>
                    <a:cubicBezTo>
                      <a:pt x="5947" y="78800"/>
                      <a:pt x="4758" y="76421"/>
                      <a:pt x="3568" y="72853"/>
                    </a:cubicBezTo>
                    <a:cubicBezTo>
                      <a:pt x="2379" y="69284"/>
                      <a:pt x="3568" y="64527"/>
                      <a:pt x="3568" y="62148"/>
                    </a:cubicBezTo>
                    <a:cubicBezTo>
                      <a:pt x="3568" y="55011"/>
                      <a:pt x="4758" y="47875"/>
                      <a:pt x="5947" y="40738"/>
                    </a:cubicBezTo>
                    <a:cubicBezTo>
                      <a:pt x="7137" y="33601"/>
                      <a:pt x="8326" y="26465"/>
                      <a:pt x="8326" y="19328"/>
                    </a:cubicBezTo>
                    <a:cubicBezTo>
                      <a:pt x="8326" y="12192"/>
                      <a:pt x="13084" y="7434"/>
                      <a:pt x="15463" y="1487"/>
                    </a:cubicBezTo>
                    <a:cubicBezTo>
                      <a:pt x="15463" y="1487"/>
                      <a:pt x="15463" y="1487"/>
                      <a:pt x="15463" y="1487"/>
                    </a:cubicBezTo>
                    <a:cubicBezTo>
                      <a:pt x="15463" y="1487"/>
                      <a:pt x="16652" y="1487"/>
                      <a:pt x="16652" y="1487"/>
                    </a:cubicBezTo>
                    <a:cubicBezTo>
                      <a:pt x="20221" y="297"/>
                      <a:pt x="23789" y="1487"/>
                      <a:pt x="27357" y="297"/>
                    </a:cubicBezTo>
                    <a:cubicBezTo>
                      <a:pt x="30925" y="297"/>
                      <a:pt x="33304" y="-892"/>
                      <a:pt x="36873" y="1487"/>
                    </a:cubicBezTo>
                    <a:cubicBezTo>
                      <a:pt x="39251" y="3866"/>
                      <a:pt x="39251" y="6245"/>
                      <a:pt x="41630" y="8624"/>
                    </a:cubicBezTo>
                    <a:cubicBezTo>
                      <a:pt x="44009" y="11002"/>
                      <a:pt x="46388" y="11002"/>
                      <a:pt x="48767" y="14571"/>
                    </a:cubicBezTo>
                    <a:cubicBezTo>
                      <a:pt x="51146" y="16949"/>
                      <a:pt x="52335" y="19328"/>
                      <a:pt x="53525" y="21707"/>
                    </a:cubicBezTo>
                    <a:cubicBezTo>
                      <a:pt x="54714" y="24086"/>
                      <a:pt x="54714" y="27654"/>
                      <a:pt x="58282" y="28844"/>
                    </a:cubicBezTo>
                    <a:cubicBezTo>
                      <a:pt x="61851" y="30033"/>
                      <a:pt x="64229" y="25276"/>
                      <a:pt x="66608" y="25276"/>
                    </a:cubicBezTo>
                    <a:cubicBezTo>
                      <a:pt x="70177" y="25276"/>
                      <a:pt x="70177" y="30033"/>
                      <a:pt x="72556" y="32412"/>
                    </a:cubicBezTo>
                    <a:cubicBezTo>
                      <a:pt x="77313" y="37170"/>
                      <a:pt x="83260" y="37170"/>
                      <a:pt x="88018" y="40738"/>
                    </a:cubicBezTo>
                    <a:cubicBezTo>
                      <a:pt x="91587" y="43117"/>
                      <a:pt x="91587" y="45496"/>
                      <a:pt x="92776" y="49064"/>
                    </a:cubicBezTo>
                    <a:cubicBezTo>
                      <a:pt x="95155" y="52632"/>
                      <a:pt x="97534" y="51443"/>
                      <a:pt x="101102" y="52632"/>
                    </a:cubicBezTo>
                    <a:cubicBezTo>
                      <a:pt x="108239" y="53822"/>
                      <a:pt x="110618" y="57390"/>
                      <a:pt x="114186" y="63337"/>
                    </a:cubicBezTo>
                    <a:cubicBezTo>
                      <a:pt x="116565" y="66906"/>
                      <a:pt x="121323" y="76421"/>
                      <a:pt x="126080" y="76421"/>
                    </a:cubicBezTo>
                    <a:cubicBezTo>
                      <a:pt x="127270" y="83558"/>
                      <a:pt x="118944" y="85937"/>
                      <a:pt x="118944" y="91884"/>
                    </a:cubicBezTo>
                    <a:cubicBezTo>
                      <a:pt x="121323" y="93073"/>
                      <a:pt x="120133" y="95452"/>
                      <a:pt x="121323" y="97831"/>
                    </a:cubicBezTo>
                    <a:cubicBezTo>
                      <a:pt x="122512" y="100210"/>
                      <a:pt x="124891" y="101399"/>
                      <a:pt x="126080" y="103778"/>
                    </a:cubicBezTo>
                    <a:cubicBezTo>
                      <a:pt x="130838" y="104968"/>
                      <a:pt x="133217" y="107347"/>
                      <a:pt x="134406" y="10972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956F4FEC-A3BA-C044-4C9A-17E74D4570BD}"/>
                  </a:ext>
                </a:extLst>
              </p:cNvPr>
              <p:cNvSpPr/>
              <p:nvPr/>
            </p:nvSpPr>
            <p:spPr>
              <a:xfrm>
                <a:off x="4112924" y="4932590"/>
                <a:ext cx="217822" cy="229878"/>
              </a:xfrm>
              <a:custGeom>
                <a:avLst/>
                <a:gdLst>
                  <a:gd name="connsiteX0" fmla="*/ 215288 w 217822"/>
                  <a:gd name="connsiteY0" fmla="*/ 197521 h 229878"/>
                  <a:gd name="connsiteX1" fmla="*/ 201015 w 217822"/>
                  <a:gd name="connsiteY1" fmla="*/ 207036 h 229878"/>
                  <a:gd name="connsiteX2" fmla="*/ 192688 w 217822"/>
                  <a:gd name="connsiteY2" fmla="*/ 222498 h 229878"/>
                  <a:gd name="connsiteX3" fmla="*/ 155816 w 217822"/>
                  <a:gd name="connsiteY3" fmla="*/ 227257 h 229878"/>
                  <a:gd name="connsiteX4" fmla="*/ 135596 w 217822"/>
                  <a:gd name="connsiteY4" fmla="*/ 223688 h 229878"/>
                  <a:gd name="connsiteX5" fmla="*/ 112996 w 217822"/>
                  <a:gd name="connsiteY5" fmla="*/ 224878 h 229878"/>
                  <a:gd name="connsiteX6" fmla="*/ 121322 w 217822"/>
                  <a:gd name="connsiteY6" fmla="*/ 211794 h 229878"/>
                  <a:gd name="connsiteX7" fmla="*/ 123701 w 217822"/>
                  <a:gd name="connsiteY7" fmla="*/ 195142 h 229878"/>
                  <a:gd name="connsiteX8" fmla="*/ 129649 w 217822"/>
                  <a:gd name="connsiteY8" fmla="*/ 166595 h 229878"/>
                  <a:gd name="connsiteX9" fmla="*/ 99913 w 217822"/>
                  <a:gd name="connsiteY9" fmla="*/ 152322 h 229878"/>
                  <a:gd name="connsiteX10" fmla="*/ 72556 w 217822"/>
                  <a:gd name="connsiteY10" fmla="*/ 136859 h 229878"/>
                  <a:gd name="connsiteX11" fmla="*/ 14273 w 217822"/>
                  <a:gd name="connsiteY11" fmla="*/ 94040 h 229878"/>
                  <a:gd name="connsiteX12" fmla="*/ 0 w 217822"/>
                  <a:gd name="connsiteY12" fmla="*/ 79766 h 229878"/>
                  <a:gd name="connsiteX13" fmla="*/ 5947 w 217822"/>
                  <a:gd name="connsiteY13" fmla="*/ 64304 h 229878"/>
                  <a:gd name="connsiteX14" fmla="*/ 9516 w 217822"/>
                  <a:gd name="connsiteY14" fmla="*/ 51220 h 229878"/>
                  <a:gd name="connsiteX15" fmla="*/ 5947 w 217822"/>
                  <a:gd name="connsiteY15" fmla="*/ 38136 h 229878"/>
                  <a:gd name="connsiteX16" fmla="*/ 15463 w 217822"/>
                  <a:gd name="connsiteY16" fmla="*/ 29810 h 229878"/>
                  <a:gd name="connsiteX17" fmla="*/ 16652 w 217822"/>
                  <a:gd name="connsiteY17" fmla="*/ 14347 h 229878"/>
                  <a:gd name="connsiteX18" fmla="*/ 42820 w 217822"/>
                  <a:gd name="connsiteY18" fmla="*/ 6022 h 229878"/>
                  <a:gd name="connsiteX19" fmla="*/ 70177 w 217822"/>
                  <a:gd name="connsiteY19" fmla="*/ 74 h 229878"/>
                  <a:gd name="connsiteX20" fmla="*/ 97534 w 217822"/>
                  <a:gd name="connsiteY20" fmla="*/ 6022 h 229878"/>
                  <a:gd name="connsiteX21" fmla="*/ 116565 w 217822"/>
                  <a:gd name="connsiteY21" fmla="*/ 17916 h 229878"/>
                  <a:gd name="connsiteX22" fmla="*/ 120133 w 217822"/>
                  <a:gd name="connsiteY22" fmla="*/ 34568 h 229878"/>
                  <a:gd name="connsiteX23" fmla="*/ 124891 w 217822"/>
                  <a:gd name="connsiteY23" fmla="*/ 75009 h 229878"/>
                  <a:gd name="connsiteX24" fmla="*/ 165332 w 217822"/>
                  <a:gd name="connsiteY24" fmla="*/ 78577 h 229878"/>
                  <a:gd name="connsiteX25" fmla="*/ 186741 w 217822"/>
                  <a:gd name="connsiteY25" fmla="*/ 102366 h 229878"/>
                  <a:gd name="connsiteX26" fmla="*/ 191499 w 217822"/>
                  <a:gd name="connsiteY26" fmla="*/ 121397 h 229878"/>
                  <a:gd name="connsiteX27" fmla="*/ 206962 w 217822"/>
                  <a:gd name="connsiteY27" fmla="*/ 124965 h 229878"/>
                  <a:gd name="connsiteX28" fmla="*/ 215288 w 217822"/>
                  <a:gd name="connsiteY28" fmla="*/ 157080 h 229878"/>
                  <a:gd name="connsiteX29" fmla="*/ 215288 w 217822"/>
                  <a:gd name="connsiteY29" fmla="*/ 167785 h 229878"/>
                  <a:gd name="connsiteX30" fmla="*/ 214098 w 217822"/>
                  <a:gd name="connsiteY30" fmla="*/ 176111 h 229878"/>
                  <a:gd name="connsiteX31" fmla="*/ 215288 w 217822"/>
                  <a:gd name="connsiteY31" fmla="*/ 197521 h 229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7822" h="229878">
                    <a:moveTo>
                      <a:pt x="215288" y="197521"/>
                    </a:moveTo>
                    <a:cubicBezTo>
                      <a:pt x="212909" y="202278"/>
                      <a:pt x="204583" y="203468"/>
                      <a:pt x="201015" y="207036"/>
                    </a:cubicBezTo>
                    <a:cubicBezTo>
                      <a:pt x="197446" y="211794"/>
                      <a:pt x="197446" y="218930"/>
                      <a:pt x="192688" y="222498"/>
                    </a:cubicBezTo>
                    <a:cubicBezTo>
                      <a:pt x="183173" y="232014"/>
                      <a:pt x="167710" y="230825"/>
                      <a:pt x="155816" y="227257"/>
                    </a:cubicBezTo>
                    <a:cubicBezTo>
                      <a:pt x="148679" y="224878"/>
                      <a:pt x="143922" y="223688"/>
                      <a:pt x="135596" y="223688"/>
                    </a:cubicBezTo>
                    <a:cubicBezTo>
                      <a:pt x="128459" y="223688"/>
                      <a:pt x="120133" y="224878"/>
                      <a:pt x="112996" y="224878"/>
                    </a:cubicBezTo>
                    <a:cubicBezTo>
                      <a:pt x="111807" y="217741"/>
                      <a:pt x="118944" y="216551"/>
                      <a:pt x="121322" y="211794"/>
                    </a:cubicBezTo>
                    <a:cubicBezTo>
                      <a:pt x="124891" y="205846"/>
                      <a:pt x="122512" y="201089"/>
                      <a:pt x="123701" y="195142"/>
                    </a:cubicBezTo>
                    <a:cubicBezTo>
                      <a:pt x="126080" y="183247"/>
                      <a:pt x="140353" y="178490"/>
                      <a:pt x="129649" y="166595"/>
                    </a:cubicBezTo>
                    <a:cubicBezTo>
                      <a:pt x="120133" y="157080"/>
                      <a:pt x="111807" y="157080"/>
                      <a:pt x="99913" y="152322"/>
                    </a:cubicBezTo>
                    <a:cubicBezTo>
                      <a:pt x="90397" y="148754"/>
                      <a:pt x="82071" y="141617"/>
                      <a:pt x="72556" y="136859"/>
                    </a:cubicBezTo>
                    <a:cubicBezTo>
                      <a:pt x="48767" y="127344"/>
                      <a:pt x="30925" y="113071"/>
                      <a:pt x="14273" y="94040"/>
                    </a:cubicBezTo>
                    <a:cubicBezTo>
                      <a:pt x="9516" y="89282"/>
                      <a:pt x="4758" y="83335"/>
                      <a:pt x="0" y="79766"/>
                    </a:cubicBezTo>
                    <a:cubicBezTo>
                      <a:pt x="1190" y="73819"/>
                      <a:pt x="4758" y="69061"/>
                      <a:pt x="5947" y="64304"/>
                    </a:cubicBezTo>
                    <a:cubicBezTo>
                      <a:pt x="7137" y="59546"/>
                      <a:pt x="9516" y="55978"/>
                      <a:pt x="9516" y="51220"/>
                    </a:cubicBezTo>
                    <a:cubicBezTo>
                      <a:pt x="9516" y="45273"/>
                      <a:pt x="5947" y="42894"/>
                      <a:pt x="5947" y="38136"/>
                    </a:cubicBezTo>
                    <a:cubicBezTo>
                      <a:pt x="8326" y="35757"/>
                      <a:pt x="13084" y="33378"/>
                      <a:pt x="15463" y="29810"/>
                    </a:cubicBezTo>
                    <a:cubicBezTo>
                      <a:pt x="19031" y="25053"/>
                      <a:pt x="15463" y="20295"/>
                      <a:pt x="16652" y="14347"/>
                    </a:cubicBezTo>
                    <a:cubicBezTo>
                      <a:pt x="24978" y="13158"/>
                      <a:pt x="34494" y="8400"/>
                      <a:pt x="42820" y="6022"/>
                    </a:cubicBezTo>
                    <a:cubicBezTo>
                      <a:pt x="52335" y="3643"/>
                      <a:pt x="59472" y="74"/>
                      <a:pt x="70177" y="74"/>
                    </a:cubicBezTo>
                    <a:cubicBezTo>
                      <a:pt x="82071" y="74"/>
                      <a:pt x="89208" y="-1115"/>
                      <a:pt x="97534" y="6022"/>
                    </a:cubicBezTo>
                    <a:cubicBezTo>
                      <a:pt x="103481" y="10779"/>
                      <a:pt x="109428" y="14347"/>
                      <a:pt x="116565" y="17916"/>
                    </a:cubicBezTo>
                    <a:cubicBezTo>
                      <a:pt x="116565" y="22674"/>
                      <a:pt x="117754" y="28621"/>
                      <a:pt x="120133" y="34568"/>
                    </a:cubicBezTo>
                    <a:cubicBezTo>
                      <a:pt x="123701" y="44083"/>
                      <a:pt x="118944" y="69061"/>
                      <a:pt x="124891" y="75009"/>
                    </a:cubicBezTo>
                    <a:cubicBezTo>
                      <a:pt x="130838" y="80956"/>
                      <a:pt x="158195" y="79766"/>
                      <a:pt x="165332" y="78577"/>
                    </a:cubicBezTo>
                    <a:cubicBezTo>
                      <a:pt x="179605" y="77388"/>
                      <a:pt x="183173" y="89282"/>
                      <a:pt x="186741" y="102366"/>
                    </a:cubicBezTo>
                    <a:cubicBezTo>
                      <a:pt x="187931" y="108313"/>
                      <a:pt x="187931" y="115449"/>
                      <a:pt x="191499" y="121397"/>
                    </a:cubicBezTo>
                    <a:cubicBezTo>
                      <a:pt x="196257" y="129723"/>
                      <a:pt x="199825" y="124965"/>
                      <a:pt x="206962" y="124965"/>
                    </a:cubicBezTo>
                    <a:cubicBezTo>
                      <a:pt x="224803" y="124965"/>
                      <a:pt x="215288" y="146375"/>
                      <a:pt x="215288" y="157080"/>
                    </a:cubicBezTo>
                    <a:cubicBezTo>
                      <a:pt x="215288" y="161838"/>
                      <a:pt x="215288" y="164216"/>
                      <a:pt x="215288" y="167785"/>
                    </a:cubicBezTo>
                    <a:cubicBezTo>
                      <a:pt x="215288" y="170163"/>
                      <a:pt x="214098" y="172542"/>
                      <a:pt x="214098" y="176111"/>
                    </a:cubicBezTo>
                    <a:cubicBezTo>
                      <a:pt x="214098" y="182058"/>
                      <a:pt x="217667" y="192763"/>
                      <a:pt x="215288" y="197521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61" name="Graphic 27">
                <a:extLst>
                  <a:ext uri="{FF2B5EF4-FFF2-40B4-BE49-F238E27FC236}">
                    <a16:creationId xmlns:a16="http://schemas.microsoft.com/office/drawing/2014/main" id="{194D6969-B80D-5381-A836-472810F5D061}"/>
                  </a:ext>
                </a:extLst>
              </p:cNvPr>
              <p:cNvGrpSpPr/>
              <p:nvPr/>
            </p:nvGrpSpPr>
            <p:grpSpPr>
              <a:xfrm>
                <a:off x="4270134" y="5917024"/>
                <a:ext cx="78298" cy="44826"/>
                <a:chOff x="4270134" y="5917024"/>
                <a:chExt cx="78298" cy="44826"/>
              </a:xfrm>
              <a:grpFill/>
            </p:grpSpPr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F6DD9777-DE01-87A8-A4D7-995339600F50}"/>
                    </a:ext>
                  </a:extLst>
                </p:cNvPr>
                <p:cNvSpPr/>
                <p:nvPr/>
              </p:nvSpPr>
              <p:spPr>
                <a:xfrm>
                  <a:off x="4307613" y="5921977"/>
                  <a:ext cx="40819" cy="39873"/>
                </a:xfrm>
                <a:custGeom>
                  <a:avLst/>
                  <a:gdLst>
                    <a:gd name="connsiteX0" fmla="*/ 39630 w 40819"/>
                    <a:gd name="connsiteY0" fmla="*/ 13381 h 39873"/>
                    <a:gd name="connsiteX1" fmla="*/ 36062 w 40819"/>
                    <a:gd name="connsiteY1" fmla="*/ 9813 h 39873"/>
                    <a:gd name="connsiteX2" fmla="*/ 40819 w 40819"/>
                    <a:gd name="connsiteY2" fmla="*/ 7434 h 39873"/>
                    <a:gd name="connsiteX3" fmla="*/ 32493 w 40819"/>
                    <a:gd name="connsiteY3" fmla="*/ 3866 h 39873"/>
                    <a:gd name="connsiteX4" fmla="*/ 31304 w 40819"/>
                    <a:gd name="connsiteY4" fmla="*/ 8623 h 39873"/>
                    <a:gd name="connsiteX5" fmla="*/ 26546 w 40819"/>
                    <a:gd name="connsiteY5" fmla="*/ 6244 h 39873"/>
                    <a:gd name="connsiteX6" fmla="*/ 22978 w 40819"/>
                    <a:gd name="connsiteY6" fmla="*/ 297 h 39873"/>
                    <a:gd name="connsiteX7" fmla="*/ 17031 w 40819"/>
                    <a:gd name="connsiteY7" fmla="*/ 1487 h 39873"/>
                    <a:gd name="connsiteX8" fmla="*/ 13462 w 40819"/>
                    <a:gd name="connsiteY8" fmla="*/ 5055 h 39873"/>
                    <a:gd name="connsiteX9" fmla="*/ 13462 w 40819"/>
                    <a:gd name="connsiteY9" fmla="*/ 12192 h 39873"/>
                    <a:gd name="connsiteX10" fmla="*/ 15841 w 40819"/>
                    <a:gd name="connsiteY10" fmla="*/ 18139 h 39873"/>
                    <a:gd name="connsiteX11" fmla="*/ 9894 w 40819"/>
                    <a:gd name="connsiteY11" fmla="*/ 19328 h 39873"/>
                    <a:gd name="connsiteX12" fmla="*/ 379 w 40819"/>
                    <a:gd name="connsiteY12" fmla="*/ 31223 h 39873"/>
                    <a:gd name="connsiteX13" fmla="*/ 5136 w 40819"/>
                    <a:gd name="connsiteY13" fmla="*/ 37170 h 39873"/>
                    <a:gd name="connsiteX14" fmla="*/ 9894 w 40819"/>
                    <a:gd name="connsiteY14" fmla="*/ 39549 h 39873"/>
                    <a:gd name="connsiteX15" fmla="*/ 8704 w 40819"/>
                    <a:gd name="connsiteY15" fmla="*/ 32412 h 39873"/>
                    <a:gd name="connsiteX16" fmla="*/ 15841 w 40819"/>
                    <a:gd name="connsiteY16" fmla="*/ 33602 h 39873"/>
                    <a:gd name="connsiteX17" fmla="*/ 15841 w 40819"/>
                    <a:gd name="connsiteY17" fmla="*/ 27654 h 39873"/>
                    <a:gd name="connsiteX18" fmla="*/ 24167 w 40819"/>
                    <a:gd name="connsiteY18" fmla="*/ 27654 h 39873"/>
                    <a:gd name="connsiteX19" fmla="*/ 19410 w 40819"/>
                    <a:gd name="connsiteY19" fmla="*/ 22897 h 39873"/>
                    <a:gd name="connsiteX20" fmla="*/ 27735 w 40819"/>
                    <a:gd name="connsiteY20" fmla="*/ 22897 h 39873"/>
                    <a:gd name="connsiteX21" fmla="*/ 36062 w 40819"/>
                    <a:gd name="connsiteY21" fmla="*/ 18139 h 39873"/>
                    <a:gd name="connsiteX22" fmla="*/ 39630 w 40819"/>
                    <a:gd name="connsiteY22" fmla="*/ 13381 h 39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0819" h="39873">
                      <a:moveTo>
                        <a:pt x="39630" y="13381"/>
                      </a:moveTo>
                      <a:cubicBezTo>
                        <a:pt x="38440" y="12192"/>
                        <a:pt x="34872" y="11002"/>
                        <a:pt x="36062" y="9813"/>
                      </a:cubicBezTo>
                      <a:cubicBezTo>
                        <a:pt x="37251" y="8623"/>
                        <a:pt x="40819" y="9813"/>
                        <a:pt x="40819" y="7434"/>
                      </a:cubicBezTo>
                      <a:cubicBezTo>
                        <a:pt x="40819" y="5055"/>
                        <a:pt x="33683" y="1487"/>
                        <a:pt x="32493" y="3866"/>
                      </a:cubicBezTo>
                      <a:cubicBezTo>
                        <a:pt x="31304" y="5055"/>
                        <a:pt x="34872" y="8623"/>
                        <a:pt x="31304" y="8623"/>
                      </a:cubicBezTo>
                      <a:cubicBezTo>
                        <a:pt x="27735" y="8623"/>
                        <a:pt x="26546" y="7434"/>
                        <a:pt x="26546" y="6244"/>
                      </a:cubicBezTo>
                      <a:cubicBezTo>
                        <a:pt x="26546" y="5055"/>
                        <a:pt x="26546" y="297"/>
                        <a:pt x="22978" y="297"/>
                      </a:cubicBezTo>
                      <a:cubicBezTo>
                        <a:pt x="20599" y="297"/>
                        <a:pt x="19410" y="-892"/>
                        <a:pt x="17031" y="1487"/>
                      </a:cubicBezTo>
                      <a:cubicBezTo>
                        <a:pt x="15841" y="3866"/>
                        <a:pt x="13462" y="2676"/>
                        <a:pt x="13462" y="5055"/>
                      </a:cubicBezTo>
                      <a:cubicBezTo>
                        <a:pt x="13462" y="7434"/>
                        <a:pt x="11083" y="11002"/>
                        <a:pt x="13462" y="12192"/>
                      </a:cubicBezTo>
                      <a:cubicBezTo>
                        <a:pt x="15841" y="13381"/>
                        <a:pt x="18220" y="16950"/>
                        <a:pt x="15841" y="18139"/>
                      </a:cubicBezTo>
                      <a:cubicBezTo>
                        <a:pt x="13462" y="19328"/>
                        <a:pt x="12273" y="16950"/>
                        <a:pt x="9894" y="19328"/>
                      </a:cubicBezTo>
                      <a:cubicBezTo>
                        <a:pt x="7515" y="21707"/>
                        <a:pt x="-2000" y="30033"/>
                        <a:pt x="379" y="31223"/>
                      </a:cubicBezTo>
                      <a:cubicBezTo>
                        <a:pt x="2757" y="32412"/>
                        <a:pt x="3947" y="35980"/>
                        <a:pt x="5136" y="37170"/>
                      </a:cubicBezTo>
                      <a:cubicBezTo>
                        <a:pt x="6326" y="38359"/>
                        <a:pt x="9894" y="40738"/>
                        <a:pt x="9894" y="39549"/>
                      </a:cubicBezTo>
                      <a:cubicBezTo>
                        <a:pt x="9894" y="38359"/>
                        <a:pt x="5136" y="31223"/>
                        <a:pt x="8704" y="32412"/>
                      </a:cubicBezTo>
                      <a:cubicBezTo>
                        <a:pt x="11083" y="32412"/>
                        <a:pt x="15841" y="35980"/>
                        <a:pt x="15841" y="33602"/>
                      </a:cubicBezTo>
                      <a:cubicBezTo>
                        <a:pt x="15841" y="32412"/>
                        <a:pt x="13462" y="27654"/>
                        <a:pt x="15841" y="27654"/>
                      </a:cubicBezTo>
                      <a:cubicBezTo>
                        <a:pt x="18220" y="27654"/>
                        <a:pt x="27735" y="30033"/>
                        <a:pt x="24167" y="27654"/>
                      </a:cubicBezTo>
                      <a:cubicBezTo>
                        <a:pt x="20599" y="25275"/>
                        <a:pt x="17031" y="20518"/>
                        <a:pt x="19410" y="22897"/>
                      </a:cubicBezTo>
                      <a:cubicBezTo>
                        <a:pt x="19410" y="22897"/>
                        <a:pt x="24167" y="22897"/>
                        <a:pt x="27735" y="22897"/>
                      </a:cubicBezTo>
                      <a:cubicBezTo>
                        <a:pt x="31304" y="22897"/>
                        <a:pt x="34872" y="18139"/>
                        <a:pt x="36062" y="18139"/>
                      </a:cubicBezTo>
                      <a:cubicBezTo>
                        <a:pt x="38440" y="15760"/>
                        <a:pt x="40819" y="14571"/>
                        <a:pt x="39630" y="13381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1CFFAD1-AE1D-38F7-4124-847479DF06CE}"/>
                    </a:ext>
                  </a:extLst>
                </p:cNvPr>
                <p:cNvSpPr/>
                <p:nvPr/>
              </p:nvSpPr>
              <p:spPr>
                <a:xfrm>
                  <a:off x="4276880" y="5925843"/>
                  <a:ext cx="38794" cy="30721"/>
                </a:xfrm>
                <a:custGeom>
                  <a:avLst/>
                  <a:gdLst>
                    <a:gd name="connsiteX0" fmla="*/ 31112 w 38794"/>
                    <a:gd name="connsiteY0" fmla="*/ 11894 h 30721"/>
                    <a:gd name="connsiteX1" fmla="*/ 38248 w 38794"/>
                    <a:gd name="connsiteY1" fmla="*/ 0 h 30721"/>
                    <a:gd name="connsiteX2" fmla="*/ 29922 w 38794"/>
                    <a:gd name="connsiteY2" fmla="*/ 3568 h 30721"/>
                    <a:gd name="connsiteX3" fmla="*/ 23975 w 38794"/>
                    <a:gd name="connsiteY3" fmla="*/ 0 h 30721"/>
                    <a:gd name="connsiteX4" fmla="*/ 18028 w 38794"/>
                    <a:gd name="connsiteY4" fmla="*/ 4758 h 30721"/>
                    <a:gd name="connsiteX5" fmla="*/ 8512 w 38794"/>
                    <a:gd name="connsiteY5" fmla="*/ 2379 h 30721"/>
                    <a:gd name="connsiteX6" fmla="*/ 9702 w 38794"/>
                    <a:gd name="connsiteY6" fmla="*/ 8326 h 30721"/>
                    <a:gd name="connsiteX7" fmla="*/ 16838 w 38794"/>
                    <a:gd name="connsiteY7" fmla="*/ 13084 h 30721"/>
                    <a:gd name="connsiteX8" fmla="*/ 9702 w 38794"/>
                    <a:gd name="connsiteY8" fmla="*/ 16652 h 30721"/>
                    <a:gd name="connsiteX9" fmla="*/ 7323 w 38794"/>
                    <a:gd name="connsiteY9" fmla="*/ 22599 h 30721"/>
                    <a:gd name="connsiteX10" fmla="*/ 186 w 38794"/>
                    <a:gd name="connsiteY10" fmla="*/ 26167 h 30721"/>
                    <a:gd name="connsiteX11" fmla="*/ 6133 w 38794"/>
                    <a:gd name="connsiteY11" fmla="*/ 29736 h 30721"/>
                    <a:gd name="connsiteX12" fmla="*/ 10891 w 38794"/>
                    <a:gd name="connsiteY12" fmla="*/ 27357 h 30721"/>
                    <a:gd name="connsiteX13" fmla="*/ 15649 w 38794"/>
                    <a:gd name="connsiteY13" fmla="*/ 29736 h 30721"/>
                    <a:gd name="connsiteX14" fmla="*/ 14459 w 38794"/>
                    <a:gd name="connsiteY14" fmla="*/ 21410 h 30721"/>
                    <a:gd name="connsiteX15" fmla="*/ 27543 w 38794"/>
                    <a:gd name="connsiteY15" fmla="*/ 20220 h 30721"/>
                    <a:gd name="connsiteX16" fmla="*/ 29922 w 38794"/>
                    <a:gd name="connsiteY16" fmla="*/ 15463 h 30721"/>
                    <a:gd name="connsiteX17" fmla="*/ 31112 w 38794"/>
                    <a:gd name="connsiteY17" fmla="*/ 11894 h 30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8794" h="30721">
                      <a:moveTo>
                        <a:pt x="31112" y="11894"/>
                      </a:moveTo>
                      <a:cubicBezTo>
                        <a:pt x="34680" y="10705"/>
                        <a:pt x="40627" y="0"/>
                        <a:pt x="38248" y="0"/>
                      </a:cubicBezTo>
                      <a:cubicBezTo>
                        <a:pt x="35869" y="0"/>
                        <a:pt x="32301" y="4758"/>
                        <a:pt x="29922" y="3568"/>
                      </a:cubicBezTo>
                      <a:cubicBezTo>
                        <a:pt x="27543" y="2379"/>
                        <a:pt x="26354" y="0"/>
                        <a:pt x="23975" y="0"/>
                      </a:cubicBezTo>
                      <a:cubicBezTo>
                        <a:pt x="21596" y="0"/>
                        <a:pt x="21596" y="3568"/>
                        <a:pt x="18028" y="4758"/>
                      </a:cubicBezTo>
                      <a:cubicBezTo>
                        <a:pt x="14459" y="5947"/>
                        <a:pt x="8512" y="0"/>
                        <a:pt x="8512" y="2379"/>
                      </a:cubicBezTo>
                      <a:cubicBezTo>
                        <a:pt x="8512" y="4758"/>
                        <a:pt x="8512" y="5947"/>
                        <a:pt x="9702" y="8326"/>
                      </a:cubicBezTo>
                      <a:cubicBezTo>
                        <a:pt x="12081" y="10705"/>
                        <a:pt x="18028" y="11894"/>
                        <a:pt x="16838" y="13084"/>
                      </a:cubicBezTo>
                      <a:cubicBezTo>
                        <a:pt x="15649" y="14273"/>
                        <a:pt x="9702" y="13084"/>
                        <a:pt x="9702" y="16652"/>
                      </a:cubicBezTo>
                      <a:cubicBezTo>
                        <a:pt x="9702" y="20220"/>
                        <a:pt x="10891" y="21410"/>
                        <a:pt x="7323" y="22599"/>
                      </a:cubicBezTo>
                      <a:cubicBezTo>
                        <a:pt x="3755" y="24978"/>
                        <a:pt x="-1003" y="23789"/>
                        <a:pt x="186" y="26167"/>
                      </a:cubicBezTo>
                      <a:cubicBezTo>
                        <a:pt x="1376" y="28546"/>
                        <a:pt x="4944" y="30925"/>
                        <a:pt x="6133" y="29736"/>
                      </a:cubicBezTo>
                      <a:cubicBezTo>
                        <a:pt x="7323" y="28546"/>
                        <a:pt x="8512" y="26167"/>
                        <a:pt x="10891" y="27357"/>
                      </a:cubicBezTo>
                      <a:cubicBezTo>
                        <a:pt x="12081" y="29736"/>
                        <a:pt x="13270" y="32115"/>
                        <a:pt x="15649" y="29736"/>
                      </a:cubicBezTo>
                      <a:cubicBezTo>
                        <a:pt x="18028" y="27357"/>
                        <a:pt x="12081" y="21410"/>
                        <a:pt x="14459" y="21410"/>
                      </a:cubicBezTo>
                      <a:cubicBezTo>
                        <a:pt x="16838" y="21410"/>
                        <a:pt x="25165" y="22599"/>
                        <a:pt x="27543" y="20220"/>
                      </a:cubicBezTo>
                      <a:cubicBezTo>
                        <a:pt x="29922" y="17842"/>
                        <a:pt x="32301" y="17842"/>
                        <a:pt x="29922" y="15463"/>
                      </a:cubicBezTo>
                      <a:cubicBezTo>
                        <a:pt x="28733" y="15463"/>
                        <a:pt x="27543" y="13084"/>
                        <a:pt x="31112" y="11894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4" name="Freeform 163">
                  <a:extLst>
                    <a:ext uri="{FF2B5EF4-FFF2-40B4-BE49-F238E27FC236}">
                      <a16:creationId xmlns:a16="http://schemas.microsoft.com/office/drawing/2014/main" id="{ED60CF27-CD4A-8F71-05C4-CE96C447E70E}"/>
                    </a:ext>
                  </a:extLst>
                </p:cNvPr>
                <p:cNvSpPr/>
                <p:nvPr/>
              </p:nvSpPr>
              <p:spPr>
                <a:xfrm>
                  <a:off x="4270134" y="5939876"/>
                  <a:ext cx="9707" cy="6370"/>
                </a:xfrm>
                <a:custGeom>
                  <a:avLst/>
                  <a:gdLst>
                    <a:gd name="connsiteX0" fmla="*/ 8122 w 9707"/>
                    <a:gd name="connsiteY0" fmla="*/ 3808 h 6370"/>
                    <a:gd name="connsiteX1" fmla="*/ 3364 w 9707"/>
                    <a:gd name="connsiteY1" fmla="*/ 239 h 6370"/>
                    <a:gd name="connsiteX2" fmla="*/ 985 w 9707"/>
                    <a:gd name="connsiteY2" fmla="*/ 4997 h 6370"/>
                    <a:gd name="connsiteX3" fmla="*/ 8122 w 9707"/>
                    <a:gd name="connsiteY3" fmla="*/ 4997 h 6370"/>
                    <a:gd name="connsiteX4" fmla="*/ 8122 w 9707"/>
                    <a:gd name="connsiteY4" fmla="*/ 3808 h 6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07" h="6370">
                      <a:moveTo>
                        <a:pt x="8122" y="3808"/>
                      </a:moveTo>
                      <a:cubicBezTo>
                        <a:pt x="4554" y="2618"/>
                        <a:pt x="5743" y="-950"/>
                        <a:pt x="3364" y="239"/>
                      </a:cubicBezTo>
                      <a:cubicBezTo>
                        <a:pt x="985" y="2618"/>
                        <a:pt x="-1393" y="3808"/>
                        <a:pt x="985" y="4997"/>
                      </a:cubicBezTo>
                      <a:cubicBezTo>
                        <a:pt x="3364" y="6186"/>
                        <a:pt x="4554" y="7376"/>
                        <a:pt x="8122" y="4997"/>
                      </a:cubicBezTo>
                      <a:cubicBezTo>
                        <a:pt x="8122" y="6186"/>
                        <a:pt x="11690" y="4997"/>
                        <a:pt x="8122" y="3808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5" name="Freeform 164">
                  <a:extLst>
                    <a:ext uri="{FF2B5EF4-FFF2-40B4-BE49-F238E27FC236}">
                      <a16:creationId xmlns:a16="http://schemas.microsoft.com/office/drawing/2014/main" id="{7771D732-16D5-CEEA-120A-E1BF316EAA1E}"/>
                    </a:ext>
                  </a:extLst>
                </p:cNvPr>
                <p:cNvSpPr/>
                <p:nvPr/>
              </p:nvSpPr>
              <p:spPr>
                <a:xfrm>
                  <a:off x="4288777" y="5920523"/>
                  <a:ext cx="4941" cy="5319"/>
                </a:xfrm>
                <a:custGeom>
                  <a:avLst/>
                  <a:gdLst>
                    <a:gd name="connsiteX0" fmla="*/ 1374 w 4941"/>
                    <a:gd name="connsiteY0" fmla="*/ 5319 h 5319"/>
                    <a:gd name="connsiteX1" fmla="*/ 4942 w 4941"/>
                    <a:gd name="connsiteY1" fmla="*/ 4130 h 5319"/>
                    <a:gd name="connsiteX2" fmla="*/ 1374 w 4941"/>
                    <a:gd name="connsiteY2" fmla="*/ 562 h 5319"/>
                    <a:gd name="connsiteX3" fmla="*/ 1374 w 4941"/>
                    <a:gd name="connsiteY3" fmla="*/ 5319 h 5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41" h="5319">
                      <a:moveTo>
                        <a:pt x="1374" y="5319"/>
                      </a:moveTo>
                      <a:cubicBezTo>
                        <a:pt x="3752" y="5319"/>
                        <a:pt x="4942" y="4130"/>
                        <a:pt x="4942" y="4130"/>
                      </a:cubicBezTo>
                      <a:cubicBezTo>
                        <a:pt x="4942" y="4130"/>
                        <a:pt x="2563" y="-1817"/>
                        <a:pt x="1374" y="562"/>
                      </a:cubicBezTo>
                      <a:cubicBezTo>
                        <a:pt x="184" y="2940"/>
                        <a:pt x="-1005" y="5319"/>
                        <a:pt x="1374" y="531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6" name="Freeform 165">
                  <a:extLst>
                    <a:ext uri="{FF2B5EF4-FFF2-40B4-BE49-F238E27FC236}">
                      <a16:creationId xmlns:a16="http://schemas.microsoft.com/office/drawing/2014/main" id="{180677AB-59DE-5FCB-1BD2-E6591C0CD72F}"/>
                    </a:ext>
                  </a:extLst>
                </p:cNvPr>
                <p:cNvSpPr/>
                <p:nvPr/>
              </p:nvSpPr>
              <p:spPr>
                <a:xfrm>
                  <a:off x="4299963" y="5917024"/>
                  <a:ext cx="7332" cy="5743"/>
                </a:xfrm>
                <a:custGeom>
                  <a:avLst/>
                  <a:gdLst>
                    <a:gd name="connsiteX0" fmla="*/ 5650 w 7332"/>
                    <a:gd name="connsiteY0" fmla="*/ 5250 h 5743"/>
                    <a:gd name="connsiteX1" fmla="*/ 6839 w 7332"/>
                    <a:gd name="connsiteY1" fmla="*/ 1682 h 5743"/>
                    <a:gd name="connsiteX2" fmla="*/ 892 w 7332"/>
                    <a:gd name="connsiteY2" fmla="*/ 493 h 5743"/>
                    <a:gd name="connsiteX3" fmla="*/ 892 w 7332"/>
                    <a:gd name="connsiteY3" fmla="*/ 4061 h 5743"/>
                    <a:gd name="connsiteX4" fmla="*/ 5650 w 7332"/>
                    <a:gd name="connsiteY4" fmla="*/ 5250 h 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32" h="5743">
                      <a:moveTo>
                        <a:pt x="5650" y="5250"/>
                      </a:moveTo>
                      <a:cubicBezTo>
                        <a:pt x="6839" y="4061"/>
                        <a:pt x="8029" y="2872"/>
                        <a:pt x="6839" y="1682"/>
                      </a:cubicBezTo>
                      <a:cubicBezTo>
                        <a:pt x="5650" y="493"/>
                        <a:pt x="2082" y="-697"/>
                        <a:pt x="892" y="493"/>
                      </a:cubicBezTo>
                      <a:cubicBezTo>
                        <a:pt x="-297" y="1682"/>
                        <a:pt x="-297" y="2872"/>
                        <a:pt x="892" y="4061"/>
                      </a:cubicBezTo>
                      <a:cubicBezTo>
                        <a:pt x="2082" y="5250"/>
                        <a:pt x="3271" y="6440"/>
                        <a:pt x="5650" y="525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7" name="Graphic 27">
                <a:extLst>
                  <a:ext uri="{FF2B5EF4-FFF2-40B4-BE49-F238E27FC236}">
                    <a16:creationId xmlns:a16="http://schemas.microsoft.com/office/drawing/2014/main" id="{50114025-6858-55C6-9F1A-EF97B1C52178}"/>
                  </a:ext>
                </a:extLst>
              </p:cNvPr>
              <p:cNvGrpSpPr/>
              <p:nvPr/>
            </p:nvGrpSpPr>
            <p:grpSpPr>
              <a:xfrm>
                <a:off x="3343360" y="4423402"/>
                <a:ext cx="56392" cy="32488"/>
                <a:chOff x="3343360" y="4423402"/>
                <a:chExt cx="56392" cy="32488"/>
              </a:xfrm>
              <a:grpFill/>
            </p:grpSpPr>
            <p:sp>
              <p:nvSpPr>
                <p:cNvPr id="168" name="Freeform 167">
                  <a:extLst>
                    <a:ext uri="{FF2B5EF4-FFF2-40B4-BE49-F238E27FC236}">
                      <a16:creationId xmlns:a16="http://schemas.microsoft.com/office/drawing/2014/main" id="{6C91E8FC-FCBF-A037-310C-4AB48A8EC1D4}"/>
                    </a:ext>
                  </a:extLst>
                </p:cNvPr>
                <p:cNvSpPr/>
                <p:nvPr/>
              </p:nvSpPr>
              <p:spPr>
                <a:xfrm>
                  <a:off x="3348117" y="4423402"/>
                  <a:ext cx="16755" cy="32298"/>
                </a:xfrm>
                <a:custGeom>
                  <a:avLst/>
                  <a:gdLst>
                    <a:gd name="connsiteX0" fmla="*/ 11894 w 16755"/>
                    <a:gd name="connsiteY0" fmla="*/ 18025 h 32298"/>
                    <a:gd name="connsiteX1" fmla="*/ 10705 w 16755"/>
                    <a:gd name="connsiteY1" fmla="*/ 12078 h 32298"/>
                    <a:gd name="connsiteX2" fmla="*/ 8326 w 16755"/>
                    <a:gd name="connsiteY2" fmla="*/ 1373 h 32298"/>
                    <a:gd name="connsiteX3" fmla="*/ 0 w 16755"/>
                    <a:gd name="connsiteY3" fmla="*/ 1373 h 32298"/>
                    <a:gd name="connsiteX4" fmla="*/ 4758 w 16755"/>
                    <a:gd name="connsiteY4" fmla="*/ 7321 h 32298"/>
                    <a:gd name="connsiteX5" fmla="*/ 5947 w 16755"/>
                    <a:gd name="connsiteY5" fmla="*/ 15647 h 32298"/>
                    <a:gd name="connsiteX6" fmla="*/ 8326 w 16755"/>
                    <a:gd name="connsiteY6" fmla="*/ 20404 h 32298"/>
                    <a:gd name="connsiteX7" fmla="*/ 3568 w 16755"/>
                    <a:gd name="connsiteY7" fmla="*/ 26352 h 32298"/>
                    <a:gd name="connsiteX8" fmla="*/ 8326 w 16755"/>
                    <a:gd name="connsiteY8" fmla="*/ 32299 h 32298"/>
                    <a:gd name="connsiteX9" fmla="*/ 16652 w 16755"/>
                    <a:gd name="connsiteY9" fmla="*/ 25162 h 32298"/>
                    <a:gd name="connsiteX10" fmla="*/ 11894 w 16755"/>
                    <a:gd name="connsiteY10" fmla="*/ 18025 h 32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755" h="32298">
                      <a:moveTo>
                        <a:pt x="11894" y="18025"/>
                      </a:moveTo>
                      <a:cubicBezTo>
                        <a:pt x="10705" y="15647"/>
                        <a:pt x="11894" y="13268"/>
                        <a:pt x="10705" y="12078"/>
                      </a:cubicBezTo>
                      <a:cubicBezTo>
                        <a:pt x="9516" y="10889"/>
                        <a:pt x="10705" y="2563"/>
                        <a:pt x="8326" y="1373"/>
                      </a:cubicBezTo>
                      <a:cubicBezTo>
                        <a:pt x="5947" y="184"/>
                        <a:pt x="0" y="-1005"/>
                        <a:pt x="0" y="1373"/>
                      </a:cubicBezTo>
                      <a:cubicBezTo>
                        <a:pt x="1190" y="3752"/>
                        <a:pt x="3568" y="6131"/>
                        <a:pt x="4758" y="7321"/>
                      </a:cubicBezTo>
                      <a:cubicBezTo>
                        <a:pt x="5947" y="8510"/>
                        <a:pt x="3568" y="13268"/>
                        <a:pt x="5947" y="15647"/>
                      </a:cubicBezTo>
                      <a:cubicBezTo>
                        <a:pt x="8326" y="18025"/>
                        <a:pt x="9516" y="18025"/>
                        <a:pt x="8326" y="20404"/>
                      </a:cubicBezTo>
                      <a:cubicBezTo>
                        <a:pt x="8326" y="22783"/>
                        <a:pt x="3568" y="23973"/>
                        <a:pt x="3568" y="26352"/>
                      </a:cubicBezTo>
                      <a:cubicBezTo>
                        <a:pt x="3568" y="28731"/>
                        <a:pt x="3568" y="32299"/>
                        <a:pt x="8326" y="32299"/>
                      </a:cubicBezTo>
                      <a:cubicBezTo>
                        <a:pt x="8326" y="32299"/>
                        <a:pt x="17842" y="28731"/>
                        <a:pt x="16652" y="25162"/>
                      </a:cubicBezTo>
                      <a:cubicBezTo>
                        <a:pt x="14273" y="21594"/>
                        <a:pt x="13084" y="20404"/>
                        <a:pt x="11894" y="18025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9" name="Freeform 168">
                  <a:extLst>
                    <a:ext uri="{FF2B5EF4-FFF2-40B4-BE49-F238E27FC236}">
                      <a16:creationId xmlns:a16="http://schemas.microsoft.com/office/drawing/2014/main" id="{21E56459-2634-5834-9DAB-89A6F019A74C}"/>
                    </a:ext>
                  </a:extLst>
                </p:cNvPr>
                <p:cNvSpPr/>
                <p:nvPr/>
              </p:nvSpPr>
              <p:spPr>
                <a:xfrm>
                  <a:off x="3373327" y="4440238"/>
                  <a:ext cx="6904" cy="6131"/>
                </a:xfrm>
                <a:custGeom>
                  <a:avLst/>
                  <a:gdLst>
                    <a:gd name="connsiteX0" fmla="*/ 4526 w 6904"/>
                    <a:gd name="connsiteY0" fmla="*/ 0 h 6131"/>
                    <a:gd name="connsiteX1" fmla="*/ 958 w 6904"/>
                    <a:gd name="connsiteY1" fmla="*/ 4758 h 6131"/>
                    <a:gd name="connsiteX2" fmla="*/ 6905 w 6904"/>
                    <a:gd name="connsiteY2" fmla="*/ 4758 h 6131"/>
                    <a:gd name="connsiteX3" fmla="*/ 4526 w 6904"/>
                    <a:gd name="connsiteY3" fmla="*/ 0 h 61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04" h="6131">
                      <a:moveTo>
                        <a:pt x="4526" y="0"/>
                      </a:moveTo>
                      <a:cubicBezTo>
                        <a:pt x="958" y="0"/>
                        <a:pt x="-1421" y="2379"/>
                        <a:pt x="958" y="4758"/>
                      </a:cubicBezTo>
                      <a:cubicBezTo>
                        <a:pt x="3336" y="5947"/>
                        <a:pt x="6905" y="7136"/>
                        <a:pt x="6905" y="4758"/>
                      </a:cubicBezTo>
                      <a:cubicBezTo>
                        <a:pt x="6905" y="4758"/>
                        <a:pt x="6905" y="0"/>
                        <a:pt x="4526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0" name="Freeform 169">
                  <a:extLst>
                    <a:ext uri="{FF2B5EF4-FFF2-40B4-BE49-F238E27FC236}">
                      <a16:creationId xmlns:a16="http://schemas.microsoft.com/office/drawing/2014/main" id="{64D19753-45EF-8C36-7906-9C2671B20F11}"/>
                    </a:ext>
                  </a:extLst>
                </p:cNvPr>
                <p:cNvSpPr/>
                <p:nvPr/>
              </p:nvSpPr>
              <p:spPr>
                <a:xfrm>
                  <a:off x="3392605" y="4449261"/>
                  <a:ext cx="7147" cy="6629"/>
                </a:xfrm>
                <a:custGeom>
                  <a:avLst/>
                  <a:gdLst>
                    <a:gd name="connsiteX0" fmla="*/ 6658 w 7147"/>
                    <a:gd name="connsiteY0" fmla="*/ 493 h 6629"/>
                    <a:gd name="connsiteX1" fmla="*/ 711 w 7147"/>
                    <a:gd name="connsiteY1" fmla="*/ 1682 h 6629"/>
                    <a:gd name="connsiteX2" fmla="*/ 3090 w 7147"/>
                    <a:gd name="connsiteY2" fmla="*/ 6440 h 6629"/>
                    <a:gd name="connsiteX3" fmla="*/ 6658 w 7147"/>
                    <a:gd name="connsiteY3" fmla="*/ 493 h 6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47" h="6629">
                      <a:moveTo>
                        <a:pt x="6658" y="493"/>
                      </a:moveTo>
                      <a:cubicBezTo>
                        <a:pt x="4280" y="-697"/>
                        <a:pt x="1901" y="493"/>
                        <a:pt x="711" y="1682"/>
                      </a:cubicBezTo>
                      <a:cubicBezTo>
                        <a:pt x="-478" y="2872"/>
                        <a:pt x="-478" y="7629"/>
                        <a:pt x="3090" y="6440"/>
                      </a:cubicBezTo>
                      <a:cubicBezTo>
                        <a:pt x="1901" y="6440"/>
                        <a:pt x="9037" y="493"/>
                        <a:pt x="6658" y="493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640F1CC2-62A7-7E4A-3011-DACBA40D7ADE}"/>
                    </a:ext>
                  </a:extLst>
                </p:cNvPr>
                <p:cNvSpPr/>
                <p:nvPr/>
              </p:nvSpPr>
              <p:spPr>
                <a:xfrm>
                  <a:off x="3364277" y="4431912"/>
                  <a:ext cx="4061" cy="4096"/>
                </a:xfrm>
                <a:custGeom>
                  <a:avLst/>
                  <a:gdLst>
                    <a:gd name="connsiteX0" fmla="*/ 1682 w 4061"/>
                    <a:gd name="connsiteY0" fmla="*/ 0 h 4096"/>
                    <a:gd name="connsiteX1" fmla="*/ 493 w 4061"/>
                    <a:gd name="connsiteY1" fmla="*/ 3568 h 4096"/>
                    <a:gd name="connsiteX2" fmla="*/ 4061 w 4061"/>
                    <a:gd name="connsiteY2" fmla="*/ 3568 h 4096"/>
                    <a:gd name="connsiteX3" fmla="*/ 1682 w 4061"/>
                    <a:gd name="connsiteY3" fmla="*/ 0 h 4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61" h="4096">
                      <a:moveTo>
                        <a:pt x="1682" y="0"/>
                      </a:moveTo>
                      <a:cubicBezTo>
                        <a:pt x="493" y="0"/>
                        <a:pt x="-697" y="3568"/>
                        <a:pt x="493" y="3568"/>
                      </a:cubicBezTo>
                      <a:cubicBezTo>
                        <a:pt x="1682" y="3568"/>
                        <a:pt x="4061" y="4758"/>
                        <a:pt x="4061" y="3568"/>
                      </a:cubicBezTo>
                      <a:cubicBezTo>
                        <a:pt x="4061" y="3568"/>
                        <a:pt x="2872" y="0"/>
                        <a:pt x="1682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DE8E4B9B-C074-95C6-3348-56A99140BB47}"/>
                    </a:ext>
                  </a:extLst>
                </p:cNvPr>
                <p:cNvSpPr/>
                <p:nvPr/>
              </p:nvSpPr>
              <p:spPr>
                <a:xfrm>
                  <a:off x="3343360" y="4436481"/>
                  <a:ext cx="7136" cy="6320"/>
                </a:xfrm>
                <a:custGeom>
                  <a:avLst/>
                  <a:gdLst>
                    <a:gd name="connsiteX0" fmla="*/ 4758 w 7136"/>
                    <a:gd name="connsiteY0" fmla="*/ 189 h 6320"/>
                    <a:gd name="connsiteX1" fmla="*/ 0 w 7136"/>
                    <a:gd name="connsiteY1" fmla="*/ 4947 h 6320"/>
                    <a:gd name="connsiteX2" fmla="*/ 7137 w 7136"/>
                    <a:gd name="connsiteY2" fmla="*/ 4947 h 6320"/>
                    <a:gd name="connsiteX3" fmla="*/ 4758 w 7136"/>
                    <a:gd name="connsiteY3" fmla="*/ 189 h 6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36" h="6320">
                      <a:moveTo>
                        <a:pt x="4758" y="189"/>
                      </a:moveTo>
                      <a:cubicBezTo>
                        <a:pt x="2379" y="189"/>
                        <a:pt x="0" y="2568"/>
                        <a:pt x="0" y="4947"/>
                      </a:cubicBezTo>
                      <a:cubicBezTo>
                        <a:pt x="1190" y="6136"/>
                        <a:pt x="7137" y="7326"/>
                        <a:pt x="7137" y="4947"/>
                      </a:cubicBezTo>
                      <a:cubicBezTo>
                        <a:pt x="7137" y="3758"/>
                        <a:pt x="7137" y="-1000"/>
                        <a:pt x="4758" y="18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05C509E6-4F32-BC14-1329-D2D5EF51B3C9}"/>
                  </a:ext>
                </a:extLst>
              </p:cNvPr>
              <p:cNvSpPr/>
              <p:nvPr/>
            </p:nvSpPr>
            <p:spPr>
              <a:xfrm>
                <a:off x="3390937" y="4035831"/>
                <a:ext cx="63040" cy="41630"/>
              </a:xfrm>
              <a:custGeom>
                <a:avLst/>
                <a:gdLst>
                  <a:gd name="connsiteX0" fmla="*/ 63040 w 63040"/>
                  <a:gd name="connsiteY0" fmla="*/ 29736 h 41630"/>
                  <a:gd name="connsiteX1" fmla="*/ 63040 w 63040"/>
                  <a:gd name="connsiteY1" fmla="*/ 29736 h 41630"/>
                  <a:gd name="connsiteX2" fmla="*/ 51146 w 63040"/>
                  <a:gd name="connsiteY2" fmla="*/ 41630 h 41630"/>
                  <a:gd name="connsiteX3" fmla="*/ 40441 w 63040"/>
                  <a:gd name="connsiteY3" fmla="*/ 30925 h 41630"/>
                  <a:gd name="connsiteX4" fmla="*/ 35683 w 63040"/>
                  <a:gd name="connsiteY4" fmla="*/ 30925 h 41630"/>
                  <a:gd name="connsiteX5" fmla="*/ 36873 w 63040"/>
                  <a:gd name="connsiteY5" fmla="*/ 36872 h 41630"/>
                  <a:gd name="connsiteX6" fmla="*/ 3568 w 63040"/>
                  <a:gd name="connsiteY6" fmla="*/ 23789 h 41630"/>
                  <a:gd name="connsiteX7" fmla="*/ 0 w 63040"/>
                  <a:gd name="connsiteY7" fmla="*/ 22599 h 41630"/>
                  <a:gd name="connsiteX8" fmla="*/ 2379 w 63040"/>
                  <a:gd name="connsiteY8" fmla="*/ 16652 h 41630"/>
                  <a:gd name="connsiteX9" fmla="*/ 10705 w 63040"/>
                  <a:gd name="connsiteY9" fmla="*/ 11894 h 41630"/>
                  <a:gd name="connsiteX10" fmla="*/ 15463 w 63040"/>
                  <a:gd name="connsiteY10" fmla="*/ 9515 h 41630"/>
                  <a:gd name="connsiteX11" fmla="*/ 17842 w 63040"/>
                  <a:gd name="connsiteY11" fmla="*/ 5947 h 41630"/>
                  <a:gd name="connsiteX12" fmla="*/ 24978 w 63040"/>
                  <a:gd name="connsiteY12" fmla="*/ 0 h 41630"/>
                  <a:gd name="connsiteX13" fmla="*/ 27357 w 63040"/>
                  <a:gd name="connsiteY13" fmla="*/ 2379 h 41630"/>
                  <a:gd name="connsiteX14" fmla="*/ 32115 w 63040"/>
                  <a:gd name="connsiteY14" fmla="*/ 5947 h 41630"/>
                  <a:gd name="connsiteX15" fmla="*/ 42820 w 63040"/>
                  <a:gd name="connsiteY15" fmla="*/ 7136 h 41630"/>
                  <a:gd name="connsiteX16" fmla="*/ 44009 w 63040"/>
                  <a:gd name="connsiteY16" fmla="*/ 9515 h 41630"/>
                  <a:gd name="connsiteX17" fmla="*/ 46388 w 63040"/>
                  <a:gd name="connsiteY17" fmla="*/ 10705 h 41630"/>
                  <a:gd name="connsiteX18" fmla="*/ 47577 w 63040"/>
                  <a:gd name="connsiteY18" fmla="*/ 15463 h 41630"/>
                  <a:gd name="connsiteX19" fmla="*/ 53525 w 63040"/>
                  <a:gd name="connsiteY19" fmla="*/ 10705 h 41630"/>
                  <a:gd name="connsiteX20" fmla="*/ 60661 w 63040"/>
                  <a:gd name="connsiteY20" fmla="*/ 13083 h 41630"/>
                  <a:gd name="connsiteX21" fmla="*/ 60661 w 63040"/>
                  <a:gd name="connsiteY21" fmla="*/ 17842 h 41630"/>
                  <a:gd name="connsiteX22" fmla="*/ 61851 w 63040"/>
                  <a:gd name="connsiteY22" fmla="*/ 22599 h 41630"/>
                  <a:gd name="connsiteX23" fmla="*/ 63040 w 63040"/>
                  <a:gd name="connsiteY23" fmla="*/ 29736 h 41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3040" h="41630">
                    <a:moveTo>
                      <a:pt x="63040" y="29736"/>
                    </a:moveTo>
                    <a:cubicBezTo>
                      <a:pt x="61851" y="29736"/>
                      <a:pt x="61851" y="29736"/>
                      <a:pt x="63040" y="29736"/>
                    </a:cubicBezTo>
                    <a:cubicBezTo>
                      <a:pt x="60661" y="38062"/>
                      <a:pt x="54714" y="41630"/>
                      <a:pt x="51146" y="41630"/>
                    </a:cubicBezTo>
                    <a:cubicBezTo>
                      <a:pt x="47577" y="41630"/>
                      <a:pt x="42820" y="36872"/>
                      <a:pt x="40441" y="30925"/>
                    </a:cubicBezTo>
                    <a:cubicBezTo>
                      <a:pt x="39251" y="29736"/>
                      <a:pt x="35683" y="29736"/>
                      <a:pt x="35683" y="30925"/>
                    </a:cubicBezTo>
                    <a:cubicBezTo>
                      <a:pt x="35683" y="32115"/>
                      <a:pt x="38062" y="35683"/>
                      <a:pt x="36873" y="36872"/>
                    </a:cubicBezTo>
                    <a:cubicBezTo>
                      <a:pt x="33304" y="44009"/>
                      <a:pt x="27357" y="29736"/>
                      <a:pt x="3568" y="23789"/>
                    </a:cubicBezTo>
                    <a:cubicBezTo>
                      <a:pt x="2379" y="23789"/>
                      <a:pt x="1190" y="22599"/>
                      <a:pt x="0" y="22599"/>
                    </a:cubicBezTo>
                    <a:cubicBezTo>
                      <a:pt x="1190" y="20220"/>
                      <a:pt x="1190" y="19031"/>
                      <a:pt x="2379" y="16652"/>
                    </a:cubicBezTo>
                    <a:cubicBezTo>
                      <a:pt x="3568" y="14273"/>
                      <a:pt x="8326" y="13083"/>
                      <a:pt x="10705" y="11894"/>
                    </a:cubicBezTo>
                    <a:cubicBezTo>
                      <a:pt x="11894" y="10705"/>
                      <a:pt x="14273" y="10705"/>
                      <a:pt x="15463" y="9515"/>
                    </a:cubicBezTo>
                    <a:cubicBezTo>
                      <a:pt x="16652" y="8326"/>
                      <a:pt x="16652" y="7136"/>
                      <a:pt x="17842" y="5947"/>
                    </a:cubicBezTo>
                    <a:cubicBezTo>
                      <a:pt x="19031" y="3568"/>
                      <a:pt x="22599" y="2379"/>
                      <a:pt x="24978" y="0"/>
                    </a:cubicBezTo>
                    <a:cubicBezTo>
                      <a:pt x="26168" y="1189"/>
                      <a:pt x="26168" y="2379"/>
                      <a:pt x="27357" y="2379"/>
                    </a:cubicBezTo>
                    <a:cubicBezTo>
                      <a:pt x="28546" y="3568"/>
                      <a:pt x="30925" y="4758"/>
                      <a:pt x="32115" y="5947"/>
                    </a:cubicBezTo>
                    <a:cubicBezTo>
                      <a:pt x="35683" y="5947"/>
                      <a:pt x="40441" y="4758"/>
                      <a:pt x="42820" y="7136"/>
                    </a:cubicBezTo>
                    <a:cubicBezTo>
                      <a:pt x="44009" y="8326"/>
                      <a:pt x="42820" y="8326"/>
                      <a:pt x="44009" y="9515"/>
                    </a:cubicBezTo>
                    <a:cubicBezTo>
                      <a:pt x="45199" y="10705"/>
                      <a:pt x="45199" y="9515"/>
                      <a:pt x="46388" y="10705"/>
                    </a:cubicBezTo>
                    <a:cubicBezTo>
                      <a:pt x="47577" y="11894"/>
                      <a:pt x="47577" y="14273"/>
                      <a:pt x="47577" y="15463"/>
                    </a:cubicBezTo>
                    <a:cubicBezTo>
                      <a:pt x="51146" y="16652"/>
                      <a:pt x="51146" y="11894"/>
                      <a:pt x="53525" y="10705"/>
                    </a:cubicBezTo>
                    <a:cubicBezTo>
                      <a:pt x="55903" y="9515"/>
                      <a:pt x="59472" y="10705"/>
                      <a:pt x="60661" y="13083"/>
                    </a:cubicBezTo>
                    <a:cubicBezTo>
                      <a:pt x="60661" y="14273"/>
                      <a:pt x="60661" y="16652"/>
                      <a:pt x="60661" y="17842"/>
                    </a:cubicBezTo>
                    <a:cubicBezTo>
                      <a:pt x="60661" y="19031"/>
                      <a:pt x="61851" y="20220"/>
                      <a:pt x="61851" y="22599"/>
                    </a:cubicBezTo>
                    <a:cubicBezTo>
                      <a:pt x="61851" y="26167"/>
                      <a:pt x="61851" y="28546"/>
                      <a:pt x="63040" y="29736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477ABC87-C01D-5C26-3151-D9AA67F7CABC}"/>
                  </a:ext>
                </a:extLst>
              </p:cNvPr>
              <p:cNvSpPr/>
              <p:nvPr/>
            </p:nvSpPr>
            <p:spPr>
              <a:xfrm>
                <a:off x="3339601" y="3946623"/>
                <a:ext cx="104861" cy="112996"/>
              </a:xfrm>
              <a:custGeom>
                <a:avLst/>
                <a:gdLst>
                  <a:gd name="connsiteX0" fmla="*/ 104861 w 104861"/>
                  <a:gd name="connsiteY0" fmla="*/ 55903 h 112996"/>
                  <a:gd name="connsiteX1" fmla="*/ 102482 w 104861"/>
                  <a:gd name="connsiteY1" fmla="*/ 59472 h 112996"/>
                  <a:gd name="connsiteX2" fmla="*/ 101293 w 104861"/>
                  <a:gd name="connsiteY2" fmla="*/ 60661 h 112996"/>
                  <a:gd name="connsiteX3" fmla="*/ 101293 w 104861"/>
                  <a:gd name="connsiteY3" fmla="*/ 63040 h 112996"/>
                  <a:gd name="connsiteX4" fmla="*/ 98914 w 104861"/>
                  <a:gd name="connsiteY4" fmla="*/ 65419 h 112996"/>
                  <a:gd name="connsiteX5" fmla="*/ 95346 w 104861"/>
                  <a:gd name="connsiteY5" fmla="*/ 68987 h 112996"/>
                  <a:gd name="connsiteX6" fmla="*/ 90588 w 104861"/>
                  <a:gd name="connsiteY6" fmla="*/ 70177 h 112996"/>
                  <a:gd name="connsiteX7" fmla="*/ 83451 w 104861"/>
                  <a:gd name="connsiteY7" fmla="*/ 76124 h 112996"/>
                  <a:gd name="connsiteX8" fmla="*/ 79883 w 104861"/>
                  <a:gd name="connsiteY8" fmla="*/ 78502 h 112996"/>
                  <a:gd name="connsiteX9" fmla="*/ 78694 w 104861"/>
                  <a:gd name="connsiteY9" fmla="*/ 82071 h 112996"/>
                  <a:gd name="connsiteX10" fmla="*/ 78694 w 104861"/>
                  <a:gd name="connsiteY10" fmla="*/ 85639 h 112996"/>
                  <a:gd name="connsiteX11" fmla="*/ 77504 w 104861"/>
                  <a:gd name="connsiteY11" fmla="*/ 90397 h 112996"/>
                  <a:gd name="connsiteX12" fmla="*/ 77504 w 104861"/>
                  <a:gd name="connsiteY12" fmla="*/ 90397 h 112996"/>
                  <a:gd name="connsiteX13" fmla="*/ 70368 w 104861"/>
                  <a:gd name="connsiteY13" fmla="*/ 96344 h 112996"/>
                  <a:gd name="connsiteX14" fmla="*/ 67989 w 104861"/>
                  <a:gd name="connsiteY14" fmla="*/ 99912 h 112996"/>
                  <a:gd name="connsiteX15" fmla="*/ 63231 w 104861"/>
                  <a:gd name="connsiteY15" fmla="*/ 102291 h 112996"/>
                  <a:gd name="connsiteX16" fmla="*/ 54905 w 104861"/>
                  <a:gd name="connsiteY16" fmla="*/ 107049 h 112996"/>
                  <a:gd name="connsiteX17" fmla="*/ 52526 w 104861"/>
                  <a:gd name="connsiteY17" fmla="*/ 112996 h 112996"/>
                  <a:gd name="connsiteX18" fmla="*/ 19222 w 104861"/>
                  <a:gd name="connsiteY18" fmla="*/ 105860 h 112996"/>
                  <a:gd name="connsiteX19" fmla="*/ 6138 w 104861"/>
                  <a:gd name="connsiteY19" fmla="*/ 96344 h 112996"/>
                  <a:gd name="connsiteX20" fmla="*/ 191 w 104861"/>
                  <a:gd name="connsiteY20" fmla="*/ 91586 h 112996"/>
                  <a:gd name="connsiteX21" fmla="*/ 191 w 104861"/>
                  <a:gd name="connsiteY21" fmla="*/ 91586 h 112996"/>
                  <a:gd name="connsiteX22" fmla="*/ 3759 w 104861"/>
                  <a:gd name="connsiteY22" fmla="*/ 85639 h 112996"/>
                  <a:gd name="connsiteX23" fmla="*/ 4949 w 104861"/>
                  <a:gd name="connsiteY23" fmla="*/ 67798 h 112996"/>
                  <a:gd name="connsiteX24" fmla="*/ 14464 w 104861"/>
                  <a:gd name="connsiteY24" fmla="*/ 53525 h 112996"/>
                  <a:gd name="connsiteX25" fmla="*/ 51337 w 104861"/>
                  <a:gd name="connsiteY25" fmla="*/ 47577 h 112996"/>
                  <a:gd name="connsiteX26" fmla="*/ 45389 w 104861"/>
                  <a:gd name="connsiteY26" fmla="*/ 39251 h 112996"/>
                  <a:gd name="connsiteX27" fmla="*/ 43011 w 104861"/>
                  <a:gd name="connsiteY27" fmla="*/ 30925 h 112996"/>
                  <a:gd name="connsiteX28" fmla="*/ 35874 w 104861"/>
                  <a:gd name="connsiteY28" fmla="*/ 28546 h 112996"/>
                  <a:gd name="connsiteX29" fmla="*/ 26358 w 104861"/>
                  <a:gd name="connsiteY29" fmla="*/ 17842 h 112996"/>
                  <a:gd name="connsiteX30" fmla="*/ 34685 w 104861"/>
                  <a:gd name="connsiteY30" fmla="*/ 15463 h 112996"/>
                  <a:gd name="connsiteX31" fmla="*/ 35874 w 104861"/>
                  <a:gd name="connsiteY31" fmla="*/ 2379 h 112996"/>
                  <a:gd name="connsiteX32" fmla="*/ 79883 w 104861"/>
                  <a:gd name="connsiteY32" fmla="*/ 0 h 112996"/>
                  <a:gd name="connsiteX33" fmla="*/ 79883 w 104861"/>
                  <a:gd name="connsiteY33" fmla="*/ 0 h 112996"/>
                  <a:gd name="connsiteX34" fmla="*/ 81072 w 104861"/>
                  <a:gd name="connsiteY34" fmla="*/ 49956 h 112996"/>
                  <a:gd name="connsiteX35" fmla="*/ 88209 w 104861"/>
                  <a:gd name="connsiteY35" fmla="*/ 49956 h 112996"/>
                  <a:gd name="connsiteX36" fmla="*/ 88209 w 104861"/>
                  <a:gd name="connsiteY36" fmla="*/ 52335 h 112996"/>
                  <a:gd name="connsiteX37" fmla="*/ 101293 w 104861"/>
                  <a:gd name="connsiteY37" fmla="*/ 54714 h 112996"/>
                  <a:gd name="connsiteX38" fmla="*/ 104861 w 104861"/>
                  <a:gd name="connsiteY38" fmla="*/ 55903 h 112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4861" h="112996">
                    <a:moveTo>
                      <a:pt x="104861" y="55903"/>
                    </a:moveTo>
                    <a:cubicBezTo>
                      <a:pt x="103672" y="57093"/>
                      <a:pt x="103672" y="58282"/>
                      <a:pt x="102482" y="59472"/>
                    </a:cubicBezTo>
                    <a:cubicBezTo>
                      <a:pt x="102482" y="59472"/>
                      <a:pt x="101293" y="60661"/>
                      <a:pt x="101293" y="60661"/>
                    </a:cubicBezTo>
                    <a:cubicBezTo>
                      <a:pt x="101293" y="60661"/>
                      <a:pt x="101293" y="61850"/>
                      <a:pt x="101293" y="63040"/>
                    </a:cubicBezTo>
                    <a:cubicBezTo>
                      <a:pt x="100104" y="64229"/>
                      <a:pt x="98914" y="64229"/>
                      <a:pt x="98914" y="65419"/>
                    </a:cubicBezTo>
                    <a:cubicBezTo>
                      <a:pt x="97725" y="66608"/>
                      <a:pt x="96535" y="67798"/>
                      <a:pt x="95346" y="68987"/>
                    </a:cubicBezTo>
                    <a:cubicBezTo>
                      <a:pt x="92967" y="70177"/>
                      <a:pt x="91777" y="70177"/>
                      <a:pt x="90588" y="70177"/>
                    </a:cubicBezTo>
                    <a:cubicBezTo>
                      <a:pt x="87020" y="71366"/>
                      <a:pt x="85830" y="73745"/>
                      <a:pt x="83451" y="76124"/>
                    </a:cubicBezTo>
                    <a:cubicBezTo>
                      <a:pt x="82262" y="77313"/>
                      <a:pt x="81072" y="77313"/>
                      <a:pt x="79883" y="78502"/>
                    </a:cubicBezTo>
                    <a:cubicBezTo>
                      <a:pt x="77504" y="79692"/>
                      <a:pt x="77504" y="80881"/>
                      <a:pt x="78694" y="82071"/>
                    </a:cubicBezTo>
                    <a:cubicBezTo>
                      <a:pt x="79883" y="84450"/>
                      <a:pt x="79883" y="83260"/>
                      <a:pt x="78694" y="85639"/>
                    </a:cubicBezTo>
                    <a:cubicBezTo>
                      <a:pt x="77504" y="86829"/>
                      <a:pt x="77504" y="89208"/>
                      <a:pt x="77504" y="90397"/>
                    </a:cubicBezTo>
                    <a:cubicBezTo>
                      <a:pt x="77504" y="90397"/>
                      <a:pt x="77504" y="90397"/>
                      <a:pt x="77504" y="90397"/>
                    </a:cubicBezTo>
                    <a:cubicBezTo>
                      <a:pt x="76315" y="92776"/>
                      <a:pt x="72746" y="93965"/>
                      <a:pt x="70368" y="96344"/>
                    </a:cubicBezTo>
                    <a:cubicBezTo>
                      <a:pt x="69178" y="97533"/>
                      <a:pt x="69178" y="98723"/>
                      <a:pt x="67989" y="99912"/>
                    </a:cubicBezTo>
                    <a:cubicBezTo>
                      <a:pt x="66799" y="101102"/>
                      <a:pt x="64420" y="101102"/>
                      <a:pt x="63231" y="102291"/>
                    </a:cubicBezTo>
                    <a:cubicBezTo>
                      <a:pt x="60852" y="103481"/>
                      <a:pt x="56094" y="104670"/>
                      <a:pt x="54905" y="107049"/>
                    </a:cubicBezTo>
                    <a:cubicBezTo>
                      <a:pt x="53715" y="108238"/>
                      <a:pt x="53715" y="110617"/>
                      <a:pt x="52526" y="112996"/>
                    </a:cubicBezTo>
                    <a:cubicBezTo>
                      <a:pt x="41821" y="110617"/>
                      <a:pt x="29927" y="110617"/>
                      <a:pt x="19222" y="105860"/>
                    </a:cubicBezTo>
                    <a:cubicBezTo>
                      <a:pt x="13275" y="103481"/>
                      <a:pt x="10896" y="101102"/>
                      <a:pt x="6138" y="96344"/>
                    </a:cubicBezTo>
                    <a:cubicBezTo>
                      <a:pt x="4949" y="95155"/>
                      <a:pt x="191" y="93965"/>
                      <a:pt x="191" y="91586"/>
                    </a:cubicBezTo>
                    <a:cubicBezTo>
                      <a:pt x="191" y="91586"/>
                      <a:pt x="191" y="91586"/>
                      <a:pt x="191" y="91586"/>
                    </a:cubicBezTo>
                    <a:cubicBezTo>
                      <a:pt x="-998" y="86829"/>
                      <a:pt x="3759" y="89208"/>
                      <a:pt x="3759" y="85639"/>
                    </a:cubicBezTo>
                    <a:cubicBezTo>
                      <a:pt x="4949" y="78502"/>
                      <a:pt x="2570" y="74934"/>
                      <a:pt x="4949" y="67798"/>
                    </a:cubicBezTo>
                    <a:cubicBezTo>
                      <a:pt x="7328" y="63040"/>
                      <a:pt x="10896" y="57093"/>
                      <a:pt x="14464" y="53525"/>
                    </a:cubicBezTo>
                    <a:cubicBezTo>
                      <a:pt x="25169" y="41630"/>
                      <a:pt x="35874" y="49956"/>
                      <a:pt x="51337" y="47577"/>
                    </a:cubicBezTo>
                    <a:cubicBezTo>
                      <a:pt x="54905" y="46388"/>
                      <a:pt x="50147" y="44009"/>
                      <a:pt x="45389" y="39251"/>
                    </a:cubicBezTo>
                    <a:cubicBezTo>
                      <a:pt x="44200" y="38062"/>
                      <a:pt x="44200" y="32115"/>
                      <a:pt x="43011" y="30925"/>
                    </a:cubicBezTo>
                    <a:cubicBezTo>
                      <a:pt x="41821" y="29736"/>
                      <a:pt x="37063" y="29736"/>
                      <a:pt x="35874" y="28546"/>
                    </a:cubicBezTo>
                    <a:cubicBezTo>
                      <a:pt x="31116" y="24978"/>
                      <a:pt x="28737" y="20220"/>
                      <a:pt x="26358" y="17842"/>
                    </a:cubicBezTo>
                    <a:cubicBezTo>
                      <a:pt x="21601" y="14273"/>
                      <a:pt x="34685" y="15463"/>
                      <a:pt x="34685" y="15463"/>
                    </a:cubicBezTo>
                    <a:lnTo>
                      <a:pt x="35874" y="2379"/>
                    </a:lnTo>
                    <a:cubicBezTo>
                      <a:pt x="35874" y="2379"/>
                      <a:pt x="65610" y="3568"/>
                      <a:pt x="79883" y="0"/>
                    </a:cubicBezTo>
                    <a:cubicBezTo>
                      <a:pt x="79883" y="0"/>
                      <a:pt x="79883" y="0"/>
                      <a:pt x="79883" y="0"/>
                    </a:cubicBezTo>
                    <a:cubicBezTo>
                      <a:pt x="79883" y="14273"/>
                      <a:pt x="81072" y="42819"/>
                      <a:pt x="81072" y="49956"/>
                    </a:cubicBezTo>
                    <a:cubicBezTo>
                      <a:pt x="83451" y="49956"/>
                      <a:pt x="85830" y="49956"/>
                      <a:pt x="88209" y="49956"/>
                    </a:cubicBezTo>
                    <a:cubicBezTo>
                      <a:pt x="88209" y="49956"/>
                      <a:pt x="88209" y="51146"/>
                      <a:pt x="88209" y="52335"/>
                    </a:cubicBezTo>
                    <a:cubicBezTo>
                      <a:pt x="90588" y="58282"/>
                      <a:pt x="95346" y="54714"/>
                      <a:pt x="101293" y="54714"/>
                    </a:cubicBezTo>
                    <a:cubicBezTo>
                      <a:pt x="101293" y="54714"/>
                      <a:pt x="102482" y="54714"/>
                      <a:pt x="104861" y="55903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5B7D175-9763-36E8-356E-F7A8A2B47490}"/>
                  </a:ext>
                </a:extLst>
              </p:cNvPr>
              <p:cNvSpPr/>
              <p:nvPr/>
            </p:nvSpPr>
            <p:spPr>
              <a:xfrm>
                <a:off x="3415915" y="3995117"/>
                <a:ext cx="158194" cy="79964"/>
              </a:xfrm>
              <a:custGeom>
                <a:avLst/>
                <a:gdLst>
                  <a:gd name="connsiteX0" fmla="*/ 158195 w 158194"/>
                  <a:gd name="connsiteY0" fmla="*/ 27630 h 79964"/>
                  <a:gd name="connsiteX1" fmla="*/ 157005 w 158194"/>
                  <a:gd name="connsiteY1" fmla="*/ 30008 h 79964"/>
                  <a:gd name="connsiteX2" fmla="*/ 148679 w 158194"/>
                  <a:gd name="connsiteY2" fmla="*/ 27630 h 79964"/>
                  <a:gd name="connsiteX3" fmla="*/ 145111 w 158194"/>
                  <a:gd name="connsiteY3" fmla="*/ 28819 h 79964"/>
                  <a:gd name="connsiteX4" fmla="*/ 142732 w 158194"/>
                  <a:gd name="connsiteY4" fmla="*/ 32388 h 79964"/>
                  <a:gd name="connsiteX5" fmla="*/ 142732 w 158194"/>
                  <a:gd name="connsiteY5" fmla="*/ 32388 h 79964"/>
                  <a:gd name="connsiteX6" fmla="*/ 137974 w 158194"/>
                  <a:gd name="connsiteY6" fmla="*/ 33577 h 79964"/>
                  <a:gd name="connsiteX7" fmla="*/ 134406 w 158194"/>
                  <a:gd name="connsiteY7" fmla="*/ 35956 h 79964"/>
                  <a:gd name="connsiteX8" fmla="*/ 132027 w 158194"/>
                  <a:gd name="connsiteY8" fmla="*/ 37145 h 79964"/>
                  <a:gd name="connsiteX9" fmla="*/ 130838 w 158194"/>
                  <a:gd name="connsiteY9" fmla="*/ 38335 h 79964"/>
                  <a:gd name="connsiteX10" fmla="*/ 126080 w 158194"/>
                  <a:gd name="connsiteY10" fmla="*/ 38335 h 79964"/>
                  <a:gd name="connsiteX11" fmla="*/ 121322 w 158194"/>
                  <a:gd name="connsiteY11" fmla="*/ 35956 h 79964"/>
                  <a:gd name="connsiteX12" fmla="*/ 117754 w 158194"/>
                  <a:gd name="connsiteY12" fmla="*/ 34767 h 79964"/>
                  <a:gd name="connsiteX13" fmla="*/ 116564 w 158194"/>
                  <a:gd name="connsiteY13" fmla="*/ 38335 h 79964"/>
                  <a:gd name="connsiteX14" fmla="*/ 111807 w 158194"/>
                  <a:gd name="connsiteY14" fmla="*/ 38335 h 79964"/>
                  <a:gd name="connsiteX15" fmla="*/ 107049 w 158194"/>
                  <a:gd name="connsiteY15" fmla="*/ 44282 h 79964"/>
                  <a:gd name="connsiteX16" fmla="*/ 103481 w 158194"/>
                  <a:gd name="connsiteY16" fmla="*/ 50229 h 79964"/>
                  <a:gd name="connsiteX17" fmla="*/ 95155 w 158194"/>
                  <a:gd name="connsiteY17" fmla="*/ 54987 h 79964"/>
                  <a:gd name="connsiteX18" fmla="*/ 91586 w 158194"/>
                  <a:gd name="connsiteY18" fmla="*/ 57366 h 79964"/>
                  <a:gd name="connsiteX19" fmla="*/ 86829 w 158194"/>
                  <a:gd name="connsiteY19" fmla="*/ 57366 h 79964"/>
                  <a:gd name="connsiteX20" fmla="*/ 77313 w 158194"/>
                  <a:gd name="connsiteY20" fmla="*/ 54987 h 79964"/>
                  <a:gd name="connsiteX21" fmla="*/ 67798 w 158194"/>
                  <a:gd name="connsiteY21" fmla="*/ 58555 h 79964"/>
                  <a:gd name="connsiteX22" fmla="*/ 63040 w 158194"/>
                  <a:gd name="connsiteY22" fmla="*/ 59744 h 79964"/>
                  <a:gd name="connsiteX23" fmla="*/ 59472 w 158194"/>
                  <a:gd name="connsiteY23" fmla="*/ 62123 h 79964"/>
                  <a:gd name="connsiteX24" fmla="*/ 59472 w 158194"/>
                  <a:gd name="connsiteY24" fmla="*/ 72828 h 79964"/>
                  <a:gd name="connsiteX25" fmla="*/ 53525 w 158194"/>
                  <a:gd name="connsiteY25" fmla="*/ 79965 h 79964"/>
                  <a:gd name="connsiteX26" fmla="*/ 47577 w 158194"/>
                  <a:gd name="connsiteY26" fmla="*/ 79965 h 79964"/>
                  <a:gd name="connsiteX27" fmla="*/ 36872 w 158194"/>
                  <a:gd name="connsiteY27" fmla="*/ 70450 h 79964"/>
                  <a:gd name="connsiteX28" fmla="*/ 36872 w 158194"/>
                  <a:gd name="connsiteY28" fmla="*/ 65692 h 79964"/>
                  <a:gd name="connsiteX29" fmla="*/ 35683 w 158194"/>
                  <a:gd name="connsiteY29" fmla="*/ 60934 h 79964"/>
                  <a:gd name="connsiteX30" fmla="*/ 35683 w 158194"/>
                  <a:gd name="connsiteY30" fmla="*/ 56176 h 79964"/>
                  <a:gd name="connsiteX31" fmla="*/ 28546 w 158194"/>
                  <a:gd name="connsiteY31" fmla="*/ 53797 h 79964"/>
                  <a:gd name="connsiteX32" fmla="*/ 22599 w 158194"/>
                  <a:gd name="connsiteY32" fmla="*/ 58555 h 79964"/>
                  <a:gd name="connsiteX33" fmla="*/ 21410 w 158194"/>
                  <a:gd name="connsiteY33" fmla="*/ 53797 h 79964"/>
                  <a:gd name="connsiteX34" fmla="*/ 19031 w 158194"/>
                  <a:gd name="connsiteY34" fmla="*/ 52608 h 79964"/>
                  <a:gd name="connsiteX35" fmla="*/ 17842 w 158194"/>
                  <a:gd name="connsiteY35" fmla="*/ 50229 h 79964"/>
                  <a:gd name="connsiteX36" fmla="*/ 7137 w 158194"/>
                  <a:gd name="connsiteY36" fmla="*/ 49040 h 79964"/>
                  <a:gd name="connsiteX37" fmla="*/ 2379 w 158194"/>
                  <a:gd name="connsiteY37" fmla="*/ 45471 h 79964"/>
                  <a:gd name="connsiteX38" fmla="*/ 0 w 158194"/>
                  <a:gd name="connsiteY38" fmla="*/ 43092 h 79964"/>
                  <a:gd name="connsiteX39" fmla="*/ 0 w 158194"/>
                  <a:gd name="connsiteY39" fmla="*/ 43092 h 79964"/>
                  <a:gd name="connsiteX40" fmla="*/ 1189 w 158194"/>
                  <a:gd name="connsiteY40" fmla="*/ 38335 h 79964"/>
                  <a:gd name="connsiteX41" fmla="*/ 1189 w 158194"/>
                  <a:gd name="connsiteY41" fmla="*/ 34767 h 79964"/>
                  <a:gd name="connsiteX42" fmla="*/ 2379 w 158194"/>
                  <a:gd name="connsiteY42" fmla="*/ 31198 h 79964"/>
                  <a:gd name="connsiteX43" fmla="*/ 5947 w 158194"/>
                  <a:gd name="connsiteY43" fmla="*/ 28819 h 79964"/>
                  <a:gd name="connsiteX44" fmla="*/ 13084 w 158194"/>
                  <a:gd name="connsiteY44" fmla="*/ 22872 h 79964"/>
                  <a:gd name="connsiteX45" fmla="*/ 17842 w 158194"/>
                  <a:gd name="connsiteY45" fmla="*/ 21683 h 79964"/>
                  <a:gd name="connsiteX46" fmla="*/ 21410 w 158194"/>
                  <a:gd name="connsiteY46" fmla="*/ 18114 h 79964"/>
                  <a:gd name="connsiteX47" fmla="*/ 23789 w 158194"/>
                  <a:gd name="connsiteY47" fmla="*/ 15735 h 79964"/>
                  <a:gd name="connsiteX48" fmla="*/ 23789 w 158194"/>
                  <a:gd name="connsiteY48" fmla="*/ 13356 h 79964"/>
                  <a:gd name="connsiteX49" fmla="*/ 24978 w 158194"/>
                  <a:gd name="connsiteY49" fmla="*/ 12167 h 79964"/>
                  <a:gd name="connsiteX50" fmla="*/ 27357 w 158194"/>
                  <a:gd name="connsiteY50" fmla="*/ 8599 h 79964"/>
                  <a:gd name="connsiteX51" fmla="*/ 40441 w 158194"/>
                  <a:gd name="connsiteY51" fmla="*/ 9788 h 79964"/>
                  <a:gd name="connsiteX52" fmla="*/ 66608 w 158194"/>
                  <a:gd name="connsiteY52" fmla="*/ 7409 h 79964"/>
                  <a:gd name="connsiteX53" fmla="*/ 78503 w 158194"/>
                  <a:gd name="connsiteY53" fmla="*/ 6220 h 79964"/>
                  <a:gd name="connsiteX54" fmla="*/ 79692 w 158194"/>
                  <a:gd name="connsiteY54" fmla="*/ 1462 h 79964"/>
                  <a:gd name="connsiteX55" fmla="*/ 104670 w 158194"/>
                  <a:gd name="connsiteY55" fmla="*/ 7409 h 79964"/>
                  <a:gd name="connsiteX56" fmla="*/ 140353 w 158194"/>
                  <a:gd name="connsiteY56" fmla="*/ 14546 h 79964"/>
                  <a:gd name="connsiteX57" fmla="*/ 124891 w 158194"/>
                  <a:gd name="connsiteY57" fmla="*/ 16925 h 79964"/>
                  <a:gd name="connsiteX58" fmla="*/ 136785 w 158194"/>
                  <a:gd name="connsiteY58" fmla="*/ 21683 h 79964"/>
                  <a:gd name="connsiteX59" fmla="*/ 148679 w 158194"/>
                  <a:gd name="connsiteY59" fmla="*/ 22872 h 79964"/>
                  <a:gd name="connsiteX60" fmla="*/ 148679 w 158194"/>
                  <a:gd name="connsiteY60" fmla="*/ 18114 h 79964"/>
                  <a:gd name="connsiteX61" fmla="*/ 158195 w 158194"/>
                  <a:gd name="connsiteY61" fmla="*/ 27630 h 79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58194" h="79964">
                    <a:moveTo>
                      <a:pt x="158195" y="27630"/>
                    </a:moveTo>
                    <a:cubicBezTo>
                      <a:pt x="158195" y="27630"/>
                      <a:pt x="158195" y="28819"/>
                      <a:pt x="157005" y="30008"/>
                    </a:cubicBezTo>
                    <a:cubicBezTo>
                      <a:pt x="153437" y="30008"/>
                      <a:pt x="151058" y="28819"/>
                      <a:pt x="148679" y="27630"/>
                    </a:cubicBezTo>
                    <a:cubicBezTo>
                      <a:pt x="146300" y="26440"/>
                      <a:pt x="146300" y="26440"/>
                      <a:pt x="145111" y="28819"/>
                    </a:cubicBezTo>
                    <a:cubicBezTo>
                      <a:pt x="143922" y="30008"/>
                      <a:pt x="145111" y="31198"/>
                      <a:pt x="142732" y="32388"/>
                    </a:cubicBezTo>
                    <a:cubicBezTo>
                      <a:pt x="142732" y="32388"/>
                      <a:pt x="142732" y="32388"/>
                      <a:pt x="142732" y="32388"/>
                    </a:cubicBezTo>
                    <a:cubicBezTo>
                      <a:pt x="141543" y="32388"/>
                      <a:pt x="139164" y="33577"/>
                      <a:pt x="137974" y="33577"/>
                    </a:cubicBezTo>
                    <a:cubicBezTo>
                      <a:pt x="136785" y="34767"/>
                      <a:pt x="135596" y="35956"/>
                      <a:pt x="134406" y="35956"/>
                    </a:cubicBezTo>
                    <a:cubicBezTo>
                      <a:pt x="133217" y="35956"/>
                      <a:pt x="133217" y="35956"/>
                      <a:pt x="132027" y="37145"/>
                    </a:cubicBezTo>
                    <a:cubicBezTo>
                      <a:pt x="130838" y="37145"/>
                      <a:pt x="130838" y="38335"/>
                      <a:pt x="130838" y="38335"/>
                    </a:cubicBezTo>
                    <a:cubicBezTo>
                      <a:pt x="129648" y="39524"/>
                      <a:pt x="127270" y="38335"/>
                      <a:pt x="126080" y="38335"/>
                    </a:cubicBezTo>
                    <a:cubicBezTo>
                      <a:pt x="123701" y="38335"/>
                      <a:pt x="123701" y="38335"/>
                      <a:pt x="121322" y="35956"/>
                    </a:cubicBezTo>
                    <a:cubicBezTo>
                      <a:pt x="120133" y="34767"/>
                      <a:pt x="118944" y="33577"/>
                      <a:pt x="117754" y="34767"/>
                    </a:cubicBezTo>
                    <a:cubicBezTo>
                      <a:pt x="115375" y="35956"/>
                      <a:pt x="117754" y="37145"/>
                      <a:pt x="116564" y="38335"/>
                    </a:cubicBezTo>
                    <a:cubicBezTo>
                      <a:pt x="115375" y="39524"/>
                      <a:pt x="112996" y="38335"/>
                      <a:pt x="111807" y="38335"/>
                    </a:cubicBezTo>
                    <a:cubicBezTo>
                      <a:pt x="109428" y="38335"/>
                      <a:pt x="108238" y="41903"/>
                      <a:pt x="107049" y="44282"/>
                    </a:cubicBezTo>
                    <a:cubicBezTo>
                      <a:pt x="105860" y="46661"/>
                      <a:pt x="103481" y="47850"/>
                      <a:pt x="103481" y="50229"/>
                    </a:cubicBezTo>
                    <a:cubicBezTo>
                      <a:pt x="101102" y="51419"/>
                      <a:pt x="97534" y="53797"/>
                      <a:pt x="95155" y="54987"/>
                    </a:cubicBezTo>
                    <a:cubicBezTo>
                      <a:pt x="93965" y="56176"/>
                      <a:pt x="93965" y="56176"/>
                      <a:pt x="91586" y="57366"/>
                    </a:cubicBezTo>
                    <a:cubicBezTo>
                      <a:pt x="90397" y="57366"/>
                      <a:pt x="88018" y="57366"/>
                      <a:pt x="86829" y="57366"/>
                    </a:cubicBezTo>
                    <a:cubicBezTo>
                      <a:pt x="83260" y="56176"/>
                      <a:pt x="80881" y="54987"/>
                      <a:pt x="77313" y="54987"/>
                    </a:cubicBezTo>
                    <a:cubicBezTo>
                      <a:pt x="73745" y="54987"/>
                      <a:pt x="70177" y="57366"/>
                      <a:pt x="67798" y="58555"/>
                    </a:cubicBezTo>
                    <a:cubicBezTo>
                      <a:pt x="66608" y="58555"/>
                      <a:pt x="65419" y="59744"/>
                      <a:pt x="63040" y="59744"/>
                    </a:cubicBezTo>
                    <a:cubicBezTo>
                      <a:pt x="60661" y="59744"/>
                      <a:pt x="59472" y="58555"/>
                      <a:pt x="59472" y="62123"/>
                    </a:cubicBezTo>
                    <a:cubicBezTo>
                      <a:pt x="59472" y="65692"/>
                      <a:pt x="59472" y="69260"/>
                      <a:pt x="59472" y="72828"/>
                    </a:cubicBezTo>
                    <a:cubicBezTo>
                      <a:pt x="58282" y="76397"/>
                      <a:pt x="58282" y="78775"/>
                      <a:pt x="53525" y="79965"/>
                    </a:cubicBezTo>
                    <a:cubicBezTo>
                      <a:pt x="51146" y="79965"/>
                      <a:pt x="49956" y="79965"/>
                      <a:pt x="47577" y="79965"/>
                    </a:cubicBezTo>
                    <a:cubicBezTo>
                      <a:pt x="47577" y="76397"/>
                      <a:pt x="39251" y="68071"/>
                      <a:pt x="36872" y="70450"/>
                    </a:cubicBezTo>
                    <a:cubicBezTo>
                      <a:pt x="36872" y="69260"/>
                      <a:pt x="36872" y="66881"/>
                      <a:pt x="36872" y="65692"/>
                    </a:cubicBezTo>
                    <a:cubicBezTo>
                      <a:pt x="36872" y="63313"/>
                      <a:pt x="35683" y="63313"/>
                      <a:pt x="35683" y="60934"/>
                    </a:cubicBezTo>
                    <a:cubicBezTo>
                      <a:pt x="35683" y="59744"/>
                      <a:pt x="35683" y="57366"/>
                      <a:pt x="35683" y="56176"/>
                    </a:cubicBezTo>
                    <a:cubicBezTo>
                      <a:pt x="34494" y="53797"/>
                      <a:pt x="30925" y="52608"/>
                      <a:pt x="28546" y="53797"/>
                    </a:cubicBezTo>
                    <a:cubicBezTo>
                      <a:pt x="26168" y="54987"/>
                      <a:pt x="26168" y="59744"/>
                      <a:pt x="22599" y="58555"/>
                    </a:cubicBezTo>
                    <a:cubicBezTo>
                      <a:pt x="22599" y="57366"/>
                      <a:pt x="21410" y="53797"/>
                      <a:pt x="21410" y="53797"/>
                    </a:cubicBezTo>
                    <a:cubicBezTo>
                      <a:pt x="21410" y="52608"/>
                      <a:pt x="20220" y="52608"/>
                      <a:pt x="19031" y="52608"/>
                    </a:cubicBezTo>
                    <a:cubicBezTo>
                      <a:pt x="17842" y="51419"/>
                      <a:pt x="19031" y="51419"/>
                      <a:pt x="17842" y="50229"/>
                    </a:cubicBezTo>
                    <a:cubicBezTo>
                      <a:pt x="15463" y="47850"/>
                      <a:pt x="9515" y="49040"/>
                      <a:pt x="7137" y="49040"/>
                    </a:cubicBezTo>
                    <a:cubicBezTo>
                      <a:pt x="5947" y="46661"/>
                      <a:pt x="3568" y="46661"/>
                      <a:pt x="2379" y="45471"/>
                    </a:cubicBezTo>
                    <a:cubicBezTo>
                      <a:pt x="1189" y="44282"/>
                      <a:pt x="1189" y="44282"/>
                      <a:pt x="0" y="43092"/>
                    </a:cubicBezTo>
                    <a:cubicBezTo>
                      <a:pt x="0" y="43092"/>
                      <a:pt x="0" y="43092"/>
                      <a:pt x="0" y="43092"/>
                    </a:cubicBezTo>
                    <a:cubicBezTo>
                      <a:pt x="1189" y="41903"/>
                      <a:pt x="1189" y="39524"/>
                      <a:pt x="1189" y="38335"/>
                    </a:cubicBezTo>
                    <a:cubicBezTo>
                      <a:pt x="2379" y="35956"/>
                      <a:pt x="2379" y="37145"/>
                      <a:pt x="1189" y="34767"/>
                    </a:cubicBezTo>
                    <a:cubicBezTo>
                      <a:pt x="0" y="32388"/>
                      <a:pt x="0" y="32388"/>
                      <a:pt x="2379" y="31198"/>
                    </a:cubicBezTo>
                    <a:cubicBezTo>
                      <a:pt x="3568" y="30008"/>
                      <a:pt x="4758" y="30008"/>
                      <a:pt x="5947" y="28819"/>
                    </a:cubicBezTo>
                    <a:cubicBezTo>
                      <a:pt x="9515" y="26440"/>
                      <a:pt x="9515" y="24061"/>
                      <a:pt x="13084" y="22872"/>
                    </a:cubicBezTo>
                    <a:cubicBezTo>
                      <a:pt x="15463" y="22872"/>
                      <a:pt x="16652" y="22872"/>
                      <a:pt x="17842" y="21683"/>
                    </a:cubicBezTo>
                    <a:cubicBezTo>
                      <a:pt x="19031" y="20493"/>
                      <a:pt x="20220" y="19304"/>
                      <a:pt x="21410" y="18114"/>
                    </a:cubicBezTo>
                    <a:cubicBezTo>
                      <a:pt x="21410" y="15735"/>
                      <a:pt x="22599" y="16925"/>
                      <a:pt x="23789" y="15735"/>
                    </a:cubicBezTo>
                    <a:cubicBezTo>
                      <a:pt x="23789" y="14546"/>
                      <a:pt x="23789" y="14546"/>
                      <a:pt x="23789" y="13356"/>
                    </a:cubicBezTo>
                    <a:cubicBezTo>
                      <a:pt x="23789" y="12167"/>
                      <a:pt x="24978" y="12167"/>
                      <a:pt x="24978" y="12167"/>
                    </a:cubicBezTo>
                    <a:cubicBezTo>
                      <a:pt x="26168" y="10978"/>
                      <a:pt x="27357" y="9788"/>
                      <a:pt x="27357" y="8599"/>
                    </a:cubicBezTo>
                    <a:cubicBezTo>
                      <a:pt x="29736" y="9788"/>
                      <a:pt x="33304" y="10978"/>
                      <a:pt x="40441" y="9788"/>
                    </a:cubicBezTo>
                    <a:cubicBezTo>
                      <a:pt x="45198" y="8599"/>
                      <a:pt x="57093" y="7409"/>
                      <a:pt x="66608" y="7409"/>
                    </a:cubicBezTo>
                    <a:cubicBezTo>
                      <a:pt x="73745" y="7409"/>
                      <a:pt x="77313" y="9788"/>
                      <a:pt x="78503" y="6220"/>
                    </a:cubicBezTo>
                    <a:cubicBezTo>
                      <a:pt x="78503" y="5031"/>
                      <a:pt x="78503" y="2652"/>
                      <a:pt x="79692" y="1462"/>
                    </a:cubicBezTo>
                    <a:cubicBezTo>
                      <a:pt x="84450" y="-4485"/>
                      <a:pt x="88018" y="9788"/>
                      <a:pt x="104670" y="7409"/>
                    </a:cubicBezTo>
                    <a:cubicBezTo>
                      <a:pt x="116564" y="6220"/>
                      <a:pt x="141543" y="7409"/>
                      <a:pt x="140353" y="14546"/>
                    </a:cubicBezTo>
                    <a:cubicBezTo>
                      <a:pt x="139164" y="19304"/>
                      <a:pt x="123701" y="12167"/>
                      <a:pt x="124891" y="16925"/>
                    </a:cubicBezTo>
                    <a:cubicBezTo>
                      <a:pt x="126080" y="20493"/>
                      <a:pt x="130838" y="20493"/>
                      <a:pt x="136785" y="21683"/>
                    </a:cubicBezTo>
                    <a:cubicBezTo>
                      <a:pt x="141543" y="22872"/>
                      <a:pt x="146300" y="26440"/>
                      <a:pt x="148679" y="22872"/>
                    </a:cubicBezTo>
                    <a:cubicBezTo>
                      <a:pt x="149869" y="21683"/>
                      <a:pt x="147490" y="18114"/>
                      <a:pt x="148679" y="18114"/>
                    </a:cubicBezTo>
                    <a:cubicBezTo>
                      <a:pt x="153437" y="16925"/>
                      <a:pt x="158195" y="21683"/>
                      <a:pt x="158195" y="2763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86F96A58-E44D-9EB0-A724-55FC25BFBA34}"/>
                  </a:ext>
                </a:extLst>
              </p:cNvPr>
              <p:cNvSpPr/>
              <p:nvPr/>
            </p:nvSpPr>
            <p:spPr>
              <a:xfrm>
                <a:off x="3459510" y="4022449"/>
                <a:ext cx="116979" cy="114185"/>
              </a:xfrm>
              <a:custGeom>
                <a:avLst/>
                <a:gdLst>
                  <a:gd name="connsiteX0" fmla="*/ 102706 w 116979"/>
                  <a:gd name="connsiteY0" fmla="*/ 43117 h 114185"/>
                  <a:gd name="connsiteX1" fmla="*/ 103895 w 116979"/>
                  <a:gd name="connsiteY1" fmla="*/ 51443 h 114185"/>
                  <a:gd name="connsiteX2" fmla="*/ 102706 w 116979"/>
                  <a:gd name="connsiteY2" fmla="*/ 58580 h 114185"/>
                  <a:gd name="connsiteX3" fmla="*/ 103895 w 116979"/>
                  <a:gd name="connsiteY3" fmla="*/ 75232 h 114185"/>
                  <a:gd name="connsiteX4" fmla="*/ 97948 w 116979"/>
                  <a:gd name="connsiteY4" fmla="*/ 63337 h 114185"/>
                  <a:gd name="connsiteX5" fmla="*/ 96759 w 116979"/>
                  <a:gd name="connsiteY5" fmla="*/ 76421 h 114185"/>
                  <a:gd name="connsiteX6" fmla="*/ 95569 w 116979"/>
                  <a:gd name="connsiteY6" fmla="*/ 88315 h 114185"/>
                  <a:gd name="connsiteX7" fmla="*/ 99138 w 116979"/>
                  <a:gd name="connsiteY7" fmla="*/ 85936 h 114185"/>
                  <a:gd name="connsiteX8" fmla="*/ 94380 w 116979"/>
                  <a:gd name="connsiteY8" fmla="*/ 102589 h 114185"/>
                  <a:gd name="connsiteX9" fmla="*/ 97948 w 116979"/>
                  <a:gd name="connsiteY9" fmla="*/ 108536 h 114185"/>
                  <a:gd name="connsiteX10" fmla="*/ 94380 w 116979"/>
                  <a:gd name="connsiteY10" fmla="*/ 113294 h 114185"/>
                  <a:gd name="connsiteX11" fmla="*/ 88433 w 116979"/>
                  <a:gd name="connsiteY11" fmla="*/ 113294 h 114185"/>
                  <a:gd name="connsiteX12" fmla="*/ 84864 w 116979"/>
                  <a:gd name="connsiteY12" fmla="*/ 109725 h 114185"/>
                  <a:gd name="connsiteX13" fmla="*/ 81296 w 116979"/>
                  <a:gd name="connsiteY13" fmla="*/ 107347 h 114185"/>
                  <a:gd name="connsiteX14" fmla="*/ 77728 w 116979"/>
                  <a:gd name="connsiteY14" fmla="*/ 103778 h 114185"/>
                  <a:gd name="connsiteX15" fmla="*/ 72970 w 116979"/>
                  <a:gd name="connsiteY15" fmla="*/ 103778 h 114185"/>
                  <a:gd name="connsiteX16" fmla="*/ 68212 w 116979"/>
                  <a:gd name="connsiteY16" fmla="*/ 102589 h 114185"/>
                  <a:gd name="connsiteX17" fmla="*/ 68212 w 116979"/>
                  <a:gd name="connsiteY17" fmla="*/ 102589 h 114185"/>
                  <a:gd name="connsiteX18" fmla="*/ 67023 w 116979"/>
                  <a:gd name="connsiteY18" fmla="*/ 97831 h 114185"/>
                  <a:gd name="connsiteX19" fmla="*/ 64644 w 116979"/>
                  <a:gd name="connsiteY19" fmla="*/ 89505 h 114185"/>
                  <a:gd name="connsiteX20" fmla="*/ 57507 w 116979"/>
                  <a:gd name="connsiteY20" fmla="*/ 84747 h 114185"/>
                  <a:gd name="connsiteX21" fmla="*/ 49181 w 116979"/>
                  <a:gd name="connsiteY21" fmla="*/ 81179 h 114185"/>
                  <a:gd name="connsiteX22" fmla="*/ 44424 w 116979"/>
                  <a:gd name="connsiteY22" fmla="*/ 79989 h 114185"/>
                  <a:gd name="connsiteX23" fmla="*/ 43234 w 116979"/>
                  <a:gd name="connsiteY23" fmla="*/ 84747 h 114185"/>
                  <a:gd name="connsiteX24" fmla="*/ 44424 w 116979"/>
                  <a:gd name="connsiteY24" fmla="*/ 89505 h 114185"/>
                  <a:gd name="connsiteX25" fmla="*/ 46802 w 116979"/>
                  <a:gd name="connsiteY25" fmla="*/ 93073 h 114185"/>
                  <a:gd name="connsiteX26" fmla="*/ 52750 w 116979"/>
                  <a:gd name="connsiteY26" fmla="*/ 100210 h 114185"/>
                  <a:gd name="connsiteX27" fmla="*/ 52750 w 116979"/>
                  <a:gd name="connsiteY27" fmla="*/ 100210 h 114185"/>
                  <a:gd name="connsiteX28" fmla="*/ 44424 w 116979"/>
                  <a:gd name="connsiteY28" fmla="*/ 102589 h 114185"/>
                  <a:gd name="connsiteX29" fmla="*/ 40855 w 116979"/>
                  <a:gd name="connsiteY29" fmla="*/ 106157 h 114185"/>
                  <a:gd name="connsiteX30" fmla="*/ 40855 w 116979"/>
                  <a:gd name="connsiteY30" fmla="*/ 104968 h 114185"/>
                  <a:gd name="connsiteX31" fmla="*/ 17067 w 116979"/>
                  <a:gd name="connsiteY31" fmla="*/ 79989 h 114185"/>
                  <a:gd name="connsiteX32" fmla="*/ 6362 w 116979"/>
                  <a:gd name="connsiteY32" fmla="*/ 53822 h 114185"/>
                  <a:gd name="connsiteX33" fmla="*/ 7551 w 116979"/>
                  <a:gd name="connsiteY33" fmla="*/ 52632 h 114185"/>
                  <a:gd name="connsiteX34" fmla="*/ 13498 w 116979"/>
                  <a:gd name="connsiteY34" fmla="*/ 52632 h 114185"/>
                  <a:gd name="connsiteX35" fmla="*/ 19445 w 116979"/>
                  <a:gd name="connsiteY35" fmla="*/ 45496 h 114185"/>
                  <a:gd name="connsiteX36" fmla="*/ 19445 w 116979"/>
                  <a:gd name="connsiteY36" fmla="*/ 34791 h 114185"/>
                  <a:gd name="connsiteX37" fmla="*/ 23014 w 116979"/>
                  <a:gd name="connsiteY37" fmla="*/ 32412 h 114185"/>
                  <a:gd name="connsiteX38" fmla="*/ 27772 w 116979"/>
                  <a:gd name="connsiteY38" fmla="*/ 31223 h 114185"/>
                  <a:gd name="connsiteX39" fmla="*/ 37287 w 116979"/>
                  <a:gd name="connsiteY39" fmla="*/ 27654 h 114185"/>
                  <a:gd name="connsiteX40" fmla="*/ 46802 w 116979"/>
                  <a:gd name="connsiteY40" fmla="*/ 30033 h 114185"/>
                  <a:gd name="connsiteX41" fmla="*/ 51560 w 116979"/>
                  <a:gd name="connsiteY41" fmla="*/ 30033 h 114185"/>
                  <a:gd name="connsiteX42" fmla="*/ 55128 w 116979"/>
                  <a:gd name="connsiteY42" fmla="*/ 27654 h 114185"/>
                  <a:gd name="connsiteX43" fmla="*/ 63455 w 116979"/>
                  <a:gd name="connsiteY43" fmla="*/ 22897 h 114185"/>
                  <a:gd name="connsiteX44" fmla="*/ 67023 w 116979"/>
                  <a:gd name="connsiteY44" fmla="*/ 16949 h 114185"/>
                  <a:gd name="connsiteX45" fmla="*/ 71781 w 116979"/>
                  <a:gd name="connsiteY45" fmla="*/ 11002 h 114185"/>
                  <a:gd name="connsiteX46" fmla="*/ 76538 w 116979"/>
                  <a:gd name="connsiteY46" fmla="*/ 11002 h 114185"/>
                  <a:gd name="connsiteX47" fmla="*/ 77728 w 116979"/>
                  <a:gd name="connsiteY47" fmla="*/ 7434 h 114185"/>
                  <a:gd name="connsiteX48" fmla="*/ 81296 w 116979"/>
                  <a:gd name="connsiteY48" fmla="*/ 8623 h 114185"/>
                  <a:gd name="connsiteX49" fmla="*/ 86054 w 116979"/>
                  <a:gd name="connsiteY49" fmla="*/ 11002 h 114185"/>
                  <a:gd name="connsiteX50" fmla="*/ 90811 w 116979"/>
                  <a:gd name="connsiteY50" fmla="*/ 11002 h 114185"/>
                  <a:gd name="connsiteX51" fmla="*/ 92001 w 116979"/>
                  <a:gd name="connsiteY51" fmla="*/ 9813 h 114185"/>
                  <a:gd name="connsiteX52" fmla="*/ 94380 w 116979"/>
                  <a:gd name="connsiteY52" fmla="*/ 8623 h 114185"/>
                  <a:gd name="connsiteX53" fmla="*/ 97948 w 116979"/>
                  <a:gd name="connsiteY53" fmla="*/ 6245 h 114185"/>
                  <a:gd name="connsiteX54" fmla="*/ 102706 w 116979"/>
                  <a:gd name="connsiteY54" fmla="*/ 5055 h 114185"/>
                  <a:gd name="connsiteX55" fmla="*/ 102706 w 116979"/>
                  <a:gd name="connsiteY55" fmla="*/ 5055 h 114185"/>
                  <a:gd name="connsiteX56" fmla="*/ 105085 w 116979"/>
                  <a:gd name="connsiteY56" fmla="*/ 1487 h 114185"/>
                  <a:gd name="connsiteX57" fmla="*/ 108653 w 116979"/>
                  <a:gd name="connsiteY57" fmla="*/ 297 h 114185"/>
                  <a:gd name="connsiteX58" fmla="*/ 116979 w 116979"/>
                  <a:gd name="connsiteY58" fmla="*/ 2676 h 114185"/>
                  <a:gd name="connsiteX59" fmla="*/ 114600 w 116979"/>
                  <a:gd name="connsiteY59" fmla="*/ 9813 h 114185"/>
                  <a:gd name="connsiteX60" fmla="*/ 113411 w 116979"/>
                  <a:gd name="connsiteY60" fmla="*/ 20518 h 114185"/>
                  <a:gd name="connsiteX61" fmla="*/ 102706 w 116979"/>
                  <a:gd name="connsiteY61" fmla="*/ 43117 h 114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16979" h="114185">
                    <a:moveTo>
                      <a:pt x="102706" y="43117"/>
                    </a:moveTo>
                    <a:cubicBezTo>
                      <a:pt x="102706" y="45496"/>
                      <a:pt x="103895" y="49064"/>
                      <a:pt x="103895" y="51443"/>
                    </a:cubicBezTo>
                    <a:cubicBezTo>
                      <a:pt x="103895" y="53822"/>
                      <a:pt x="102706" y="56201"/>
                      <a:pt x="102706" y="58580"/>
                    </a:cubicBezTo>
                    <a:cubicBezTo>
                      <a:pt x="101516" y="64527"/>
                      <a:pt x="107464" y="71663"/>
                      <a:pt x="103895" y="75232"/>
                    </a:cubicBezTo>
                    <a:cubicBezTo>
                      <a:pt x="99138" y="78800"/>
                      <a:pt x="102706" y="64527"/>
                      <a:pt x="97948" y="63337"/>
                    </a:cubicBezTo>
                    <a:cubicBezTo>
                      <a:pt x="95569" y="63337"/>
                      <a:pt x="96759" y="70474"/>
                      <a:pt x="96759" y="76421"/>
                    </a:cubicBezTo>
                    <a:cubicBezTo>
                      <a:pt x="95569" y="82368"/>
                      <a:pt x="92001" y="87126"/>
                      <a:pt x="95569" y="88315"/>
                    </a:cubicBezTo>
                    <a:cubicBezTo>
                      <a:pt x="96759" y="88315"/>
                      <a:pt x="97948" y="85936"/>
                      <a:pt x="99138" y="85936"/>
                    </a:cubicBezTo>
                    <a:cubicBezTo>
                      <a:pt x="105085" y="88315"/>
                      <a:pt x="94380" y="96642"/>
                      <a:pt x="94380" y="102589"/>
                    </a:cubicBezTo>
                    <a:cubicBezTo>
                      <a:pt x="94380" y="103778"/>
                      <a:pt x="97948" y="106157"/>
                      <a:pt x="97948" y="108536"/>
                    </a:cubicBezTo>
                    <a:cubicBezTo>
                      <a:pt x="97948" y="109725"/>
                      <a:pt x="95569" y="112104"/>
                      <a:pt x="94380" y="113294"/>
                    </a:cubicBezTo>
                    <a:cubicBezTo>
                      <a:pt x="92001" y="114483"/>
                      <a:pt x="89622" y="114483"/>
                      <a:pt x="88433" y="113294"/>
                    </a:cubicBezTo>
                    <a:cubicBezTo>
                      <a:pt x="87243" y="112104"/>
                      <a:pt x="86054" y="110915"/>
                      <a:pt x="84864" y="109725"/>
                    </a:cubicBezTo>
                    <a:cubicBezTo>
                      <a:pt x="83675" y="108536"/>
                      <a:pt x="82485" y="107347"/>
                      <a:pt x="81296" y="107347"/>
                    </a:cubicBezTo>
                    <a:cubicBezTo>
                      <a:pt x="80107" y="106157"/>
                      <a:pt x="80107" y="104968"/>
                      <a:pt x="77728" y="103778"/>
                    </a:cubicBezTo>
                    <a:cubicBezTo>
                      <a:pt x="76538" y="102589"/>
                      <a:pt x="74159" y="103778"/>
                      <a:pt x="72970" y="103778"/>
                    </a:cubicBezTo>
                    <a:cubicBezTo>
                      <a:pt x="71781" y="103778"/>
                      <a:pt x="69402" y="103778"/>
                      <a:pt x="68212" y="102589"/>
                    </a:cubicBezTo>
                    <a:cubicBezTo>
                      <a:pt x="68212" y="102589"/>
                      <a:pt x="68212" y="102589"/>
                      <a:pt x="68212" y="102589"/>
                    </a:cubicBezTo>
                    <a:cubicBezTo>
                      <a:pt x="67023" y="101399"/>
                      <a:pt x="68212" y="99020"/>
                      <a:pt x="67023" y="97831"/>
                    </a:cubicBezTo>
                    <a:cubicBezTo>
                      <a:pt x="65833" y="94263"/>
                      <a:pt x="65833" y="91884"/>
                      <a:pt x="64644" y="89505"/>
                    </a:cubicBezTo>
                    <a:cubicBezTo>
                      <a:pt x="62265" y="85936"/>
                      <a:pt x="61076" y="85936"/>
                      <a:pt x="57507" y="84747"/>
                    </a:cubicBezTo>
                    <a:cubicBezTo>
                      <a:pt x="53939" y="84747"/>
                      <a:pt x="51560" y="83558"/>
                      <a:pt x="49181" y="81179"/>
                    </a:cubicBezTo>
                    <a:cubicBezTo>
                      <a:pt x="47992" y="79989"/>
                      <a:pt x="45613" y="78800"/>
                      <a:pt x="44424" y="79989"/>
                    </a:cubicBezTo>
                    <a:cubicBezTo>
                      <a:pt x="42045" y="81179"/>
                      <a:pt x="43234" y="82368"/>
                      <a:pt x="43234" y="84747"/>
                    </a:cubicBezTo>
                    <a:cubicBezTo>
                      <a:pt x="43234" y="87126"/>
                      <a:pt x="43234" y="88315"/>
                      <a:pt x="44424" y="89505"/>
                    </a:cubicBezTo>
                    <a:cubicBezTo>
                      <a:pt x="45613" y="90695"/>
                      <a:pt x="46802" y="91884"/>
                      <a:pt x="46802" y="93073"/>
                    </a:cubicBezTo>
                    <a:cubicBezTo>
                      <a:pt x="47992" y="95452"/>
                      <a:pt x="49181" y="100210"/>
                      <a:pt x="52750" y="100210"/>
                    </a:cubicBezTo>
                    <a:cubicBezTo>
                      <a:pt x="52750" y="100210"/>
                      <a:pt x="52750" y="100210"/>
                      <a:pt x="52750" y="100210"/>
                    </a:cubicBezTo>
                    <a:cubicBezTo>
                      <a:pt x="50371" y="102589"/>
                      <a:pt x="47992" y="101399"/>
                      <a:pt x="44424" y="102589"/>
                    </a:cubicBezTo>
                    <a:cubicBezTo>
                      <a:pt x="43234" y="103778"/>
                      <a:pt x="42045" y="104968"/>
                      <a:pt x="40855" y="106157"/>
                    </a:cubicBezTo>
                    <a:cubicBezTo>
                      <a:pt x="40855" y="106157"/>
                      <a:pt x="40855" y="104968"/>
                      <a:pt x="40855" y="104968"/>
                    </a:cubicBezTo>
                    <a:cubicBezTo>
                      <a:pt x="34908" y="94263"/>
                      <a:pt x="25393" y="89505"/>
                      <a:pt x="17067" y="79989"/>
                    </a:cubicBezTo>
                    <a:cubicBezTo>
                      <a:pt x="13498" y="75232"/>
                      <a:pt x="-11480" y="52632"/>
                      <a:pt x="6362" y="53822"/>
                    </a:cubicBezTo>
                    <a:cubicBezTo>
                      <a:pt x="7551" y="53822"/>
                      <a:pt x="7551" y="53822"/>
                      <a:pt x="7551" y="52632"/>
                    </a:cubicBezTo>
                    <a:cubicBezTo>
                      <a:pt x="9930" y="52632"/>
                      <a:pt x="11119" y="52632"/>
                      <a:pt x="13498" y="52632"/>
                    </a:cubicBezTo>
                    <a:cubicBezTo>
                      <a:pt x="17067" y="51443"/>
                      <a:pt x="18256" y="49064"/>
                      <a:pt x="19445" y="45496"/>
                    </a:cubicBezTo>
                    <a:cubicBezTo>
                      <a:pt x="20635" y="41928"/>
                      <a:pt x="20635" y="38359"/>
                      <a:pt x="19445" y="34791"/>
                    </a:cubicBezTo>
                    <a:cubicBezTo>
                      <a:pt x="19445" y="32412"/>
                      <a:pt x="20635" y="32412"/>
                      <a:pt x="23014" y="32412"/>
                    </a:cubicBezTo>
                    <a:cubicBezTo>
                      <a:pt x="25393" y="32412"/>
                      <a:pt x="25393" y="31223"/>
                      <a:pt x="27772" y="31223"/>
                    </a:cubicBezTo>
                    <a:cubicBezTo>
                      <a:pt x="31340" y="30033"/>
                      <a:pt x="33719" y="28844"/>
                      <a:pt x="37287" y="27654"/>
                    </a:cubicBezTo>
                    <a:cubicBezTo>
                      <a:pt x="40855" y="27654"/>
                      <a:pt x="43234" y="28844"/>
                      <a:pt x="46802" y="30033"/>
                    </a:cubicBezTo>
                    <a:cubicBezTo>
                      <a:pt x="47992" y="30033"/>
                      <a:pt x="50371" y="30033"/>
                      <a:pt x="51560" y="30033"/>
                    </a:cubicBezTo>
                    <a:cubicBezTo>
                      <a:pt x="53939" y="30033"/>
                      <a:pt x="53939" y="28844"/>
                      <a:pt x="55128" y="27654"/>
                    </a:cubicBezTo>
                    <a:cubicBezTo>
                      <a:pt x="57507" y="25276"/>
                      <a:pt x="61076" y="24086"/>
                      <a:pt x="63455" y="22897"/>
                    </a:cubicBezTo>
                    <a:cubicBezTo>
                      <a:pt x="64644" y="20518"/>
                      <a:pt x="65833" y="19328"/>
                      <a:pt x="67023" y="16949"/>
                    </a:cubicBezTo>
                    <a:cubicBezTo>
                      <a:pt x="68212" y="14570"/>
                      <a:pt x="69402" y="12192"/>
                      <a:pt x="71781" y="11002"/>
                    </a:cubicBezTo>
                    <a:cubicBezTo>
                      <a:pt x="72970" y="11002"/>
                      <a:pt x="75349" y="12192"/>
                      <a:pt x="76538" y="11002"/>
                    </a:cubicBezTo>
                    <a:cubicBezTo>
                      <a:pt x="77728" y="8623"/>
                      <a:pt x="75349" y="7434"/>
                      <a:pt x="77728" y="7434"/>
                    </a:cubicBezTo>
                    <a:cubicBezTo>
                      <a:pt x="80107" y="7434"/>
                      <a:pt x="80107" y="7434"/>
                      <a:pt x="81296" y="8623"/>
                    </a:cubicBezTo>
                    <a:cubicBezTo>
                      <a:pt x="82485" y="9813"/>
                      <a:pt x="83675" y="11002"/>
                      <a:pt x="86054" y="11002"/>
                    </a:cubicBezTo>
                    <a:cubicBezTo>
                      <a:pt x="87243" y="11002"/>
                      <a:pt x="89622" y="12192"/>
                      <a:pt x="90811" y="11002"/>
                    </a:cubicBezTo>
                    <a:cubicBezTo>
                      <a:pt x="92001" y="11002"/>
                      <a:pt x="92001" y="9813"/>
                      <a:pt x="92001" y="9813"/>
                    </a:cubicBezTo>
                    <a:cubicBezTo>
                      <a:pt x="93190" y="9813"/>
                      <a:pt x="93190" y="9813"/>
                      <a:pt x="94380" y="8623"/>
                    </a:cubicBezTo>
                    <a:cubicBezTo>
                      <a:pt x="95569" y="7434"/>
                      <a:pt x="95569" y="6245"/>
                      <a:pt x="97948" y="6245"/>
                    </a:cubicBezTo>
                    <a:cubicBezTo>
                      <a:pt x="99138" y="6245"/>
                      <a:pt x="101516" y="5055"/>
                      <a:pt x="102706" y="5055"/>
                    </a:cubicBezTo>
                    <a:cubicBezTo>
                      <a:pt x="102706" y="5055"/>
                      <a:pt x="102706" y="5055"/>
                      <a:pt x="102706" y="5055"/>
                    </a:cubicBezTo>
                    <a:cubicBezTo>
                      <a:pt x="105085" y="5055"/>
                      <a:pt x="105085" y="3866"/>
                      <a:pt x="105085" y="1487"/>
                    </a:cubicBezTo>
                    <a:cubicBezTo>
                      <a:pt x="106274" y="-892"/>
                      <a:pt x="106274" y="297"/>
                      <a:pt x="108653" y="297"/>
                    </a:cubicBezTo>
                    <a:cubicBezTo>
                      <a:pt x="111032" y="1487"/>
                      <a:pt x="114600" y="2676"/>
                      <a:pt x="116979" y="2676"/>
                    </a:cubicBezTo>
                    <a:cubicBezTo>
                      <a:pt x="115790" y="5055"/>
                      <a:pt x="114600" y="7434"/>
                      <a:pt x="114600" y="9813"/>
                    </a:cubicBezTo>
                    <a:cubicBezTo>
                      <a:pt x="114600" y="13381"/>
                      <a:pt x="112221" y="16949"/>
                      <a:pt x="113411" y="20518"/>
                    </a:cubicBezTo>
                    <a:cubicBezTo>
                      <a:pt x="116979" y="28844"/>
                      <a:pt x="102706" y="37170"/>
                      <a:pt x="102706" y="43117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C7FB2312-4EA0-87F5-4C89-E8CFF88AAB17}"/>
                  </a:ext>
                </a:extLst>
              </p:cNvPr>
              <p:cNvSpPr/>
              <p:nvPr/>
            </p:nvSpPr>
            <p:spPr>
              <a:xfrm>
                <a:off x="3496653" y="4123849"/>
                <a:ext cx="85783" cy="85741"/>
              </a:xfrm>
              <a:custGeom>
                <a:avLst/>
                <a:gdLst>
                  <a:gd name="connsiteX0" fmla="*/ 81025 w 85783"/>
                  <a:gd name="connsiteY0" fmla="*/ 65419 h 85741"/>
                  <a:gd name="connsiteX1" fmla="*/ 78646 w 85783"/>
                  <a:gd name="connsiteY1" fmla="*/ 70177 h 85741"/>
                  <a:gd name="connsiteX2" fmla="*/ 78646 w 85783"/>
                  <a:gd name="connsiteY2" fmla="*/ 74934 h 85741"/>
                  <a:gd name="connsiteX3" fmla="*/ 79836 w 85783"/>
                  <a:gd name="connsiteY3" fmla="*/ 77313 h 85741"/>
                  <a:gd name="connsiteX4" fmla="*/ 78646 w 85783"/>
                  <a:gd name="connsiteY4" fmla="*/ 85639 h 85741"/>
                  <a:gd name="connsiteX5" fmla="*/ 71510 w 85783"/>
                  <a:gd name="connsiteY5" fmla="*/ 73745 h 85741"/>
                  <a:gd name="connsiteX6" fmla="*/ 64373 w 85783"/>
                  <a:gd name="connsiteY6" fmla="*/ 68987 h 85741"/>
                  <a:gd name="connsiteX7" fmla="*/ 69131 w 85783"/>
                  <a:gd name="connsiteY7" fmla="*/ 82071 h 85741"/>
                  <a:gd name="connsiteX8" fmla="*/ 54858 w 85783"/>
                  <a:gd name="connsiteY8" fmla="*/ 65419 h 85741"/>
                  <a:gd name="connsiteX9" fmla="*/ 46532 w 85783"/>
                  <a:gd name="connsiteY9" fmla="*/ 53525 h 85741"/>
                  <a:gd name="connsiteX10" fmla="*/ 33448 w 85783"/>
                  <a:gd name="connsiteY10" fmla="*/ 39251 h 85741"/>
                  <a:gd name="connsiteX11" fmla="*/ 19175 w 85783"/>
                  <a:gd name="connsiteY11" fmla="*/ 27357 h 85741"/>
                  <a:gd name="connsiteX12" fmla="*/ 25122 w 85783"/>
                  <a:gd name="connsiteY12" fmla="*/ 45198 h 85741"/>
                  <a:gd name="connsiteX13" fmla="*/ 17985 w 85783"/>
                  <a:gd name="connsiteY13" fmla="*/ 39251 h 85741"/>
                  <a:gd name="connsiteX14" fmla="*/ 1333 w 85783"/>
                  <a:gd name="connsiteY14" fmla="*/ 23789 h 85741"/>
                  <a:gd name="connsiteX15" fmla="*/ 7280 w 85783"/>
                  <a:gd name="connsiteY15" fmla="*/ 19031 h 85741"/>
                  <a:gd name="connsiteX16" fmla="*/ 6091 w 85783"/>
                  <a:gd name="connsiteY16" fmla="*/ 14273 h 85741"/>
                  <a:gd name="connsiteX17" fmla="*/ 2523 w 85783"/>
                  <a:gd name="connsiteY17" fmla="*/ 5947 h 85741"/>
                  <a:gd name="connsiteX18" fmla="*/ 6091 w 85783"/>
                  <a:gd name="connsiteY18" fmla="*/ 2379 h 85741"/>
                  <a:gd name="connsiteX19" fmla="*/ 14417 w 85783"/>
                  <a:gd name="connsiteY19" fmla="*/ 0 h 85741"/>
                  <a:gd name="connsiteX20" fmla="*/ 15606 w 85783"/>
                  <a:gd name="connsiteY20" fmla="*/ 0 h 85741"/>
                  <a:gd name="connsiteX21" fmla="*/ 21553 w 85783"/>
                  <a:gd name="connsiteY21" fmla="*/ 3568 h 85741"/>
                  <a:gd name="connsiteX22" fmla="*/ 28690 w 85783"/>
                  <a:gd name="connsiteY22" fmla="*/ 5947 h 85741"/>
                  <a:gd name="connsiteX23" fmla="*/ 32258 w 85783"/>
                  <a:gd name="connsiteY23" fmla="*/ 2379 h 85741"/>
                  <a:gd name="connsiteX24" fmla="*/ 32258 w 85783"/>
                  <a:gd name="connsiteY24" fmla="*/ 2379 h 85741"/>
                  <a:gd name="connsiteX25" fmla="*/ 37016 w 85783"/>
                  <a:gd name="connsiteY25" fmla="*/ 3568 h 85741"/>
                  <a:gd name="connsiteX26" fmla="*/ 41774 w 85783"/>
                  <a:gd name="connsiteY26" fmla="*/ 3568 h 85741"/>
                  <a:gd name="connsiteX27" fmla="*/ 45342 w 85783"/>
                  <a:gd name="connsiteY27" fmla="*/ 7137 h 85741"/>
                  <a:gd name="connsiteX28" fmla="*/ 48910 w 85783"/>
                  <a:gd name="connsiteY28" fmla="*/ 9515 h 85741"/>
                  <a:gd name="connsiteX29" fmla="*/ 52479 w 85783"/>
                  <a:gd name="connsiteY29" fmla="*/ 13084 h 85741"/>
                  <a:gd name="connsiteX30" fmla="*/ 58426 w 85783"/>
                  <a:gd name="connsiteY30" fmla="*/ 13084 h 85741"/>
                  <a:gd name="connsiteX31" fmla="*/ 58426 w 85783"/>
                  <a:gd name="connsiteY31" fmla="*/ 14273 h 85741"/>
                  <a:gd name="connsiteX32" fmla="*/ 66752 w 85783"/>
                  <a:gd name="connsiteY32" fmla="*/ 13084 h 85741"/>
                  <a:gd name="connsiteX33" fmla="*/ 70320 w 85783"/>
                  <a:gd name="connsiteY33" fmla="*/ 26167 h 85741"/>
                  <a:gd name="connsiteX34" fmla="*/ 77457 w 85783"/>
                  <a:gd name="connsiteY34" fmla="*/ 33304 h 85741"/>
                  <a:gd name="connsiteX35" fmla="*/ 85783 w 85783"/>
                  <a:gd name="connsiteY35" fmla="*/ 44009 h 85741"/>
                  <a:gd name="connsiteX36" fmla="*/ 83404 w 85783"/>
                  <a:gd name="connsiteY36" fmla="*/ 48767 h 85741"/>
                  <a:gd name="connsiteX37" fmla="*/ 82215 w 85783"/>
                  <a:gd name="connsiteY37" fmla="*/ 53525 h 85741"/>
                  <a:gd name="connsiteX38" fmla="*/ 79836 w 85783"/>
                  <a:gd name="connsiteY38" fmla="*/ 57093 h 85741"/>
                  <a:gd name="connsiteX39" fmla="*/ 81025 w 85783"/>
                  <a:gd name="connsiteY39" fmla="*/ 65419 h 85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85783" h="85741">
                    <a:moveTo>
                      <a:pt x="81025" y="65419"/>
                    </a:moveTo>
                    <a:cubicBezTo>
                      <a:pt x="81025" y="66608"/>
                      <a:pt x="78646" y="67798"/>
                      <a:pt x="78646" y="70177"/>
                    </a:cubicBezTo>
                    <a:cubicBezTo>
                      <a:pt x="78646" y="71366"/>
                      <a:pt x="77457" y="73745"/>
                      <a:pt x="78646" y="74934"/>
                    </a:cubicBezTo>
                    <a:cubicBezTo>
                      <a:pt x="78646" y="76124"/>
                      <a:pt x="78646" y="76124"/>
                      <a:pt x="79836" y="77313"/>
                    </a:cubicBezTo>
                    <a:cubicBezTo>
                      <a:pt x="78646" y="78503"/>
                      <a:pt x="81025" y="84450"/>
                      <a:pt x="78646" y="85639"/>
                    </a:cubicBezTo>
                    <a:cubicBezTo>
                      <a:pt x="73889" y="86829"/>
                      <a:pt x="72699" y="77313"/>
                      <a:pt x="71510" y="73745"/>
                    </a:cubicBezTo>
                    <a:cubicBezTo>
                      <a:pt x="70320" y="71366"/>
                      <a:pt x="66752" y="67798"/>
                      <a:pt x="64373" y="68987"/>
                    </a:cubicBezTo>
                    <a:cubicBezTo>
                      <a:pt x="60805" y="72556"/>
                      <a:pt x="72699" y="83260"/>
                      <a:pt x="69131" y="82071"/>
                    </a:cubicBezTo>
                    <a:cubicBezTo>
                      <a:pt x="53668" y="76124"/>
                      <a:pt x="56047" y="72556"/>
                      <a:pt x="54858" y="65419"/>
                    </a:cubicBezTo>
                    <a:cubicBezTo>
                      <a:pt x="53668" y="54714"/>
                      <a:pt x="56047" y="59472"/>
                      <a:pt x="46532" y="53525"/>
                    </a:cubicBezTo>
                    <a:cubicBezTo>
                      <a:pt x="39395" y="48767"/>
                      <a:pt x="38206" y="46388"/>
                      <a:pt x="33448" y="39251"/>
                    </a:cubicBezTo>
                    <a:cubicBezTo>
                      <a:pt x="29879" y="34494"/>
                      <a:pt x="23932" y="23789"/>
                      <a:pt x="19175" y="27357"/>
                    </a:cubicBezTo>
                    <a:cubicBezTo>
                      <a:pt x="14417" y="32115"/>
                      <a:pt x="29879" y="41630"/>
                      <a:pt x="25122" y="45198"/>
                    </a:cubicBezTo>
                    <a:cubicBezTo>
                      <a:pt x="21553" y="48767"/>
                      <a:pt x="21553" y="42820"/>
                      <a:pt x="17985" y="39251"/>
                    </a:cubicBezTo>
                    <a:cubicBezTo>
                      <a:pt x="10849" y="34494"/>
                      <a:pt x="-4614" y="32115"/>
                      <a:pt x="1333" y="23789"/>
                    </a:cubicBezTo>
                    <a:cubicBezTo>
                      <a:pt x="2523" y="22599"/>
                      <a:pt x="6091" y="21410"/>
                      <a:pt x="7280" y="19031"/>
                    </a:cubicBezTo>
                    <a:cubicBezTo>
                      <a:pt x="8470" y="15463"/>
                      <a:pt x="6091" y="16652"/>
                      <a:pt x="6091" y="14273"/>
                    </a:cubicBezTo>
                    <a:cubicBezTo>
                      <a:pt x="6091" y="10705"/>
                      <a:pt x="3712" y="9515"/>
                      <a:pt x="2523" y="5947"/>
                    </a:cubicBezTo>
                    <a:cubicBezTo>
                      <a:pt x="3712" y="4758"/>
                      <a:pt x="4901" y="3568"/>
                      <a:pt x="6091" y="2379"/>
                    </a:cubicBezTo>
                    <a:cubicBezTo>
                      <a:pt x="8470" y="1190"/>
                      <a:pt x="12038" y="1190"/>
                      <a:pt x="14417" y="0"/>
                    </a:cubicBezTo>
                    <a:cubicBezTo>
                      <a:pt x="14417" y="0"/>
                      <a:pt x="15606" y="0"/>
                      <a:pt x="15606" y="0"/>
                    </a:cubicBezTo>
                    <a:cubicBezTo>
                      <a:pt x="17985" y="1190"/>
                      <a:pt x="20364" y="2379"/>
                      <a:pt x="21553" y="3568"/>
                    </a:cubicBezTo>
                    <a:cubicBezTo>
                      <a:pt x="22743" y="4758"/>
                      <a:pt x="26311" y="5947"/>
                      <a:pt x="28690" y="5947"/>
                    </a:cubicBezTo>
                    <a:cubicBezTo>
                      <a:pt x="31069" y="5947"/>
                      <a:pt x="31069" y="3568"/>
                      <a:pt x="32258" y="2379"/>
                    </a:cubicBezTo>
                    <a:cubicBezTo>
                      <a:pt x="32258" y="2379"/>
                      <a:pt x="32258" y="2379"/>
                      <a:pt x="32258" y="2379"/>
                    </a:cubicBezTo>
                    <a:cubicBezTo>
                      <a:pt x="33448" y="3568"/>
                      <a:pt x="35827" y="3568"/>
                      <a:pt x="37016" y="3568"/>
                    </a:cubicBezTo>
                    <a:cubicBezTo>
                      <a:pt x="38206" y="3568"/>
                      <a:pt x="40584" y="2379"/>
                      <a:pt x="41774" y="3568"/>
                    </a:cubicBezTo>
                    <a:cubicBezTo>
                      <a:pt x="42963" y="4758"/>
                      <a:pt x="44153" y="5947"/>
                      <a:pt x="45342" y="7137"/>
                    </a:cubicBezTo>
                    <a:cubicBezTo>
                      <a:pt x="46532" y="8326"/>
                      <a:pt x="47721" y="8326"/>
                      <a:pt x="48910" y="9515"/>
                    </a:cubicBezTo>
                    <a:cubicBezTo>
                      <a:pt x="50100" y="10705"/>
                      <a:pt x="51289" y="11894"/>
                      <a:pt x="52479" y="13084"/>
                    </a:cubicBezTo>
                    <a:cubicBezTo>
                      <a:pt x="53668" y="14273"/>
                      <a:pt x="56047" y="14273"/>
                      <a:pt x="58426" y="13084"/>
                    </a:cubicBezTo>
                    <a:cubicBezTo>
                      <a:pt x="58426" y="13084"/>
                      <a:pt x="58426" y="14273"/>
                      <a:pt x="58426" y="14273"/>
                    </a:cubicBezTo>
                    <a:cubicBezTo>
                      <a:pt x="60805" y="16652"/>
                      <a:pt x="65563" y="11894"/>
                      <a:pt x="66752" y="13084"/>
                    </a:cubicBezTo>
                    <a:cubicBezTo>
                      <a:pt x="69131" y="15463"/>
                      <a:pt x="67942" y="24978"/>
                      <a:pt x="70320" y="26167"/>
                    </a:cubicBezTo>
                    <a:cubicBezTo>
                      <a:pt x="72699" y="28546"/>
                      <a:pt x="75078" y="29736"/>
                      <a:pt x="77457" y="33304"/>
                    </a:cubicBezTo>
                    <a:cubicBezTo>
                      <a:pt x="79836" y="36873"/>
                      <a:pt x="82215" y="40441"/>
                      <a:pt x="85783" y="44009"/>
                    </a:cubicBezTo>
                    <a:cubicBezTo>
                      <a:pt x="84594" y="45198"/>
                      <a:pt x="83404" y="46388"/>
                      <a:pt x="83404" y="48767"/>
                    </a:cubicBezTo>
                    <a:cubicBezTo>
                      <a:pt x="83404" y="51146"/>
                      <a:pt x="83404" y="51146"/>
                      <a:pt x="82215" y="53525"/>
                    </a:cubicBezTo>
                    <a:cubicBezTo>
                      <a:pt x="81025" y="54714"/>
                      <a:pt x="79836" y="55903"/>
                      <a:pt x="79836" y="57093"/>
                    </a:cubicBezTo>
                    <a:cubicBezTo>
                      <a:pt x="76268" y="60661"/>
                      <a:pt x="82215" y="61850"/>
                      <a:pt x="81025" y="65419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636927B-A139-E190-8AE8-2F4C5114F86D}"/>
                  </a:ext>
                </a:extLst>
              </p:cNvPr>
              <p:cNvSpPr/>
              <p:nvPr/>
            </p:nvSpPr>
            <p:spPr>
              <a:xfrm>
                <a:off x="3570542" y="4162936"/>
                <a:ext cx="145111" cy="66034"/>
              </a:xfrm>
              <a:custGeom>
                <a:avLst/>
                <a:gdLst>
                  <a:gd name="connsiteX0" fmla="*/ 145111 w 145111"/>
                  <a:gd name="connsiteY0" fmla="*/ 29900 h 66034"/>
                  <a:gd name="connsiteX1" fmla="*/ 142732 w 145111"/>
                  <a:gd name="connsiteY1" fmla="*/ 29900 h 66034"/>
                  <a:gd name="connsiteX2" fmla="*/ 136785 w 145111"/>
                  <a:gd name="connsiteY2" fmla="*/ 57257 h 66034"/>
                  <a:gd name="connsiteX3" fmla="*/ 132027 w 145111"/>
                  <a:gd name="connsiteY3" fmla="*/ 65583 h 66034"/>
                  <a:gd name="connsiteX4" fmla="*/ 118944 w 145111"/>
                  <a:gd name="connsiteY4" fmla="*/ 52499 h 66034"/>
                  <a:gd name="connsiteX5" fmla="*/ 128459 w 145111"/>
                  <a:gd name="connsiteY5" fmla="*/ 31089 h 66034"/>
                  <a:gd name="connsiteX6" fmla="*/ 115375 w 145111"/>
                  <a:gd name="connsiteY6" fmla="*/ 34658 h 66034"/>
                  <a:gd name="connsiteX7" fmla="*/ 102291 w 145111"/>
                  <a:gd name="connsiteY7" fmla="*/ 16816 h 66034"/>
                  <a:gd name="connsiteX8" fmla="*/ 90397 w 145111"/>
                  <a:gd name="connsiteY8" fmla="*/ 18006 h 66034"/>
                  <a:gd name="connsiteX9" fmla="*/ 84450 w 145111"/>
                  <a:gd name="connsiteY9" fmla="*/ 32279 h 66034"/>
                  <a:gd name="connsiteX10" fmla="*/ 67798 w 145111"/>
                  <a:gd name="connsiteY10" fmla="*/ 39416 h 66034"/>
                  <a:gd name="connsiteX11" fmla="*/ 73745 w 145111"/>
                  <a:gd name="connsiteY11" fmla="*/ 50121 h 66034"/>
                  <a:gd name="connsiteX12" fmla="*/ 67798 w 145111"/>
                  <a:gd name="connsiteY12" fmla="*/ 59636 h 66034"/>
                  <a:gd name="connsiteX13" fmla="*/ 54714 w 145111"/>
                  <a:gd name="connsiteY13" fmla="*/ 63204 h 66034"/>
                  <a:gd name="connsiteX14" fmla="*/ 49956 w 145111"/>
                  <a:gd name="connsiteY14" fmla="*/ 48931 h 66034"/>
                  <a:gd name="connsiteX15" fmla="*/ 45198 w 145111"/>
                  <a:gd name="connsiteY15" fmla="*/ 54878 h 66034"/>
                  <a:gd name="connsiteX16" fmla="*/ 32115 w 145111"/>
                  <a:gd name="connsiteY16" fmla="*/ 41794 h 66034"/>
                  <a:gd name="connsiteX17" fmla="*/ 17842 w 145111"/>
                  <a:gd name="connsiteY17" fmla="*/ 34658 h 66034"/>
                  <a:gd name="connsiteX18" fmla="*/ 3568 w 145111"/>
                  <a:gd name="connsiteY18" fmla="*/ 34658 h 66034"/>
                  <a:gd name="connsiteX19" fmla="*/ 3568 w 145111"/>
                  <a:gd name="connsiteY19" fmla="*/ 34658 h 66034"/>
                  <a:gd name="connsiteX20" fmla="*/ 2379 w 145111"/>
                  <a:gd name="connsiteY20" fmla="*/ 32279 h 66034"/>
                  <a:gd name="connsiteX21" fmla="*/ 2379 w 145111"/>
                  <a:gd name="connsiteY21" fmla="*/ 27521 h 66034"/>
                  <a:gd name="connsiteX22" fmla="*/ 4758 w 145111"/>
                  <a:gd name="connsiteY22" fmla="*/ 22763 h 66034"/>
                  <a:gd name="connsiteX23" fmla="*/ 0 w 145111"/>
                  <a:gd name="connsiteY23" fmla="*/ 15627 h 66034"/>
                  <a:gd name="connsiteX24" fmla="*/ 2379 w 145111"/>
                  <a:gd name="connsiteY24" fmla="*/ 12058 h 66034"/>
                  <a:gd name="connsiteX25" fmla="*/ 3568 w 145111"/>
                  <a:gd name="connsiteY25" fmla="*/ 7301 h 66034"/>
                  <a:gd name="connsiteX26" fmla="*/ 5947 w 145111"/>
                  <a:gd name="connsiteY26" fmla="*/ 2543 h 66034"/>
                  <a:gd name="connsiteX27" fmla="*/ 19031 w 145111"/>
                  <a:gd name="connsiteY27" fmla="*/ 9680 h 66034"/>
                  <a:gd name="connsiteX28" fmla="*/ 19031 w 145111"/>
                  <a:gd name="connsiteY28" fmla="*/ 14437 h 66034"/>
                  <a:gd name="connsiteX29" fmla="*/ 16652 w 145111"/>
                  <a:gd name="connsiteY29" fmla="*/ 14437 h 66034"/>
                  <a:gd name="connsiteX30" fmla="*/ 26168 w 145111"/>
                  <a:gd name="connsiteY30" fmla="*/ 16816 h 66034"/>
                  <a:gd name="connsiteX31" fmla="*/ 26168 w 145111"/>
                  <a:gd name="connsiteY31" fmla="*/ 12058 h 66034"/>
                  <a:gd name="connsiteX32" fmla="*/ 38062 w 145111"/>
                  <a:gd name="connsiteY32" fmla="*/ 19195 h 66034"/>
                  <a:gd name="connsiteX33" fmla="*/ 68987 w 145111"/>
                  <a:gd name="connsiteY33" fmla="*/ 8490 h 66034"/>
                  <a:gd name="connsiteX34" fmla="*/ 86829 w 145111"/>
                  <a:gd name="connsiteY34" fmla="*/ 2543 h 66034"/>
                  <a:gd name="connsiteX35" fmla="*/ 97534 w 145111"/>
                  <a:gd name="connsiteY35" fmla="*/ 3733 h 66034"/>
                  <a:gd name="connsiteX36" fmla="*/ 123701 w 145111"/>
                  <a:gd name="connsiteY36" fmla="*/ 8490 h 66034"/>
                  <a:gd name="connsiteX37" fmla="*/ 140353 w 145111"/>
                  <a:gd name="connsiteY37" fmla="*/ 23953 h 66034"/>
                  <a:gd name="connsiteX38" fmla="*/ 145111 w 145111"/>
                  <a:gd name="connsiteY38" fmla="*/ 29900 h 66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45111" h="66034">
                    <a:moveTo>
                      <a:pt x="145111" y="29900"/>
                    </a:moveTo>
                    <a:cubicBezTo>
                      <a:pt x="143922" y="29900"/>
                      <a:pt x="143922" y="29900"/>
                      <a:pt x="142732" y="29900"/>
                    </a:cubicBezTo>
                    <a:cubicBezTo>
                      <a:pt x="134406" y="37037"/>
                      <a:pt x="145111" y="47742"/>
                      <a:pt x="136785" y="57257"/>
                    </a:cubicBezTo>
                    <a:cubicBezTo>
                      <a:pt x="134406" y="59636"/>
                      <a:pt x="132027" y="62015"/>
                      <a:pt x="132027" y="65583"/>
                    </a:cubicBezTo>
                    <a:cubicBezTo>
                      <a:pt x="126080" y="63204"/>
                      <a:pt x="121322" y="57257"/>
                      <a:pt x="118944" y="52499"/>
                    </a:cubicBezTo>
                    <a:cubicBezTo>
                      <a:pt x="114186" y="39416"/>
                      <a:pt x="136785" y="37037"/>
                      <a:pt x="128459" y="31089"/>
                    </a:cubicBezTo>
                    <a:cubicBezTo>
                      <a:pt x="121322" y="26332"/>
                      <a:pt x="123701" y="40605"/>
                      <a:pt x="115375" y="34658"/>
                    </a:cubicBezTo>
                    <a:cubicBezTo>
                      <a:pt x="110617" y="31089"/>
                      <a:pt x="107049" y="20385"/>
                      <a:pt x="102291" y="16816"/>
                    </a:cubicBezTo>
                    <a:cubicBezTo>
                      <a:pt x="98723" y="14437"/>
                      <a:pt x="93965" y="16816"/>
                      <a:pt x="90397" y="18006"/>
                    </a:cubicBezTo>
                    <a:cubicBezTo>
                      <a:pt x="84450" y="21574"/>
                      <a:pt x="86829" y="27521"/>
                      <a:pt x="84450" y="32279"/>
                    </a:cubicBezTo>
                    <a:cubicBezTo>
                      <a:pt x="80881" y="39416"/>
                      <a:pt x="73745" y="33469"/>
                      <a:pt x="67798" y="39416"/>
                    </a:cubicBezTo>
                    <a:cubicBezTo>
                      <a:pt x="63040" y="44173"/>
                      <a:pt x="71366" y="45363"/>
                      <a:pt x="73745" y="50121"/>
                    </a:cubicBezTo>
                    <a:cubicBezTo>
                      <a:pt x="78503" y="59636"/>
                      <a:pt x="76124" y="54878"/>
                      <a:pt x="67798" y="59636"/>
                    </a:cubicBezTo>
                    <a:cubicBezTo>
                      <a:pt x="63040" y="62015"/>
                      <a:pt x="61851" y="70341"/>
                      <a:pt x="54714" y="63204"/>
                    </a:cubicBezTo>
                    <a:cubicBezTo>
                      <a:pt x="51146" y="59636"/>
                      <a:pt x="55903" y="48931"/>
                      <a:pt x="49956" y="48931"/>
                    </a:cubicBezTo>
                    <a:cubicBezTo>
                      <a:pt x="47577" y="48931"/>
                      <a:pt x="48767" y="53689"/>
                      <a:pt x="45198" y="54878"/>
                    </a:cubicBezTo>
                    <a:cubicBezTo>
                      <a:pt x="33304" y="60825"/>
                      <a:pt x="36872" y="44173"/>
                      <a:pt x="32115" y="41794"/>
                    </a:cubicBezTo>
                    <a:cubicBezTo>
                      <a:pt x="23789" y="38226"/>
                      <a:pt x="24978" y="34658"/>
                      <a:pt x="17842" y="34658"/>
                    </a:cubicBezTo>
                    <a:cubicBezTo>
                      <a:pt x="10705" y="35847"/>
                      <a:pt x="7137" y="31089"/>
                      <a:pt x="3568" y="34658"/>
                    </a:cubicBezTo>
                    <a:cubicBezTo>
                      <a:pt x="3568" y="34658"/>
                      <a:pt x="3568" y="34658"/>
                      <a:pt x="3568" y="34658"/>
                    </a:cubicBezTo>
                    <a:cubicBezTo>
                      <a:pt x="3568" y="33469"/>
                      <a:pt x="2379" y="33469"/>
                      <a:pt x="2379" y="32279"/>
                    </a:cubicBezTo>
                    <a:cubicBezTo>
                      <a:pt x="2379" y="31089"/>
                      <a:pt x="2379" y="28710"/>
                      <a:pt x="2379" y="27521"/>
                    </a:cubicBezTo>
                    <a:cubicBezTo>
                      <a:pt x="2379" y="26332"/>
                      <a:pt x="4758" y="25142"/>
                      <a:pt x="4758" y="22763"/>
                    </a:cubicBezTo>
                    <a:cubicBezTo>
                      <a:pt x="5947" y="19195"/>
                      <a:pt x="1189" y="18006"/>
                      <a:pt x="0" y="15627"/>
                    </a:cubicBezTo>
                    <a:cubicBezTo>
                      <a:pt x="0" y="14437"/>
                      <a:pt x="1189" y="13248"/>
                      <a:pt x="2379" y="12058"/>
                    </a:cubicBezTo>
                    <a:cubicBezTo>
                      <a:pt x="3568" y="10869"/>
                      <a:pt x="3568" y="9680"/>
                      <a:pt x="3568" y="7301"/>
                    </a:cubicBezTo>
                    <a:cubicBezTo>
                      <a:pt x="3568" y="4922"/>
                      <a:pt x="5947" y="3733"/>
                      <a:pt x="5947" y="2543"/>
                    </a:cubicBezTo>
                    <a:cubicBezTo>
                      <a:pt x="8326" y="4922"/>
                      <a:pt x="13084" y="8490"/>
                      <a:pt x="19031" y="9680"/>
                    </a:cubicBezTo>
                    <a:cubicBezTo>
                      <a:pt x="20220" y="9680"/>
                      <a:pt x="20220" y="13248"/>
                      <a:pt x="19031" y="14437"/>
                    </a:cubicBezTo>
                    <a:cubicBezTo>
                      <a:pt x="19031" y="15627"/>
                      <a:pt x="16652" y="13248"/>
                      <a:pt x="16652" y="14437"/>
                    </a:cubicBezTo>
                    <a:cubicBezTo>
                      <a:pt x="15463" y="18006"/>
                      <a:pt x="23789" y="20385"/>
                      <a:pt x="26168" y="16816"/>
                    </a:cubicBezTo>
                    <a:cubicBezTo>
                      <a:pt x="27357" y="15627"/>
                      <a:pt x="26168" y="13248"/>
                      <a:pt x="26168" y="12058"/>
                    </a:cubicBezTo>
                    <a:cubicBezTo>
                      <a:pt x="28546" y="8490"/>
                      <a:pt x="34494" y="16816"/>
                      <a:pt x="38062" y="19195"/>
                    </a:cubicBezTo>
                    <a:cubicBezTo>
                      <a:pt x="48767" y="27521"/>
                      <a:pt x="58282" y="13248"/>
                      <a:pt x="68987" y="8490"/>
                    </a:cubicBezTo>
                    <a:cubicBezTo>
                      <a:pt x="74934" y="6111"/>
                      <a:pt x="80881" y="4922"/>
                      <a:pt x="86829" y="2543"/>
                    </a:cubicBezTo>
                    <a:cubicBezTo>
                      <a:pt x="91586" y="164"/>
                      <a:pt x="90397" y="-2215"/>
                      <a:pt x="97534" y="3733"/>
                    </a:cubicBezTo>
                    <a:cubicBezTo>
                      <a:pt x="104670" y="9680"/>
                      <a:pt x="115375" y="3733"/>
                      <a:pt x="123701" y="8490"/>
                    </a:cubicBezTo>
                    <a:cubicBezTo>
                      <a:pt x="129648" y="12058"/>
                      <a:pt x="135596" y="18006"/>
                      <a:pt x="140353" y="23953"/>
                    </a:cubicBezTo>
                    <a:cubicBezTo>
                      <a:pt x="143922" y="27521"/>
                      <a:pt x="143922" y="28710"/>
                      <a:pt x="145111" y="29900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A584C974-AFB3-4F8F-4C6A-90B62B4DC4ED}"/>
                  </a:ext>
                </a:extLst>
              </p:cNvPr>
              <p:cNvSpPr/>
              <p:nvPr/>
            </p:nvSpPr>
            <p:spPr>
              <a:xfrm>
                <a:off x="3417105" y="3933539"/>
                <a:ext cx="31982" cy="63039"/>
              </a:xfrm>
              <a:custGeom>
                <a:avLst/>
                <a:gdLst>
                  <a:gd name="connsiteX0" fmla="*/ 26168 w 31982"/>
                  <a:gd name="connsiteY0" fmla="*/ 24978 h 63039"/>
                  <a:gd name="connsiteX1" fmla="*/ 27357 w 31982"/>
                  <a:gd name="connsiteY1" fmla="*/ 41630 h 63039"/>
                  <a:gd name="connsiteX2" fmla="*/ 15463 w 31982"/>
                  <a:gd name="connsiteY2" fmla="*/ 57093 h 63039"/>
                  <a:gd name="connsiteX3" fmla="*/ 8326 w 31982"/>
                  <a:gd name="connsiteY3" fmla="*/ 63040 h 63039"/>
                  <a:gd name="connsiteX4" fmla="*/ 1190 w 31982"/>
                  <a:gd name="connsiteY4" fmla="*/ 63040 h 63039"/>
                  <a:gd name="connsiteX5" fmla="*/ 0 w 31982"/>
                  <a:gd name="connsiteY5" fmla="*/ 13084 h 63039"/>
                  <a:gd name="connsiteX6" fmla="*/ 2379 w 31982"/>
                  <a:gd name="connsiteY6" fmla="*/ 9515 h 63039"/>
                  <a:gd name="connsiteX7" fmla="*/ 7137 w 31982"/>
                  <a:gd name="connsiteY7" fmla="*/ 10705 h 63039"/>
                  <a:gd name="connsiteX8" fmla="*/ 15463 w 31982"/>
                  <a:gd name="connsiteY8" fmla="*/ 8326 h 63039"/>
                  <a:gd name="connsiteX9" fmla="*/ 22599 w 31982"/>
                  <a:gd name="connsiteY9" fmla="*/ 0 h 63039"/>
                  <a:gd name="connsiteX10" fmla="*/ 23789 w 31982"/>
                  <a:gd name="connsiteY10" fmla="*/ 0 h 63039"/>
                  <a:gd name="connsiteX11" fmla="*/ 30925 w 31982"/>
                  <a:gd name="connsiteY11" fmla="*/ 0 h 63039"/>
                  <a:gd name="connsiteX12" fmla="*/ 30925 w 31982"/>
                  <a:gd name="connsiteY12" fmla="*/ 14273 h 63039"/>
                  <a:gd name="connsiteX13" fmla="*/ 26168 w 31982"/>
                  <a:gd name="connsiteY13" fmla="*/ 24978 h 63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1982" h="63039">
                    <a:moveTo>
                      <a:pt x="26168" y="24978"/>
                    </a:moveTo>
                    <a:cubicBezTo>
                      <a:pt x="26168" y="29736"/>
                      <a:pt x="28547" y="38062"/>
                      <a:pt x="27357" y="41630"/>
                    </a:cubicBezTo>
                    <a:cubicBezTo>
                      <a:pt x="24978" y="49956"/>
                      <a:pt x="21410" y="57093"/>
                      <a:pt x="15463" y="57093"/>
                    </a:cubicBezTo>
                    <a:cubicBezTo>
                      <a:pt x="11894" y="57093"/>
                      <a:pt x="8326" y="60661"/>
                      <a:pt x="8326" y="63040"/>
                    </a:cubicBezTo>
                    <a:cubicBezTo>
                      <a:pt x="5947" y="63040"/>
                      <a:pt x="3568" y="63040"/>
                      <a:pt x="1190" y="63040"/>
                    </a:cubicBezTo>
                    <a:cubicBezTo>
                      <a:pt x="1190" y="54714"/>
                      <a:pt x="0" y="26167"/>
                      <a:pt x="0" y="13084"/>
                    </a:cubicBezTo>
                    <a:cubicBezTo>
                      <a:pt x="1190" y="11894"/>
                      <a:pt x="0" y="9515"/>
                      <a:pt x="2379" y="9515"/>
                    </a:cubicBezTo>
                    <a:cubicBezTo>
                      <a:pt x="4758" y="9515"/>
                      <a:pt x="5947" y="10705"/>
                      <a:pt x="7137" y="10705"/>
                    </a:cubicBezTo>
                    <a:cubicBezTo>
                      <a:pt x="9516" y="9515"/>
                      <a:pt x="11894" y="11894"/>
                      <a:pt x="15463" y="8326"/>
                    </a:cubicBezTo>
                    <a:cubicBezTo>
                      <a:pt x="19031" y="4758"/>
                      <a:pt x="19031" y="1190"/>
                      <a:pt x="22599" y="0"/>
                    </a:cubicBezTo>
                    <a:cubicBezTo>
                      <a:pt x="22599" y="0"/>
                      <a:pt x="23789" y="0"/>
                      <a:pt x="23789" y="0"/>
                    </a:cubicBezTo>
                    <a:cubicBezTo>
                      <a:pt x="26168" y="0"/>
                      <a:pt x="28547" y="0"/>
                      <a:pt x="30925" y="0"/>
                    </a:cubicBezTo>
                    <a:cubicBezTo>
                      <a:pt x="33304" y="0"/>
                      <a:pt x="30925" y="7137"/>
                      <a:pt x="30925" y="14273"/>
                    </a:cubicBezTo>
                    <a:cubicBezTo>
                      <a:pt x="29736" y="17842"/>
                      <a:pt x="26168" y="20220"/>
                      <a:pt x="26168" y="24978"/>
                    </a:cubicBezTo>
                    <a:close/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80" name="Graphic 27">
                <a:extLst>
                  <a:ext uri="{FF2B5EF4-FFF2-40B4-BE49-F238E27FC236}">
                    <a16:creationId xmlns:a16="http://schemas.microsoft.com/office/drawing/2014/main" id="{6ACD0D8D-BE47-D2E2-0776-11DD39E321F4}"/>
                  </a:ext>
                </a:extLst>
              </p:cNvPr>
              <p:cNvGrpSpPr/>
              <p:nvPr/>
            </p:nvGrpSpPr>
            <p:grpSpPr>
              <a:xfrm>
                <a:off x="2755779" y="1499170"/>
                <a:ext cx="7292918" cy="3573139"/>
                <a:chOff x="2755779" y="1499170"/>
                <a:chExt cx="7292918" cy="3573139"/>
              </a:xfrm>
              <a:grpFill/>
            </p:grpSpPr>
            <p:grpSp>
              <p:nvGrpSpPr>
                <p:cNvPr id="181" name="Graphic 27">
                  <a:extLst>
                    <a:ext uri="{FF2B5EF4-FFF2-40B4-BE49-F238E27FC236}">
                      <a16:creationId xmlns:a16="http://schemas.microsoft.com/office/drawing/2014/main" id="{FB6694F0-159D-5C8B-7EFC-4DC55F1F9A44}"/>
                    </a:ext>
                  </a:extLst>
                </p:cNvPr>
                <p:cNvGrpSpPr/>
                <p:nvPr/>
              </p:nvGrpSpPr>
              <p:grpSpPr>
                <a:xfrm>
                  <a:off x="8714302" y="3885771"/>
                  <a:ext cx="262221" cy="388522"/>
                  <a:chOff x="8714302" y="3885771"/>
                  <a:chExt cx="262221" cy="388522"/>
                </a:xfrm>
                <a:grpFill/>
              </p:grpSpPr>
              <p:sp>
                <p:nvSpPr>
                  <p:cNvPr id="182" name="Freeform 181">
                    <a:extLst>
                      <a:ext uri="{FF2B5EF4-FFF2-40B4-BE49-F238E27FC236}">
                        <a16:creationId xmlns:a16="http://schemas.microsoft.com/office/drawing/2014/main" id="{6E483C43-E577-479D-2F52-A8E21CABFE5C}"/>
                      </a:ext>
                    </a:extLst>
                  </p:cNvPr>
                  <p:cNvSpPr/>
                  <p:nvPr/>
                </p:nvSpPr>
                <p:spPr>
                  <a:xfrm>
                    <a:off x="8842829" y="4243325"/>
                    <a:ext cx="16426" cy="9623"/>
                  </a:xfrm>
                  <a:custGeom>
                    <a:avLst/>
                    <a:gdLst>
                      <a:gd name="connsiteX0" fmla="*/ 15941 w 16426"/>
                      <a:gd name="connsiteY0" fmla="*/ 4225 h 9623"/>
                      <a:gd name="connsiteX1" fmla="*/ 7615 w 16426"/>
                      <a:gd name="connsiteY1" fmla="*/ 657 h 9623"/>
                      <a:gd name="connsiteX2" fmla="*/ 479 w 16426"/>
                      <a:gd name="connsiteY2" fmla="*/ 3036 h 9623"/>
                      <a:gd name="connsiteX3" fmla="*/ 11183 w 16426"/>
                      <a:gd name="connsiteY3" fmla="*/ 8983 h 9623"/>
                      <a:gd name="connsiteX4" fmla="*/ 15941 w 16426"/>
                      <a:gd name="connsiteY4" fmla="*/ 4225 h 96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426" h="9623">
                        <a:moveTo>
                          <a:pt x="15941" y="4225"/>
                        </a:moveTo>
                        <a:cubicBezTo>
                          <a:pt x="13562" y="3036"/>
                          <a:pt x="9994" y="-1722"/>
                          <a:pt x="7615" y="657"/>
                        </a:cubicBezTo>
                        <a:cubicBezTo>
                          <a:pt x="5236" y="1846"/>
                          <a:pt x="-1900" y="657"/>
                          <a:pt x="479" y="3036"/>
                        </a:cubicBezTo>
                        <a:cubicBezTo>
                          <a:pt x="2857" y="6604"/>
                          <a:pt x="7615" y="11362"/>
                          <a:pt x="11183" y="8983"/>
                        </a:cubicBezTo>
                        <a:cubicBezTo>
                          <a:pt x="11183" y="8983"/>
                          <a:pt x="18320" y="5415"/>
                          <a:pt x="15941" y="422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3" name="Freeform 182">
                    <a:extLst>
                      <a:ext uri="{FF2B5EF4-FFF2-40B4-BE49-F238E27FC236}">
                        <a16:creationId xmlns:a16="http://schemas.microsoft.com/office/drawing/2014/main" id="{93C04B92-108D-1D4F-D373-EBD8DE410901}"/>
                      </a:ext>
                    </a:extLst>
                  </p:cNvPr>
                  <p:cNvSpPr/>
                  <p:nvPr/>
                </p:nvSpPr>
                <p:spPr>
                  <a:xfrm>
                    <a:off x="8714302" y="4205920"/>
                    <a:ext cx="8500" cy="10704"/>
                  </a:xfrm>
                  <a:custGeom>
                    <a:avLst/>
                    <a:gdLst>
                      <a:gd name="connsiteX0" fmla="*/ 7683 w 8500"/>
                      <a:gd name="connsiteY0" fmla="*/ 0 h 10704"/>
                      <a:gd name="connsiteX1" fmla="*/ 546 w 8500"/>
                      <a:gd name="connsiteY1" fmla="*/ 2379 h 10704"/>
                      <a:gd name="connsiteX2" fmla="*/ 6493 w 8500"/>
                      <a:gd name="connsiteY2" fmla="*/ 10705 h 10704"/>
                      <a:gd name="connsiteX3" fmla="*/ 7683 w 8500"/>
                      <a:gd name="connsiteY3" fmla="*/ 0 h 107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500" h="10704">
                        <a:moveTo>
                          <a:pt x="7683" y="0"/>
                        </a:moveTo>
                        <a:cubicBezTo>
                          <a:pt x="4115" y="0"/>
                          <a:pt x="-1832" y="0"/>
                          <a:pt x="546" y="2379"/>
                        </a:cubicBezTo>
                        <a:cubicBezTo>
                          <a:pt x="2925" y="4758"/>
                          <a:pt x="6493" y="10705"/>
                          <a:pt x="6493" y="10705"/>
                        </a:cubicBezTo>
                        <a:cubicBezTo>
                          <a:pt x="6493" y="10705"/>
                          <a:pt x="10062" y="0"/>
                          <a:pt x="7683" y="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4" name="Freeform 183">
                    <a:extLst>
                      <a:ext uri="{FF2B5EF4-FFF2-40B4-BE49-F238E27FC236}">
                        <a16:creationId xmlns:a16="http://schemas.microsoft.com/office/drawing/2014/main" id="{BDF9C793-9FA7-706B-D1FA-3032E5665C51}"/>
                      </a:ext>
                    </a:extLst>
                  </p:cNvPr>
                  <p:cNvSpPr/>
                  <p:nvPr/>
                </p:nvSpPr>
                <p:spPr>
                  <a:xfrm>
                    <a:off x="8723231" y="4112802"/>
                    <a:ext cx="61150" cy="81222"/>
                  </a:xfrm>
                  <a:custGeom>
                    <a:avLst/>
                    <a:gdLst>
                      <a:gd name="connsiteX0" fmla="*/ 54657 w 61150"/>
                      <a:gd name="connsiteY0" fmla="*/ 12236 h 81222"/>
                      <a:gd name="connsiteX1" fmla="*/ 53467 w 61150"/>
                      <a:gd name="connsiteY1" fmla="*/ 341 h 81222"/>
                      <a:gd name="connsiteX2" fmla="*/ 49899 w 61150"/>
                      <a:gd name="connsiteY2" fmla="*/ 12236 h 81222"/>
                      <a:gd name="connsiteX3" fmla="*/ 46331 w 61150"/>
                      <a:gd name="connsiteY3" fmla="*/ 26509 h 81222"/>
                      <a:gd name="connsiteX4" fmla="*/ 39194 w 61150"/>
                      <a:gd name="connsiteY4" fmla="*/ 31267 h 81222"/>
                      <a:gd name="connsiteX5" fmla="*/ 30869 w 61150"/>
                      <a:gd name="connsiteY5" fmla="*/ 41972 h 81222"/>
                      <a:gd name="connsiteX6" fmla="*/ 27300 w 61150"/>
                      <a:gd name="connsiteY6" fmla="*/ 47919 h 81222"/>
                      <a:gd name="connsiteX7" fmla="*/ 18974 w 61150"/>
                      <a:gd name="connsiteY7" fmla="*/ 57434 h 81222"/>
                      <a:gd name="connsiteX8" fmla="*/ 11837 w 61150"/>
                      <a:gd name="connsiteY8" fmla="*/ 62192 h 81222"/>
                      <a:gd name="connsiteX9" fmla="*/ 2322 w 61150"/>
                      <a:gd name="connsiteY9" fmla="*/ 81223 h 81222"/>
                      <a:gd name="connsiteX10" fmla="*/ 5890 w 61150"/>
                      <a:gd name="connsiteY10" fmla="*/ 78844 h 81222"/>
                      <a:gd name="connsiteX11" fmla="*/ 15405 w 61150"/>
                      <a:gd name="connsiteY11" fmla="*/ 75276 h 81222"/>
                      <a:gd name="connsiteX12" fmla="*/ 23732 w 61150"/>
                      <a:gd name="connsiteY12" fmla="*/ 64571 h 81222"/>
                      <a:gd name="connsiteX13" fmla="*/ 33247 w 61150"/>
                      <a:gd name="connsiteY13" fmla="*/ 58624 h 81222"/>
                      <a:gd name="connsiteX14" fmla="*/ 40384 w 61150"/>
                      <a:gd name="connsiteY14" fmla="*/ 41972 h 81222"/>
                      <a:gd name="connsiteX15" fmla="*/ 49899 w 61150"/>
                      <a:gd name="connsiteY15" fmla="*/ 38403 h 81222"/>
                      <a:gd name="connsiteX16" fmla="*/ 53467 w 61150"/>
                      <a:gd name="connsiteY16" fmla="*/ 30077 h 81222"/>
                      <a:gd name="connsiteX17" fmla="*/ 60605 w 61150"/>
                      <a:gd name="connsiteY17" fmla="*/ 22941 h 81222"/>
                      <a:gd name="connsiteX18" fmla="*/ 54657 w 61150"/>
                      <a:gd name="connsiteY18" fmla="*/ 12236 h 81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150" h="81222">
                        <a:moveTo>
                          <a:pt x="54657" y="12236"/>
                        </a:moveTo>
                        <a:cubicBezTo>
                          <a:pt x="54657" y="8667"/>
                          <a:pt x="57036" y="-2038"/>
                          <a:pt x="53467" y="341"/>
                        </a:cubicBezTo>
                        <a:cubicBezTo>
                          <a:pt x="49899" y="3910"/>
                          <a:pt x="49899" y="9857"/>
                          <a:pt x="49899" y="12236"/>
                        </a:cubicBezTo>
                        <a:cubicBezTo>
                          <a:pt x="49899" y="12236"/>
                          <a:pt x="49899" y="25319"/>
                          <a:pt x="46331" y="26509"/>
                        </a:cubicBezTo>
                        <a:cubicBezTo>
                          <a:pt x="42763" y="27698"/>
                          <a:pt x="40384" y="28888"/>
                          <a:pt x="39194" y="31267"/>
                        </a:cubicBezTo>
                        <a:cubicBezTo>
                          <a:pt x="38005" y="33646"/>
                          <a:pt x="33247" y="41972"/>
                          <a:pt x="30869" y="41972"/>
                        </a:cubicBezTo>
                        <a:cubicBezTo>
                          <a:pt x="29679" y="41972"/>
                          <a:pt x="27300" y="45540"/>
                          <a:pt x="27300" y="47919"/>
                        </a:cubicBezTo>
                        <a:cubicBezTo>
                          <a:pt x="26111" y="50298"/>
                          <a:pt x="22542" y="55055"/>
                          <a:pt x="18974" y="57434"/>
                        </a:cubicBezTo>
                        <a:cubicBezTo>
                          <a:pt x="15405" y="59813"/>
                          <a:pt x="13027" y="58624"/>
                          <a:pt x="11837" y="62192"/>
                        </a:cubicBezTo>
                        <a:cubicBezTo>
                          <a:pt x="10648" y="65760"/>
                          <a:pt x="-6004" y="80033"/>
                          <a:pt x="2322" y="81223"/>
                        </a:cubicBezTo>
                        <a:cubicBezTo>
                          <a:pt x="2322" y="81223"/>
                          <a:pt x="1133" y="78844"/>
                          <a:pt x="5890" y="78844"/>
                        </a:cubicBezTo>
                        <a:cubicBezTo>
                          <a:pt x="10648" y="78844"/>
                          <a:pt x="13027" y="76465"/>
                          <a:pt x="15405" y="75276"/>
                        </a:cubicBezTo>
                        <a:cubicBezTo>
                          <a:pt x="17784" y="74086"/>
                          <a:pt x="21353" y="64571"/>
                          <a:pt x="23732" y="64571"/>
                        </a:cubicBezTo>
                        <a:cubicBezTo>
                          <a:pt x="26111" y="64571"/>
                          <a:pt x="30869" y="61002"/>
                          <a:pt x="33247" y="58624"/>
                        </a:cubicBezTo>
                        <a:cubicBezTo>
                          <a:pt x="34437" y="55055"/>
                          <a:pt x="38005" y="43161"/>
                          <a:pt x="40384" y="41972"/>
                        </a:cubicBezTo>
                        <a:cubicBezTo>
                          <a:pt x="42763" y="40782"/>
                          <a:pt x="47520" y="43161"/>
                          <a:pt x="49899" y="38403"/>
                        </a:cubicBezTo>
                        <a:cubicBezTo>
                          <a:pt x="51088" y="34835"/>
                          <a:pt x="49899" y="31267"/>
                          <a:pt x="53467" y="30077"/>
                        </a:cubicBezTo>
                        <a:cubicBezTo>
                          <a:pt x="57036" y="28888"/>
                          <a:pt x="62983" y="25319"/>
                          <a:pt x="60605" y="22941"/>
                        </a:cubicBezTo>
                        <a:cubicBezTo>
                          <a:pt x="59415" y="20562"/>
                          <a:pt x="54657" y="15804"/>
                          <a:pt x="54657" y="1223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5" name="Freeform 184">
                    <a:extLst>
                      <a:ext uri="{FF2B5EF4-FFF2-40B4-BE49-F238E27FC236}">
                        <a16:creationId xmlns:a16="http://schemas.microsoft.com/office/drawing/2014/main" id="{4644A5D9-E5E6-FACE-1916-2E250D3E3038}"/>
                      </a:ext>
                    </a:extLst>
                  </p:cNvPr>
                  <p:cNvSpPr/>
                  <p:nvPr/>
                </p:nvSpPr>
                <p:spPr>
                  <a:xfrm>
                    <a:off x="8787882" y="4134943"/>
                    <a:ext cx="6135" cy="6747"/>
                  </a:xfrm>
                  <a:custGeom>
                    <a:avLst/>
                    <a:gdLst>
                      <a:gd name="connsiteX0" fmla="*/ 711 w 6135"/>
                      <a:gd name="connsiteY0" fmla="*/ 800 h 6747"/>
                      <a:gd name="connsiteX1" fmla="*/ 3090 w 6135"/>
                      <a:gd name="connsiteY1" fmla="*/ 6747 h 6747"/>
                      <a:gd name="connsiteX2" fmla="*/ 5469 w 6135"/>
                      <a:gd name="connsiteY2" fmla="*/ 3179 h 6747"/>
                      <a:gd name="connsiteX3" fmla="*/ 711 w 6135"/>
                      <a:gd name="connsiteY3" fmla="*/ 800 h 67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135" h="6747">
                        <a:moveTo>
                          <a:pt x="711" y="800"/>
                        </a:moveTo>
                        <a:cubicBezTo>
                          <a:pt x="-478" y="3179"/>
                          <a:pt x="-478" y="6747"/>
                          <a:pt x="3090" y="6747"/>
                        </a:cubicBezTo>
                        <a:cubicBezTo>
                          <a:pt x="3090" y="6747"/>
                          <a:pt x="7848" y="5558"/>
                          <a:pt x="5469" y="3179"/>
                        </a:cubicBezTo>
                        <a:cubicBezTo>
                          <a:pt x="3090" y="1990"/>
                          <a:pt x="1901" y="-1579"/>
                          <a:pt x="711" y="80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6" name="Freeform 185">
                    <a:extLst>
                      <a:ext uri="{FF2B5EF4-FFF2-40B4-BE49-F238E27FC236}">
                        <a16:creationId xmlns:a16="http://schemas.microsoft.com/office/drawing/2014/main" id="{B64CA5F2-7C67-6C58-4FA6-A76AB7F98918}"/>
                      </a:ext>
                    </a:extLst>
                  </p:cNvPr>
                  <p:cNvSpPr/>
                  <p:nvPr/>
                </p:nvSpPr>
                <p:spPr>
                  <a:xfrm>
                    <a:off x="8850047" y="4157417"/>
                    <a:ext cx="126476" cy="116875"/>
                  </a:xfrm>
                  <a:custGeom>
                    <a:avLst/>
                    <a:gdLst>
                      <a:gd name="connsiteX0" fmla="*/ 122908 w 126476"/>
                      <a:gd name="connsiteY0" fmla="*/ 61586 h 116875"/>
                      <a:gd name="connsiteX1" fmla="*/ 115772 w 126476"/>
                      <a:gd name="connsiteY1" fmla="*/ 50881 h 116875"/>
                      <a:gd name="connsiteX2" fmla="*/ 116961 w 126476"/>
                      <a:gd name="connsiteY2" fmla="*/ 42555 h 116875"/>
                      <a:gd name="connsiteX3" fmla="*/ 113393 w 126476"/>
                      <a:gd name="connsiteY3" fmla="*/ 38987 h 116875"/>
                      <a:gd name="connsiteX4" fmla="*/ 113393 w 126476"/>
                      <a:gd name="connsiteY4" fmla="*/ 34229 h 116875"/>
                      <a:gd name="connsiteX5" fmla="*/ 109825 w 126476"/>
                      <a:gd name="connsiteY5" fmla="*/ 29471 h 116875"/>
                      <a:gd name="connsiteX6" fmla="*/ 115772 w 126476"/>
                      <a:gd name="connsiteY6" fmla="*/ 25903 h 116875"/>
                      <a:gd name="connsiteX7" fmla="*/ 112204 w 126476"/>
                      <a:gd name="connsiteY7" fmla="*/ 19956 h 116875"/>
                      <a:gd name="connsiteX8" fmla="*/ 108635 w 126476"/>
                      <a:gd name="connsiteY8" fmla="*/ 14009 h 116875"/>
                      <a:gd name="connsiteX9" fmla="*/ 105067 w 126476"/>
                      <a:gd name="connsiteY9" fmla="*/ 14009 h 116875"/>
                      <a:gd name="connsiteX10" fmla="*/ 93172 w 126476"/>
                      <a:gd name="connsiteY10" fmla="*/ 2115 h 116875"/>
                      <a:gd name="connsiteX11" fmla="*/ 88415 w 126476"/>
                      <a:gd name="connsiteY11" fmla="*/ 2115 h 116875"/>
                      <a:gd name="connsiteX12" fmla="*/ 89604 w 126476"/>
                      <a:gd name="connsiteY12" fmla="*/ 19956 h 116875"/>
                      <a:gd name="connsiteX13" fmla="*/ 84846 w 126476"/>
                      <a:gd name="connsiteY13" fmla="*/ 16388 h 116875"/>
                      <a:gd name="connsiteX14" fmla="*/ 82468 w 126476"/>
                      <a:gd name="connsiteY14" fmla="*/ 24714 h 116875"/>
                      <a:gd name="connsiteX15" fmla="*/ 72952 w 126476"/>
                      <a:gd name="connsiteY15" fmla="*/ 22335 h 116875"/>
                      <a:gd name="connsiteX16" fmla="*/ 72952 w 126476"/>
                      <a:gd name="connsiteY16" fmla="*/ 30661 h 116875"/>
                      <a:gd name="connsiteX17" fmla="*/ 72952 w 126476"/>
                      <a:gd name="connsiteY17" fmla="*/ 36608 h 116875"/>
                      <a:gd name="connsiteX18" fmla="*/ 65816 w 126476"/>
                      <a:gd name="connsiteY18" fmla="*/ 33040 h 116875"/>
                      <a:gd name="connsiteX19" fmla="*/ 61058 w 126476"/>
                      <a:gd name="connsiteY19" fmla="*/ 37798 h 116875"/>
                      <a:gd name="connsiteX20" fmla="*/ 55110 w 126476"/>
                      <a:gd name="connsiteY20" fmla="*/ 46123 h 116875"/>
                      <a:gd name="connsiteX21" fmla="*/ 45595 w 126476"/>
                      <a:gd name="connsiteY21" fmla="*/ 50881 h 116875"/>
                      <a:gd name="connsiteX22" fmla="*/ 49163 w 126476"/>
                      <a:gd name="connsiteY22" fmla="*/ 40176 h 116875"/>
                      <a:gd name="connsiteX23" fmla="*/ 39648 w 126476"/>
                      <a:gd name="connsiteY23" fmla="*/ 28282 h 116875"/>
                      <a:gd name="connsiteX24" fmla="*/ 36080 w 126476"/>
                      <a:gd name="connsiteY24" fmla="*/ 35419 h 116875"/>
                      <a:gd name="connsiteX25" fmla="*/ 26564 w 126476"/>
                      <a:gd name="connsiteY25" fmla="*/ 38987 h 116875"/>
                      <a:gd name="connsiteX26" fmla="*/ 26564 w 126476"/>
                      <a:gd name="connsiteY26" fmla="*/ 46123 h 116875"/>
                      <a:gd name="connsiteX27" fmla="*/ 15859 w 126476"/>
                      <a:gd name="connsiteY27" fmla="*/ 46123 h 116875"/>
                      <a:gd name="connsiteX28" fmla="*/ 9912 w 126476"/>
                      <a:gd name="connsiteY28" fmla="*/ 50881 h 116875"/>
                      <a:gd name="connsiteX29" fmla="*/ 3965 w 126476"/>
                      <a:gd name="connsiteY29" fmla="*/ 54450 h 116875"/>
                      <a:gd name="connsiteX30" fmla="*/ 1586 w 126476"/>
                      <a:gd name="connsiteY30" fmla="*/ 66344 h 116875"/>
                      <a:gd name="connsiteX31" fmla="*/ 1586 w 126476"/>
                      <a:gd name="connsiteY31" fmla="*/ 78238 h 116875"/>
                      <a:gd name="connsiteX32" fmla="*/ 9912 w 126476"/>
                      <a:gd name="connsiteY32" fmla="*/ 67533 h 116875"/>
                      <a:gd name="connsiteX33" fmla="*/ 15859 w 126476"/>
                      <a:gd name="connsiteY33" fmla="*/ 62776 h 116875"/>
                      <a:gd name="connsiteX34" fmla="*/ 20617 w 126476"/>
                      <a:gd name="connsiteY34" fmla="*/ 56829 h 116875"/>
                      <a:gd name="connsiteX35" fmla="*/ 24185 w 126476"/>
                      <a:gd name="connsiteY35" fmla="*/ 65154 h 116875"/>
                      <a:gd name="connsiteX36" fmla="*/ 30133 w 126476"/>
                      <a:gd name="connsiteY36" fmla="*/ 66344 h 116875"/>
                      <a:gd name="connsiteX37" fmla="*/ 32512 w 126476"/>
                      <a:gd name="connsiteY37" fmla="*/ 60397 h 116875"/>
                      <a:gd name="connsiteX38" fmla="*/ 34891 w 126476"/>
                      <a:gd name="connsiteY38" fmla="*/ 66344 h 116875"/>
                      <a:gd name="connsiteX39" fmla="*/ 40838 w 126476"/>
                      <a:gd name="connsiteY39" fmla="*/ 67533 h 116875"/>
                      <a:gd name="connsiteX40" fmla="*/ 44406 w 126476"/>
                      <a:gd name="connsiteY40" fmla="*/ 58018 h 116875"/>
                      <a:gd name="connsiteX41" fmla="*/ 57489 w 126476"/>
                      <a:gd name="connsiteY41" fmla="*/ 65154 h 116875"/>
                      <a:gd name="connsiteX42" fmla="*/ 62247 w 126476"/>
                      <a:gd name="connsiteY42" fmla="*/ 74670 h 116875"/>
                      <a:gd name="connsiteX43" fmla="*/ 57489 w 126476"/>
                      <a:gd name="connsiteY43" fmla="*/ 77049 h 116875"/>
                      <a:gd name="connsiteX44" fmla="*/ 58679 w 126476"/>
                      <a:gd name="connsiteY44" fmla="*/ 86564 h 116875"/>
                      <a:gd name="connsiteX45" fmla="*/ 57489 w 126476"/>
                      <a:gd name="connsiteY45" fmla="*/ 91322 h 116875"/>
                      <a:gd name="connsiteX46" fmla="*/ 61058 w 126476"/>
                      <a:gd name="connsiteY46" fmla="*/ 98459 h 116875"/>
                      <a:gd name="connsiteX47" fmla="*/ 67005 w 126476"/>
                      <a:gd name="connsiteY47" fmla="*/ 107974 h 116875"/>
                      <a:gd name="connsiteX48" fmla="*/ 74142 w 126476"/>
                      <a:gd name="connsiteY48" fmla="*/ 107974 h 116875"/>
                      <a:gd name="connsiteX49" fmla="*/ 83657 w 126476"/>
                      <a:gd name="connsiteY49" fmla="*/ 112732 h 116875"/>
                      <a:gd name="connsiteX50" fmla="*/ 90793 w 126476"/>
                      <a:gd name="connsiteY50" fmla="*/ 105595 h 116875"/>
                      <a:gd name="connsiteX51" fmla="*/ 90793 w 126476"/>
                      <a:gd name="connsiteY51" fmla="*/ 112732 h 116875"/>
                      <a:gd name="connsiteX52" fmla="*/ 96741 w 126476"/>
                      <a:gd name="connsiteY52" fmla="*/ 115111 h 116875"/>
                      <a:gd name="connsiteX53" fmla="*/ 103878 w 126476"/>
                      <a:gd name="connsiteY53" fmla="*/ 102027 h 116875"/>
                      <a:gd name="connsiteX54" fmla="*/ 95552 w 126476"/>
                      <a:gd name="connsiteY54" fmla="*/ 86564 h 116875"/>
                      <a:gd name="connsiteX55" fmla="*/ 106257 w 126476"/>
                      <a:gd name="connsiteY55" fmla="*/ 68723 h 116875"/>
                      <a:gd name="connsiteX56" fmla="*/ 116961 w 126476"/>
                      <a:gd name="connsiteY56" fmla="*/ 97269 h 116875"/>
                      <a:gd name="connsiteX57" fmla="*/ 119340 w 126476"/>
                      <a:gd name="connsiteY57" fmla="*/ 90133 h 116875"/>
                      <a:gd name="connsiteX58" fmla="*/ 116961 w 126476"/>
                      <a:gd name="connsiteY58" fmla="*/ 79428 h 116875"/>
                      <a:gd name="connsiteX59" fmla="*/ 126477 w 126476"/>
                      <a:gd name="connsiteY59" fmla="*/ 77049 h 116875"/>
                      <a:gd name="connsiteX60" fmla="*/ 122908 w 126476"/>
                      <a:gd name="connsiteY60" fmla="*/ 61586 h 1168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</a:cxnLst>
                    <a:rect l="l" t="t" r="r" b="b"/>
                    <a:pathLst>
                      <a:path w="126476" h="116875">
                        <a:moveTo>
                          <a:pt x="122908" y="61586"/>
                        </a:moveTo>
                        <a:cubicBezTo>
                          <a:pt x="118151" y="58018"/>
                          <a:pt x="114582" y="55639"/>
                          <a:pt x="115772" y="50881"/>
                        </a:cubicBezTo>
                        <a:cubicBezTo>
                          <a:pt x="116961" y="46123"/>
                          <a:pt x="118151" y="42555"/>
                          <a:pt x="116961" y="42555"/>
                        </a:cubicBezTo>
                        <a:cubicBezTo>
                          <a:pt x="115772" y="42555"/>
                          <a:pt x="113393" y="41366"/>
                          <a:pt x="113393" y="38987"/>
                        </a:cubicBezTo>
                        <a:cubicBezTo>
                          <a:pt x="113393" y="36608"/>
                          <a:pt x="114582" y="34229"/>
                          <a:pt x="113393" y="34229"/>
                        </a:cubicBezTo>
                        <a:cubicBezTo>
                          <a:pt x="112204" y="33040"/>
                          <a:pt x="106257" y="30661"/>
                          <a:pt x="109825" y="29471"/>
                        </a:cubicBezTo>
                        <a:cubicBezTo>
                          <a:pt x="113393" y="28282"/>
                          <a:pt x="116961" y="29471"/>
                          <a:pt x="115772" y="25903"/>
                        </a:cubicBezTo>
                        <a:cubicBezTo>
                          <a:pt x="114582" y="22335"/>
                          <a:pt x="113393" y="22335"/>
                          <a:pt x="112204" y="19956"/>
                        </a:cubicBezTo>
                        <a:cubicBezTo>
                          <a:pt x="112204" y="17577"/>
                          <a:pt x="109825" y="15198"/>
                          <a:pt x="108635" y="14009"/>
                        </a:cubicBezTo>
                        <a:cubicBezTo>
                          <a:pt x="107446" y="14009"/>
                          <a:pt x="106257" y="16388"/>
                          <a:pt x="105067" y="14009"/>
                        </a:cubicBezTo>
                        <a:cubicBezTo>
                          <a:pt x="103878" y="11630"/>
                          <a:pt x="94362" y="2115"/>
                          <a:pt x="93172" y="2115"/>
                        </a:cubicBezTo>
                        <a:cubicBezTo>
                          <a:pt x="91983" y="2115"/>
                          <a:pt x="88415" y="-2643"/>
                          <a:pt x="88415" y="2115"/>
                        </a:cubicBezTo>
                        <a:cubicBezTo>
                          <a:pt x="88415" y="6872"/>
                          <a:pt x="91983" y="19956"/>
                          <a:pt x="89604" y="19956"/>
                        </a:cubicBezTo>
                        <a:cubicBezTo>
                          <a:pt x="87225" y="19956"/>
                          <a:pt x="87225" y="14009"/>
                          <a:pt x="84846" y="16388"/>
                        </a:cubicBezTo>
                        <a:cubicBezTo>
                          <a:pt x="83657" y="18767"/>
                          <a:pt x="84846" y="23524"/>
                          <a:pt x="82468" y="24714"/>
                        </a:cubicBezTo>
                        <a:cubicBezTo>
                          <a:pt x="80089" y="25903"/>
                          <a:pt x="74142" y="19956"/>
                          <a:pt x="72952" y="22335"/>
                        </a:cubicBezTo>
                        <a:cubicBezTo>
                          <a:pt x="71763" y="24714"/>
                          <a:pt x="72952" y="28282"/>
                          <a:pt x="72952" y="30661"/>
                        </a:cubicBezTo>
                        <a:cubicBezTo>
                          <a:pt x="72952" y="33040"/>
                          <a:pt x="76521" y="34229"/>
                          <a:pt x="72952" y="36608"/>
                        </a:cubicBezTo>
                        <a:cubicBezTo>
                          <a:pt x="69384" y="38987"/>
                          <a:pt x="67005" y="33040"/>
                          <a:pt x="65816" y="33040"/>
                        </a:cubicBezTo>
                        <a:cubicBezTo>
                          <a:pt x="64626" y="34229"/>
                          <a:pt x="62247" y="33040"/>
                          <a:pt x="61058" y="37798"/>
                        </a:cubicBezTo>
                        <a:cubicBezTo>
                          <a:pt x="59868" y="42555"/>
                          <a:pt x="58679" y="44934"/>
                          <a:pt x="55110" y="46123"/>
                        </a:cubicBezTo>
                        <a:cubicBezTo>
                          <a:pt x="51542" y="47313"/>
                          <a:pt x="46785" y="52071"/>
                          <a:pt x="45595" y="50881"/>
                        </a:cubicBezTo>
                        <a:cubicBezTo>
                          <a:pt x="44406" y="49692"/>
                          <a:pt x="50353" y="43745"/>
                          <a:pt x="49163" y="40176"/>
                        </a:cubicBezTo>
                        <a:cubicBezTo>
                          <a:pt x="47974" y="35419"/>
                          <a:pt x="42027" y="27093"/>
                          <a:pt x="39648" y="28282"/>
                        </a:cubicBezTo>
                        <a:cubicBezTo>
                          <a:pt x="37269" y="29471"/>
                          <a:pt x="38459" y="35419"/>
                          <a:pt x="36080" y="35419"/>
                        </a:cubicBezTo>
                        <a:cubicBezTo>
                          <a:pt x="33701" y="35419"/>
                          <a:pt x="26564" y="36608"/>
                          <a:pt x="26564" y="38987"/>
                        </a:cubicBezTo>
                        <a:cubicBezTo>
                          <a:pt x="26564" y="41366"/>
                          <a:pt x="28943" y="43745"/>
                          <a:pt x="26564" y="46123"/>
                        </a:cubicBezTo>
                        <a:cubicBezTo>
                          <a:pt x="24185" y="48502"/>
                          <a:pt x="17049" y="44934"/>
                          <a:pt x="15859" y="46123"/>
                        </a:cubicBezTo>
                        <a:cubicBezTo>
                          <a:pt x="14670" y="47313"/>
                          <a:pt x="11102" y="50881"/>
                          <a:pt x="9912" y="50881"/>
                        </a:cubicBezTo>
                        <a:cubicBezTo>
                          <a:pt x="8723" y="50881"/>
                          <a:pt x="5155" y="52071"/>
                          <a:pt x="3965" y="54450"/>
                        </a:cubicBezTo>
                        <a:cubicBezTo>
                          <a:pt x="2776" y="56829"/>
                          <a:pt x="1586" y="63965"/>
                          <a:pt x="1586" y="66344"/>
                        </a:cubicBezTo>
                        <a:cubicBezTo>
                          <a:pt x="1586" y="68723"/>
                          <a:pt x="-1982" y="75859"/>
                          <a:pt x="1586" y="78238"/>
                        </a:cubicBezTo>
                        <a:cubicBezTo>
                          <a:pt x="5155" y="80617"/>
                          <a:pt x="7533" y="69912"/>
                          <a:pt x="9912" y="67533"/>
                        </a:cubicBezTo>
                        <a:cubicBezTo>
                          <a:pt x="12291" y="65154"/>
                          <a:pt x="15859" y="65154"/>
                          <a:pt x="15859" y="62776"/>
                        </a:cubicBezTo>
                        <a:cubicBezTo>
                          <a:pt x="15859" y="60397"/>
                          <a:pt x="18238" y="56829"/>
                          <a:pt x="20617" y="56829"/>
                        </a:cubicBezTo>
                        <a:cubicBezTo>
                          <a:pt x="21806" y="56829"/>
                          <a:pt x="21806" y="63965"/>
                          <a:pt x="24185" y="65154"/>
                        </a:cubicBezTo>
                        <a:cubicBezTo>
                          <a:pt x="26564" y="66344"/>
                          <a:pt x="30133" y="68723"/>
                          <a:pt x="30133" y="66344"/>
                        </a:cubicBezTo>
                        <a:cubicBezTo>
                          <a:pt x="30133" y="63965"/>
                          <a:pt x="31322" y="58018"/>
                          <a:pt x="32512" y="60397"/>
                        </a:cubicBezTo>
                        <a:cubicBezTo>
                          <a:pt x="33701" y="62776"/>
                          <a:pt x="32512" y="66344"/>
                          <a:pt x="34891" y="66344"/>
                        </a:cubicBezTo>
                        <a:cubicBezTo>
                          <a:pt x="37269" y="66344"/>
                          <a:pt x="42027" y="68723"/>
                          <a:pt x="40838" y="67533"/>
                        </a:cubicBezTo>
                        <a:cubicBezTo>
                          <a:pt x="39648" y="65154"/>
                          <a:pt x="40838" y="55639"/>
                          <a:pt x="44406" y="58018"/>
                        </a:cubicBezTo>
                        <a:cubicBezTo>
                          <a:pt x="47974" y="60397"/>
                          <a:pt x="56300" y="62776"/>
                          <a:pt x="57489" y="65154"/>
                        </a:cubicBezTo>
                        <a:cubicBezTo>
                          <a:pt x="58679" y="68723"/>
                          <a:pt x="63437" y="72291"/>
                          <a:pt x="62247" y="74670"/>
                        </a:cubicBezTo>
                        <a:cubicBezTo>
                          <a:pt x="61058" y="75859"/>
                          <a:pt x="57489" y="74670"/>
                          <a:pt x="57489" y="77049"/>
                        </a:cubicBezTo>
                        <a:cubicBezTo>
                          <a:pt x="56300" y="79428"/>
                          <a:pt x="57489" y="85375"/>
                          <a:pt x="58679" y="86564"/>
                        </a:cubicBezTo>
                        <a:cubicBezTo>
                          <a:pt x="58679" y="87754"/>
                          <a:pt x="58679" y="90133"/>
                          <a:pt x="57489" y="91322"/>
                        </a:cubicBezTo>
                        <a:cubicBezTo>
                          <a:pt x="56300" y="92512"/>
                          <a:pt x="61058" y="94890"/>
                          <a:pt x="61058" y="98459"/>
                        </a:cubicBezTo>
                        <a:cubicBezTo>
                          <a:pt x="61058" y="100837"/>
                          <a:pt x="64626" y="109164"/>
                          <a:pt x="67005" y="107974"/>
                        </a:cubicBezTo>
                        <a:cubicBezTo>
                          <a:pt x="69384" y="106785"/>
                          <a:pt x="72952" y="107974"/>
                          <a:pt x="74142" y="107974"/>
                        </a:cubicBezTo>
                        <a:cubicBezTo>
                          <a:pt x="75331" y="107974"/>
                          <a:pt x="81278" y="113921"/>
                          <a:pt x="83657" y="112732"/>
                        </a:cubicBezTo>
                        <a:cubicBezTo>
                          <a:pt x="86036" y="111542"/>
                          <a:pt x="89604" y="102027"/>
                          <a:pt x="90793" y="105595"/>
                        </a:cubicBezTo>
                        <a:cubicBezTo>
                          <a:pt x="91983" y="107974"/>
                          <a:pt x="89604" y="109164"/>
                          <a:pt x="90793" y="112732"/>
                        </a:cubicBezTo>
                        <a:cubicBezTo>
                          <a:pt x="91983" y="116300"/>
                          <a:pt x="94362" y="118679"/>
                          <a:pt x="96741" y="115111"/>
                        </a:cubicBezTo>
                        <a:cubicBezTo>
                          <a:pt x="96741" y="115111"/>
                          <a:pt x="105067" y="105595"/>
                          <a:pt x="103878" y="102027"/>
                        </a:cubicBezTo>
                        <a:cubicBezTo>
                          <a:pt x="101499" y="98459"/>
                          <a:pt x="94362" y="91322"/>
                          <a:pt x="95552" y="86564"/>
                        </a:cubicBezTo>
                        <a:cubicBezTo>
                          <a:pt x="96741" y="81806"/>
                          <a:pt x="103878" y="65154"/>
                          <a:pt x="106257" y="68723"/>
                        </a:cubicBezTo>
                        <a:cubicBezTo>
                          <a:pt x="108635" y="72291"/>
                          <a:pt x="114582" y="99648"/>
                          <a:pt x="116961" y="97269"/>
                        </a:cubicBezTo>
                        <a:cubicBezTo>
                          <a:pt x="119340" y="94890"/>
                          <a:pt x="120529" y="94890"/>
                          <a:pt x="119340" y="90133"/>
                        </a:cubicBezTo>
                        <a:cubicBezTo>
                          <a:pt x="118151" y="85375"/>
                          <a:pt x="114582" y="80617"/>
                          <a:pt x="116961" y="79428"/>
                        </a:cubicBezTo>
                        <a:cubicBezTo>
                          <a:pt x="119340" y="78238"/>
                          <a:pt x="125287" y="81806"/>
                          <a:pt x="126477" y="77049"/>
                        </a:cubicBezTo>
                        <a:cubicBezTo>
                          <a:pt x="122908" y="73481"/>
                          <a:pt x="126477" y="65154"/>
                          <a:pt x="122908" y="6158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7" name="Freeform 186">
                    <a:extLst>
                      <a:ext uri="{FF2B5EF4-FFF2-40B4-BE49-F238E27FC236}">
                        <a16:creationId xmlns:a16="http://schemas.microsoft.com/office/drawing/2014/main" id="{2364C827-0C56-6B59-F3BF-EF9D57BCAE45}"/>
                      </a:ext>
                    </a:extLst>
                  </p:cNvPr>
                  <p:cNvSpPr/>
                  <p:nvPr/>
                </p:nvSpPr>
                <p:spPr>
                  <a:xfrm>
                    <a:off x="8952735" y="4148827"/>
                    <a:ext cx="4758" cy="10941"/>
                  </a:xfrm>
                  <a:custGeom>
                    <a:avLst/>
                    <a:gdLst>
                      <a:gd name="connsiteX0" fmla="*/ 4758 w 4758"/>
                      <a:gd name="connsiteY0" fmla="*/ 10705 h 10941"/>
                      <a:gd name="connsiteX1" fmla="*/ 4758 w 4758"/>
                      <a:gd name="connsiteY1" fmla="*/ 5947 h 10941"/>
                      <a:gd name="connsiteX2" fmla="*/ 2379 w 4758"/>
                      <a:gd name="connsiteY2" fmla="*/ 0 h 10941"/>
                      <a:gd name="connsiteX3" fmla="*/ 0 w 4758"/>
                      <a:gd name="connsiteY3" fmla="*/ 5947 h 10941"/>
                      <a:gd name="connsiteX4" fmla="*/ 4758 w 4758"/>
                      <a:gd name="connsiteY4" fmla="*/ 10705 h 109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58" h="10941">
                        <a:moveTo>
                          <a:pt x="4758" y="10705"/>
                        </a:moveTo>
                        <a:cubicBezTo>
                          <a:pt x="4758" y="10705"/>
                          <a:pt x="4758" y="9515"/>
                          <a:pt x="4758" y="5947"/>
                        </a:cubicBezTo>
                        <a:cubicBezTo>
                          <a:pt x="4758" y="3568"/>
                          <a:pt x="4758" y="0"/>
                          <a:pt x="2379" y="0"/>
                        </a:cubicBezTo>
                        <a:cubicBezTo>
                          <a:pt x="1190" y="0"/>
                          <a:pt x="0" y="4758"/>
                          <a:pt x="0" y="5947"/>
                        </a:cubicBezTo>
                        <a:cubicBezTo>
                          <a:pt x="0" y="8326"/>
                          <a:pt x="1190" y="11894"/>
                          <a:pt x="4758" y="1070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8" name="Freeform 187">
                    <a:extLst>
                      <a:ext uri="{FF2B5EF4-FFF2-40B4-BE49-F238E27FC236}">
                        <a16:creationId xmlns:a16="http://schemas.microsoft.com/office/drawing/2014/main" id="{FD2EA163-FC0B-88F7-9E3F-865F7D91108A}"/>
                      </a:ext>
                    </a:extLst>
                  </p:cNvPr>
                  <p:cNvSpPr/>
                  <p:nvPr/>
                </p:nvSpPr>
                <p:spPr>
                  <a:xfrm>
                    <a:off x="8949828" y="4160721"/>
                    <a:ext cx="3231" cy="4757"/>
                  </a:xfrm>
                  <a:custGeom>
                    <a:avLst/>
                    <a:gdLst>
                      <a:gd name="connsiteX0" fmla="*/ 529 w 3231"/>
                      <a:gd name="connsiteY0" fmla="*/ 4758 h 4757"/>
                      <a:gd name="connsiteX1" fmla="*/ 2907 w 3231"/>
                      <a:gd name="connsiteY1" fmla="*/ 3568 h 4757"/>
                      <a:gd name="connsiteX2" fmla="*/ 529 w 3231"/>
                      <a:gd name="connsiteY2" fmla="*/ 0 h 4757"/>
                      <a:gd name="connsiteX3" fmla="*/ 529 w 3231"/>
                      <a:gd name="connsiteY3" fmla="*/ 4758 h 47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31" h="4757">
                        <a:moveTo>
                          <a:pt x="529" y="4758"/>
                        </a:moveTo>
                        <a:cubicBezTo>
                          <a:pt x="1718" y="4758"/>
                          <a:pt x="4097" y="4758"/>
                          <a:pt x="2907" y="3568"/>
                        </a:cubicBezTo>
                        <a:cubicBezTo>
                          <a:pt x="2907" y="3568"/>
                          <a:pt x="2907" y="0"/>
                          <a:pt x="529" y="0"/>
                        </a:cubicBezTo>
                        <a:cubicBezTo>
                          <a:pt x="529" y="0"/>
                          <a:pt x="-661" y="3568"/>
                          <a:pt x="529" y="475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9" name="Freeform 188">
                    <a:extLst>
                      <a:ext uri="{FF2B5EF4-FFF2-40B4-BE49-F238E27FC236}">
                        <a16:creationId xmlns:a16="http://schemas.microsoft.com/office/drawing/2014/main" id="{BE991BB8-F1E1-C033-0218-C8C15104D811}"/>
                      </a:ext>
                    </a:extLst>
                  </p:cNvPr>
                  <p:cNvSpPr/>
                  <p:nvPr/>
                </p:nvSpPr>
                <p:spPr>
                  <a:xfrm>
                    <a:off x="8915539" y="4170237"/>
                    <a:ext cx="6271" cy="7425"/>
                  </a:xfrm>
                  <a:custGeom>
                    <a:avLst/>
                    <a:gdLst>
                      <a:gd name="connsiteX0" fmla="*/ 6271 w 6271"/>
                      <a:gd name="connsiteY0" fmla="*/ 5947 h 7425"/>
                      <a:gd name="connsiteX1" fmla="*/ 2703 w 6271"/>
                      <a:gd name="connsiteY1" fmla="*/ 0 h 7425"/>
                      <a:gd name="connsiteX2" fmla="*/ 324 w 6271"/>
                      <a:gd name="connsiteY2" fmla="*/ 2379 h 7425"/>
                      <a:gd name="connsiteX3" fmla="*/ 6271 w 6271"/>
                      <a:gd name="connsiteY3" fmla="*/ 5947 h 7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271" h="7425">
                        <a:moveTo>
                          <a:pt x="6271" y="5947"/>
                        </a:moveTo>
                        <a:cubicBezTo>
                          <a:pt x="6271" y="5947"/>
                          <a:pt x="3892" y="0"/>
                          <a:pt x="2703" y="0"/>
                        </a:cubicBezTo>
                        <a:cubicBezTo>
                          <a:pt x="1513" y="0"/>
                          <a:pt x="-865" y="0"/>
                          <a:pt x="324" y="2379"/>
                        </a:cubicBezTo>
                        <a:cubicBezTo>
                          <a:pt x="1513" y="5947"/>
                          <a:pt x="6271" y="9515"/>
                          <a:pt x="6271" y="594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0" name="Freeform 189">
                    <a:extLst>
                      <a:ext uri="{FF2B5EF4-FFF2-40B4-BE49-F238E27FC236}">
                        <a16:creationId xmlns:a16="http://schemas.microsoft.com/office/drawing/2014/main" id="{41970BD9-C463-D527-642E-4D07B058C8CF}"/>
                      </a:ext>
                    </a:extLst>
                  </p:cNvPr>
                  <p:cNvSpPr/>
                  <p:nvPr/>
                </p:nvSpPr>
                <p:spPr>
                  <a:xfrm>
                    <a:off x="8886127" y="4172318"/>
                    <a:ext cx="9699" cy="7433"/>
                  </a:xfrm>
                  <a:custGeom>
                    <a:avLst/>
                    <a:gdLst>
                      <a:gd name="connsiteX0" fmla="*/ 0 w 9699"/>
                      <a:gd name="connsiteY0" fmla="*/ 1487 h 7433"/>
                      <a:gd name="connsiteX1" fmla="*/ 3568 w 9699"/>
                      <a:gd name="connsiteY1" fmla="*/ 7434 h 7433"/>
                      <a:gd name="connsiteX2" fmla="*/ 8326 w 9699"/>
                      <a:gd name="connsiteY2" fmla="*/ 3866 h 7433"/>
                      <a:gd name="connsiteX3" fmla="*/ 8326 w 9699"/>
                      <a:gd name="connsiteY3" fmla="*/ 297 h 7433"/>
                      <a:gd name="connsiteX4" fmla="*/ 0 w 9699"/>
                      <a:gd name="connsiteY4" fmla="*/ 1487 h 74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99" h="7433">
                        <a:moveTo>
                          <a:pt x="0" y="1487"/>
                        </a:moveTo>
                        <a:cubicBezTo>
                          <a:pt x="0" y="3866"/>
                          <a:pt x="1189" y="7434"/>
                          <a:pt x="3568" y="7434"/>
                        </a:cubicBezTo>
                        <a:cubicBezTo>
                          <a:pt x="4758" y="7434"/>
                          <a:pt x="5947" y="6245"/>
                          <a:pt x="8326" y="3866"/>
                        </a:cubicBezTo>
                        <a:cubicBezTo>
                          <a:pt x="9515" y="3866"/>
                          <a:pt x="10705" y="297"/>
                          <a:pt x="8326" y="297"/>
                        </a:cubicBezTo>
                        <a:cubicBezTo>
                          <a:pt x="4758" y="297"/>
                          <a:pt x="0" y="-892"/>
                          <a:pt x="0" y="148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1" name="Freeform 190">
                    <a:extLst>
                      <a:ext uri="{FF2B5EF4-FFF2-40B4-BE49-F238E27FC236}">
                        <a16:creationId xmlns:a16="http://schemas.microsoft.com/office/drawing/2014/main" id="{D27C757A-500E-3BA8-E975-7029C6C7AAE0}"/>
                      </a:ext>
                    </a:extLst>
                  </p:cNvPr>
                  <p:cNvSpPr/>
                  <p:nvPr/>
                </p:nvSpPr>
                <p:spPr>
                  <a:xfrm>
                    <a:off x="8896339" y="4147637"/>
                    <a:ext cx="19905" cy="17118"/>
                  </a:xfrm>
                  <a:custGeom>
                    <a:avLst/>
                    <a:gdLst>
                      <a:gd name="connsiteX0" fmla="*/ 1682 w 19905"/>
                      <a:gd name="connsiteY0" fmla="*/ 16652 h 17118"/>
                      <a:gd name="connsiteX1" fmla="*/ 12387 w 19905"/>
                      <a:gd name="connsiteY1" fmla="*/ 14273 h 17118"/>
                      <a:gd name="connsiteX2" fmla="*/ 19524 w 19905"/>
                      <a:gd name="connsiteY2" fmla="*/ 4758 h 17118"/>
                      <a:gd name="connsiteX3" fmla="*/ 12387 w 19905"/>
                      <a:gd name="connsiteY3" fmla="*/ 0 h 17118"/>
                      <a:gd name="connsiteX4" fmla="*/ 493 w 19905"/>
                      <a:gd name="connsiteY4" fmla="*/ 9515 h 17118"/>
                      <a:gd name="connsiteX5" fmla="*/ 1682 w 19905"/>
                      <a:gd name="connsiteY5" fmla="*/ 16652 h 171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9905" h="17118">
                        <a:moveTo>
                          <a:pt x="1682" y="16652"/>
                        </a:moveTo>
                        <a:cubicBezTo>
                          <a:pt x="2871" y="17842"/>
                          <a:pt x="7629" y="16652"/>
                          <a:pt x="12387" y="14273"/>
                        </a:cubicBezTo>
                        <a:cubicBezTo>
                          <a:pt x="12387" y="14273"/>
                          <a:pt x="21903" y="8326"/>
                          <a:pt x="19524" y="4758"/>
                        </a:cubicBezTo>
                        <a:cubicBezTo>
                          <a:pt x="17145" y="1190"/>
                          <a:pt x="15955" y="0"/>
                          <a:pt x="12387" y="0"/>
                        </a:cubicBezTo>
                        <a:cubicBezTo>
                          <a:pt x="10008" y="0"/>
                          <a:pt x="493" y="7137"/>
                          <a:pt x="493" y="9515"/>
                        </a:cubicBezTo>
                        <a:cubicBezTo>
                          <a:pt x="-697" y="11894"/>
                          <a:pt x="493" y="15463"/>
                          <a:pt x="1682" y="16652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2" name="Freeform 191">
                    <a:extLst>
                      <a:ext uri="{FF2B5EF4-FFF2-40B4-BE49-F238E27FC236}">
                        <a16:creationId xmlns:a16="http://schemas.microsoft.com/office/drawing/2014/main" id="{F94B7388-FEB5-A566-1261-54D979F6A3DB}"/>
                      </a:ext>
                    </a:extLst>
                  </p:cNvPr>
                  <p:cNvSpPr/>
                  <p:nvPr/>
                </p:nvSpPr>
                <p:spPr>
                  <a:xfrm>
                    <a:off x="8939354" y="4140176"/>
                    <a:ext cx="6772" cy="18950"/>
                  </a:xfrm>
                  <a:custGeom>
                    <a:avLst/>
                    <a:gdLst>
                      <a:gd name="connsiteX0" fmla="*/ 6244 w 6772"/>
                      <a:gd name="connsiteY0" fmla="*/ 18166 h 18950"/>
                      <a:gd name="connsiteX1" fmla="*/ 6244 w 6772"/>
                      <a:gd name="connsiteY1" fmla="*/ 12219 h 18950"/>
                      <a:gd name="connsiteX2" fmla="*/ 2676 w 6772"/>
                      <a:gd name="connsiteY2" fmla="*/ 7461 h 18950"/>
                      <a:gd name="connsiteX3" fmla="*/ 3865 w 6772"/>
                      <a:gd name="connsiteY3" fmla="*/ 324 h 18950"/>
                      <a:gd name="connsiteX4" fmla="*/ 297 w 6772"/>
                      <a:gd name="connsiteY4" fmla="*/ 2703 h 18950"/>
                      <a:gd name="connsiteX5" fmla="*/ 1486 w 6772"/>
                      <a:gd name="connsiteY5" fmla="*/ 9840 h 18950"/>
                      <a:gd name="connsiteX6" fmla="*/ 3865 w 6772"/>
                      <a:gd name="connsiteY6" fmla="*/ 14598 h 18950"/>
                      <a:gd name="connsiteX7" fmla="*/ 6244 w 6772"/>
                      <a:gd name="connsiteY7" fmla="*/ 18166 h 1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772" h="18950">
                        <a:moveTo>
                          <a:pt x="6244" y="18166"/>
                        </a:moveTo>
                        <a:cubicBezTo>
                          <a:pt x="6244" y="18166"/>
                          <a:pt x="7434" y="13408"/>
                          <a:pt x="6244" y="12219"/>
                        </a:cubicBezTo>
                        <a:cubicBezTo>
                          <a:pt x="5055" y="11029"/>
                          <a:pt x="2676" y="9840"/>
                          <a:pt x="2676" y="7461"/>
                        </a:cubicBezTo>
                        <a:cubicBezTo>
                          <a:pt x="3865" y="5082"/>
                          <a:pt x="5055" y="1514"/>
                          <a:pt x="3865" y="324"/>
                        </a:cubicBezTo>
                        <a:cubicBezTo>
                          <a:pt x="2676" y="-865"/>
                          <a:pt x="297" y="1514"/>
                          <a:pt x="297" y="2703"/>
                        </a:cubicBezTo>
                        <a:cubicBezTo>
                          <a:pt x="297" y="3892"/>
                          <a:pt x="-892" y="8650"/>
                          <a:pt x="1486" y="9840"/>
                        </a:cubicBezTo>
                        <a:cubicBezTo>
                          <a:pt x="2676" y="11029"/>
                          <a:pt x="3865" y="13408"/>
                          <a:pt x="3865" y="14598"/>
                        </a:cubicBezTo>
                        <a:cubicBezTo>
                          <a:pt x="3865" y="16976"/>
                          <a:pt x="5055" y="20545"/>
                          <a:pt x="6244" y="1816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3" name="Freeform 192">
                    <a:extLst>
                      <a:ext uri="{FF2B5EF4-FFF2-40B4-BE49-F238E27FC236}">
                        <a16:creationId xmlns:a16="http://schemas.microsoft.com/office/drawing/2014/main" id="{87C6C385-CF97-4A7A-48E1-7747B6A0F764}"/>
                      </a:ext>
                    </a:extLst>
                  </p:cNvPr>
                  <p:cNvSpPr/>
                  <p:nvPr/>
                </p:nvSpPr>
                <p:spPr>
                  <a:xfrm>
                    <a:off x="8942328" y="4131932"/>
                    <a:ext cx="4460" cy="4303"/>
                  </a:xfrm>
                  <a:custGeom>
                    <a:avLst/>
                    <a:gdLst>
                      <a:gd name="connsiteX0" fmla="*/ 892 w 4460"/>
                      <a:gd name="connsiteY0" fmla="*/ 3811 h 4303"/>
                      <a:gd name="connsiteX1" fmla="*/ 4460 w 4460"/>
                      <a:gd name="connsiteY1" fmla="*/ 2622 h 4303"/>
                      <a:gd name="connsiteX2" fmla="*/ 892 w 4460"/>
                      <a:gd name="connsiteY2" fmla="*/ 243 h 4303"/>
                      <a:gd name="connsiteX3" fmla="*/ 892 w 4460"/>
                      <a:gd name="connsiteY3" fmla="*/ 3811 h 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460" h="4303">
                        <a:moveTo>
                          <a:pt x="892" y="3811"/>
                        </a:moveTo>
                        <a:cubicBezTo>
                          <a:pt x="2082" y="5001"/>
                          <a:pt x="3271" y="3811"/>
                          <a:pt x="4460" y="2622"/>
                        </a:cubicBezTo>
                        <a:cubicBezTo>
                          <a:pt x="4460" y="2622"/>
                          <a:pt x="2082" y="-947"/>
                          <a:pt x="892" y="243"/>
                        </a:cubicBezTo>
                        <a:cubicBezTo>
                          <a:pt x="-297" y="1432"/>
                          <a:pt x="-297" y="3811"/>
                          <a:pt x="892" y="381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4" name="Freeform 193">
                    <a:extLst>
                      <a:ext uri="{FF2B5EF4-FFF2-40B4-BE49-F238E27FC236}">
                        <a16:creationId xmlns:a16="http://schemas.microsoft.com/office/drawing/2014/main" id="{595BA793-EFE9-5624-FD11-EBE3AE00561B}"/>
                      </a:ext>
                    </a:extLst>
                  </p:cNvPr>
                  <p:cNvSpPr/>
                  <p:nvPr/>
                </p:nvSpPr>
                <p:spPr>
                  <a:xfrm>
                    <a:off x="8943036" y="4125985"/>
                    <a:ext cx="4941" cy="3811"/>
                  </a:xfrm>
                  <a:custGeom>
                    <a:avLst/>
                    <a:gdLst>
                      <a:gd name="connsiteX0" fmla="*/ 1374 w 4941"/>
                      <a:gd name="connsiteY0" fmla="*/ 3811 h 3811"/>
                      <a:gd name="connsiteX1" fmla="*/ 4942 w 4941"/>
                      <a:gd name="connsiteY1" fmla="*/ 2622 h 3811"/>
                      <a:gd name="connsiteX2" fmla="*/ 1374 w 4941"/>
                      <a:gd name="connsiteY2" fmla="*/ 243 h 3811"/>
                      <a:gd name="connsiteX3" fmla="*/ 1374 w 4941"/>
                      <a:gd name="connsiteY3" fmla="*/ 3811 h 38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941" h="3811">
                        <a:moveTo>
                          <a:pt x="1374" y="3811"/>
                        </a:moveTo>
                        <a:cubicBezTo>
                          <a:pt x="2563" y="3811"/>
                          <a:pt x="4942" y="2622"/>
                          <a:pt x="4942" y="2622"/>
                        </a:cubicBezTo>
                        <a:cubicBezTo>
                          <a:pt x="4942" y="2622"/>
                          <a:pt x="1374" y="-947"/>
                          <a:pt x="1374" y="243"/>
                        </a:cubicBezTo>
                        <a:cubicBezTo>
                          <a:pt x="184" y="1432"/>
                          <a:pt x="-1005" y="3811"/>
                          <a:pt x="1374" y="381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5" name="Freeform 194">
                    <a:extLst>
                      <a:ext uri="{FF2B5EF4-FFF2-40B4-BE49-F238E27FC236}">
                        <a16:creationId xmlns:a16="http://schemas.microsoft.com/office/drawing/2014/main" id="{39AC1D5D-A14A-6717-72CE-B06187F88B96}"/>
                      </a:ext>
                    </a:extLst>
                  </p:cNvPr>
                  <p:cNvSpPr/>
                  <p:nvPr/>
                </p:nvSpPr>
                <p:spPr>
                  <a:xfrm>
                    <a:off x="8930833" y="4151206"/>
                    <a:ext cx="4060" cy="6061"/>
                  </a:xfrm>
                  <a:custGeom>
                    <a:avLst/>
                    <a:gdLst>
                      <a:gd name="connsiteX0" fmla="*/ 4061 w 4060"/>
                      <a:gd name="connsiteY0" fmla="*/ 4758 h 6061"/>
                      <a:gd name="connsiteX1" fmla="*/ 1682 w 4060"/>
                      <a:gd name="connsiteY1" fmla="*/ 0 h 6061"/>
                      <a:gd name="connsiteX2" fmla="*/ 493 w 4060"/>
                      <a:gd name="connsiteY2" fmla="*/ 2379 h 6061"/>
                      <a:gd name="connsiteX3" fmla="*/ 4061 w 4060"/>
                      <a:gd name="connsiteY3" fmla="*/ 4758 h 60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60" h="6061">
                        <a:moveTo>
                          <a:pt x="4061" y="4758"/>
                        </a:moveTo>
                        <a:cubicBezTo>
                          <a:pt x="4061" y="4758"/>
                          <a:pt x="2872" y="0"/>
                          <a:pt x="1682" y="0"/>
                        </a:cubicBezTo>
                        <a:cubicBezTo>
                          <a:pt x="493" y="0"/>
                          <a:pt x="-697" y="1190"/>
                          <a:pt x="493" y="2379"/>
                        </a:cubicBezTo>
                        <a:cubicBezTo>
                          <a:pt x="493" y="3569"/>
                          <a:pt x="2872" y="8326"/>
                          <a:pt x="4061" y="475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6" name="Freeform 195">
                    <a:extLst>
                      <a:ext uri="{FF2B5EF4-FFF2-40B4-BE49-F238E27FC236}">
                        <a16:creationId xmlns:a16="http://schemas.microsoft.com/office/drawing/2014/main" id="{1DE393AB-7E85-9420-CCD9-273C87A2AF27}"/>
                      </a:ext>
                    </a:extLst>
                  </p:cNvPr>
                  <p:cNvSpPr/>
                  <p:nvPr/>
                </p:nvSpPr>
                <p:spPr>
                  <a:xfrm>
                    <a:off x="8905158" y="4116219"/>
                    <a:ext cx="28943" cy="35119"/>
                  </a:xfrm>
                  <a:custGeom>
                    <a:avLst/>
                    <a:gdLst>
                      <a:gd name="connsiteX0" fmla="*/ 19031 w 28943"/>
                      <a:gd name="connsiteY0" fmla="*/ 34986 h 35119"/>
                      <a:gd name="connsiteX1" fmla="*/ 21410 w 28943"/>
                      <a:gd name="connsiteY1" fmla="*/ 30229 h 35119"/>
                      <a:gd name="connsiteX2" fmla="*/ 27358 w 28943"/>
                      <a:gd name="connsiteY2" fmla="*/ 31418 h 35119"/>
                      <a:gd name="connsiteX3" fmla="*/ 27358 w 28943"/>
                      <a:gd name="connsiteY3" fmla="*/ 25471 h 35119"/>
                      <a:gd name="connsiteX4" fmla="*/ 19031 w 28943"/>
                      <a:gd name="connsiteY4" fmla="*/ 14766 h 35119"/>
                      <a:gd name="connsiteX5" fmla="*/ 16652 w 28943"/>
                      <a:gd name="connsiteY5" fmla="*/ 4061 h 35119"/>
                      <a:gd name="connsiteX6" fmla="*/ 11894 w 28943"/>
                      <a:gd name="connsiteY6" fmla="*/ 1682 h 35119"/>
                      <a:gd name="connsiteX7" fmla="*/ 4758 w 28943"/>
                      <a:gd name="connsiteY7" fmla="*/ 1682 h 35119"/>
                      <a:gd name="connsiteX8" fmla="*/ 0 w 28943"/>
                      <a:gd name="connsiteY8" fmla="*/ 493 h 35119"/>
                      <a:gd name="connsiteX9" fmla="*/ 3569 w 28943"/>
                      <a:gd name="connsiteY9" fmla="*/ 7629 h 35119"/>
                      <a:gd name="connsiteX10" fmla="*/ 5947 w 28943"/>
                      <a:gd name="connsiteY10" fmla="*/ 15955 h 35119"/>
                      <a:gd name="connsiteX11" fmla="*/ 11894 w 28943"/>
                      <a:gd name="connsiteY11" fmla="*/ 13577 h 35119"/>
                      <a:gd name="connsiteX12" fmla="*/ 11894 w 28943"/>
                      <a:gd name="connsiteY12" fmla="*/ 21902 h 35119"/>
                      <a:gd name="connsiteX13" fmla="*/ 14273 w 28943"/>
                      <a:gd name="connsiteY13" fmla="*/ 27850 h 35119"/>
                      <a:gd name="connsiteX14" fmla="*/ 19031 w 28943"/>
                      <a:gd name="connsiteY14" fmla="*/ 34986 h 351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8943" h="35119">
                        <a:moveTo>
                          <a:pt x="19031" y="34986"/>
                        </a:moveTo>
                        <a:cubicBezTo>
                          <a:pt x="21410" y="33797"/>
                          <a:pt x="20221" y="27850"/>
                          <a:pt x="21410" y="30229"/>
                        </a:cubicBezTo>
                        <a:cubicBezTo>
                          <a:pt x="22600" y="32608"/>
                          <a:pt x="24979" y="33797"/>
                          <a:pt x="27358" y="31418"/>
                        </a:cubicBezTo>
                        <a:cubicBezTo>
                          <a:pt x="27358" y="31418"/>
                          <a:pt x="30926" y="29039"/>
                          <a:pt x="27358" y="25471"/>
                        </a:cubicBezTo>
                        <a:cubicBezTo>
                          <a:pt x="23789" y="21902"/>
                          <a:pt x="19031" y="18334"/>
                          <a:pt x="19031" y="14766"/>
                        </a:cubicBezTo>
                        <a:cubicBezTo>
                          <a:pt x="19031" y="10008"/>
                          <a:pt x="19031" y="5250"/>
                          <a:pt x="16652" y="4061"/>
                        </a:cubicBezTo>
                        <a:cubicBezTo>
                          <a:pt x="14273" y="2872"/>
                          <a:pt x="14273" y="1682"/>
                          <a:pt x="11894" y="1682"/>
                        </a:cubicBezTo>
                        <a:cubicBezTo>
                          <a:pt x="9516" y="1682"/>
                          <a:pt x="5947" y="2872"/>
                          <a:pt x="4758" y="1682"/>
                        </a:cubicBezTo>
                        <a:cubicBezTo>
                          <a:pt x="3569" y="493"/>
                          <a:pt x="0" y="-697"/>
                          <a:pt x="0" y="493"/>
                        </a:cubicBezTo>
                        <a:cubicBezTo>
                          <a:pt x="0" y="1682"/>
                          <a:pt x="3569" y="5250"/>
                          <a:pt x="3569" y="7629"/>
                        </a:cubicBezTo>
                        <a:cubicBezTo>
                          <a:pt x="3569" y="10008"/>
                          <a:pt x="3569" y="17145"/>
                          <a:pt x="5947" y="15955"/>
                        </a:cubicBezTo>
                        <a:cubicBezTo>
                          <a:pt x="8326" y="14766"/>
                          <a:pt x="10705" y="12387"/>
                          <a:pt x="11894" y="13577"/>
                        </a:cubicBezTo>
                        <a:cubicBezTo>
                          <a:pt x="11894" y="14766"/>
                          <a:pt x="10705" y="19524"/>
                          <a:pt x="11894" y="21902"/>
                        </a:cubicBezTo>
                        <a:cubicBezTo>
                          <a:pt x="13084" y="24281"/>
                          <a:pt x="14273" y="25471"/>
                          <a:pt x="14273" y="27850"/>
                        </a:cubicBezTo>
                        <a:cubicBezTo>
                          <a:pt x="15463" y="29039"/>
                          <a:pt x="15463" y="36176"/>
                          <a:pt x="19031" y="3498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7" name="Freeform 196">
                    <a:extLst>
                      <a:ext uri="{FF2B5EF4-FFF2-40B4-BE49-F238E27FC236}">
                        <a16:creationId xmlns:a16="http://schemas.microsoft.com/office/drawing/2014/main" id="{B10C5ACB-5CBC-E25B-5842-438699081840}"/>
                      </a:ext>
                    </a:extLst>
                  </p:cNvPr>
                  <p:cNvSpPr/>
                  <p:nvPr/>
                </p:nvSpPr>
                <p:spPr>
                  <a:xfrm>
                    <a:off x="8883509" y="4121470"/>
                    <a:ext cx="15941" cy="46866"/>
                  </a:xfrm>
                  <a:custGeom>
                    <a:avLst/>
                    <a:gdLst>
                      <a:gd name="connsiteX0" fmla="*/ 15702 w 15941"/>
                      <a:gd name="connsiteY0" fmla="*/ 16652 h 46866"/>
                      <a:gd name="connsiteX1" fmla="*/ 14513 w 15941"/>
                      <a:gd name="connsiteY1" fmla="*/ 9516 h 46866"/>
                      <a:gd name="connsiteX2" fmla="*/ 14513 w 15941"/>
                      <a:gd name="connsiteY2" fmla="*/ 0 h 46866"/>
                      <a:gd name="connsiteX3" fmla="*/ 10945 w 15941"/>
                      <a:gd name="connsiteY3" fmla="*/ 10705 h 46866"/>
                      <a:gd name="connsiteX4" fmla="*/ 7376 w 15941"/>
                      <a:gd name="connsiteY4" fmla="*/ 19031 h 46866"/>
                      <a:gd name="connsiteX5" fmla="*/ 3807 w 15941"/>
                      <a:gd name="connsiteY5" fmla="*/ 30925 h 46866"/>
                      <a:gd name="connsiteX6" fmla="*/ 239 w 15941"/>
                      <a:gd name="connsiteY6" fmla="*/ 39252 h 46866"/>
                      <a:gd name="connsiteX7" fmla="*/ 2618 w 15941"/>
                      <a:gd name="connsiteY7" fmla="*/ 46388 h 46866"/>
                      <a:gd name="connsiteX8" fmla="*/ 7376 w 15941"/>
                      <a:gd name="connsiteY8" fmla="*/ 30925 h 46866"/>
                      <a:gd name="connsiteX9" fmla="*/ 12134 w 15941"/>
                      <a:gd name="connsiteY9" fmla="*/ 24978 h 46866"/>
                      <a:gd name="connsiteX10" fmla="*/ 15702 w 15941"/>
                      <a:gd name="connsiteY10" fmla="*/ 16652 h 46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941" h="46866">
                        <a:moveTo>
                          <a:pt x="15702" y="16652"/>
                        </a:moveTo>
                        <a:cubicBezTo>
                          <a:pt x="14513" y="13084"/>
                          <a:pt x="13324" y="10705"/>
                          <a:pt x="14513" y="9516"/>
                        </a:cubicBezTo>
                        <a:cubicBezTo>
                          <a:pt x="15702" y="8326"/>
                          <a:pt x="15702" y="0"/>
                          <a:pt x="14513" y="0"/>
                        </a:cubicBezTo>
                        <a:cubicBezTo>
                          <a:pt x="13324" y="0"/>
                          <a:pt x="12134" y="8326"/>
                          <a:pt x="10945" y="10705"/>
                        </a:cubicBezTo>
                        <a:cubicBezTo>
                          <a:pt x="9755" y="13084"/>
                          <a:pt x="8565" y="15463"/>
                          <a:pt x="7376" y="19031"/>
                        </a:cubicBezTo>
                        <a:cubicBezTo>
                          <a:pt x="7376" y="21410"/>
                          <a:pt x="4997" y="27357"/>
                          <a:pt x="3807" y="30925"/>
                        </a:cubicBezTo>
                        <a:cubicBezTo>
                          <a:pt x="2618" y="33304"/>
                          <a:pt x="-950" y="36873"/>
                          <a:pt x="239" y="39252"/>
                        </a:cubicBezTo>
                        <a:cubicBezTo>
                          <a:pt x="1429" y="41630"/>
                          <a:pt x="239" y="48767"/>
                          <a:pt x="2618" y="46388"/>
                        </a:cubicBezTo>
                        <a:cubicBezTo>
                          <a:pt x="4997" y="44009"/>
                          <a:pt x="6186" y="33304"/>
                          <a:pt x="7376" y="30925"/>
                        </a:cubicBezTo>
                        <a:cubicBezTo>
                          <a:pt x="8565" y="28546"/>
                          <a:pt x="10945" y="26168"/>
                          <a:pt x="12134" y="24978"/>
                        </a:cubicBezTo>
                        <a:cubicBezTo>
                          <a:pt x="13324" y="22599"/>
                          <a:pt x="16892" y="19031"/>
                          <a:pt x="15702" y="16652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8" name="Freeform 197">
                    <a:extLst>
                      <a:ext uri="{FF2B5EF4-FFF2-40B4-BE49-F238E27FC236}">
                        <a16:creationId xmlns:a16="http://schemas.microsoft.com/office/drawing/2014/main" id="{80A9A672-3636-21F2-92F8-22F92D97904B}"/>
                      </a:ext>
                    </a:extLst>
                  </p:cNvPr>
                  <p:cNvSpPr/>
                  <p:nvPr/>
                </p:nvSpPr>
                <p:spPr>
                  <a:xfrm>
                    <a:off x="8903635" y="4130985"/>
                    <a:ext cx="4140" cy="4060"/>
                  </a:xfrm>
                  <a:custGeom>
                    <a:avLst/>
                    <a:gdLst>
                      <a:gd name="connsiteX0" fmla="*/ 333 w 4140"/>
                      <a:gd name="connsiteY0" fmla="*/ 3568 h 4060"/>
                      <a:gd name="connsiteX1" fmla="*/ 3901 w 4140"/>
                      <a:gd name="connsiteY1" fmla="*/ 2379 h 4060"/>
                      <a:gd name="connsiteX2" fmla="*/ 1522 w 4140"/>
                      <a:gd name="connsiteY2" fmla="*/ 0 h 4060"/>
                      <a:gd name="connsiteX3" fmla="*/ 333 w 4140"/>
                      <a:gd name="connsiteY3" fmla="*/ 3568 h 40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40" h="4060">
                        <a:moveTo>
                          <a:pt x="333" y="3568"/>
                        </a:moveTo>
                        <a:cubicBezTo>
                          <a:pt x="1522" y="4758"/>
                          <a:pt x="5091" y="3568"/>
                          <a:pt x="3901" y="2379"/>
                        </a:cubicBezTo>
                        <a:cubicBezTo>
                          <a:pt x="3901" y="2379"/>
                          <a:pt x="2712" y="0"/>
                          <a:pt x="1522" y="0"/>
                        </a:cubicBezTo>
                        <a:cubicBezTo>
                          <a:pt x="1522" y="1189"/>
                          <a:pt x="-856" y="2379"/>
                          <a:pt x="333" y="356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9" name="Freeform 198">
                    <a:extLst>
                      <a:ext uri="{FF2B5EF4-FFF2-40B4-BE49-F238E27FC236}">
                        <a16:creationId xmlns:a16="http://schemas.microsoft.com/office/drawing/2014/main" id="{05DDA258-A2BA-66B6-06F5-D2DF19E57691}"/>
                      </a:ext>
                    </a:extLst>
                  </p:cNvPr>
                  <p:cNvSpPr/>
                  <p:nvPr/>
                </p:nvSpPr>
                <p:spPr>
                  <a:xfrm>
                    <a:off x="8905455" y="4108089"/>
                    <a:ext cx="9046" cy="6244"/>
                  </a:xfrm>
                  <a:custGeom>
                    <a:avLst/>
                    <a:gdLst>
                      <a:gd name="connsiteX0" fmla="*/ 6840 w 9046"/>
                      <a:gd name="connsiteY0" fmla="*/ 5055 h 6244"/>
                      <a:gd name="connsiteX1" fmla="*/ 8029 w 9046"/>
                      <a:gd name="connsiteY1" fmla="*/ 297 h 6244"/>
                      <a:gd name="connsiteX2" fmla="*/ 892 w 9046"/>
                      <a:gd name="connsiteY2" fmla="*/ 1487 h 6244"/>
                      <a:gd name="connsiteX3" fmla="*/ 892 w 9046"/>
                      <a:gd name="connsiteY3" fmla="*/ 6244 h 6244"/>
                      <a:gd name="connsiteX4" fmla="*/ 6840 w 9046"/>
                      <a:gd name="connsiteY4" fmla="*/ 5055 h 62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046" h="6244">
                        <a:moveTo>
                          <a:pt x="6840" y="5055"/>
                        </a:moveTo>
                        <a:cubicBezTo>
                          <a:pt x="8029" y="5055"/>
                          <a:pt x="10408" y="297"/>
                          <a:pt x="8029" y="297"/>
                        </a:cubicBezTo>
                        <a:cubicBezTo>
                          <a:pt x="5650" y="297"/>
                          <a:pt x="2082" y="-892"/>
                          <a:pt x="892" y="1487"/>
                        </a:cubicBezTo>
                        <a:cubicBezTo>
                          <a:pt x="-297" y="2676"/>
                          <a:pt x="-297" y="6244"/>
                          <a:pt x="892" y="6244"/>
                        </a:cubicBezTo>
                        <a:cubicBezTo>
                          <a:pt x="2082" y="5055"/>
                          <a:pt x="4461" y="5055"/>
                          <a:pt x="6840" y="505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0" name="Freeform 199">
                    <a:extLst>
                      <a:ext uri="{FF2B5EF4-FFF2-40B4-BE49-F238E27FC236}">
                        <a16:creationId xmlns:a16="http://schemas.microsoft.com/office/drawing/2014/main" id="{BCBA9716-1DD7-E659-6664-C06199A26268}"/>
                      </a:ext>
                    </a:extLst>
                  </p:cNvPr>
                  <p:cNvSpPr/>
                  <p:nvPr/>
                </p:nvSpPr>
                <p:spPr>
                  <a:xfrm>
                    <a:off x="8857052" y="4125242"/>
                    <a:ext cx="28542" cy="52428"/>
                  </a:xfrm>
                  <a:custGeom>
                    <a:avLst/>
                    <a:gdLst>
                      <a:gd name="connsiteX0" fmla="*/ 18370 w 28542"/>
                      <a:gd name="connsiteY0" fmla="*/ 52131 h 52428"/>
                      <a:gd name="connsiteX1" fmla="*/ 25507 w 28542"/>
                      <a:gd name="connsiteY1" fmla="*/ 44995 h 52428"/>
                      <a:gd name="connsiteX2" fmla="*/ 20749 w 28542"/>
                      <a:gd name="connsiteY2" fmla="*/ 31911 h 52428"/>
                      <a:gd name="connsiteX3" fmla="*/ 23128 w 28542"/>
                      <a:gd name="connsiteY3" fmla="*/ 18827 h 52428"/>
                      <a:gd name="connsiteX4" fmla="*/ 24317 w 28542"/>
                      <a:gd name="connsiteY4" fmla="*/ 11690 h 52428"/>
                      <a:gd name="connsiteX5" fmla="*/ 27886 w 28542"/>
                      <a:gd name="connsiteY5" fmla="*/ 3364 h 52428"/>
                      <a:gd name="connsiteX6" fmla="*/ 17181 w 28542"/>
                      <a:gd name="connsiteY6" fmla="*/ 985 h 52428"/>
                      <a:gd name="connsiteX7" fmla="*/ 14802 w 28542"/>
                      <a:gd name="connsiteY7" fmla="*/ 8122 h 52428"/>
                      <a:gd name="connsiteX8" fmla="*/ 12423 w 28542"/>
                      <a:gd name="connsiteY8" fmla="*/ 14069 h 52428"/>
                      <a:gd name="connsiteX9" fmla="*/ 10045 w 28542"/>
                      <a:gd name="connsiteY9" fmla="*/ 25963 h 52428"/>
                      <a:gd name="connsiteX10" fmla="*/ 529 w 28542"/>
                      <a:gd name="connsiteY10" fmla="*/ 28342 h 52428"/>
                      <a:gd name="connsiteX11" fmla="*/ 529 w 28542"/>
                      <a:gd name="connsiteY11" fmla="*/ 37858 h 52428"/>
                      <a:gd name="connsiteX12" fmla="*/ 7666 w 28542"/>
                      <a:gd name="connsiteY12" fmla="*/ 41426 h 52428"/>
                      <a:gd name="connsiteX13" fmla="*/ 15992 w 28542"/>
                      <a:gd name="connsiteY13" fmla="*/ 44995 h 52428"/>
                      <a:gd name="connsiteX14" fmla="*/ 18370 w 28542"/>
                      <a:gd name="connsiteY14" fmla="*/ 52131 h 52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8542" h="52428">
                        <a:moveTo>
                          <a:pt x="18370" y="52131"/>
                        </a:moveTo>
                        <a:cubicBezTo>
                          <a:pt x="20749" y="53321"/>
                          <a:pt x="27886" y="50942"/>
                          <a:pt x="25507" y="44995"/>
                        </a:cubicBezTo>
                        <a:cubicBezTo>
                          <a:pt x="25507" y="44995"/>
                          <a:pt x="20749" y="37858"/>
                          <a:pt x="20749" y="31911"/>
                        </a:cubicBezTo>
                        <a:cubicBezTo>
                          <a:pt x="21939" y="25963"/>
                          <a:pt x="23128" y="21206"/>
                          <a:pt x="23128" y="18827"/>
                        </a:cubicBezTo>
                        <a:cubicBezTo>
                          <a:pt x="23128" y="16448"/>
                          <a:pt x="23128" y="12880"/>
                          <a:pt x="24317" y="11690"/>
                        </a:cubicBezTo>
                        <a:cubicBezTo>
                          <a:pt x="25507" y="11690"/>
                          <a:pt x="30264" y="6932"/>
                          <a:pt x="27886" y="3364"/>
                        </a:cubicBezTo>
                        <a:cubicBezTo>
                          <a:pt x="25507" y="985"/>
                          <a:pt x="19560" y="-1393"/>
                          <a:pt x="17181" y="985"/>
                        </a:cubicBezTo>
                        <a:cubicBezTo>
                          <a:pt x="14802" y="2175"/>
                          <a:pt x="15992" y="5743"/>
                          <a:pt x="14802" y="8122"/>
                        </a:cubicBezTo>
                        <a:cubicBezTo>
                          <a:pt x="13613" y="10501"/>
                          <a:pt x="11234" y="11690"/>
                          <a:pt x="12423" y="14069"/>
                        </a:cubicBezTo>
                        <a:cubicBezTo>
                          <a:pt x="12423" y="16448"/>
                          <a:pt x="14802" y="24774"/>
                          <a:pt x="10045" y="25963"/>
                        </a:cubicBezTo>
                        <a:cubicBezTo>
                          <a:pt x="5287" y="27153"/>
                          <a:pt x="1718" y="25963"/>
                          <a:pt x="529" y="28342"/>
                        </a:cubicBezTo>
                        <a:cubicBezTo>
                          <a:pt x="529" y="30721"/>
                          <a:pt x="-661" y="34290"/>
                          <a:pt x="529" y="37858"/>
                        </a:cubicBezTo>
                        <a:cubicBezTo>
                          <a:pt x="1718" y="41426"/>
                          <a:pt x="5287" y="40237"/>
                          <a:pt x="7666" y="41426"/>
                        </a:cubicBezTo>
                        <a:cubicBezTo>
                          <a:pt x="8855" y="42615"/>
                          <a:pt x="15992" y="42615"/>
                          <a:pt x="15992" y="44995"/>
                        </a:cubicBezTo>
                        <a:cubicBezTo>
                          <a:pt x="17181" y="49752"/>
                          <a:pt x="15992" y="52131"/>
                          <a:pt x="18370" y="5213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1" name="Freeform 200">
                    <a:extLst>
                      <a:ext uri="{FF2B5EF4-FFF2-40B4-BE49-F238E27FC236}">
                        <a16:creationId xmlns:a16="http://schemas.microsoft.com/office/drawing/2014/main" id="{0F37ED89-8911-E671-FC16-D8B461A411E2}"/>
                      </a:ext>
                    </a:extLst>
                  </p:cNvPr>
                  <p:cNvSpPr/>
                  <p:nvPr/>
                </p:nvSpPr>
                <p:spPr>
                  <a:xfrm>
                    <a:off x="8858241" y="4133364"/>
                    <a:ext cx="7293" cy="9699"/>
                  </a:xfrm>
                  <a:custGeom>
                    <a:avLst/>
                    <a:gdLst>
                      <a:gd name="connsiteX0" fmla="*/ 529 w 7293"/>
                      <a:gd name="connsiteY0" fmla="*/ 8326 h 9699"/>
                      <a:gd name="connsiteX1" fmla="*/ 5286 w 7293"/>
                      <a:gd name="connsiteY1" fmla="*/ 8326 h 9699"/>
                      <a:gd name="connsiteX2" fmla="*/ 6476 w 7293"/>
                      <a:gd name="connsiteY2" fmla="*/ 0 h 9699"/>
                      <a:gd name="connsiteX3" fmla="*/ 529 w 7293"/>
                      <a:gd name="connsiteY3" fmla="*/ 2379 h 9699"/>
                      <a:gd name="connsiteX4" fmla="*/ 529 w 7293"/>
                      <a:gd name="connsiteY4" fmla="*/ 8326 h 96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93" h="9699">
                        <a:moveTo>
                          <a:pt x="529" y="8326"/>
                        </a:moveTo>
                        <a:cubicBezTo>
                          <a:pt x="2908" y="9516"/>
                          <a:pt x="4097" y="10705"/>
                          <a:pt x="5286" y="8326"/>
                        </a:cubicBezTo>
                        <a:cubicBezTo>
                          <a:pt x="5286" y="8326"/>
                          <a:pt x="8855" y="1190"/>
                          <a:pt x="6476" y="0"/>
                        </a:cubicBezTo>
                        <a:cubicBezTo>
                          <a:pt x="4097" y="0"/>
                          <a:pt x="1718" y="0"/>
                          <a:pt x="529" y="2379"/>
                        </a:cubicBezTo>
                        <a:cubicBezTo>
                          <a:pt x="529" y="4758"/>
                          <a:pt x="-661" y="7137"/>
                          <a:pt x="529" y="832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2" name="Freeform 201">
                    <a:extLst>
                      <a:ext uri="{FF2B5EF4-FFF2-40B4-BE49-F238E27FC236}">
                        <a16:creationId xmlns:a16="http://schemas.microsoft.com/office/drawing/2014/main" id="{17E743E7-A4C2-B1B4-E6FD-39E43428AF5C}"/>
                      </a:ext>
                    </a:extLst>
                  </p:cNvPr>
                  <p:cNvSpPr/>
                  <p:nvPr/>
                </p:nvSpPr>
                <p:spPr>
                  <a:xfrm>
                    <a:off x="8903968" y="4080536"/>
                    <a:ext cx="38403" cy="42420"/>
                  </a:xfrm>
                  <a:custGeom>
                    <a:avLst/>
                    <a:gdLst>
                      <a:gd name="connsiteX0" fmla="*/ 0 w 38403"/>
                      <a:gd name="connsiteY0" fmla="*/ 493 h 42420"/>
                      <a:gd name="connsiteX1" fmla="*/ 4758 w 38403"/>
                      <a:gd name="connsiteY1" fmla="*/ 11198 h 42420"/>
                      <a:gd name="connsiteX2" fmla="*/ 21410 w 38403"/>
                      <a:gd name="connsiteY2" fmla="*/ 26660 h 42420"/>
                      <a:gd name="connsiteX3" fmla="*/ 16652 w 38403"/>
                      <a:gd name="connsiteY3" fmla="*/ 32608 h 42420"/>
                      <a:gd name="connsiteX4" fmla="*/ 24978 w 38403"/>
                      <a:gd name="connsiteY4" fmla="*/ 37365 h 42420"/>
                      <a:gd name="connsiteX5" fmla="*/ 26168 w 38403"/>
                      <a:gd name="connsiteY5" fmla="*/ 42123 h 42420"/>
                      <a:gd name="connsiteX6" fmla="*/ 38062 w 38403"/>
                      <a:gd name="connsiteY6" fmla="*/ 40933 h 42420"/>
                      <a:gd name="connsiteX7" fmla="*/ 32115 w 38403"/>
                      <a:gd name="connsiteY7" fmla="*/ 30229 h 42420"/>
                      <a:gd name="connsiteX8" fmla="*/ 32115 w 38403"/>
                      <a:gd name="connsiteY8" fmla="*/ 14766 h 42420"/>
                      <a:gd name="connsiteX9" fmla="*/ 23789 w 38403"/>
                      <a:gd name="connsiteY9" fmla="*/ 1682 h 42420"/>
                      <a:gd name="connsiteX10" fmla="*/ 17842 w 38403"/>
                      <a:gd name="connsiteY10" fmla="*/ 1682 h 42420"/>
                      <a:gd name="connsiteX11" fmla="*/ 11894 w 38403"/>
                      <a:gd name="connsiteY11" fmla="*/ 493 h 42420"/>
                      <a:gd name="connsiteX12" fmla="*/ 5947 w 38403"/>
                      <a:gd name="connsiteY12" fmla="*/ 1682 h 42420"/>
                      <a:gd name="connsiteX13" fmla="*/ 0 w 38403"/>
                      <a:gd name="connsiteY13" fmla="*/ 493 h 42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8403" h="42420">
                        <a:moveTo>
                          <a:pt x="0" y="493"/>
                        </a:moveTo>
                        <a:cubicBezTo>
                          <a:pt x="0" y="1682"/>
                          <a:pt x="1189" y="7629"/>
                          <a:pt x="4758" y="11198"/>
                        </a:cubicBezTo>
                        <a:cubicBezTo>
                          <a:pt x="7136" y="14766"/>
                          <a:pt x="22600" y="24281"/>
                          <a:pt x="21410" y="26660"/>
                        </a:cubicBezTo>
                        <a:cubicBezTo>
                          <a:pt x="19031" y="29039"/>
                          <a:pt x="14273" y="31418"/>
                          <a:pt x="16652" y="32608"/>
                        </a:cubicBezTo>
                        <a:cubicBezTo>
                          <a:pt x="19031" y="33797"/>
                          <a:pt x="24978" y="36176"/>
                          <a:pt x="24978" y="37365"/>
                        </a:cubicBezTo>
                        <a:cubicBezTo>
                          <a:pt x="24978" y="38555"/>
                          <a:pt x="22600" y="42123"/>
                          <a:pt x="26168" y="42123"/>
                        </a:cubicBezTo>
                        <a:cubicBezTo>
                          <a:pt x="29736" y="42123"/>
                          <a:pt x="40441" y="43312"/>
                          <a:pt x="38062" y="40933"/>
                        </a:cubicBezTo>
                        <a:cubicBezTo>
                          <a:pt x="38062" y="40933"/>
                          <a:pt x="32115" y="32608"/>
                          <a:pt x="32115" y="30229"/>
                        </a:cubicBezTo>
                        <a:cubicBezTo>
                          <a:pt x="32115" y="27850"/>
                          <a:pt x="34494" y="17145"/>
                          <a:pt x="32115" y="14766"/>
                        </a:cubicBezTo>
                        <a:cubicBezTo>
                          <a:pt x="29736" y="12387"/>
                          <a:pt x="26168" y="2872"/>
                          <a:pt x="23789" y="1682"/>
                        </a:cubicBezTo>
                        <a:cubicBezTo>
                          <a:pt x="21410" y="493"/>
                          <a:pt x="19031" y="2872"/>
                          <a:pt x="17842" y="1682"/>
                        </a:cubicBezTo>
                        <a:cubicBezTo>
                          <a:pt x="16652" y="493"/>
                          <a:pt x="13083" y="-697"/>
                          <a:pt x="11894" y="493"/>
                        </a:cubicBezTo>
                        <a:cubicBezTo>
                          <a:pt x="10705" y="1682"/>
                          <a:pt x="9515" y="2872"/>
                          <a:pt x="5947" y="1682"/>
                        </a:cubicBezTo>
                        <a:cubicBezTo>
                          <a:pt x="3568" y="493"/>
                          <a:pt x="0" y="-697"/>
                          <a:pt x="0" y="493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3" name="Freeform 202">
                    <a:extLst>
                      <a:ext uri="{FF2B5EF4-FFF2-40B4-BE49-F238E27FC236}">
                        <a16:creationId xmlns:a16="http://schemas.microsoft.com/office/drawing/2014/main" id="{3289F4D8-2659-3DED-B2C5-B03BCC628276}"/>
                      </a:ext>
                    </a:extLst>
                  </p:cNvPr>
                  <p:cNvSpPr/>
                  <p:nvPr/>
                </p:nvSpPr>
                <p:spPr>
                  <a:xfrm>
                    <a:off x="8774320" y="3909618"/>
                    <a:ext cx="126609" cy="175169"/>
                  </a:xfrm>
                  <a:custGeom>
                    <a:avLst/>
                    <a:gdLst>
                      <a:gd name="connsiteX0" fmla="*/ 2379 w 126609"/>
                      <a:gd name="connsiteY0" fmla="*/ 77446 h 175169"/>
                      <a:gd name="connsiteX1" fmla="*/ 7137 w 126609"/>
                      <a:gd name="connsiteY1" fmla="*/ 79825 h 175169"/>
                      <a:gd name="connsiteX2" fmla="*/ 5947 w 126609"/>
                      <a:gd name="connsiteY2" fmla="*/ 86961 h 175169"/>
                      <a:gd name="connsiteX3" fmla="*/ 11894 w 126609"/>
                      <a:gd name="connsiteY3" fmla="*/ 100045 h 175169"/>
                      <a:gd name="connsiteX4" fmla="*/ 11894 w 126609"/>
                      <a:gd name="connsiteY4" fmla="*/ 108371 h 175169"/>
                      <a:gd name="connsiteX5" fmla="*/ 16652 w 126609"/>
                      <a:gd name="connsiteY5" fmla="*/ 108371 h 175169"/>
                      <a:gd name="connsiteX6" fmla="*/ 23789 w 126609"/>
                      <a:gd name="connsiteY6" fmla="*/ 120266 h 175169"/>
                      <a:gd name="connsiteX7" fmla="*/ 28547 w 126609"/>
                      <a:gd name="connsiteY7" fmla="*/ 115508 h 175169"/>
                      <a:gd name="connsiteX8" fmla="*/ 26168 w 126609"/>
                      <a:gd name="connsiteY8" fmla="*/ 109560 h 175169"/>
                      <a:gd name="connsiteX9" fmla="*/ 33305 w 126609"/>
                      <a:gd name="connsiteY9" fmla="*/ 113129 h 175169"/>
                      <a:gd name="connsiteX10" fmla="*/ 27358 w 126609"/>
                      <a:gd name="connsiteY10" fmla="*/ 125023 h 175169"/>
                      <a:gd name="connsiteX11" fmla="*/ 28547 w 126609"/>
                      <a:gd name="connsiteY11" fmla="*/ 139296 h 175169"/>
                      <a:gd name="connsiteX12" fmla="*/ 34494 w 126609"/>
                      <a:gd name="connsiteY12" fmla="*/ 133349 h 175169"/>
                      <a:gd name="connsiteX13" fmla="*/ 35683 w 126609"/>
                      <a:gd name="connsiteY13" fmla="*/ 141675 h 175169"/>
                      <a:gd name="connsiteX14" fmla="*/ 44009 w 126609"/>
                      <a:gd name="connsiteY14" fmla="*/ 136918 h 175169"/>
                      <a:gd name="connsiteX15" fmla="*/ 51146 w 126609"/>
                      <a:gd name="connsiteY15" fmla="*/ 141675 h 175169"/>
                      <a:gd name="connsiteX16" fmla="*/ 55904 w 126609"/>
                      <a:gd name="connsiteY16" fmla="*/ 133349 h 175169"/>
                      <a:gd name="connsiteX17" fmla="*/ 72556 w 126609"/>
                      <a:gd name="connsiteY17" fmla="*/ 138107 h 175169"/>
                      <a:gd name="connsiteX18" fmla="*/ 85639 w 126609"/>
                      <a:gd name="connsiteY18" fmla="*/ 153570 h 175169"/>
                      <a:gd name="connsiteX19" fmla="*/ 84450 w 126609"/>
                      <a:gd name="connsiteY19" fmla="*/ 141675 h 175169"/>
                      <a:gd name="connsiteX20" fmla="*/ 79692 w 126609"/>
                      <a:gd name="connsiteY20" fmla="*/ 132160 h 175169"/>
                      <a:gd name="connsiteX21" fmla="*/ 90397 w 126609"/>
                      <a:gd name="connsiteY21" fmla="*/ 139296 h 175169"/>
                      <a:gd name="connsiteX22" fmla="*/ 96345 w 126609"/>
                      <a:gd name="connsiteY22" fmla="*/ 145244 h 175169"/>
                      <a:gd name="connsiteX23" fmla="*/ 102292 w 126609"/>
                      <a:gd name="connsiteY23" fmla="*/ 148812 h 175169"/>
                      <a:gd name="connsiteX24" fmla="*/ 103481 w 126609"/>
                      <a:gd name="connsiteY24" fmla="*/ 157138 h 175169"/>
                      <a:gd name="connsiteX25" fmla="*/ 109428 w 126609"/>
                      <a:gd name="connsiteY25" fmla="*/ 160706 h 175169"/>
                      <a:gd name="connsiteX26" fmla="*/ 114186 w 126609"/>
                      <a:gd name="connsiteY26" fmla="*/ 165464 h 175169"/>
                      <a:gd name="connsiteX27" fmla="*/ 120133 w 126609"/>
                      <a:gd name="connsiteY27" fmla="*/ 163085 h 175169"/>
                      <a:gd name="connsiteX28" fmla="*/ 117754 w 126609"/>
                      <a:gd name="connsiteY28" fmla="*/ 169032 h 175169"/>
                      <a:gd name="connsiteX29" fmla="*/ 121323 w 126609"/>
                      <a:gd name="connsiteY29" fmla="*/ 174979 h 175169"/>
                      <a:gd name="connsiteX30" fmla="*/ 124891 w 126609"/>
                      <a:gd name="connsiteY30" fmla="*/ 172601 h 175169"/>
                      <a:gd name="connsiteX31" fmla="*/ 126081 w 126609"/>
                      <a:gd name="connsiteY31" fmla="*/ 164275 h 175169"/>
                      <a:gd name="connsiteX32" fmla="*/ 126081 w 126609"/>
                      <a:gd name="connsiteY32" fmla="*/ 159517 h 175169"/>
                      <a:gd name="connsiteX33" fmla="*/ 116565 w 126609"/>
                      <a:gd name="connsiteY33" fmla="*/ 157138 h 175169"/>
                      <a:gd name="connsiteX34" fmla="*/ 111807 w 126609"/>
                      <a:gd name="connsiteY34" fmla="*/ 153570 h 175169"/>
                      <a:gd name="connsiteX35" fmla="*/ 108239 w 126609"/>
                      <a:gd name="connsiteY35" fmla="*/ 139296 h 175169"/>
                      <a:gd name="connsiteX36" fmla="*/ 116565 w 126609"/>
                      <a:gd name="connsiteY36" fmla="*/ 138107 h 175169"/>
                      <a:gd name="connsiteX37" fmla="*/ 110618 w 126609"/>
                      <a:gd name="connsiteY37" fmla="*/ 133349 h 175169"/>
                      <a:gd name="connsiteX38" fmla="*/ 103481 w 126609"/>
                      <a:gd name="connsiteY38" fmla="*/ 132160 h 175169"/>
                      <a:gd name="connsiteX39" fmla="*/ 99913 w 126609"/>
                      <a:gd name="connsiteY39" fmla="*/ 128592 h 175169"/>
                      <a:gd name="connsiteX40" fmla="*/ 97534 w 126609"/>
                      <a:gd name="connsiteY40" fmla="*/ 135728 h 175169"/>
                      <a:gd name="connsiteX41" fmla="*/ 92777 w 126609"/>
                      <a:gd name="connsiteY41" fmla="*/ 128592 h 175169"/>
                      <a:gd name="connsiteX42" fmla="*/ 84450 w 126609"/>
                      <a:gd name="connsiteY42" fmla="*/ 117887 h 175169"/>
                      <a:gd name="connsiteX43" fmla="*/ 74935 w 126609"/>
                      <a:gd name="connsiteY43" fmla="*/ 120266 h 175169"/>
                      <a:gd name="connsiteX44" fmla="*/ 68988 w 126609"/>
                      <a:gd name="connsiteY44" fmla="*/ 128592 h 175169"/>
                      <a:gd name="connsiteX45" fmla="*/ 57093 w 126609"/>
                      <a:gd name="connsiteY45" fmla="*/ 125023 h 175169"/>
                      <a:gd name="connsiteX46" fmla="*/ 54714 w 126609"/>
                      <a:gd name="connsiteY46" fmla="*/ 111939 h 175169"/>
                      <a:gd name="connsiteX47" fmla="*/ 47577 w 126609"/>
                      <a:gd name="connsiteY47" fmla="*/ 96477 h 175169"/>
                      <a:gd name="connsiteX48" fmla="*/ 51146 w 126609"/>
                      <a:gd name="connsiteY48" fmla="*/ 85772 h 175169"/>
                      <a:gd name="connsiteX49" fmla="*/ 52335 w 126609"/>
                      <a:gd name="connsiteY49" fmla="*/ 76256 h 175169"/>
                      <a:gd name="connsiteX50" fmla="*/ 61851 w 126609"/>
                      <a:gd name="connsiteY50" fmla="*/ 67930 h 175169"/>
                      <a:gd name="connsiteX51" fmla="*/ 61851 w 126609"/>
                      <a:gd name="connsiteY51" fmla="*/ 72688 h 175169"/>
                      <a:gd name="connsiteX52" fmla="*/ 65419 w 126609"/>
                      <a:gd name="connsiteY52" fmla="*/ 67930 h 175169"/>
                      <a:gd name="connsiteX53" fmla="*/ 67798 w 126609"/>
                      <a:gd name="connsiteY53" fmla="*/ 52468 h 175169"/>
                      <a:gd name="connsiteX54" fmla="*/ 68988 w 126609"/>
                      <a:gd name="connsiteY54" fmla="*/ 37005 h 175169"/>
                      <a:gd name="connsiteX55" fmla="*/ 57093 w 126609"/>
                      <a:gd name="connsiteY55" fmla="*/ 17974 h 175169"/>
                      <a:gd name="connsiteX56" fmla="*/ 61851 w 126609"/>
                      <a:gd name="connsiteY56" fmla="*/ 2511 h 175169"/>
                      <a:gd name="connsiteX57" fmla="*/ 54714 w 126609"/>
                      <a:gd name="connsiteY57" fmla="*/ 1322 h 175169"/>
                      <a:gd name="connsiteX58" fmla="*/ 46388 w 126609"/>
                      <a:gd name="connsiteY58" fmla="*/ 6080 h 175169"/>
                      <a:gd name="connsiteX59" fmla="*/ 40441 w 126609"/>
                      <a:gd name="connsiteY59" fmla="*/ 8459 h 175169"/>
                      <a:gd name="connsiteX60" fmla="*/ 30926 w 126609"/>
                      <a:gd name="connsiteY60" fmla="*/ 133 h 175169"/>
                      <a:gd name="connsiteX61" fmla="*/ 19031 w 126609"/>
                      <a:gd name="connsiteY61" fmla="*/ 3701 h 175169"/>
                      <a:gd name="connsiteX62" fmla="*/ 13084 w 126609"/>
                      <a:gd name="connsiteY62" fmla="*/ 15595 h 175169"/>
                      <a:gd name="connsiteX63" fmla="*/ 11894 w 126609"/>
                      <a:gd name="connsiteY63" fmla="*/ 27490 h 175169"/>
                      <a:gd name="connsiteX64" fmla="*/ 13084 w 126609"/>
                      <a:gd name="connsiteY64" fmla="*/ 41763 h 175169"/>
                      <a:gd name="connsiteX65" fmla="*/ 8326 w 126609"/>
                      <a:gd name="connsiteY65" fmla="*/ 54847 h 175169"/>
                      <a:gd name="connsiteX66" fmla="*/ 11894 w 126609"/>
                      <a:gd name="connsiteY66" fmla="*/ 66741 h 175169"/>
                      <a:gd name="connsiteX67" fmla="*/ 0 w 126609"/>
                      <a:gd name="connsiteY67" fmla="*/ 63173 h 175169"/>
                      <a:gd name="connsiteX68" fmla="*/ 2379 w 126609"/>
                      <a:gd name="connsiteY68" fmla="*/ 77446 h 1751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126609" h="175169">
                        <a:moveTo>
                          <a:pt x="2379" y="77446"/>
                        </a:moveTo>
                        <a:cubicBezTo>
                          <a:pt x="4758" y="78635"/>
                          <a:pt x="8326" y="79825"/>
                          <a:pt x="7137" y="79825"/>
                        </a:cubicBezTo>
                        <a:cubicBezTo>
                          <a:pt x="5947" y="81014"/>
                          <a:pt x="3569" y="82204"/>
                          <a:pt x="5947" y="86961"/>
                        </a:cubicBezTo>
                        <a:cubicBezTo>
                          <a:pt x="7137" y="91719"/>
                          <a:pt x="11894" y="96477"/>
                          <a:pt x="11894" y="100045"/>
                        </a:cubicBezTo>
                        <a:cubicBezTo>
                          <a:pt x="10705" y="103613"/>
                          <a:pt x="9516" y="108371"/>
                          <a:pt x="11894" y="108371"/>
                        </a:cubicBezTo>
                        <a:cubicBezTo>
                          <a:pt x="14273" y="108371"/>
                          <a:pt x="15463" y="105992"/>
                          <a:pt x="16652" y="108371"/>
                        </a:cubicBezTo>
                        <a:cubicBezTo>
                          <a:pt x="17842" y="110750"/>
                          <a:pt x="20221" y="121455"/>
                          <a:pt x="23789" y="120266"/>
                        </a:cubicBezTo>
                        <a:cubicBezTo>
                          <a:pt x="27358" y="119076"/>
                          <a:pt x="29736" y="116697"/>
                          <a:pt x="28547" y="115508"/>
                        </a:cubicBezTo>
                        <a:cubicBezTo>
                          <a:pt x="27358" y="114319"/>
                          <a:pt x="23789" y="109560"/>
                          <a:pt x="26168" y="109560"/>
                        </a:cubicBezTo>
                        <a:cubicBezTo>
                          <a:pt x="28547" y="109560"/>
                          <a:pt x="35683" y="109560"/>
                          <a:pt x="33305" y="113129"/>
                        </a:cubicBezTo>
                        <a:cubicBezTo>
                          <a:pt x="32115" y="116697"/>
                          <a:pt x="27358" y="121455"/>
                          <a:pt x="27358" y="125023"/>
                        </a:cubicBezTo>
                        <a:cubicBezTo>
                          <a:pt x="27358" y="128592"/>
                          <a:pt x="28547" y="140486"/>
                          <a:pt x="28547" y="139296"/>
                        </a:cubicBezTo>
                        <a:cubicBezTo>
                          <a:pt x="29736" y="138107"/>
                          <a:pt x="33305" y="130971"/>
                          <a:pt x="34494" y="133349"/>
                        </a:cubicBezTo>
                        <a:cubicBezTo>
                          <a:pt x="35683" y="135728"/>
                          <a:pt x="33305" y="142865"/>
                          <a:pt x="35683" y="141675"/>
                        </a:cubicBezTo>
                        <a:cubicBezTo>
                          <a:pt x="36873" y="140486"/>
                          <a:pt x="42820" y="134539"/>
                          <a:pt x="44009" y="136918"/>
                        </a:cubicBezTo>
                        <a:cubicBezTo>
                          <a:pt x="45199" y="139296"/>
                          <a:pt x="49956" y="144054"/>
                          <a:pt x="51146" y="141675"/>
                        </a:cubicBezTo>
                        <a:cubicBezTo>
                          <a:pt x="52335" y="138107"/>
                          <a:pt x="51146" y="133349"/>
                          <a:pt x="55904" y="133349"/>
                        </a:cubicBezTo>
                        <a:cubicBezTo>
                          <a:pt x="59472" y="133349"/>
                          <a:pt x="68988" y="135728"/>
                          <a:pt x="72556" y="138107"/>
                        </a:cubicBezTo>
                        <a:cubicBezTo>
                          <a:pt x="74935" y="141675"/>
                          <a:pt x="84450" y="155949"/>
                          <a:pt x="85639" y="153570"/>
                        </a:cubicBezTo>
                        <a:cubicBezTo>
                          <a:pt x="86829" y="151191"/>
                          <a:pt x="86829" y="144054"/>
                          <a:pt x="84450" y="141675"/>
                        </a:cubicBezTo>
                        <a:cubicBezTo>
                          <a:pt x="82071" y="140486"/>
                          <a:pt x="77313" y="130971"/>
                          <a:pt x="79692" y="132160"/>
                        </a:cubicBezTo>
                        <a:cubicBezTo>
                          <a:pt x="83260" y="133349"/>
                          <a:pt x="88018" y="135728"/>
                          <a:pt x="90397" y="139296"/>
                        </a:cubicBezTo>
                        <a:cubicBezTo>
                          <a:pt x="91587" y="142865"/>
                          <a:pt x="92777" y="144054"/>
                          <a:pt x="96345" y="145244"/>
                        </a:cubicBezTo>
                        <a:cubicBezTo>
                          <a:pt x="98724" y="146433"/>
                          <a:pt x="102292" y="146433"/>
                          <a:pt x="102292" y="148812"/>
                        </a:cubicBezTo>
                        <a:cubicBezTo>
                          <a:pt x="102292" y="151191"/>
                          <a:pt x="102292" y="157138"/>
                          <a:pt x="103481" y="157138"/>
                        </a:cubicBezTo>
                        <a:cubicBezTo>
                          <a:pt x="104671" y="157138"/>
                          <a:pt x="108239" y="158327"/>
                          <a:pt x="109428" y="160706"/>
                        </a:cubicBezTo>
                        <a:cubicBezTo>
                          <a:pt x="110618" y="163085"/>
                          <a:pt x="111807" y="165464"/>
                          <a:pt x="114186" y="165464"/>
                        </a:cubicBezTo>
                        <a:cubicBezTo>
                          <a:pt x="116565" y="164275"/>
                          <a:pt x="118944" y="160706"/>
                          <a:pt x="120133" y="163085"/>
                        </a:cubicBezTo>
                        <a:cubicBezTo>
                          <a:pt x="121323" y="165464"/>
                          <a:pt x="116565" y="165464"/>
                          <a:pt x="117754" y="169032"/>
                        </a:cubicBezTo>
                        <a:cubicBezTo>
                          <a:pt x="118944" y="171411"/>
                          <a:pt x="118944" y="174979"/>
                          <a:pt x="121323" y="174979"/>
                        </a:cubicBezTo>
                        <a:cubicBezTo>
                          <a:pt x="123702" y="174979"/>
                          <a:pt x="124891" y="176169"/>
                          <a:pt x="124891" y="172601"/>
                        </a:cubicBezTo>
                        <a:cubicBezTo>
                          <a:pt x="124891" y="172601"/>
                          <a:pt x="124891" y="165464"/>
                          <a:pt x="126081" y="164275"/>
                        </a:cubicBezTo>
                        <a:cubicBezTo>
                          <a:pt x="127270" y="164275"/>
                          <a:pt x="126081" y="160706"/>
                          <a:pt x="126081" y="159517"/>
                        </a:cubicBezTo>
                        <a:cubicBezTo>
                          <a:pt x="126081" y="159517"/>
                          <a:pt x="118944" y="158327"/>
                          <a:pt x="116565" y="157138"/>
                        </a:cubicBezTo>
                        <a:cubicBezTo>
                          <a:pt x="114186" y="155949"/>
                          <a:pt x="112996" y="155949"/>
                          <a:pt x="111807" y="153570"/>
                        </a:cubicBezTo>
                        <a:cubicBezTo>
                          <a:pt x="110618" y="151191"/>
                          <a:pt x="105860" y="139296"/>
                          <a:pt x="108239" y="139296"/>
                        </a:cubicBezTo>
                        <a:cubicBezTo>
                          <a:pt x="110618" y="139296"/>
                          <a:pt x="117754" y="140486"/>
                          <a:pt x="116565" y="138107"/>
                        </a:cubicBezTo>
                        <a:cubicBezTo>
                          <a:pt x="115375" y="135728"/>
                          <a:pt x="114186" y="134539"/>
                          <a:pt x="110618" y="133349"/>
                        </a:cubicBezTo>
                        <a:cubicBezTo>
                          <a:pt x="107049" y="132160"/>
                          <a:pt x="104671" y="133349"/>
                          <a:pt x="103481" y="132160"/>
                        </a:cubicBezTo>
                        <a:cubicBezTo>
                          <a:pt x="102292" y="130971"/>
                          <a:pt x="99913" y="126213"/>
                          <a:pt x="99913" y="128592"/>
                        </a:cubicBezTo>
                        <a:cubicBezTo>
                          <a:pt x="98724" y="130971"/>
                          <a:pt x="99913" y="135728"/>
                          <a:pt x="97534" y="135728"/>
                        </a:cubicBezTo>
                        <a:cubicBezTo>
                          <a:pt x="95155" y="135728"/>
                          <a:pt x="93966" y="133349"/>
                          <a:pt x="92777" y="128592"/>
                        </a:cubicBezTo>
                        <a:cubicBezTo>
                          <a:pt x="91587" y="123834"/>
                          <a:pt x="89208" y="119076"/>
                          <a:pt x="84450" y="117887"/>
                        </a:cubicBezTo>
                        <a:cubicBezTo>
                          <a:pt x="79692" y="116697"/>
                          <a:pt x="77313" y="116697"/>
                          <a:pt x="74935" y="120266"/>
                        </a:cubicBezTo>
                        <a:cubicBezTo>
                          <a:pt x="72556" y="122644"/>
                          <a:pt x="71366" y="127402"/>
                          <a:pt x="68988" y="128592"/>
                        </a:cubicBezTo>
                        <a:cubicBezTo>
                          <a:pt x="66609" y="129781"/>
                          <a:pt x="58283" y="128592"/>
                          <a:pt x="57093" y="125023"/>
                        </a:cubicBezTo>
                        <a:cubicBezTo>
                          <a:pt x="55904" y="120266"/>
                          <a:pt x="55904" y="116697"/>
                          <a:pt x="54714" y="111939"/>
                        </a:cubicBezTo>
                        <a:cubicBezTo>
                          <a:pt x="53525" y="107182"/>
                          <a:pt x="46388" y="102424"/>
                          <a:pt x="47577" y="96477"/>
                        </a:cubicBezTo>
                        <a:cubicBezTo>
                          <a:pt x="48767" y="90530"/>
                          <a:pt x="51146" y="89340"/>
                          <a:pt x="51146" y="85772"/>
                        </a:cubicBezTo>
                        <a:cubicBezTo>
                          <a:pt x="51146" y="82204"/>
                          <a:pt x="49956" y="78635"/>
                          <a:pt x="52335" y="76256"/>
                        </a:cubicBezTo>
                        <a:cubicBezTo>
                          <a:pt x="54714" y="75067"/>
                          <a:pt x="63041" y="66741"/>
                          <a:pt x="61851" y="67930"/>
                        </a:cubicBezTo>
                        <a:cubicBezTo>
                          <a:pt x="60662" y="69120"/>
                          <a:pt x="60662" y="72688"/>
                          <a:pt x="61851" y="72688"/>
                        </a:cubicBezTo>
                        <a:cubicBezTo>
                          <a:pt x="63041" y="72688"/>
                          <a:pt x="65419" y="71499"/>
                          <a:pt x="65419" y="67930"/>
                        </a:cubicBezTo>
                        <a:cubicBezTo>
                          <a:pt x="65419" y="65552"/>
                          <a:pt x="65419" y="57225"/>
                          <a:pt x="67798" y="52468"/>
                        </a:cubicBezTo>
                        <a:cubicBezTo>
                          <a:pt x="70177" y="48900"/>
                          <a:pt x="71366" y="39384"/>
                          <a:pt x="68988" y="37005"/>
                        </a:cubicBezTo>
                        <a:cubicBezTo>
                          <a:pt x="67798" y="35816"/>
                          <a:pt x="55904" y="23921"/>
                          <a:pt x="57093" y="17974"/>
                        </a:cubicBezTo>
                        <a:cubicBezTo>
                          <a:pt x="59472" y="12027"/>
                          <a:pt x="64230" y="3701"/>
                          <a:pt x="61851" y="2511"/>
                        </a:cubicBezTo>
                        <a:cubicBezTo>
                          <a:pt x="59472" y="133"/>
                          <a:pt x="57093" y="-1057"/>
                          <a:pt x="54714" y="1322"/>
                        </a:cubicBezTo>
                        <a:cubicBezTo>
                          <a:pt x="52335" y="3701"/>
                          <a:pt x="48767" y="6080"/>
                          <a:pt x="46388" y="6080"/>
                        </a:cubicBezTo>
                        <a:cubicBezTo>
                          <a:pt x="44009" y="6080"/>
                          <a:pt x="42820" y="10838"/>
                          <a:pt x="40441" y="8459"/>
                        </a:cubicBezTo>
                        <a:cubicBezTo>
                          <a:pt x="38062" y="6080"/>
                          <a:pt x="36873" y="-1057"/>
                          <a:pt x="30926" y="133"/>
                        </a:cubicBezTo>
                        <a:cubicBezTo>
                          <a:pt x="26168" y="1322"/>
                          <a:pt x="19031" y="133"/>
                          <a:pt x="19031" y="3701"/>
                        </a:cubicBezTo>
                        <a:cubicBezTo>
                          <a:pt x="17842" y="6080"/>
                          <a:pt x="14273" y="13217"/>
                          <a:pt x="13084" y="15595"/>
                        </a:cubicBezTo>
                        <a:cubicBezTo>
                          <a:pt x="11894" y="17974"/>
                          <a:pt x="10705" y="21542"/>
                          <a:pt x="11894" y="27490"/>
                        </a:cubicBezTo>
                        <a:cubicBezTo>
                          <a:pt x="13084" y="33437"/>
                          <a:pt x="14273" y="37005"/>
                          <a:pt x="13084" y="41763"/>
                        </a:cubicBezTo>
                        <a:cubicBezTo>
                          <a:pt x="11894" y="46521"/>
                          <a:pt x="5947" y="52468"/>
                          <a:pt x="8326" y="54847"/>
                        </a:cubicBezTo>
                        <a:cubicBezTo>
                          <a:pt x="9516" y="58415"/>
                          <a:pt x="15463" y="65552"/>
                          <a:pt x="11894" y="66741"/>
                        </a:cubicBezTo>
                        <a:cubicBezTo>
                          <a:pt x="8326" y="67930"/>
                          <a:pt x="1190" y="60794"/>
                          <a:pt x="0" y="63173"/>
                        </a:cubicBezTo>
                        <a:cubicBezTo>
                          <a:pt x="1190" y="67930"/>
                          <a:pt x="0" y="77446"/>
                          <a:pt x="2379" y="7744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4" name="Freeform 203">
                    <a:extLst>
                      <a:ext uri="{FF2B5EF4-FFF2-40B4-BE49-F238E27FC236}">
                        <a16:creationId xmlns:a16="http://schemas.microsoft.com/office/drawing/2014/main" id="{1BAB7EFD-9973-07FE-4C06-B9A56E2C2F4D}"/>
                      </a:ext>
                    </a:extLst>
                  </p:cNvPr>
                  <p:cNvSpPr/>
                  <p:nvPr/>
                </p:nvSpPr>
                <p:spPr>
                  <a:xfrm>
                    <a:off x="8893021" y="4038024"/>
                    <a:ext cx="12698" cy="16140"/>
                  </a:xfrm>
                  <a:custGeom>
                    <a:avLst/>
                    <a:gdLst>
                      <a:gd name="connsiteX0" fmla="*/ 8569 w 12698"/>
                      <a:gd name="connsiteY0" fmla="*/ 15648 h 16140"/>
                      <a:gd name="connsiteX1" fmla="*/ 12137 w 12698"/>
                      <a:gd name="connsiteY1" fmla="*/ 8511 h 16140"/>
                      <a:gd name="connsiteX2" fmla="*/ 6190 w 12698"/>
                      <a:gd name="connsiteY2" fmla="*/ 185 h 16140"/>
                      <a:gd name="connsiteX3" fmla="*/ 2622 w 12698"/>
                      <a:gd name="connsiteY3" fmla="*/ 4943 h 16140"/>
                      <a:gd name="connsiteX4" fmla="*/ 243 w 12698"/>
                      <a:gd name="connsiteY4" fmla="*/ 14458 h 16140"/>
                      <a:gd name="connsiteX5" fmla="*/ 8569 w 12698"/>
                      <a:gd name="connsiteY5" fmla="*/ 15648 h 161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698" h="16140">
                        <a:moveTo>
                          <a:pt x="8569" y="15648"/>
                        </a:moveTo>
                        <a:cubicBezTo>
                          <a:pt x="8569" y="15648"/>
                          <a:pt x="14516" y="13269"/>
                          <a:pt x="12137" y="8511"/>
                        </a:cubicBezTo>
                        <a:cubicBezTo>
                          <a:pt x="9759" y="3753"/>
                          <a:pt x="8569" y="-1005"/>
                          <a:pt x="6190" y="185"/>
                        </a:cubicBezTo>
                        <a:cubicBezTo>
                          <a:pt x="3812" y="1374"/>
                          <a:pt x="3812" y="1374"/>
                          <a:pt x="2622" y="4943"/>
                        </a:cubicBezTo>
                        <a:cubicBezTo>
                          <a:pt x="2622" y="8511"/>
                          <a:pt x="-947" y="13269"/>
                          <a:pt x="243" y="14458"/>
                        </a:cubicBezTo>
                        <a:cubicBezTo>
                          <a:pt x="243" y="15648"/>
                          <a:pt x="3812" y="16837"/>
                          <a:pt x="8569" y="1564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5" name="Freeform 204">
                    <a:extLst>
                      <a:ext uri="{FF2B5EF4-FFF2-40B4-BE49-F238E27FC236}">
                        <a16:creationId xmlns:a16="http://schemas.microsoft.com/office/drawing/2014/main" id="{087AD84E-9F9E-EAA5-1C4A-74167677609C}"/>
                      </a:ext>
                    </a:extLst>
                  </p:cNvPr>
                  <p:cNvSpPr/>
                  <p:nvPr/>
                </p:nvSpPr>
                <p:spPr>
                  <a:xfrm>
                    <a:off x="8794945" y="4052872"/>
                    <a:ext cx="36467" cy="40680"/>
                  </a:xfrm>
                  <a:custGeom>
                    <a:avLst/>
                    <a:gdLst>
                      <a:gd name="connsiteX0" fmla="*/ 32899 w 36467"/>
                      <a:gd name="connsiteY0" fmla="*/ 21020 h 40680"/>
                      <a:gd name="connsiteX1" fmla="*/ 34089 w 36467"/>
                      <a:gd name="connsiteY1" fmla="*/ 12695 h 40680"/>
                      <a:gd name="connsiteX2" fmla="*/ 25762 w 36467"/>
                      <a:gd name="connsiteY2" fmla="*/ 7937 h 40680"/>
                      <a:gd name="connsiteX3" fmla="*/ 18626 w 36467"/>
                      <a:gd name="connsiteY3" fmla="*/ 3179 h 40680"/>
                      <a:gd name="connsiteX4" fmla="*/ 12679 w 36467"/>
                      <a:gd name="connsiteY4" fmla="*/ 3179 h 40680"/>
                      <a:gd name="connsiteX5" fmla="*/ 4353 w 36467"/>
                      <a:gd name="connsiteY5" fmla="*/ 800 h 40680"/>
                      <a:gd name="connsiteX6" fmla="*/ 785 w 36467"/>
                      <a:gd name="connsiteY6" fmla="*/ 4368 h 40680"/>
                      <a:gd name="connsiteX7" fmla="*/ 6732 w 36467"/>
                      <a:gd name="connsiteY7" fmla="*/ 6747 h 40680"/>
                      <a:gd name="connsiteX8" fmla="*/ 9110 w 36467"/>
                      <a:gd name="connsiteY8" fmla="*/ 12695 h 40680"/>
                      <a:gd name="connsiteX9" fmla="*/ 13868 w 36467"/>
                      <a:gd name="connsiteY9" fmla="*/ 17452 h 40680"/>
                      <a:gd name="connsiteX10" fmla="*/ 16247 w 36467"/>
                      <a:gd name="connsiteY10" fmla="*/ 26968 h 40680"/>
                      <a:gd name="connsiteX11" fmla="*/ 21004 w 36467"/>
                      <a:gd name="connsiteY11" fmla="*/ 30536 h 40680"/>
                      <a:gd name="connsiteX12" fmla="*/ 22194 w 36467"/>
                      <a:gd name="connsiteY12" fmla="*/ 36483 h 40680"/>
                      <a:gd name="connsiteX13" fmla="*/ 30520 w 36467"/>
                      <a:gd name="connsiteY13" fmla="*/ 38862 h 40680"/>
                      <a:gd name="connsiteX14" fmla="*/ 34089 w 36467"/>
                      <a:gd name="connsiteY14" fmla="*/ 31725 h 40680"/>
                      <a:gd name="connsiteX15" fmla="*/ 36468 w 36467"/>
                      <a:gd name="connsiteY15" fmla="*/ 26968 h 40680"/>
                      <a:gd name="connsiteX16" fmla="*/ 32899 w 36467"/>
                      <a:gd name="connsiteY16" fmla="*/ 21020 h 40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6467" h="40680">
                        <a:moveTo>
                          <a:pt x="32899" y="21020"/>
                        </a:moveTo>
                        <a:cubicBezTo>
                          <a:pt x="34089" y="19831"/>
                          <a:pt x="36468" y="13884"/>
                          <a:pt x="34089" y="12695"/>
                        </a:cubicBezTo>
                        <a:cubicBezTo>
                          <a:pt x="32899" y="11505"/>
                          <a:pt x="29331" y="10316"/>
                          <a:pt x="25762" y="7937"/>
                        </a:cubicBezTo>
                        <a:cubicBezTo>
                          <a:pt x="22194" y="5558"/>
                          <a:pt x="21004" y="3179"/>
                          <a:pt x="18626" y="3179"/>
                        </a:cubicBezTo>
                        <a:cubicBezTo>
                          <a:pt x="16247" y="3179"/>
                          <a:pt x="15057" y="4368"/>
                          <a:pt x="12679" y="3179"/>
                        </a:cubicBezTo>
                        <a:cubicBezTo>
                          <a:pt x="10300" y="1989"/>
                          <a:pt x="6732" y="-1579"/>
                          <a:pt x="4353" y="800"/>
                        </a:cubicBezTo>
                        <a:cubicBezTo>
                          <a:pt x="1974" y="1989"/>
                          <a:pt x="-1594" y="3179"/>
                          <a:pt x="785" y="4368"/>
                        </a:cubicBezTo>
                        <a:cubicBezTo>
                          <a:pt x="3163" y="5558"/>
                          <a:pt x="5542" y="4368"/>
                          <a:pt x="6732" y="6747"/>
                        </a:cubicBezTo>
                        <a:cubicBezTo>
                          <a:pt x="6732" y="7937"/>
                          <a:pt x="6732" y="11505"/>
                          <a:pt x="9110" y="12695"/>
                        </a:cubicBezTo>
                        <a:cubicBezTo>
                          <a:pt x="11489" y="13884"/>
                          <a:pt x="13868" y="13884"/>
                          <a:pt x="13868" y="17452"/>
                        </a:cubicBezTo>
                        <a:cubicBezTo>
                          <a:pt x="13868" y="21020"/>
                          <a:pt x="13868" y="25778"/>
                          <a:pt x="16247" y="26968"/>
                        </a:cubicBezTo>
                        <a:cubicBezTo>
                          <a:pt x="18626" y="28157"/>
                          <a:pt x="21004" y="29347"/>
                          <a:pt x="21004" y="30536"/>
                        </a:cubicBezTo>
                        <a:cubicBezTo>
                          <a:pt x="21004" y="32915"/>
                          <a:pt x="21004" y="35294"/>
                          <a:pt x="22194" y="36483"/>
                        </a:cubicBezTo>
                        <a:cubicBezTo>
                          <a:pt x="23383" y="37673"/>
                          <a:pt x="26952" y="43620"/>
                          <a:pt x="30520" y="38862"/>
                        </a:cubicBezTo>
                        <a:cubicBezTo>
                          <a:pt x="30520" y="38862"/>
                          <a:pt x="32899" y="32915"/>
                          <a:pt x="34089" y="31725"/>
                        </a:cubicBezTo>
                        <a:cubicBezTo>
                          <a:pt x="35278" y="30536"/>
                          <a:pt x="36468" y="28157"/>
                          <a:pt x="36468" y="26968"/>
                        </a:cubicBezTo>
                        <a:cubicBezTo>
                          <a:pt x="35278" y="25778"/>
                          <a:pt x="31710" y="23400"/>
                          <a:pt x="32899" y="2102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6" name="Freeform 205">
                    <a:extLst>
                      <a:ext uri="{FF2B5EF4-FFF2-40B4-BE49-F238E27FC236}">
                        <a16:creationId xmlns:a16="http://schemas.microsoft.com/office/drawing/2014/main" id="{430F3B68-FB30-EECF-4D12-F5C9D8FA6D02}"/>
                      </a:ext>
                    </a:extLst>
                  </p:cNvPr>
                  <p:cNvSpPr/>
                  <p:nvPr/>
                </p:nvSpPr>
                <p:spPr>
                  <a:xfrm>
                    <a:off x="8783744" y="4087283"/>
                    <a:ext cx="15554" cy="15343"/>
                  </a:xfrm>
                  <a:custGeom>
                    <a:avLst/>
                    <a:gdLst>
                      <a:gd name="connsiteX0" fmla="*/ 11986 w 15554"/>
                      <a:gd name="connsiteY0" fmla="*/ 6830 h 15343"/>
                      <a:gd name="connsiteX1" fmla="*/ 92 w 15554"/>
                      <a:gd name="connsiteY1" fmla="*/ 883 h 15343"/>
                      <a:gd name="connsiteX2" fmla="*/ 1281 w 15554"/>
                      <a:gd name="connsiteY2" fmla="*/ 9208 h 15343"/>
                      <a:gd name="connsiteX3" fmla="*/ 10796 w 15554"/>
                      <a:gd name="connsiteY3" fmla="*/ 15156 h 15343"/>
                      <a:gd name="connsiteX4" fmla="*/ 15554 w 15554"/>
                      <a:gd name="connsiteY4" fmla="*/ 10398 h 15343"/>
                      <a:gd name="connsiteX5" fmla="*/ 11986 w 15554"/>
                      <a:gd name="connsiteY5" fmla="*/ 6830 h 153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554" h="15343">
                        <a:moveTo>
                          <a:pt x="11986" y="6830"/>
                        </a:moveTo>
                        <a:cubicBezTo>
                          <a:pt x="9607" y="5640"/>
                          <a:pt x="-1098" y="-2686"/>
                          <a:pt x="92" y="883"/>
                        </a:cubicBezTo>
                        <a:cubicBezTo>
                          <a:pt x="1281" y="4451"/>
                          <a:pt x="-1098" y="6830"/>
                          <a:pt x="1281" y="9208"/>
                        </a:cubicBezTo>
                        <a:cubicBezTo>
                          <a:pt x="4849" y="11587"/>
                          <a:pt x="9607" y="16345"/>
                          <a:pt x="10796" y="15156"/>
                        </a:cubicBezTo>
                        <a:cubicBezTo>
                          <a:pt x="11986" y="13967"/>
                          <a:pt x="15554" y="10398"/>
                          <a:pt x="15554" y="10398"/>
                        </a:cubicBezTo>
                        <a:cubicBezTo>
                          <a:pt x="15554" y="10398"/>
                          <a:pt x="13175" y="6830"/>
                          <a:pt x="11986" y="683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7" name="Freeform 206">
                    <a:extLst>
                      <a:ext uri="{FF2B5EF4-FFF2-40B4-BE49-F238E27FC236}">
                        <a16:creationId xmlns:a16="http://schemas.microsoft.com/office/drawing/2014/main" id="{C534C609-85F7-7A8B-2B73-3E957FE7D0C3}"/>
                      </a:ext>
                    </a:extLst>
                  </p:cNvPr>
                  <p:cNvSpPr/>
                  <p:nvPr/>
                </p:nvSpPr>
                <p:spPr>
                  <a:xfrm>
                    <a:off x="8784496" y="4099632"/>
                    <a:ext cx="5286" cy="8158"/>
                  </a:xfrm>
                  <a:custGeom>
                    <a:avLst/>
                    <a:gdLst>
                      <a:gd name="connsiteX0" fmla="*/ 5287 w 5286"/>
                      <a:gd name="connsiteY0" fmla="*/ 6375 h 8158"/>
                      <a:gd name="connsiteX1" fmla="*/ 529 w 5286"/>
                      <a:gd name="connsiteY1" fmla="*/ 427 h 8158"/>
                      <a:gd name="connsiteX2" fmla="*/ 529 w 5286"/>
                      <a:gd name="connsiteY2" fmla="*/ 6375 h 8158"/>
                      <a:gd name="connsiteX3" fmla="*/ 5287 w 5286"/>
                      <a:gd name="connsiteY3" fmla="*/ 6375 h 81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286" h="8158">
                        <a:moveTo>
                          <a:pt x="5287" y="6375"/>
                        </a:moveTo>
                        <a:cubicBezTo>
                          <a:pt x="5287" y="6375"/>
                          <a:pt x="1718" y="-1952"/>
                          <a:pt x="529" y="427"/>
                        </a:cubicBezTo>
                        <a:cubicBezTo>
                          <a:pt x="-661" y="1617"/>
                          <a:pt x="529" y="3996"/>
                          <a:pt x="529" y="6375"/>
                        </a:cubicBezTo>
                        <a:cubicBezTo>
                          <a:pt x="529" y="8753"/>
                          <a:pt x="4097" y="8753"/>
                          <a:pt x="5287" y="637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8" name="Freeform 207">
                    <a:extLst>
                      <a:ext uri="{FF2B5EF4-FFF2-40B4-BE49-F238E27FC236}">
                        <a16:creationId xmlns:a16="http://schemas.microsoft.com/office/drawing/2014/main" id="{D653288D-5016-FAEB-A746-9BB647075997}"/>
                      </a:ext>
                    </a:extLst>
                  </p:cNvPr>
                  <p:cNvSpPr/>
                  <p:nvPr/>
                </p:nvSpPr>
                <p:spPr>
                  <a:xfrm>
                    <a:off x="8839551" y="4099567"/>
                    <a:ext cx="36349" cy="39756"/>
                  </a:xfrm>
                  <a:custGeom>
                    <a:avLst/>
                    <a:gdLst>
                      <a:gd name="connsiteX0" fmla="*/ 7325 w 36349"/>
                      <a:gd name="connsiteY0" fmla="*/ 8819 h 39756"/>
                      <a:gd name="connsiteX1" fmla="*/ 7325 w 36349"/>
                      <a:gd name="connsiteY1" fmla="*/ 21902 h 39756"/>
                      <a:gd name="connsiteX2" fmla="*/ 6135 w 36349"/>
                      <a:gd name="connsiteY2" fmla="*/ 32607 h 39756"/>
                      <a:gd name="connsiteX3" fmla="*/ 10893 w 36349"/>
                      <a:gd name="connsiteY3" fmla="*/ 36176 h 39756"/>
                      <a:gd name="connsiteX4" fmla="*/ 20408 w 36349"/>
                      <a:gd name="connsiteY4" fmla="*/ 32607 h 39756"/>
                      <a:gd name="connsiteX5" fmla="*/ 28734 w 36349"/>
                      <a:gd name="connsiteY5" fmla="*/ 25471 h 39756"/>
                      <a:gd name="connsiteX6" fmla="*/ 35871 w 36349"/>
                      <a:gd name="connsiteY6" fmla="*/ 7629 h 39756"/>
                      <a:gd name="connsiteX7" fmla="*/ 28734 w 36349"/>
                      <a:gd name="connsiteY7" fmla="*/ 12387 h 39756"/>
                      <a:gd name="connsiteX8" fmla="*/ 23976 w 36349"/>
                      <a:gd name="connsiteY8" fmla="*/ 7629 h 39756"/>
                      <a:gd name="connsiteX9" fmla="*/ 14461 w 36349"/>
                      <a:gd name="connsiteY9" fmla="*/ 7629 h 39756"/>
                      <a:gd name="connsiteX10" fmla="*/ 6135 w 36349"/>
                      <a:gd name="connsiteY10" fmla="*/ 493 h 39756"/>
                      <a:gd name="connsiteX11" fmla="*/ 188 w 36349"/>
                      <a:gd name="connsiteY11" fmla="*/ 1682 h 39756"/>
                      <a:gd name="connsiteX12" fmla="*/ 7325 w 36349"/>
                      <a:gd name="connsiteY12" fmla="*/ 8819 h 39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6349" h="39756">
                        <a:moveTo>
                          <a:pt x="7325" y="8819"/>
                        </a:moveTo>
                        <a:cubicBezTo>
                          <a:pt x="7325" y="11198"/>
                          <a:pt x="7325" y="18334"/>
                          <a:pt x="7325" y="21902"/>
                        </a:cubicBezTo>
                        <a:cubicBezTo>
                          <a:pt x="7325" y="25471"/>
                          <a:pt x="6135" y="29039"/>
                          <a:pt x="6135" y="32607"/>
                        </a:cubicBezTo>
                        <a:cubicBezTo>
                          <a:pt x="6135" y="36176"/>
                          <a:pt x="6135" y="44502"/>
                          <a:pt x="10893" y="36176"/>
                        </a:cubicBezTo>
                        <a:cubicBezTo>
                          <a:pt x="10893" y="34986"/>
                          <a:pt x="18029" y="33797"/>
                          <a:pt x="20408" y="32607"/>
                        </a:cubicBezTo>
                        <a:cubicBezTo>
                          <a:pt x="22787" y="31418"/>
                          <a:pt x="25166" y="29039"/>
                          <a:pt x="28734" y="25471"/>
                        </a:cubicBezTo>
                        <a:cubicBezTo>
                          <a:pt x="31113" y="23092"/>
                          <a:pt x="38250" y="7629"/>
                          <a:pt x="35871" y="7629"/>
                        </a:cubicBezTo>
                        <a:cubicBezTo>
                          <a:pt x="33492" y="7629"/>
                          <a:pt x="29924" y="15955"/>
                          <a:pt x="28734" y="12387"/>
                        </a:cubicBezTo>
                        <a:cubicBezTo>
                          <a:pt x="26355" y="10008"/>
                          <a:pt x="26355" y="6440"/>
                          <a:pt x="23976" y="7629"/>
                        </a:cubicBezTo>
                        <a:cubicBezTo>
                          <a:pt x="21598" y="7629"/>
                          <a:pt x="16840" y="8819"/>
                          <a:pt x="14461" y="7629"/>
                        </a:cubicBezTo>
                        <a:cubicBezTo>
                          <a:pt x="12082" y="6440"/>
                          <a:pt x="8514" y="493"/>
                          <a:pt x="6135" y="493"/>
                        </a:cubicBezTo>
                        <a:cubicBezTo>
                          <a:pt x="3757" y="-697"/>
                          <a:pt x="-1001" y="493"/>
                          <a:pt x="188" y="1682"/>
                        </a:cubicBezTo>
                        <a:cubicBezTo>
                          <a:pt x="1378" y="4061"/>
                          <a:pt x="6135" y="5250"/>
                          <a:pt x="7325" y="881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9" name="Freeform 208">
                    <a:extLst>
                      <a:ext uri="{FF2B5EF4-FFF2-40B4-BE49-F238E27FC236}">
                        <a16:creationId xmlns:a16="http://schemas.microsoft.com/office/drawing/2014/main" id="{FFF226EC-8AB5-8CB6-1B19-CDAE8730EADB}"/>
                      </a:ext>
                    </a:extLst>
                  </p:cNvPr>
                  <p:cNvSpPr/>
                  <p:nvPr/>
                </p:nvSpPr>
                <p:spPr>
                  <a:xfrm>
                    <a:off x="8875719" y="4080873"/>
                    <a:ext cx="24911" cy="21566"/>
                  </a:xfrm>
                  <a:custGeom>
                    <a:avLst/>
                    <a:gdLst>
                      <a:gd name="connsiteX0" fmla="*/ 892 w 24911"/>
                      <a:gd name="connsiteY0" fmla="*/ 17998 h 21566"/>
                      <a:gd name="connsiteX1" fmla="*/ 8029 w 24911"/>
                      <a:gd name="connsiteY1" fmla="*/ 13240 h 21566"/>
                      <a:gd name="connsiteX2" fmla="*/ 17544 w 24911"/>
                      <a:gd name="connsiteY2" fmla="*/ 20377 h 21566"/>
                      <a:gd name="connsiteX3" fmla="*/ 24681 w 24911"/>
                      <a:gd name="connsiteY3" fmla="*/ 19187 h 21566"/>
                      <a:gd name="connsiteX4" fmla="*/ 21113 w 24911"/>
                      <a:gd name="connsiteY4" fmla="*/ 10861 h 21566"/>
                      <a:gd name="connsiteX5" fmla="*/ 10408 w 24911"/>
                      <a:gd name="connsiteY5" fmla="*/ 6104 h 21566"/>
                      <a:gd name="connsiteX6" fmla="*/ 892 w 24911"/>
                      <a:gd name="connsiteY6" fmla="*/ 156 h 21566"/>
                      <a:gd name="connsiteX7" fmla="*/ 892 w 24911"/>
                      <a:gd name="connsiteY7" fmla="*/ 12051 h 21566"/>
                      <a:gd name="connsiteX8" fmla="*/ 892 w 24911"/>
                      <a:gd name="connsiteY8" fmla="*/ 17998 h 215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911" h="21566">
                        <a:moveTo>
                          <a:pt x="892" y="17998"/>
                        </a:moveTo>
                        <a:cubicBezTo>
                          <a:pt x="2082" y="16808"/>
                          <a:pt x="6840" y="12051"/>
                          <a:pt x="8029" y="13240"/>
                        </a:cubicBezTo>
                        <a:cubicBezTo>
                          <a:pt x="10408" y="14430"/>
                          <a:pt x="13976" y="20377"/>
                          <a:pt x="17544" y="20377"/>
                        </a:cubicBezTo>
                        <a:cubicBezTo>
                          <a:pt x="22302" y="21566"/>
                          <a:pt x="25870" y="22756"/>
                          <a:pt x="24681" y="19187"/>
                        </a:cubicBezTo>
                        <a:cubicBezTo>
                          <a:pt x="24681" y="19187"/>
                          <a:pt x="24681" y="13240"/>
                          <a:pt x="21113" y="10861"/>
                        </a:cubicBezTo>
                        <a:cubicBezTo>
                          <a:pt x="18734" y="9672"/>
                          <a:pt x="12787" y="7293"/>
                          <a:pt x="10408" y="6104"/>
                        </a:cubicBezTo>
                        <a:cubicBezTo>
                          <a:pt x="6840" y="4914"/>
                          <a:pt x="892" y="-1033"/>
                          <a:pt x="892" y="156"/>
                        </a:cubicBezTo>
                        <a:cubicBezTo>
                          <a:pt x="892" y="1346"/>
                          <a:pt x="2082" y="10861"/>
                          <a:pt x="892" y="12051"/>
                        </a:cubicBezTo>
                        <a:cubicBezTo>
                          <a:pt x="-297" y="14430"/>
                          <a:pt x="-297" y="19187"/>
                          <a:pt x="892" y="1799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0" name="Freeform 209">
                    <a:extLst>
                      <a:ext uri="{FF2B5EF4-FFF2-40B4-BE49-F238E27FC236}">
                        <a16:creationId xmlns:a16="http://schemas.microsoft.com/office/drawing/2014/main" id="{A347D1D8-4ABB-58A1-F18D-DA985DD0E4CB}"/>
                      </a:ext>
                    </a:extLst>
                  </p:cNvPr>
                  <p:cNvSpPr/>
                  <p:nvPr/>
                </p:nvSpPr>
                <p:spPr>
                  <a:xfrm>
                    <a:off x="8886127" y="4080838"/>
                    <a:ext cx="4915" cy="5042"/>
                  </a:xfrm>
                  <a:custGeom>
                    <a:avLst/>
                    <a:gdLst>
                      <a:gd name="connsiteX0" fmla="*/ 4758 w 4915"/>
                      <a:gd name="connsiteY0" fmla="*/ 3759 h 5042"/>
                      <a:gd name="connsiteX1" fmla="*/ 0 w 4915"/>
                      <a:gd name="connsiteY1" fmla="*/ 191 h 5042"/>
                      <a:gd name="connsiteX2" fmla="*/ 4758 w 4915"/>
                      <a:gd name="connsiteY2" fmla="*/ 3759 h 50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915" h="5042">
                        <a:moveTo>
                          <a:pt x="4758" y="3759"/>
                        </a:moveTo>
                        <a:cubicBezTo>
                          <a:pt x="4758" y="3759"/>
                          <a:pt x="0" y="-999"/>
                          <a:pt x="0" y="191"/>
                        </a:cubicBezTo>
                        <a:cubicBezTo>
                          <a:pt x="0" y="2570"/>
                          <a:pt x="5947" y="7328"/>
                          <a:pt x="4758" y="375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1" name="Freeform 210">
                    <a:extLst>
                      <a:ext uri="{FF2B5EF4-FFF2-40B4-BE49-F238E27FC236}">
                        <a16:creationId xmlns:a16="http://schemas.microsoft.com/office/drawing/2014/main" id="{2591178C-D74D-7DB8-581C-C89C612BFE95}"/>
                      </a:ext>
                    </a:extLst>
                  </p:cNvPr>
                  <p:cNvSpPr/>
                  <p:nvPr/>
                </p:nvSpPr>
                <p:spPr>
                  <a:xfrm>
                    <a:off x="8866111" y="4065566"/>
                    <a:ext cx="8357" cy="8419"/>
                  </a:xfrm>
                  <a:custGeom>
                    <a:avLst/>
                    <a:gdLst>
                      <a:gd name="connsiteX0" fmla="*/ 3364 w 8357"/>
                      <a:gd name="connsiteY0" fmla="*/ 0 h 8419"/>
                      <a:gd name="connsiteX1" fmla="*/ 985 w 8357"/>
                      <a:gd name="connsiteY1" fmla="*/ 3568 h 8419"/>
                      <a:gd name="connsiteX2" fmla="*/ 8122 w 8357"/>
                      <a:gd name="connsiteY2" fmla="*/ 7136 h 8419"/>
                      <a:gd name="connsiteX3" fmla="*/ 3364 w 8357"/>
                      <a:gd name="connsiteY3" fmla="*/ 0 h 84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57" h="8419">
                        <a:moveTo>
                          <a:pt x="3364" y="0"/>
                        </a:moveTo>
                        <a:cubicBezTo>
                          <a:pt x="985" y="0"/>
                          <a:pt x="-1394" y="1189"/>
                          <a:pt x="985" y="3568"/>
                        </a:cubicBezTo>
                        <a:cubicBezTo>
                          <a:pt x="3364" y="5947"/>
                          <a:pt x="8122" y="10705"/>
                          <a:pt x="8122" y="7136"/>
                        </a:cubicBezTo>
                        <a:cubicBezTo>
                          <a:pt x="9311" y="7136"/>
                          <a:pt x="5743" y="0"/>
                          <a:pt x="3364" y="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2" name="Freeform 211">
                    <a:extLst>
                      <a:ext uri="{FF2B5EF4-FFF2-40B4-BE49-F238E27FC236}">
                        <a16:creationId xmlns:a16="http://schemas.microsoft.com/office/drawing/2014/main" id="{7882686E-8FDD-99E1-7A3E-83302B3FF514}"/>
                      </a:ext>
                    </a:extLst>
                  </p:cNvPr>
                  <p:cNvSpPr/>
                  <p:nvPr/>
                </p:nvSpPr>
                <p:spPr>
                  <a:xfrm>
                    <a:off x="8855573" y="4083217"/>
                    <a:ext cx="6954" cy="5543"/>
                  </a:xfrm>
                  <a:custGeom>
                    <a:avLst/>
                    <a:gdLst>
                      <a:gd name="connsiteX0" fmla="*/ 2007 w 6954"/>
                      <a:gd name="connsiteY0" fmla="*/ 191 h 5543"/>
                      <a:gd name="connsiteX1" fmla="*/ 818 w 6954"/>
                      <a:gd name="connsiteY1" fmla="*/ 3759 h 5543"/>
                      <a:gd name="connsiteX2" fmla="*/ 6765 w 6954"/>
                      <a:gd name="connsiteY2" fmla="*/ 3759 h 5543"/>
                      <a:gd name="connsiteX3" fmla="*/ 2007 w 6954"/>
                      <a:gd name="connsiteY3" fmla="*/ 191 h 55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954" h="5543">
                        <a:moveTo>
                          <a:pt x="2007" y="191"/>
                        </a:moveTo>
                        <a:cubicBezTo>
                          <a:pt x="2007" y="1380"/>
                          <a:pt x="-1561" y="2570"/>
                          <a:pt x="818" y="3759"/>
                        </a:cubicBezTo>
                        <a:cubicBezTo>
                          <a:pt x="2007" y="6138"/>
                          <a:pt x="7954" y="6138"/>
                          <a:pt x="6765" y="3759"/>
                        </a:cubicBezTo>
                        <a:cubicBezTo>
                          <a:pt x="7954" y="3759"/>
                          <a:pt x="3197" y="-999"/>
                          <a:pt x="2007" y="19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3" name="Freeform 212">
                    <a:extLst>
                      <a:ext uri="{FF2B5EF4-FFF2-40B4-BE49-F238E27FC236}">
                        <a16:creationId xmlns:a16="http://schemas.microsoft.com/office/drawing/2014/main" id="{C67A36A5-6A33-52E2-7525-647903699EFB}"/>
                      </a:ext>
                    </a:extLst>
                  </p:cNvPr>
                  <p:cNvSpPr/>
                  <p:nvPr/>
                </p:nvSpPr>
                <p:spPr>
                  <a:xfrm>
                    <a:off x="8842118" y="4077461"/>
                    <a:ext cx="9383" cy="16361"/>
                  </a:xfrm>
                  <a:custGeom>
                    <a:avLst/>
                    <a:gdLst>
                      <a:gd name="connsiteX0" fmla="*/ 0 w 9383"/>
                      <a:gd name="connsiteY0" fmla="*/ 9515 h 16361"/>
                      <a:gd name="connsiteX1" fmla="*/ 2379 w 9383"/>
                      <a:gd name="connsiteY1" fmla="*/ 15463 h 16361"/>
                      <a:gd name="connsiteX2" fmla="*/ 8326 w 9383"/>
                      <a:gd name="connsiteY2" fmla="*/ 10705 h 16361"/>
                      <a:gd name="connsiteX3" fmla="*/ 8326 w 9383"/>
                      <a:gd name="connsiteY3" fmla="*/ 0 h 16361"/>
                      <a:gd name="connsiteX4" fmla="*/ 0 w 9383"/>
                      <a:gd name="connsiteY4" fmla="*/ 9515 h 163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383" h="16361">
                        <a:moveTo>
                          <a:pt x="0" y="9515"/>
                        </a:moveTo>
                        <a:cubicBezTo>
                          <a:pt x="0" y="13083"/>
                          <a:pt x="1190" y="15463"/>
                          <a:pt x="2379" y="15463"/>
                        </a:cubicBezTo>
                        <a:cubicBezTo>
                          <a:pt x="3568" y="16652"/>
                          <a:pt x="7137" y="17842"/>
                          <a:pt x="8326" y="10705"/>
                        </a:cubicBezTo>
                        <a:cubicBezTo>
                          <a:pt x="8326" y="10705"/>
                          <a:pt x="10705" y="0"/>
                          <a:pt x="8326" y="0"/>
                        </a:cubicBezTo>
                        <a:cubicBezTo>
                          <a:pt x="4758" y="2379"/>
                          <a:pt x="0" y="5947"/>
                          <a:pt x="0" y="951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4" name="Freeform 213">
                    <a:extLst>
                      <a:ext uri="{FF2B5EF4-FFF2-40B4-BE49-F238E27FC236}">
                        <a16:creationId xmlns:a16="http://schemas.microsoft.com/office/drawing/2014/main" id="{32B70B70-56E5-3B0A-998B-F9289FE7C7F2}"/>
                      </a:ext>
                    </a:extLst>
                  </p:cNvPr>
                  <p:cNvSpPr/>
                  <p:nvPr/>
                </p:nvSpPr>
                <p:spPr>
                  <a:xfrm>
                    <a:off x="8835113" y="4009196"/>
                    <a:ext cx="7004" cy="16510"/>
                  </a:xfrm>
                  <a:custGeom>
                    <a:avLst/>
                    <a:gdLst>
                      <a:gd name="connsiteX0" fmla="*/ 4626 w 7004"/>
                      <a:gd name="connsiteY0" fmla="*/ 14740 h 16510"/>
                      <a:gd name="connsiteX1" fmla="*/ 4626 w 7004"/>
                      <a:gd name="connsiteY1" fmla="*/ 6414 h 16510"/>
                      <a:gd name="connsiteX2" fmla="*/ 7005 w 7004"/>
                      <a:gd name="connsiteY2" fmla="*/ 467 h 16510"/>
                      <a:gd name="connsiteX3" fmla="*/ 1057 w 7004"/>
                      <a:gd name="connsiteY3" fmla="*/ 2846 h 16510"/>
                      <a:gd name="connsiteX4" fmla="*/ 1057 w 7004"/>
                      <a:gd name="connsiteY4" fmla="*/ 9982 h 16510"/>
                      <a:gd name="connsiteX5" fmla="*/ 4626 w 7004"/>
                      <a:gd name="connsiteY5" fmla="*/ 14740 h 165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004" h="16510">
                        <a:moveTo>
                          <a:pt x="4626" y="14740"/>
                        </a:moveTo>
                        <a:cubicBezTo>
                          <a:pt x="4626" y="14740"/>
                          <a:pt x="3436" y="8793"/>
                          <a:pt x="4626" y="6414"/>
                        </a:cubicBezTo>
                        <a:cubicBezTo>
                          <a:pt x="5815" y="4035"/>
                          <a:pt x="7005" y="1656"/>
                          <a:pt x="7005" y="467"/>
                        </a:cubicBezTo>
                        <a:cubicBezTo>
                          <a:pt x="5815" y="-723"/>
                          <a:pt x="2247" y="467"/>
                          <a:pt x="1057" y="2846"/>
                        </a:cubicBezTo>
                        <a:cubicBezTo>
                          <a:pt x="-1322" y="5224"/>
                          <a:pt x="1057" y="6414"/>
                          <a:pt x="1057" y="9982"/>
                        </a:cubicBezTo>
                        <a:cubicBezTo>
                          <a:pt x="-132" y="13551"/>
                          <a:pt x="2247" y="19498"/>
                          <a:pt x="4626" y="1474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5" name="Freeform 214">
                    <a:extLst>
                      <a:ext uri="{FF2B5EF4-FFF2-40B4-BE49-F238E27FC236}">
                        <a16:creationId xmlns:a16="http://schemas.microsoft.com/office/drawing/2014/main" id="{6DB27733-2F83-81FF-AA4F-D03C9AAACE15}"/>
                      </a:ext>
                    </a:extLst>
                  </p:cNvPr>
                  <p:cNvSpPr/>
                  <p:nvPr/>
                </p:nvSpPr>
                <p:spPr>
                  <a:xfrm>
                    <a:off x="8838549" y="4033154"/>
                    <a:ext cx="3568" cy="2783"/>
                  </a:xfrm>
                  <a:custGeom>
                    <a:avLst/>
                    <a:gdLst>
                      <a:gd name="connsiteX0" fmla="*/ 3568 w 3568"/>
                      <a:gd name="connsiteY0" fmla="*/ 297 h 2783"/>
                      <a:gd name="connsiteX1" fmla="*/ 0 w 3568"/>
                      <a:gd name="connsiteY1" fmla="*/ 1487 h 2783"/>
                      <a:gd name="connsiteX2" fmla="*/ 3568 w 3568"/>
                      <a:gd name="connsiteY2" fmla="*/ 297 h 27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568" h="2783">
                        <a:moveTo>
                          <a:pt x="3568" y="297"/>
                        </a:moveTo>
                        <a:cubicBezTo>
                          <a:pt x="3568" y="297"/>
                          <a:pt x="0" y="-892"/>
                          <a:pt x="0" y="1487"/>
                        </a:cubicBezTo>
                        <a:cubicBezTo>
                          <a:pt x="0" y="3866"/>
                          <a:pt x="3568" y="2676"/>
                          <a:pt x="3568" y="29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6" name="Freeform 215">
                    <a:extLst>
                      <a:ext uri="{FF2B5EF4-FFF2-40B4-BE49-F238E27FC236}">
                        <a16:creationId xmlns:a16="http://schemas.microsoft.com/office/drawing/2014/main" id="{B455422C-AD4F-5CE1-9CAC-177F5B16DD85}"/>
                      </a:ext>
                    </a:extLst>
                  </p:cNvPr>
                  <p:cNvSpPr/>
                  <p:nvPr/>
                </p:nvSpPr>
                <p:spPr>
                  <a:xfrm>
                    <a:off x="8836063" y="4053006"/>
                    <a:ext cx="10217" cy="12001"/>
                  </a:xfrm>
                  <a:custGeom>
                    <a:avLst/>
                    <a:gdLst>
                      <a:gd name="connsiteX0" fmla="*/ 8433 w 10217"/>
                      <a:gd name="connsiteY0" fmla="*/ 10181 h 12001"/>
                      <a:gd name="connsiteX1" fmla="*/ 8433 w 10217"/>
                      <a:gd name="connsiteY1" fmla="*/ 3045 h 12001"/>
                      <a:gd name="connsiteX2" fmla="*/ 2486 w 10217"/>
                      <a:gd name="connsiteY2" fmla="*/ 666 h 12001"/>
                      <a:gd name="connsiteX3" fmla="*/ 1297 w 10217"/>
                      <a:gd name="connsiteY3" fmla="*/ 8992 h 12001"/>
                      <a:gd name="connsiteX4" fmla="*/ 8433 w 10217"/>
                      <a:gd name="connsiteY4" fmla="*/ 10181 h 120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17" h="12001">
                        <a:moveTo>
                          <a:pt x="8433" y="10181"/>
                        </a:moveTo>
                        <a:cubicBezTo>
                          <a:pt x="10812" y="6613"/>
                          <a:pt x="10812" y="4234"/>
                          <a:pt x="8433" y="3045"/>
                        </a:cubicBezTo>
                        <a:cubicBezTo>
                          <a:pt x="8433" y="3045"/>
                          <a:pt x="6054" y="-1713"/>
                          <a:pt x="2486" y="666"/>
                        </a:cubicBezTo>
                        <a:cubicBezTo>
                          <a:pt x="107" y="3045"/>
                          <a:pt x="-1082" y="6613"/>
                          <a:pt x="1297" y="8992"/>
                        </a:cubicBezTo>
                        <a:cubicBezTo>
                          <a:pt x="3675" y="11371"/>
                          <a:pt x="6054" y="13750"/>
                          <a:pt x="8433" y="1018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7" name="Freeform 216">
                    <a:extLst>
                      <a:ext uri="{FF2B5EF4-FFF2-40B4-BE49-F238E27FC236}">
                        <a16:creationId xmlns:a16="http://schemas.microsoft.com/office/drawing/2014/main" id="{5581916D-6B70-A6E2-3309-A389BD0459BB}"/>
                      </a:ext>
                    </a:extLst>
                  </p:cNvPr>
                  <p:cNvSpPr/>
                  <p:nvPr/>
                </p:nvSpPr>
                <p:spPr>
                  <a:xfrm>
                    <a:off x="8787999" y="4045212"/>
                    <a:ext cx="7731" cy="7625"/>
                  </a:xfrm>
                  <a:custGeom>
                    <a:avLst/>
                    <a:gdLst>
                      <a:gd name="connsiteX0" fmla="*/ 1784 w 7731"/>
                      <a:gd name="connsiteY0" fmla="*/ 134 h 7625"/>
                      <a:gd name="connsiteX1" fmla="*/ 1784 w 7731"/>
                      <a:gd name="connsiteY1" fmla="*/ 4891 h 7625"/>
                      <a:gd name="connsiteX2" fmla="*/ 7731 w 7731"/>
                      <a:gd name="connsiteY2" fmla="*/ 6081 h 7625"/>
                      <a:gd name="connsiteX3" fmla="*/ 1784 w 7731"/>
                      <a:gd name="connsiteY3" fmla="*/ 134 h 76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731" h="7625">
                        <a:moveTo>
                          <a:pt x="1784" y="134"/>
                        </a:moveTo>
                        <a:cubicBezTo>
                          <a:pt x="-595" y="1323"/>
                          <a:pt x="-595" y="2513"/>
                          <a:pt x="1784" y="4891"/>
                        </a:cubicBezTo>
                        <a:cubicBezTo>
                          <a:pt x="2973" y="6081"/>
                          <a:pt x="7731" y="9649"/>
                          <a:pt x="7731" y="6081"/>
                        </a:cubicBezTo>
                        <a:cubicBezTo>
                          <a:pt x="7731" y="6081"/>
                          <a:pt x="4163" y="-1056"/>
                          <a:pt x="1784" y="134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8" name="Freeform 217">
                    <a:extLst>
                      <a:ext uri="{FF2B5EF4-FFF2-40B4-BE49-F238E27FC236}">
                        <a16:creationId xmlns:a16="http://schemas.microsoft.com/office/drawing/2014/main" id="{C7B8848C-CCDC-5FB0-8504-BB485B3FF65E}"/>
                      </a:ext>
                    </a:extLst>
                  </p:cNvPr>
                  <p:cNvSpPr/>
                  <p:nvPr/>
                </p:nvSpPr>
                <p:spPr>
                  <a:xfrm>
                    <a:off x="8821661" y="3898912"/>
                    <a:ext cx="6480" cy="7098"/>
                  </a:xfrm>
                  <a:custGeom>
                    <a:avLst/>
                    <a:gdLst>
                      <a:gd name="connsiteX0" fmla="*/ 236 w 6480"/>
                      <a:gd name="connsiteY0" fmla="*/ 4891 h 7098"/>
                      <a:gd name="connsiteX1" fmla="*/ 6183 w 6480"/>
                      <a:gd name="connsiteY1" fmla="*/ 6081 h 7098"/>
                      <a:gd name="connsiteX2" fmla="*/ 4994 w 6480"/>
                      <a:gd name="connsiteY2" fmla="*/ 134 h 7098"/>
                      <a:gd name="connsiteX3" fmla="*/ 236 w 6480"/>
                      <a:gd name="connsiteY3" fmla="*/ 4891 h 70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80" h="7098">
                        <a:moveTo>
                          <a:pt x="236" y="4891"/>
                        </a:moveTo>
                        <a:cubicBezTo>
                          <a:pt x="2615" y="6081"/>
                          <a:pt x="6183" y="8460"/>
                          <a:pt x="6183" y="6081"/>
                        </a:cubicBezTo>
                        <a:cubicBezTo>
                          <a:pt x="6183" y="6081"/>
                          <a:pt x="7373" y="-1056"/>
                          <a:pt x="4994" y="134"/>
                        </a:cubicBezTo>
                        <a:cubicBezTo>
                          <a:pt x="2615" y="1323"/>
                          <a:pt x="-953" y="3702"/>
                          <a:pt x="236" y="489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9" name="Freeform 218">
                    <a:extLst>
                      <a:ext uri="{FF2B5EF4-FFF2-40B4-BE49-F238E27FC236}">
                        <a16:creationId xmlns:a16="http://schemas.microsoft.com/office/drawing/2014/main" id="{AC5BC018-93AA-5D8D-A492-50006583A88C}"/>
                      </a:ext>
                    </a:extLst>
                  </p:cNvPr>
                  <p:cNvSpPr/>
                  <p:nvPr/>
                </p:nvSpPr>
                <p:spPr>
                  <a:xfrm>
                    <a:off x="8810700" y="3885771"/>
                    <a:ext cx="4061" cy="5441"/>
                  </a:xfrm>
                  <a:custGeom>
                    <a:avLst/>
                    <a:gdLst>
                      <a:gd name="connsiteX0" fmla="*/ 493 w 4061"/>
                      <a:gd name="connsiteY0" fmla="*/ 4949 h 5441"/>
                      <a:gd name="connsiteX1" fmla="*/ 4061 w 4061"/>
                      <a:gd name="connsiteY1" fmla="*/ 3759 h 5441"/>
                      <a:gd name="connsiteX2" fmla="*/ 1682 w 4061"/>
                      <a:gd name="connsiteY2" fmla="*/ 191 h 5441"/>
                      <a:gd name="connsiteX3" fmla="*/ 493 w 4061"/>
                      <a:gd name="connsiteY3" fmla="*/ 4949 h 54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61" h="5441">
                        <a:moveTo>
                          <a:pt x="493" y="4949"/>
                        </a:moveTo>
                        <a:cubicBezTo>
                          <a:pt x="1682" y="6138"/>
                          <a:pt x="4061" y="4949"/>
                          <a:pt x="4061" y="3759"/>
                        </a:cubicBezTo>
                        <a:cubicBezTo>
                          <a:pt x="4061" y="3759"/>
                          <a:pt x="4061" y="-999"/>
                          <a:pt x="1682" y="191"/>
                        </a:cubicBezTo>
                        <a:cubicBezTo>
                          <a:pt x="493" y="2570"/>
                          <a:pt x="-697" y="4949"/>
                          <a:pt x="493" y="494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0" name="Freeform 219">
                    <a:extLst>
                      <a:ext uri="{FF2B5EF4-FFF2-40B4-BE49-F238E27FC236}">
                        <a16:creationId xmlns:a16="http://schemas.microsoft.com/office/drawing/2014/main" id="{3FA9F39E-26EF-76EB-872C-59A61BE092D7}"/>
                      </a:ext>
                    </a:extLst>
                  </p:cNvPr>
                  <p:cNvSpPr/>
                  <p:nvPr/>
                </p:nvSpPr>
                <p:spPr>
                  <a:xfrm>
                    <a:off x="8801629" y="3894048"/>
                    <a:ext cx="5103" cy="5778"/>
                  </a:xfrm>
                  <a:custGeom>
                    <a:avLst/>
                    <a:gdLst>
                      <a:gd name="connsiteX0" fmla="*/ 1238 w 5103"/>
                      <a:gd name="connsiteY0" fmla="*/ 4997 h 5778"/>
                      <a:gd name="connsiteX1" fmla="*/ 4806 w 5103"/>
                      <a:gd name="connsiteY1" fmla="*/ 3808 h 5778"/>
                      <a:gd name="connsiteX2" fmla="*/ 3617 w 5103"/>
                      <a:gd name="connsiteY2" fmla="*/ 239 h 5778"/>
                      <a:gd name="connsiteX3" fmla="*/ 1238 w 5103"/>
                      <a:gd name="connsiteY3" fmla="*/ 4997 h 5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03" h="5778">
                        <a:moveTo>
                          <a:pt x="1238" y="4997"/>
                        </a:moveTo>
                        <a:cubicBezTo>
                          <a:pt x="3617" y="6186"/>
                          <a:pt x="4806" y="6186"/>
                          <a:pt x="4806" y="3808"/>
                        </a:cubicBezTo>
                        <a:cubicBezTo>
                          <a:pt x="4806" y="2618"/>
                          <a:pt x="5996" y="-950"/>
                          <a:pt x="3617" y="239"/>
                        </a:cubicBezTo>
                        <a:cubicBezTo>
                          <a:pt x="48" y="2618"/>
                          <a:pt x="-1141" y="3808"/>
                          <a:pt x="1238" y="499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1" name="Freeform 220">
                    <a:extLst>
                      <a:ext uri="{FF2B5EF4-FFF2-40B4-BE49-F238E27FC236}">
                        <a16:creationId xmlns:a16="http://schemas.microsoft.com/office/drawing/2014/main" id="{73D89923-F466-ACEB-4309-7FB770FB1243}"/>
                      </a:ext>
                    </a:extLst>
                  </p:cNvPr>
                  <p:cNvSpPr/>
                  <p:nvPr/>
                </p:nvSpPr>
                <p:spPr>
                  <a:xfrm>
                    <a:off x="8807624" y="3904993"/>
                    <a:ext cx="4946" cy="3892"/>
                  </a:xfrm>
                  <a:custGeom>
                    <a:avLst/>
                    <a:gdLst>
                      <a:gd name="connsiteX0" fmla="*/ 4757 w 4946"/>
                      <a:gd name="connsiteY0" fmla="*/ 3568 h 3892"/>
                      <a:gd name="connsiteX1" fmla="*/ 2378 w 4946"/>
                      <a:gd name="connsiteY1" fmla="*/ 0 h 3892"/>
                      <a:gd name="connsiteX2" fmla="*/ 0 w 4946"/>
                      <a:gd name="connsiteY2" fmla="*/ 1189 h 3892"/>
                      <a:gd name="connsiteX3" fmla="*/ 4757 w 4946"/>
                      <a:gd name="connsiteY3" fmla="*/ 3568 h 3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946" h="3892">
                        <a:moveTo>
                          <a:pt x="4757" y="3568"/>
                        </a:moveTo>
                        <a:cubicBezTo>
                          <a:pt x="4757" y="2379"/>
                          <a:pt x="4757" y="0"/>
                          <a:pt x="2378" y="0"/>
                        </a:cubicBezTo>
                        <a:cubicBezTo>
                          <a:pt x="2378" y="0"/>
                          <a:pt x="0" y="0"/>
                          <a:pt x="0" y="1189"/>
                        </a:cubicBezTo>
                        <a:cubicBezTo>
                          <a:pt x="1189" y="2379"/>
                          <a:pt x="5947" y="4758"/>
                          <a:pt x="4757" y="356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22" name="Graphic 27">
                  <a:extLst>
                    <a:ext uri="{FF2B5EF4-FFF2-40B4-BE49-F238E27FC236}">
                      <a16:creationId xmlns:a16="http://schemas.microsoft.com/office/drawing/2014/main" id="{1EA05F97-16B9-9F97-559E-764A3B0418C7}"/>
                    </a:ext>
                  </a:extLst>
                </p:cNvPr>
                <p:cNvGrpSpPr/>
                <p:nvPr/>
              </p:nvGrpSpPr>
              <p:grpSpPr>
                <a:xfrm>
                  <a:off x="2755779" y="1499170"/>
                  <a:ext cx="7292918" cy="3573139"/>
                  <a:chOff x="2755779" y="1499170"/>
                  <a:chExt cx="7292918" cy="3573139"/>
                </a:xfrm>
                <a:grpFill/>
              </p:grpSpPr>
              <p:grpSp>
                <p:nvGrpSpPr>
                  <p:cNvPr id="223" name="Graphic 27">
                    <a:extLst>
                      <a:ext uri="{FF2B5EF4-FFF2-40B4-BE49-F238E27FC236}">
                        <a16:creationId xmlns:a16="http://schemas.microsoft.com/office/drawing/2014/main" id="{DD1EEBDB-CC19-6274-9CDC-CE788C464AEE}"/>
                      </a:ext>
                    </a:extLst>
                  </p:cNvPr>
                  <p:cNvGrpSpPr/>
                  <p:nvPr/>
                </p:nvGrpSpPr>
                <p:grpSpPr>
                  <a:xfrm>
                    <a:off x="9906478" y="4995548"/>
                    <a:ext cx="104853" cy="76762"/>
                    <a:chOff x="9906478" y="4995548"/>
                    <a:chExt cx="104853" cy="76762"/>
                  </a:xfrm>
                  <a:grpFill/>
                </p:grpSpPr>
                <p:sp>
                  <p:nvSpPr>
                    <p:cNvPr id="224" name="Freeform 223">
                      <a:extLst>
                        <a:ext uri="{FF2B5EF4-FFF2-40B4-BE49-F238E27FC236}">
                          <a16:creationId xmlns:a16="http://schemas.microsoft.com/office/drawing/2014/main" id="{10D9C950-AE6A-0CF3-CC86-DF6D47099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6478" y="4995548"/>
                      <a:ext cx="70716" cy="76762"/>
                    </a:xfrm>
                    <a:custGeom>
                      <a:avLst/>
                      <a:gdLst>
                        <a:gd name="connsiteX0" fmla="*/ 69171 w 70716"/>
                        <a:gd name="connsiteY0" fmla="*/ 67954 h 76762"/>
                        <a:gd name="connsiteX1" fmla="*/ 56087 w 70716"/>
                        <a:gd name="connsiteY1" fmla="*/ 58439 h 76762"/>
                        <a:gd name="connsiteX2" fmla="*/ 47761 w 70716"/>
                        <a:gd name="connsiteY2" fmla="*/ 44166 h 76762"/>
                        <a:gd name="connsiteX3" fmla="*/ 41814 w 70716"/>
                        <a:gd name="connsiteY3" fmla="*/ 41787 h 76762"/>
                        <a:gd name="connsiteX4" fmla="*/ 29920 w 70716"/>
                        <a:gd name="connsiteY4" fmla="*/ 23945 h 76762"/>
                        <a:gd name="connsiteX5" fmla="*/ 21593 w 70716"/>
                        <a:gd name="connsiteY5" fmla="*/ 16808 h 76762"/>
                        <a:gd name="connsiteX6" fmla="*/ 14457 w 70716"/>
                        <a:gd name="connsiteY6" fmla="*/ 9672 h 76762"/>
                        <a:gd name="connsiteX7" fmla="*/ 10889 w 70716"/>
                        <a:gd name="connsiteY7" fmla="*/ 4914 h 76762"/>
                        <a:gd name="connsiteX8" fmla="*/ 7321 w 70716"/>
                        <a:gd name="connsiteY8" fmla="*/ 6104 h 76762"/>
                        <a:gd name="connsiteX9" fmla="*/ 1374 w 70716"/>
                        <a:gd name="connsiteY9" fmla="*/ 156 h 76762"/>
                        <a:gd name="connsiteX10" fmla="*/ 1374 w 70716"/>
                        <a:gd name="connsiteY10" fmla="*/ 7293 h 76762"/>
                        <a:gd name="connsiteX11" fmla="*/ 7321 w 70716"/>
                        <a:gd name="connsiteY11" fmla="*/ 16808 h 76762"/>
                        <a:gd name="connsiteX12" fmla="*/ 15646 w 70716"/>
                        <a:gd name="connsiteY12" fmla="*/ 31082 h 76762"/>
                        <a:gd name="connsiteX13" fmla="*/ 19215 w 70716"/>
                        <a:gd name="connsiteY13" fmla="*/ 37029 h 76762"/>
                        <a:gd name="connsiteX14" fmla="*/ 23972 w 70716"/>
                        <a:gd name="connsiteY14" fmla="*/ 40597 h 76762"/>
                        <a:gd name="connsiteX15" fmla="*/ 29920 w 70716"/>
                        <a:gd name="connsiteY15" fmla="*/ 52491 h 76762"/>
                        <a:gd name="connsiteX16" fmla="*/ 39435 w 70716"/>
                        <a:gd name="connsiteY16" fmla="*/ 57250 h 76762"/>
                        <a:gd name="connsiteX17" fmla="*/ 40625 w 70716"/>
                        <a:gd name="connsiteY17" fmla="*/ 63197 h 76762"/>
                        <a:gd name="connsiteX18" fmla="*/ 47761 w 70716"/>
                        <a:gd name="connsiteY18" fmla="*/ 64386 h 76762"/>
                        <a:gd name="connsiteX19" fmla="*/ 53708 w 70716"/>
                        <a:gd name="connsiteY19" fmla="*/ 71523 h 76762"/>
                        <a:gd name="connsiteX20" fmla="*/ 59656 w 70716"/>
                        <a:gd name="connsiteY20" fmla="*/ 70333 h 76762"/>
                        <a:gd name="connsiteX21" fmla="*/ 67982 w 70716"/>
                        <a:gd name="connsiteY21" fmla="*/ 76280 h 76762"/>
                        <a:gd name="connsiteX22" fmla="*/ 69171 w 70716"/>
                        <a:gd name="connsiteY22" fmla="*/ 67954 h 767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70716" h="76762">
                          <a:moveTo>
                            <a:pt x="69171" y="67954"/>
                          </a:moveTo>
                          <a:cubicBezTo>
                            <a:pt x="65603" y="65575"/>
                            <a:pt x="57277" y="62007"/>
                            <a:pt x="56087" y="58439"/>
                          </a:cubicBezTo>
                          <a:cubicBezTo>
                            <a:pt x="54898" y="54871"/>
                            <a:pt x="50140" y="45355"/>
                            <a:pt x="47761" y="44166"/>
                          </a:cubicBezTo>
                          <a:cubicBezTo>
                            <a:pt x="45382" y="44166"/>
                            <a:pt x="43004" y="45355"/>
                            <a:pt x="41814" y="41787"/>
                          </a:cubicBezTo>
                          <a:cubicBezTo>
                            <a:pt x="40625" y="38218"/>
                            <a:pt x="34678" y="28703"/>
                            <a:pt x="29920" y="23945"/>
                          </a:cubicBezTo>
                          <a:cubicBezTo>
                            <a:pt x="26351" y="20377"/>
                            <a:pt x="22783" y="20377"/>
                            <a:pt x="21593" y="16808"/>
                          </a:cubicBezTo>
                          <a:cubicBezTo>
                            <a:pt x="21593" y="13240"/>
                            <a:pt x="14457" y="12051"/>
                            <a:pt x="14457" y="9672"/>
                          </a:cubicBezTo>
                          <a:cubicBezTo>
                            <a:pt x="14457" y="7293"/>
                            <a:pt x="12078" y="4914"/>
                            <a:pt x="10889" y="4914"/>
                          </a:cubicBezTo>
                          <a:cubicBezTo>
                            <a:pt x="8510" y="3725"/>
                            <a:pt x="10889" y="8483"/>
                            <a:pt x="7321" y="6104"/>
                          </a:cubicBezTo>
                          <a:cubicBezTo>
                            <a:pt x="4942" y="4914"/>
                            <a:pt x="2563" y="-1033"/>
                            <a:pt x="1374" y="156"/>
                          </a:cubicBezTo>
                          <a:cubicBezTo>
                            <a:pt x="184" y="1346"/>
                            <a:pt x="-1005" y="6104"/>
                            <a:pt x="1374" y="7293"/>
                          </a:cubicBezTo>
                          <a:cubicBezTo>
                            <a:pt x="3752" y="8483"/>
                            <a:pt x="6131" y="13240"/>
                            <a:pt x="7321" y="16808"/>
                          </a:cubicBezTo>
                          <a:cubicBezTo>
                            <a:pt x="8510" y="20377"/>
                            <a:pt x="14457" y="31082"/>
                            <a:pt x="15646" y="31082"/>
                          </a:cubicBezTo>
                          <a:cubicBezTo>
                            <a:pt x="16836" y="31082"/>
                            <a:pt x="16836" y="35839"/>
                            <a:pt x="19215" y="37029"/>
                          </a:cubicBezTo>
                          <a:cubicBezTo>
                            <a:pt x="21593" y="38218"/>
                            <a:pt x="23972" y="38218"/>
                            <a:pt x="23972" y="40597"/>
                          </a:cubicBezTo>
                          <a:cubicBezTo>
                            <a:pt x="23972" y="42976"/>
                            <a:pt x="27541" y="50113"/>
                            <a:pt x="29920" y="52491"/>
                          </a:cubicBezTo>
                          <a:cubicBezTo>
                            <a:pt x="32299" y="54871"/>
                            <a:pt x="39435" y="54871"/>
                            <a:pt x="39435" y="57250"/>
                          </a:cubicBezTo>
                          <a:cubicBezTo>
                            <a:pt x="39435" y="59628"/>
                            <a:pt x="38246" y="63197"/>
                            <a:pt x="40625" y="63197"/>
                          </a:cubicBezTo>
                          <a:cubicBezTo>
                            <a:pt x="43004" y="63197"/>
                            <a:pt x="47761" y="60818"/>
                            <a:pt x="47761" y="64386"/>
                          </a:cubicBezTo>
                          <a:cubicBezTo>
                            <a:pt x="47761" y="67954"/>
                            <a:pt x="51329" y="71523"/>
                            <a:pt x="53708" y="71523"/>
                          </a:cubicBezTo>
                          <a:cubicBezTo>
                            <a:pt x="56087" y="72712"/>
                            <a:pt x="58466" y="69144"/>
                            <a:pt x="59656" y="70333"/>
                          </a:cubicBezTo>
                          <a:cubicBezTo>
                            <a:pt x="60845" y="71523"/>
                            <a:pt x="65603" y="78659"/>
                            <a:pt x="67982" y="76280"/>
                          </a:cubicBezTo>
                          <a:cubicBezTo>
                            <a:pt x="69171" y="73902"/>
                            <a:pt x="72740" y="71523"/>
                            <a:pt x="69171" y="6795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5" name="Freeform 224">
                      <a:extLst>
                        <a:ext uri="{FF2B5EF4-FFF2-40B4-BE49-F238E27FC236}">
                          <a16:creationId xmlns:a16="http://schemas.microsoft.com/office/drawing/2014/main" id="{255DCF6F-96E1-039B-D877-2FCF9B2912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98887" y="5038524"/>
                      <a:ext cx="12445" cy="11894"/>
                    </a:xfrm>
                    <a:custGeom>
                      <a:avLst/>
                      <a:gdLst>
                        <a:gd name="connsiteX0" fmla="*/ 6498 w 12445"/>
                        <a:gd name="connsiteY0" fmla="*/ 0 h 11894"/>
                        <a:gd name="connsiteX1" fmla="*/ 551 w 12445"/>
                        <a:gd name="connsiteY1" fmla="*/ 4758 h 11894"/>
                        <a:gd name="connsiteX2" fmla="*/ 6498 w 12445"/>
                        <a:gd name="connsiteY2" fmla="*/ 11894 h 11894"/>
                        <a:gd name="connsiteX3" fmla="*/ 12445 w 12445"/>
                        <a:gd name="connsiteY3" fmla="*/ 7137 h 11894"/>
                        <a:gd name="connsiteX4" fmla="*/ 6498 w 12445"/>
                        <a:gd name="connsiteY4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445" h="11894">
                          <a:moveTo>
                            <a:pt x="6498" y="0"/>
                          </a:moveTo>
                          <a:cubicBezTo>
                            <a:pt x="4120" y="0"/>
                            <a:pt x="-1827" y="1190"/>
                            <a:pt x="551" y="4758"/>
                          </a:cubicBezTo>
                          <a:cubicBezTo>
                            <a:pt x="2930" y="8326"/>
                            <a:pt x="2930" y="10705"/>
                            <a:pt x="6498" y="11894"/>
                          </a:cubicBezTo>
                          <a:cubicBezTo>
                            <a:pt x="10067" y="11894"/>
                            <a:pt x="10067" y="7137"/>
                            <a:pt x="12445" y="7137"/>
                          </a:cubicBezTo>
                          <a:cubicBezTo>
                            <a:pt x="12445" y="7137"/>
                            <a:pt x="8877" y="0"/>
                            <a:pt x="649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6" name="Freeform 225">
                      <a:extLst>
                        <a:ext uri="{FF2B5EF4-FFF2-40B4-BE49-F238E27FC236}">
                          <a16:creationId xmlns:a16="http://schemas.microsoft.com/office/drawing/2014/main" id="{95E80FF8-8BD8-354B-5594-EB1D12308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84868" y="5014735"/>
                      <a:ext cx="9945" cy="17020"/>
                    </a:xfrm>
                    <a:custGeom>
                      <a:avLst/>
                      <a:gdLst>
                        <a:gd name="connsiteX0" fmla="*/ 6245 w 9945"/>
                        <a:gd name="connsiteY0" fmla="*/ 9515 h 17020"/>
                        <a:gd name="connsiteX1" fmla="*/ 6245 w 9945"/>
                        <a:gd name="connsiteY1" fmla="*/ 0 h 17020"/>
                        <a:gd name="connsiteX2" fmla="*/ 298 w 9945"/>
                        <a:gd name="connsiteY2" fmla="*/ 4758 h 17020"/>
                        <a:gd name="connsiteX3" fmla="*/ 1487 w 9945"/>
                        <a:gd name="connsiteY3" fmla="*/ 14273 h 17020"/>
                        <a:gd name="connsiteX4" fmla="*/ 9813 w 9945"/>
                        <a:gd name="connsiteY4" fmla="*/ 14273 h 17020"/>
                        <a:gd name="connsiteX5" fmla="*/ 6245 w 9945"/>
                        <a:gd name="connsiteY5" fmla="*/ 9515 h 170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9945" h="17020">
                          <a:moveTo>
                            <a:pt x="6245" y="9515"/>
                          </a:moveTo>
                          <a:cubicBezTo>
                            <a:pt x="7434" y="5947"/>
                            <a:pt x="8623" y="0"/>
                            <a:pt x="6245" y="0"/>
                          </a:cubicBezTo>
                          <a:cubicBezTo>
                            <a:pt x="3866" y="0"/>
                            <a:pt x="-892" y="1190"/>
                            <a:pt x="298" y="4758"/>
                          </a:cubicBezTo>
                          <a:cubicBezTo>
                            <a:pt x="298" y="8326"/>
                            <a:pt x="-892" y="11894"/>
                            <a:pt x="1487" y="14273"/>
                          </a:cubicBezTo>
                          <a:cubicBezTo>
                            <a:pt x="3866" y="16652"/>
                            <a:pt x="11002" y="19031"/>
                            <a:pt x="9813" y="14273"/>
                          </a:cubicBezTo>
                          <a:cubicBezTo>
                            <a:pt x="9813" y="15463"/>
                            <a:pt x="5055" y="13084"/>
                            <a:pt x="6245" y="951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7" name="Freeform 226">
                      <a:extLst>
                        <a:ext uri="{FF2B5EF4-FFF2-40B4-BE49-F238E27FC236}">
                          <a16:creationId xmlns:a16="http://schemas.microsoft.com/office/drawing/2014/main" id="{5724CE98-FFC8-5703-38B3-7BA72A7F1A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9537" y="5007415"/>
                      <a:ext cx="7544" cy="8834"/>
                    </a:xfrm>
                    <a:custGeom>
                      <a:avLst/>
                      <a:gdLst>
                        <a:gd name="connsiteX0" fmla="*/ 4923 w 7544"/>
                        <a:gd name="connsiteY0" fmla="*/ 1374 h 8834"/>
                        <a:gd name="connsiteX1" fmla="*/ 1355 w 7544"/>
                        <a:gd name="connsiteY1" fmla="*/ 6131 h 8834"/>
                        <a:gd name="connsiteX2" fmla="*/ 4923 w 7544"/>
                        <a:gd name="connsiteY2" fmla="*/ 8510 h 8834"/>
                        <a:gd name="connsiteX3" fmla="*/ 7302 w 7544"/>
                        <a:gd name="connsiteY3" fmla="*/ 1374 h 8834"/>
                        <a:gd name="connsiteX4" fmla="*/ 4923 w 7544"/>
                        <a:gd name="connsiteY4" fmla="*/ 1374 h 88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544" h="8834">
                          <a:moveTo>
                            <a:pt x="4923" y="1374"/>
                          </a:moveTo>
                          <a:cubicBezTo>
                            <a:pt x="3734" y="2563"/>
                            <a:pt x="2544" y="4942"/>
                            <a:pt x="1355" y="6131"/>
                          </a:cubicBezTo>
                          <a:cubicBezTo>
                            <a:pt x="165" y="7321"/>
                            <a:pt x="-2213" y="9700"/>
                            <a:pt x="4923" y="8510"/>
                          </a:cubicBezTo>
                          <a:cubicBezTo>
                            <a:pt x="4923" y="8510"/>
                            <a:pt x="8491" y="3753"/>
                            <a:pt x="7302" y="1374"/>
                          </a:cubicBezTo>
                          <a:cubicBezTo>
                            <a:pt x="7302" y="-1005"/>
                            <a:pt x="6112" y="184"/>
                            <a:pt x="4923" y="137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8" name="Graphic 27">
                    <a:extLst>
                      <a:ext uri="{FF2B5EF4-FFF2-40B4-BE49-F238E27FC236}">
                        <a16:creationId xmlns:a16="http://schemas.microsoft.com/office/drawing/2014/main" id="{ABF06E21-C1FC-5451-C533-42378B948D2C}"/>
                      </a:ext>
                    </a:extLst>
                  </p:cNvPr>
                  <p:cNvGrpSpPr/>
                  <p:nvPr/>
                </p:nvGrpSpPr>
                <p:grpSpPr>
                  <a:xfrm>
                    <a:off x="9988204" y="4829573"/>
                    <a:ext cx="60493" cy="153203"/>
                    <a:chOff x="9988204" y="4829573"/>
                    <a:chExt cx="60493" cy="153203"/>
                  </a:xfrm>
                  <a:grpFill/>
                </p:grpSpPr>
                <p:sp>
                  <p:nvSpPr>
                    <p:cNvPr id="229" name="Freeform 228">
                      <a:extLst>
                        <a:ext uri="{FF2B5EF4-FFF2-40B4-BE49-F238E27FC236}">
                          <a16:creationId xmlns:a16="http://schemas.microsoft.com/office/drawing/2014/main" id="{8790904C-9E14-41D6-8E8A-83F404E029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01046" y="4868435"/>
                      <a:ext cx="17968" cy="20220"/>
                    </a:xfrm>
                    <a:custGeom>
                      <a:avLst/>
                      <a:gdLst>
                        <a:gd name="connsiteX0" fmla="*/ 5528 w 17968"/>
                        <a:gd name="connsiteY0" fmla="*/ 0 h 20220"/>
                        <a:gd name="connsiteX1" fmla="*/ 770 w 17968"/>
                        <a:gd name="connsiteY1" fmla="*/ 2379 h 20220"/>
                        <a:gd name="connsiteX2" fmla="*/ 5528 w 17968"/>
                        <a:gd name="connsiteY2" fmla="*/ 7136 h 20220"/>
                        <a:gd name="connsiteX3" fmla="*/ 6717 w 17968"/>
                        <a:gd name="connsiteY3" fmla="*/ 20220 h 20220"/>
                        <a:gd name="connsiteX4" fmla="*/ 10286 w 17968"/>
                        <a:gd name="connsiteY4" fmla="*/ 20220 h 20220"/>
                        <a:gd name="connsiteX5" fmla="*/ 17423 w 17968"/>
                        <a:gd name="connsiteY5" fmla="*/ 16652 h 20220"/>
                        <a:gd name="connsiteX6" fmla="*/ 5528 w 17968"/>
                        <a:gd name="connsiteY6" fmla="*/ 0 h 202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7968" h="20220">
                          <a:moveTo>
                            <a:pt x="5528" y="0"/>
                          </a:moveTo>
                          <a:cubicBezTo>
                            <a:pt x="1960" y="0"/>
                            <a:pt x="-1609" y="0"/>
                            <a:pt x="770" y="2379"/>
                          </a:cubicBezTo>
                          <a:cubicBezTo>
                            <a:pt x="3149" y="4758"/>
                            <a:pt x="5528" y="3568"/>
                            <a:pt x="5528" y="7136"/>
                          </a:cubicBezTo>
                          <a:cubicBezTo>
                            <a:pt x="5528" y="11894"/>
                            <a:pt x="3149" y="20220"/>
                            <a:pt x="6717" y="20220"/>
                          </a:cubicBezTo>
                          <a:cubicBezTo>
                            <a:pt x="10286" y="20220"/>
                            <a:pt x="10286" y="20220"/>
                            <a:pt x="10286" y="20220"/>
                          </a:cubicBezTo>
                          <a:cubicBezTo>
                            <a:pt x="13854" y="20220"/>
                            <a:pt x="19802" y="20220"/>
                            <a:pt x="17423" y="16652"/>
                          </a:cubicBezTo>
                          <a:cubicBezTo>
                            <a:pt x="13854" y="13083"/>
                            <a:pt x="9096" y="0"/>
                            <a:pt x="552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0" name="Freeform 229">
                      <a:extLst>
                        <a:ext uri="{FF2B5EF4-FFF2-40B4-BE49-F238E27FC236}">
                          <a16:creationId xmlns:a16="http://schemas.microsoft.com/office/drawing/2014/main" id="{2955E9BD-F67A-EFD3-89E4-A99341218F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0848" y="4875976"/>
                      <a:ext cx="9757" cy="8578"/>
                    </a:xfrm>
                    <a:custGeom>
                      <a:avLst/>
                      <a:gdLst>
                        <a:gd name="connsiteX0" fmla="*/ 0 w 9757"/>
                        <a:gd name="connsiteY0" fmla="*/ 4353 h 8578"/>
                        <a:gd name="connsiteX1" fmla="*/ 7136 w 9757"/>
                        <a:gd name="connsiteY1" fmla="*/ 7921 h 8578"/>
                        <a:gd name="connsiteX2" fmla="*/ 9515 w 9757"/>
                        <a:gd name="connsiteY2" fmla="*/ 5542 h 8578"/>
                        <a:gd name="connsiteX3" fmla="*/ 4757 w 9757"/>
                        <a:gd name="connsiteY3" fmla="*/ 784 h 8578"/>
                        <a:gd name="connsiteX4" fmla="*/ 0 w 9757"/>
                        <a:gd name="connsiteY4" fmla="*/ 4353 h 8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757" h="8578">
                          <a:moveTo>
                            <a:pt x="0" y="4353"/>
                          </a:moveTo>
                          <a:cubicBezTo>
                            <a:pt x="0" y="5542"/>
                            <a:pt x="4757" y="10300"/>
                            <a:pt x="7136" y="7921"/>
                          </a:cubicBezTo>
                          <a:cubicBezTo>
                            <a:pt x="7136" y="7921"/>
                            <a:pt x="10704" y="6732"/>
                            <a:pt x="9515" y="5542"/>
                          </a:cubicBezTo>
                          <a:cubicBezTo>
                            <a:pt x="8325" y="4353"/>
                            <a:pt x="5947" y="1974"/>
                            <a:pt x="4757" y="784"/>
                          </a:cubicBezTo>
                          <a:cubicBezTo>
                            <a:pt x="5947" y="-1594"/>
                            <a:pt x="0" y="1974"/>
                            <a:pt x="0" y="435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1" name="Freeform 230">
                      <a:extLst>
                        <a:ext uri="{FF2B5EF4-FFF2-40B4-BE49-F238E27FC236}">
                          <a16:creationId xmlns:a16="http://schemas.microsoft.com/office/drawing/2014/main" id="{B2B22870-2DA9-F03C-756C-9B01B9C702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3949" y="4890607"/>
                      <a:ext cx="7603" cy="7431"/>
                    </a:xfrm>
                    <a:custGeom>
                      <a:avLst/>
                      <a:gdLst>
                        <a:gd name="connsiteX0" fmla="*/ 2846 w 7603"/>
                        <a:gd name="connsiteY0" fmla="*/ 427 h 7431"/>
                        <a:gd name="connsiteX1" fmla="*/ 467 w 7603"/>
                        <a:gd name="connsiteY1" fmla="*/ 6375 h 7431"/>
                        <a:gd name="connsiteX2" fmla="*/ 7603 w 7603"/>
                        <a:gd name="connsiteY2" fmla="*/ 6375 h 7431"/>
                        <a:gd name="connsiteX3" fmla="*/ 2846 w 7603"/>
                        <a:gd name="connsiteY3" fmla="*/ 427 h 74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03" h="7431">
                          <a:moveTo>
                            <a:pt x="2846" y="427"/>
                          </a:moveTo>
                          <a:cubicBezTo>
                            <a:pt x="467" y="2806"/>
                            <a:pt x="-723" y="6375"/>
                            <a:pt x="467" y="6375"/>
                          </a:cubicBezTo>
                          <a:cubicBezTo>
                            <a:pt x="2846" y="6375"/>
                            <a:pt x="6414" y="8753"/>
                            <a:pt x="7603" y="6375"/>
                          </a:cubicBezTo>
                          <a:cubicBezTo>
                            <a:pt x="7603" y="6375"/>
                            <a:pt x="4035" y="-1952"/>
                            <a:pt x="2846" y="42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2" name="Freeform 231">
                      <a:extLst>
                        <a:ext uri="{FF2B5EF4-FFF2-40B4-BE49-F238E27FC236}">
                          <a16:creationId xmlns:a16="http://schemas.microsoft.com/office/drawing/2014/main" id="{3F77441E-8A2D-B3A1-4A6B-F57D52F7CC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1056" y="4915879"/>
                      <a:ext cx="12875" cy="10090"/>
                    </a:xfrm>
                    <a:custGeom>
                      <a:avLst/>
                      <a:gdLst>
                        <a:gd name="connsiteX0" fmla="*/ 6928 w 12875"/>
                        <a:gd name="connsiteY0" fmla="*/ 133 h 10090"/>
                        <a:gd name="connsiteX1" fmla="*/ 981 w 12875"/>
                        <a:gd name="connsiteY1" fmla="*/ 4891 h 10090"/>
                        <a:gd name="connsiteX2" fmla="*/ 12875 w 12875"/>
                        <a:gd name="connsiteY2" fmla="*/ 7270 h 10090"/>
                        <a:gd name="connsiteX3" fmla="*/ 6928 w 12875"/>
                        <a:gd name="connsiteY3" fmla="*/ 133 h 100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875" h="10090">
                          <a:moveTo>
                            <a:pt x="6928" y="133"/>
                          </a:moveTo>
                          <a:cubicBezTo>
                            <a:pt x="4549" y="1322"/>
                            <a:pt x="-2587" y="133"/>
                            <a:pt x="981" y="4891"/>
                          </a:cubicBezTo>
                          <a:cubicBezTo>
                            <a:pt x="4549" y="8459"/>
                            <a:pt x="11686" y="13217"/>
                            <a:pt x="12875" y="7270"/>
                          </a:cubicBezTo>
                          <a:cubicBezTo>
                            <a:pt x="11686" y="6080"/>
                            <a:pt x="8117" y="-1056"/>
                            <a:pt x="6928" y="1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3" name="Freeform 232">
                      <a:extLst>
                        <a:ext uri="{FF2B5EF4-FFF2-40B4-BE49-F238E27FC236}">
                          <a16:creationId xmlns:a16="http://schemas.microsoft.com/office/drawing/2014/main" id="{82C04269-3AA4-0164-218B-E880A79763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38533" y="4950322"/>
                      <a:ext cx="6400" cy="11610"/>
                    </a:xfrm>
                    <a:custGeom>
                      <a:avLst/>
                      <a:gdLst>
                        <a:gd name="connsiteX0" fmla="*/ 6104 w 6400"/>
                        <a:gd name="connsiteY0" fmla="*/ 10889 h 11610"/>
                        <a:gd name="connsiteX1" fmla="*/ 4914 w 6400"/>
                        <a:gd name="connsiteY1" fmla="*/ 1374 h 11610"/>
                        <a:gd name="connsiteX2" fmla="*/ 157 w 6400"/>
                        <a:gd name="connsiteY2" fmla="*/ 1374 h 11610"/>
                        <a:gd name="connsiteX3" fmla="*/ 6104 w 6400"/>
                        <a:gd name="connsiteY3" fmla="*/ 10889 h 11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400" h="11610">
                          <a:moveTo>
                            <a:pt x="6104" y="10889"/>
                          </a:moveTo>
                          <a:cubicBezTo>
                            <a:pt x="6104" y="10889"/>
                            <a:pt x="7293" y="2563"/>
                            <a:pt x="4914" y="1374"/>
                          </a:cubicBezTo>
                          <a:cubicBezTo>
                            <a:pt x="2535" y="184"/>
                            <a:pt x="157" y="-1005"/>
                            <a:pt x="157" y="1374"/>
                          </a:cubicBezTo>
                          <a:cubicBezTo>
                            <a:pt x="-1033" y="3752"/>
                            <a:pt x="4914" y="14457"/>
                            <a:pt x="6104" y="108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4" name="Freeform 233">
                      <a:extLst>
                        <a:ext uri="{FF2B5EF4-FFF2-40B4-BE49-F238E27FC236}">
                          <a16:creationId xmlns:a16="http://schemas.microsoft.com/office/drawing/2014/main" id="{CC8D5F1E-0FDB-74FA-84C3-4C1C9BD772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44637" y="4975241"/>
                      <a:ext cx="4060" cy="7534"/>
                    </a:xfrm>
                    <a:custGeom>
                      <a:avLst/>
                      <a:gdLst>
                        <a:gd name="connsiteX0" fmla="*/ 3568 w 4060"/>
                        <a:gd name="connsiteY0" fmla="*/ 2621 h 7534"/>
                        <a:gd name="connsiteX1" fmla="*/ 0 w 4060"/>
                        <a:gd name="connsiteY1" fmla="*/ 243 h 7534"/>
                        <a:gd name="connsiteX2" fmla="*/ 2378 w 4060"/>
                        <a:gd name="connsiteY2" fmla="*/ 7379 h 7534"/>
                        <a:gd name="connsiteX3" fmla="*/ 3568 w 4060"/>
                        <a:gd name="connsiteY3" fmla="*/ 2621 h 75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060" h="7534">
                          <a:moveTo>
                            <a:pt x="3568" y="2621"/>
                          </a:moveTo>
                          <a:cubicBezTo>
                            <a:pt x="3568" y="2621"/>
                            <a:pt x="0" y="-947"/>
                            <a:pt x="0" y="243"/>
                          </a:cubicBezTo>
                          <a:cubicBezTo>
                            <a:pt x="0" y="2621"/>
                            <a:pt x="1189" y="8569"/>
                            <a:pt x="2378" y="7379"/>
                          </a:cubicBezTo>
                          <a:cubicBezTo>
                            <a:pt x="3568" y="5000"/>
                            <a:pt x="4757" y="5000"/>
                            <a:pt x="3568" y="262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" name="Freeform 234">
                      <a:extLst>
                        <a:ext uri="{FF2B5EF4-FFF2-40B4-BE49-F238E27FC236}">
                          <a16:creationId xmlns:a16="http://schemas.microsoft.com/office/drawing/2014/main" id="{7D95D58F-B9BD-6042-0D90-052C5C0CE5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8990" y="4857542"/>
                      <a:ext cx="3752" cy="10892"/>
                    </a:xfrm>
                    <a:custGeom>
                      <a:avLst/>
                      <a:gdLst>
                        <a:gd name="connsiteX0" fmla="*/ 1374 w 3752"/>
                        <a:gd name="connsiteY0" fmla="*/ 10893 h 10892"/>
                        <a:gd name="connsiteX1" fmla="*/ 3753 w 3752"/>
                        <a:gd name="connsiteY1" fmla="*/ 6135 h 10892"/>
                        <a:gd name="connsiteX2" fmla="*/ 1374 w 3752"/>
                        <a:gd name="connsiteY2" fmla="*/ 188 h 10892"/>
                        <a:gd name="connsiteX3" fmla="*/ 1374 w 3752"/>
                        <a:gd name="connsiteY3" fmla="*/ 10893 h 108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752" h="10892">
                          <a:moveTo>
                            <a:pt x="1374" y="10893"/>
                          </a:moveTo>
                          <a:cubicBezTo>
                            <a:pt x="1374" y="10893"/>
                            <a:pt x="3753" y="8514"/>
                            <a:pt x="3753" y="6135"/>
                          </a:cubicBezTo>
                          <a:cubicBezTo>
                            <a:pt x="3753" y="3756"/>
                            <a:pt x="2563" y="-1001"/>
                            <a:pt x="1374" y="188"/>
                          </a:cubicBezTo>
                          <a:cubicBezTo>
                            <a:pt x="184" y="188"/>
                            <a:pt x="-1005" y="9703"/>
                            <a:pt x="1374" y="1089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" name="Freeform 235">
                      <a:extLst>
                        <a:ext uri="{FF2B5EF4-FFF2-40B4-BE49-F238E27FC236}">
                          <a16:creationId xmlns:a16="http://schemas.microsoft.com/office/drawing/2014/main" id="{04B1A25B-51CF-4B5D-5EBA-58F84250A6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8673" y="4848030"/>
                      <a:ext cx="8279" cy="6367"/>
                    </a:xfrm>
                    <a:custGeom>
                      <a:avLst/>
                      <a:gdLst>
                        <a:gd name="connsiteX0" fmla="*/ 3364 w 8279"/>
                        <a:gd name="connsiteY0" fmla="*/ 6131 h 6367"/>
                        <a:gd name="connsiteX1" fmla="*/ 8122 w 8279"/>
                        <a:gd name="connsiteY1" fmla="*/ 1374 h 6367"/>
                        <a:gd name="connsiteX2" fmla="*/ 985 w 8279"/>
                        <a:gd name="connsiteY2" fmla="*/ 1374 h 6367"/>
                        <a:gd name="connsiteX3" fmla="*/ 3364 w 8279"/>
                        <a:gd name="connsiteY3" fmla="*/ 6131 h 63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279" h="6367">
                          <a:moveTo>
                            <a:pt x="3364" y="6131"/>
                          </a:moveTo>
                          <a:cubicBezTo>
                            <a:pt x="3364" y="6131"/>
                            <a:pt x="9312" y="2563"/>
                            <a:pt x="8122" y="1374"/>
                          </a:cubicBezTo>
                          <a:cubicBezTo>
                            <a:pt x="6933" y="184"/>
                            <a:pt x="3364" y="-1005"/>
                            <a:pt x="985" y="1374"/>
                          </a:cubicBezTo>
                          <a:cubicBezTo>
                            <a:pt x="-1394" y="3752"/>
                            <a:pt x="985" y="7321"/>
                            <a:pt x="3364" y="613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7" name="Freeform 236">
                      <a:extLst>
                        <a:ext uri="{FF2B5EF4-FFF2-40B4-BE49-F238E27FC236}">
                          <a16:creationId xmlns:a16="http://schemas.microsoft.com/office/drawing/2014/main" id="{757D8609-A4C2-C5B7-BE1D-DC24518064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9768" y="4838699"/>
                      <a:ext cx="2841" cy="9829"/>
                    </a:xfrm>
                    <a:custGeom>
                      <a:avLst/>
                      <a:gdLst>
                        <a:gd name="connsiteX0" fmla="*/ 1784 w 2841"/>
                        <a:gd name="connsiteY0" fmla="*/ 9515 h 9829"/>
                        <a:gd name="connsiteX1" fmla="*/ 1784 w 2841"/>
                        <a:gd name="connsiteY1" fmla="*/ 0 h 9829"/>
                        <a:gd name="connsiteX2" fmla="*/ 1784 w 2841"/>
                        <a:gd name="connsiteY2" fmla="*/ 9515 h 98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841" h="9829">
                          <a:moveTo>
                            <a:pt x="1784" y="9515"/>
                          </a:moveTo>
                          <a:cubicBezTo>
                            <a:pt x="1784" y="9515"/>
                            <a:pt x="4163" y="0"/>
                            <a:pt x="1784" y="0"/>
                          </a:cubicBezTo>
                          <a:cubicBezTo>
                            <a:pt x="-595" y="0"/>
                            <a:pt x="-595" y="11894"/>
                            <a:pt x="1784" y="951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8" name="Freeform 237">
                      <a:extLst>
                        <a:ext uri="{FF2B5EF4-FFF2-40B4-BE49-F238E27FC236}">
                          <a16:creationId xmlns:a16="http://schemas.microsoft.com/office/drawing/2014/main" id="{4C3DD9A9-7A6C-0AD3-26F9-E2D36D10E3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88204" y="4829573"/>
                      <a:ext cx="17180" cy="30860"/>
                    </a:xfrm>
                    <a:custGeom>
                      <a:avLst/>
                      <a:gdLst>
                        <a:gd name="connsiteX0" fmla="*/ 14802 w 17180"/>
                        <a:gd name="connsiteY0" fmla="*/ 28157 h 30860"/>
                        <a:gd name="connsiteX1" fmla="*/ 17180 w 17180"/>
                        <a:gd name="connsiteY1" fmla="*/ 22210 h 30860"/>
                        <a:gd name="connsiteX2" fmla="*/ 14802 w 17180"/>
                        <a:gd name="connsiteY2" fmla="*/ 16263 h 30860"/>
                        <a:gd name="connsiteX3" fmla="*/ 14802 w 17180"/>
                        <a:gd name="connsiteY3" fmla="*/ 9126 h 30860"/>
                        <a:gd name="connsiteX4" fmla="*/ 11233 w 17180"/>
                        <a:gd name="connsiteY4" fmla="*/ 15074 h 30860"/>
                        <a:gd name="connsiteX5" fmla="*/ 6476 w 17180"/>
                        <a:gd name="connsiteY5" fmla="*/ 13884 h 30860"/>
                        <a:gd name="connsiteX6" fmla="*/ 6476 w 17180"/>
                        <a:gd name="connsiteY6" fmla="*/ 3179 h 30860"/>
                        <a:gd name="connsiteX7" fmla="*/ 1718 w 17180"/>
                        <a:gd name="connsiteY7" fmla="*/ 800 h 30860"/>
                        <a:gd name="connsiteX8" fmla="*/ 529 w 17180"/>
                        <a:gd name="connsiteY8" fmla="*/ 10316 h 30860"/>
                        <a:gd name="connsiteX9" fmla="*/ 529 w 17180"/>
                        <a:gd name="connsiteY9" fmla="*/ 16263 h 30860"/>
                        <a:gd name="connsiteX10" fmla="*/ 2908 w 17180"/>
                        <a:gd name="connsiteY10" fmla="*/ 22210 h 30860"/>
                        <a:gd name="connsiteX11" fmla="*/ 1718 w 17180"/>
                        <a:gd name="connsiteY11" fmla="*/ 28157 h 30860"/>
                        <a:gd name="connsiteX12" fmla="*/ 7665 w 17180"/>
                        <a:gd name="connsiteY12" fmla="*/ 30536 h 30860"/>
                        <a:gd name="connsiteX13" fmla="*/ 11233 w 17180"/>
                        <a:gd name="connsiteY13" fmla="*/ 26968 h 30860"/>
                        <a:gd name="connsiteX14" fmla="*/ 14802 w 17180"/>
                        <a:gd name="connsiteY14" fmla="*/ 28157 h 308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7180" h="30860">
                          <a:moveTo>
                            <a:pt x="14802" y="28157"/>
                          </a:moveTo>
                          <a:cubicBezTo>
                            <a:pt x="14802" y="28157"/>
                            <a:pt x="17180" y="24589"/>
                            <a:pt x="17180" y="22210"/>
                          </a:cubicBezTo>
                          <a:cubicBezTo>
                            <a:pt x="17180" y="19831"/>
                            <a:pt x="13612" y="17452"/>
                            <a:pt x="14802" y="16263"/>
                          </a:cubicBezTo>
                          <a:cubicBezTo>
                            <a:pt x="15991" y="15074"/>
                            <a:pt x="15991" y="9126"/>
                            <a:pt x="14802" y="9126"/>
                          </a:cubicBezTo>
                          <a:cubicBezTo>
                            <a:pt x="13612" y="9126"/>
                            <a:pt x="12423" y="15074"/>
                            <a:pt x="11233" y="15074"/>
                          </a:cubicBezTo>
                          <a:cubicBezTo>
                            <a:pt x="8855" y="15074"/>
                            <a:pt x="7665" y="17452"/>
                            <a:pt x="6476" y="13884"/>
                          </a:cubicBezTo>
                          <a:cubicBezTo>
                            <a:pt x="5286" y="10316"/>
                            <a:pt x="7665" y="4368"/>
                            <a:pt x="6476" y="3179"/>
                          </a:cubicBezTo>
                          <a:cubicBezTo>
                            <a:pt x="5286" y="1990"/>
                            <a:pt x="2908" y="-1579"/>
                            <a:pt x="1718" y="800"/>
                          </a:cubicBezTo>
                          <a:cubicBezTo>
                            <a:pt x="529" y="3179"/>
                            <a:pt x="529" y="7937"/>
                            <a:pt x="529" y="10316"/>
                          </a:cubicBezTo>
                          <a:cubicBezTo>
                            <a:pt x="529" y="12695"/>
                            <a:pt x="-661" y="13884"/>
                            <a:pt x="529" y="16263"/>
                          </a:cubicBezTo>
                          <a:cubicBezTo>
                            <a:pt x="1718" y="18642"/>
                            <a:pt x="2908" y="21021"/>
                            <a:pt x="2908" y="22210"/>
                          </a:cubicBezTo>
                          <a:cubicBezTo>
                            <a:pt x="2908" y="23399"/>
                            <a:pt x="529" y="26968"/>
                            <a:pt x="1718" y="28157"/>
                          </a:cubicBezTo>
                          <a:cubicBezTo>
                            <a:pt x="2908" y="29347"/>
                            <a:pt x="4097" y="31726"/>
                            <a:pt x="7665" y="30536"/>
                          </a:cubicBezTo>
                          <a:cubicBezTo>
                            <a:pt x="10044" y="29347"/>
                            <a:pt x="10044" y="26968"/>
                            <a:pt x="11233" y="26968"/>
                          </a:cubicBezTo>
                          <a:cubicBezTo>
                            <a:pt x="12423" y="26968"/>
                            <a:pt x="11233" y="30536"/>
                            <a:pt x="14802" y="2815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39" name="Graphic 27">
                    <a:extLst>
                      <a:ext uri="{FF2B5EF4-FFF2-40B4-BE49-F238E27FC236}">
                        <a16:creationId xmlns:a16="http://schemas.microsoft.com/office/drawing/2014/main" id="{B943E737-B0EE-25A9-7463-567BDBDACA6E}"/>
                      </a:ext>
                    </a:extLst>
                  </p:cNvPr>
                  <p:cNvGrpSpPr/>
                  <p:nvPr/>
                </p:nvGrpSpPr>
                <p:grpSpPr>
                  <a:xfrm>
                    <a:off x="9745103" y="4598433"/>
                    <a:ext cx="241813" cy="144219"/>
                    <a:chOff x="9745103" y="4598433"/>
                    <a:chExt cx="241813" cy="144219"/>
                  </a:xfrm>
                  <a:grpFill/>
                </p:grpSpPr>
                <p:sp>
                  <p:nvSpPr>
                    <p:cNvPr id="240" name="Freeform 239">
                      <a:extLst>
                        <a:ext uri="{FF2B5EF4-FFF2-40B4-BE49-F238E27FC236}">
                          <a16:creationId xmlns:a16="http://schemas.microsoft.com/office/drawing/2014/main" id="{9E603A0F-DF56-C6C1-8481-6EB7576F93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76460" y="4714217"/>
                      <a:ext cx="10455" cy="6964"/>
                    </a:xfrm>
                    <a:custGeom>
                      <a:avLst/>
                      <a:gdLst>
                        <a:gd name="connsiteX0" fmla="*/ 9894 w 10455"/>
                        <a:gd name="connsiteY0" fmla="*/ 781 h 6964"/>
                        <a:gd name="connsiteX1" fmla="*/ 379 w 10455"/>
                        <a:gd name="connsiteY1" fmla="*/ 1971 h 6964"/>
                        <a:gd name="connsiteX2" fmla="*/ 6326 w 10455"/>
                        <a:gd name="connsiteY2" fmla="*/ 6728 h 6964"/>
                        <a:gd name="connsiteX3" fmla="*/ 9894 w 10455"/>
                        <a:gd name="connsiteY3" fmla="*/ 781 h 69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55" h="6964">
                          <a:moveTo>
                            <a:pt x="9894" y="781"/>
                          </a:moveTo>
                          <a:cubicBezTo>
                            <a:pt x="7515" y="-408"/>
                            <a:pt x="-2000" y="-408"/>
                            <a:pt x="379" y="1971"/>
                          </a:cubicBezTo>
                          <a:cubicBezTo>
                            <a:pt x="1568" y="4350"/>
                            <a:pt x="1568" y="7918"/>
                            <a:pt x="6326" y="6728"/>
                          </a:cubicBezTo>
                          <a:cubicBezTo>
                            <a:pt x="6326" y="6728"/>
                            <a:pt x="12273" y="1971"/>
                            <a:pt x="9894" y="78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1" name="Freeform 240">
                      <a:extLst>
                        <a:ext uri="{FF2B5EF4-FFF2-40B4-BE49-F238E27FC236}">
                          <a16:creationId xmlns:a16="http://schemas.microsoft.com/office/drawing/2014/main" id="{A0C45E4D-8BA2-859F-4F2F-95DDDC4F07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67411" y="4701468"/>
                      <a:ext cx="22790" cy="19632"/>
                    </a:xfrm>
                    <a:custGeom>
                      <a:avLst/>
                      <a:gdLst>
                        <a:gd name="connsiteX0" fmla="*/ 16652 w 22790"/>
                        <a:gd name="connsiteY0" fmla="*/ 6393 h 19632"/>
                        <a:gd name="connsiteX1" fmla="*/ 7136 w 22790"/>
                        <a:gd name="connsiteY1" fmla="*/ 4014 h 19632"/>
                        <a:gd name="connsiteX2" fmla="*/ 0 w 22790"/>
                        <a:gd name="connsiteY2" fmla="*/ 446 h 19632"/>
                        <a:gd name="connsiteX3" fmla="*/ 4758 w 22790"/>
                        <a:gd name="connsiteY3" fmla="*/ 12340 h 19632"/>
                        <a:gd name="connsiteX4" fmla="*/ 19031 w 22790"/>
                        <a:gd name="connsiteY4" fmla="*/ 19477 h 19632"/>
                        <a:gd name="connsiteX5" fmla="*/ 22600 w 22790"/>
                        <a:gd name="connsiteY5" fmla="*/ 13530 h 19632"/>
                        <a:gd name="connsiteX6" fmla="*/ 16652 w 22790"/>
                        <a:gd name="connsiteY6" fmla="*/ 6393 h 196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790" h="19632">
                          <a:moveTo>
                            <a:pt x="16652" y="6393"/>
                          </a:moveTo>
                          <a:cubicBezTo>
                            <a:pt x="13083" y="6393"/>
                            <a:pt x="8326" y="6393"/>
                            <a:pt x="7136" y="4014"/>
                          </a:cubicBezTo>
                          <a:cubicBezTo>
                            <a:pt x="4758" y="446"/>
                            <a:pt x="1189" y="-743"/>
                            <a:pt x="0" y="446"/>
                          </a:cubicBezTo>
                          <a:cubicBezTo>
                            <a:pt x="0" y="1635"/>
                            <a:pt x="2379" y="9961"/>
                            <a:pt x="4758" y="12340"/>
                          </a:cubicBezTo>
                          <a:cubicBezTo>
                            <a:pt x="8326" y="14719"/>
                            <a:pt x="15463" y="20666"/>
                            <a:pt x="19031" y="19477"/>
                          </a:cubicBezTo>
                          <a:cubicBezTo>
                            <a:pt x="19031" y="19477"/>
                            <a:pt x="23789" y="17098"/>
                            <a:pt x="22600" y="13530"/>
                          </a:cubicBezTo>
                          <a:cubicBezTo>
                            <a:pt x="22600" y="11151"/>
                            <a:pt x="20221" y="7582"/>
                            <a:pt x="16652" y="639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2" name="Freeform 241">
                      <a:extLst>
                        <a:ext uri="{FF2B5EF4-FFF2-40B4-BE49-F238E27FC236}">
                          <a16:creationId xmlns:a16="http://schemas.microsoft.com/office/drawing/2014/main" id="{146ECD6C-68EE-FA02-5FCA-5341E02E61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30148" y="4734894"/>
                      <a:ext cx="15969" cy="7758"/>
                    </a:xfrm>
                    <a:custGeom>
                      <a:avLst/>
                      <a:gdLst>
                        <a:gd name="connsiteX0" fmla="*/ 8716 w 15969"/>
                        <a:gd name="connsiteY0" fmla="*/ 2703 h 7758"/>
                        <a:gd name="connsiteX1" fmla="*/ 391 w 15969"/>
                        <a:gd name="connsiteY1" fmla="*/ 324 h 7758"/>
                        <a:gd name="connsiteX2" fmla="*/ 8716 w 15969"/>
                        <a:gd name="connsiteY2" fmla="*/ 7461 h 7758"/>
                        <a:gd name="connsiteX3" fmla="*/ 15853 w 15969"/>
                        <a:gd name="connsiteY3" fmla="*/ 6271 h 7758"/>
                        <a:gd name="connsiteX4" fmla="*/ 8716 w 15969"/>
                        <a:gd name="connsiteY4" fmla="*/ 2703 h 77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969" h="7758">
                          <a:moveTo>
                            <a:pt x="8716" y="2703"/>
                          </a:moveTo>
                          <a:cubicBezTo>
                            <a:pt x="7527" y="1514"/>
                            <a:pt x="391" y="-865"/>
                            <a:pt x="391" y="324"/>
                          </a:cubicBezTo>
                          <a:cubicBezTo>
                            <a:pt x="-799" y="2703"/>
                            <a:pt x="391" y="7461"/>
                            <a:pt x="8716" y="7461"/>
                          </a:cubicBezTo>
                          <a:cubicBezTo>
                            <a:pt x="8716" y="7461"/>
                            <a:pt x="17042" y="8650"/>
                            <a:pt x="15853" y="6271"/>
                          </a:cubicBezTo>
                          <a:cubicBezTo>
                            <a:pt x="14663" y="5082"/>
                            <a:pt x="9906" y="3892"/>
                            <a:pt x="8716" y="270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3" name="Freeform 242">
                      <a:extLst>
                        <a:ext uri="{FF2B5EF4-FFF2-40B4-BE49-F238E27FC236}">
                          <a16:creationId xmlns:a16="http://schemas.microsoft.com/office/drawing/2014/main" id="{2F5C2F7B-0F1D-9EEA-7D46-44FF284C40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9191" y="4650111"/>
                      <a:ext cx="28553" cy="35701"/>
                    </a:xfrm>
                    <a:custGeom>
                      <a:avLst/>
                      <a:gdLst>
                        <a:gd name="connsiteX0" fmla="*/ 21788 w 28553"/>
                        <a:gd name="connsiteY0" fmla="*/ 29203 h 35701"/>
                        <a:gd name="connsiteX1" fmla="*/ 26546 w 28553"/>
                        <a:gd name="connsiteY1" fmla="*/ 35150 h 35701"/>
                        <a:gd name="connsiteX2" fmla="*/ 27736 w 28553"/>
                        <a:gd name="connsiteY2" fmla="*/ 28014 h 35701"/>
                        <a:gd name="connsiteX3" fmla="*/ 14652 w 28553"/>
                        <a:gd name="connsiteY3" fmla="*/ 16120 h 35701"/>
                        <a:gd name="connsiteX4" fmla="*/ 9894 w 28553"/>
                        <a:gd name="connsiteY4" fmla="*/ 4225 h 35701"/>
                        <a:gd name="connsiteX5" fmla="*/ 379 w 28553"/>
                        <a:gd name="connsiteY5" fmla="*/ 657 h 35701"/>
                        <a:gd name="connsiteX6" fmla="*/ 3947 w 28553"/>
                        <a:gd name="connsiteY6" fmla="*/ 8983 h 35701"/>
                        <a:gd name="connsiteX7" fmla="*/ 11084 w 28553"/>
                        <a:gd name="connsiteY7" fmla="*/ 22067 h 35701"/>
                        <a:gd name="connsiteX8" fmla="*/ 21788 w 28553"/>
                        <a:gd name="connsiteY8" fmla="*/ 29203 h 357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553" h="35701">
                          <a:moveTo>
                            <a:pt x="21788" y="29203"/>
                          </a:moveTo>
                          <a:cubicBezTo>
                            <a:pt x="21788" y="31582"/>
                            <a:pt x="22978" y="37529"/>
                            <a:pt x="26546" y="35150"/>
                          </a:cubicBezTo>
                          <a:cubicBezTo>
                            <a:pt x="26546" y="35150"/>
                            <a:pt x="30115" y="29203"/>
                            <a:pt x="27736" y="28014"/>
                          </a:cubicBezTo>
                          <a:cubicBezTo>
                            <a:pt x="25356" y="26825"/>
                            <a:pt x="18220" y="20877"/>
                            <a:pt x="14652" y="16120"/>
                          </a:cubicBezTo>
                          <a:cubicBezTo>
                            <a:pt x="12273" y="11362"/>
                            <a:pt x="12273" y="5414"/>
                            <a:pt x="9894" y="4225"/>
                          </a:cubicBezTo>
                          <a:cubicBezTo>
                            <a:pt x="7515" y="3036"/>
                            <a:pt x="-2000" y="-1722"/>
                            <a:pt x="379" y="657"/>
                          </a:cubicBezTo>
                          <a:cubicBezTo>
                            <a:pt x="1568" y="3036"/>
                            <a:pt x="3947" y="7793"/>
                            <a:pt x="3947" y="8983"/>
                          </a:cubicBezTo>
                          <a:cubicBezTo>
                            <a:pt x="5137" y="11362"/>
                            <a:pt x="5137" y="17309"/>
                            <a:pt x="11084" y="22067"/>
                          </a:cubicBezTo>
                          <a:cubicBezTo>
                            <a:pt x="17031" y="26825"/>
                            <a:pt x="21788" y="26825"/>
                            <a:pt x="21788" y="2920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4" name="Freeform 243">
                      <a:extLst>
                        <a:ext uri="{FF2B5EF4-FFF2-40B4-BE49-F238E27FC236}">
                          <a16:creationId xmlns:a16="http://schemas.microsoft.com/office/drawing/2014/main" id="{8C23965C-EFB1-CA5D-B728-AC3FEC514A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5408" y="4673209"/>
                      <a:ext cx="30594" cy="21804"/>
                    </a:xfrm>
                    <a:custGeom>
                      <a:avLst/>
                      <a:gdLst>
                        <a:gd name="connsiteX0" fmla="*/ 20594 w 30594"/>
                        <a:gd name="connsiteY0" fmla="*/ 7295 h 21804"/>
                        <a:gd name="connsiteX1" fmla="*/ 12267 w 30594"/>
                        <a:gd name="connsiteY1" fmla="*/ 3727 h 21804"/>
                        <a:gd name="connsiteX2" fmla="*/ 3941 w 30594"/>
                        <a:gd name="connsiteY2" fmla="*/ 158 h 21804"/>
                        <a:gd name="connsiteX3" fmla="*/ 1562 w 30594"/>
                        <a:gd name="connsiteY3" fmla="*/ 8484 h 21804"/>
                        <a:gd name="connsiteX4" fmla="*/ 12267 w 30594"/>
                        <a:gd name="connsiteY4" fmla="*/ 16810 h 21804"/>
                        <a:gd name="connsiteX5" fmla="*/ 19404 w 30594"/>
                        <a:gd name="connsiteY5" fmla="*/ 16810 h 21804"/>
                        <a:gd name="connsiteX6" fmla="*/ 25351 w 30594"/>
                        <a:gd name="connsiteY6" fmla="*/ 21568 h 21804"/>
                        <a:gd name="connsiteX7" fmla="*/ 30109 w 30594"/>
                        <a:gd name="connsiteY7" fmla="*/ 13242 h 21804"/>
                        <a:gd name="connsiteX8" fmla="*/ 20594 w 30594"/>
                        <a:gd name="connsiteY8" fmla="*/ 7295 h 218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0594" h="21804">
                          <a:moveTo>
                            <a:pt x="20594" y="7295"/>
                          </a:moveTo>
                          <a:cubicBezTo>
                            <a:pt x="17025" y="4916"/>
                            <a:pt x="15836" y="2537"/>
                            <a:pt x="12267" y="3727"/>
                          </a:cubicBezTo>
                          <a:cubicBezTo>
                            <a:pt x="8699" y="4916"/>
                            <a:pt x="9888" y="-1031"/>
                            <a:pt x="3941" y="158"/>
                          </a:cubicBezTo>
                          <a:cubicBezTo>
                            <a:pt x="-816" y="1348"/>
                            <a:pt x="-816" y="4916"/>
                            <a:pt x="1562" y="8484"/>
                          </a:cubicBezTo>
                          <a:cubicBezTo>
                            <a:pt x="5131" y="13242"/>
                            <a:pt x="9888" y="16810"/>
                            <a:pt x="12267" y="16810"/>
                          </a:cubicBezTo>
                          <a:cubicBezTo>
                            <a:pt x="14646" y="16810"/>
                            <a:pt x="18215" y="13242"/>
                            <a:pt x="19404" y="16810"/>
                          </a:cubicBezTo>
                          <a:cubicBezTo>
                            <a:pt x="20594" y="19189"/>
                            <a:pt x="20594" y="22758"/>
                            <a:pt x="25351" y="21568"/>
                          </a:cubicBezTo>
                          <a:cubicBezTo>
                            <a:pt x="25351" y="21568"/>
                            <a:pt x="32488" y="16810"/>
                            <a:pt x="30109" y="13242"/>
                          </a:cubicBezTo>
                          <a:cubicBezTo>
                            <a:pt x="25351" y="8484"/>
                            <a:pt x="22973" y="9674"/>
                            <a:pt x="20594" y="729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" name="Freeform 244">
                      <a:extLst>
                        <a:ext uri="{FF2B5EF4-FFF2-40B4-BE49-F238E27FC236}">
                          <a16:creationId xmlns:a16="http://schemas.microsoft.com/office/drawing/2014/main" id="{974E4E2B-D08F-AF8E-F252-7DC3F7B1ED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0054" y="4664260"/>
                      <a:ext cx="6244" cy="6496"/>
                    </a:xfrm>
                    <a:custGeom>
                      <a:avLst/>
                      <a:gdLst>
                        <a:gd name="connsiteX0" fmla="*/ 5947 w 6244"/>
                        <a:gd name="connsiteY0" fmla="*/ 5539 h 6496"/>
                        <a:gd name="connsiteX1" fmla="*/ 4757 w 6244"/>
                        <a:gd name="connsiteY1" fmla="*/ 781 h 6496"/>
                        <a:gd name="connsiteX2" fmla="*/ 0 w 6244"/>
                        <a:gd name="connsiteY2" fmla="*/ 1971 h 6496"/>
                        <a:gd name="connsiteX3" fmla="*/ 5947 w 6244"/>
                        <a:gd name="connsiteY3" fmla="*/ 5539 h 64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244" h="6496">
                          <a:moveTo>
                            <a:pt x="5947" y="5539"/>
                          </a:moveTo>
                          <a:cubicBezTo>
                            <a:pt x="5947" y="5539"/>
                            <a:pt x="7136" y="1971"/>
                            <a:pt x="4757" y="781"/>
                          </a:cubicBezTo>
                          <a:cubicBezTo>
                            <a:pt x="2379" y="-408"/>
                            <a:pt x="0" y="-408"/>
                            <a:pt x="0" y="1971"/>
                          </a:cubicBezTo>
                          <a:cubicBezTo>
                            <a:pt x="1189" y="5539"/>
                            <a:pt x="4757" y="7918"/>
                            <a:pt x="5947" y="55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6" name="Freeform 245">
                      <a:extLst>
                        <a:ext uri="{FF2B5EF4-FFF2-40B4-BE49-F238E27FC236}">
                          <a16:creationId xmlns:a16="http://schemas.microsoft.com/office/drawing/2014/main" id="{EA9532B5-41B4-98FB-BC43-68E0E22E2A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97653" y="4624303"/>
                      <a:ext cx="30976" cy="26797"/>
                    </a:xfrm>
                    <a:custGeom>
                      <a:avLst/>
                      <a:gdLst>
                        <a:gd name="connsiteX0" fmla="*/ 30506 w 30976"/>
                        <a:gd name="connsiteY0" fmla="*/ 25275 h 26797"/>
                        <a:gd name="connsiteX1" fmla="*/ 26938 w 30976"/>
                        <a:gd name="connsiteY1" fmla="*/ 16949 h 26797"/>
                        <a:gd name="connsiteX2" fmla="*/ 13854 w 30976"/>
                        <a:gd name="connsiteY2" fmla="*/ 6245 h 26797"/>
                        <a:gd name="connsiteX3" fmla="*/ 5528 w 30976"/>
                        <a:gd name="connsiteY3" fmla="*/ 297 h 26797"/>
                        <a:gd name="connsiteX4" fmla="*/ 770 w 30976"/>
                        <a:gd name="connsiteY4" fmla="*/ 1487 h 26797"/>
                        <a:gd name="connsiteX5" fmla="*/ 15044 w 30976"/>
                        <a:gd name="connsiteY5" fmla="*/ 13381 h 26797"/>
                        <a:gd name="connsiteX6" fmla="*/ 25748 w 30976"/>
                        <a:gd name="connsiteY6" fmla="*/ 26465 h 26797"/>
                        <a:gd name="connsiteX7" fmla="*/ 30506 w 30976"/>
                        <a:gd name="connsiteY7" fmla="*/ 25275 h 267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0976" h="26797">
                          <a:moveTo>
                            <a:pt x="30506" y="25275"/>
                          </a:moveTo>
                          <a:cubicBezTo>
                            <a:pt x="30506" y="25275"/>
                            <a:pt x="32885" y="22897"/>
                            <a:pt x="26938" y="16949"/>
                          </a:cubicBezTo>
                          <a:cubicBezTo>
                            <a:pt x="20991" y="12192"/>
                            <a:pt x="16233" y="9813"/>
                            <a:pt x="13854" y="6245"/>
                          </a:cubicBezTo>
                          <a:cubicBezTo>
                            <a:pt x="10286" y="2676"/>
                            <a:pt x="9097" y="297"/>
                            <a:pt x="5528" y="297"/>
                          </a:cubicBezTo>
                          <a:cubicBezTo>
                            <a:pt x="1959" y="297"/>
                            <a:pt x="-1609" y="-892"/>
                            <a:pt x="770" y="1487"/>
                          </a:cubicBezTo>
                          <a:cubicBezTo>
                            <a:pt x="3149" y="3866"/>
                            <a:pt x="9097" y="9813"/>
                            <a:pt x="15044" y="13381"/>
                          </a:cubicBezTo>
                          <a:cubicBezTo>
                            <a:pt x="19801" y="18139"/>
                            <a:pt x="23369" y="26465"/>
                            <a:pt x="25748" y="26465"/>
                          </a:cubicBezTo>
                          <a:cubicBezTo>
                            <a:pt x="26938" y="27654"/>
                            <a:pt x="29316" y="25275"/>
                            <a:pt x="30506" y="2527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" name="Freeform 246">
                      <a:extLst>
                        <a:ext uri="{FF2B5EF4-FFF2-40B4-BE49-F238E27FC236}">
                          <a16:creationId xmlns:a16="http://schemas.microsoft.com/office/drawing/2014/main" id="{5296FB2B-30FA-D34B-3A63-39479538BA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81771" y="4652452"/>
                      <a:ext cx="5815" cy="6951"/>
                    </a:xfrm>
                    <a:custGeom>
                      <a:avLst/>
                      <a:gdLst>
                        <a:gd name="connsiteX0" fmla="*/ 0 w 5815"/>
                        <a:gd name="connsiteY0" fmla="*/ 1885 h 6951"/>
                        <a:gd name="connsiteX1" fmla="*/ 4758 w 5815"/>
                        <a:gd name="connsiteY1" fmla="*/ 6642 h 6951"/>
                        <a:gd name="connsiteX2" fmla="*/ 4758 w 5815"/>
                        <a:gd name="connsiteY2" fmla="*/ 1885 h 6951"/>
                        <a:gd name="connsiteX3" fmla="*/ 0 w 5815"/>
                        <a:gd name="connsiteY3" fmla="*/ 1885 h 69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815" h="6951">
                          <a:moveTo>
                            <a:pt x="0" y="1885"/>
                          </a:moveTo>
                          <a:cubicBezTo>
                            <a:pt x="0" y="5453"/>
                            <a:pt x="2379" y="7832"/>
                            <a:pt x="4758" y="6642"/>
                          </a:cubicBezTo>
                          <a:cubicBezTo>
                            <a:pt x="4758" y="6642"/>
                            <a:pt x="7137" y="4263"/>
                            <a:pt x="4758" y="1885"/>
                          </a:cubicBezTo>
                          <a:cubicBezTo>
                            <a:pt x="2379" y="695"/>
                            <a:pt x="0" y="-1684"/>
                            <a:pt x="0" y="18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8" name="Freeform 247">
                      <a:extLst>
                        <a:ext uri="{FF2B5EF4-FFF2-40B4-BE49-F238E27FC236}">
                          <a16:creationId xmlns:a16="http://schemas.microsoft.com/office/drawing/2014/main" id="{A9BB3C94-9B65-EE55-ED60-08C09642CB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65752" y="4636495"/>
                      <a:ext cx="14657" cy="16452"/>
                    </a:xfrm>
                    <a:custGeom>
                      <a:avLst/>
                      <a:gdLst>
                        <a:gd name="connsiteX0" fmla="*/ 13640 w 14657"/>
                        <a:gd name="connsiteY0" fmla="*/ 7136 h 16452"/>
                        <a:gd name="connsiteX1" fmla="*/ 8883 w 14657"/>
                        <a:gd name="connsiteY1" fmla="*/ 2379 h 16452"/>
                        <a:gd name="connsiteX2" fmla="*/ 5314 w 14657"/>
                        <a:gd name="connsiteY2" fmla="*/ 0 h 16452"/>
                        <a:gd name="connsiteX3" fmla="*/ 556 w 14657"/>
                        <a:gd name="connsiteY3" fmla="*/ 10705 h 16452"/>
                        <a:gd name="connsiteX4" fmla="*/ 6504 w 14657"/>
                        <a:gd name="connsiteY4" fmla="*/ 10705 h 16452"/>
                        <a:gd name="connsiteX5" fmla="*/ 12451 w 14657"/>
                        <a:gd name="connsiteY5" fmla="*/ 15463 h 16452"/>
                        <a:gd name="connsiteX6" fmla="*/ 13640 w 14657"/>
                        <a:gd name="connsiteY6" fmla="*/ 7136 h 164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4657" h="16452">
                          <a:moveTo>
                            <a:pt x="13640" y="7136"/>
                          </a:moveTo>
                          <a:cubicBezTo>
                            <a:pt x="11262" y="5947"/>
                            <a:pt x="8883" y="4758"/>
                            <a:pt x="8883" y="2379"/>
                          </a:cubicBezTo>
                          <a:cubicBezTo>
                            <a:pt x="7693" y="0"/>
                            <a:pt x="6504" y="0"/>
                            <a:pt x="5314" y="0"/>
                          </a:cubicBezTo>
                          <a:cubicBezTo>
                            <a:pt x="4125" y="0"/>
                            <a:pt x="-1823" y="9515"/>
                            <a:pt x="556" y="10705"/>
                          </a:cubicBezTo>
                          <a:cubicBezTo>
                            <a:pt x="4125" y="10705"/>
                            <a:pt x="6504" y="9515"/>
                            <a:pt x="6504" y="10705"/>
                          </a:cubicBezTo>
                          <a:cubicBezTo>
                            <a:pt x="6504" y="11894"/>
                            <a:pt x="8883" y="19031"/>
                            <a:pt x="12451" y="15463"/>
                          </a:cubicBezTo>
                          <a:cubicBezTo>
                            <a:pt x="13640" y="15463"/>
                            <a:pt x="16019" y="9515"/>
                            <a:pt x="13640" y="713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9" name="Freeform 248">
                      <a:extLst>
                        <a:ext uri="{FF2B5EF4-FFF2-40B4-BE49-F238E27FC236}">
                          <a16:creationId xmlns:a16="http://schemas.microsoft.com/office/drawing/2014/main" id="{90DCE300-413D-897C-CDEA-7EE7F99C49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45103" y="4598433"/>
                      <a:ext cx="30061" cy="23903"/>
                    </a:xfrm>
                    <a:custGeom>
                      <a:avLst/>
                      <a:gdLst>
                        <a:gd name="connsiteX0" fmla="*/ 29532 w 30061"/>
                        <a:gd name="connsiteY0" fmla="*/ 21410 h 23903"/>
                        <a:gd name="connsiteX1" fmla="*/ 23585 w 30061"/>
                        <a:gd name="connsiteY1" fmla="*/ 13084 h 23903"/>
                        <a:gd name="connsiteX2" fmla="*/ 12880 w 30061"/>
                        <a:gd name="connsiteY2" fmla="*/ 7137 h 23903"/>
                        <a:gd name="connsiteX3" fmla="*/ 5743 w 30061"/>
                        <a:gd name="connsiteY3" fmla="*/ 5947 h 23903"/>
                        <a:gd name="connsiteX4" fmla="*/ 3364 w 30061"/>
                        <a:gd name="connsiteY4" fmla="*/ 0 h 23903"/>
                        <a:gd name="connsiteX5" fmla="*/ 985 w 30061"/>
                        <a:gd name="connsiteY5" fmla="*/ 7137 h 23903"/>
                        <a:gd name="connsiteX6" fmla="*/ 12880 w 30061"/>
                        <a:gd name="connsiteY6" fmla="*/ 16652 h 23903"/>
                        <a:gd name="connsiteX7" fmla="*/ 29532 w 30061"/>
                        <a:gd name="connsiteY7" fmla="*/ 21410 h 239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0061" h="23903">
                          <a:moveTo>
                            <a:pt x="29532" y="21410"/>
                          </a:moveTo>
                          <a:cubicBezTo>
                            <a:pt x="29532" y="21410"/>
                            <a:pt x="27153" y="15463"/>
                            <a:pt x="23585" y="13084"/>
                          </a:cubicBezTo>
                          <a:cubicBezTo>
                            <a:pt x="20017" y="9515"/>
                            <a:pt x="15259" y="7137"/>
                            <a:pt x="12880" y="7137"/>
                          </a:cubicBezTo>
                          <a:cubicBezTo>
                            <a:pt x="10501" y="7137"/>
                            <a:pt x="5743" y="8326"/>
                            <a:pt x="5743" y="5947"/>
                          </a:cubicBezTo>
                          <a:cubicBezTo>
                            <a:pt x="5743" y="3568"/>
                            <a:pt x="5743" y="0"/>
                            <a:pt x="3364" y="0"/>
                          </a:cubicBezTo>
                          <a:cubicBezTo>
                            <a:pt x="985" y="1190"/>
                            <a:pt x="-1394" y="3568"/>
                            <a:pt x="985" y="7137"/>
                          </a:cubicBezTo>
                          <a:cubicBezTo>
                            <a:pt x="3364" y="10705"/>
                            <a:pt x="8122" y="13084"/>
                            <a:pt x="12880" y="16652"/>
                          </a:cubicBezTo>
                          <a:cubicBezTo>
                            <a:pt x="17638" y="21410"/>
                            <a:pt x="33100" y="27357"/>
                            <a:pt x="29532" y="2141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" name="Freeform 249">
                      <a:extLst>
                        <a:ext uri="{FF2B5EF4-FFF2-40B4-BE49-F238E27FC236}">
                          <a16:creationId xmlns:a16="http://schemas.microsoft.com/office/drawing/2014/main" id="{A595D8A2-BFED-2023-242F-EC9AF0C9A4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56870" y="4634116"/>
                      <a:ext cx="9438" cy="7009"/>
                    </a:xfrm>
                    <a:custGeom>
                      <a:avLst/>
                      <a:gdLst>
                        <a:gd name="connsiteX0" fmla="*/ 9439 w 9438"/>
                        <a:gd name="connsiteY0" fmla="*/ 4758 h 7009"/>
                        <a:gd name="connsiteX1" fmla="*/ 5871 w 9438"/>
                        <a:gd name="connsiteY1" fmla="*/ 0 h 7009"/>
                        <a:gd name="connsiteX2" fmla="*/ 1113 w 9438"/>
                        <a:gd name="connsiteY2" fmla="*/ 4758 h 7009"/>
                        <a:gd name="connsiteX3" fmla="*/ 9439 w 9438"/>
                        <a:gd name="connsiteY3" fmla="*/ 4758 h 70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438" h="7009">
                          <a:moveTo>
                            <a:pt x="9439" y="4758"/>
                          </a:moveTo>
                          <a:cubicBezTo>
                            <a:pt x="9439" y="4758"/>
                            <a:pt x="8250" y="0"/>
                            <a:pt x="5871" y="0"/>
                          </a:cubicBezTo>
                          <a:cubicBezTo>
                            <a:pt x="3492" y="0"/>
                            <a:pt x="-2455" y="3568"/>
                            <a:pt x="1113" y="4758"/>
                          </a:cubicBezTo>
                          <a:cubicBezTo>
                            <a:pt x="3492" y="7137"/>
                            <a:pt x="9439" y="8326"/>
                            <a:pt x="9439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1" name="Freeform 250">
                      <a:extLst>
                        <a:ext uri="{FF2B5EF4-FFF2-40B4-BE49-F238E27FC236}">
                          <a16:creationId xmlns:a16="http://schemas.microsoft.com/office/drawing/2014/main" id="{6879000C-3723-CC98-01B0-BDC4A5A050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49656" y="4626404"/>
                      <a:ext cx="4097" cy="9447"/>
                    </a:xfrm>
                    <a:custGeom>
                      <a:avLst/>
                      <a:gdLst>
                        <a:gd name="connsiteX0" fmla="*/ 0 w 4097"/>
                        <a:gd name="connsiteY0" fmla="*/ 1765 h 9447"/>
                        <a:gd name="connsiteX1" fmla="*/ 3569 w 4097"/>
                        <a:gd name="connsiteY1" fmla="*/ 8902 h 9447"/>
                        <a:gd name="connsiteX2" fmla="*/ 3569 w 4097"/>
                        <a:gd name="connsiteY2" fmla="*/ 4144 h 9447"/>
                        <a:gd name="connsiteX3" fmla="*/ 0 w 4097"/>
                        <a:gd name="connsiteY3" fmla="*/ 1765 h 94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097" h="9447">
                          <a:moveTo>
                            <a:pt x="0" y="1765"/>
                          </a:moveTo>
                          <a:cubicBezTo>
                            <a:pt x="0" y="5333"/>
                            <a:pt x="0" y="11280"/>
                            <a:pt x="3569" y="8902"/>
                          </a:cubicBezTo>
                          <a:cubicBezTo>
                            <a:pt x="3569" y="8902"/>
                            <a:pt x="4758" y="6523"/>
                            <a:pt x="3569" y="4144"/>
                          </a:cubicBezTo>
                          <a:cubicBezTo>
                            <a:pt x="1190" y="576"/>
                            <a:pt x="0" y="-1803"/>
                            <a:pt x="0" y="176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2" name="Freeform 251">
                      <a:extLst>
                        <a:ext uri="{FF2B5EF4-FFF2-40B4-BE49-F238E27FC236}">
                          <a16:creationId xmlns:a16="http://schemas.microsoft.com/office/drawing/2014/main" id="{5E3DB25B-A2A6-B197-ACE7-87465BD574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64102" y="4650529"/>
                      <a:ext cx="5775" cy="6059"/>
                    </a:xfrm>
                    <a:custGeom>
                      <a:avLst/>
                      <a:gdLst>
                        <a:gd name="connsiteX0" fmla="*/ 2207 w 5775"/>
                        <a:gd name="connsiteY0" fmla="*/ 239 h 6059"/>
                        <a:gd name="connsiteX1" fmla="*/ 1018 w 5775"/>
                        <a:gd name="connsiteY1" fmla="*/ 3808 h 6059"/>
                        <a:gd name="connsiteX2" fmla="*/ 5775 w 5775"/>
                        <a:gd name="connsiteY2" fmla="*/ 3808 h 6059"/>
                        <a:gd name="connsiteX3" fmla="*/ 2207 w 5775"/>
                        <a:gd name="connsiteY3" fmla="*/ 239 h 60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75" h="6059">
                          <a:moveTo>
                            <a:pt x="2207" y="239"/>
                          </a:moveTo>
                          <a:cubicBezTo>
                            <a:pt x="1018" y="1429"/>
                            <a:pt x="-1361" y="1429"/>
                            <a:pt x="1018" y="3808"/>
                          </a:cubicBezTo>
                          <a:cubicBezTo>
                            <a:pt x="3396" y="6187"/>
                            <a:pt x="5775" y="7376"/>
                            <a:pt x="5775" y="3808"/>
                          </a:cubicBezTo>
                          <a:cubicBezTo>
                            <a:pt x="5775" y="2618"/>
                            <a:pt x="2207" y="-950"/>
                            <a:pt x="2207" y="2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53" name="Graphic 27">
                    <a:extLst>
                      <a:ext uri="{FF2B5EF4-FFF2-40B4-BE49-F238E27FC236}">
                        <a16:creationId xmlns:a16="http://schemas.microsoft.com/office/drawing/2014/main" id="{6199C285-6E3A-759B-ADEC-3E6FAA0A5BC7}"/>
                      </a:ext>
                    </a:extLst>
                  </p:cNvPr>
                  <p:cNvGrpSpPr/>
                  <p:nvPr/>
                </p:nvGrpSpPr>
                <p:grpSpPr>
                  <a:xfrm>
                    <a:off x="2755779" y="1499170"/>
                    <a:ext cx="6978415" cy="3528827"/>
                    <a:chOff x="2755779" y="1499170"/>
                    <a:chExt cx="6978415" cy="3528827"/>
                  </a:xfrm>
                  <a:grpFill/>
                </p:grpSpPr>
                <p:grpSp>
                  <p:nvGrpSpPr>
                    <p:cNvPr id="254" name="Graphic 27">
                      <a:extLst>
                        <a:ext uri="{FF2B5EF4-FFF2-40B4-BE49-F238E27FC236}">
                          <a16:creationId xmlns:a16="http://schemas.microsoft.com/office/drawing/2014/main" id="{C6A7CC13-DF80-1027-9E4E-4BA7EFDF42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3828" y="3689705"/>
                      <a:ext cx="130399" cy="170089"/>
                      <a:chOff x="7933828" y="3689705"/>
                      <a:chExt cx="130399" cy="170089"/>
                    </a:xfrm>
                    <a:grpFill/>
                  </p:grpSpPr>
                  <p:sp>
                    <p:nvSpPr>
                      <p:cNvPr id="255" name="Freeform 254">
                        <a:extLst>
                          <a:ext uri="{FF2B5EF4-FFF2-40B4-BE49-F238E27FC236}">
                            <a16:creationId xmlns:a16="http://schemas.microsoft.com/office/drawing/2014/main" id="{5575D926-886B-3640-20EA-706EA54A3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3828" y="3689705"/>
                        <a:ext cx="130399" cy="170089"/>
                      </a:xfrm>
                      <a:custGeom>
                        <a:avLst/>
                        <a:gdLst>
                          <a:gd name="connsiteX0" fmla="*/ 130399 w 130399"/>
                          <a:gd name="connsiteY0" fmla="*/ 140353 h 170089"/>
                          <a:gd name="connsiteX1" fmla="*/ 122073 w 130399"/>
                          <a:gd name="connsiteY1" fmla="*/ 116564 h 170089"/>
                          <a:gd name="connsiteX2" fmla="*/ 118505 w 130399"/>
                          <a:gd name="connsiteY2" fmla="*/ 102291 h 170089"/>
                          <a:gd name="connsiteX3" fmla="*/ 116126 w 130399"/>
                          <a:gd name="connsiteY3" fmla="*/ 95155 h 170089"/>
                          <a:gd name="connsiteX4" fmla="*/ 112558 w 130399"/>
                          <a:gd name="connsiteY4" fmla="*/ 90397 h 170089"/>
                          <a:gd name="connsiteX5" fmla="*/ 111368 w 130399"/>
                          <a:gd name="connsiteY5" fmla="*/ 90397 h 170089"/>
                          <a:gd name="connsiteX6" fmla="*/ 111368 w 130399"/>
                          <a:gd name="connsiteY6" fmla="*/ 91586 h 170089"/>
                          <a:gd name="connsiteX7" fmla="*/ 104232 w 130399"/>
                          <a:gd name="connsiteY7" fmla="*/ 88018 h 170089"/>
                          <a:gd name="connsiteX8" fmla="*/ 104232 w 130399"/>
                          <a:gd name="connsiteY8" fmla="*/ 95155 h 170089"/>
                          <a:gd name="connsiteX9" fmla="*/ 101853 w 130399"/>
                          <a:gd name="connsiteY9" fmla="*/ 102291 h 170089"/>
                          <a:gd name="connsiteX10" fmla="*/ 93526 w 130399"/>
                          <a:gd name="connsiteY10" fmla="*/ 98723 h 170089"/>
                          <a:gd name="connsiteX11" fmla="*/ 85200 w 130399"/>
                          <a:gd name="connsiteY11" fmla="*/ 88018 h 170089"/>
                          <a:gd name="connsiteX12" fmla="*/ 88769 w 130399"/>
                          <a:gd name="connsiteY12" fmla="*/ 74934 h 170089"/>
                          <a:gd name="connsiteX13" fmla="*/ 92337 w 130399"/>
                          <a:gd name="connsiteY13" fmla="*/ 72556 h 170089"/>
                          <a:gd name="connsiteX14" fmla="*/ 98285 w 130399"/>
                          <a:gd name="connsiteY14" fmla="*/ 74934 h 170089"/>
                          <a:gd name="connsiteX15" fmla="*/ 99474 w 130399"/>
                          <a:gd name="connsiteY15" fmla="*/ 67798 h 170089"/>
                          <a:gd name="connsiteX16" fmla="*/ 104232 w 130399"/>
                          <a:gd name="connsiteY16" fmla="*/ 61850 h 170089"/>
                          <a:gd name="connsiteX17" fmla="*/ 105421 w 130399"/>
                          <a:gd name="connsiteY17" fmla="*/ 54714 h 170089"/>
                          <a:gd name="connsiteX18" fmla="*/ 105421 w 130399"/>
                          <a:gd name="connsiteY18" fmla="*/ 48767 h 170089"/>
                          <a:gd name="connsiteX19" fmla="*/ 94716 w 130399"/>
                          <a:gd name="connsiteY19" fmla="*/ 41630 h 170089"/>
                          <a:gd name="connsiteX20" fmla="*/ 78064 w 130399"/>
                          <a:gd name="connsiteY20" fmla="*/ 40441 h 170089"/>
                          <a:gd name="connsiteX21" fmla="*/ 59033 w 130399"/>
                          <a:gd name="connsiteY21" fmla="*/ 40441 h 170089"/>
                          <a:gd name="connsiteX22" fmla="*/ 42381 w 130399"/>
                          <a:gd name="connsiteY22" fmla="*/ 36873 h 170089"/>
                          <a:gd name="connsiteX23" fmla="*/ 41192 w 130399"/>
                          <a:gd name="connsiteY23" fmla="*/ 26167 h 170089"/>
                          <a:gd name="connsiteX24" fmla="*/ 40002 w 130399"/>
                          <a:gd name="connsiteY24" fmla="*/ 20220 h 170089"/>
                          <a:gd name="connsiteX25" fmla="*/ 30487 w 130399"/>
                          <a:gd name="connsiteY25" fmla="*/ 14273 h 170089"/>
                          <a:gd name="connsiteX26" fmla="*/ 25729 w 130399"/>
                          <a:gd name="connsiteY26" fmla="*/ 11894 h 170089"/>
                          <a:gd name="connsiteX27" fmla="*/ 20971 w 130399"/>
                          <a:gd name="connsiteY27" fmla="*/ 8326 h 170089"/>
                          <a:gd name="connsiteX28" fmla="*/ 19781 w 130399"/>
                          <a:gd name="connsiteY28" fmla="*/ 13084 h 170089"/>
                          <a:gd name="connsiteX29" fmla="*/ 12645 w 130399"/>
                          <a:gd name="connsiteY29" fmla="*/ 11894 h 170089"/>
                          <a:gd name="connsiteX30" fmla="*/ 12645 w 130399"/>
                          <a:gd name="connsiteY30" fmla="*/ 8326 h 170089"/>
                          <a:gd name="connsiteX31" fmla="*/ 11456 w 130399"/>
                          <a:gd name="connsiteY31" fmla="*/ 4758 h 170089"/>
                          <a:gd name="connsiteX32" fmla="*/ 7887 w 130399"/>
                          <a:gd name="connsiteY32" fmla="*/ 0 h 170089"/>
                          <a:gd name="connsiteX33" fmla="*/ 4319 w 130399"/>
                          <a:gd name="connsiteY33" fmla="*/ 8326 h 170089"/>
                          <a:gd name="connsiteX34" fmla="*/ 4319 w 130399"/>
                          <a:gd name="connsiteY34" fmla="*/ 16652 h 170089"/>
                          <a:gd name="connsiteX35" fmla="*/ 3130 w 130399"/>
                          <a:gd name="connsiteY35" fmla="*/ 29736 h 170089"/>
                          <a:gd name="connsiteX36" fmla="*/ 16213 w 130399"/>
                          <a:gd name="connsiteY36" fmla="*/ 32115 h 170089"/>
                          <a:gd name="connsiteX37" fmla="*/ 22160 w 130399"/>
                          <a:gd name="connsiteY37" fmla="*/ 34494 h 170089"/>
                          <a:gd name="connsiteX38" fmla="*/ 22160 w 130399"/>
                          <a:gd name="connsiteY38" fmla="*/ 38062 h 170089"/>
                          <a:gd name="connsiteX39" fmla="*/ 23350 w 130399"/>
                          <a:gd name="connsiteY39" fmla="*/ 41630 h 170089"/>
                          <a:gd name="connsiteX40" fmla="*/ 11456 w 130399"/>
                          <a:gd name="connsiteY40" fmla="*/ 47577 h 170089"/>
                          <a:gd name="connsiteX41" fmla="*/ 9077 w 130399"/>
                          <a:gd name="connsiteY41" fmla="*/ 53525 h 170089"/>
                          <a:gd name="connsiteX42" fmla="*/ 4319 w 130399"/>
                          <a:gd name="connsiteY42" fmla="*/ 58282 h 170089"/>
                          <a:gd name="connsiteX43" fmla="*/ 5509 w 130399"/>
                          <a:gd name="connsiteY43" fmla="*/ 64229 h 170089"/>
                          <a:gd name="connsiteX44" fmla="*/ 9077 w 130399"/>
                          <a:gd name="connsiteY44" fmla="*/ 68987 h 170089"/>
                          <a:gd name="connsiteX45" fmla="*/ 15024 w 130399"/>
                          <a:gd name="connsiteY45" fmla="*/ 73745 h 170089"/>
                          <a:gd name="connsiteX46" fmla="*/ 20971 w 130399"/>
                          <a:gd name="connsiteY46" fmla="*/ 77313 h 170089"/>
                          <a:gd name="connsiteX47" fmla="*/ 25729 w 130399"/>
                          <a:gd name="connsiteY47" fmla="*/ 107049 h 170089"/>
                          <a:gd name="connsiteX48" fmla="*/ 34055 w 130399"/>
                          <a:gd name="connsiteY48" fmla="*/ 124891 h 170089"/>
                          <a:gd name="connsiteX49" fmla="*/ 37623 w 130399"/>
                          <a:gd name="connsiteY49" fmla="*/ 134406 h 170089"/>
                          <a:gd name="connsiteX50" fmla="*/ 37623 w 130399"/>
                          <a:gd name="connsiteY50" fmla="*/ 142732 h 170089"/>
                          <a:gd name="connsiteX51" fmla="*/ 37623 w 130399"/>
                          <a:gd name="connsiteY51" fmla="*/ 142732 h 170089"/>
                          <a:gd name="connsiteX52" fmla="*/ 38813 w 130399"/>
                          <a:gd name="connsiteY52" fmla="*/ 147490 h 170089"/>
                          <a:gd name="connsiteX53" fmla="*/ 44760 w 130399"/>
                          <a:gd name="connsiteY53" fmla="*/ 146300 h 170089"/>
                          <a:gd name="connsiteX54" fmla="*/ 50707 w 130399"/>
                          <a:gd name="connsiteY54" fmla="*/ 146300 h 170089"/>
                          <a:gd name="connsiteX55" fmla="*/ 51896 w 130399"/>
                          <a:gd name="connsiteY55" fmla="*/ 140353 h 170089"/>
                          <a:gd name="connsiteX56" fmla="*/ 55464 w 130399"/>
                          <a:gd name="connsiteY56" fmla="*/ 126080 h 170089"/>
                          <a:gd name="connsiteX57" fmla="*/ 55464 w 130399"/>
                          <a:gd name="connsiteY57" fmla="*/ 136785 h 170089"/>
                          <a:gd name="connsiteX58" fmla="*/ 62601 w 130399"/>
                          <a:gd name="connsiteY58" fmla="*/ 135596 h 170089"/>
                          <a:gd name="connsiteX59" fmla="*/ 59033 w 130399"/>
                          <a:gd name="connsiteY59" fmla="*/ 143922 h 170089"/>
                          <a:gd name="connsiteX60" fmla="*/ 66170 w 130399"/>
                          <a:gd name="connsiteY60" fmla="*/ 136785 h 170089"/>
                          <a:gd name="connsiteX61" fmla="*/ 69738 w 130399"/>
                          <a:gd name="connsiteY61" fmla="*/ 130838 h 170089"/>
                          <a:gd name="connsiteX62" fmla="*/ 68549 w 130399"/>
                          <a:gd name="connsiteY62" fmla="*/ 123701 h 170089"/>
                          <a:gd name="connsiteX63" fmla="*/ 69738 w 130399"/>
                          <a:gd name="connsiteY63" fmla="*/ 115375 h 170089"/>
                          <a:gd name="connsiteX64" fmla="*/ 66170 w 130399"/>
                          <a:gd name="connsiteY64" fmla="*/ 101102 h 170089"/>
                          <a:gd name="connsiteX65" fmla="*/ 78064 w 130399"/>
                          <a:gd name="connsiteY65" fmla="*/ 114186 h 170089"/>
                          <a:gd name="connsiteX66" fmla="*/ 87579 w 130399"/>
                          <a:gd name="connsiteY66" fmla="*/ 117754 h 170089"/>
                          <a:gd name="connsiteX67" fmla="*/ 97095 w 130399"/>
                          <a:gd name="connsiteY67" fmla="*/ 117754 h 170089"/>
                          <a:gd name="connsiteX68" fmla="*/ 105421 w 130399"/>
                          <a:gd name="connsiteY68" fmla="*/ 133217 h 170089"/>
                          <a:gd name="connsiteX69" fmla="*/ 106611 w 130399"/>
                          <a:gd name="connsiteY69" fmla="*/ 153437 h 170089"/>
                          <a:gd name="connsiteX70" fmla="*/ 114936 w 130399"/>
                          <a:gd name="connsiteY70" fmla="*/ 164142 h 170089"/>
                          <a:gd name="connsiteX71" fmla="*/ 120883 w 130399"/>
                          <a:gd name="connsiteY71" fmla="*/ 170089 h 170089"/>
                          <a:gd name="connsiteX72" fmla="*/ 120883 w 130399"/>
                          <a:gd name="connsiteY72" fmla="*/ 164142 h 170089"/>
                          <a:gd name="connsiteX73" fmla="*/ 130399 w 130399"/>
                          <a:gd name="connsiteY73" fmla="*/ 149869 h 170089"/>
                          <a:gd name="connsiteX74" fmla="*/ 130399 w 130399"/>
                          <a:gd name="connsiteY74" fmla="*/ 140353 h 17008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  <a:cxn ang="0">
                            <a:pos x="connsiteX63" y="connsiteY63"/>
                          </a:cxn>
                          <a:cxn ang="0">
                            <a:pos x="connsiteX64" y="connsiteY64"/>
                          </a:cxn>
                          <a:cxn ang="0">
                            <a:pos x="connsiteX65" y="connsiteY65"/>
                          </a:cxn>
                          <a:cxn ang="0">
                            <a:pos x="connsiteX66" y="connsiteY66"/>
                          </a:cxn>
                          <a:cxn ang="0">
                            <a:pos x="connsiteX67" y="connsiteY67"/>
                          </a:cxn>
                          <a:cxn ang="0">
                            <a:pos x="connsiteX68" y="connsiteY68"/>
                          </a:cxn>
                          <a:cxn ang="0">
                            <a:pos x="connsiteX69" y="connsiteY69"/>
                          </a:cxn>
                          <a:cxn ang="0">
                            <a:pos x="connsiteX70" y="connsiteY70"/>
                          </a:cxn>
                          <a:cxn ang="0">
                            <a:pos x="connsiteX71" y="connsiteY71"/>
                          </a:cxn>
                          <a:cxn ang="0">
                            <a:pos x="connsiteX72" y="connsiteY72"/>
                          </a:cxn>
                          <a:cxn ang="0">
                            <a:pos x="connsiteX73" y="connsiteY73"/>
                          </a:cxn>
                          <a:cxn ang="0">
                            <a:pos x="connsiteX74" y="connsiteY74"/>
                          </a:cxn>
                        </a:cxnLst>
                        <a:rect l="l" t="t" r="r" b="b"/>
                        <a:pathLst>
                          <a:path w="130399" h="170089">
                            <a:moveTo>
                              <a:pt x="130399" y="140353"/>
                            </a:moveTo>
                            <a:cubicBezTo>
                              <a:pt x="125641" y="135596"/>
                              <a:pt x="123262" y="121322"/>
                              <a:pt x="122073" y="116564"/>
                            </a:cubicBezTo>
                            <a:cubicBezTo>
                              <a:pt x="120883" y="111807"/>
                              <a:pt x="119694" y="107049"/>
                              <a:pt x="118505" y="102291"/>
                            </a:cubicBezTo>
                            <a:cubicBezTo>
                              <a:pt x="118505" y="99912"/>
                              <a:pt x="117315" y="96344"/>
                              <a:pt x="116126" y="95155"/>
                            </a:cubicBezTo>
                            <a:cubicBezTo>
                              <a:pt x="114936" y="93965"/>
                              <a:pt x="113747" y="90397"/>
                              <a:pt x="112558" y="90397"/>
                            </a:cubicBezTo>
                            <a:cubicBezTo>
                              <a:pt x="112558" y="90397"/>
                              <a:pt x="112558" y="90397"/>
                              <a:pt x="111368" y="90397"/>
                            </a:cubicBezTo>
                            <a:cubicBezTo>
                              <a:pt x="111368" y="90397"/>
                              <a:pt x="111368" y="90397"/>
                              <a:pt x="111368" y="91586"/>
                            </a:cubicBezTo>
                            <a:cubicBezTo>
                              <a:pt x="108989" y="92776"/>
                              <a:pt x="107800" y="89208"/>
                              <a:pt x="104232" y="88018"/>
                            </a:cubicBezTo>
                            <a:cubicBezTo>
                              <a:pt x="104232" y="90397"/>
                              <a:pt x="104232" y="92776"/>
                              <a:pt x="104232" y="95155"/>
                            </a:cubicBezTo>
                            <a:cubicBezTo>
                              <a:pt x="104232" y="97533"/>
                              <a:pt x="103042" y="99912"/>
                              <a:pt x="101853" y="102291"/>
                            </a:cubicBezTo>
                            <a:cubicBezTo>
                              <a:pt x="99474" y="109428"/>
                              <a:pt x="97095" y="101102"/>
                              <a:pt x="93526" y="98723"/>
                            </a:cubicBezTo>
                            <a:cubicBezTo>
                              <a:pt x="89958" y="95155"/>
                              <a:pt x="87579" y="92776"/>
                              <a:pt x="85200" y="88018"/>
                            </a:cubicBezTo>
                            <a:cubicBezTo>
                              <a:pt x="82822" y="83260"/>
                              <a:pt x="85200" y="78503"/>
                              <a:pt x="88769" y="74934"/>
                            </a:cubicBezTo>
                            <a:cubicBezTo>
                              <a:pt x="89958" y="73745"/>
                              <a:pt x="89958" y="72556"/>
                              <a:pt x="92337" y="72556"/>
                            </a:cubicBezTo>
                            <a:cubicBezTo>
                              <a:pt x="94716" y="72556"/>
                              <a:pt x="95905" y="74934"/>
                              <a:pt x="98285" y="74934"/>
                            </a:cubicBezTo>
                            <a:cubicBezTo>
                              <a:pt x="99474" y="72556"/>
                              <a:pt x="98285" y="70177"/>
                              <a:pt x="99474" y="67798"/>
                            </a:cubicBezTo>
                            <a:cubicBezTo>
                              <a:pt x="100664" y="65419"/>
                              <a:pt x="103042" y="64229"/>
                              <a:pt x="104232" y="61850"/>
                            </a:cubicBezTo>
                            <a:cubicBezTo>
                              <a:pt x="105421" y="59472"/>
                              <a:pt x="104232" y="57093"/>
                              <a:pt x="105421" y="54714"/>
                            </a:cubicBezTo>
                            <a:cubicBezTo>
                              <a:pt x="106611" y="52335"/>
                              <a:pt x="106611" y="51146"/>
                              <a:pt x="105421" y="48767"/>
                            </a:cubicBezTo>
                            <a:cubicBezTo>
                              <a:pt x="104232" y="44009"/>
                              <a:pt x="100664" y="41630"/>
                              <a:pt x="94716" y="41630"/>
                            </a:cubicBezTo>
                            <a:cubicBezTo>
                              <a:pt x="88769" y="41630"/>
                              <a:pt x="84011" y="41630"/>
                              <a:pt x="78064" y="40441"/>
                            </a:cubicBezTo>
                            <a:cubicBezTo>
                              <a:pt x="72117" y="40441"/>
                              <a:pt x="66170" y="40441"/>
                              <a:pt x="59033" y="40441"/>
                            </a:cubicBezTo>
                            <a:cubicBezTo>
                              <a:pt x="51896" y="40441"/>
                              <a:pt x="48328" y="36873"/>
                              <a:pt x="42381" y="36873"/>
                            </a:cubicBezTo>
                            <a:cubicBezTo>
                              <a:pt x="42381" y="33304"/>
                              <a:pt x="42381" y="28546"/>
                              <a:pt x="41192" y="26167"/>
                            </a:cubicBezTo>
                            <a:cubicBezTo>
                              <a:pt x="40002" y="22599"/>
                              <a:pt x="40002" y="20220"/>
                              <a:pt x="40002" y="20220"/>
                            </a:cubicBezTo>
                            <a:cubicBezTo>
                              <a:pt x="40002" y="13084"/>
                              <a:pt x="35245" y="14273"/>
                              <a:pt x="30487" y="14273"/>
                            </a:cubicBezTo>
                            <a:cubicBezTo>
                              <a:pt x="28108" y="14273"/>
                              <a:pt x="26918" y="13084"/>
                              <a:pt x="25729" y="11894"/>
                            </a:cubicBezTo>
                            <a:cubicBezTo>
                              <a:pt x="24539" y="10705"/>
                              <a:pt x="23350" y="8326"/>
                              <a:pt x="20971" y="8326"/>
                            </a:cubicBezTo>
                            <a:cubicBezTo>
                              <a:pt x="20971" y="10705"/>
                              <a:pt x="24539" y="13084"/>
                              <a:pt x="19781" y="13084"/>
                            </a:cubicBezTo>
                            <a:cubicBezTo>
                              <a:pt x="18592" y="13084"/>
                              <a:pt x="12645" y="13084"/>
                              <a:pt x="12645" y="11894"/>
                            </a:cubicBezTo>
                            <a:cubicBezTo>
                              <a:pt x="12645" y="11894"/>
                              <a:pt x="12645" y="8326"/>
                              <a:pt x="12645" y="8326"/>
                            </a:cubicBezTo>
                            <a:cubicBezTo>
                              <a:pt x="12645" y="7137"/>
                              <a:pt x="11456" y="5947"/>
                              <a:pt x="11456" y="4758"/>
                            </a:cubicBezTo>
                            <a:cubicBezTo>
                              <a:pt x="10266" y="2379"/>
                              <a:pt x="9077" y="1190"/>
                              <a:pt x="7887" y="0"/>
                            </a:cubicBezTo>
                            <a:cubicBezTo>
                              <a:pt x="5509" y="1190"/>
                              <a:pt x="4319" y="5947"/>
                              <a:pt x="4319" y="8326"/>
                            </a:cubicBezTo>
                            <a:cubicBezTo>
                              <a:pt x="4319" y="11894"/>
                              <a:pt x="5509" y="13084"/>
                              <a:pt x="4319" y="16652"/>
                            </a:cubicBezTo>
                            <a:cubicBezTo>
                              <a:pt x="3130" y="19031"/>
                              <a:pt x="-4007" y="30925"/>
                              <a:pt x="3130" y="29736"/>
                            </a:cubicBezTo>
                            <a:cubicBezTo>
                              <a:pt x="5509" y="34494"/>
                              <a:pt x="12645" y="32115"/>
                              <a:pt x="16213" y="32115"/>
                            </a:cubicBezTo>
                            <a:cubicBezTo>
                              <a:pt x="19781" y="32115"/>
                              <a:pt x="20971" y="32115"/>
                              <a:pt x="22160" y="34494"/>
                            </a:cubicBezTo>
                            <a:cubicBezTo>
                              <a:pt x="22160" y="34494"/>
                              <a:pt x="22160" y="38062"/>
                              <a:pt x="22160" y="38062"/>
                            </a:cubicBezTo>
                            <a:cubicBezTo>
                              <a:pt x="22160" y="39251"/>
                              <a:pt x="23350" y="40441"/>
                              <a:pt x="23350" y="41630"/>
                            </a:cubicBezTo>
                            <a:cubicBezTo>
                              <a:pt x="22160" y="46388"/>
                              <a:pt x="13834" y="42820"/>
                              <a:pt x="11456" y="47577"/>
                            </a:cubicBezTo>
                            <a:cubicBezTo>
                              <a:pt x="10266" y="49956"/>
                              <a:pt x="12645" y="52335"/>
                              <a:pt x="9077" y="53525"/>
                            </a:cubicBezTo>
                            <a:cubicBezTo>
                              <a:pt x="5509" y="54714"/>
                              <a:pt x="5509" y="53525"/>
                              <a:pt x="4319" y="58282"/>
                            </a:cubicBezTo>
                            <a:cubicBezTo>
                              <a:pt x="3130" y="61850"/>
                              <a:pt x="4319" y="61850"/>
                              <a:pt x="5509" y="64229"/>
                            </a:cubicBezTo>
                            <a:cubicBezTo>
                              <a:pt x="6698" y="65419"/>
                              <a:pt x="7887" y="67798"/>
                              <a:pt x="9077" y="68987"/>
                            </a:cubicBezTo>
                            <a:cubicBezTo>
                              <a:pt x="11456" y="71366"/>
                              <a:pt x="12645" y="72556"/>
                              <a:pt x="15024" y="73745"/>
                            </a:cubicBezTo>
                            <a:cubicBezTo>
                              <a:pt x="17403" y="74934"/>
                              <a:pt x="19781" y="74934"/>
                              <a:pt x="20971" y="77313"/>
                            </a:cubicBezTo>
                            <a:cubicBezTo>
                              <a:pt x="26918" y="85639"/>
                              <a:pt x="22160" y="97533"/>
                              <a:pt x="25729" y="107049"/>
                            </a:cubicBezTo>
                            <a:cubicBezTo>
                              <a:pt x="28108" y="112996"/>
                              <a:pt x="31676" y="117754"/>
                              <a:pt x="34055" y="124891"/>
                            </a:cubicBezTo>
                            <a:cubicBezTo>
                              <a:pt x="35245" y="128459"/>
                              <a:pt x="37623" y="130838"/>
                              <a:pt x="37623" y="134406"/>
                            </a:cubicBezTo>
                            <a:cubicBezTo>
                              <a:pt x="37623" y="136785"/>
                              <a:pt x="37623" y="139164"/>
                              <a:pt x="37623" y="142732"/>
                            </a:cubicBezTo>
                            <a:cubicBezTo>
                              <a:pt x="37623" y="142732"/>
                              <a:pt x="37623" y="142732"/>
                              <a:pt x="37623" y="142732"/>
                            </a:cubicBezTo>
                            <a:cubicBezTo>
                              <a:pt x="37623" y="143922"/>
                              <a:pt x="38813" y="145111"/>
                              <a:pt x="38813" y="147490"/>
                            </a:cubicBezTo>
                            <a:cubicBezTo>
                              <a:pt x="40002" y="147490"/>
                              <a:pt x="43570" y="147490"/>
                              <a:pt x="44760" y="146300"/>
                            </a:cubicBezTo>
                            <a:cubicBezTo>
                              <a:pt x="47139" y="141543"/>
                              <a:pt x="48328" y="146300"/>
                              <a:pt x="50707" y="146300"/>
                            </a:cubicBezTo>
                            <a:cubicBezTo>
                              <a:pt x="55464" y="143922"/>
                              <a:pt x="51896" y="143922"/>
                              <a:pt x="51896" y="140353"/>
                            </a:cubicBezTo>
                            <a:cubicBezTo>
                              <a:pt x="51896" y="134406"/>
                              <a:pt x="51896" y="130838"/>
                              <a:pt x="55464" y="126080"/>
                            </a:cubicBezTo>
                            <a:cubicBezTo>
                              <a:pt x="55464" y="129648"/>
                              <a:pt x="55464" y="133217"/>
                              <a:pt x="55464" y="136785"/>
                            </a:cubicBezTo>
                            <a:cubicBezTo>
                              <a:pt x="57843" y="135596"/>
                              <a:pt x="60222" y="134406"/>
                              <a:pt x="62601" y="135596"/>
                            </a:cubicBezTo>
                            <a:cubicBezTo>
                              <a:pt x="60222" y="137975"/>
                              <a:pt x="59033" y="140353"/>
                              <a:pt x="59033" y="143922"/>
                            </a:cubicBezTo>
                            <a:cubicBezTo>
                              <a:pt x="62601" y="143922"/>
                              <a:pt x="64980" y="139164"/>
                              <a:pt x="66170" y="136785"/>
                            </a:cubicBezTo>
                            <a:cubicBezTo>
                              <a:pt x="68549" y="133217"/>
                              <a:pt x="68549" y="134406"/>
                              <a:pt x="69738" y="130838"/>
                            </a:cubicBezTo>
                            <a:cubicBezTo>
                              <a:pt x="69738" y="128459"/>
                              <a:pt x="68549" y="126080"/>
                              <a:pt x="68549" y="123701"/>
                            </a:cubicBezTo>
                            <a:cubicBezTo>
                              <a:pt x="62601" y="121322"/>
                              <a:pt x="67359" y="117754"/>
                              <a:pt x="69738" y="115375"/>
                            </a:cubicBezTo>
                            <a:cubicBezTo>
                              <a:pt x="67359" y="111807"/>
                              <a:pt x="63791" y="105860"/>
                              <a:pt x="66170" y="101102"/>
                            </a:cubicBezTo>
                            <a:cubicBezTo>
                              <a:pt x="68549" y="107049"/>
                              <a:pt x="72117" y="111807"/>
                              <a:pt x="78064" y="114186"/>
                            </a:cubicBezTo>
                            <a:cubicBezTo>
                              <a:pt x="80443" y="115375"/>
                              <a:pt x="85200" y="116564"/>
                              <a:pt x="87579" y="117754"/>
                            </a:cubicBezTo>
                            <a:cubicBezTo>
                              <a:pt x="91147" y="117754"/>
                              <a:pt x="93526" y="114186"/>
                              <a:pt x="97095" y="117754"/>
                            </a:cubicBezTo>
                            <a:cubicBezTo>
                              <a:pt x="99474" y="118944"/>
                              <a:pt x="104232" y="130838"/>
                              <a:pt x="105421" y="133217"/>
                            </a:cubicBezTo>
                            <a:cubicBezTo>
                              <a:pt x="108989" y="140353"/>
                              <a:pt x="104232" y="146300"/>
                              <a:pt x="106611" y="153437"/>
                            </a:cubicBezTo>
                            <a:cubicBezTo>
                              <a:pt x="112558" y="151058"/>
                              <a:pt x="112558" y="160574"/>
                              <a:pt x="114936" y="164142"/>
                            </a:cubicBezTo>
                            <a:cubicBezTo>
                              <a:pt x="116126" y="166521"/>
                              <a:pt x="118505" y="168900"/>
                              <a:pt x="120883" y="170089"/>
                            </a:cubicBezTo>
                            <a:cubicBezTo>
                              <a:pt x="120883" y="168900"/>
                              <a:pt x="120883" y="166521"/>
                              <a:pt x="120883" y="164142"/>
                            </a:cubicBezTo>
                            <a:cubicBezTo>
                              <a:pt x="122073" y="158195"/>
                              <a:pt x="129210" y="157005"/>
                              <a:pt x="130399" y="149869"/>
                            </a:cubicBezTo>
                            <a:cubicBezTo>
                              <a:pt x="130399" y="145111"/>
                              <a:pt x="130399" y="142732"/>
                              <a:pt x="130399" y="14035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6" name="Freeform 255">
                        <a:extLst>
                          <a:ext uri="{FF2B5EF4-FFF2-40B4-BE49-F238E27FC236}">
                            <a16:creationId xmlns:a16="http://schemas.microsoft.com/office/drawing/2014/main" id="{FDAD300E-4F0B-8123-6AA7-56D8E1D3D0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6317" y="3806269"/>
                        <a:ext cx="7708" cy="13271"/>
                      </a:xfrm>
                      <a:custGeom>
                        <a:avLst/>
                        <a:gdLst>
                          <a:gd name="connsiteX0" fmla="*/ 1522 w 7708"/>
                          <a:gd name="connsiteY0" fmla="*/ 0 h 13271"/>
                          <a:gd name="connsiteX1" fmla="*/ 333 w 7708"/>
                          <a:gd name="connsiteY1" fmla="*/ 1190 h 13271"/>
                          <a:gd name="connsiteX2" fmla="*/ 2712 w 7708"/>
                          <a:gd name="connsiteY2" fmla="*/ 7137 h 13271"/>
                          <a:gd name="connsiteX3" fmla="*/ 3901 w 7708"/>
                          <a:gd name="connsiteY3" fmla="*/ 13084 h 13271"/>
                          <a:gd name="connsiteX4" fmla="*/ 7470 w 7708"/>
                          <a:gd name="connsiteY4" fmla="*/ 5947 h 13271"/>
                          <a:gd name="connsiteX5" fmla="*/ 1522 w 7708"/>
                          <a:gd name="connsiteY5" fmla="*/ 0 h 132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7708" h="13271">
                            <a:moveTo>
                              <a:pt x="1522" y="0"/>
                            </a:moveTo>
                            <a:cubicBezTo>
                              <a:pt x="1522" y="0"/>
                              <a:pt x="-857" y="0"/>
                              <a:pt x="333" y="1190"/>
                            </a:cubicBezTo>
                            <a:cubicBezTo>
                              <a:pt x="1522" y="3569"/>
                              <a:pt x="2712" y="4758"/>
                              <a:pt x="2712" y="7137"/>
                            </a:cubicBezTo>
                            <a:cubicBezTo>
                              <a:pt x="2712" y="9516"/>
                              <a:pt x="1522" y="14273"/>
                              <a:pt x="3901" y="13084"/>
                            </a:cubicBezTo>
                            <a:cubicBezTo>
                              <a:pt x="5091" y="11894"/>
                              <a:pt x="8659" y="8326"/>
                              <a:pt x="7470" y="5947"/>
                            </a:cubicBezTo>
                            <a:cubicBezTo>
                              <a:pt x="6280" y="3569"/>
                              <a:pt x="3901" y="0"/>
                              <a:pt x="1522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7" name="Freeform 256">
                        <a:extLst>
                          <a:ext uri="{FF2B5EF4-FFF2-40B4-BE49-F238E27FC236}">
                            <a16:creationId xmlns:a16="http://schemas.microsoft.com/office/drawing/2014/main" id="{E50A1631-FD7B-F4AF-6915-3D60B6ED5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05945" y="3805080"/>
                        <a:ext cx="7136" cy="11029"/>
                      </a:xfrm>
                      <a:custGeom>
                        <a:avLst/>
                        <a:gdLst>
                          <a:gd name="connsiteX0" fmla="*/ 3568 w 7136"/>
                          <a:gd name="connsiteY0" fmla="*/ 0 h 11029"/>
                          <a:gd name="connsiteX1" fmla="*/ 0 w 7136"/>
                          <a:gd name="connsiteY1" fmla="*/ 1190 h 11029"/>
                          <a:gd name="connsiteX2" fmla="*/ 0 w 7136"/>
                          <a:gd name="connsiteY2" fmla="*/ 4758 h 11029"/>
                          <a:gd name="connsiteX3" fmla="*/ 2379 w 7136"/>
                          <a:gd name="connsiteY3" fmla="*/ 8326 h 11029"/>
                          <a:gd name="connsiteX4" fmla="*/ 5947 w 7136"/>
                          <a:gd name="connsiteY4" fmla="*/ 10705 h 11029"/>
                          <a:gd name="connsiteX5" fmla="*/ 7136 w 7136"/>
                          <a:gd name="connsiteY5" fmla="*/ 7137 h 11029"/>
                          <a:gd name="connsiteX6" fmla="*/ 5947 w 7136"/>
                          <a:gd name="connsiteY6" fmla="*/ 2379 h 11029"/>
                          <a:gd name="connsiteX7" fmla="*/ 3568 w 7136"/>
                          <a:gd name="connsiteY7" fmla="*/ 0 h 110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7136" h="11029">
                            <a:moveTo>
                              <a:pt x="3568" y="0"/>
                            </a:moveTo>
                            <a:cubicBezTo>
                              <a:pt x="2379" y="0"/>
                              <a:pt x="0" y="0"/>
                              <a:pt x="0" y="1190"/>
                            </a:cubicBezTo>
                            <a:cubicBezTo>
                              <a:pt x="0" y="2379"/>
                              <a:pt x="0" y="3569"/>
                              <a:pt x="0" y="4758"/>
                            </a:cubicBezTo>
                            <a:cubicBezTo>
                              <a:pt x="1189" y="5947"/>
                              <a:pt x="2379" y="7137"/>
                              <a:pt x="2379" y="8326"/>
                            </a:cubicBezTo>
                            <a:cubicBezTo>
                              <a:pt x="2379" y="9516"/>
                              <a:pt x="3568" y="11894"/>
                              <a:pt x="5947" y="10705"/>
                            </a:cubicBezTo>
                            <a:cubicBezTo>
                              <a:pt x="5947" y="10705"/>
                              <a:pt x="7136" y="10705"/>
                              <a:pt x="7136" y="7137"/>
                            </a:cubicBezTo>
                            <a:cubicBezTo>
                              <a:pt x="7136" y="3569"/>
                              <a:pt x="7136" y="3569"/>
                              <a:pt x="5947" y="2379"/>
                            </a:cubicBezTo>
                            <a:cubicBezTo>
                              <a:pt x="5947" y="2379"/>
                              <a:pt x="4758" y="0"/>
                              <a:pt x="3568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8" name="Freeform 257">
                        <a:extLst>
                          <a:ext uri="{FF2B5EF4-FFF2-40B4-BE49-F238E27FC236}">
                            <a16:creationId xmlns:a16="http://schemas.microsoft.com/office/drawing/2014/main" id="{C46D26F5-2B07-3437-D7DC-5F6B32B11B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24785" y="3808120"/>
                        <a:ext cx="4650" cy="5286"/>
                      </a:xfrm>
                      <a:custGeom>
                        <a:avLst/>
                        <a:gdLst>
                          <a:gd name="connsiteX0" fmla="*/ 3759 w 4650"/>
                          <a:gd name="connsiteY0" fmla="*/ 529 h 5286"/>
                          <a:gd name="connsiteX1" fmla="*/ 190 w 4650"/>
                          <a:gd name="connsiteY1" fmla="*/ 529 h 5286"/>
                          <a:gd name="connsiteX2" fmla="*/ 2569 w 4650"/>
                          <a:gd name="connsiteY2" fmla="*/ 5286 h 5286"/>
                          <a:gd name="connsiteX3" fmla="*/ 3759 w 4650"/>
                          <a:gd name="connsiteY3" fmla="*/ 4097 h 5286"/>
                          <a:gd name="connsiteX4" fmla="*/ 3759 w 4650"/>
                          <a:gd name="connsiteY4" fmla="*/ 529 h 528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650" h="5286">
                            <a:moveTo>
                              <a:pt x="3759" y="529"/>
                            </a:moveTo>
                            <a:cubicBezTo>
                              <a:pt x="2569" y="529"/>
                              <a:pt x="1380" y="-661"/>
                              <a:pt x="190" y="529"/>
                            </a:cubicBezTo>
                            <a:cubicBezTo>
                              <a:pt x="190" y="1718"/>
                              <a:pt x="-999" y="5286"/>
                              <a:pt x="2569" y="5286"/>
                            </a:cubicBezTo>
                            <a:cubicBezTo>
                              <a:pt x="2569" y="5286"/>
                              <a:pt x="3759" y="5286"/>
                              <a:pt x="3759" y="4097"/>
                            </a:cubicBezTo>
                            <a:cubicBezTo>
                              <a:pt x="4948" y="1718"/>
                              <a:pt x="4948" y="529"/>
                              <a:pt x="3759" y="52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59" name="Graphic 27">
                      <a:extLst>
                        <a:ext uri="{FF2B5EF4-FFF2-40B4-BE49-F238E27FC236}">
                          <a16:creationId xmlns:a16="http://schemas.microsoft.com/office/drawing/2014/main" id="{A0C6C21F-46A0-8E4B-17A0-A5697197EF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53785" y="4160721"/>
                      <a:ext cx="58282" cy="105381"/>
                      <a:chOff x="7753785" y="4160721"/>
                      <a:chExt cx="58282" cy="105381"/>
                    </a:xfrm>
                    <a:grpFill/>
                  </p:grpSpPr>
                  <p:sp>
                    <p:nvSpPr>
                      <p:cNvPr id="260" name="Freeform 259">
                        <a:extLst>
                          <a:ext uri="{FF2B5EF4-FFF2-40B4-BE49-F238E27FC236}">
                            <a16:creationId xmlns:a16="http://schemas.microsoft.com/office/drawing/2014/main" id="{93708B96-085E-824F-E530-1201A89A8A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53785" y="4170237"/>
                        <a:ext cx="58282" cy="95866"/>
                      </a:xfrm>
                      <a:custGeom>
                        <a:avLst/>
                        <a:gdLst>
                          <a:gd name="connsiteX0" fmla="*/ 57093 w 58282"/>
                          <a:gd name="connsiteY0" fmla="*/ 59472 h 95866"/>
                          <a:gd name="connsiteX1" fmla="*/ 54714 w 58282"/>
                          <a:gd name="connsiteY1" fmla="*/ 54714 h 95866"/>
                          <a:gd name="connsiteX2" fmla="*/ 54714 w 58282"/>
                          <a:gd name="connsiteY2" fmla="*/ 48767 h 95866"/>
                          <a:gd name="connsiteX3" fmla="*/ 48767 w 58282"/>
                          <a:gd name="connsiteY3" fmla="*/ 44009 h 95866"/>
                          <a:gd name="connsiteX4" fmla="*/ 44009 w 58282"/>
                          <a:gd name="connsiteY4" fmla="*/ 29736 h 95866"/>
                          <a:gd name="connsiteX5" fmla="*/ 36873 w 58282"/>
                          <a:gd name="connsiteY5" fmla="*/ 27357 h 95866"/>
                          <a:gd name="connsiteX6" fmla="*/ 39251 w 58282"/>
                          <a:gd name="connsiteY6" fmla="*/ 22599 h 95866"/>
                          <a:gd name="connsiteX7" fmla="*/ 34494 w 58282"/>
                          <a:gd name="connsiteY7" fmla="*/ 16652 h 95866"/>
                          <a:gd name="connsiteX8" fmla="*/ 30926 w 58282"/>
                          <a:gd name="connsiteY8" fmla="*/ 14273 h 95866"/>
                          <a:gd name="connsiteX9" fmla="*/ 28547 w 58282"/>
                          <a:gd name="connsiteY9" fmla="*/ 5947 h 95866"/>
                          <a:gd name="connsiteX10" fmla="*/ 21410 w 58282"/>
                          <a:gd name="connsiteY10" fmla="*/ 3568 h 95866"/>
                          <a:gd name="connsiteX11" fmla="*/ 16652 w 58282"/>
                          <a:gd name="connsiteY11" fmla="*/ 3568 h 95866"/>
                          <a:gd name="connsiteX12" fmla="*/ 11894 w 58282"/>
                          <a:gd name="connsiteY12" fmla="*/ 0 h 95866"/>
                          <a:gd name="connsiteX13" fmla="*/ 10705 w 58282"/>
                          <a:gd name="connsiteY13" fmla="*/ 3568 h 95866"/>
                          <a:gd name="connsiteX14" fmla="*/ 8326 w 58282"/>
                          <a:gd name="connsiteY14" fmla="*/ 8326 h 95866"/>
                          <a:gd name="connsiteX15" fmla="*/ 7137 w 58282"/>
                          <a:gd name="connsiteY15" fmla="*/ 13084 h 95866"/>
                          <a:gd name="connsiteX16" fmla="*/ 0 w 58282"/>
                          <a:gd name="connsiteY16" fmla="*/ 10705 h 95866"/>
                          <a:gd name="connsiteX17" fmla="*/ 5947 w 58282"/>
                          <a:gd name="connsiteY17" fmla="*/ 21410 h 95866"/>
                          <a:gd name="connsiteX18" fmla="*/ 3568 w 58282"/>
                          <a:gd name="connsiteY18" fmla="*/ 30925 h 95866"/>
                          <a:gd name="connsiteX19" fmla="*/ 1190 w 58282"/>
                          <a:gd name="connsiteY19" fmla="*/ 38062 h 95866"/>
                          <a:gd name="connsiteX20" fmla="*/ 7137 w 58282"/>
                          <a:gd name="connsiteY20" fmla="*/ 74934 h 95866"/>
                          <a:gd name="connsiteX21" fmla="*/ 19031 w 58282"/>
                          <a:gd name="connsiteY21" fmla="*/ 95155 h 95866"/>
                          <a:gd name="connsiteX22" fmla="*/ 38062 w 58282"/>
                          <a:gd name="connsiteY22" fmla="*/ 92776 h 95866"/>
                          <a:gd name="connsiteX23" fmla="*/ 51146 w 58282"/>
                          <a:gd name="connsiteY23" fmla="*/ 83260 h 95866"/>
                          <a:gd name="connsiteX24" fmla="*/ 58283 w 58282"/>
                          <a:gd name="connsiteY24" fmla="*/ 67798 h 95866"/>
                          <a:gd name="connsiteX25" fmla="*/ 57093 w 58282"/>
                          <a:gd name="connsiteY25" fmla="*/ 59472 h 95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</a:cxnLst>
                        <a:rect l="l" t="t" r="r" b="b"/>
                        <a:pathLst>
                          <a:path w="58282" h="95866">
                            <a:moveTo>
                              <a:pt x="57093" y="59472"/>
                            </a:moveTo>
                            <a:cubicBezTo>
                              <a:pt x="55904" y="57093"/>
                              <a:pt x="54714" y="57093"/>
                              <a:pt x="54714" y="54714"/>
                            </a:cubicBezTo>
                            <a:cubicBezTo>
                              <a:pt x="54714" y="52335"/>
                              <a:pt x="55904" y="49956"/>
                              <a:pt x="54714" y="48767"/>
                            </a:cubicBezTo>
                            <a:cubicBezTo>
                              <a:pt x="53525" y="48767"/>
                              <a:pt x="49956" y="46388"/>
                              <a:pt x="48767" y="44009"/>
                            </a:cubicBezTo>
                            <a:cubicBezTo>
                              <a:pt x="47577" y="40441"/>
                              <a:pt x="45198" y="29736"/>
                              <a:pt x="44009" y="29736"/>
                            </a:cubicBezTo>
                            <a:cubicBezTo>
                              <a:pt x="42820" y="29736"/>
                              <a:pt x="36873" y="27357"/>
                              <a:pt x="36873" y="27357"/>
                            </a:cubicBezTo>
                            <a:cubicBezTo>
                              <a:pt x="36873" y="27357"/>
                              <a:pt x="40441" y="23789"/>
                              <a:pt x="39251" y="22599"/>
                            </a:cubicBezTo>
                            <a:cubicBezTo>
                              <a:pt x="38062" y="21410"/>
                              <a:pt x="36873" y="16652"/>
                              <a:pt x="34494" y="16652"/>
                            </a:cubicBezTo>
                            <a:cubicBezTo>
                              <a:pt x="32115" y="16652"/>
                              <a:pt x="30926" y="17842"/>
                              <a:pt x="30926" y="14273"/>
                            </a:cubicBezTo>
                            <a:cubicBezTo>
                              <a:pt x="29736" y="11894"/>
                              <a:pt x="29736" y="5947"/>
                              <a:pt x="28547" y="5947"/>
                            </a:cubicBezTo>
                            <a:cubicBezTo>
                              <a:pt x="27357" y="5947"/>
                              <a:pt x="22600" y="3568"/>
                              <a:pt x="21410" y="3568"/>
                            </a:cubicBezTo>
                            <a:cubicBezTo>
                              <a:pt x="20221" y="3568"/>
                              <a:pt x="19031" y="5947"/>
                              <a:pt x="16652" y="3568"/>
                            </a:cubicBezTo>
                            <a:cubicBezTo>
                              <a:pt x="15463" y="1190"/>
                              <a:pt x="13084" y="0"/>
                              <a:pt x="11894" y="0"/>
                            </a:cubicBezTo>
                            <a:cubicBezTo>
                              <a:pt x="10705" y="0"/>
                              <a:pt x="11894" y="2379"/>
                              <a:pt x="10705" y="3568"/>
                            </a:cubicBezTo>
                            <a:cubicBezTo>
                              <a:pt x="9515" y="4758"/>
                              <a:pt x="8326" y="5947"/>
                              <a:pt x="8326" y="8326"/>
                            </a:cubicBezTo>
                            <a:cubicBezTo>
                              <a:pt x="8326" y="10705"/>
                              <a:pt x="8326" y="14273"/>
                              <a:pt x="7137" y="13084"/>
                            </a:cubicBezTo>
                            <a:cubicBezTo>
                              <a:pt x="5947" y="11894"/>
                              <a:pt x="0" y="9515"/>
                              <a:pt x="0" y="10705"/>
                            </a:cubicBezTo>
                            <a:cubicBezTo>
                              <a:pt x="0" y="11894"/>
                              <a:pt x="5947" y="16652"/>
                              <a:pt x="5947" y="21410"/>
                            </a:cubicBezTo>
                            <a:cubicBezTo>
                              <a:pt x="5947" y="26168"/>
                              <a:pt x="4758" y="28546"/>
                              <a:pt x="3568" y="30925"/>
                            </a:cubicBezTo>
                            <a:cubicBezTo>
                              <a:pt x="2379" y="32115"/>
                              <a:pt x="1190" y="34494"/>
                              <a:pt x="1190" y="38062"/>
                            </a:cubicBezTo>
                            <a:cubicBezTo>
                              <a:pt x="1190" y="41630"/>
                              <a:pt x="3568" y="63040"/>
                              <a:pt x="7137" y="74934"/>
                            </a:cubicBezTo>
                            <a:cubicBezTo>
                              <a:pt x="10705" y="86829"/>
                              <a:pt x="8326" y="91587"/>
                              <a:pt x="19031" y="95155"/>
                            </a:cubicBezTo>
                            <a:cubicBezTo>
                              <a:pt x="21410" y="96344"/>
                              <a:pt x="30926" y="96344"/>
                              <a:pt x="38062" y="92776"/>
                            </a:cubicBezTo>
                            <a:cubicBezTo>
                              <a:pt x="38062" y="92776"/>
                              <a:pt x="47577" y="89208"/>
                              <a:pt x="51146" y="83260"/>
                            </a:cubicBezTo>
                            <a:cubicBezTo>
                              <a:pt x="54714" y="76124"/>
                              <a:pt x="57093" y="72556"/>
                              <a:pt x="58283" y="67798"/>
                            </a:cubicBezTo>
                            <a:cubicBezTo>
                              <a:pt x="57093" y="64229"/>
                              <a:pt x="57093" y="60661"/>
                              <a:pt x="57093" y="5947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1" name="Freeform 260">
                        <a:extLst>
                          <a:ext uri="{FF2B5EF4-FFF2-40B4-BE49-F238E27FC236}">
                            <a16:creationId xmlns:a16="http://schemas.microsoft.com/office/drawing/2014/main" id="{BA75A9A8-C1EF-903D-B235-AB17C5734A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67819" y="4163100"/>
                        <a:ext cx="13322" cy="11029"/>
                      </a:xfrm>
                      <a:custGeom>
                        <a:avLst/>
                        <a:gdLst>
                          <a:gd name="connsiteX0" fmla="*/ 6186 w 13322"/>
                          <a:gd name="connsiteY0" fmla="*/ 8326 h 11029"/>
                          <a:gd name="connsiteX1" fmla="*/ 13323 w 13322"/>
                          <a:gd name="connsiteY1" fmla="*/ 10705 h 11029"/>
                          <a:gd name="connsiteX2" fmla="*/ 7376 w 13322"/>
                          <a:gd name="connsiteY2" fmla="*/ 4758 h 11029"/>
                          <a:gd name="connsiteX3" fmla="*/ 3807 w 13322"/>
                          <a:gd name="connsiteY3" fmla="*/ 0 h 11029"/>
                          <a:gd name="connsiteX4" fmla="*/ 239 w 13322"/>
                          <a:gd name="connsiteY4" fmla="*/ 5947 h 11029"/>
                          <a:gd name="connsiteX5" fmla="*/ 6186 w 13322"/>
                          <a:gd name="connsiteY5" fmla="*/ 8326 h 110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322" h="11029">
                            <a:moveTo>
                              <a:pt x="6186" y="8326"/>
                            </a:moveTo>
                            <a:cubicBezTo>
                              <a:pt x="7376" y="9516"/>
                              <a:pt x="13323" y="11894"/>
                              <a:pt x="13323" y="10705"/>
                            </a:cubicBezTo>
                            <a:cubicBezTo>
                              <a:pt x="13323" y="9516"/>
                              <a:pt x="7376" y="7137"/>
                              <a:pt x="7376" y="4758"/>
                            </a:cubicBezTo>
                            <a:cubicBezTo>
                              <a:pt x="6186" y="2379"/>
                              <a:pt x="6186" y="0"/>
                              <a:pt x="3807" y="0"/>
                            </a:cubicBezTo>
                            <a:cubicBezTo>
                              <a:pt x="2618" y="0"/>
                              <a:pt x="-950" y="2379"/>
                              <a:pt x="239" y="5947"/>
                            </a:cubicBezTo>
                            <a:cubicBezTo>
                              <a:pt x="1428" y="5947"/>
                              <a:pt x="3807" y="7137"/>
                              <a:pt x="6186" y="832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2" name="Freeform 261">
                        <a:extLst>
                          <a:ext uri="{FF2B5EF4-FFF2-40B4-BE49-F238E27FC236}">
                            <a16:creationId xmlns:a16="http://schemas.microsoft.com/office/drawing/2014/main" id="{23319095-D91B-9B7D-F3A7-1BF90161D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56886" y="4160721"/>
                        <a:ext cx="9982" cy="8154"/>
                      </a:xfrm>
                      <a:custGeom>
                        <a:avLst/>
                        <a:gdLst>
                          <a:gd name="connsiteX0" fmla="*/ 2846 w 9982"/>
                          <a:gd name="connsiteY0" fmla="*/ 5947 h 8154"/>
                          <a:gd name="connsiteX1" fmla="*/ 7604 w 9982"/>
                          <a:gd name="connsiteY1" fmla="*/ 7136 h 8154"/>
                          <a:gd name="connsiteX2" fmla="*/ 9983 w 9982"/>
                          <a:gd name="connsiteY2" fmla="*/ 2379 h 8154"/>
                          <a:gd name="connsiteX3" fmla="*/ 8793 w 9982"/>
                          <a:gd name="connsiteY3" fmla="*/ 0 h 8154"/>
                          <a:gd name="connsiteX4" fmla="*/ 466 w 9982"/>
                          <a:gd name="connsiteY4" fmla="*/ 1189 h 8154"/>
                          <a:gd name="connsiteX5" fmla="*/ 2846 w 9982"/>
                          <a:gd name="connsiteY5" fmla="*/ 5947 h 815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9982" h="8154">
                            <a:moveTo>
                              <a:pt x="2846" y="5947"/>
                            </a:moveTo>
                            <a:cubicBezTo>
                              <a:pt x="4035" y="7136"/>
                              <a:pt x="6414" y="9515"/>
                              <a:pt x="7604" y="7136"/>
                            </a:cubicBezTo>
                            <a:cubicBezTo>
                              <a:pt x="8793" y="5947"/>
                              <a:pt x="9983" y="4758"/>
                              <a:pt x="9983" y="2379"/>
                            </a:cubicBezTo>
                            <a:cubicBezTo>
                              <a:pt x="9983" y="2379"/>
                              <a:pt x="9983" y="0"/>
                              <a:pt x="8793" y="0"/>
                            </a:cubicBezTo>
                            <a:cubicBezTo>
                              <a:pt x="7604" y="0"/>
                              <a:pt x="466" y="0"/>
                              <a:pt x="466" y="1189"/>
                            </a:cubicBezTo>
                            <a:cubicBezTo>
                              <a:pt x="-723" y="2379"/>
                              <a:pt x="466" y="4758"/>
                              <a:pt x="2846" y="594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63" name="Graphic 27">
                      <a:extLst>
                        <a:ext uri="{FF2B5EF4-FFF2-40B4-BE49-F238E27FC236}">
                          <a16:creationId xmlns:a16="http://schemas.microsoft.com/office/drawing/2014/main" id="{5189B661-DE2E-ED30-7DD9-22197A45F6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67951" y="2641813"/>
                      <a:ext cx="138290" cy="94298"/>
                      <a:chOff x="6167951" y="2641813"/>
                      <a:chExt cx="138290" cy="94298"/>
                    </a:xfrm>
                    <a:grpFill/>
                  </p:grpSpPr>
                  <p:sp>
                    <p:nvSpPr>
                      <p:cNvPr id="264" name="Freeform 263">
                        <a:extLst>
                          <a:ext uri="{FF2B5EF4-FFF2-40B4-BE49-F238E27FC236}">
                            <a16:creationId xmlns:a16="http://schemas.microsoft.com/office/drawing/2014/main" id="{452DF41C-9033-8F65-EEF8-991A26624A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9193" y="2641813"/>
                        <a:ext cx="107049" cy="94298"/>
                      </a:xfrm>
                      <a:custGeom>
                        <a:avLst/>
                        <a:gdLst>
                          <a:gd name="connsiteX0" fmla="*/ 107049 w 107049"/>
                          <a:gd name="connsiteY0" fmla="*/ 73745 h 94298"/>
                          <a:gd name="connsiteX1" fmla="*/ 105860 w 107049"/>
                          <a:gd name="connsiteY1" fmla="*/ 71366 h 94298"/>
                          <a:gd name="connsiteX2" fmla="*/ 102291 w 107049"/>
                          <a:gd name="connsiteY2" fmla="*/ 65419 h 94298"/>
                          <a:gd name="connsiteX3" fmla="*/ 95155 w 107049"/>
                          <a:gd name="connsiteY3" fmla="*/ 53525 h 94298"/>
                          <a:gd name="connsiteX4" fmla="*/ 90397 w 107049"/>
                          <a:gd name="connsiteY4" fmla="*/ 48767 h 94298"/>
                          <a:gd name="connsiteX5" fmla="*/ 88018 w 107049"/>
                          <a:gd name="connsiteY5" fmla="*/ 42820 h 94298"/>
                          <a:gd name="connsiteX6" fmla="*/ 88018 w 107049"/>
                          <a:gd name="connsiteY6" fmla="*/ 29736 h 94298"/>
                          <a:gd name="connsiteX7" fmla="*/ 99912 w 107049"/>
                          <a:gd name="connsiteY7" fmla="*/ 24978 h 94298"/>
                          <a:gd name="connsiteX8" fmla="*/ 101102 w 107049"/>
                          <a:gd name="connsiteY8" fmla="*/ 17842 h 94298"/>
                          <a:gd name="connsiteX9" fmla="*/ 105860 w 107049"/>
                          <a:gd name="connsiteY9" fmla="*/ 13084 h 94298"/>
                          <a:gd name="connsiteX10" fmla="*/ 103481 w 107049"/>
                          <a:gd name="connsiteY10" fmla="*/ 10705 h 94298"/>
                          <a:gd name="connsiteX11" fmla="*/ 88018 w 107049"/>
                          <a:gd name="connsiteY11" fmla="*/ 9516 h 94298"/>
                          <a:gd name="connsiteX12" fmla="*/ 79692 w 107049"/>
                          <a:gd name="connsiteY12" fmla="*/ 9516 h 94298"/>
                          <a:gd name="connsiteX13" fmla="*/ 74934 w 107049"/>
                          <a:gd name="connsiteY13" fmla="*/ 4758 h 94298"/>
                          <a:gd name="connsiteX14" fmla="*/ 67798 w 107049"/>
                          <a:gd name="connsiteY14" fmla="*/ 4758 h 94298"/>
                          <a:gd name="connsiteX15" fmla="*/ 61850 w 107049"/>
                          <a:gd name="connsiteY15" fmla="*/ 2379 h 94298"/>
                          <a:gd name="connsiteX16" fmla="*/ 54714 w 107049"/>
                          <a:gd name="connsiteY16" fmla="*/ 2379 h 94298"/>
                          <a:gd name="connsiteX17" fmla="*/ 47577 w 107049"/>
                          <a:gd name="connsiteY17" fmla="*/ 0 h 94298"/>
                          <a:gd name="connsiteX18" fmla="*/ 44009 w 107049"/>
                          <a:gd name="connsiteY18" fmla="*/ 2379 h 94298"/>
                          <a:gd name="connsiteX19" fmla="*/ 45198 w 107049"/>
                          <a:gd name="connsiteY19" fmla="*/ 5947 h 94298"/>
                          <a:gd name="connsiteX20" fmla="*/ 40441 w 107049"/>
                          <a:gd name="connsiteY20" fmla="*/ 8326 h 94298"/>
                          <a:gd name="connsiteX21" fmla="*/ 34494 w 107049"/>
                          <a:gd name="connsiteY21" fmla="*/ 7137 h 94298"/>
                          <a:gd name="connsiteX22" fmla="*/ 30925 w 107049"/>
                          <a:gd name="connsiteY22" fmla="*/ 7137 h 94298"/>
                          <a:gd name="connsiteX23" fmla="*/ 28546 w 107049"/>
                          <a:gd name="connsiteY23" fmla="*/ 5947 h 94298"/>
                          <a:gd name="connsiteX24" fmla="*/ 24978 w 107049"/>
                          <a:gd name="connsiteY24" fmla="*/ 10705 h 94298"/>
                          <a:gd name="connsiteX25" fmla="*/ 17842 w 107049"/>
                          <a:gd name="connsiteY25" fmla="*/ 11894 h 94298"/>
                          <a:gd name="connsiteX26" fmla="*/ 13084 w 107049"/>
                          <a:gd name="connsiteY26" fmla="*/ 15463 h 94298"/>
                          <a:gd name="connsiteX27" fmla="*/ 7137 w 107049"/>
                          <a:gd name="connsiteY27" fmla="*/ 17842 h 94298"/>
                          <a:gd name="connsiteX28" fmla="*/ 2379 w 107049"/>
                          <a:gd name="connsiteY28" fmla="*/ 22599 h 94298"/>
                          <a:gd name="connsiteX29" fmla="*/ 0 w 107049"/>
                          <a:gd name="connsiteY29" fmla="*/ 35683 h 94298"/>
                          <a:gd name="connsiteX30" fmla="*/ 9515 w 107049"/>
                          <a:gd name="connsiteY30" fmla="*/ 40441 h 94298"/>
                          <a:gd name="connsiteX31" fmla="*/ 4758 w 107049"/>
                          <a:gd name="connsiteY31" fmla="*/ 46388 h 94298"/>
                          <a:gd name="connsiteX32" fmla="*/ 5947 w 107049"/>
                          <a:gd name="connsiteY32" fmla="*/ 51146 h 94298"/>
                          <a:gd name="connsiteX33" fmla="*/ 13084 w 107049"/>
                          <a:gd name="connsiteY33" fmla="*/ 60661 h 94298"/>
                          <a:gd name="connsiteX34" fmla="*/ 21410 w 107049"/>
                          <a:gd name="connsiteY34" fmla="*/ 57093 h 94298"/>
                          <a:gd name="connsiteX35" fmla="*/ 23789 w 107049"/>
                          <a:gd name="connsiteY35" fmla="*/ 74934 h 94298"/>
                          <a:gd name="connsiteX36" fmla="*/ 23789 w 107049"/>
                          <a:gd name="connsiteY36" fmla="*/ 74934 h 94298"/>
                          <a:gd name="connsiteX37" fmla="*/ 36873 w 107049"/>
                          <a:gd name="connsiteY37" fmla="*/ 70177 h 94298"/>
                          <a:gd name="connsiteX38" fmla="*/ 44009 w 107049"/>
                          <a:gd name="connsiteY38" fmla="*/ 68987 h 94298"/>
                          <a:gd name="connsiteX39" fmla="*/ 48767 w 107049"/>
                          <a:gd name="connsiteY39" fmla="*/ 72556 h 94298"/>
                          <a:gd name="connsiteX40" fmla="*/ 54714 w 107049"/>
                          <a:gd name="connsiteY40" fmla="*/ 70177 h 94298"/>
                          <a:gd name="connsiteX41" fmla="*/ 58282 w 107049"/>
                          <a:gd name="connsiteY41" fmla="*/ 76124 h 94298"/>
                          <a:gd name="connsiteX42" fmla="*/ 65419 w 107049"/>
                          <a:gd name="connsiteY42" fmla="*/ 78503 h 94298"/>
                          <a:gd name="connsiteX43" fmla="*/ 70177 w 107049"/>
                          <a:gd name="connsiteY43" fmla="*/ 82071 h 94298"/>
                          <a:gd name="connsiteX44" fmla="*/ 76124 w 107049"/>
                          <a:gd name="connsiteY44" fmla="*/ 88018 h 94298"/>
                          <a:gd name="connsiteX45" fmla="*/ 82071 w 107049"/>
                          <a:gd name="connsiteY45" fmla="*/ 93965 h 94298"/>
                          <a:gd name="connsiteX46" fmla="*/ 92776 w 107049"/>
                          <a:gd name="connsiteY46" fmla="*/ 92776 h 94298"/>
                          <a:gd name="connsiteX47" fmla="*/ 98723 w 107049"/>
                          <a:gd name="connsiteY47" fmla="*/ 91586 h 94298"/>
                          <a:gd name="connsiteX48" fmla="*/ 101102 w 107049"/>
                          <a:gd name="connsiteY48" fmla="*/ 89208 h 94298"/>
                          <a:gd name="connsiteX49" fmla="*/ 102291 w 107049"/>
                          <a:gd name="connsiteY49" fmla="*/ 83260 h 94298"/>
                          <a:gd name="connsiteX50" fmla="*/ 104670 w 107049"/>
                          <a:gd name="connsiteY50" fmla="*/ 79692 h 94298"/>
                          <a:gd name="connsiteX51" fmla="*/ 107049 w 107049"/>
                          <a:gd name="connsiteY51" fmla="*/ 73745 h 9429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</a:cxnLst>
                        <a:rect l="l" t="t" r="r" b="b"/>
                        <a:pathLst>
                          <a:path w="107049" h="94298">
                            <a:moveTo>
                              <a:pt x="107049" y="73745"/>
                            </a:moveTo>
                            <a:cubicBezTo>
                              <a:pt x="107049" y="72556"/>
                              <a:pt x="105860" y="71366"/>
                              <a:pt x="105860" y="71366"/>
                            </a:cubicBezTo>
                            <a:cubicBezTo>
                              <a:pt x="104670" y="68987"/>
                              <a:pt x="103481" y="67798"/>
                              <a:pt x="102291" y="65419"/>
                            </a:cubicBezTo>
                            <a:cubicBezTo>
                              <a:pt x="101102" y="61851"/>
                              <a:pt x="97533" y="55903"/>
                              <a:pt x="95155" y="53525"/>
                            </a:cubicBezTo>
                            <a:cubicBezTo>
                              <a:pt x="92776" y="51146"/>
                              <a:pt x="91586" y="52335"/>
                              <a:pt x="90397" y="48767"/>
                            </a:cubicBezTo>
                            <a:cubicBezTo>
                              <a:pt x="89208" y="46388"/>
                              <a:pt x="88018" y="44009"/>
                              <a:pt x="88018" y="42820"/>
                            </a:cubicBezTo>
                            <a:cubicBezTo>
                              <a:pt x="85639" y="38062"/>
                              <a:pt x="83260" y="33304"/>
                              <a:pt x="88018" y="29736"/>
                            </a:cubicBezTo>
                            <a:cubicBezTo>
                              <a:pt x="91586" y="27357"/>
                              <a:pt x="97533" y="27357"/>
                              <a:pt x="99912" y="24978"/>
                            </a:cubicBezTo>
                            <a:cubicBezTo>
                              <a:pt x="101102" y="23789"/>
                              <a:pt x="99912" y="20220"/>
                              <a:pt x="101102" y="17842"/>
                            </a:cubicBezTo>
                            <a:cubicBezTo>
                              <a:pt x="102291" y="15463"/>
                              <a:pt x="104670" y="15463"/>
                              <a:pt x="105860" y="13084"/>
                            </a:cubicBezTo>
                            <a:cubicBezTo>
                              <a:pt x="104670" y="11894"/>
                              <a:pt x="104670" y="11894"/>
                              <a:pt x="103481" y="10705"/>
                            </a:cubicBezTo>
                            <a:cubicBezTo>
                              <a:pt x="98723" y="10705"/>
                              <a:pt x="93965" y="9516"/>
                              <a:pt x="88018" y="9516"/>
                            </a:cubicBezTo>
                            <a:cubicBezTo>
                              <a:pt x="85639" y="9516"/>
                              <a:pt x="82071" y="10705"/>
                              <a:pt x="79692" y="9516"/>
                            </a:cubicBezTo>
                            <a:cubicBezTo>
                              <a:pt x="77313" y="8326"/>
                              <a:pt x="76124" y="5947"/>
                              <a:pt x="74934" y="4758"/>
                            </a:cubicBezTo>
                            <a:cubicBezTo>
                              <a:pt x="72556" y="3568"/>
                              <a:pt x="68987" y="4758"/>
                              <a:pt x="67798" y="4758"/>
                            </a:cubicBezTo>
                            <a:cubicBezTo>
                              <a:pt x="65419" y="4758"/>
                              <a:pt x="64229" y="3568"/>
                              <a:pt x="61850" y="2379"/>
                            </a:cubicBezTo>
                            <a:cubicBezTo>
                              <a:pt x="59472" y="1190"/>
                              <a:pt x="57093" y="2379"/>
                              <a:pt x="54714" y="2379"/>
                            </a:cubicBezTo>
                            <a:cubicBezTo>
                              <a:pt x="52335" y="2379"/>
                              <a:pt x="51146" y="0"/>
                              <a:pt x="47577" y="0"/>
                            </a:cubicBezTo>
                            <a:cubicBezTo>
                              <a:pt x="47577" y="2379"/>
                              <a:pt x="45198" y="0"/>
                              <a:pt x="44009" y="2379"/>
                            </a:cubicBezTo>
                            <a:cubicBezTo>
                              <a:pt x="42820" y="3568"/>
                              <a:pt x="46388" y="4758"/>
                              <a:pt x="45198" y="5947"/>
                            </a:cubicBezTo>
                            <a:cubicBezTo>
                              <a:pt x="44009" y="7137"/>
                              <a:pt x="42820" y="8326"/>
                              <a:pt x="40441" y="8326"/>
                            </a:cubicBezTo>
                            <a:cubicBezTo>
                              <a:pt x="38062" y="8326"/>
                              <a:pt x="35683" y="7137"/>
                              <a:pt x="34494" y="7137"/>
                            </a:cubicBezTo>
                            <a:cubicBezTo>
                              <a:pt x="33304" y="7137"/>
                              <a:pt x="32115" y="7137"/>
                              <a:pt x="30925" y="7137"/>
                            </a:cubicBezTo>
                            <a:cubicBezTo>
                              <a:pt x="29736" y="7137"/>
                              <a:pt x="29736" y="5947"/>
                              <a:pt x="28546" y="5947"/>
                            </a:cubicBezTo>
                            <a:cubicBezTo>
                              <a:pt x="26167" y="5947"/>
                              <a:pt x="27357" y="9516"/>
                              <a:pt x="24978" y="10705"/>
                            </a:cubicBezTo>
                            <a:cubicBezTo>
                              <a:pt x="22599" y="11894"/>
                              <a:pt x="20220" y="9516"/>
                              <a:pt x="17842" y="11894"/>
                            </a:cubicBezTo>
                            <a:cubicBezTo>
                              <a:pt x="15463" y="13084"/>
                              <a:pt x="16652" y="15463"/>
                              <a:pt x="13084" y="15463"/>
                            </a:cubicBezTo>
                            <a:cubicBezTo>
                              <a:pt x="10705" y="16652"/>
                              <a:pt x="9515" y="16652"/>
                              <a:pt x="7137" y="17842"/>
                            </a:cubicBezTo>
                            <a:cubicBezTo>
                              <a:pt x="5947" y="19031"/>
                              <a:pt x="3568" y="21410"/>
                              <a:pt x="2379" y="22599"/>
                            </a:cubicBezTo>
                            <a:cubicBezTo>
                              <a:pt x="2379" y="27357"/>
                              <a:pt x="0" y="30925"/>
                              <a:pt x="0" y="35683"/>
                            </a:cubicBezTo>
                            <a:cubicBezTo>
                              <a:pt x="0" y="41630"/>
                              <a:pt x="4758" y="40441"/>
                              <a:pt x="9515" y="40441"/>
                            </a:cubicBezTo>
                            <a:cubicBezTo>
                              <a:pt x="10705" y="44009"/>
                              <a:pt x="7137" y="45199"/>
                              <a:pt x="4758" y="46388"/>
                            </a:cubicBezTo>
                            <a:cubicBezTo>
                              <a:pt x="1190" y="48767"/>
                              <a:pt x="3568" y="48767"/>
                              <a:pt x="5947" y="51146"/>
                            </a:cubicBezTo>
                            <a:cubicBezTo>
                              <a:pt x="7137" y="54714"/>
                              <a:pt x="9515" y="58282"/>
                              <a:pt x="13084" y="60661"/>
                            </a:cubicBezTo>
                            <a:cubicBezTo>
                              <a:pt x="16652" y="63040"/>
                              <a:pt x="21410" y="61851"/>
                              <a:pt x="21410" y="57093"/>
                            </a:cubicBezTo>
                            <a:cubicBezTo>
                              <a:pt x="27357" y="53525"/>
                              <a:pt x="24978" y="72556"/>
                              <a:pt x="23789" y="74934"/>
                            </a:cubicBezTo>
                            <a:cubicBezTo>
                              <a:pt x="23789" y="74934"/>
                              <a:pt x="23789" y="74934"/>
                              <a:pt x="23789" y="74934"/>
                            </a:cubicBezTo>
                            <a:cubicBezTo>
                              <a:pt x="27357" y="76124"/>
                              <a:pt x="33304" y="71366"/>
                              <a:pt x="36873" y="70177"/>
                            </a:cubicBezTo>
                            <a:cubicBezTo>
                              <a:pt x="39251" y="68987"/>
                              <a:pt x="41630" y="67798"/>
                              <a:pt x="44009" y="68987"/>
                            </a:cubicBezTo>
                            <a:cubicBezTo>
                              <a:pt x="46388" y="70177"/>
                              <a:pt x="46388" y="72556"/>
                              <a:pt x="48767" y="72556"/>
                            </a:cubicBezTo>
                            <a:cubicBezTo>
                              <a:pt x="49956" y="71366"/>
                              <a:pt x="51146" y="67798"/>
                              <a:pt x="54714" y="70177"/>
                            </a:cubicBezTo>
                            <a:cubicBezTo>
                              <a:pt x="55903" y="71366"/>
                              <a:pt x="55903" y="74934"/>
                              <a:pt x="58282" y="76124"/>
                            </a:cubicBezTo>
                            <a:cubicBezTo>
                              <a:pt x="60661" y="77313"/>
                              <a:pt x="63040" y="77313"/>
                              <a:pt x="65419" y="78503"/>
                            </a:cubicBezTo>
                            <a:cubicBezTo>
                              <a:pt x="67798" y="79692"/>
                              <a:pt x="68987" y="80882"/>
                              <a:pt x="70177" y="82071"/>
                            </a:cubicBezTo>
                            <a:cubicBezTo>
                              <a:pt x="72556" y="84450"/>
                              <a:pt x="73745" y="85639"/>
                              <a:pt x="76124" y="88018"/>
                            </a:cubicBezTo>
                            <a:cubicBezTo>
                              <a:pt x="77313" y="89208"/>
                              <a:pt x="82071" y="92776"/>
                              <a:pt x="82071" y="93965"/>
                            </a:cubicBezTo>
                            <a:cubicBezTo>
                              <a:pt x="85639" y="95155"/>
                              <a:pt x="89208" y="92776"/>
                              <a:pt x="92776" y="92776"/>
                            </a:cubicBezTo>
                            <a:cubicBezTo>
                              <a:pt x="93965" y="92776"/>
                              <a:pt x="96344" y="91586"/>
                              <a:pt x="98723" y="91586"/>
                            </a:cubicBezTo>
                            <a:cubicBezTo>
                              <a:pt x="98723" y="90397"/>
                              <a:pt x="99912" y="89208"/>
                              <a:pt x="101102" y="89208"/>
                            </a:cubicBezTo>
                            <a:cubicBezTo>
                              <a:pt x="102291" y="88018"/>
                              <a:pt x="102291" y="84450"/>
                              <a:pt x="102291" y="83260"/>
                            </a:cubicBezTo>
                            <a:cubicBezTo>
                              <a:pt x="102291" y="80882"/>
                              <a:pt x="103481" y="80882"/>
                              <a:pt x="104670" y="79692"/>
                            </a:cubicBezTo>
                            <a:cubicBezTo>
                              <a:pt x="107049" y="74934"/>
                              <a:pt x="107049" y="73745"/>
                              <a:pt x="107049" y="73745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5" name="Freeform 264">
                        <a:extLst>
                          <a:ext uri="{FF2B5EF4-FFF2-40B4-BE49-F238E27FC236}">
                            <a16:creationId xmlns:a16="http://schemas.microsoft.com/office/drawing/2014/main" id="{7ED3CA7C-373B-5CFB-4492-464BD5CDCA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67951" y="2687011"/>
                        <a:ext cx="26800" cy="29975"/>
                      </a:xfrm>
                      <a:custGeom>
                        <a:avLst/>
                        <a:gdLst>
                          <a:gd name="connsiteX0" fmla="*/ 22916 w 26800"/>
                          <a:gd name="connsiteY0" fmla="*/ 1189 h 29975"/>
                          <a:gd name="connsiteX1" fmla="*/ 16968 w 26800"/>
                          <a:gd name="connsiteY1" fmla="*/ 1189 h 29975"/>
                          <a:gd name="connsiteX2" fmla="*/ 12211 w 26800"/>
                          <a:gd name="connsiteY2" fmla="*/ 0 h 29975"/>
                          <a:gd name="connsiteX3" fmla="*/ 6264 w 26800"/>
                          <a:gd name="connsiteY3" fmla="*/ 4758 h 29975"/>
                          <a:gd name="connsiteX4" fmla="*/ 3885 w 26800"/>
                          <a:gd name="connsiteY4" fmla="*/ 1189 h 29975"/>
                          <a:gd name="connsiteX5" fmla="*/ 316 w 26800"/>
                          <a:gd name="connsiteY5" fmla="*/ 4758 h 29975"/>
                          <a:gd name="connsiteX6" fmla="*/ 3885 w 26800"/>
                          <a:gd name="connsiteY6" fmla="*/ 8326 h 29975"/>
                          <a:gd name="connsiteX7" fmla="*/ 316 w 26800"/>
                          <a:gd name="connsiteY7" fmla="*/ 11894 h 29975"/>
                          <a:gd name="connsiteX8" fmla="*/ 5074 w 26800"/>
                          <a:gd name="connsiteY8" fmla="*/ 14273 h 29975"/>
                          <a:gd name="connsiteX9" fmla="*/ 8643 w 26800"/>
                          <a:gd name="connsiteY9" fmla="*/ 17842 h 29975"/>
                          <a:gd name="connsiteX10" fmla="*/ 6264 w 26800"/>
                          <a:gd name="connsiteY10" fmla="*/ 23789 h 29975"/>
                          <a:gd name="connsiteX11" fmla="*/ 2695 w 26800"/>
                          <a:gd name="connsiteY11" fmla="*/ 26168 h 29975"/>
                          <a:gd name="connsiteX12" fmla="*/ 3885 w 26800"/>
                          <a:gd name="connsiteY12" fmla="*/ 29736 h 29975"/>
                          <a:gd name="connsiteX13" fmla="*/ 8643 w 26800"/>
                          <a:gd name="connsiteY13" fmla="*/ 26168 h 29975"/>
                          <a:gd name="connsiteX14" fmla="*/ 11021 w 26800"/>
                          <a:gd name="connsiteY14" fmla="*/ 19031 h 29975"/>
                          <a:gd name="connsiteX15" fmla="*/ 20537 w 26800"/>
                          <a:gd name="connsiteY15" fmla="*/ 14273 h 29975"/>
                          <a:gd name="connsiteX16" fmla="*/ 26484 w 26800"/>
                          <a:gd name="connsiteY16" fmla="*/ 5947 h 29975"/>
                          <a:gd name="connsiteX17" fmla="*/ 22916 w 26800"/>
                          <a:gd name="connsiteY17" fmla="*/ 1189 h 29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</a:cxnLst>
                        <a:rect l="l" t="t" r="r" b="b"/>
                        <a:pathLst>
                          <a:path w="26800" h="29975">
                            <a:moveTo>
                              <a:pt x="22916" y="1189"/>
                            </a:moveTo>
                            <a:cubicBezTo>
                              <a:pt x="20537" y="1189"/>
                              <a:pt x="19347" y="2379"/>
                              <a:pt x="16968" y="1189"/>
                            </a:cubicBezTo>
                            <a:cubicBezTo>
                              <a:pt x="15779" y="0"/>
                              <a:pt x="13400" y="0"/>
                              <a:pt x="12211" y="0"/>
                            </a:cubicBezTo>
                            <a:cubicBezTo>
                              <a:pt x="11021" y="0"/>
                              <a:pt x="7453" y="5947"/>
                              <a:pt x="6264" y="4758"/>
                            </a:cubicBezTo>
                            <a:cubicBezTo>
                              <a:pt x="5074" y="3568"/>
                              <a:pt x="6264" y="0"/>
                              <a:pt x="3885" y="1189"/>
                            </a:cubicBezTo>
                            <a:cubicBezTo>
                              <a:pt x="1506" y="2379"/>
                              <a:pt x="-873" y="4758"/>
                              <a:pt x="316" y="4758"/>
                            </a:cubicBezTo>
                            <a:cubicBezTo>
                              <a:pt x="1506" y="4758"/>
                              <a:pt x="5074" y="7137"/>
                              <a:pt x="3885" y="8326"/>
                            </a:cubicBezTo>
                            <a:cubicBezTo>
                              <a:pt x="2695" y="9516"/>
                              <a:pt x="316" y="9516"/>
                              <a:pt x="316" y="11894"/>
                            </a:cubicBezTo>
                            <a:cubicBezTo>
                              <a:pt x="1506" y="13084"/>
                              <a:pt x="2695" y="14273"/>
                              <a:pt x="5074" y="14273"/>
                            </a:cubicBezTo>
                            <a:cubicBezTo>
                              <a:pt x="7453" y="15463"/>
                              <a:pt x="9832" y="15463"/>
                              <a:pt x="8643" y="17842"/>
                            </a:cubicBezTo>
                            <a:cubicBezTo>
                              <a:pt x="7453" y="20220"/>
                              <a:pt x="8643" y="23789"/>
                              <a:pt x="6264" y="23789"/>
                            </a:cubicBezTo>
                            <a:cubicBezTo>
                              <a:pt x="3885" y="23789"/>
                              <a:pt x="2695" y="24978"/>
                              <a:pt x="2695" y="26168"/>
                            </a:cubicBezTo>
                            <a:cubicBezTo>
                              <a:pt x="2695" y="27357"/>
                              <a:pt x="1506" y="30925"/>
                              <a:pt x="3885" y="29736"/>
                            </a:cubicBezTo>
                            <a:cubicBezTo>
                              <a:pt x="5074" y="29736"/>
                              <a:pt x="8643" y="28546"/>
                              <a:pt x="8643" y="26168"/>
                            </a:cubicBezTo>
                            <a:cubicBezTo>
                              <a:pt x="9832" y="24978"/>
                              <a:pt x="9832" y="20220"/>
                              <a:pt x="11021" y="19031"/>
                            </a:cubicBezTo>
                            <a:cubicBezTo>
                              <a:pt x="13400" y="17842"/>
                              <a:pt x="18158" y="15463"/>
                              <a:pt x="20537" y="14273"/>
                            </a:cubicBezTo>
                            <a:cubicBezTo>
                              <a:pt x="22916" y="13084"/>
                              <a:pt x="26484" y="8326"/>
                              <a:pt x="26484" y="5947"/>
                            </a:cubicBezTo>
                            <a:cubicBezTo>
                              <a:pt x="27673" y="4758"/>
                              <a:pt x="25295" y="1189"/>
                              <a:pt x="22916" y="118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6" name="Freeform 265">
                        <a:extLst>
                          <a:ext uri="{FF2B5EF4-FFF2-40B4-BE49-F238E27FC236}">
                            <a16:creationId xmlns:a16="http://schemas.microsoft.com/office/drawing/2014/main" id="{7FE7A3AB-0CFE-3E14-9EDE-266B44DC32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71733" y="2670035"/>
                        <a:ext cx="21215" cy="12457"/>
                      </a:xfrm>
                      <a:custGeom>
                        <a:avLst/>
                        <a:gdLst>
                          <a:gd name="connsiteX0" fmla="*/ 6050 w 21215"/>
                          <a:gd name="connsiteY0" fmla="*/ 8650 h 12457"/>
                          <a:gd name="connsiteX1" fmla="*/ 11997 w 21215"/>
                          <a:gd name="connsiteY1" fmla="*/ 8650 h 12457"/>
                          <a:gd name="connsiteX2" fmla="*/ 14376 w 21215"/>
                          <a:gd name="connsiteY2" fmla="*/ 12218 h 12457"/>
                          <a:gd name="connsiteX3" fmla="*/ 15565 w 21215"/>
                          <a:gd name="connsiteY3" fmla="*/ 9840 h 12457"/>
                          <a:gd name="connsiteX4" fmla="*/ 20323 w 21215"/>
                          <a:gd name="connsiteY4" fmla="*/ 8650 h 12457"/>
                          <a:gd name="connsiteX5" fmla="*/ 20323 w 21215"/>
                          <a:gd name="connsiteY5" fmla="*/ 5082 h 12457"/>
                          <a:gd name="connsiteX6" fmla="*/ 15565 w 21215"/>
                          <a:gd name="connsiteY6" fmla="*/ 2703 h 12457"/>
                          <a:gd name="connsiteX7" fmla="*/ 11997 w 21215"/>
                          <a:gd name="connsiteY7" fmla="*/ 324 h 12457"/>
                          <a:gd name="connsiteX8" fmla="*/ 9618 w 21215"/>
                          <a:gd name="connsiteY8" fmla="*/ 3892 h 12457"/>
                          <a:gd name="connsiteX9" fmla="*/ 103 w 21215"/>
                          <a:gd name="connsiteY9" fmla="*/ 9840 h 12457"/>
                          <a:gd name="connsiteX10" fmla="*/ 6050 w 21215"/>
                          <a:gd name="connsiteY10" fmla="*/ 8650 h 124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215" h="12457">
                            <a:moveTo>
                              <a:pt x="6050" y="8650"/>
                            </a:moveTo>
                            <a:cubicBezTo>
                              <a:pt x="8429" y="7461"/>
                              <a:pt x="11997" y="7461"/>
                              <a:pt x="11997" y="8650"/>
                            </a:cubicBezTo>
                            <a:cubicBezTo>
                              <a:pt x="11997" y="9840"/>
                              <a:pt x="14376" y="13408"/>
                              <a:pt x="14376" y="12218"/>
                            </a:cubicBezTo>
                            <a:cubicBezTo>
                              <a:pt x="15565" y="11029"/>
                              <a:pt x="14376" y="9840"/>
                              <a:pt x="15565" y="9840"/>
                            </a:cubicBezTo>
                            <a:cubicBezTo>
                              <a:pt x="15565" y="9840"/>
                              <a:pt x="19134" y="7461"/>
                              <a:pt x="20323" y="8650"/>
                            </a:cubicBezTo>
                            <a:cubicBezTo>
                              <a:pt x="21513" y="8650"/>
                              <a:pt x="21513" y="6271"/>
                              <a:pt x="20323" y="5082"/>
                            </a:cubicBezTo>
                            <a:cubicBezTo>
                              <a:pt x="19134" y="3892"/>
                              <a:pt x="17944" y="3892"/>
                              <a:pt x="15565" y="2703"/>
                            </a:cubicBezTo>
                            <a:cubicBezTo>
                              <a:pt x="14376" y="1514"/>
                              <a:pt x="14376" y="-865"/>
                              <a:pt x="11997" y="324"/>
                            </a:cubicBezTo>
                            <a:cubicBezTo>
                              <a:pt x="9618" y="324"/>
                              <a:pt x="10808" y="2703"/>
                              <a:pt x="9618" y="3892"/>
                            </a:cubicBezTo>
                            <a:cubicBezTo>
                              <a:pt x="8429" y="5082"/>
                              <a:pt x="-1087" y="9840"/>
                              <a:pt x="103" y="9840"/>
                            </a:cubicBezTo>
                            <a:cubicBezTo>
                              <a:pt x="103" y="9840"/>
                              <a:pt x="3671" y="9840"/>
                              <a:pt x="6050" y="865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7" name="Freeform 266">
                        <a:extLst>
                          <a:ext uri="{FF2B5EF4-FFF2-40B4-BE49-F238E27FC236}">
                            <a16:creationId xmlns:a16="http://schemas.microsoft.com/office/drawing/2014/main" id="{D3514DBB-7457-6E95-863B-8E1EEA741B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5625" y="2669830"/>
                        <a:ext cx="4758" cy="4096"/>
                      </a:xfrm>
                      <a:custGeom>
                        <a:avLst/>
                        <a:gdLst>
                          <a:gd name="connsiteX0" fmla="*/ 1190 w 4758"/>
                          <a:gd name="connsiteY0" fmla="*/ 4097 h 4096"/>
                          <a:gd name="connsiteX1" fmla="*/ 4758 w 4758"/>
                          <a:gd name="connsiteY1" fmla="*/ 2908 h 4096"/>
                          <a:gd name="connsiteX2" fmla="*/ 3569 w 4758"/>
                          <a:gd name="connsiteY2" fmla="*/ 529 h 4096"/>
                          <a:gd name="connsiteX3" fmla="*/ 0 w 4758"/>
                          <a:gd name="connsiteY3" fmla="*/ 529 h 4096"/>
                          <a:gd name="connsiteX4" fmla="*/ 1190 w 4758"/>
                          <a:gd name="connsiteY4" fmla="*/ 4097 h 40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758" h="4096">
                            <a:moveTo>
                              <a:pt x="1190" y="4097"/>
                            </a:moveTo>
                            <a:cubicBezTo>
                              <a:pt x="1190" y="4097"/>
                              <a:pt x="4758" y="4097"/>
                              <a:pt x="4758" y="2908"/>
                            </a:cubicBezTo>
                            <a:cubicBezTo>
                              <a:pt x="4758" y="1718"/>
                              <a:pt x="4758" y="529"/>
                              <a:pt x="3569" y="529"/>
                            </a:cubicBezTo>
                            <a:cubicBezTo>
                              <a:pt x="2379" y="529"/>
                              <a:pt x="0" y="-661"/>
                              <a:pt x="0" y="529"/>
                            </a:cubicBezTo>
                            <a:cubicBezTo>
                              <a:pt x="0" y="1718"/>
                              <a:pt x="0" y="4097"/>
                              <a:pt x="1190" y="409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8" name="Freeform 267">
                        <a:extLst>
                          <a:ext uri="{FF2B5EF4-FFF2-40B4-BE49-F238E27FC236}">
                            <a16:creationId xmlns:a16="http://schemas.microsoft.com/office/drawing/2014/main" id="{D2F9E1C2-4470-551D-7368-A12C2FAFCB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5385" y="2683443"/>
                        <a:ext cx="7904" cy="7765"/>
                      </a:xfrm>
                      <a:custGeom>
                        <a:avLst/>
                        <a:gdLst>
                          <a:gd name="connsiteX0" fmla="*/ 4997 w 7904"/>
                          <a:gd name="connsiteY0" fmla="*/ 2379 h 7765"/>
                          <a:gd name="connsiteX1" fmla="*/ 3808 w 7904"/>
                          <a:gd name="connsiteY1" fmla="*/ 0 h 7765"/>
                          <a:gd name="connsiteX2" fmla="*/ 239 w 7904"/>
                          <a:gd name="connsiteY2" fmla="*/ 1190 h 7765"/>
                          <a:gd name="connsiteX3" fmla="*/ 3808 w 7904"/>
                          <a:gd name="connsiteY3" fmla="*/ 3568 h 7765"/>
                          <a:gd name="connsiteX4" fmla="*/ 7376 w 7904"/>
                          <a:gd name="connsiteY4" fmla="*/ 5947 h 7765"/>
                          <a:gd name="connsiteX5" fmla="*/ 7376 w 7904"/>
                          <a:gd name="connsiteY5" fmla="*/ 2379 h 7765"/>
                          <a:gd name="connsiteX6" fmla="*/ 4997 w 7904"/>
                          <a:gd name="connsiteY6" fmla="*/ 2379 h 776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4" h="7765">
                            <a:moveTo>
                              <a:pt x="4997" y="2379"/>
                            </a:moveTo>
                            <a:cubicBezTo>
                              <a:pt x="4997" y="1190"/>
                              <a:pt x="4997" y="0"/>
                              <a:pt x="3808" y="0"/>
                            </a:cubicBezTo>
                            <a:cubicBezTo>
                              <a:pt x="2618" y="0"/>
                              <a:pt x="-950" y="0"/>
                              <a:pt x="239" y="1190"/>
                            </a:cubicBezTo>
                            <a:cubicBezTo>
                              <a:pt x="239" y="2379"/>
                              <a:pt x="3808" y="3568"/>
                              <a:pt x="3808" y="3568"/>
                            </a:cubicBezTo>
                            <a:cubicBezTo>
                              <a:pt x="3808" y="4758"/>
                              <a:pt x="4997" y="10705"/>
                              <a:pt x="7376" y="5947"/>
                            </a:cubicBezTo>
                            <a:cubicBezTo>
                              <a:pt x="7376" y="5947"/>
                              <a:pt x="8565" y="3568"/>
                              <a:pt x="7376" y="2379"/>
                            </a:cubicBezTo>
                            <a:cubicBezTo>
                              <a:pt x="6186" y="2379"/>
                              <a:pt x="4997" y="3568"/>
                              <a:pt x="4997" y="237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69" name="Graphic 27">
                      <a:extLst>
                        <a:ext uri="{FF2B5EF4-FFF2-40B4-BE49-F238E27FC236}">
                          <a16:creationId xmlns:a16="http://schemas.microsoft.com/office/drawing/2014/main" id="{9CEF3327-C6E8-CA10-8A37-B780B82D3B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63977" y="2726263"/>
                      <a:ext cx="161426" cy="124984"/>
                      <a:chOff x="5863977" y="2726263"/>
                      <a:chExt cx="161426" cy="124984"/>
                    </a:xfrm>
                    <a:grpFill/>
                  </p:grpSpPr>
                  <p:sp>
                    <p:nvSpPr>
                      <p:cNvPr id="270" name="Freeform 269">
                        <a:extLst>
                          <a:ext uri="{FF2B5EF4-FFF2-40B4-BE49-F238E27FC236}">
                            <a16:creationId xmlns:a16="http://schemas.microsoft.com/office/drawing/2014/main" id="{3F2B7DEC-1452-BE83-FC21-C36862AE69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3977" y="2758080"/>
                        <a:ext cx="64025" cy="71663"/>
                      </a:xfrm>
                      <a:custGeom>
                        <a:avLst/>
                        <a:gdLst>
                          <a:gd name="connsiteX0" fmla="*/ 41426 w 64025"/>
                          <a:gd name="connsiteY0" fmla="*/ 43117 h 71663"/>
                          <a:gd name="connsiteX1" fmla="*/ 49752 w 64025"/>
                          <a:gd name="connsiteY1" fmla="*/ 39549 h 71663"/>
                          <a:gd name="connsiteX2" fmla="*/ 48563 w 64025"/>
                          <a:gd name="connsiteY2" fmla="*/ 28844 h 71663"/>
                          <a:gd name="connsiteX3" fmla="*/ 52131 w 64025"/>
                          <a:gd name="connsiteY3" fmla="*/ 25275 h 71663"/>
                          <a:gd name="connsiteX4" fmla="*/ 55700 w 64025"/>
                          <a:gd name="connsiteY4" fmla="*/ 27654 h 71663"/>
                          <a:gd name="connsiteX5" fmla="*/ 61647 w 64025"/>
                          <a:gd name="connsiteY5" fmla="*/ 27654 h 71663"/>
                          <a:gd name="connsiteX6" fmla="*/ 64025 w 64025"/>
                          <a:gd name="connsiteY6" fmla="*/ 20518 h 71663"/>
                          <a:gd name="connsiteX7" fmla="*/ 59268 w 64025"/>
                          <a:gd name="connsiteY7" fmla="*/ 16949 h 71663"/>
                          <a:gd name="connsiteX8" fmla="*/ 52131 w 64025"/>
                          <a:gd name="connsiteY8" fmla="*/ 16949 h 71663"/>
                          <a:gd name="connsiteX9" fmla="*/ 50942 w 64025"/>
                          <a:gd name="connsiteY9" fmla="*/ 14571 h 71663"/>
                          <a:gd name="connsiteX10" fmla="*/ 47373 w 64025"/>
                          <a:gd name="connsiteY10" fmla="*/ 12192 h 71663"/>
                          <a:gd name="connsiteX11" fmla="*/ 44995 w 64025"/>
                          <a:gd name="connsiteY11" fmla="*/ 9813 h 71663"/>
                          <a:gd name="connsiteX12" fmla="*/ 47373 w 64025"/>
                          <a:gd name="connsiteY12" fmla="*/ 6245 h 71663"/>
                          <a:gd name="connsiteX13" fmla="*/ 47373 w 64025"/>
                          <a:gd name="connsiteY13" fmla="*/ 1487 h 71663"/>
                          <a:gd name="connsiteX14" fmla="*/ 37858 w 64025"/>
                          <a:gd name="connsiteY14" fmla="*/ 297 h 71663"/>
                          <a:gd name="connsiteX15" fmla="*/ 29532 w 64025"/>
                          <a:gd name="connsiteY15" fmla="*/ 1487 h 71663"/>
                          <a:gd name="connsiteX16" fmla="*/ 28342 w 64025"/>
                          <a:gd name="connsiteY16" fmla="*/ 7434 h 71663"/>
                          <a:gd name="connsiteX17" fmla="*/ 29532 w 64025"/>
                          <a:gd name="connsiteY17" fmla="*/ 12192 h 71663"/>
                          <a:gd name="connsiteX18" fmla="*/ 31911 w 64025"/>
                          <a:gd name="connsiteY18" fmla="*/ 15760 h 71663"/>
                          <a:gd name="connsiteX19" fmla="*/ 28342 w 64025"/>
                          <a:gd name="connsiteY19" fmla="*/ 14571 h 71663"/>
                          <a:gd name="connsiteX20" fmla="*/ 23585 w 64025"/>
                          <a:gd name="connsiteY20" fmla="*/ 14571 h 71663"/>
                          <a:gd name="connsiteX21" fmla="*/ 24774 w 64025"/>
                          <a:gd name="connsiteY21" fmla="*/ 9813 h 71663"/>
                          <a:gd name="connsiteX22" fmla="*/ 23585 w 64025"/>
                          <a:gd name="connsiteY22" fmla="*/ 5055 h 71663"/>
                          <a:gd name="connsiteX23" fmla="*/ 18827 w 64025"/>
                          <a:gd name="connsiteY23" fmla="*/ 13381 h 71663"/>
                          <a:gd name="connsiteX24" fmla="*/ 15259 w 64025"/>
                          <a:gd name="connsiteY24" fmla="*/ 15760 h 71663"/>
                          <a:gd name="connsiteX25" fmla="*/ 12880 w 64025"/>
                          <a:gd name="connsiteY25" fmla="*/ 13381 h 71663"/>
                          <a:gd name="connsiteX26" fmla="*/ 9312 w 64025"/>
                          <a:gd name="connsiteY26" fmla="*/ 13381 h 71663"/>
                          <a:gd name="connsiteX27" fmla="*/ 5743 w 64025"/>
                          <a:gd name="connsiteY27" fmla="*/ 12192 h 71663"/>
                          <a:gd name="connsiteX28" fmla="*/ 2175 w 64025"/>
                          <a:gd name="connsiteY28" fmla="*/ 16949 h 71663"/>
                          <a:gd name="connsiteX29" fmla="*/ 4554 w 64025"/>
                          <a:gd name="connsiteY29" fmla="*/ 16949 h 71663"/>
                          <a:gd name="connsiteX30" fmla="*/ 5743 w 64025"/>
                          <a:gd name="connsiteY30" fmla="*/ 18139 h 71663"/>
                          <a:gd name="connsiteX31" fmla="*/ 8122 w 64025"/>
                          <a:gd name="connsiteY31" fmla="*/ 20518 h 71663"/>
                          <a:gd name="connsiteX32" fmla="*/ 3364 w 64025"/>
                          <a:gd name="connsiteY32" fmla="*/ 21707 h 71663"/>
                          <a:gd name="connsiteX33" fmla="*/ 3364 w 64025"/>
                          <a:gd name="connsiteY33" fmla="*/ 27654 h 71663"/>
                          <a:gd name="connsiteX34" fmla="*/ 6933 w 64025"/>
                          <a:gd name="connsiteY34" fmla="*/ 32412 h 71663"/>
                          <a:gd name="connsiteX35" fmla="*/ 9312 w 64025"/>
                          <a:gd name="connsiteY35" fmla="*/ 38359 h 71663"/>
                          <a:gd name="connsiteX36" fmla="*/ 3364 w 64025"/>
                          <a:gd name="connsiteY36" fmla="*/ 41928 h 71663"/>
                          <a:gd name="connsiteX37" fmla="*/ 985 w 64025"/>
                          <a:gd name="connsiteY37" fmla="*/ 50254 h 71663"/>
                          <a:gd name="connsiteX38" fmla="*/ 9312 w 64025"/>
                          <a:gd name="connsiteY38" fmla="*/ 52632 h 71663"/>
                          <a:gd name="connsiteX39" fmla="*/ 12880 w 64025"/>
                          <a:gd name="connsiteY39" fmla="*/ 60958 h 71663"/>
                          <a:gd name="connsiteX40" fmla="*/ 11690 w 64025"/>
                          <a:gd name="connsiteY40" fmla="*/ 65716 h 71663"/>
                          <a:gd name="connsiteX41" fmla="*/ 11690 w 64025"/>
                          <a:gd name="connsiteY41" fmla="*/ 68095 h 71663"/>
                          <a:gd name="connsiteX42" fmla="*/ 11690 w 64025"/>
                          <a:gd name="connsiteY42" fmla="*/ 68095 h 71663"/>
                          <a:gd name="connsiteX43" fmla="*/ 24774 w 64025"/>
                          <a:gd name="connsiteY43" fmla="*/ 69285 h 71663"/>
                          <a:gd name="connsiteX44" fmla="*/ 29532 w 64025"/>
                          <a:gd name="connsiteY44" fmla="*/ 71664 h 71663"/>
                          <a:gd name="connsiteX45" fmla="*/ 35479 w 64025"/>
                          <a:gd name="connsiteY45" fmla="*/ 71664 h 71663"/>
                          <a:gd name="connsiteX46" fmla="*/ 35479 w 64025"/>
                          <a:gd name="connsiteY46" fmla="*/ 71664 h 71663"/>
                          <a:gd name="connsiteX47" fmla="*/ 35479 w 64025"/>
                          <a:gd name="connsiteY47" fmla="*/ 68095 h 71663"/>
                          <a:gd name="connsiteX48" fmla="*/ 31911 w 64025"/>
                          <a:gd name="connsiteY48" fmla="*/ 60958 h 71663"/>
                          <a:gd name="connsiteX49" fmla="*/ 34289 w 64025"/>
                          <a:gd name="connsiteY49" fmla="*/ 57390 h 71663"/>
                          <a:gd name="connsiteX50" fmla="*/ 33100 w 64025"/>
                          <a:gd name="connsiteY50" fmla="*/ 53822 h 71663"/>
                          <a:gd name="connsiteX51" fmla="*/ 37858 w 64025"/>
                          <a:gd name="connsiteY51" fmla="*/ 47875 h 71663"/>
                          <a:gd name="connsiteX52" fmla="*/ 41426 w 64025"/>
                          <a:gd name="connsiteY52" fmla="*/ 43117 h 716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</a:cxnLst>
                        <a:rect l="l" t="t" r="r" b="b"/>
                        <a:pathLst>
                          <a:path w="64025" h="71663">
                            <a:moveTo>
                              <a:pt x="41426" y="43117"/>
                            </a:moveTo>
                            <a:cubicBezTo>
                              <a:pt x="43805" y="41928"/>
                              <a:pt x="48563" y="43117"/>
                              <a:pt x="49752" y="39549"/>
                            </a:cubicBezTo>
                            <a:cubicBezTo>
                              <a:pt x="50942" y="35980"/>
                              <a:pt x="48563" y="32412"/>
                              <a:pt x="48563" y="28844"/>
                            </a:cubicBezTo>
                            <a:cubicBezTo>
                              <a:pt x="48563" y="27654"/>
                              <a:pt x="49752" y="25275"/>
                              <a:pt x="52131" y="25275"/>
                            </a:cubicBezTo>
                            <a:cubicBezTo>
                              <a:pt x="53320" y="25275"/>
                              <a:pt x="55700" y="26465"/>
                              <a:pt x="55700" y="27654"/>
                            </a:cubicBezTo>
                            <a:cubicBezTo>
                              <a:pt x="58078" y="27654"/>
                              <a:pt x="59268" y="30033"/>
                              <a:pt x="61647" y="27654"/>
                            </a:cubicBezTo>
                            <a:cubicBezTo>
                              <a:pt x="62836" y="26465"/>
                              <a:pt x="64025" y="22897"/>
                              <a:pt x="64025" y="20518"/>
                            </a:cubicBezTo>
                            <a:cubicBezTo>
                              <a:pt x="64025" y="16949"/>
                              <a:pt x="62836" y="18139"/>
                              <a:pt x="59268" y="16949"/>
                            </a:cubicBezTo>
                            <a:cubicBezTo>
                              <a:pt x="56889" y="16949"/>
                              <a:pt x="54510" y="16949"/>
                              <a:pt x="52131" y="16949"/>
                            </a:cubicBezTo>
                            <a:cubicBezTo>
                              <a:pt x="52131" y="15760"/>
                              <a:pt x="50942" y="15760"/>
                              <a:pt x="50942" y="14571"/>
                            </a:cubicBezTo>
                            <a:cubicBezTo>
                              <a:pt x="49752" y="13381"/>
                              <a:pt x="48563" y="13381"/>
                              <a:pt x="47373" y="12192"/>
                            </a:cubicBezTo>
                            <a:cubicBezTo>
                              <a:pt x="46184" y="11002"/>
                              <a:pt x="44995" y="11002"/>
                              <a:pt x="44995" y="9813"/>
                            </a:cubicBezTo>
                            <a:cubicBezTo>
                              <a:pt x="44995" y="8623"/>
                              <a:pt x="46184" y="7434"/>
                              <a:pt x="47373" y="6245"/>
                            </a:cubicBezTo>
                            <a:cubicBezTo>
                              <a:pt x="47373" y="5055"/>
                              <a:pt x="48563" y="2676"/>
                              <a:pt x="47373" y="1487"/>
                            </a:cubicBezTo>
                            <a:cubicBezTo>
                              <a:pt x="46184" y="-892"/>
                              <a:pt x="40237" y="297"/>
                              <a:pt x="37858" y="297"/>
                            </a:cubicBezTo>
                            <a:cubicBezTo>
                              <a:pt x="34289" y="297"/>
                              <a:pt x="33100" y="2676"/>
                              <a:pt x="29532" y="1487"/>
                            </a:cubicBezTo>
                            <a:cubicBezTo>
                              <a:pt x="23585" y="1487"/>
                              <a:pt x="27153" y="5055"/>
                              <a:pt x="28342" y="7434"/>
                            </a:cubicBezTo>
                            <a:cubicBezTo>
                              <a:pt x="29532" y="8623"/>
                              <a:pt x="28342" y="11002"/>
                              <a:pt x="29532" y="12192"/>
                            </a:cubicBezTo>
                            <a:cubicBezTo>
                              <a:pt x="29532" y="13381"/>
                              <a:pt x="33100" y="14571"/>
                              <a:pt x="31911" y="15760"/>
                            </a:cubicBezTo>
                            <a:cubicBezTo>
                              <a:pt x="30721" y="16949"/>
                              <a:pt x="29532" y="14571"/>
                              <a:pt x="28342" y="14571"/>
                            </a:cubicBezTo>
                            <a:cubicBezTo>
                              <a:pt x="27153" y="14571"/>
                              <a:pt x="24774" y="15760"/>
                              <a:pt x="23585" y="14571"/>
                            </a:cubicBezTo>
                            <a:cubicBezTo>
                              <a:pt x="22395" y="13381"/>
                              <a:pt x="24774" y="11002"/>
                              <a:pt x="24774" y="9813"/>
                            </a:cubicBezTo>
                            <a:cubicBezTo>
                              <a:pt x="24774" y="8623"/>
                              <a:pt x="24774" y="6245"/>
                              <a:pt x="23585" y="5055"/>
                            </a:cubicBezTo>
                            <a:cubicBezTo>
                              <a:pt x="17637" y="5055"/>
                              <a:pt x="17637" y="9813"/>
                              <a:pt x="18827" y="13381"/>
                            </a:cubicBezTo>
                            <a:cubicBezTo>
                              <a:pt x="17637" y="13381"/>
                              <a:pt x="16448" y="15760"/>
                              <a:pt x="15259" y="15760"/>
                            </a:cubicBezTo>
                            <a:cubicBezTo>
                              <a:pt x="14069" y="15760"/>
                              <a:pt x="14069" y="14571"/>
                              <a:pt x="12880" y="13381"/>
                            </a:cubicBezTo>
                            <a:cubicBezTo>
                              <a:pt x="11690" y="12192"/>
                              <a:pt x="11690" y="13381"/>
                              <a:pt x="9312" y="13381"/>
                            </a:cubicBezTo>
                            <a:cubicBezTo>
                              <a:pt x="6933" y="13381"/>
                              <a:pt x="8122" y="12192"/>
                              <a:pt x="5743" y="12192"/>
                            </a:cubicBezTo>
                            <a:cubicBezTo>
                              <a:pt x="3364" y="12192"/>
                              <a:pt x="-204" y="14571"/>
                              <a:pt x="2175" y="16949"/>
                            </a:cubicBezTo>
                            <a:cubicBezTo>
                              <a:pt x="3364" y="16949"/>
                              <a:pt x="3364" y="16949"/>
                              <a:pt x="4554" y="16949"/>
                            </a:cubicBezTo>
                            <a:cubicBezTo>
                              <a:pt x="5743" y="18139"/>
                              <a:pt x="4554" y="18139"/>
                              <a:pt x="5743" y="18139"/>
                            </a:cubicBezTo>
                            <a:cubicBezTo>
                              <a:pt x="6933" y="19328"/>
                              <a:pt x="6933" y="20518"/>
                              <a:pt x="8122" y="20518"/>
                            </a:cubicBezTo>
                            <a:cubicBezTo>
                              <a:pt x="9312" y="24086"/>
                              <a:pt x="4554" y="21707"/>
                              <a:pt x="3364" y="21707"/>
                            </a:cubicBezTo>
                            <a:cubicBezTo>
                              <a:pt x="985" y="21707"/>
                              <a:pt x="2175" y="25275"/>
                              <a:pt x="3364" y="27654"/>
                            </a:cubicBezTo>
                            <a:cubicBezTo>
                              <a:pt x="4554" y="30033"/>
                              <a:pt x="6933" y="30033"/>
                              <a:pt x="6933" y="32412"/>
                            </a:cubicBezTo>
                            <a:cubicBezTo>
                              <a:pt x="6933" y="34791"/>
                              <a:pt x="5743" y="38359"/>
                              <a:pt x="9312" y="38359"/>
                            </a:cubicBezTo>
                            <a:cubicBezTo>
                              <a:pt x="9312" y="39549"/>
                              <a:pt x="4554" y="40738"/>
                              <a:pt x="3364" y="41928"/>
                            </a:cubicBezTo>
                            <a:cubicBezTo>
                              <a:pt x="985" y="43117"/>
                              <a:pt x="-1394" y="46685"/>
                              <a:pt x="985" y="50254"/>
                            </a:cubicBezTo>
                            <a:cubicBezTo>
                              <a:pt x="3364" y="52632"/>
                              <a:pt x="6933" y="50254"/>
                              <a:pt x="9312" y="52632"/>
                            </a:cubicBezTo>
                            <a:cubicBezTo>
                              <a:pt x="11690" y="53822"/>
                              <a:pt x="14069" y="57390"/>
                              <a:pt x="12880" y="60958"/>
                            </a:cubicBezTo>
                            <a:cubicBezTo>
                              <a:pt x="12880" y="62148"/>
                              <a:pt x="11690" y="63337"/>
                              <a:pt x="11690" y="65716"/>
                            </a:cubicBezTo>
                            <a:cubicBezTo>
                              <a:pt x="11690" y="66906"/>
                              <a:pt x="11690" y="68095"/>
                              <a:pt x="11690" y="68095"/>
                            </a:cubicBezTo>
                            <a:cubicBezTo>
                              <a:pt x="11690" y="68095"/>
                              <a:pt x="11690" y="68095"/>
                              <a:pt x="11690" y="68095"/>
                            </a:cubicBezTo>
                            <a:cubicBezTo>
                              <a:pt x="15259" y="66906"/>
                              <a:pt x="21206" y="68095"/>
                              <a:pt x="24774" y="69285"/>
                            </a:cubicBezTo>
                            <a:cubicBezTo>
                              <a:pt x="27153" y="70474"/>
                              <a:pt x="27153" y="71664"/>
                              <a:pt x="29532" y="71664"/>
                            </a:cubicBezTo>
                            <a:cubicBezTo>
                              <a:pt x="31911" y="71664"/>
                              <a:pt x="33100" y="71664"/>
                              <a:pt x="35479" y="71664"/>
                            </a:cubicBezTo>
                            <a:cubicBezTo>
                              <a:pt x="35479" y="71664"/>
                              <a:pt x="35479" y="71664"/>
                              <a:pt x="35479" y="71664"/>
                            </a:cubicBezTo>
                            <a:cubicBezTo>
                              <a:pt x="36668" y="70474"/>
                              <a:pt x="36668" y="69285"/>
                              <a:pt x="35479" y="68095"/>
                            </a:cubicBezTo>
                            <a:cubicBezTo>
                              <a:pt x="34289" y="65716"/>
                              <a:pt x="30721" y="64527"/>
                              <a:pt x="31911" y="60958"/>
                            </a:cubicBezTo>
                            <a:cubicBezTo>
                              <a:pt x="33100" y="59769"/>
                              <a:pt x="34289" y="58580"/>
                              <a:pt x="34289" y="57390"/>
                            </a:cubicBezTo>
                            <a:cubicBezTo>
                              <a:pt x="34289" y="55011"/>
                              <a:pt x="33100" y="55011"/>
                              <a:pt x="33100" y="53822"/>
                            </a:cubicBezTo>
                            <a:cubicBezTo>
                              <a:pt x="30721" y="50254"/>
                              <a:pt x="34289" y="49064"/>
                              <a:pt x="37858" y="47875"/>
                            </a:cubicBezTo>
                            <a:cubicBezTo>
                              <a:pt x="39047" y="47875"/>
                              <a:pt x="39047" y="44306"/>
                              <a:pt x="41426" y="4311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1" name="Freeform 270">
                        <a:extLst>
                          <a:ext uri="{FF2B5EF4-FFF2-40B4-BE49-F238E27FC236}">
                            <a16:creationId xmlns:a16="http://schemas.microsoft.com/office/drawing/2014/main" id="{9D2DCC5D-8508-3708-013E-AF92028FA5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8291" y="2726263"/>
                        <a:ext cx="51709" cy="45387"/>
                      </a:xfrm>
                      <a:custGeom>
                        <a:avLst/>
                        <a:gdLst>
                          <a:gd name="connsiteX0" fmla="*/ 3808 w 51709"/>
                          <a:gd name="connsiteY0" fmla="*/ 40441 h 45387"/>
                          <a:gd name="connsiteX1" fmla="*/ 8565 w 51709"/>
                          <a:gd name="connsiteY1" fmla="*/ 45198 h 45387"/>
                          <a:gd name="connsiteX2" fmla="*/ 8565 w 51709"/>
                          <a:gd name="connsiteY2" fmla="*/ 34494 h 45387"/>
                          <a:gd name="connsiteX3" fmla="*/ 18081 w 51709"/>
                          <a:gd name="connsiteY3" fmla="*/ 29736 h 45387"/>
                          <a:gd name="connsiteX4" fmla="*/ 25218 w 51709"/>
                          <a:gd name="connsiteY4" fmla="*/ 30925 h 45387"/>
                          <a:gd name="connsiteX5" fmla="*/ 31165 w 51709"/>
                          <a:gd name="connsiteY5" fmla="*/ 30925 h 45387"/>
                          <a:gd name="connsiteX6" fmla="*/ 34733 w 51709"/>
                          <a:gd name="connsiteY6" fmla="*/ 28546 h 45387"/>
                          <a:gd name="connsiteX7" fmla="*/ 45438 w 51709"/>
                          <a:gd name="connsiteY7" fmla="*/ 29736 h 45387"/>
                          <a:gd name="connsiteX8" fmla="*/ 47817 w 51709"/>
                          <a:gd name="connsiteY8" fmla="*/ 19031 h 45387"/>
                          <a:gd name="connsiteX9" fmla="*/ 49006 w 51709"/>
                          <a:gd name="connsiteY9" fmla="*/ 5947 h 45387"/>
                          <a:gd name="connsiteX10" fmla="*/ 51385 w 51709"/>
                          <a:gd name="connsiteY10" fmla="*/ 0 h 45387"/>
                          <a:gd name="connsiteX11" fmla="*/ 46628 w 51709"/>
                          <a:gd name="connsiteY11" fmla="*/ 4758 h 45387"/>
                          <a:gd name="connsiteX12" fmla="*/ 35922 w 51709"/>
                          <a:gd name="connsiteY12" fmla="*/ 10705 h 45387"/>
                          <a:gd name="connsiteX13" fmla="*/ 29975 w 51709"/>
                          <a:gd name="connsiteY13" fmla="*/ 14273 h 45387"/>
                          <a:gd name="connsiteX14" fmla="*/ 26407 w 51709"/>
                          <a:gd name="connsiteY14" fmla="*/ 21410 h 45387"/>
                          <a:gd name="connsiteX15" fmla="*/ 18081 w 51709"/>
                          <a:gd name="connsiteY15" fmla="*/ 23789 h 45387"/>
                          <a:gd name="connsiteX16" fmla="*/ 12134 w 51709"/>
                          <a:gd name="connsiteY16" fmla="*/ 27357 h 45387"/>
                          <a:gd name="connsiteX17" fmla="*/ 4997 w 51709"/>
                          <a:gd name="connsiteY17" fmla="*/ 28546 h 45387"/>
                          <a:gd name="connsiteX18" fmla="*/ 3808 w 51709"/>
                          <a:gd name="connsiteY18" fmla="*/ 34494 h 45387"/>
                          <a:gd name="connsiteX19" fmla="*/ 239 w 51709"/>
                          <a:gd name="connsiteY19" fmla="*/ 38062 h 45387"/>
                          <a:gd name="connsiteX20" fmla="*/ 3808 w 51709"/>
                          <a:gd name="connsiteY20" fmla="*/ 40441 h 4538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51709" h="45387">
                            <a:moveTo>
                              <a:pt x="3808" y="40441"/>
                            </a:moveTo>
                            <a:cubicBezTo>
                              <a:pt x="4997" y="41630"/>
                              <a:pt x="8565" y="46388"/>
                              <a:pt x="8565" y="45198"/>
                            </a:cubicBezTo>
                            <a:cubicBezTo>
                              <a:pt x="8565" y="44009"/>
                              <a:pt x="6186" y="36872"/>
                              <a:pt x="8565" y="34494"/>
                            </a:cubicBezTo>
                            <a:cubicBezTo>
                              <a:pt x="12134" y="32115"/>
                              <a:pt x="14513" y="30925"/>
                              <a:pt x="18081" y="29736"/>
                            </a:cubicBezTo>
                            <a:cubicBezTo>
                              <a:pt x="18081" y="29736"/>
                              <a:pt x="21649" y="29736"/>
                              <a:pt x="25218" y="30925"/>
                            </a:cubicBezTo>
                            <a:cubicBezTo>
                              <a:pt x="25218" y="30925"/>
                              <a:pt x="29975" y="32115"/>
                              <a:pt x="31165" y="30925"/>
                            </a:cubicBezTo>
                            <a:cubicBezTo>
                              <a:pt x="32354" y="29736"/>
                              <a:pt x="31165" y="28546"/>
                              <a:pt x="34733" y="28546"/>
                            </a:cubicBezTo>
                            <a:cubicBezTo>
                              <a:pt x="38301" y="28546"/>
                              <a:pt x="43059" y="32115"/>
                              <a:pt x="45438" y="29736"/>
                            </a:cubicBezTo>
                            <a:cubicBezTo>
                              <a:pt x="47817" y="27357"/>
                              <a:pt x="49006" y="22599"/>
                              <a:pt x="47817" y="19031"/>
                            </a:cubicBezTo>
                            <a:cubicBezTo>
                              <a:pt x="47817" y="14273"/>
                              <a:pt x="46628" y="8326"/>
                              <a:pt x="49006" y="5947"/>
                            </a:cubicBezTo>
                            <a:cubicBezTo>
                              <a:pt x="50196" y="3568"/>
                              <a:pt x="52575" y="0"/>
                              <a:pt x="51385" y="0"/>
                            </a:cubicBezTo>
                            <a:cubicBezTo>
                              <a:pt x="49006" y="0"/>
                              <a:pt x="49006" y="2379"/>
                              <a:pt x="46628" y="4758"/>
                            </a:cubicBezTo>
                            <a:cubicBezTo>
                              <a:pt x="44249" y="7137"/>
                              <a:pt x="39491" y="11894"/>
                              <a:pt x="35922" y="10705"/>
                            </a:cubicBezTo>
                            <a:cubicBezTo>
                              <a:pt x="32354" y="10705"/>
                              <a:pt x="31165" y="10705"/>
                              <a:pt x="29975" y="14273"/>
                            </a:cubicBezTo>
                            <a:cubicBezTo>
                              <a:pt x="28786" y="17842"/>
                              <a:pt x="29975" y="20220"/>
                              <a:pt x="26407" y="21410"/>
                            </a:cubicBezTo>
                            <a:cubicBezTo>
                              <a:pt x="22839" y="23789"/>
                              <a:pt x="21649" y="23789"/>
                              <a:pt x="18081" y="23789"/>
                            </a:cubicBezTo>
                            <a:cubicBezTo>
                              <a:pt x="14513" y="23789"/>
                              <a:pt x="14513" y="27357"/>
                              <a:pt x="12134" y="27357"/>
                            </a:cubicBezTo>
                            <a:cubicBezTo>
                              <a:pt x="9755" y="27357"/>
                              <a:pt x="4997" y="26168"/>
                              <a:pt x="4997" y="28546"/>
                            </a:cubicBezTo>
                            <a:cubicBezTo>
                              <a:pt x="3808" y="30925"/>
                              <a:pt x="4997" y="33304"/>
                              <a:pt x="3808" y="34494"/>
                            </a:cubicBezTo>
                            <a:cubicBezTo>
                              <a:pt x="2618" y="35683"/>
                              <a:pt x="-950" y="36872"/>
                              <a:pt x="239" y="38062"/>
                            </a:cubicBezTo>
                            <a:cubicBezTo>
                              <a:pt x="-950" y="40441"/>
                              <a:pt x="2618" y="38062"/>
                              <a:pt x="3808" y="40441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2" name="Freeform 271">
                        <a:extLst>
                          <a:ext uri="{FF2B5EF4-FFF2-40B4-BE49-F238E27FC236}">
                            <a16:creationId xmlns:a16="http://schemas.microsoft.com/office/drawing/2014/main" id="{F8E52BFE-4BA4-6091-57DC-3994713350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7154" y="2758766"/>
                        <a:ext cx="8557" cy="9315"/>
                      </a:xfrm>
                      <a:custGeom>
                        <a:avLst/>
                        <a:gdLst>
                          <a:gd name="connsiteX0" fmla="*/ 892 w 8557"/>
                          <a:gd name="connsiteY0" fmla="*/ 3179 h 9315"/>
                          <a:gd name="connsiteX1" fmla="*/ 892 w 8557"/>
                          <a:gd name="connsiteY1" fmla="*/ 9126 h 9315"/>
                          <a:gd name="connsiteX2" fmla="*/ 8029 w 8557"/>
                          <a:gd name="connsiteY2" fmla="*/ 4369 h 9315"/>
                          <a:gd name="connsiteX3" fmla="*/ 8029 w 8557"/>
                          <a:gd name="connsiteY3" fmla="*/ 800 h 9315"/>
                          <a:gd name="connsiteX4" fmla="*/ 892 w 8557"/>
                          <a:gd name="connsiteY4" fmla="*/ 3179 h 93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557" h="9315">
                            <a:moveTo>
                              <a:pt x="892" y="3179"/>
                            </a:moveTo>
                            <a:cubicBezTo>
                              <a:pt x="-297" y="4369"/>
                              <a:pt x="-297" y="7937"/>
                              <a:pt x="892" y="9126"/>
                            </a:cubicBezTo>
                            <a:cubicBezTo>
                              <a:pt x="2082" y="10316"/>
                              <a:pt x="6839" y="5558"/>
                              <a:pt x="8029" y="4369"/>
                            </a:cubicBezTo>
                            <a:cubicBezTo>
                              <a:pt x="9218" y="3179"/>
                              <a:pt x="8029" y="800"/>
                              <a:pt x="8029" y="800"/>
                            </a:cubicBezTo>
                            <a:cubicBezTo>
                              <a:pt x="6839" y="-1579"/>
                              <a:pt x="2082" y="1990"/>
                              <a:pt x="892" y="317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3" name="Freeform 272">
                        <a:extLst>
                          <a:ext uri="{FF2B5EF4-FFF2-40B4-BE49-F238E27FC236}">
                            <a16:creationId xmlns:a16="http://schemas.microsoft.com/office/drawing/2014/main" id="{75971A47-A80C-1E47-3F94-A9CF7E8049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02708" y="2806820"/>
                        <a:ext cx="22069" cy="20050"/>
                      </a:xfrm>
                      <a:custGeom>
                        <a:avLst/>
                        <a:gdLst>
                          <a:gd name="connsiteX0" fmla="*/ 21726 w 22069"/>
                          <a:gd name="connsiteY0" fmla="*/ 11029 h 20050"/>
                          <a:gd name="connsiteX1" fmla="*/ 16968 w 22069"/>
                          <a:gd name="connsiteY1" fmla="*/ 2703 h 20050"/>
                          <a:gd name="connsiteX2" fmla="*/ 3885 w 22069"/>
                          <a:gd name="connsiteY2" fmla="*/ 324 h 20050"/>
                          <a:gd name="connsiteX3" fmla="*/ 316 w 22069"/>
                          <a:gd name="connsiteY3" fmla="*/ 7461 h 20050"/>
                          <a:gd name="connsiteX4" fmla="*/ 7453 w 22069"/>
                          <a:gd name="connsiteY4" fmla="*/ 18166 h 20050"/>
                          <a:gd name="connsiteX5" fmla="*/ 21726 w 22069"/>
                          <a:gd name="connsiteY5" fmla="*/ 18166 h 20050"/>
                          <a:gd name="connsiteX6" fmla="*/ 21726 w 22069"/>
                          <a:gd name="connsiteY6" fmla="*/ 11029 h 200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2069" h="20050">
                            <a:moveTo>
                              <a:pt x="21726" y="11029"/>
                            </a:moveTo>
                            <a:cubicBezTo>
                              <a:pt x="20537" y="8650"/>
                              <a:pt x="19347" y="3892"/>
                              <a:pt x="16968" y="2703"/>
                            </a:cubicBezTo>
                            <a:cubicBezTo>
                              <a:pt x="14589" y="1514"/>
                              <a:pt x="6264" y="-865"/>
                              <a:pt x="3885" y="324"/>
                            </a:cubicBezTo>
                            <a:cubicBezTo>
                              <a:pt x="1506" y="1514"/>
                              <a:pt x="-873" y="5082"/>
                              <a:pt x="316" y="7461"/>
                            </a:cubicBezTo>
                            <a:cubicBezTo>
                              <a:pt x="1506" y="11029"/>
                              <a:pt x="3885" y="16976"/>
                              <a:pt x="7453" y="18166"/>
                            </a:cubicBezTo>
                            <a:cubicBezTo>
                              <a:pt x="11021" y="19355"/>
                              <a:pt x="19347" y="21734"/>
                              <a:pt x="21726" y="18166"/>
                            </a:cubicBezTo>
                            <a:cubicBezTo>
                              <a:pt x="20537" y="18166"/>
                              <a:pt x="22916" y="13408"/>
                              <a:pt x="21726" y="1102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4" name="Freeform 273">
                        <a:extLst>
                          <a:ext uri="{FF2B5EF4-FFF2-40B4-BE49-F238E27FC236}">
                            <a16:creationId xmlns:a16="http://schemas.microsoft.com/office/drawing/2014/main" id="{28CF7A99-1B9D-495D-0205-A033DFF978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8162" y="2790492"/>
                        <a:ext cx="5414" cy="12078"/>
                      </a:xfrm>
                      <a:custGeom>
                        <a:avLst/>
                        <a:gdLst>
                          <a:gd name="connsiteX0" fmla="*/ 324 w 5414"/>
                          <a:gd name="connsiteY0" fmla="*/ 10705 h 12078"/>
                          <a:gd name="connsiteX1" fmla="*/ 3892 w 5414"/>
                          <a:gd name="connsiteY1" fmla="*/ 10705 h 12078"/>
                          <a:gd name="connsiteX2" fmla="*/ 5082 w 5414"/>
                          <a:gd name="connsiteY2" fmla="*/ 5947 h 12078"/>
                          <a:gd name="connsiteX3" fmla="*/ 2703 w 5414"/>
                          <a:gd name="connsiteY3" fmla="*/ 0 h 12078"/>
                          <a:gd name="connsiteX4" fmla="*/ 2703 w 5414"/>
                          <a:gd name="connsiteY4" fmla="*/ 5947 h 12078"/>
                          <a:gd name="connsiteX5" fmla="*/ 324 w 5414"/>
                          <a:gd name="connsiteY5" fmla="*/ 10705 h 120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5414" h="12078">
                            <a:moveTo>
                              <a:pt x="324" y="10705"/>
                            </a:moveTo>
                            <a:cubicBezTo>
                              <a:pt x="1514" y="11894"/>
                              <a:pt x="2703" y="13084"/>
                              <a:pt x="3892" y="10705"/>
                            </a:cubicBezTo>
                            <a:cubicBezTo>
                              <a:pt x="3892" y="10705"/>
                              <a:pt x="6271" y="7137"/>
                              <a:pt x="5082" y="5947"/>
                            </a:cubicBezTo>
                            <a:cubicBezTo>
                              <a:pt x="3892" y="3568"/>
                              <a:pt x="2703" y="0"/>
                              <a:pt x="2703" y="0"/>
                            </a:cubicBezTo>
                            <a:cubicBezTo>
                              <a:pt x="1514" y="1190"/>
                              <a:pt x="3892" y="3568"/>
                              <a:pt x="2703" y="5947"/>
                            </a:cubicBezTo>
                            <a:cubicBezTo>
                              <a:pt x="1514" y="8326"/>
                              <a:pt x="-865" y="10705"/>
                              <a:pt x="324" y="10705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5" name="Freeform 274">
                        <a:extLst>
                          <a:ext uri="{FF2B5EF4-FFF2-40B4-BE49-F238E27FC236}">
                            <a16:creationId xmlns:a16="http://schemas.microsoft.com/office/drawing/2014/main" id="{3478BDE7-0024-2509-3022-932AC7F243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35835" y="2789302"/>
                        <a:ext cx="30707" cy="40032"/>
                      </a:xfrm>
                      <a:custGeom>
                        <a:avLst/>
                        <a:gdLst>
                          <a:gd name="connsiteX0" fmla="*/ 23092 w 30707"/>
                          <a:gd name="connsiteY0" fmla="*/ 17842 h 40032"/>
                          <a:gd name="connsiteX1" fmla="*/ 29039 w 30707"/>
                          <a:gd name="connsiteY1" fmla="*/ 10705 h 40032"/>
                          <a:gd name="connsiteX2" fmla="*/ 25471 w 30707"/>
                          <a:gd name="connsiteY2" fmla="*/ 0 h 40032"/>
                          <a:gd name="connsiteX3" fmla="*/ 17145 w 30707"/>
                          <a:gd name="connsiteY3" fmla="*/ 1190 h 40032"/>
                          <a:gd name="connsiteX4" fmla="*/ 12387 w 30707"/>
                          <a:gd name="connsiteY4" fmla="*/ 4758 h 40032"/>
                          <a:gd name="connsiteX5" fmla="*/ 17145 w 30707"/>
                          <a:gd name="connsiteY5" fmla="*/ 11894 h 40032"/>
                          <a:gd name="connsiteX6" fmla="*/ 12387 w 30707"/>
                          <a:gd name="connsiteY6" fmla="*/ 14273 h 40032"/>
                          <a:gd name="connsiteX7" fmla="*/ 6440 w 30707"/>
                          <a:gd name="connsiteY7" fmla="*/ 7137 h 40032"/>
                          <a:gd name="connsiteX8" fmla="*/ 1682 w 30707"/>
                          <a:gd name="connsiteY8" fmla="*/ 13084 h 40032"/>
                          <a:gd name="connsiteX9" fmla="*/ 493 w 30707"/>
                          <a:gd name="connsiteY9" fmla="*/ 19031 h 40032"/>
                          <a:gd name="connsiteX10" fmla="*/ 4061 w 30707"/>
                          <a:gd name="connsiteY10" fmla="*/ 24978 h 40032"/>
                          <a:gd name="connsiteX11" fmla="*/ 6440 w 30707"/>
                          <a:gd name="connsiteY11" fmla="*/ 30925 h 40032"/>
                          <a:gd name="connsiteX12" fmla="*/ 14766 w 30707"/>
                          <a:gd name="connsiteY12" fmla="*/ 32115 h 40032"/>
                          <a:gd name="connsiteX13" fmla="*/ 14766 w 30707"/>
                          <a:gd name="connsiteY13" fmla="*/ 39251 h 40032"/>
                          <a:gd name="connsiteX14" fmla="*/ 21902 w 30707"/>
                          <a:gd name="connsiteY14" fmla="*/ 38062 h 40032"/>
                          <a:gd name="connsiteX15" fmla="*/ 23092 w 30707"/>
                          <a:gd name="connsiteY15" fmla="*/ 32115 h 40032"/>
                          <a:gd name="connsiteX16" fmla="*/ 30229 w 30707"/>
                          <a:gd name="connsiteY16" fmla="*/ 27357 h 40032"/>
                          <a:gd name="connsiteX17" fmla="*/ 25471 w 30707"/>
                          <a:gd name="connsiteY17" fmla="*/ 22599 h 40032"/>
                          <a:gd name="connsiteX18" fmla="*/ 23092 w 30707"/>
                          <a:gd name="connsiteY18" fmla="*/ 17842 h 400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</a:cxnLst>
                        <a:rect l="l" t="t" r="r" b="b"/>
                        <a:pathLst>
                          <a:path w="30707" h="40032">
                            <a:moveTo>
                              <a:pt x="23092" y="17842"/>
                            </a:moveTo>
                            <a:cubicBezTo>
                              <a:pt x="25471" y="16652"/>
                              <a:pt x="29039" y="14273"/>
                              <a:pt x="29039" y="10705"/>
                            </a:cubicBezTo>
                            <a:cubicBezTo>
                              <a:pt x="29039" y="7137"/>
                              <a:pt x="29039" y="0"/>
                              <a:pt x="25471" y="0"/>
                            </a:cubicBezTo>
                            <a:cubicBezTo>
                              <a:pt x="21902" y="0"/>
                              <a:pt x="18334" y="1190"/>
                              <a:pt x="17145" y="1190"/>
                            </a:cubicBezTo>
                            <a:cubicBezTo>
                              <a:pt x="14766" y="2379"/>
                              <a:pt x="11198" y="1190"/>
                              <a:pt x="12387" y="4758"/>
                            </a:cubicBezTo>
                            <a:cubicBezTo>
                              <a:pt x="13577" y="8326"/>
                              <a:pt x="18334" y="9516"/>
                              <a:pt x="17145" y="11894"/>
                            </a:cubicBezTo>
                            <a:cubicBezTo>
                              <a:pt x="15955" y="14273"/>
                              <a:pt x="14766" y="16652"/>
                              <a:pt x="12387" y="14273"/>
                            </a:cubicBezTo>
                            <a:cubicBezTo>
                              <a:pt x="10008" y="11894"/>
                              <a:pt x="8819" y="5947"/>
                              <a:pt x="6440" y="7137"/>
                            </a:cubicBezTo>
                            <a:cubicBezTo>
                              <a:pt x="4061" y="7137"/>
                              <a:pt x="2872" y="11894"/>
                              <a:pt x="1682" y="13084"/>
                            </a:cubicBezTo>
                            <a:cubicBezTo>
                              <a:pt x="493" y="14273"/>
                              <a:pt x="-697" y="16652"/>
                              <a:pt x="493" y="19031"/>
                            </a:cubicBezTo>
                            <a:cubicBezTo>
                              <a:pt x="1682" y="20221"/>
                              <a:pt x="4061" y="22599"/>
                              <a:pt x="4061" y="24978"/>
                            </a:cubicBezTo>
                            <a:cubicBezTo>
                              <a:pt x="4061" y="27357"/>
                              <a:pt x="2872" y="29736"/>
                              <a:pt x="6440" y="30925"/>
                            </a:cubicBezTo>
                            <a:cubicBezTo>
                              <a:pt x="8819" y="32115"/>
                              <a:pt x="14766" y="29736"/>
                              <a:pt x="14766" y="32115"/>
                            </a:cubicBezTo>
                            <a:cubicBezTo>
                              <a:pt x="14766" y="34494"/>
                              <a:pt x="12387" y="38062"/>
                              <a:pt x="14766" y="39251"/>
                            </a:cubicBezTo>
                            <a:cubicBezTo>
                              <a:pt x="17145" y="40441"/>
                              <a:pt x="20713" y="40441"/>
                              <a:pt x="21902" y="38062"/>
                            </a:cubicBezTo>
                            <a:cubicBezTo>
                              <a:pt x="21902" y="35683"/>
                              <a:pt x="20713" y="33304"/>
                              <a:pt x="23092" y="32115"/>
                            </a:cubicBezTo>
                            <a:cubicBezTo>
                              <a:pt x="25471" y="30925"/>
                              <a:pt x="32608" y="29736"/>
                              <a:pt x="30229" y="27357"/>
                            </a:cubicBezTo>
                            <a:cubicBezTo>
                              <a:pt x="27850" y="24978"/>
                              <a:pt x="26660" y="24978"/>
                              <a:pt x="25471" y="22599"/>
                            </a:cubicBezTo>
                            <a:cubicBezTo>
                              <a:pt x="23092" y="21410"/>
                              <a:pt x="20713" y="17842"/>
                              <a:pt x="23092" y="1784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6" name="Freeform 275">
                        <a:extLst>
                          <a:ext uri="{FF2B5EF4-FFF2-40B4-BE49-F238E27FC236}">
                            <a16:creationId xmlns:a16="http://schemas.microsoft.com/office/drawing/2014/main" id="{0C01C06C-1DA8-CE62-89EA-99B0AB5059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31042" y="2828554"/>
                        <a:ext cx="23425" cy="13323"/>
                      </a:xfrm>
                      <a:custGeom>
                        <a:avLst/>
                        <a:gdLst>
                          <a:gd name="connsiteX0" fmla="*/ 21938 w 23425"/>
                          <a:gd name="connsiteY0" fmla="*/ 1190 h 13323"/>
                          <a:gd name="connsiteX1" fmla="*/ 15991 w 23425"/>
                          <a:gd name="connsiteY1" fmla="*/ 2379 h 13323"/>
                          <a:gd name="connsiteX2" fmla="*/ 11234 w 23425"/>
                          <a:gd name="connsiteY2" fmla="*/ 5947 h 13323"/>
                          <a:gd name="connsiteX3" fmla="*/ 6476 w 23425"/>
                          <a:gd name="connsiteY3" fmla="*/ 3568 h 13323"/>
                          <a:gd name="connsiteX4" fmla="*/ 5286 w 23425"/>
                          <a:gd name="connsiteY4" fmla="*/ 0 h 13323"/>
                          <a:gd name="connsiteX5" fmla="*/ 529 w 23425"/>
                          <a:gd name="connsiteY5" fmla="*/ 3568 h 13323"/>
                          <a:gd name="connsiteX6" fmla="*/ 529 w 23425"/>
                          <a:gd name="connsiteY6" fmla="*/ 9516 h 13323"/>
                          <a:gd name="connsiteX7" fmla="*/ 8854 w 23425"/>
                          <a:gd name="connsiteY7" fmla="*/ 13084 h 13323"/>
                          <a:gd name="connsiteX8" fmla="*/ 20749 w 23425"/>
                          <a:gd name="connsiteY8" fmla="*/ 11894 h 13323"/>
                          <a:gd name="connsiteX9" fmla="*/ 23128 w 23425"/>
                          <a:gd name="connsiteY9" fmla="*/ 7137 h 13323"/>
                          <a:gd name="connsiteX10" fmla="*/ 21938 w 23425"/>
                          <a:gd name="connsiteY10" fmla="*/ 1190 h 133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425" h="13323">
                            <a:moveTo>
                              <a:pt x="21938" y="1190"/>
                            </a:moveTo>
                            <a:cubicBezTo>
                              <a:pt x="19560" y="1190"/>
                              <a:pt x="17181" y="1190"/>
                              <a:pt x="15991" y="2379"/>
                            </a:cubicBezTo>
                            <a:cubicBezTo>
                              <a:pt x="15991" y="3568"/>
                              <a:pt x="12423" y="5947"/>
                              <a:pt x="11234" y="5947"/>
                            </a:cubicBezTo>
                            <a:cubicBezTo>
                              <a:pt x="10044" y="5947"/>
                              <a:pt x="7665" y="4758"/>
                              <a:pt x="6476" y="3568"/>
                            </a:cubicBezTo>
                            <a:cubicBezTo>
                              <a:pt x="6476" y="2379"/>
                              <a:pt x="6476" y="0"/>
                              <a:pt x="5286" y="0"/>
                            </a:cubicBezTo>
                            <a:cubicBezTo>
                              <a:pt x="4097" y="0"/>
                              <a:pt x="529" y="1190"/>
                              <a:pt x="529" y="3568"/>
                            </a:cubicBezTo>
                            <a:cubicBezTo>
                              <a:pt x="529" y="5947"/>
                              <a:pt x="-661" y="8326"/>
                              <a:pt x="529" y="9516"/>
                            </a:cubicBezTo>
                            <a:cubicBezTo>
                              <a:pt x="1718" y="10705"/>
                              <a:pt x="5286" y="14273"/>
                              <a:pt x="8854" y="13084"/>
                            </a:cubicBezTo>
                            <a:cubicBezTo>
                              <a:pt x="12423" y="13084"/>
                              <a:pt x="15991" y="11894"/>
                              <a:pt x="20749" y="11894"/>
                            </a:cubicBezTo>
                            <a:cubicBezTo>
                              <a:pt x="20749" y="11894"/>
                              <a:pt x="20749" y="8326"/>
                              <a:pt x="23128" y="7137"/>
                            </a:cubicBezTo>
                            <a:cubicBezTo>
                              <a:pt x="23128" y="5947"/>
                              <a:pt x="24317" y="1190"/>
                              <a:pt x="21938" y="119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7" name="Freeform 276">
                        <a:extLst>
                          <a:ext uri="{FF2B5EF4-FFF2-40B4-BE49-F238E27FC236}">
                            <a16:creationId xmlns:a16="http://schemas.microsoft.com/office/drawing/2014/main" id="{4CCD10A3-1271-8E77-ED68-F2D285D21D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5130" y="2821101"/>
                        <a:ext cx="6682" cy="13400"/>
                      </a:xfrm>
                      <a:custGeom>
                        <a:avLst/>
                        <a:gdLst>
                          <a:gd name="connsiteX0" fmla="*/ 2871 w 6682"/>
                          <a:gd name="connsiteY0" fmla="*/ 316 h 13400"/>
                          <a:gd name="connsiteX1" fmla="*/ 1682 w 6682"/>
                          <a:gd name="connsiteY1" fmla="*/ 6264 h 13400"/>
                          <a:gd name="connsiteX2" fmla="*/ 493 w 6682"/>
                          <a:gd name="connsiteY2" fmla="*/ 13400 h 13400"/>
                          <a:gd name="connsiteX3" fmla="*/ 4061 w 6682"/>
                          <a:gd name="connsiteY3" fmla="*/ 11021 h 13400"/>
                          <a:gd name="connsiteX4" fmla="*/ 6440 w 6682"/>
                          <a:gd name="connsiteY4" fmla="*/ 3885 h 13400"/>
                          <a:gd name="connsiteX5" fmla="*/ 2871 w 6682"/>
                          <a:gd name="connsiteY5" fmla="*/ 316 h 134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6682" h="13400">
                            <a:moveTo>
                              <a:pt x="2871" y="316"/>
                            </a:moveTo>
                            <a:cubicBezTo>
                              <a:pt x="1682" y="1506"/>
                              <a:pt x="2871" y="5074"/>
                              <a:pt x="1682" y="6264"/>
                            </a:cubicBezTo>
                            <a:cubicBezTo>
                              <a:pt x="493" y="7453"/>
                              <a:pt x="-697" y="13400"/>
                              <a:pt x="493" y="13400"/>
                            </a:cubicBezTo>
                            <a:cubicBezTo>
                              <a:pt x="1682" y="13400"/>
                              <a:pt x="4061" y="12211"/>
                              <a:pt x="4061" y="11021"/>
                            </a:cubicBezTo>
                            <a:cubicBezTo>
                              <a:pt x="4061" y="9832"/>
                              <a:pt x="7629" y="7453"/>
                              <a:pt x="6440" y="3885"/>
                            </a:cubicBezTo>
                            <a:cubicBezTo>
                              <a:pt x="4061" y="1506"/>
                              <a:pt x="4061" y="-873"/>
                              <a:pt x="2871" y="31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8" name="Freeform 277">
                        <a:extLst>
                          <a:ext uri="{FF2B5EF4-FFF2-40B4-BE49-F238E27FC236}">
                            <a16:creationId xmlns:a16="http://schemas.microsoft.com/office/drawing/2014/main" id="{932E15C8-3B0B-C20D-A562-051406C494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56846" y="2823796"/>
                        <a:ext cx="5892" cy="8326"/>
                      </a:xfrm>
                      <a:custGeom>
                        <a:avLst/>
                        <a:gdLst>
                          <a:gd name="connsiteX0" fmla="*/ 5650 w 5892"/>
                          <a:gd name="connsiteY0" fmla="*/ 0 h 8326"/>
                          <a:gd name="connsiteX1" fmla="*/ 892 w 5892"/>
                          <a:gd name="connsiteY1" fmla="*/ 2379 h 8326"/>
                          <a:gd name="connsiteX2" fmla="*/ 892 w 5892"/>
                          <a:gd name="connsiteY2" fmla="*/ 8326 h 8326"/>
                          <a:gd name="connsiteX3" fmla="*/ 3271 w 5892"/>
                          <a:gd name="connsiteY3" fmla="*/ 4758 h 8326"/>
                          <a:gd name="connsiteX4" fmla="*/ 5650 w 5892"/>
                          <a:gd name="connsiteY4" fmla="*/ 0 h 8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892" h="8326">
                            <a:moveTo>
                              <a:pt x="5650" y="0"/>
                            </a:moveTo>
                            <a:cubicBezTo>
                              <a:pt x="4460" y="0"/>
                              <a:pt x="2081" y="1189"/>
                              <a:pt x="892" y="2379"/>
                            </a:cubicBezTo>
                            <a:cubicBezTo>
                              <a:pt x="-297" y="3568"/>
                              <a:pt x="-297" y="8326"/>
                              <a:pt x="892" y="8326"/>
                            </a:cubicBezTo>
                            <a:cubicBezTo>
                              <a:pt x="2081" y="8326"/>
                              <a:pt x="892" y="4758"/>
                              <a:pt x="3271" y="4758"/>
                            </a:cubicBezTo>
                            <a:cubicBezTo>
                              <a:pt x="3271" y="3568"/>
                              <a:pt x="6839" y="0"/>
                              <a:pt x="5650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9" name="Freeform 278">
                        <a:extLst>
                          <a:ext uri="{FF2B5EF4-FFF2-40B4-BE49-F238E27FC236}">
                            <a16:creationId xmlns:a16="http://schemas.microsoft.com/office/drawing/2014/main" id="{8CD29021-7EE4-7F17-ACB7-A9174DC790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013813" y="2813091"/>
                        <a:ext cx="11590" cy="14877"/>
                      </a:xfrm>
                      <a:custGeom>
                        <a:avLst/>
                        <a:gdLst>
                          <a:gd name="connsiteX0" fmla="*/ 10533 w 11590"/>
                          <a:gd name="connsiteY0" fmla="*/ 9516 h 14877"/>
                          <a:gd name="connsiteX1" fmla="*/ 5776 w 11590"/>
                          <a:gd name="connsiteY1" fmla="*/ 3568 h 14877"/>
                          <a:gd name="connsiteX2" fmla="*/ 2207 w 11590"/>
                          <a:gd name="connsiteY2" fmla="*/ 0 h 14877"/>
                          <a:gd name="connsiteX3" fmla="*/ 1018 w 11590"/>
                          <a:gd name="connsiteY3" fmla="*/ 9516 h 14877"/>
                          <a:gd name="connsiteX4" fmla="*/ 10533 w 11590"/>
                          <a:gd name="connsiteY4" fmla="*/ 13084 h 14877"/>
                          <a:gd name="connsiteX5" fmla="*/ 10533 w 11590"/>
                          <a:gd name="connsiteY5" fmla="*/ 9516 h 148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1590" h="14877">
                            <a:moveTo>
                              <a:pt x="10533" y="9516"/>
                            </a:moveTo>
                            <a:cubicBezTo>
                              <a:pt x="8155" y="8326"/>
                              <a:pt x="6965" y="5947"/>
                              <a:pt x="5776" y="3568"/>
                            </a:cubicBezTo>
                            <a:cubicBezTo>
                              <a:pt x="4586" y="2379"/>
                              <a:pt x="3397" y="0"/>
                              <a:pt x="2207" y="0"/>
                            </a:cubicBezTo>
                            <a:cubicBezTo>
                              <a:pt x="1018" y="1190"/>
                              <a:pt x="-1361" y="7137"/>
                              <a:pt x="1018" y="9516"/>
                            </a:cubicBezTo>
                            <a:cubicBezTo>
                              <a:pt x="2207" y="11894"/>
                              <a:pt x="8155" y="17842"/>
                              <a:pt x="10533" y="13084"/>
                            </a:cubicBezTo>
                            <a:cubicBezTo>
                              <a:pt x="10533" y="14273"/>
                              <a:pt x="12912" y="10705"/>
                              <a:pt x="10533" y="951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0" name="Freeform 279">
                        <a:extLst>
                          <a:ext uri="{FF2B5EF4-FFF2-40B4-BE49-F238E27FC236}">
                            <a16:creationId xmlns:a16="http://schemas.microsoft.com/office/drawing/2014/main" id="{49DC2882-C9B1-09A7-9544-7291EDE58F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151" y="2836696"/>
                        <a:ext cx="14051" cy="14550"/>
                      </a:xfrm>
                      <a:custGeom>
                        <a:avLst/>
                        <a:gdLst>
                          <a:gd name="connsiteX0" fmla="*/ 9702 w 14051"/>
                          <a:gd name="connsiteY0" fmla="*/ 4942 h 14550"/>
                          <a:gd name="connsiteX1" fmla="*/ 9702 w 14051"/>
                          <a:gd name="connsiteY1" fmla="*/ 1373 h 14550"/>
                          <a:gd name="connsiteX2" fmla="*/ 186 w 14051"/>
                          <a:gd name="connsiteY2" fmla="*/ 1373 h 14550"/>
                          <a:gd name="connsiteX3" fmla="*/ 4944 w 14051"/>
                          <a:gd name="connsiteY3" fmla="*/ 6131 h 14550"/>
                          <a:gd name="connsiteX4" fmla="*/ 186 w 14051"/>
                          <a:gd name="connsiteY4" fmla="*/ 9699 h 14550"/>
                          <a:gd name="connsiteX5" fmla="*/ 7323 w 14051"/>
                          <a:gd name="connsiteY5" fmla="*/ 13268 h 14550"/>
                          <a:gd name="connsiteX6" fmla="*/ 12081 w 14051"/>
                          <a:gd name="connsiteY6" fmla="*/ 12078 h 14550"/>
                          <a:gd name="connsiteX7" fmla="*/ 13270 w 14051"/>
                          <a:gd name="connsiteY7" fmla="*/ 8510 h 14550"/>
                          <a:gd name="connsiteX8" fmla="*/ 9702 w 14051"/>
                          <a:gd name="connsiteY8" fmla="*/ 4942 h 145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4051" h="14550">
                            <a:moveTo>
                              <a:pt x="9702" y="4942"/>
                            </a:moveTo>
                            <a:cubicBezTo>
                              <a:pt x="9702" y="4942"/>
                              <a:pt x="10891" y="2563"/>
                              <a:pt x="9702" y="1373"/>
                            </a:cubicBezTo>
                            <a:cubicBezTo>
                              <a:pt x="8512" y="184"/>
                              <a:pt x="-1003" y="-1005"/>
                              <a:pt x="186" y="1373"/>
                            </a:cubicBezTo>
                            <a:cubicBezTo>
                              <a:pt x="1375" y="3752"/>
                              <a:pt x="6133" y="4942"/>
                              <a:pt x="4944" y="6131"/>
                            </a:cubicBezTo>
                            <a:cubicBezTo>
                              <a:pt x="2565" y="7321"/>
                              <a:pt x="1375" y="7321"/>
                              <a:pt x="186" y="9699"/>
                            </a:cubicBezTo>
                            <a:cubicBezTo>
                              <a:pt x="-1003" y="12078"/>
                              <a:pt x="3754" y="16836"/>
                              <a:pt x="7323" y="13268"/>
                            </a:cubicBezTo>
                            <a:cubicBezTo>
                              <a:pt x="7323" y="13268"/>
                              <a:pt x="9702" y="12078"/>
                              <a:pt x="12081" y="12078"/>
                            </a:cubicBezTo>
                            <a:cubicBezTo>
                              <a:pt x="14459" y="12078"/>
                              <a:pt x="14459" y="9699"/>
                              <a:pt x="13270" y="8510"/>
                            </a:cubicBezTo>
                            <a:cubicBezTo>
                              <a:pt x="10891" y="8510"/>
                              <a:pt x="9702" y="6131"/>
                              <a:pt x="9702" y="494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81" name="Graphic 27">
                      <a:extLst>
                        <a:ext uri="{FF2B5EF4-FFF2-40B4-BE49-F238E27FC236}">
                          <a16:creationId xmlns:a16="http://schemas.microsoft.com/office/drawing/2014/main" id="{E00C4DBE-FA55-7091-1B38-DA0DC923B8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55779" y="1499170"/>
                      <a:ext cx="6978415" cy="3528827"/>
                      <a:chOff x="2755779" y="1499170"/>
                      <a:chExt cx="6978415" cy="3528827"/>
                    </a:xfrm>
                    <a:grpFill/>
                  </p:grpSpPr>
                  <p:sp>
                    <p:nvSpPr>
                      <p:cNvPr id="282" name="Freeform 281">
                        <a:extLst>
                          <a:ext uri="{FF2B5EF4-FFF2-40B4-BE49-F238E27FC236}">
                            <a16:creationId xmlns:a16="http://schemas.microsoft.com/office/drawing/2014/main" id="{93C18906-ADF0-3111-0092-552C7A9221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7722" y="3406073"/>
                        <a:ext cx="98107" cy="202750"/>
                      </a:xfrm>
                      <a:custGeom>
                        <a:avLst/>
                        <a:gdLst>
                          <a:gd name="connsiteX0" fmla="*/ 97858 w 98107"/>
                          <a:gd name="connsiteY0" fmla="*/ 137331 h 202750"/>
                          <a:gd name="connsiteX1" fmla="*/ 90721 w 98107"/>
                          <a:gd name="connsiteY1" fmla="*/ 146847 h 202750"/>
                          <a:gd name="connsiteX2" fmla="*/ 80016 w 98107"/>
                          <a:gd name="connsiteY2" fmla="*/ 153983 h 202750"/>
                          <a:gd name="connsiteX3" fmla="*/ 72880 w 98107"/>
                          <a:gd name="connsiteY3" fmla="*/ 164688 h 202750"/>
                          <a:gd name="connsiteX4" fmla="*/ 64554 w 98107"/>
                          <a:gd name="connsiteY4" fmla="*/ 171825 h 202750"/>
                          <a:gd name="connsiteX5" fmla="*/ 65743 w 98107"/>
                          <a:gd name="connsiteY5" fmla="*/ 187288 h 202750"/>
                          <a:gd name="connsiteX6" fmla="*/ 59796 w 98107"/>
                          <a:gd name="connsiteY6" fmla="*/ 199182 h 202750"/>
                          <a:gd name="connsiteX7" fmla="*/ 52659 w 98107"/>
                          <a:gd name="connsiteY7" fmla="*/ 202750 h 202750"/>
                          <a:gd name="connsiteX8" fmla="*/ 50280 w 98107"/>
                          <a:gd name="connsiteY8" fmla="*/ 193235 h 202750"/>
                          <a:gd name="connsiteX9" fmla="*/ 45523 w 98107"/>
                          <a:gd name="connsiteY9" fmla="*/ 176583 h 202750"/>
                          <a:gd name="connsiteX10" fmla="*/ 40765 w 98107"/>
                          <a:gd name="connsiteY10" fmla="*/ 158741 h 202750"/>
                          <a:gd name="connsiteX11" fmla="*/ 31250 w 98107"/>
                          <a:gd name="connsiteY11" fmla="*/ 144468 h 202750"/>
                          <a:gd name="connsiteX12" fmla="*/ 16976 w 98107"/>
                          <a:gd name="connsiteY12" fmla="*/ 133763 h 202750"/>
                          <a:gd name="connsiteX13" fmla="*/ 12219 w 98107"/>
                          <a:gd name="connsiteY13" fmla="*/ 126626 h 202750"/>
                          <a:gd name="connsiteX14" fmla="*/ 5082 w 98107"/>
                          <a:gd name="connsiteY14" fmla="*/ 120679 h 202750"/>
                          <a:gd name="connsiteX15" fmla="*/ 2703 w 98107"/>
                          <a:gd name="connsiteY15" fmla="*/ 111164 h 202750"/>
                          <a:gd name="connsiteX16" fmla="*/ 324 w 98107"/>
                          <a:gd name="connsiteY16" fmla="*/ 101648 h 202750"/>
                          <a:gd name="connsiteX17" fmla="*/ 8650 w 98107"/>
                          <a:gd name="connsiteY17" fmla="*/ 87375 h 202750"/>
                          <a:gd name="connsiteX18" fmla="*/ 19355 w 98107"/>
                          <a:gd name="connsiteY18" fmla="*/ 74291 h 202750"/>
                          <a:gd name="connsiteX19" fmla="*/ 20544 w 98107"/>
                          <a:gd name="connsiteY19" fmla="*/ 65965 h 202750"/>
                          <a:gd name="connsiteX20" fmla="*/ 19355 w 98107"/>
                          <a:gd name="connsiteY20" fmla="*/ 62397 h 202750"/>
                          <a:gd name="connsiteX21" fmla="*/ 21734 w 98107"/>
                          <a:gd name="connsiteY21" fmla="*/ 58829 h 202750"/>
                          <a:gd name="connsiteX22" fmla="*/ 18166 w 98107"/>
                          <a:gd name="connsiteY22" fmla="*/ 51692 h 202750"/>
                          <a:gd name="connsiteX23" fmla="*/ 20544 w 98107"/>
                          <a:gd name="connsiteY23" fmla="*/ 42176 h 202750"/>
                          <a:gd name="connsiteX24" fmla="*/ 22923 w 98107"/>
                          <a:gd name="connsiteY24" fmla="*/ 21956 h 202750"/>
                          <a:gd name="connsiteX25" fmla="*/ 22923 w 98107"/>
                          <a:gd name="connsiteY25" fmla="*/ 13630 h 202750"/>
                          <a:gd name="connsiteX26" fmla="*/ 22923 w 98107"/>
                          <a:gd name="connsiteY26" fmla="*/ 13630 h 202750"/>
                          <a:gd name="connsiteX27" fmla="*/ 28871 w 98107"/>
                          <a:gd name="connsiteY27" fmla="*/ 7683 h 202750"/>
                          <a:gd name="connsiteX28" fmla="*/ 45523 w 98107"/>
                          <a:gd name="connsiteY28" fmla="*/ 546 h 202750"/>
                          <a:gd name="connsiteX29" fmla="*/ 47902 w 98107"/>
                          <a:gd name="connsiteY29" fmla="*/ 4115 h 202750"/>
                          <a:gd name="connsiteX30" fmla="*/ 49091 w 98107"/>
                          <a:gd name="connsiteY30" fmla="*/ 546 h 202750"/>
                          <a:gd name="connsiteX31" fmla="*/ 57417 w 98107"/>
                          <a:gd name="connsiteY31" fmla="*/ 7683 h 202750"/>
                          <a:gd name="connsiteX32" fmla="*/ 63364 w 98107"/>
                          <a:gd name="connsiteY32" fmla="*/ 17198 h 202750"/>
                          <a:gd name="connsiteX33" fmla="*/ 80016 w 98107"/>
                          <a:gd name="connsiteY33" fmla="*/ 7683 h 202750"/>
                          <a:gd name="connsiteX34" fmla="*/ 77637 w 98107"/>
                          <a:gd name="connsiteY34" fmla="*/ 18388 h 202750"/>
                          <a:gd name="connsiteX35" fmla="*/ 75258 w 98107"/>
                          <a:gd name="connsiteY35" fmla="*/ 29093 h 202750"/>
                          <a:gd name="connsiteX36" fmla="*/ 68122 w 98107"/>
                          <a:gd name="connsiteY36" fmla="*/ 37419 h 202750"/>
                          <a:gd name="connsiteX37" fmla="*/ 75258 w 98107"/>
                          <a:gd name="connsiteY37" fmla="*/ 46934 h 202750"/>
                          <a:gd name="connsiteX38" fmla="*/ 81206 w 98107"/>
                          <a:gd name="connsiteY38" fmla="*/ 49313 h 202750"/>
                          <a:gd name="connsiteX39" fmla="*/ 82395 w 98107"/>
                          <a:gd name="connsiteY39" fmla="*/ 55260 h 202750"/>
                          <a:gd name="connsiteX40" fmla="*/ 82395 w 98107"/>
                          <a:gd name="connsiteY40" fmla="*/ 65965 h 202750"/>
                          <a:gd name="connsiteX41" fmla="*/ 84774 w 98107"/>
                          <a:gd name="connsiteY41" fmla="*/ 70723 h 202750"/>
                          <a:gd name="connsiteX42" fmla="*/ 74069 w 98107"/>
                          <a:gd name="connsiteY42" fmla="*/ 80238 h 202750"/>
                          <a:gd name="connsiteX43" fmla="*/ 62175 w 98107"/>
                          <a:gd name="connsiteY43" fmla="*/ 88564 h 202750"/>
                          <a:gd name="connsiteX44" fmla="*/ 63364 w 98107"/>
                          <a:gd name="connsiteY44" fmla="*/ 102838 h 202750"/>
                          <a:gd name="connsiteX45" fmla="*/ 75258 w 98107"/>
                          <a:gd name="connsiteY45" fmla="*/ 108785 h 202750"/>
                          <a:gd name="connsiteX46" fmla="*/ 81206 w 98107"/>
                          <a:gd name="connsiteY46" fmla="*/ 112353 h 202750"/>
                          <a:gd name="connsiteX47" fmla="*/ 82395 w 98107"/>
                          <a:gd name="connsiteY47" fmla="*/ 109974 h 202750"/>
                          <a:gd name="connsiteX48" fmla="*/ 90721 w 98107"/>
                          <a:gd name="connsiteY48" fmla="*/ 119490 h 202750"/>
                          <a:gd name="connsiteX49" fmla="*/ 97858 w 98107"/>
                          <a:gd name="connsiteY49" fmla="*/ 124247 h 202750"/>
                          <a:gd name="connsiteX50" fmla="*/ 97858 w 98107"/>
                          <a:gd name="connsiteY50" fmla="*/ 137331 h 2027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</a:cxnLst>
                        <a:rect l="l" t="t" r="r" b="b"/>
                        <a:pathLst>
                          <a:path w="98107" h="202750">
                            <a:moveTo>
                              <a:pt x="97858" y="137331"/>
                            </a:moveTo>
                            <a:cubicBezTo>
                              <a:pt x="96669" y="140900"/>
                              <a:pt x="94289" y="145657"/>
                              <a:pt x="90721" y="146847"/>
                            </a:cubicBezTo>
                            <a:cubicBezTo>
                              <a:pt x="85963" y="150415"/>
                              <a:pt x="82395" y="150415"/>
                              <a:pt x="80016" y="153983"/>
                            </a:cubicBezTo>
                            <a:cubicBezTo>
                              <a:pt x="77637" y="156362"/>
                              <a:pt x="76448" y="162309"/>
                              <a:pt x="72880" y="164688"/>
                            </a:cubicBezTo>
                            <a:cubicBezTo>
                              <a:pt x="66933" y="168256"/>
                              <a:pt x="64554" y="162309"/>
                              <a:pt x="64554" y="171825"/>
                            </a:cubicBezTo>
                            <a:cubicBezTo>
                              <a:pt x="64554" y="176583"/>
                              <a:pt x="66933" y="181340"/>
                              <a:pt x="65743" y="187288"/>
                            </a:cubicBezTo>
                            <a:cubicBezTo>
                              <a:pt x="64554" y="192045"/>
                              <a:pt x="63364" y="195614"/>
                              <a:pt x="59796" y="199182"/>
                            </a:cubicBezTo>
                            <a:cubicBezTo>
                              <a:pt x="57417" y="201561"/>
                              <a:pt x="55038" y="201561"/>
                              <a:pt x="52659" y="202750"/>
                            </a:cubicBezTo>
                            <a:cubicBezTo>
                              <a:pt x="51470" y="199182"/>
                              <a:pt x="50280" y="195614"/>
                              <a:pt x="50280" y="193235"/>
                            </a:cubicBezTo>
                            <a:cubicBezTo>
                              <a:pt x="49091" y="187288"/>
                              <a:pt x="46712" y="182530"/>
                              <a:pt x="45523" y="176583"/>
                            </a:cubicBezTo>
                            <a:cubicBezTo>
                              <a:pt x="43144" y="170636"/>
                              <a:pt x="41954" y="164688"/>
                              <a:pt x="40765" y="158741"/>
                            </a:cubicBezTo>
                            <a:cubicBezTo>
                              <a:pt x="39575" y="152794"/>
                              <a:pt x="37197" y="146847"/>
                              <a:pt x="31250" y="144468"/>
                            </a:cubicBezTo>
                            <a:cubicBezTo>
                              <a:pt x="25302" y="142089"/>
                              <a:pt x="20544" y="139710"/>
                              <a:pt x="16976" y="133763"/>
                            </a:cubicBezTo>
                            <a:cubicBezTo>
                              <a:pt x="15787" y="131384"/>
                              <a:pt x="14597" y="129005"/>
                              <a:pt x="12219" y="126626"/>
                            </a:cubicBezTo>
                            <a:cubicBezTo>
                              <a:pt x="9840" y="124247"/>
                              <a:pt x="6271" y="123058"/>
                              <a:pt x="5082" y="120679"/>
                            </a:cubicBezTo>
                            <a:cubicBezTo>
                              <a:pt x="3892" y="118300"/>
                              <a:pt x="3892" y="114732"/>
                              <a:pt x="2703" y="111164"/>
                            </a:cubicBezTo>
                            <a:cubicBezTo>
                              <a:pt x="1514" y="107595"/>
                              <a:pt x="-865" y="105217"/>
                              <a:pt x="324" y="101648"/>
                            </a:cubicBezTo>
                            <a:cubicBezTo>
                              <a:pt x="1514" y="95701"/>
                              <a:pt x="3892" y="90943"/>
                              <a:pt x="8650" y="87375"/>
                            </a:cubicBezTo>
                            <a:cubicBezTo>
                              <a:pt x="13408" y="83807"/>
                              <a:pt x="16976" y="80238"/>
                              <a:pt x="19355" y="74291"/>
                            </a:cubicBezTo>
                            <a:cubicBezTo>
                              <a:pt x="20544" y="71912"/>
                              <a:pt x="20544" y="68344"/>
                              <a:pt x="20544" y="65965"/>
                            </a:cubicBezTo>
                            <a:cubicBezTo>
                              <a:pt x="20544" y="64776"/>
                              <a:pt x="19355" y="64776"/>
                              <a:pt x="19355" y="62397"/>
                            </a:cubicBezTo>
                            <a:cubicBezTo>
                              <a:pt x="19355" y="61207"/>
                              <a:pt x="21734" y="60018"/>
                              <a:pt x="21734" y="58829"/>
                            </a:cubicBezTo>
                            <a:cubicBezTo>
                              <a:pt x="21734" y="56450"/>
                              <a:pt x="18166" y="54071"/>
                              <a:pt x="18166" y="51692"/>
                            </a:cubicBezTo>
                            <a:cubicBezTo>
                              <a:pt x="16976" y="48124"/>
                              <a:pt x="19355" y="45745"/>
                              <a:pt x="20544" y="42176"/>
                            </a:cubicBezTo>
                            <a:cubicBezTo>
                              <a:pt x="21734" y="36229"/>
                              <a:pt x="24113" y="27903"/>
                              <a:pt x="22923" y="21956"/>
                            </a:cubicBezTo>
                            <a:cubicBezTo>
                              <a:pt x="22923" y="18388"/>
                              <a:pt x="21734" y="17198"/>
                              <a:pt x="22923" y="13630"/>
                            </a:cubicBezTo>
                            <a:cubicBezTo>
                              <a:pt x="22923" y="13630"/>
                              <a:pt x="22923" y="13630"/>
                              <a:pt x="22923" y="13630"/>
                            </a:cubicBezTo>
                            <a:cubicBezTo>
                              <a:pt x="24113" y="11251"/>
                              <a:pt x="26492" y="10062"/>
                              <a:pt x="28871" y="7683"/>
                            </a:cubicBezTo>
                            <a:cubicBezTo>
                              <a:pt x="33628" y="5304"/>
                              <a:pt x="39575" y="546"/>
                              <a:pt x="45523" y="546"/>
                            </a:cubicBezTo>
                            <a:cubicBezTo>
                              <a:pt x="46712" y="1736"/>
                              <a:pt x="46712" y="2925"/>
                              <a:pt x="47902" y="4115"/>
                            </a:cubicBezTo>
                            <a:cubicBezTo>
                              <a:pt x="47902" y="2925"/>
                              <a:pt x="49091" y="1736"/>
                              <a:pt x="49091" y="546"/>
                            </a:cubicBezTo>
                            <a:cubicBezTo>
                              <a:pt x="55038" y="-1833"/>
                              <a:pt x="56227" y="4115"/>
                              <a:pt x="57417" y="7683"/>
                            </a:cubicBezTo>
                            <a:cubicBezTo>
                              <a:pt x="58606" y="11251"/>
                              <a:pt x="60985" y="13630"/>
                              <a:pt x="63364" y="17198"/>
                            </a:cubicBezTo>
                            <a:cubicBezTo>
                              <a:pt x="70501" y="18388"/>
                              <a:pt x="74069" y="6493"/>
                              <a:pt x="80016" y="7683"/>
                            </a:cubicBezTo>
                            <a:cubicBezTo>
                              <a:pt x="81206" y="12441"/>
                              <a:pt x="78827" y="14819"/>
                              <a:pt x="77637" y="18388"/>
                            </a:cubicBezTo>
                            <a:cubicBezTo>
                              <a:pt x="76448" y="21956"/>
                              <a:pt x="76448" y="24335"/>
                              <a:pt x="75258" y="29093"/>
                            </a:cubicBezTo>
                            <a:cubicBezTo>
                              <a:pt x="71690" y="31471"/>
                              <a:pt x="66933" y="31471"/>
                              <a:pt x="68122" y="37419"/>
                            </a:cubicBezTo>
                            <a:cubicBezTo>
                              <a:pt x="69311" y="40987"/>
                              <a:pt x="71690" y="44555"/>
                              <a:pt x="75258" y="46934"/>
                            </a:cubicBezTo>
                            <a:cubicBezTo>
                              <a:pt x="76448" y="48124"/>
                              <a:pt x="80016" y="48124"/>
                              <a:pt x="81206" y="49313"/>
                            </a:cubicBezTo>
                            <a:cubicBezTo>
                              <a:pt x="83585" y="51692"/>
                              <a:pt x="82395" y="52881"/>
                              <a:pt x="82395" y="55260"/>
                            </a:cubicBezTo>
                            <a:cubicBezTo>
                              <a:pt x="83585" y="57639"/>
                              <a:pt x="88342" y="63586"/>
                              <a:pt x="82395" y="65965"/>
                            </a:cubicBezTo>
                            <a:cubicBezTo>
                              <a:pt x="82395" y="68344"/>
                              <a:pt x="84774" y="68344"/>
                              <a:pt x="84774" y="70723"/>
                            </a:cubicBezTo>
                            <a:cubicBezTo>
                              <a:pt x="81206" y="73102"/>
                              <a:pt x="77637" y="77860"/>
                              <a:pt x="74069" y="80238"/>
                            </a:cubicBezTo>
                            <a:cubicBezTo>
                              <a:pt x="70501" y="82617"/>
                              <a:pt x="65743" y="84996"/>
                              <a:pt x="62175" y="88564"/>
                            </a:cubicBezTo>
                            <a:cubicBezTo>
                              <a:pt x="57417" y="92133"/>
                              <a:pt x="59796" y="98080"/>
                              <a:pt x="63364" y="102838"/>
                            </a:cubicBezTo>
                            <a:cubicBezTo>
                              <a:pt x="66933" y="107595"/>
                              <a:pt x="70501" y="108785"/>
                              <a:pt x="75258" y="108785"/>
                            </a:cubicBezTo>
                            <a:cubicBezTo>
                              <a:pt x="75258" y="112353"/>
                              <a:pt x="77637" y="113543"/>
                              <a:pt x="81206" y="112353"/>
                            </a:cubicBezTo>
                            <a:cubicBezTo>
                              <a:pt x="81206" y="111164"/>
                              <a:pt x="82395" y="111164"/>
                              <a:pt x="82395" y="109974"/>
                            </a:cubicBezTo>
                            <a:cubicBezTo>
                              <a:pt x="87153" y="108785"/>
                              <a:pt x="87153" y="117111"/>
                              <a:pt x="90721" y="119490"/>
                            </a:cubicBezTo>
                            <a:cubicBezTo>
                              <a:pt x="91910" y="120679"/>
                              <a:pt x="95479" y="123058"/>
                              <a:pt x="97858" y="124247"/>
                            </a:cubicBezTo>
                            <a:cubicBezTo>
                              <a:pt x="95479" y="129005"/>
                              <a:pt x="99047" y="132573"/>
                              <a:pt x="97858" y="137331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3" name="Freeform 282">
                        <a:extLst>
                          <a:ext uri="{FF2B5EF4-FFF2-40B4-BE49-F238E27FC236}">
                            <a16:creationId xmlns:a16="http://schemas.microsoft.com/office/drawing/2014/main" id="{F70A86D0-2916-5A5A-BB3E-242EA48268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3729" y="4081029"/>
                        <a:ext cx="193877" cy="292229"/>
                      </a:xfrm>
                      <a:custGeom>
                        <a:avLst/>
                        <a:gdLst>
                          <a:gd name="connsiteX0" fmla="*/ 193878 w 193877"/>
                          <a:gd name="connsiteY0" fmla="*/ 272381 h 292229"/>
                          <a:gd name="connsiteX1" fmla="*/ 191499 w 193877"/>
                          <a:gd name="connsiteY1" fmla="*/ 278328 h 292229"/>
                          <a:gd name="connsiteX2" fmla="*/ 189120 w 193877"/>
                          <a:gd name="connsiteY2" fmla="*/ 291412 h 292229"/>
                          <a:gd name="connsiteX3" fmla="*/ 180794 w 193877"/>
                          <a:gd name="connsiteY3" fmla="*/ 290222 h 292229"/>
                          <a:gd name="connsiteX4" fmla="*/ 170089 w 193877"/>
                          <a:gd name="connsiteY4" fmla="*/ 289033 h 292229"/>
                          <a:gd name="connsiteX5" fmla="*/ 160574 w 193877"/>
                          <a:gd name="connsiteY5" fmla="*/ 289033 h 292229"/>
                          <a:gd name="connsiteX6" fmla="*/ 152248 w 193877"/>
                          <a:gd name="connsiteY6" fmla="*/ 285464 h 292229"/>
                          <a:gd name="connsiteX7" fmla="*/ 132027 w 193877"/>
                          <a:gd name="connsiteY7" fmla="*/ 284275 h 292229"/>
                          <a:gd name="connsiteX8" fmla="*/ 114186 w 193877"/>
                          <a:gd name="connsiteY8" fmla="*/ 283085 h 292229"/>
                          <a:gd name="connsiteX9" fmla="*/ 110617 w 193877"/>
                          <a:gd name="connsiteY9" fmla="*/ 283085 h 292229"/>
                          <a:gd name="connsiteX10" fmla="*/ 89208 w 193877"/>
                          <a:gd name="connsiteY10" fmla="*/ 281896 h 292229"/>
                          <a:gd name="connsiteX11" fmla="*/ 67798 w 193877"/>
                          <a:gd name="connsiteY11" fmla="*/ 284275 h 292229"/>
                          <a:gd name="connsiteX12" fmla="*/ 66608 w 193877"/>
                          <a:gd name="connsiteY12" fmla="*/ 284275 h 292229"/>
                          <a:gd name="connsiteX13" fmla="*/ 27357 w 193877"/>
                          <a:gd name="connsiteY13" fmla="*/ 284275 h 292229"/>
                          <a:gd name="connsiteX14" fmla="*/ 30925 w 193877"/>
                          <a:gd name="connsiteY14" fmla="*/ 280707 h 292229"/>
                          <a:gd name="connsiteX15" fmla="*/ 28546 w 193877"/>
                          <a:gd name="connsiteY15" fmla="*/ 272381 h 292229"/>
                          <a:gd name="connsiteX16" fmla="*/ 29736 w 193877"/>
                          <a:gd name="connsiteY16" fmla="*/ 261676 h 292229"/>
                          <a:gd name="connsiteX17" fmla="*/ 27357 w 193877"/>
                          <a:gd name="connsiteY17" fmla="*/ 252160 h 292229"/>
                          <a:gd name="connsiteX18" fmla="*/ 26167 w 193877"/>
                          <a:gd name="connsiteY18" fmla="*/ 242645 h 292229"/>
                          <a:gd name="connsiteX19" fmla="*/ 10705 w 193877"/>
                          <a:gd name="connsiteY19" fmla="*/ 234319 h 292229"/>
                          <a:gd name="connsiteX20" fmla="*/ 5947 w 193877"/>
                          <a:gd name="connsiteY20" fmla="*/ 225993 h 292229"/>
                          <a:gd name="connsiteX21" fmla="*/ 0 w 193877"/>
                          <a:gd name="connsiteY21" fmla="*/ 220045 h 292229"/>
                          <a:gd name="connsiteX22" fmla="*/ 0 w 193877"/>
                          <a:gd name="connsiteY22" fmla="*/ 220045 h 292229"/>
                          <a:gd name="connsiteX23" fmla="*/ 1190 w 193877"/>
                          <a:gd name="connsiteY23" fmla="*/ 211719 h 292229"/>
                          <a:gd name="connsiteX24" fmla="*/ 10705 w 193877"/>
                          <a:gd name="connsiteY24" fmla="*/ 183173 h 292229"/>
                          <a:gd name="connsiteX25" fmla="*/ 28546 w 193877"/>
                          <a:gd name="connsiteY25" fmla="*/ 161763 h 292229"/>
                          <a:gd name="connsiteX26" fmla="*/ 39251 w 193877"/>
                          <a:gd name="connsiteY26" fmla="*/ 160574 h 292229"/>
                          <a:gd name="connsiteX27" fmla="*/ 47577 w 193877"/>
                          <a:gd name="connsiteY27" fmla="*/ 162953 h 292229"/>
                          <a:gd name="connsiteX28" fmla="*/ 63040 w 193877"/>
                          <a:gd name="connsiteY28" fmla="*/ 172468 h 292229"/>
                          <a:gd name="connsiteX29" fmla="*/ 85639 w 193877"/>
                          <a:gd name="connsiteY29" fmla="*/ 141543 h 292229"/>
                          <a:gd name="connsiteX30" fmla="*/ 91586 w 193877"/>
                          <a:gd name="connsiteY30" fmla="*/ 123701 h 292229"/>
                          <a:gd name="connsiteX31" fmla="*/ 105860 w 193877"/>
                          <a:gd name="connsiteY31" fmla="*/ 111807 h 292229"/>
                          <a:gd name="connsiteX32" fmla="*/ 107049 w 193877"/>
                          <a:gd name="connsiteY32" fmla="*/ 92776 h 292229"/>
                          <a:gd name="connsiteX33" fmla="*/ 115375 w 193877"/>
                          <a:gd name="connsiteY33" fmla="*/ 86829 h 292229"/>
                          <a:gd name="connsiteX34" fmla="*/ 117754 w 193877"/>
                          <a:gd name="connsiteY34" fmla="*/ 77313 h 292229"/>
                          <a:gd name="connsiteX35" fmla="*/ 124891 w 193877"/>
                          <a:gd name="connsiteY35" fmla="*/ 58282 h 292229"/>
                          <a:gd name="connsiteX36" fmla="*/ 134406 w 193877"/>
                          <a:gd name="connsiteY36" fmla="*/ 44009 h 292229"/>
                          <a:gd name="connsiteX37" fmla="*/ 146300 w 193877"/>
                          <a:gd name="connsiteY37" fmla="*/ 21410 h 292229"/>
                          <a:gd name="connsiteX38" fmla="*/ 140353 w 193877"/>
                          <a:gd name="connsiteY38" fmla="*/ 8326 h 292229"/>
                          <a:gd name="connsiteX39" fmla="*/ 140353 w 193877"/>
                          <a:gd name="connsiteY39" fmla="*/ 0 h 292229"/>
                          <a:gd name="connsiteX40" fmla="*/ 140353 w 193877"/>
                          <a:gd name="connsiteY40" fmla="*/ 0 h 292229"/>
                          <a:gd name="connsiteX41" fmla="*/ 158195 w 193877"/>
                          <a:gd name="connsiteY41" fmla="*/ 21410 h 292229"/>
                          <a:gd name="connsiteX42" fmla="*/ 159384 w 193877"/>
                          <a:gd name="connsiteY42" fmla="*/ 51146 h 292229"/>
                          <a:gd name="connsiteX43" fmla="*/ 157005 w 193877"/>
                          <a:gd name="connsiteY43" fmla="*/ 51146 h 292229"/>
                          <a:gd name="connsiteX44" fmla="*/ 167710 w 193877"/>
                          <a:gd name="connsiteY44" fmla="*/ 66608 h 292229"/>
                          <a:gd name="connsiteX45" fmla="*/ 173658 w 193877"/>
                          <a:gd name="connsiteY45" fmla="*/ 71366 h 292229"/>
                          <a:gd name="connsiteX46" fmla="*/ 178415 w 193877"/>
                          <a:gd name="connsiteY46" fmla="*/ 77313 h 292229"/>
                          <a:gd name="connsiteX47" fmla="*/ 140353 w 193877"/>
                          <a:gd name="connsiteY47" fmla="*/ 76124 h 292229"/>
                          <a:gd name="connsiteX48" fmla="*/ 145111 w 193877"/>
                          <a:gd name="connsiteY48" fmla="*/ 95155 h 292229"/>
                          <a:gd name="connsiteX49" fmla="*/ 160574 w 193877"/>
                          <a:gd name="connsiteY49" fmla="*/ 108239 h 292229"/>
                          <a:gd name="connsiteX50" fmla="*/ 179605 w 193877"/>
                          <a:gd name="connsiteY50" fmla="*/ 139164 h 292229"/>
                          <a:gd name="connsiteX51" fmla="*/ 176036 w 193877"/>
                          <a:gd name="connsiteY51" fmla="*/ 143922 h 292229"/>
                          <a:gd name="connsiteX52" fmla="*/ 167710 w 193877"/>
                          <a:gd name="connsiteY52" fmla="*/ 152248 h 292229"/>
                          <a:gd name="connsiteX53" fmla="*/ 154627 w 193877"/>
                          <a:gd name="connsiteY53" fmla="*/ 174847 h 292229"/>
                          <a:gd name="connsiteX54" fmla="*/ 152248 w 193877"/>
                          <a:gd name="connsiteY54" fmla="*/ 179605 h 292229"/>
                          <a:gd name="connsiteX55" fmla="*/ 153437 w 193877"/>
                          <a:gd name="connsiteY55" fmla="*/ 186741 h 292229"/>
                          <a:gd name="connsiteX56" fmla="*/ 154627 w 193877"/>
                          <a:gd name="connsiteY56" fmla="*/ 201014 h 292229"/>
                          <a:gd name="connsiteX57" fmla="*/ 157005 w 193877"/>
                          <a:gd name="connsiteY57" fmla="*/ 216477 h 292229"/>
                          <a:gd name="connsiteX58" fmla="*/ 166521 w 193877"/>
                          <a:gd name="connsiteY58" fmla="*/ 225993 h 292229"/>
                          <a:gd name="connsiteX59" fmla="*/ 181983 w 193877"/>
                          <a:gd name="connsiteY59" fmla="*/ 248592 h 292229"/>
                          <a:gd name="connsiteX60" fmla="*/ 190310 w 193877"/>
                          <a:gd name="connsiteY60" fmla="*/ 258108 h 292229"/>
                          <a:gd name="connsiteX61" fmla="*/ 193878 w 193877"/>
                          <a:gd name="connsiteY61" fmla="*/ 272381 h 292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</a:cxnLst>
                        <a:rect l="l" t="t" r="r" b="b"/>
                        <a:pathLst>
                          <a:path w="193877" h="292229">
                            <a:moveTo>
                              <a:pt x="193878" y="272381"/>
                            </a:moveTo>
                            <a:cubicBezTo>
                              <a:pt x="192688" y="273570"/>
                              <a:pt x="192688" y="275949"/>
                              <a:pt x="191499" y="278328"/>
                            </a:cubicBezTo>
                            <a:cubicBezTo>
                              <a:pt x="189120" y="283085"/>
                              <a:pt x="189120" y="285464"/>
                              <a:pt x="189120" y="291412"/>
                            </a:cubicBezTo>
                            <a:cubicBezTo>
                              <a:pt x="186741" y="293791"/>
                              <a:pt x="184362" y="290222"/>
                              <a:pt x="180794" y="290222"/>
                            </a:cubicBezTo>
                            <a:cubicBezTo>
                              <a:pt x="176036" y="290222"/>
                              <a:pt x="174847" y="290222"/>
                              <a:pt x="170089" y="289033"/>
                            </a:cubicBezTo>
                            <a:cubicBezTo>
                              <a:pt x="166521" y="287843"/>
                              <a:pt x="164142" y="289033"/>
                              <a:pt x="160574" y="289033"/>
                            </a:cubicBezTo>
                            <a:cubicBezTo>
                              <a:pt x="158195" y="289033"/>
                              <a:pt x="154627" y="286654"/>
                              <a:pt x="152248" y="285464"/>
                            </a:cubicBezTo>
                            <a:cubicBezTo>
                              <a:pt x="147490" y="284275"/>
                              <a:pt x="137975" y="284275"/>
                              <a:pt x="132027" y="284275"/>
                            </a:cubicBezTo>
                            <a:cubicBezTo>
                              <a:pt x="126080" y="284275"/>
                              <a:pt x="120133" y="283085"/>
                              <a:pt x="114186" y="283085"/>
                            </a:cubicBezTo>
                            <a:cubicBezTo>
                              <a:pt x="112996" y="283085"/>
                              <a:pt x="111807" y="283085"/>
                              <a:pt x="110617" y="283085"/>
                            </a:cubicBezTo>
                            <a:cubicBezTo>
                              <a:pt x="103481" y="281896"/>
                              <a:pt x="96344" y="281896"/>
                              <a:pt x="89208" y="281896"/>
                            </a:cubicBezTo>
                            <a:cubicBezTo>
                              <a:pt x="82071" y="280707"/>
                              <a:pt x="74934" y="281896"/>
                              <a:pt x="67798" y="284275"/>
                            </a:cubicBezTo>
                            <a:cubicBezTo>
                              <a:pt x="67798" y="284275"/>
                              <a:pt x="66608" y="284275"/>
                              <a:pt x="66608" y="284275"/>
                            </a:cubicBezTo>
                            <a:cubicBezTo>
                              <a:pt x="54714" y="287843"/>
                              <a:pt x="39251" y="285464"/>
                              <a:pt x="27357" y="284275"/>
                            </a:cubicBezTo>
                            <a:cubicBezTo>
                              <a:pt x="28546" y="283085"/>
                              <a:pt x="32115" y="283085"/>
                              <a:pt x="30925" y="280707"/>
                            </a:cubicBezTo>
                            <a:cubicBezTo>
                              <a:pt x="26167" y="280707"/>
                              <a:pt x="28546" y="275949"/>
                              <a:pt x="28546" y="272381"/>
                            </a:cubicBezTo>
                            <a:cubicBezTo>
                              <a:pt x="29736" y="268812"/>
                              <a:pt x="29736" y="266433"/>
                              <a:pt x="29736" y="261676"/>
                            </a:cubicBezTo>
                            <a:cubicBezTo>
                              <a:pt x="29736" y="258108"/>
                              <a:pt x="28546" y="255729"/>
                              <a:pt x="27357" y="252160"/>
                            </a:cubicBezTo>
                            <a:cubicBezTo>
                              <a:pt x="26167" y="248592"/>
                              <a:pt x="26167" y="246213"/>
                              <a:pt x="26167" y="242645"/>
                            </a:cubicBezTo>
                            <a:cubicBezTo>
                              <a:pt x="24978" y="233129"/>
                              <a:pt x="16652" y="239077"/>
                              <a:pt x="10705" y="234319"/>
                            </a:cubicBezTo>
                            <a:cubicBezTo>
                              <a:pt x="7137" y="231940"/>
                              <a:pt x="8326" y="229561"/>
                              <a:pt x="5947" y="225993"/>
                            </a:cubicBezTo>
                            <a:cubicBezTo>
                              <a:pt x="4758" y="221235"/>
                              <a:pt x="3568" y="221235"/>
                              <a:pt x="0" y="220045"/>
                            </a:cubicBezTo>
                            <a:cubicBezTo>
                              <a:pt x="0" y="220045"/>
                              <a:pt x="0" y="220045"/>
                              <a:pt x="0" y="220045"/>
                            </a:cubicBezTo>
                            <a:cubicBezTo>
                              <a:pt x="0" y="217666"/>
                              <a:pt x="1190" y="215288"/>
                              <a:pt x="1190" y="211719"/>
                            </a:cubicBezTo>
                            <a:cubicBezTo>
                              <a:pt x="11894" y="205772"/>
                              <a:pt x="7137" y="192689"/>
                              <a:pt x="10705" y="183173"/>
                            </a:cubicBezTo>
                            <a:cubicBezTo>
                              <a:pt x="14273" y="174847"/>
                              <a:pt x="30925" y="171279"/>
                              <a:pt x="28546" y="161763"/>
                            </a:cubicBezTo>
                            <a:cubicBezTo>
                              <a:pt x="33304" y="161763"/>
                              <a:pt x="35683" y="160574"/>
                              <a:pt x="39251" y="160574"/>
                            </a:cubicBezTo>
                            <a:cubicBezTo>
                              <a:pt x="42820" y="160574"/>
                              <a:pt x="42820" y="165331"/>
                              <a:pt x="47577" y="162953"/>
                            </a:cubicBezTo>
                            <a:cubicBezTo>
                              <a:pt x="51146" y="158195"/>
                              <a:pt x="59472" y="168900"/>
                              <a:pt x="63040" y="172468"/>
                            </a:cubicBezTo>
                            <a:cubicBezTo>
                              <a:pt x="73745" y="162953"/>
                              <a:pt x="78503" y="152248"/>
                              <a:pt x="85639" y="141543"/>
                            </a:cubicBezTo>
                            <a:cubicBezTo>
                              <a:pt x="89208" y="135596"/>
                              <a:pt x="88018" y="129648"/>
                              <a:pt x="91586" y="123701"/>
                            </a:cubicBezTo>
                            <a:cubicBezTo>
                              <a:pt x="93965" y="118944"/>
                              <a:pt x="101102" y="114186"/>
                              <a:pt x="105860" y="111807"/>
                            </a:cubicBezTo>
                            <a:cubicBezTo>
                              <a:pt x="103481" y="108239"/>
                              <a:pt x="104670" y="96344"/>
                              <a:pt x="107049" y="92776"/>
                            </a:cubicBezTo>
                            <a:cubicBezTo>
                              <a:pt x="108239" y="90397"/>
                              <a:pt x="114186" y="89208"/>
                              <a:pt x="115375" y="86829"/>
                            </a:cubicBezTo>
                            <a:cubicBezTo>
                              <a:pt x="117754" y="83260"/>
                              <a:pt x="117754" y="82071"/>
                              <a:pt x="117754" y="77313"/>
                            </a:cubicBezTo>
                            <a:cubicBezTo>
                              <a:pt x="118944" y="68987"/>
                              <a:pt x="120133" y="65419"/>
                              <a:pt x="124891" y="58282"/>
                            </a:cubicBezTo>
                            <a:cubicBezTo>
                              <a:pt x="127269" y="53525"/>
                              <a:pt x="133217" y="48767"/>
                              <a:pt x="134406" y="44009"/>
                            </a:cubicBezTo>
                            <a:cubicBezTo>
                              <a:pt x="146300" y="46388"/>
                              <a:pt x="152248" y="29736"/>
                              <a:pt x="146300" y="21410"/>
                            </a:cubicBezTo>
                            <a:cubicBezTo>
                              <a:pt x="140353" y="14273"/>
                              <a:pt x="139164" y="17842"/>
                              <a:pt x="140353" y="8326"/>
                            </a:cubicBezTo>
                            <a:cubicBezTo>
                              <a:pt x="140353" y="5947"/>
                              <a:pt x="140353" y="2379"/>
                              <a:pt x="140353" y="0"/>
                            </a:cubicBezTo>
                            <a:cubicBezTo>
                              <a:pt x="140353" y="0"/>
                              <a:pt x="140353" y="0"/>
                              <a:pt x="140353" y="0"/>
                            </a:cubicBezTo>
                            <a:cubicBezTo>
                              <a:pt x="152248" y="5947"/>
                              <a:pt x="153437" y="9515"/>
                              <a:pt x="158195" y="21410"/>
                            </a:cubicBezTo>
                            <a:cubicBezTo>
                              <a:pt x="161763" y="30925"/>
                              <a:pt x="162952" y="41630"/>
                              <a:pt x="159384" y="51146"/>
                            </a:cubicBezTo>
                            <a:cubicBezTo>
                              <a:pt x="158195" y="51146"/>
                              <a:pt x="158195" y="51146"/>
                              <a:pt x="157005" y="51146"/>
                            </a:cubicBezTo>
                            <a:cubicBezTo>
                              <a:pt x="158195" y="57093"/>
                              <a:pt x="164142" y="63040"/>
                              <a:pt x="167710" y="66608"/>
                            </a:cubicBezTo>
                            <a:cubicBezTo>
                              <a:pt x="168900" y="66608"/>
                              <a:pt x="173658" y="71366"/>
                              <a:pt x="173658" y="71366"/>
                            </a:cubicBezTo>
                            <a:cubicBezTo>
                              <a:pt x="176036" y="73745"/>
                              <a:pt x="177226" y="73745"/>
                              <a:pt x="178415" y="77313"/>
                            </a:cubicBezTo>
                            <a:cubicBezTo>
                              <a:pt x="167710" y="80881"/>
                              <a:pt x="152248" y="76124"/>
                              <a:pt x="140353" y="76124"/>
                            </a:cubicBezTo>
                            <a:cubicBezTo>
                              <a:pt x="140353" y="84450"/>
                              <a:pt x="139164" y="88018"/>
                              <a:pt x="145111" y="95155"/>
                            </a:cubicBezTo>
                            <a:cubicBezTo>
                              <a:pt x="149869" y="101102"/>
                              <a:pt x="154627" y="102291"/>
                              <a:pt x="160574" y="108239"/>
                            </a:cubicBezTo>
                            <a:cubicBezTo>
                              <a:pt x="168900" y="115375"/>
                              <a:pt x="176036" y="128459"/>
                              <a:pt x="179605" y="139164"/>
                            </a:cubicBezTo>
                            <a:cubicBezTo>
                              <a:pt x="178415" y="140353"/>
                              <a:pt x="178415" y="142732"/>
                              <a:pt x="176036" y="143922"/>
                            </a:cubicBezTo>
                            <a:cubicBezTo>
                              <a:pt x="171279" y="147490"/>
                              <a:pt x="170089" y="147490"/>
                              <a:pt x="167710" y="152248"/>
                            </a:cubicBezTo>
                            <a:cubicBezTo>
                              <a:pt x="164142" y="159384"/>
                              <a:pt x="158195" y="167710"/>
                              <a:pt x="154627" y="174847"/>
                            </a:cubicBezTo>
                            <a:cubicBezTo>
                              <a:pt x="153437" y="178415"/>
                              <a:pt x="152248" y="174847"/>
                              <a:pt x="152248" y="179605"/>
                            </a:cubicBezTo>
                            <a:cubicBezTo>
                              <a:pt x="152248" y="181983"/>
                              <a:pt x="153437" y="184362"/>
                              <a:pt x="153437" y="186741"/>
                            </a:cubicBezTo>
                            <a:cubicBezTo>
                              <a:pt x="153437" y="192689"/>
                              <a:pt x="153437" y="196257"/>
                              <a:pt x="154627" y="201014"/>
                            </a:cubicBezTo>
                            <a:cubicBezTo>
                              <a:pt x="155816" y="204583"/>
                              <a:pt x="155816" y="212909"/>
                              <a:pt x="157005" y="216477"/>
                            </a:cubicBezTo>
                            <a:cubicBezTo>
                              <a:pt x="159384" y="220045"/>
                              <a:pt x="164142" y="222424"/>
                              <a:pt x="166521" y="225993"/>
                            </a:cubicBezTo>
                            <a:cubicBezTo>
                              <a:pt x="172468" y="234319"/>
                              <a:pt x="176036" y="241455"/>
                              <a:pt x="181983" y="248592"/>
                            </a:cubicBezTo>
                            <a:cubicBezTo>
                              <a:pt x="184362" y="252160"/>
                              <a:pt x="187931" y="254539"/>
                              <a:pt x="190310" y="258108"/>
                            </a:cubicBezTo>
                            <a:cubicBezTo>
                              <a:pt x="191499" y="265244"/>
                              <a:pt x="192688" y="268812"/>
                              <a:pt x="193878" y="272381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4" name="Freeform 283">
                        <a:extLst>
                          <a:ext uri="{FF2B5EF4-FFF2-40B4-BE49-F238E27FC236}">
                            <a16:creationId xmlns:a16="http://schemas.microsoft.com/office/drawing/2014/main" id="{038BEC17-640B-7352-5892-1DDB4327CA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07253" y="3031947"/>
                        <a:ext cx="178943" cy="86918"/>
                      </a:xfrm>
                      <a:custGeom>
                        <a:avLst/>
                        <a:gdLst>
                          <a:gd name="connsiteX0" fmla="*/ 178944 w 178943"/>
                          <a:gd name="connsiteY0" fmla="*/ 34494 h 86918"/>
                          <a:gd name="connsiteX1" fmla="*/ 178944 w 178943"/>
                          <a:gd name="connsiteY1" fmla="*/ 34494 h 86918"/>
                          <a:gd name="connsiteX2" fmla="*/ 177754 w 178943"/>
                          <a:gd name="connsiteY2" fmla="*/ 46388 h 86918"/>
                          <a:gd name="connsiteX3" fmla="*/ 168239 w 178943"/>
                          <a:gd name="connsiteY3" fmla="*/ 46388 h 86918"/>
                          <a:gd name="connsiteX4" fmla="*/ 170618 w 178943"/>
                          <a:gd name="connsiteY4" fmla="*/ 52335 h 86918"/>
                          <a:gd name="connsiteX5" fmla="*/ 169428 w 178943"/>
                          <a:gd name="connsiteY5" fmla="*/ 59472 h 86918"/>
                          <a:gd name="connsiteX6" fmla="*/ 169428 w 178943"/>
                          <a:gd name="connsiteY6" fmla="*/ 67798 h 86918"/>
                          <a:gd name="connsiteX7" fmla="*/ 170618 w 178943"/>
                          <a:gd name="connsiteY7" fmla="*/ 71366 h 86918"/>
                          <a:gd name="connsiteX8" fmla="*/ 167050 w 178943"/>
                          <a:gd name="connsiteY8" fmla="*/ 73745 h 86918"/>
                          <a:gd name="connsiteX9" fmla="*/ 167050 w 178943"/>
                          <a:gd name="connsiteY9" fmla="*/ 73745 h 86918"/>
                          <a:gd name="connsiteX10" fmla="*/ 157534 w 178943"/>
                          <a:gd name="connsiteY10" fmla="*/ 77313 h 86918"/>
                          <a:gd name="connsiteX11" fmla="*/ 144450 w 178943"/>
                          <a:gd name="connsiteY11" fmla="*/ 82071 h 86918"/>
                          <a:gd name="connsiteX12" fmla="*/ 119472 w 178943"/>
                          <a:gd name="connsiteY12" fmla="*/ 83260 h 86918"/>
                          <a:gd name="connsiteX13" fmla="*/ 112335 w 178943"/>
                          <a:gd name="connsiteY13" fmla="*/ 84450 h 86918"/>
                          <a:gd name="connsiteX14" fmla="*/ 105199 w 178943"/>
                          <a:gd name="connsiteY14" fmla="*/ 83260 h 86918"/>
                          <a:gd name="connsiteX15" fmla="*/ 104009 w 178943"/>
                          <a:gd name="connsiteY15" fmla="*/ 84450 h 86918"/>
                          <a:gd name="connsiteX16" fmla="*/ 84979 w 178943"/>
                          <a:gd name="connsiteY16" fmla="*/ 78503 h 86918"/>
                          <a:gd name="connsiteX17" fmla="*/ 73084 w 178943"/>
                          <a:gd name="connsiteY17" fmla="*/ 74934 h 86918"/>
                          <a:gd name="connsiteX18" fmla="*/ 64758 w 178943"/>
                          <a:gd name="connsiteY18" fmla="*/ 68987 h 86918"/>
                          <a:gd name="connsiteX19" fmla="*/ 64758 w 178943"/>
                          <a:gd name="connsiteY19" fmla="*/ 64229 h 86918"/>
                          <a:gd name="connsiteX20" fmla="*/ 56432 w 178943"/>
                          <a:gd name="connsiteY20" fmla="*/ 64229 h 86918"/>
                          <a:gd name="connsiteX21" fmla="*/ 49296 w 178943"/>
                          <a:gd name="connsiteY21" fmla="*/ 63040 h 86918"/>
                          <a:gd name="connsiteX22" fmla="*/ 43348 w 178943"/>
                          <a:gd name="connsiteY22" fmla="*/ 66608 h 86918"/>
                          <a:gd name="connsiteX23" fmla="*/ 37401 w 178943"/>
                          <a:gd name="connsiteY23" fmla="*/ 70177 h 86918"/>
                          <a:gd name="connsiteX24" fmla="*/ 29075 w 178943"/>
                          <a:gd name="connsiteY24" fmla="*/ 65419 h 86918"/>
                          <a:gd name="connsiteX25" fmla="*/ 24317 w 178943"/>
                          <a:gd name="connsiteY25" fmla="*/ 63040 h 86918"/>
                          <a:gd name="connsiteX26" fmla="*/ 11234 w 178943"/>
                          <a:gd name="connsiteY26" fmla="*/ 60661 h 86918"/>
                          <a:gd name="connsiteX27" fmla="*/ 529 w 178943"/>
                          <a:gd name="connsiteY27" fmla="*/ 58282 h 86918"/>
                          <a:gd name="connsiteX28" fmla="*/ 529 w 178943"/>
                          <a:gd name="connsiteY28" fmla="*/ 53525 h 86918"/>
                          <a:gd name="connsiteX29" fmla="*/ 2907 w 178943"/>
                          <a:gd name="connsiteY29" fmla="*/ 47577 h 86918"/>
                          <a:gd name="connsiteX30" fmla="*/ 2907 w 178943"/>
                          <a:gd name="connsiteY30" fmla="*/ 46388 h 86918"/>
                          <a:gd name="connsiteX31" fmla="*/ 8854 w 178943"/>
                          <a:gd name="connsiteY31" fmla="*/ 46388 h 86918"/>
                          <a:gd name="connsiteX32" fmla="*/ 18370 w 178943"/>
                          <a:gd name="connsiteY32" fmla="*/ 45199 h 86918"/>
                          <a:gd name="connsiteX33" fmla="*/ 36212 w 178943"/>
                          <a:gd name="connsiteY33" fmla="*/ 46388 h 86918"/>
                          <a:gd name="connsiteX34" fmla="*/ 50485 w 178943"/>
                          <a:gd name="connsiteY34" fmla="*/ 46388 h 86918"/>
                          <a:gd name="connsiteX35" fmla="*/ 57621 w 178943"/>
                          <a:gd name="connsiteY35" fmla="*/ 42820 h 86918"/>
                          <a:gd name="connsiteX36" fmla="*/ 65948 w 178943"/>
                          <a:gd name="connsiteY36" fmla="*/ 44009 h 86918"/>
                          <a:gd name="connsiteX37" fmla="*/ 74273 w 178943"/>
                          <a:gd name="connsiteY37" fmla="*/ 42820 h 86918"/>
                          <a:gd name="connsiteX38" fmla="*/ 81410 w 178943"/>
                          <a:gd name="connsiteY38" fmla="*/ 45199 h 86918"/>
                          <a:gd name="connsiteX39" fmla="*/ 81410 w 178943"/>
                          <a:gd name="connsiteY39" fmla="*/ 39251 h 86918"/>
                          <a:gd name="connsiteX40" fmla="*/ 76652 w 178943"/>
                          <a:gd name="connsiteY40" fmla="*/ 36872 h 86918"/>
                          <a:gd name="connsiteX41" fmla="*/ 77842 w 178943"/>
                          <a:gd name="connsiteY41" fmla="*/ 29736 h 86918"/>
                          <a:gd name="connsiteX42" fmla="*/ 83789 w 178943"/>
                          <a:gd name="connsiteY42" fmla="*/ 22599 h 86918"/>
                          <a:gd name="connsiteX43" fmla="*/ 89736 w 178943"/>
                          <a:gd name="connsiteY43" fmla="*/ 15463 h 86918"/>
                          <a:gd name="connsiteX44" fmla="*/ 94494 w 178943"/>
                          <a:gd name="connsiteY44" fmla="*/ 4758 h 86918"/>
                          <a:gd name="connsiteX45" fmla="*/ 94494 w 178943"/>
                          <a:gd name="connsiteY45" fmla="*/ 4758 h 86918"/>
                          <a:gd name="connsiteX46" fmla="*/ 94494 w 178943"/>
                          <a:gd name="connsiteY46" fmla="*/ 4758 h 86918"/>
                          <a:gd name="connsiteX47" fmla="*/ 112335 w 178943"/>
                          <a:gd name="connsiteY47" fmla="*/ 13084 h 86918"/>
                          <a:gd name="connsiteX48" fmla="*/ 121851 w 178943"/>
                          <a:gd name="connsiteY48" fmla="*/ 9516 h 86918"/>
                          <a:gd name="connsiteX49" fmla="*/ 124230 w 178943"/>
                          <a:gd name="connsiteY49" fmla="*/ 2379 h 86918"/>
                          <a:gd name="connsiteX50" fmla="*/ 131367 w 178943"/>
                          <a:gd name="connsiteY50" fmla="*/ 1189 h 86918"/>
                          <a:gd name="connsiteX51" fmla="*/ 140882 w 178943"/>
                          <a:gd name="connsiteY51" fmla="*/ 1189 h 86918"/>
                          <a:gd name="connsiteX52" fmla="*/ 146829 w 178943"/>
                          <a:gd name="connsiteY52" fmla="*/ 5947 h 86918"/>
                          <a:gd name="connsiteX53" fmla="*/ 164671 w 178943"/>
                          <a:gd name="connsiteY53" fmla="*/ 5947 h 86918"/>
                          <a:gd name="connsiteX54" fmla="*/ 176565 w 178943"/>
                          <a:gd name="connsiteY54" fmla="*/ 9516 h 86918"/>
                          <a:gd name="connsiteX55" fmla="*/ 178944 w 178943"/>
                          <a:gd name="connsiteY55" fmla="*/ 34494 h 8691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</a:cxnLst>
                        <a:rect l="l" t="t" r="r" b="b"/>
                        <a:pathLst>
                          <a:path w="178943" h="86918">
                            <a:moveTo>
                              <a:pt x="178944" y="34494"/>
                            </a:moveTo>
                            <a:cubicBezTo>
                              <a:pt x="178944" y="34494"/>
                              <a:pt x="178944" y="34494"/>
                              <a:pt x="178944" y="34494"/>
                            </a:cubicBezTo>
                            <a:cubicBezTo>
                              <a:pt x="178944" y="38062"/>
                              <a:pt x="178944" y="42820"/>
                              <a:pt x="177754" y="46388"/>
                            </a:cubicBezTo>
                            <a:cubicBezTo>
                              <a:pt x="175375" y="46388"/>
                              <a:pt x="170618" y="45199"/>
                              <a:pt x="168239" y="46388"/>
                            </a:cubicBezTo>
                            <a:cubicBezTo>
                              <a:pt x="164671" y="48767"/>
                              <a:pt x="169428" y="49956"/>
                              <a:pt x="170618" y="52335"/>
                            </a:cubicBezTo>
                            <a:cubicBezTo>
                              <a:pt x="171807" y="54714"/>
                              <a:pt x="169428" y="57093"/>
                              <a:pt x="169428" y="59472"/>
                            </a:cubicBezTo>
                            <a:cubicBezTo>
                              <a:pt x="169428" y="61851"/>
                              <a:pt x="169428" y="65419"/>
                              <a:pt x="169428" y="67798"/>
                            </a:cubicBezTo>
                            <a:cubicBezTo>
                              <a:pt x="169428" y="68987"/>
                              <a:pt x="171807" y="68987"/>
                              <a:pt x="170618" y="71366"/>
                            </a:cubicBezTo>
                            <a:cubicBezTo>
                              <a:pt x="170618" y="72555"/>
                              <a:pt x="168239" y="72555"/>
                              <a:pt x="167050" y="73745"/>
                            </a:cubicBezTo>
                            <a:cubicBezTo>
                              <a:pt x="167050" y="73745"/>
                              <a:pt x="167050" y="73745"/>
                              <a:pt x="167050" y="73745"/>
                            </a:cubicBezTo>
                            <a:cubicBezTo>
                              <a:pt x="163481" y="74934"/>
                              <a:pt x="161102" y="76124"/>
                              <a:pt x="157534" y="77313"/>
                            </a:cubicBezTo>
                            <a:cubicBezTo>
                              <a:pt x="152776" y="79692"/>
                              <a:pt x="149208" y="80882"/>
                              <a:pt x="144450" y="82071"/>
                            </a:cubicBezTo>
                            <a:cubicBezTo>
                              <a:pt x="136124" y="83260"/>
                              <a:pt x="125419" y="91587"/>
                              <a:pt x="119472" y="83260"/>
                            </a:cubicBezTo>
                            <a:cubicBezTo>
                              <a:pt x="117093" y="83260"/>
                              <a:pt x="114715" y="84450"/>
                              <a:pt x="112335" y="84450"/>
                            </a:cubicBezTo>
                            <a:cubicBezTo>
                              <a:pt x="109956" y="84450"/>
                              <a:pt x="107578" y="82071"/>
                              <a:pt x="105199" y="83260"/>
                            </a:cubicBezTo>
                            <a:cubicBezTo>
                              <a:pt x="105199" y="83260"/>
                              <a:pt x="104009" y="84450"/>
                              <a:pt x="104009" y="84450"/>
                            </a:cubicBezTo>
                            <a:cubicBezTo>
                              <a:pt x="99252" y="78503"/>
                              <a:pt x="92115" y="79692"/>
                              <a:pt x="84979" y="78503"/>
                            </a:cubicBezTo>
                            <a:cubicBezTo>
                              <a:pt x="81410" y="77313"/>
                              <a:pt x="75463" y="77313"/>
                              <a:pt x="73084" y="74934"/>
                            </a:cubicBezTo>
                            <a:cubicBezTo>
                              <a:pt x="69516" y="72555"/>
                              <a:pt x="69516" y="70177"/>
                              <a:pt x="64758" y="68987"/>
                            </a:cubicBezTo>
                            <a:cubicBezTo>
                              <a:pt x="64758" y="67798"/>
                              <a:pt x="64758" y="65419"/>
                              <a:pt x="64758" y="64229"/>
                            </a:cubicBezTo>
                            <a:cubicBezTo>
                              <a:pt x="62379" y="64229"/>
                              <a:pt x="58811" y="64229"/>
                              <a:pt x="56432" y="64229"/>
                            </a:cubicBezTo>
                            <a:cubicBezTo>
                              <a:pt x="54053" y="64229"/>
                              <a:pt x="51674" y="63040"/>
                              <a:pt x="49296" y="63040"/>
                            </a:cubicBezTo>
                            <a:cubicBezTo>
                              <a:pt x="48106" y="64229"/>
                              <a:pt x="45727" y="66608"/>
                              <a:pt x="43348" y="66608"/>
                            </a:cubicBezTo>
                            <a:cubicBezTo>
                              <a:pt x="42159" y="67798"/>
                              <a:pt x="38590" y="70177"/>
                              <a:pt x="37401" y="70177"/>
                            </a:cubicBezTo>
                            <a:cubicBezTo>
                              <a:pt x="33833" y="71366"/>
                              <a:pt x="31454" y="67798"/>
                              <a:pt x="29075" y="65419"/>
                            </a:cubicBezTo>
                            <a:cubicBezTo>
                              <a:pt x="27886" y="64229"/>
                              <a:pt x="26696" y="63040"/>
                              <a:pt x="24317" y="63040"/>
                            </a:cubicBezTo>
                            <a:cubicBezTo>
                              <a:pt x="19560" y="63040"/>
                              <a:pt x="14802" y="66608"/>
                              <a:pt x="11234" y="60661"/>
                            </a:cubicBezTo>
                            <a:cubicBezTo>
                              <a:pt x="6476" y="59472"/>
                              <a:pt x="2907" y="64229"/>
                              <a:pt x="529" y="58282"/>
                            </a:cubicBezTo>
                            <a:cubicBezTo>
                              <a:pt x="-661" y="55903"/>
                              <a:pt x="529" y="54714"/>
                              <a:pt x="529" y="53525"/>
                            </a:cubicBezTo>
                            <a:cubicBezTo>
                              <a:pt x="1718" y="52335"/>
                              <a:pt x="2907" y="51146"/>
                              <a:pt x="2907" y="47577"/>
                            </a:cubicBezTo>
                            <a:cubicBezTo>
                              <a:pt x="2907" y="47577"/>
                              <a:pt x="2907" y="47577"/>
                              <a:pt x="2907" y="46388"/>
                            </a:cubicBezTo>
                            <a:cubicBezTo>
                              <a:pt x="5286" y="46388"/>
                              <a:pt x="6476" y="46388"/>
                              <a:pt x="8854" y="46388"/>
                            </a:cubicBezTo>
                            <a:cubicBezTo>
                              <a:pt x="10044" y="53525"/>
                              <a:pt x="18370" y="52335"/>
                              <a:pt x="18370" y="45199"/>
                            </a:cubicBezTo>
                            <a:cubicBezTo>
                              <a:pt x="23128" y="44009"/>
                              <a:pt x="31454" y="45199"/>
                              <a:pt x="36212" y="46388"/>
                            </a:cubicBezTo>
                            <a:cubicBezTo>
                              <a:pt x="42159" y="47577"/>
                              <a:pt x="44538" y="47577"/>
                              <a:pt x="50485" y="46388"/>
                            </a:cubicBezTo>
                            <a:cubicBezTo>
                              <a:pt x="52864" y="45199"/>
                              <a:pt x="55243" y="44009"/>
                              <a:pt x="57621" y="42820"/>
                            </a:cubicBezTo>
                            <a:cubicBezTo>
                              <a:pt x="60000" y="41630"/>
                              <a:pt x="63569" y="44009"/>
                              <a:pt x="65948" y="44009"/>
                            </a:cubicBezTo>
                            <a:cubicBezTo>
                              <a:pt x="68326" y="44009"/>
                              <a:pt x="70705" y="41630"/>
                              <a:pt x="74273" y="42820"/>
                            </a:cubicBezTo>
                            <a:cubicBezTo>
                              <a:pt x="76652" y="42820"/>
                              <a:pt x="77842" y="45199"/>
                              <a:pt x="81410" y="45199"/>
                            </a:cubicBezTo>
                            <a:cubicBezTo>
                              <a:pt x="81410" y="44009"/>
                              <a:pt x="82600" y="40441"/>
                              <a:pt x="81410" y="39251"/>
                            </a:cubicBezTo>
                            <a:cubicBezTo>
                              <a:pt x="80221" y="36872"/>
                              <a:pt x="79031" y="38062"/>
                              <a:pt x="76652" y="36872"/>
                            </a:cubicBezTo>
                            <a:cubicBezTo>
                              <a:pt x="73084" y="33304"/>
                              <a:pt x="75463" y="32115"/>
                              <a:pt x="77842" y="29736"/>
                            </a:cubicBezTo>
                            <a:cubicBezTo>
                              <a:pt x="80221" y="27357"/>
                              <a:pt x="81410" y="24978"/>
                              <a:pt x="83789" y="22599"/>
                            </a:cubicBezTo>
                            <a:cubicBezTo>
                              <a:pt x="86168" y="20220"/>
                              <a:pt x="89736" y="20220"/>
                              <a:pt x="89736" y="15463"/>
                            </a:cubicBezTo>
                            <a:cubicBezTo>
                              <a:pt x="96873" y="17842"/>
                              <a:pt x="93304" y="8326"/>
                              <a:pt x="94494" y="4758"/>
                            </a:cubicBezTo>
                            <a:cubicBezTo>
                              <a:pt x="94494" y="4758"/>
                              <a:pt x="94494" y="4758"/>
                              <a:pt x="94494" y="4758"/>
                            </a:cubicBezTo>
                            <a:lnTo>
                              <a:pt x="94494" y="4758"/>
                            </a:lnTo>
                            <a:cubicBezTo>
                              <a:pt x="100441" y="5947"/>
                              <a:pt x="106388" y="11894"/>
                              <a:pt x="112335" y="13084"/>
                            </a:cubicBezTo>
                            <a:cubicBezTo>
                              <a:pt x="112335" y="9516"/>
                              <a:pt x="118283" y="9516"/>
                              <a:pt x="121851" y="9516"/>
                            </a:cubicBezTo>
                            <a:cubicBezTo>
                              <a:pt x="121851" y="7137"/>
                              <a:pt x="123040" y="3568"/>
                              <a:pt x="124230" y="2379"/>
                            </a:cubicBezTo>
                            <a:cubicBezTo>
                              <a:pt x="126609" y="-1189"/>
                              <a:pt x="127798" y="0"/>
                              <a:pt x="131367" y="1189"/>
                            </a:cubicBezTo>
                            <a:cubicBezTo>
                              <a:pt x="134935" y="1189"/>
                              <a:pt x="138503" y="0"/>
                              <a:pt x="140882" y="1189"/>
                            </a:cubicBezTo>
                            <a:cubicBezTo>
                              <a:pt x="143261" y="2379"/>
                              <a:pt x="144450" y="4758"/>
                              <a:pt x="146829" y="5947"/>
                            </a:cubicBezTo>
                            <a:cubicBezTo>
                              <a:pt x="151587" y="8326"/>
                              <a:pt x="158723" y="4758"/>
                              <a:pt x="164671" y="5947"/>
                            </a:cubicBezTo>
                            <a:cubicBezTo>
                              <a:pt x="169428" y="7137"/>
                              <a:pt x="172997" y="8326"/>
                              <a:pt x="176565" y="9516"/>
                            </a:cubicBezTo>
                            <a:cubicBezTo>
                              <a:pt x="176565" y="19031"/>
                              <a:pt x="176565" y="27357"/>
                              <a:pt x="178944" y="34494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85" name="Graphic 27">
                        <a:extLst>
                          <a:ext uri="{FF2B5EF4-FFF2-40B4-BE49-F238E27FC236}">
                            <a16:creationId xmlns:a16="http://schemas.microsoft.com/office/drawing/2014/main" id="{6502E5D5-F5FC-F42B-2823-3DE458FAED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162164" y="3257940"/>
                        <a:ext cx="224662" cy="217666"/>
                        <a:chOff x="6162164" y="3257940"/>
                        <a:chExt cx="224662" cy="217666"/>
                      </a:xfrm>
                      <a:grpFill/>
                    </p:grpSpPr>
                    <p:sp>
                      <p:nvSpPr>
                        <p:cNvPr id="286" name="Freeform 285">
                          <a:extLst>
                            <a:ext uri="{FF2B5EF4-FFF2-40B4-BE49-F238E27FC236}">
                              <a16:creationId xmlns:a16="http://schemas.microsoft.com/office/drawing/2014/main" id="{938620FE-1C1E-4F22-0721-457E7A6613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77783" y="3257940"/>
                          <a:ext cx="156284" cy="173657"/>
                        </a:xfrm>
                        <a:custGeom>
                          <a:avLst/>
                          <a:gdLst>
                            <a:gd name="connsiteX0" fmla="*/ 96344 w 156284"/>
                            <a:gd name="connsiteY0" fmla="*/ 135596 h 173657"/>
                            <a:gd name="connsiteX1" fmla="*/ 97534 w 156284"/>
                            <a:gd name="connsiteY1" fmla="*/ 129648 h 173657"/>
                            <a:gd name="connsiteX2" fmla="*/ 96344 w 156284"/>
                            <a:gd name="connsiteY2" fmla="*/ 122512 h 173657"/>
                            <a:gd name="connsiteX3" fmla="*/ 86829 w 156284"/>
                            <a:gd name="connsiteY3" fmla="*/ 114186 h 173657"/>
                            <a:gd name="connsiteX4" fmla="*/ 74935 w 156284"/>
                            <a:gd name="connsiteY4" fmla="*/ 108238 h 173657"/>
                            <a:gd name="connsiteX5" fmla="*/ 68987 w 156284"/>
                            <a:gd name="connsiteY5" fmla="*/ 104670 h 173657"/>
                            <a:gd name="connsiteX6" fmla="*/ 63040 w 156284"/>
                            <a:gd name="connsiteY6" fmla="*/ 102291 h 173657"/>
                            <a:gd name="connsiteX7" fmla="*/ 67798 w 156284"/>
                            <a:gd name="connsiteY7" fmla="*/ 98723 h 173657"/>
                            <a:gd name="connsiteX8" fmla="*/ 65419 w 156284"/>
                            <a:gd name="connsiteY8" fmla="*/ 91586 h 173657"/>
                            <a:gd name="connsiteX9" fmla="*/ 65419 w 156284"/>
                            <a:gd name="connsiteY9" fmla="*/ 90397 h 173657"/>
                            <a:gd name="connsiteX10" fmla="*/ 67798 w 156284"/>
                            <a:gd name="connsiteY10" fmla="*/ 85639 h 173657"/>
                            <a:gd name="connsiteX11" fmla="*/ 71366 w 156284"/>
                            <a:gd name="connsiteY11" fmla="*/ 86829 h 173657"/>
                            <a:gd name="connsiteX12" fmla="*/ 73745 w 156284"/>
                            <a:gd name="connsiteY12" fmla="*/ 90397 h 173657"/>
                            <a:gd name="connsiteX13" fmla="*/ 78503 w 156284"/>
                            <a:gd name="connsiteY13" fmla="*/ 91586 h 173657"/>
                            <a:gd name="connsiteX14" fmla="*/ 78503 w 156284"/>
                            <a:gd name="connsiteY14" fmla="*/ 85639 h 173657"/>
                            <a:gd name="connsiteX15" fmla="*/ 74935 w 156284"/>
                            <a:gd name="connsiteY15" fmla="*/ 83260 h 173657"/>
                            <a:gd name="connsiteX16" fmla="*/ 70177 w 156284"/>
                            <a:gd name="connsiteY16" fmla="*/ 74934 h 173657"/>
                            <a:gd name="connsiteX17" fmla="*/ 64230 w 156284"/>
                            <a:gd name="connsiteY17" fmla="*/ 73745 h 173657"/>
                            <a:gd name="connsiteX18" fmla="*/ 59472 w 156284"/>
                            <a:gd name="connsiteY18" fmla="*/ 64229 h 173657"/>
                            <a:gd name="connsiteX19" fmla="*/ 58283 w 156284"/>
                            <a:gd name="connsiteY19" fmla="*/ 60661 h 173657"/>
                            <a:gd name="connsiteX20" fmla="*/ 59472 w 156284"/>
                            <a:gd name="connsiteY20" fmla="*/ 55903 h 173657"/>
                            <a:gd name="connsiteX21" fmla="*/ 58283 w 156284"/>
                            <a:gd name="connsiteY21" fmla="*/ 51146 h 173657"/>
                            <a:gd name="connsiteX22" fmla="*/ 59472 w 156284"/>
                            <a:gd name="connsiteY22" fmla="*/ 48767 h 173657"/>
                            <a:gd name="connsiteX23" fmla="*/ 66608 w 156284"/>
                            <a:gd name="connsiteY23" fmla="*/ 44009 h 173657"/>
                            <a:gd name="connsiteX24" fmla="*/ 65419 w 156284"/>
                            <a:gd name="connsiteY24" fmla="*/ 48767 h 173657"/>
                            <a:gd name="connsiteX25" fmla="*/ 73745 w 156284"/>
                            <a:gd name="connsiteY25" fmla="*/ 57093 h 173657"/>
                            <a:gd name="connsiteX26" fmla="*/ 83260 w 156284"/>
                            <a:gd name="connsiteY26" fmla="*/ 64229 h 173657"/>
                            <a:gd name="connsiteX27" fmla="*/ 79692 w 156284"/>
                            <a:gd name="connsiteY27" fmla="*/ 54714 h 173657"/>
                            <a:gd name="connsiteX28" fmla="*/ 90397 w 156284"/>
                            <a:gd name="connsiteY28" fmla="*/ 60661 h 173657"/>
                            <a:gd name="connsiteX29" fmla="*/ 91587 w 156284"/>
                            <a:gd name="connsiteY29" fmla="*/ 57093 h 173657"/>
                            <a:gd name="connsiteX30" fmla="*/ 86829 w 156284"/>
                            <a:gd name="connsiteY30" fmla="*/ 52335 h 173657"/>
                            <a:gd name="connsiteX31" fmla="*/ 91587 w 156284"/>
                            <a:gd name="connsiteY31" fmla="*/ 52335 h 173657"/>
                            <a:gd name="connsiteX32" fmla="*/ 95155 w 156284"/>
                            <a:gd name="connsiteY32" fmla="*/ 51146 h 173657"/>
                            <a:gd name="connsiteX33" fmla="*/ 101102 w 156284"/>
                            <a:gd name="connsiteY33" fmla="*/ 53525 h 173657"/>
                            <a:gd name="connsiteX34" fmla="*/ 93966 w 156284"/>
                            <a:gd name="connsiteY34" fmla="*/ 46388 h 173657"/>
                            <a:gd name="connsiteX35" fmla="*/ 89208 w 156284"/>
                            <a:gd name="connsiteY35" fmla="*/ 44009 h 173657"/>
                            <a:gd name="connsiteX36" fmla="*/ 86829 w 156284"/>
                            <a:gd name="connsiteY36" fmla="*/ 40441 h 173657"/>
                            <a:gd name="connsiteX37" fmla="*/ 96344 w 156284"/>
                            <a:gd name="connsiteY37" fmla="*/ 38062 h 173657"/>
                            <a:gd name="connsiteX38" fmla="*/ 101102 w 156284"/>
                            <a:gd name="connsiteY38" fmla="*/ 29736 h 173657"/>
                            <a:gd name="connsiteX39" fmla="*/ 105860 w 156284"/>
                            <a:gd name="connsiteY39" fmla="*/ 32115 h 173657"/>
                            <a:gd name="connsiteX40" fmla="*/ 112996 w 156284"/>
                            <a:gd name="connsiteY40" fmla="*/ 33304 h 173657"/>
                            <a:gd name="connsiteX41" fmla="*/ 118944 w 156284"/>
                            <a:gd name="connsiteY41" fmla="*/ 24978 h 173657"/>
                            <a:gd name="connsiteX42" fmla="*/ 121323 w 156284"/>
                            <a:gd name="connsiteY42" fmla="*/ 27357 h 173657"/>
                            <a:gd name="connsiteX43" fmla="*/ 123702 w 156284"/>
                            <a:gd name="connsiteY43" fmla="*/ 29736 h 173657"/>
                            <a:gd name="connsiteX44" fmla="*/ 136785 w 156284"/>
                            <a:gd name="connsiteY44" fmla="*/ 29736 h 173657"/>
                            <a:gd name="connsiteX45" fmla="*/ 142732 w 156284"/>
                            <a:gd name="connsiteY45" fmla="*/ 32115 h 173657"/>
                            <a:gd name="connsiteX46" fmla="*/ 143922 w 156284"/>
                            <a:gd name="connsiteY46" fmla="*/ 32115 h 173657"/>
                            <a:gd name="connsiteX47" fmla="*/ 146301 w 156284"/>
                            <a:gd name="connsiteY47" fmla="*/ 30925 h 173657"/>
                            <a:gd name="connsiteX48" fmla="*/ 148679 w 156284"/>
                            <a:gd name="connsiteY48" fmla="*/ 27357 h 173657"/>
                            <a:gd name="connsiteX49" fmla="*/ 148679 w 156284"/>
                            <a:gd name="connsiteY49" fmla="*/ 22599 h 173657"/>
                            <a:gd name="connsiteX50" fmla="*/ 154627 w 156284"/>
                            <a:gd name="connsiteY50" fmla="*/ 16652 h 173657"/>
                            <a:gd name="connsiteX51" fmla="*/ 153437 w 156284"/>
                            <a:gd name="connsiteY51" fmla="*/ 8326 h 173657"/>
                            <a:gd name="connsiteX52" fmla="*/ 151058 w 156284"/>
                            <a:gd name="connsiteY52" fmla="*/ 5947 h 173657"/>
                            <a:gd name="connsiteX53" fmla="*/ 151058 w 156284"/>
                            <a:gd name="connsiteY53" fmla="*/ 3568 h 173657"/>
                            <a:gd name="connsiteX54" fmla="*/ 151058 w 156284"/>
                            <a:gd name="connsiteY54" fmla="*/ 0 h 173657"/>
                            <a:gd name="connsiteX55" fmla="*/ 143922 w 156284"/>
                            <a:gd name="connsiteY55" fmla="*/ 8326 h 173657"/>
                            <a:gd name="connsiteX56" fmla="*/ 141543 w 156284"/>
                            <a:gd name="connsiteY56" fmla="*/ 16652 h 173657"/>
                            <a:gd name="connsiteX57" fmla="*/ 130838 w 156284"/>
                            <a:gd name="connsiteY57" fmla="*/ 17842 h 173657"/>
                            <a:gd name="connsiteX58" fmla="*/ 123702 w 156284"/>
                            <a:gd name="connsiteY58" fmla="*/ 19031 h 173657"/>
                            <a:gd name="connsiteX59" fmla="*/ 116565 w 156284"/>
                            <a:gd name="connsiteY59" fmla="*/ 16652 h 173657"/>
                            <a:gd name="connsiteX60" fmla="*/ 109428 w 156284"/>
                            <a:gd name="connsiteY60" fmla="*/ 19031 h 173657"/>
                            <a:gd name="connsiteX61" fmla="*/ 107049 w 156284"/>
                            <a:gd name="connsiteY61" fmla="*/ 16652 h 173657"/>
                            <a:gd name="connsiteX62" fmla="*/ 103481 w 156284"/>
                            <a:gd name="connsiteY62" fmla="*/ 15463 h 173657"/>
                            <a:gd name="connsiteX63" fmla="*/ 72556 w 156284"/>
                            <a:gd name="connsiteY63" fmla="*/ 17842 h 173657"/>
                            <a:gd name="connsiteX64" fmla="*/ 72556 w 156284"/>
                            <a:gd name="connsiteY64" fmla="*/ 17842 h 173657"/>
                            <a:gd name="connsiteX65" fmla="*/ 70177 w 156284"/>
                            <a:gd name="connsiteY65" fmla="*/ 20220 h 173657"/>
                            <a:gd name="connsiteX66" fmla="*/ 65419 w 156284"/>
                            <a:gd name="connsiteY66" fmla="*/ 21410 h 173657"/>
                            <a:gd name="connsiteX67" fmla="*/ 63040 w 156284"/>
                            <a:gd name="connsiteY67" fmla="*/ 21410 h 173657"/>
                            <a:gd name="connsiteX68" fmla="*/ 61851 w 156284"/>
                            <a:gd name="connsiteY68" fmla="*/ 23789 h 173657"/>
                            <a:gd name="connsiteX69" fmla="*/ 42820 w 156284"/>
                            <a:gd name="connsiteY69" fmla="*/ 27357 h 173657"/>
                            <a:gd name="connsiteX70" fmla="*/ 39252 w 156284"/>
                            <a:gd name="connsiteY70" fmla="*/ 29736 h 173657"/>
                            <a:gd name="connsiteX71" fmla="*/ 36873 w 156284"/>
                            <a:gd name="connsiteY71" fmla="*/ 33304 h 173657"/>
                            <a:gd name="connsiteX72" fmla="*/ 32115 w 156284"/>
                            <a:gd name="connsiteY72" fmla="*/ 33304 h 173657"/>
                            <a:gd name="connsiteX73" fmla="*/ 27357 w 156284"/>
                            <a:gd name="connsiteY73" fmla="*/ 35683 h 173657"/>
                            <a:gd name="connsiteX74" fmla="*/ 23789 w 156284"/>
                            <a:gd name="connsiteY74" fmla="*/ 39251 h 173657"/>
                            <a:gd name="connsiteX75" fmla="*/ 19031 w 156284"/>
                            <a:gd name="connsiteY75" fmla="*/ 49956 h 173657"/>
                            <a:gd name="connsiteX76" fmla="*/ 7137 w 156284"/>
                            <a:gd name="connsiteY76" fmla="*/ 60661 h 173657"/>
                            <a:gd name="connsiteX77" fmla="*/ 3569 w 156284"/>
                            <a:gd name="connsiteY77" fmla="*/ 68987 h 173657"/>
                            <a:gd name="connsiteX78" fmla="*/ 0 w 156284"/>
                            <a:gd name="connsiteY78" fmla="*/ 70177 h 173657"/>
                            <a:gd name="connsiteX79" fmla="*/ 1190 w 156284"/>
                            <a:gd name="connsiteY79" fmla="*/ 78503 h 173657"/>
                            <a:gd name="connsiteX80" fmla="*/ 10705 w 156284"/>
                            <a:gd name="connsiteY80" fmla="*/ 85639 h 173657"/>
                            <a:gd name="connsiteX81" fmla="*/ 17842 w 156284"/>
                            <a:gd name="connsiteY81" fmla="*/ 97534 h 173657"/>
                            <a:gd name="connsiteX82" fmla="*/ 24978 w 156284"/>
                            <a:gd name="connsiteY82" fmla="*/ 108238 h 173657"/>
                            <a:gd name="connsiteX83" fmla="*/ 28547 w 156284"/>
                            <a:gd name="connsiteY83" fmla="*/ 112996 h 173657"/>
                            <a:gd name="connsiteX84" fmla="*/ 34494 w 156284"/>
                            <a:gd name="connsiteY84" fmla="*/ 110617 h 173657"/>
                            <a:gd name="connsiteX85" fmla="*/ 40441 w 156284"/>
                            <a:gd name="connsiteY85" fmla="*/ 114186 h 173657"/>
                            <a:gd name="connsiteX86" fmla="*/ 46388 w 156284"/>
                            <a:gd name="connsiteY86" fmla="*/ 111807 h 173657"/>
                            <a:gd name="connsiteX87" fmla="*/ 53525 w 156284"/>
                            <a:gd name="connsiteY87" fmla="*/ 114186 h 173657"/>
                            <a:gd name="connsiteX88" fmla="*/ 60661 w 156284"/>
                            <a:gd name="connsiteY88" fmla="*/ 115375 h 173657"/>
                            <a:gd name="connsiteX89" fmla="*/ 73745 w 156284"/>
                            <a:gd name="connsiteY89" fmla="*/ 121322 h 173657"/>
                            <a:gd name="connsiteX90" fmla="*/ 68987 w 156284"/>
                            <a:gd name="connsiteY90" fmla="*/ 123701 h 173657"/>
                            <a:gd name="connsiteX91" fmla="*/ 65419 w 156284"/>
                            <a:gd name="connsiteY91" fmla="*/ 122512 h 173657"/>
                            <a:gd name="connsiteX92" fmla="*/ 59472 w 156284"/>
                            <a:gd name="connsiteY92" fmla="*/ 121322 h 173657"/>
                            <a:gd name="connsiteX93" fmla="*/ 48767 w 156284"/>
                            <a:gd name="connsiteY93" fmla="*/ 116565 h 173657"/>
                            <a:gd name="connsiteX94" fmla="*/ 42820 w 156284"/>
                            <a:gd name="connsiteY94" fmla="*/ 118944 h 173657"/>
                            <a:gd name="connsiteX95" fmla="*/ 36873 w 156284"/>
                            <a:gd name="connsiteY95" fmla="*/ 118944 h 173657"/>
                            <a:gd name="connsiteX96" fmla="*/ 32115 w 156284"/>
                            <a:gd name="connsiteY96" fmla="*/ 120133 h 173657"/>
                            <a:gd name="connsiteX97" fmla="*/ 27357 w 156284"/>
                            <a:gd name="connsiteY97" fmla="*/ 123701 h 173657"/>
                            <a:gd name="connsiteX98" fmla="*/ 34494 w 156284"/>
                            <a:gd name="connsiteY98" fmla="*/ 135596 h 173657"/>
                            <a:gd name="connsiteX99" fmla="*/ 44009 w 156284"/>
                            <a:gd name="connsiteY99" fmla="*/ 145111 h 173657"/>
                            <a:gd name="connsiteX100" fmla="*/ 42820 w 156284"/>
                            <a:gd name="connsiteY100" fmla="*/ 145111 h 173657"/>
                            <a:gd name="connsiteX101" fmla="*/ 42820 w 156284"/>
                            <a:gd name="connsiteY101" fmla="*/ 154627 h 173657"/>
                            <a:gd name="connsiteX102" fmla="*/ 48767 w 156284"/>
                            <a:gd name="connsiteY102" fmla="*/ 161763 h 173657"/>
                            <a:gd name="connsiteX103" fmla="*/ 49956 w 156284"/>
                            <a:gd name="connsiteY103" fmla="*/ 154627 h 173657"/>
                            <a:gd name="connsiteX104" fmla="*/ 54714 w 156284"/>
                            <a:gd name="connsiteY104" fmla="*/ 158195 h 173657"/>
                            <a:gd name="connsiteX105" fmla="*/ 58283 w 156284"/>
                            <a:gd name="connsiteY105" fmla="*/ 161763 h 173657"/>
                            <a:gd name="connsiteX106" fmla="*/ 63040 w 156284"/>
                            <a:gd name="connsiteY106" fmla="*/ 173657 h 173657"/>
                            <a:gd name="connsiteX107" fmla="*/ 65419 w 156284"/>
                            <a:gd name="connsiteY107" fmla="*/ 166521 h 173657"/>
                            <a:gd name="connsiteX108" fmla="*/ 70177 w 156284"/>
                            <a:gd name="connsiteY108" fmla="*/ 161763 h 173657"/>
                            <a:gd name="connsiteX109" fmla="*/ 79692 w 156284"/>
                            <a:gd name="connsiteY109" fmla="*/ 171279 h 173657"/>
                            <a:gd name="connsiteX110" fmla="*/ 77313 w 156284"/>
                            <a:gd name="connsiteY110" fmla="*/ 166521 h 173657"/>
                            <a:gd name="connsiteX111" fmla="*/ 77313 w 156284"/>
                            <a:gd name="connsiteY111" fmla="*/ 160574 h 173657"/>
                            <a:gd name="connsiteX112" fmla="*/ 76124 w 156284"/>
                            <a:gd name="connsiteY112" fmla="*/ 159384 h 173657"/>
                            <a:gd name="connsiteX113" fmla="*/ 76124 w 156284"/>
                            <a:gd name="connsiteY113" fmla="*/ 157005 h 173657"/>
                            <a:gd name="connsiteX114" fmla="*/ 72556 w 156284"/>
                            <a:gd name="connsiteY114" fmla="*/ 153437 h 173657"/>
                            <a:gd name="connsiteX115" fmla="*/ 71366 w 156284"/>
                            <a:gd name="connsiteY115" fmla="*/ 143922 h 173657"/>
                            <a:gd name="connsiteX116" fmla="*/ 76124 w 156284"/>
                            <a:gd name="connsiteY116" fmla="*/ 146301 h 173657"/>
                            <a:gd name="connsiteX117" fmla="*/ 79692 w 156284"/>
                            <a:gd name="connsiteY117" fmla="*/ 149869 h 173657"/>
                            <a:gd name="connsiteX118" fmla="*/ 88018 w 156284"/>
                            <a:gd name="connsiteY118" fmla="*/ 149869 h 173657"/>
                            <a:gd name="connsiteX119" fmla="*/ 88018 w 156284"/>
                            <a:gd name="connsiteY119" fmla="*/ 147490 h 173657"/>
                            <a:gd name="connsiteX120" fmla="*/ 84450 w 156284"/>
                            <a:gd name="connsiteY120" fmla="*/ 143922 h 173657"/>
                            <a:gd name="connsiteX121" fmla="*/ 79692 w 156284"/>
                            <a:gd name="connsiteY121" fmla="*/ 140353 h 173657"/>
                            <a:gd name="connsiteX122" fmla="*/ 76124 w 156284"/>
                            <a:gd name="connsiteY122" fmla="*/ 136785 h 173657"/>
                            <a:gd name="connsiteX123" fmla="*/ 74935 w 156284"/>
                            <a:gd name="connsiteY123" fmla="*/ 133217 h 173657"/>
                            <a:gd name="connsiteX124" fmla="*/ 80882 w 156284"/>
                            <a:gd name="connsiteY124" fmla="*/ 132027 h 173657"/>
                            <a:gd name="connsiteX125" fmla="*/ 86829 w 156284"/>
                            <a:gd name="connsiteY125" fmla="*/ 130838 h 173657"/>
                            <a:gd name="connsiteX126" fmla="*/ 96344 w 156284"/>
                            <a:gd name="connsiteY126" fmla="*/ 135596 h 1736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</a:cxnLst>
                          <a:rect l="l" t="t" r="r" b="b"/>
                          <a:pathLst>
                            <a:path w="156284" h="173657">
                              <a:moveTo>
                                <a:pt x="96344" y="135596"/>
                              </a:moveTo>
                              <a:cubicBezTo>
                                <a:pt x="99913" y="134406"/>
                                <a:pt x="98723" y="133217"/>
                                <a:pt x="97534" y="129648"/>
                              </a:cubicBezTo>
                              <a:cubicBezTo>
                                <a:pt x="96344" y="127270"/>
                                <a:pt x="96344" y="126080"/>
                                <a:pt x="96344" y="122512"/>
                              </a:cubicBezTo>
                              <a:cubicBezTo>
                                <a:pt x="96344" y="116565"/>
                                <a:pt x="91587" y="116565"/>
                                <a:pt x="86829" y="114186"/>
                              </a:cubicBezTo>
                              <a:cubicBezTo>
                                <a:pt x="83260" y="111807"/>
                                <a:pt x="78503" y="109428"/>
                                <a:pt x="74935" y="108238"/>
                              </a:cubicBezTo>
                              <a:cubicBezTo>
                                <a:pt x="72556" y="107049"/>
                                <a:pt x="71366" y="105860"/>
                                <a:pt x="68987" y="104670"/>
                              </a:cubicBezTo>
                              <a:cubicBezTo>
                                <a:pt x="66608" y="104670"/>
                                <a:pt x="65419" y="102291"/>
                                <a:pt x="63040" y="102291"/>
                              </a:cubicBezTo>
                              <a:cubicBezTo>
                                <a:pt x="58283" y="97534"/>
                                <a:pt x="65419" y="99912"/>
                                <a:pt x="67798" y="98723"/>
                              </a:cubicBezTo>
                              <a:cubicBezTo>
                                <a:pt x="72556" y="96344"/>
                                <a:pt x="67798" y="92776"/>
                                <a:pt x="65419" y="91586"/>
                              </a:cubicBezTo>
                              <a:cubicBezTo>
                                <a:pt x="65419" y="91586"/>
                                <a:pt x="65419" y="90397"/>
                                <a:pt x="65419" y="90397"/>
                              </a:cubicBezTo>
                              <a:cubicBezTo>
                                <a:pt x="67798" y="89208"/>
                                <a:pt x="67798" y="88018"/>
                                <a:pt x="67798" y="85639"/>
                              </a:cubicBezTo>
                              <a:cubicBezTo>
                                <a:pt x="68987" y="85639"/>
                                <a:pt x="70177" y="86829"/>
                                <a:pt x="71366" y="86829"/>
                              </a:cubicBezTo>
                              <a:cubicBezTo>
                                <a:pt x="73745" y="88018"/>
                                <a:pt x="72556" y="88018"/>
                                <a:pt x="73745" y="90397"/>
                              </a:cubicBezTo>
                              <a:cubicBezTo>
                                <a:pt x="74935" y="93965"/>
                                <a:pt x="76124" y="95155"/>
                                <a:pt x="78503" y="91586"/>
                              </a:cubicBezTo>
                              <a:cubicBezTo>
                                <a:pt x="78503" y="90397"/>
                                <a:pt x="79692" y="86829"/>
                                <a:pt x="78503" y="85639"/>
                              </a:cubicBezTo>
                              <a:cubicBezTo>
                                <a:pt x="77313" y="84450"/>
                                <a:pt x="76124" y="84450"/>
                                <a:pt x="74935" y="83260"/>
                              </a:cubicBezTo>
                              <a:cubicBezTo>
                                <a:pt x="71366" y="80882"/>
                                <a:pt x="72556" y="77313"/>
                                <a:pt x="70177" y="74934"/>
                              </a:cubicBezTo>
                              <a:cubicBezTo>
                                <a:pt x="67798" y="74934"/>
                                <a:pt x="66608" y="73745"/>
                                <a:pt x="64230" y="73745"/>
                              </a:cubicBezTo>
                              <a:cubicBezTo>
                                <a:pt x="64230" y="68987"/>
                                <a:pt x="63040" y="67798"/>
                                <a:pt x="59472" y="64229"/>
                              </a:cubicBezTo>
                              <a:cubicBezTo>
                                <a:pt x="57093" y="61851"/>
                                <a:pt x="58283" y="63040"/>
                                <a:pt x="58283" y="60661"/>
                              </a:cubicBezTo>
                              <a:cubicBezTo>
                                <a:pt x="58283" y="59472"/>
                                <a:pt x="59472" y="58282"/>
                                <a:pt x="59472" y="55903"/>
                              </a:cubicBezTo>
                              <a:cubicBezTo>
                                <a:pt x="59472" y="53525"/>
                                <a:pt x="58283" y="52335"/>
                                <a:pt x="58283" y="51146"/>
                              </a:cubicBezTo>
                              <a:cubicBezTo>
                                <a:pt x="58283" y="48767"/>
                                <a:pt x="57093" y="49956"/>
                                <a:pt x="59472" y="48767"/>
                              </a:cubicBezTo>
                              <a:cubicBezTo>
                                <a:pt x="60661" y="47577"/>
                                <a:pt x="64230" y="42820"/>
                                <a:pt x="66608" y="44009"/>
                              </a:cubicBezTo>
                              <a:cubicBezTo>
                                <a:pt x="67798" y="45199"/>
                                <a:pt x="70177" y="49956"/>
                                <a:pt x="65419" y="48767"/>
                              </a:cubicBezTo>
                              <a:cubicBezTo>
                                <a:pt x="64230" y="52335"/>
                                <a:pt x="72556" y="54714"/>
                                <a:pt x="73745" y="57093"/>
                              </a:cubicBezTo>
                              <a:cubicBezTo>
                                <a:pt x="74935" y="59472"/>
                                <a:pt x="78503" y="68987"/>
                                <a:pt x="83260" y="64229"/>
                              </a:cubicBezTo>
                              <a:cubicBezTo>
                                <a:pt x="80882" y="61851"/>
                                <a:pt x="77313" y="59472"/>
                                <a:pt x="79692" y="54714"/>
                              </a:cubicBezTo>
                              <a:cubicBezTo>
                                <a:pt x="84450" y="55903"/>
                                <a:pt x="86829" y="59472"/>
                                <a:pt x="90397" y="60661"/>
                              </a:cubicBezTo>
                              <a:cubicBezTo>
                                <a:pt x="93966" y="61851"/>
                                <a:pt x="92776" y="59472"/>
                                <a:pt x="91587" y="57093"/>
                              </a:cubicBezTo>
                              <a:cubicBezTo>
                                <a:pt x="90397" y="54714"/>
                                <a:pt x="88018" y="53525"/>
                                <a:pt x="86829" y="52335"/>
                              </a:cubicBezTo>
                              <a:cubicBezTo>
                                <a:pt x="88018" y="52335"/>
                                <a:pt x="89208" y="52335"/>
                                <a:pt x="91587" y="52335"/>
                              </a:cubicBezTo>
                              <a:cubicBezTo>
                                <a:pt x="92776" y="52335"/>
                                <a:pt x="93966" y="51146"/>
                                <a:pt x="95155" y="51146"/>
                              </a:cubicBezTo>
                              <a:cubicBezTo>
                                <a:pt x="97534" y="51146"/>
                                <a:pt x="98723" y="53525"/>
                                <a:pt x="101102" y="53525"/>
                              </a:cubicBezTo>
                              <a:cubicBezTo>
                                <a:pt x="101102" y="49956"/>
                                <a:pt x="97534" y="47577"/>
                                <a:pt x="93966" y="46388"/>
                              </a:cubicBezTo>
                              <a:cubicBezTo>
                                <a:pt x="91587" y="45199"/>
                                <a:pt x="90397" y="46388"/>
                                <a:pt x="89208" y="44009"/>
                              </a:cubicBezTo>
                              <a:cubicBezTo>
                                <a:pt x="88018" y="42820"/>
                                <a:pt x="88018" y="40441"/>
                                <a:pt x="86829" y="40441"/>
                              </a:cubicBezTo>
                              <a:cubicBezTo>
                                <a:pt x="86829" y="38062"/>
                                <a:pt x="93966" y="39251"/>
                                <a:pt x="96344" y="38062"/>
                              </a:cubicBezTo>
                              <a:cubicBezTo>
                                <a:pt x="98723" y="36872"/>
                                <a:pt x="101102" y="32115"/>
                                <a:pt x="101102" y="29736"/>
                              </a:cubicBezTo>
                              <a:cubicBezTo>
                                <a:pt x="104671" y="28546"/>
                                <a:pt x="104671" y="30925"/>
                                <a:pt x="105860" y="32115"/>
                              </a:cubicBezTo>
                              <a:cubicBezTo>
                                <a:pt x="108239" y="33304"/>
                                <a:pt x="110618" y="32115"/>
                                <a:pt x="112996" y="33304"/>
                              </a:cubicBezTo>
                              <a:cubicBezTo>
                                <a:pt x="115375" y="30925"/>
                                <a:pt x="118944" y="28546"/>
                                <a:pt x="118944" y="24978"/>
                              </a:cubicBezTo>
                              <a:cubicBezTo>
                                <a:pt x="121323" y="24978"/>
                                <a:pt x="120133" y="26168"/>
                                <a:pt x="121323" y="27357"/>
                              </a:cubicBezTo>
                              <a:cubicBezTo>
                                <a:pt x="122512" y="28546"/>
                                <a:pt x="123702" y="28546"/>
                                <a:pt x="123702" y="29736"/>
                              </a:cubicBezTo>
                              <a:cubicBezTo>
                                <a:pt x="128459" y="29736"/>
                                <a:pt x="133217" y="29736"/>
                                <a:pt x="136785" y="29736"/>
                              </a:cubicBezTo>
                              <a:cubicBezTo>
                                <a:pt x="139164" y="29736"/>
                                <a:pt x="140354" y="30925"/>
                                <a:pt x="142732" y="32115"/>
                              </a:cubicBezTo>
                              <a:cubicBezTo>
                                <a:pt x="142732" y="32115"/>
                                <a:pt x="143922" y="32115"/>
                                <a:pt x="143922" y="32115"/>
                              </a:cubicBezTo>
                              <a:cubicBezTo>
                                <a:pt x="143922" y="30925"/>
                                <a:pt x="145111" y="30925"/>
                                <a:pt x="146301" y="30925"/>
                              </a:cubicBezTo>
                              <a:cubicBezTo>
                                <a:pt x="147490" y="29736"/>
                                <a:pt x="148679" y="28546"/>
                                <a:pt x="148679" y="27357"/>
                              </a:cubicBezTo>
                              <a:cubicBezTo>
                                <a:pt x="149869" y="24978"/>
                                <a:pt x="148679" y="23789"/>
                                <a:pt x="148679" y="22599"/>
                              </a:cubicBezTo>
                              <a:cubicBezTo>
                                <a:pt x="148679" y="19031"/>
                                <a:pt x="153437" y="17842"/>
                                <a:pt x="154627" y="16652"/>
                              </a:cubicBezTo>
                              <a:cubicBezTo>
                                <a:pt x="157006" y="14273"/>
                                <a:pt x="157006" y="8326"/>
                                <a:pt x="153437" y="8326"/>
                              </a:cubicBezTo>
                              <a:cubicBezTo>
                                <a:pt x="153437" y="7137"/>
                                <a:pt x="152248" y="7137"/>
                                <a:pt x="151058" y="5947"/>
                              </a:cubicBezTo>
                              <a:cubicBezTo>
                                <a:pt x="151058" y="4758"/>
                                <a:pt x="151058" y="3568"/>
                                <a:pt x="151058" y="3568"/>
                              </a:cubicBezTo>
                              <a:cubicBezTo>
                                <a:pt x="151058" y="2379"/>
                                <a:pt x="151058" y="1189"/>
                                <a:pt x="151058" y="0"/>
                              </a:cubicBezTo>
                              <a:cubicBezTo>
                                <a:pt x="147490" y="2379"/>
                                <a:pt x="145111" y="3568"/>
                                <a:pt x="143922" y="8326"/>
                              </a:cubicBezTo>
                              <a:cubicBezTo>
                                <a:pt x="142732" y="11894"/>
                                <a:pt x="145111" y="14273"/>
                                <a:pt x="141543" y="16652"/>
                              </a:cubicBezTo>
                              <a:cubicBezTo>
                                <a:pt x="139164" y="17842"/>
                                <a:pt x="134406" y="17842"/>
                                <a:pt x="130838" y="17842"/>
                              </a:cubicBezTo>
                              <a:cubicBezTo>
                                <a:pt x="128459" y="17842"/>
                                <a:pt x="126080" y="19031"/>
                                <a:pt x="123702" y="19031"/>
                              </a:cubicBezTo>
                              <a:cubicBezTo>
                                <a:pt x="121323" y="19031"/>
                                <a:pt x="118944" y="16652"/>
                                <a:pt x="116565" y="16652"/>
                              </a:cubicBezTo>
                              <a:cubicBezTo>
                                <a:pt x="112996" y="17842"/>
                                <a:pt x="112996" y="20220"/>
                                <a:pt x="109428" y="19031"/>
                              </a:cubicBezTo>
                              <a:cubicBezTo>
                                <a:pt x="108239" y="19031"/>
                                <a:pt x="108239" y="16652"/>
                                <a:pt x="107049" y="16652"/>
                              </a:cubicBezTo>
                              <a:cubicBezTo>
                                <a:pt x="105860" y="15463"/>
                                <a:pt x="104671" y="16652"/>
                                <a:pt x="103481" y="15463"/>
                              </a:cubicBezTo>
                              <a:cubicBezTo>
                                <a:pt x="92776" y="13084"/>
                                <a:pt x="83260" y="19031"/>
                                <a:pt x="72556" y="17842"/>
                              </a:cubicBezTo>
                              <a:cubicBezTo>
                                <a:pt x="72556" y="17842"/>
                                <a:pt x="72556" y="17842"/>
                                <a:pt x="72556" y="17842"/>
                              </a:cubicBezTo>
                              <a:cubicBezTo>
                                <a:pt x="71366" y="19031"/>
                                <a:pt x="71366" y="19031"/>
                                <a:pt x="70177" y="20220"/>
                              </a:cubicBezTo>
                              <a:cubicBezTo>
                                <a:pt x="68987" y="21410"/>
                                <a:pt x="67798" y="21410"/>
                                <a:pt x="65419" y="21410"/>
                              </a:cubicBezTo>
                              <a:cubicBezTo>
                                <a:pt x="65419" y="21410"/>
                                <a:pt x="64230" y="20220"/>
                                <a:pt x="63040" y="21410"/>
                              </a:cubicBezTo>
                              <a:cubicBezTo>
                                <a:pt x="61851" y="21410"/>
                                <a:pt x="61851" y="23789"/>
                                <a:pt x="61851" y="23789"/>
                              </a:cubicBezTo>
                              <a:cubicBezTo>
                                <a:pt x="55904" y="26168"/>
                                <a:pt x="48767" y="23789"/>
                                <a:pt x="42820" y="27357"/>
                              </a:cubicBezTo>
                              <a:cubicBezTo>
                                <a:pt x="41630" y="28546"/>
                                <a:pt x="40441" y="28546"/>
                                <a:pt x="39252" y="29736"/>
                              </a:cubicBezTo>
                              <a:cubicBezTo>
                                <a:pt x="38062" y="30925"/>
                                <a:pt x="38062" y="32115"/>
                                <a:pt x="36873" y="33304"/>
                              </a:cubicBezTo>
                              <a:cubicBezTo>
                                <a:pt x="35683" y="33304"/>
                                <a:pt x="33304" y="33304"/>
                                <a:pt x="32115" y="33304"/>
                              </a:cubicBezTo>
                              <a:cubicBezTo>
                                <a:pt x="30925" y="33304"/>
                                <a:pt x="28547" y="34494"/>
                                <a:pt x="27357" y="35683"/>
                              </a:cubicBezTo>
                              <a:cubicBezTo>
                                <a:pt x="26168" y="36872"/>
                                <a:pt x="24978" y="38062"/>
                                <a:pt x="23789" y="39251"/>
                              </a:cubicBezTo>
                              <a:cubicBezTo>
                                <a:pt x="22600" y="42820"/>
                                <a:pt x="22600" y="46388"/>
                                <a:pt x="19031" y="49956"/>
                              </a:cubicBezTo>
                              <a:cubicBezTo>
                                <a:pt x="15463" y="54714"/>
                                <a:pt x="9516" y="55903"/>
                                <a:pt x="7137" y="60661"/>
                              </a:cubicBezTo>
                              <a:cubicBezTo>
                                <a:pt x="5947" y="63040"/>
                                <a:pt x="5947" y="66608"/>
                                <a:pt x="3569" y="68987"/>
                              </a:cubicBezTo>
                              <a:cubicBezTo>
                                <a:pt x="1190" y="71366"/>
                                <a:pt x="1190" y="72555"/>
                                <a:pt x="0" y="70177"/>
                              </a:cubicBezTo>
                              <a:cubicBezTo>
                                <a:pt x="0" y="73745"/>
                                <a:pt x="0" y="76124"/>
                                <a:pt x="1190" y="78503"/>
                              </a:cubicBezTo>
                              <a:cubicBezTo>
                                <a:pt x="3569" y="82071"/>
                                <a:pt x="8326" y="83260"/>
                                <a:pt x="10705" y="85639"/>
                              </a:cubicBezTo>
                              <a:cubicBezTo>
                                <a:pt x="13084" y="89208"/>
                                <a:pt x="14273" y="93965"/>
                                <a:pt x="17842" y="97534"/>
                              </a:cubicBezTo>
                              <a:cubicBezTo>
                                <a:pt x="21410" y="101102"/>
                                <a:pt x="23789" y="104670"/>
                                <a:pt x="24978" y="108238"/>
                              </a:cubicBezTo>
                              <a:cubicBezTo>
                                <a:pt x="26168" y="110617"/>
                                <a:pt x="26168" y="112996"/>
                                <a:pt x="28547" y="112996"/>
                              </a:cubicBezTo>
                              <a:cubicBezTo>
                                <a:pt x="30925" y="112996"/>
                                <a:pt x="32115" y="110617"/>
                                <a:pt x="34494" y="110617"/>
                              </a:cubicBezTo>
                              <a:cubicBezTo>
                                <a:pt x="36873" y="110617"/>
                                <a:pt x="38062" y="112996"/>
                                <a:pt x="40441" y="114186"/>
                              </a:cubicBezTo>
                              <a:cubicBezTo>
                                <a:pt x="44009" y="115375"/>
                                <a:pt x="42820" y="112996"/>
                                <a:pt x="46388" y="111807"/>
                              </a:cubicBezTo>
                              <a:cubicBezTo>
                                <a:pt x="48767" y="110617"/>
                                <a:pt x="51146" y="114186"/>
                                <a:pt x="53525" y="114186"/>
                              </a:cubicBezTo>
                              <a:cubicBezTo>
                                <a:pt x="55904" y="115375"/>
                                <a:pt x="58283" y="115375"/>
                                <a:pt x="60661" y="115375"/>
                              </a:cubicBezTo>
                              <a:cubicBezTo>
                                <a:pt x="65419" y="116565"/>
                                <a:pt x="67798" y="120133"/>
                                <a:pt x="73745" y="121322"/>
                              </a:cubicBezTo>
                              <a:cubicBezTo>
                                <a:pt x="72556" y="122512"/>
                                <a:pt x="70177" y="123701"/>
                                <a:pt x="68987" y="123701"/>
                              </a:cubicBezTo>
                              <a:cubicBezTo>
                                <a:pt x="67798" y="127270"/>
                                <a:pt x="65419" y="123701"/>
                                <a:pt x="65419" y="122512"/>
                              </a:cubicBezTo>
                              <a:cubicBezTo>
                                <a:pt x="63040" y="121322"/>
                                <a:pt x="61851" y="121322"/>
                                <a:pt x="59472" y="121322"/>
                              </a:cubicBezTo>
                              <a:cubicBezTo>
                                <a:pt x="54714" y="120133"/>
                                <a:pt x="53525" y="116565"/>
                                <a:pt x="48767" y="116565"/>
                              </a:cubicBezTo>
                              <a:cubicBezTo>
                                <a:pt x="45199" y="116565"/>
                                <a:pt x="45199" y="117754"/>
                                <a:pt x="42820" y="118944"/>
                              </a:cubicBezTo>
                              <a:cubicBezTo>
                                <a:pt x="40441" y="120133"/>
                                <a:pt x="39252" y="120133"/>
                                <a:pt x="36873" y="118944"/>
                              </a:cubicBezTo>
                              <a:cubicBezTo>
                                <a:pt x="33304" y="117754"/>
                                <a:pt x="34494" y="117754"/>
                                <a:pt x="32115" y="120133"/>
                              </a:cubicBezTo>
                              <a:cubicBezTo>
                                <a:pt x="30925" y="121322"/>
                                <a:pt x="29736" y="122512"/>
                                <a:pt x="27357" y="123701"/>
                              </a:cubicBezTo>
                              <a:cubicBezTo>
                                <a:pt x="26168" y="128459"/>
                                <a:pt x="30925" y="133217"/>
                                <a:pt x="34494" y="135596"/>
                              </a:cubicBezTo>
                              <a:cubicBezTo>
                                <a:pt x="36873" y="136785"/>
                                <a:pt x="45199" y="141543"/>
                                <a:pt x="44009" y="145111"/>
                              </a:cubicBezTo>
                              <a:cubicBezTo>
                                <a:pt x="44009" y="145111"/>
                                <a:pt x="42820" y="145111"/>
                                <a:pt x="42820" y="145111"/>
                              </a:cubicBezTo>
                              <a:cubicBezTo>
                                <a:pt x="42820" y="148679"/>
                                <a:pt x="41630" y="151058"/>
                                <a:pt x="42820" y="154627"/>
                              </a:cubicBezTo>
                              <a:cubicBezTo>
                                <a:pt x="45199" y="157005"/>
                                <a:pt x="47577" y="158195"/>
                                <a:pt x="48767" y="161763"/>
                              </a:cubicBezTo>
                              <a:cubicBezTo>
                                <a:pt x="49956" y="159384"/>
                                <a:pt x="49956" y="157005"/>
                                <a:pt x="49956" y="154627"/>
                              </a:cubicBezTo>
                              <a:cubicBezTo>
                                <a:pt x="53525" y="153437"/>
                                <a:pt x="53525" y="155816"/>
                                <a:pt x="54714" y="158195"/>
                              </a:cubicBezTo>
                              <a:cubicBezTo>
                                <a:pt x="55904" y="160574"/>
                                <a:pt x="57093" y="160574"/>
                                <a:pt x="58283" y="161763"/>
                              </a:cubicBezTo>
                              <a:cubicBezTo>
                                <a:pt x="61851" y="164142"/>
                                <a:pt x="58283" y="170089"/>
                                <a:pt x="63040" y="173657"/>
                              </a:cubicBezTo>
                              <a:cubicBezTo>
                                <a:pt x="63040" y="171279"/>
                                <a:pt x="64230" y="168900"/>
                                <a:pt x="65419" y="166521"/>
                              </a:cubicBezTo>
                              <a:cubicBezTo>
                                <a:pt x="65419" y="164142"/>
                                <a:pt x="66608" y="160574"/>
                                <a:pt x="70177" y="161763"/>
                              </a:cubicBezTo>
                              <a:cubicBezTo>
                                <a:pt x="71366" y="166521"/>
                                <a:pt x="76124" y="168900"/>
                                <a:pt x="79692" y="171279"/>
                              </a:cubicBezTo>
                              <a:cubicBezTo>
                                <a:pt x="79692" y="170089"/>
                                <a:pt x="77313" y="168900"/>
                                <a:pt x="77313" y="166521"/>
                              </a:cubicBezTo>
                              <a:cubicBezTo>
                                <a:pt x="77313" y="164142"/>
                                <a:pt x="77313" y="161763"/>
                                <a:pt x="77313" y="160574"/>
                              </a:cubicBezTo>
                              <a:cubicBezTo>
                                <a:pt x="77313" y="159384"/>
                                <a:pt x="76124" y="159384"/>
                                <a:pt x="76124" y="159384"/>
                              </a:cubicBezTo>
                              <a:cubicBezTo>
                                <a:pt x="76124" y="158195"/>
                                <a:pt x="76124" y="157005"/>
                                <a:pt x="76124" y="157005"/>
                              </a:cubicBezTo>
                              <a:cubicBezTo>
                                <a:pt x="76124" y="155816"/>
                                <a:pt x="73745" y="154627"/>
                                <a:pt x="72556" y="153437"/>
                              </a:cubicBezTo>
                              <a:cubicBezTo>
                                <a:pt x="71366" y="151058"/>
                                <a:pt x="66608" y="145111"/>
                                <a:pt x="71366" y="143922"/>
                              </a:cubicBezTo>
                              <a:cubicBezTo>
                                <a:pt x="71366" y="143922"/>
                                <a:pt x="76124" y="145111"/>
                                <a:pt x="76124" y="146301"/>
                              </a:cubicBezTo>
                              <a:cubicBezTo>
                                <a:pt x="77313" y="147490"/>
                                <a:pt x="76124" y="151058"/>
                                <a:pt x="79692" y="149869"/>
                              </a:cubicBezTo>
                              <a:cubicBezTo>
                                <a:pt x="80882" y="146301"/>
                                <a:pt x="85639" y="149869"/>
                                <a:pt x="88018" y="149869"/>
                              </a:cubicBezTo>
                              <a:cubicBezTo>
                                <a:pt x="88018" y="148679"/>
                                <a:pt x="88018" y="148679"/>
                                <a:pt x="88018" y="147490"/>
                              </a:cubicBezTo>
                              <a:cubicBezTo>
                                <a:pt x="86829" y="147490"/>
                                <a:pt x="84450" y="145111"/>
                                <a:pt x="84450" y="143922"/>
                              </a:cubicBezTo>
                              <a:cubicBezTo>
                                <a:pt x="83260" y="142732"/>
                                <a:pt x="80882" y="141543"/>
                                <a:pt x="79692" y="140353"/>
                              </a:cubicBezTo>
                              <a:cubicBezTo>
                                <a:pt x="78503" y="139164"/>
                                <a:pt x="77313" y="137974"/>
                                <a:pt x="76124" y="136785"/>
                              </a:cubicBezTo>
                              <a:cubicBezTo>
                                <a:pt x="74935" y="135596"/>
                                <a:pt x="72556" y="135596"/>
                                <a:pt x="74935" y="133217"/>
                              </a:cubicBezTo>
                              <a:cubicBezTo>
                                <a:pt x="76124" y="132027"/>
                                <a:pt x="79692" y="132027"/>
                                <a:pt x="80882" y="132027"/>
                              </a:cubicBezTo>
                              <a:cubicBezTo>
                                <a:pt x="82071" y="132027"/>
                                <a:pt x="85639" y="129648"/>
                                <a:pt x="86829" y="130838"/>
                              </a:cubicBezTo>
                              <a:cubicBezTo>
                                <a:pt x="90397" y="132027"/>
                                <a:pt x="90397" y="137974"/>
                                <a:pt x="96344" y="13559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87" name="Freeform 286">
                          <a:extLst>
                            <a:ext uri="{FF2B5EF4-FFF2-40B4-BE49-F238E27FC236}">
                              <a16:creationId xmlns:a16="http://schemas.microsoft.com/office/drawing/2014/main" id="{38C08D5C-A045-3033-B34B-043ABFB990D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98577" y="3317583"/>
                          <a:ext cx="10368" cy="10533"/>
                        </a:xfrm>
                        <a:custGeom>
                          <a:avLst/>
                          <a:gdLst>
                            <a:gd name="connsiteX0" fmla="*/ 6476 w 10368"/>
                            <a:gd name="connsiteY0" fmla="*/ 9344 h 10533"/>
                            <a:gd name="connsiteX1" fmla="*/ 7665 w 10368"/>
                            <a:gd name="connsiteY1" fmla="*/ 4586 h 10533"/>
                            <a:gd name="connsiteX2" fmla="*/ 10044 w 10368"/>
                            <a:gd name="connsiteY2" fmla="*/ 1018 h 10533"/>
                            <a:gd name="connsiteX3" fmla="*/ 5286 w 10368"/>
                            <a:gd name="connsiteY3" fmla="*/ 2207 h 10533"/>
                            <a:gd name="connsiteX4" fmla="*/ 529 w 10368"/>
                            <a:gd name="connsiteY4" fmla="*/ 1018 h 10533"/>
                            <a:gd name="connsiteX5" fmla="*/ 529 w 10368"/>
                            <a:gd name="connsiteY5" fmla="*/ 8155 h 10533"/>
                            <a:gd name="connsiteX6" fmla="*/ 5286 w 10368"/>
                            <a:gd name="connsiteY6" fmla="*/ 10533 h 10533"/>
                            <a:gd name="connsiteX7" fmla="*/ 6476 w 10368"/>
                            <a:gd name="connsiteY7" fmla="*/ 9344 h 1053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0368" h="10533">
                              <a:moveTo>
                                <a:pt x="6476" y="9344"/>
                              </a:moveTo>
                              <a:cubicBezTo>
                                <a:pt x="6476" y="8155"/>
                                <a:pt x="6476" y="5776"/>
                                <a:pt x="7665" y="4586"/>
                              </a:cubicBezTo>
                              <a:cubicBezTo>
                                <a:pt x="8855" y="3397"/>
                                <a:pt x="11234" y="1018"/>
                                <a:pt x="10044" y="1018"/>
                              </a:cubicBezTo>
                              <a:cubicBezTo>
                                <a:pt x="8855" y="1018"/>
                                <a:pt x="6476" y="3397"/>
                                <a:pt x="5286" y="2207"/>
                              </a:cubicBezTo>
                              <a:cubicBezTo>
                                <a:pt x="2908" y="1018"/>
                                <a:pt x="529" y="-1361"/>
                                <a:pt x="529" y="1018"/>
                              </a:cubicBezTo>
                              <a:cubicBezTo>
                                <a:pt x="529" y="3397"/>
                                <a:pt x="-661" y="5776"/>
                                <a:pt x="529" y="8155"/>
                              </a:cubicBezTo>
                              <a:cubicBezTo>
                                <a:pt x="1718" y="10533"/>
                                <a:pt x="5286" y="10533"/>
                                <a:pt x="5286" y="10533"/>
                              </a:cubicBezTo>
                              <a:cubicBezTo>
                                <a:pt x="4097" y="9344"/>
                                <a:pt x="6476" y="10533"/>
                                <a:pt x="6476" y="934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88" name="Freeform 287">
                          <a:extLst>
                            <a:ext uri="{FF2B5EF4-FFF2-40B4-BE49-F238E27FC236}">
                              <a16:creationId xmlns:a16="http://schemas.microsoft.com/office/drawing/2014/main" id="{FAEA5FFD-E1F8-198F-AE72-27CDBBFC28B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08621" y="3302646"/>
                          <a:ext cx="7954" cy="5250"/>
                        </a:xfrm>
                        <a:custGeom>
                          <a:avLst/>
                          <a:gdLst>
                            <a:gd name="connsiteX0" fmla="*/ 5947 w 7954"/>
                            <a:gd name="connsiteY0" fmla="*/ 5250 h 5250"/>
                            <a:gd name="connsiteX1" fmla="*/ 7137 w 7954"/>
                            <a:gd name="connsiteY1" fmla="*/ 1682 h 5250"/>
                            <a:gd name="connsiteX2" fmla="*/ 0 w 7954"/>
                            <a:gd name="connsiteY2" fmla="*/ 493 h 5250"/>
                            <a:gd name="connsiteX3" fmla="*/ 5947 w 7954"/>
                            <a:gd name="connsiteY3" fmla="*/ 5250 h 52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954" h="5250">
                              <a:moveTo>
                                <a:pt x="5947" y="5250"/>
                              </a:moveTo>
                              <a:cubicBezTo>
                                <a:pt x="5947" y="5250"/>
                                <a:pt x="9516" y="2872"/>
                                <a:pt x="7137" y="1682"/>
                              </a:cubicBezTo>
                              <a:cubicBezTo>
                                <a:pt x="5947" y="493"/>
                                <a:pt x="0" y="-697"/>
                                <a:pt x="0" y="493"/>
                              </a:cubicBezTo>
                              <a:cubicBezTo>
                                <a:pt x="1190" y="2872"/>
                                <a:pt x="3569" y="5250"/>
                                <a:pt x="5947" y="525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89" name="Freeform 288">
                          <a:extLst>
                            <a:ext uri="{FF2B5EF4-FFF2-40B4-BE49-F238E27FC236}">
                              <a16:creationId xmlns:a16="http://schemas.microsoft.com/office/drawing/2014/main" id="{AA2692BC-FCA8-B0D3-0F8A-7C03CF724A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83177" y="3297191"/>
                          <a:ext cx="7936" cy="5081"/>
                        </a:xfrm>
                        <a:custGeom>
                          <a:avLst/>
                          <a:gdLst>
                            <a:gd name="connsiteX0" fmla="*/ 6414 w 7936"/>
                            <a:gd name="connsiteY0" fmla="*/ 4758 h 5081"/>
                            <a:gd name="connsiteX1" fmla="*/ 7603 w 7936"/>
                            <a:gd name="connsiteY1" fmla="*/ 2379 h 5081"/>
                            <a:gd name="connsiteX2" fmla="*/ 2845 w 7936"/>
                            <a:gd name="connsiteY2" fmla="*/ 0 h 5081"/>
                            <a:gd name="connsiteX3" fmla="*/ 467 w 7936"/>
                            <a:gd name="connsiteY3" fmla="*/ 2379 h 5081"/>
                            <a:gd name="connsiteX4" fmla="*/ 6414 w 7936"/>
                            <a:gd name="connsiteY4" fmla="*/ 4758 h 508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7936" h="5081">
                              <a:moveTo>
                                <a:pt x="6414" y="4758"/>
                              </a:moveTo>
                              <a:cubicBezTo>
                                <a:pt x="6414" y="4758"/>
                                <a:pt x="8792" y="4758"/>
                                <a:pt x="7603" y="2379"/>
                              </a:cubicBezTo>
                              <a:cubicBezTo>
                                <a:pt x="6414" y="0"/>
                                <a:pt x="5224" y="0"/>
                                <a:pt x="2845" y="0"/>
                              </a:cubicBezTo>
                              <a:cubicBezTo>
                                <a:pt x="467" y="0"/>
                                <a:pt x="-723" y="1189"/>
                                <a:pt x="467" y="2379"/>
                              </a:cubicBezTo>
                              <a:cubicBezTo>
                                <a:pt x="1656" y="3568"/>
                                <a:pt x="2845" y="5947"/>
                                <a:pt x="6414" y="4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0" name="Freeform 289">
                          <a:extLst>
                            <a:ext uri="{FF2B5EF4-FFF2-40B4-BE49-F238E27FC236}">
                              <a16:creationId xmlns:a16="http://schemas.microsoft.com/office/drawing/2014/main" id="{60F642A5-FAEA-5057-13F4-66E8225474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18137" y="3341200"/>
                          <a:ext cx="17841" cy="14273"/>
                        </a:xfrm>
                        <a:custGeom>
                          <a:avLst/>
                          <a:gdLst>
                            <a:gd name="connsiteX0" fmla="*/ 0 w 17841"/>
                            <a:gd name="connsiteY0" fmla="*/ 5947 h 14273"/>
                            <a:gd name="connsiteX1" fmla="*/ 4758 w 17841"/>
                            <a:gd name="connsiteY1" fmla="*/ 13084 h 14273"/>
                            <a:gd name="connsiteX2" fmla="*/ 8326 w 17841"/>
                            <a:gd name="connsiteY2" fmla="*/ 8326 h 14273"/>
                            <a:gd name="connsiteX3" fmla="*/ 13084 w 17841"/>
                            <a:gd name="connsiteY3" fmla="*/ 5947 h 14273"/>
                            <a:gd name="connsiteX4" fmla="*/ 11894 w 17841"/>
                            <a:gd name="connsiteY4" fmla="*/ 9516 h 14273"/>
                            <a:gd name="connsiteX5" fmla="*/ 11894 w 17841"/>
                            <a:gd name="connsiteY5" fmla="*/ 14273 h 14273"/>
                            <a:gd name="connsiteX6" fmla="*/ 17842 w 17841"/>
                            <a:gd name="connsiteY6" fmla="*/ 11894 h 14273"/>
                            <a:gd name="connsiteX7" fmla="*/ 16652 w 17841"/>
                            <a:gd name="connsiteY7" fmla="*/ 0 h 14273"/>
                            <a:gd name="connsiteX8" fmla="*/ 8326 w 17841"/>
                            <a:gd name="connsiteY8" fmla="*/ 1189 h 14273"/>
                            <a:gd name="connsiteX9" fmla="*/ 0 w 17841"/>
                            <a:gd name="connsiteY9" fmla="*/ 5947 h 1427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17841" h="14273">
                              <a:moveTo>
                                <a:pt x="0" y="5947"/>
                              </a:moveTo>
                              <a:cubicBezTo>
                                <a:pt x="0" y="8326"/>
                                <a:pt x="2379" y="13084"/>
                                <a:pt x="4758" y="13084"/>
                              </a:cubicBezTo>
                              <a:cubicBezTo>
                                <a:pt x="7137" y="13084"/>
                                <a:pt x="8326" y="9516"/>
                                <a:pt x="8326" y="8326"/>
                              </a:cubicBezTo>
                              <a:cubicBezTo>
                                <a:pt x="9515" y="7137"/>
                                <a:pt x="13084" y="4758"/>
                                <a:pt x="13084" y="5947"/>
                              </a:cubicBezTo>
                              <a:cubicBezTo>
                                <a:pt x="13084" y="8326"/>
                                <a:pt x="14273" y="9516"/>
                                <a:pt x="11894" y="9516"/>
                              </a:cubicBezTo>
                              <a:cubicBezTo>
                                <a:pt x="10705" y="9516"/>
                                <a:pt x="8326" y="14273"/>
                                <a:pt x="11894" y="14273"/>
                              </a:cubicBezTo>
                              <a:cubicBezTo>
                                <a:pt x="11894" y="14273"/>
                                <a:pt x="17842" y="14273"/>
                                <a:pt x="17842" y="11894"/>
                              </a:cubicBezTo>
                              <a:cubicBezTo>
                                <a:pt x="17842" y="9516"/>
                                <a:pt x="17842" y="0"/>
                                <a:pt x="16652" y="0"/>
                              </a:cubicBezTo>
                              <a:cubicBezTo>
                                <a:pt x="15463" y="0"/>
                                <a:pt x="9515" y="1189"/>
                                <a:pt x="8326" y="1189"/>
                              </a:cubicBezTo>
                              <a:cubicBezTo>
                                <a:pt x="7137" y="1189"/>
                                <a:pt x="0" y="3568"/>
                                <a:pt x="0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1" name="Freeform 290">
                          <a:extLst>
                            <a:ext uri="{FF2B5EF4-FFF2-40B4-BE49-F238E27FC236}">
                              <a16:creationId xmlns:a16="http://schemas.microsoft.com/office/drawing/2014/main" id="{6234B6CC-28AA-666F-80BA-15BAED60E0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20328" y="3363684"/>
                          <a:ext cx="9894" cy="15577"/>
                        </a:xfrm>
                        <a:custGeom>
                          <a:avLst/>
                          <a:gdLst>
                            <a:gd name="connsiteX0" fmla="*/ 1377 w 9894"/>
                            <a:gd name="connsiteY0" fmla="*/ 13199 h 15577"/>
                            <a:gd name="connsiteX1" fmla="*/ 6135 w 9894"/>
                            <a:gd name="connsiteY1" fmla="*/ 15578 h 15577"/>
                            <a:gd name="connsiteX2" fmla="*/ 9703 w 9894"/>
                            <a:gd name="connsiteY2" fmla="*/ 10820 h 15577"/>
                            <a:gd name="connsiteX3" fmla="*/ 6135 w 9894"/>
                            <a:gd name="connsiteY3" fmla="*/ 115 h 15577"/>
                            <a:gd name="connsiteX4" fmla="*/ 188 w 9894"/>
                            <a:gd name="connsiteY4" fmla="*/ 2494 h 15577"/>
                            <a:gd name="connsiteX5" fmla="*/ 4946 w 9894"/>
                            <a:gd name="connsiteY5" fmla="*/ 7252 h 15577"/>
                            <a:gd name="connsiteX6" fmla="*/ 1377 w 9894"/>
                            <a:gd name="connsiteY6" fmla="*/ 13199 h 1557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9894" h="15577">
                              <a:moveTo>
                                <a:pt x="1377" y="13199"/>
                              </a:moveTo>
                              <a:cubicBezTo>
                                <a:pt x="2567" y="15578"/>
                                <a:pt x="2567" y="15578"/>
                                <a:pt x="6135" y="15578"/>
                              </a:cubicBezTo>
                              <a:cubicBezTo>
                                <a:pt x="6135" y="15578"/>
                                <a:pt x="10893" y="14388"/>
                                <a:pt x="9703" y="10820"/>
                              </a:cubicBezTo>
                              <a:cubicBezTo>
                                <a:pt x="8514" y="7252"/>
                                <a:pt x="8514" y="-1074"/>
                                <a:pt x="6135" y="115"/>
                              </a:cubicBezTo>
                              <a:cubicBezTo>
                                <a:pt x="3756" y="1305"/>
                                <a:pt x="-1001" y="1305"/>
                                <a:pt x="188" y="2494"/>
                              </a:cubicBezTo>
                              <a:cubicBezTo>
                                <a:pt x="1377" y="4873"/>
                                <a:pt x="6135" y="6062"/>
                                <a:pt x="4946" y="7252"/>
                              </a:cubicBezTo>
                              <a:cubicBezTo>
                                <a:pt x="4946" y="9631"/>
                                <a:pt x="188" y="10820"/>
                                <a:pt x="1377" y="1319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2" name="Freeform 291">
                          <a:extLst>
                            <a:ext uri="{FF2B5EF4-FFF2-40B4-BE49-F238E27FC236}">
                              <a16:creationId xmlns:a16="http://schemas.microsoft.com/office/drawing/2014/main" id="{DFFC5081-E388-5D09-F512-80D2A8AEA4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37168" y="3391157"/>
                          <a:ext cx="13083" cy="7136"/>
                        </a:xfrm>
                        <a:custGeom>
                          <a:avLst/>
                          <a:gdLst>
                            <a:gd name="connsiteX0" fmla="*/ 5947 w 13083"/>
                            <a:gd name="connsiteY0" fmla="*/ 0 h 7136"/>
                            <a:gd name="connsiteX1" fmla="*/ 2379 w 13083"/>
                            <a:gd name="connsiteY1" fmla="*/ 2379 h 7136"/>
                            <a:gd name="connsiteX2" fmla="*/ 0 w 13083"/>
                            <a:gd name="connsiteY2" fmla="*/ 4758 h 7136"/>
                            <a:gd name="connsiteX3" fmla="*/ 3568 w 13083"/>
                            <a:gd name="connsiteY3" fmla="*/ 5947 h 7136"/>
                            <a:gd name="connsiteX4" fmla="*/ 9515 w 13083"/>
                            <a:gd name="connsiteY4" fmla="*/ 7137 h 7136"/>
                            <a:gd name="connsiteX5" fmla="*/ 13083 w 13083"/>
                            <a:gd name="connsiteY5" fmla="*/ 3568 h 7136"/>
                            <a:gd name="connsiteX6" fmla="*/ 9515 w 13083"/>
                            <a:gd name="connsiteY6" fmla="*/ 2379 h 7136"/>
                            <a:gd name="connsiteX7" fmla="*/ 5947 w 13083"/>
                            <a:gd name="connsiteY7" fmla="*/ 0 h 713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3083" h="7136">
                              <a:moveTo>
                                <a:pt x="5947" y="0"/>
                              </a:moveTo>
                              <a:cubicBezTo>
                                <a:pt x="3568" y="0"/>
                                <a:pt x="2379" y="0"/>
                                <a:pt x="2379" y="2379"/>
                              </a:cubicBezTo>
                              <a:cubicBezTo>
                                <a:pt x="2379" y="4758"/>
                                <a:pt x="0" y="4758"/>
                                <a:pt x="0" y="4758"/>
                              </a:cubicBezTo>
                              <a:cubicBezTo>
                                <a:pt x="0" y="8326"/>
                                <a:pt x="1189" y="5947"/>
                                <a:pt x="3568" y="5947"/>
                              </a:cubicBezTo>
                              <a:cubicBezTo>
                                <a:pt x="5947" y="5947"/>
                                <a:pt x="7136" y="7137"/>
                                <a:pt x="9515" y="7137"/>
                              </a:cubicBezTo>
                              <a:cubicBezTo>
                                <a:pt x="11894" y="7137"/>
                                <a:pt x="13083" y="4758"/>
                                <a:pt x="13083" y="3568"/>
                              </a:cubicBezTo>
                              <a:cubicBezTo>
                                <a:pt x="13083" y="2379"/>
                                <a:pt x="10705" y="2379"/>
                                <a:pt x="9515" y="2379"/>
                              </a:cubicBezTo>
                              <a:cubicBezTo>
                                <a:pt x="8326" y="1190"/>
                                <a:pt x="8326" y="0"/>
                                <a:pt x="5947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3" name="Freeform 292">
                          <a:extLst>
                            <a:ext uri="{FF2B5EF4-FFF2-40B4-BE49-F238E27FC236}">
                              <a16:creationId xmlns:a16="http://schemas.microsoft.com/office/drawing/2014/main" id="{DCFC040F-6156-72F7-9946-89991395156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50862" y="3354284"/>
                          <a:ext cx="42480" cy="35479"/>
                        </a:xfrm>
                        <a:custGeom>
                          <a:avLst/>
                          <a:gdLst>
                            <a:gd name="connsiteX0" fmla="*/ 3045 w 42480"/>
                            <a:gd name="connsiteY0" fmla="*/ 0 h 35479"/>
                            <a:gd name="connsiteX1" fmla="*/ 666 w 42480"/>
                            <a:gd name="connsiteY1" fmla="*/ 2379 h 35479"/>
                            <a:gd name="connsiteX2" fmla="*/ 7803 w 42480"/>
                            <a:gd name="connsiteY2" fmla="*/ 9516 h 35479"/>
                            <a:gd name="connsiteX3" fmla="*/ 16129 w 42480"/>
                            <a:gd name="connsiteY3" fmla="*/ 16652 h 35479"/>
                            <a:gd name="connsiteX4" fmla="*/ 22076 w 42480"/>
                            <a:gd name="connsiteY4" fmla="*/ 19031 h 35479"/>
                            <a:gd name="connsiteX5" fmla="*/ 28023 w 42480"/>
                            <a:gd name="connsiteY5" fmla="*/ 23789 h 35479"/>
                            <a:gd name="connsiteX6" fmla="*/ 30402 w 42480"/>
                            <a:gd name="connsiteY6" fmla="*/ 32115 h 35479"/>
                            <a:gd name="connsiteX7" fmla="*/ 41107 w 42480"/>
                            <a:gd name="connsiteY7" fmla="*/ 34494 h 35479"/>
                            <a:gd name="connsiteX8" fmla="*/ 41107 w 42480"/>
                            <a:gd name="connsiteY8" fmla="*/ 30925 h 35479"/>
                            <a:gd name="connsiteX9" fmla="*/ 32781 w 42480"/>
                            <a:gd name="connsiteY9" fmla="*/ 27357 h 35479"/>
                            <a:gd name="connsiteX10" fmla="*/ 31592 w 42480"/>
                            <a:gd name="connsiteY10" fmla="*/ 17842 h 35479"/>
                            <a:gd name="connsiteX11" fmla="*/ 25644 w 42480"/>
                            <a:gd name="connsiteY11" fmla="*/ 9516 h 35479"/>
                            <a:gd name="connsiteX12" fmla="*/ 18508 w 42480"/>
                            <a:gd name="connsiteY12" fmla="*/ 8326 h 35479"/>
                            <a:gd name="connsiteX13" fmla="*/ 12560 w 42480"/>
                            <a:gd name="connsiteY13" fmla="*/ 3568 h 35479"/>
                            <a:gd name="connsiteX14" fmla="*/ 3045 w 42480"/>
                            <a:gd name="connsiteY14" fmla="*/ 0 h 3547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42480" h="35479">
                              <a:moveTo>
                                <a:pt x="3045" y="0"/>
                              </a:moveTo>
                              <a:cubicBezTo>
                                <a:pt x="3045" y="0"/>
                                <a:pt x="-1713" y="1190"/>
                                <a:pt x="666" y="2379"/>
                              </a:cubicBezTo>
                              <a:cubicBezTo>
                                <a:pt x="3045" y="3568"/>
                                <a:pt x="5424" y="8326"/>
                                <a:pt x="7803" y="9516"/>
                              </a:cubicBezTo>
                              <a:cubicBezTo>
                                <a:pt x="10181" y="9516"/>
                                <a:pt x="14939" y="14273"/>
                                <a:pt x="16129" y="16652"/>
                              </a:cubicBezTo>
                              <a:cubicBezTo>
                                <a:pt x="17318" y="17842"/>
                                <a:pt x="19697" y="19031"/>
                                <a:pt x="22076" y="19031"/>
                              </a:cubicBezTo>
                              <a:cubicBezTo>
                                <a:pt x="24455" y="19031"/>
                                <a:pt x="26834" y="21410"/>
                                <a:pt x="28023" y="23789"/>
                              </a:cubicBezTo>
                              <a:cubicBezTo>
                                <a:pt x="29212" y="26168"/>
                                <a:pt x="28023" y="28547"/>
                                <a:pt x="30402" y="32115"/>
                              </a:cubicBezTo>
                              <a:cubicBezTo>
                                <a:pt x="31592" y="34494"/>
                                <a:pt x="39917" y="36873"/>
                                <a:pt x="41107" y="34494"/>
                              </a:cubicBezTo>
                              <a:cubicBezTo>
                                <a:pt x="42296" y="32115"/>
                                <a:pt x="43486" y="30925"/>
                                <a:pt x="41107" y="30925"/>
                              </a:cubicBezTo>
                              <a:cubicBezTo>
                                <a:pt x="38728" y="30925"/>
                                <a:pt x="33970" y="30925"/>
                                <a:pt x="32781" y="27357"/>
                              </a:cubicBezTo>
                              <a:cubicBezTo>
                                <a:pt x="32781" y="22599"/>
                                <a:pt x="32781" y="19031"/>
                                <a:pt x="31592" y="17842"/>
                              </a:cubicBezTo>
                              <a:cubicBezTo>
                                <a:pt x="29212" y="16652"/>
                                <a:pt x="26834" y="10705"/>
                                <a:pt x="25644" y="9516"/>
                              </a:cubicBezTo>
                              <a:cubicBezTo>
                                <a:pt x="23265" y="8326"/>
                                <a:pt x="22076" y="10705"/>
                                <a:pt x="18508" y="8326"/>
                              </a:cubicBezTo>
                              <a:cubicBezTo>
                                <a:pt x="14939" y="5947"/>
                                <a:pt x="14939" y="3568"/>
                                <a:pt x="12560" y="3568"/>
                              </a:cubicBezTo>
                              <a:cubicBezTo>
                                <a:pt x="8992" y="2379"/>
                                <a:pt x="6613" y="0"/>
                                <a:pt x="3045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4" name="Freeform 293">
                          <a:extLst>
                            <a:ext uri="{FF2B5EF4-FFF2-40B4-BE49-F238E27FC236}">
                              <a16:creationId xmlns:a16="http://schemas.microsoft.com/office/drawing/2014/main" id="{60C7855F-ABF0-B146-7DFE-A46ED36B4E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83528" y="3353791"/>
                          <a:ext cx="10448" cy="8425"/>
                        </a:xfrm>
                        <a:custGeom>
                          <a:avLst/>
                          <a:gdLst>
                            <a:gd name="connsiteX0" fmla="*/ 8441 w 10448"/>
                            <a:gd name="connsiteY0" fmla="*/ 7629 h 8425"/>
                            <a:gd name="connsiteX1" fmla="*/ 9631 w 10448"/>
                            <a:gd name="connsiteY1" fmla="*/ 1682 h 8425"/>
                            <a:gd name="connsiteX2" fmla="*/ 116 w 10448"/>
                            <a:gd name="connsiteY2" fmla="*/ 493 h 8425"/>
                            <a:gd name="connsiteX3" fmla="*/ 8441 w 10448"/>
                            <a:gd name="connsiteY3" fmla="*/ 7629 h 842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0448" h="8425">
                              <a:moveTo>
                                <a:pt x="8441" y="7629"/>
                              </a:moveTo>
                              <a:cubicBezTo>
                                <a:pt x="8441" y="7629"/>
                                <a:pt x="12010" y="2872"/>
                                <a:pt x="9631" y="1682"/>
                              </a:cubicBezTo>
                              <a:cubicBezTo>
                                <a:pt x="7252" y="493"/>
                                <a:pt x="-1074" y="-697"/>
                                <a:pt x="116" y="493"/>
                              </a:cubicBezTo>
                              <a:cubicBezTo>
                                <a:pt x="1305" y="1682"/>
                                <a:pt x="7252" y="11198"/>
                                <a:pt x="8441" y="762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5" name="Freeform 294">
                          <a:extLst>
                            <a:ext uri="{FF2B5EF4-FFF2-40B4-BE49-F238E27FC236}">
                              <a16:creationId xmlns:a16="http://schemas.microsoft.com/office/drawing/2014/main" id="{A078785E-BBE4-F67E-F86C-E203DF7FC8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61909" y="3348013"/>
                          <a:ext cx="5081" cy="6386"/>
                        </a:xfrm>
                        <a:custGeom>
                          <a:avLst/>
                          <a:gdLst>
                            <a:gd name="connsiteX0" fmla="*/ 324 w 5081"/>
                            <a:gd name="connsiteY0" fmla="*/ 2703 h 6386"/>
                            <a:gd name="connsiteX1" fmla="*/ 5082 w 5081"/>
                            <a:gd name="connsiteY1" fmla="*/ 5082 h 6386"/>
                            <a:gd name="connsiteX2" fmla="*/ 2703 w 5081"/>
                            <a:gd name="connsiteY2" fmla="*/ 324 h 6386"/>
                            <a:gd name="connsiteX3" fmla="*/ 324 w 5081"/>
                            <a:gd name="connsiteY3" fmla="*/ 2703 h 638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081" h="6386">
                              <a:moveTo>
                                <a:pt x="324" y="2703"/>
                              </a:moveTo>
                              <a:cubicBezTo>
                                <a:pt x="1514" y="3892"/>
                                <a:pt x="3893" y="8650"/>
                                <a:pt x="5082" y="5082"/>
                              </a:cubicBezTo>
                              <a:cubicBezTo>
                                <a:pt x="5082" y="5082"/>
                                <a:pt x="3893" y="324"/>
                                <a:pt x="2703" y="324"/>
                              </a:cubicBezTo>
                              <a:cubicBezTo>
                                <a:pt x="1514" y="-865"/>
                                <a:pt x="-865" y="1514"/>
                                <a:pt x="324" y="270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6" name="Freeform 295">
                          <a:extLst>
                            <a:ext uri="{FF2B5EF4-FFF2-40B4-BE49-F238E27FC236}">
                              <a16:creationId xmlns:a16="http://schemas.microsoft.com/office/drawing/2014/main" id="{51908EAF-98CF-6097-ADAF-6097D40227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94051" y="3388778"/>
                          <a:ext cx="8623" cy="10704"/>
                        </a:xfrm>
                        <a:custGeom>
                          <a:avLst/>
                          <a:gdLst>
                            <a:gd name="connsiteX0" fmla="*/ 7434 w 8623"/>
                            <a:gd name="connsiteY0" fmla="*/ 10705 h 10704"/>
                            <a:gd name="connsiteX1" fmla="*/ 8623 w 8623"/>
                            <a:gd name="connsiteY1" fmla="*/ 7137 h 10704"/>
                            <a:gd name="connsiteX2" fmla="*/ 1487 w 8623"/>
                            <a:gd name="connsiteY2" fmla="*/ 0 h 10704"/>
                            <a:gd name="connsiteX3" fmla="*/ 297 w 8623"/>
                            <a:gd name="connsiteY3" fmla="*/ 4758 h 10704"/>
                            <a:gd name="connsiteX4" fmla="*/ 7434 w 8623"/>
                            <a:gd name="connsiteY4" fmla="*/ 10705 h 1070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8623" h="10704">
                              <a:moveTo>
                                <a:pt x="7434" y="10705"/>
                              </a:moveTo>
                              <a:cubicBezTo>
                                <a:pt x="8623" y="10705"/>
                                <a:pt x="8623" y="9516"/>
                                <a:pt x="8623" y="7137"/>
                              </a:cubicBezTo>
                              <a:cubicBezTo>
                                <a:pt x="8623" y="5947"/>
                                <a:pt x="1487" y="0"/>
                                <a:pt x="1487" y="0"/>
                              </a:cubicBezTo>
                              <a:cubicBezTo>
                                <a:pt x="-892" y="0"/>
                                <a:pt x="297" y="3568"/>
                                <a:pt x="297" y="4758"/>
                              </a:cubicBezTo>
                              <a:cubicBezTo>
                                <a:pt x="297" y="7137"/>
                                <a:pt x="6245" y="10705"/>
                                <a:pt x="7434" y="1070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7" name="Freeform 296">
                          <a:extLst>
                            <a:ext uri="{FF2B5EF4-FFF2-40B4-BE49-F238E27FC236}">
                              <a16:creationId xmlns:a16="http://schemas.microsoft.com/office/drawing/2014/main" id="{0CC37236-2BBF-446C-E4B1-93449442F2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51208" y="3433976"/>
                          <a:ext cx="6267" cy="9754"/>
                        </a:xfrm>
                        <a:custGeom>
                          <a:avLst/>
                          <a:gdLst>
                            <a:gd name="connsiteX0" fmla="*/ 1510 w 6267"/>
                            <a:gd name="connsiteY0" fmla="*/ 0 h 9754"/>
                            <a:gd name="connsiteX1" fmla="*/ 3888 w 6267"/>
                            <a:gd name="connsiteY1" fmla="*/ 9515 h 9754"/>
                            <a:gd name="connsiteX2" fmla="*/ 6267 w 6267"/>
                            <a:gd name="connsiteY2" fmla="*/ 5947 h 9754"/>
                            <a:gd name="connsiteX3" fmla="*/ 1510 w 6267"/>
                            <a:gd name="connsiteY3" fmla="*/ 0 h 975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267" h="9754">
                              <a:moveTo>
                                <a:pt x="1510" y="0"/>
                              </a:moveTo>
                              <a:cubicBezTo>
                                <a:pt x="-2059" y="1189"/>
                                <a:pt x="1510" y="8326"/>
                                <a:pt x="3888" y="9515"/>
                              </a:cubicBezTo>
                              <a:cubicBezTo>
                                <a:pt x="5078" y="10705"/>
                                <a:pt x="5078" y="7137"/>
                                <a:pt x="6267" y="5947"/>
                              </a:cubicBezTo>
                              <a:cubicBezTo>
                                <a:pt x="6267" y="5947"/>
                                <a:pt x="2699" y="0"/>
                                <a:pt x="1510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8" name="Freeform 297">
                          <a:extLst>
                            <a:ext uri="{FF2B5EF4-FFF2-40B4-BE49-F238E27FC236}">
                              <a16:creationId xmlns:a16="http://schemas.microsoft.com/office/drawing/2014/main" id="{FE377B23-A8AB-6619-37F4-EE4968095F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25995" y="3397512"/>
                          <a:ext cx="7761" cy="5539"/>
                        </a:xfrm>
                        <a:custGeom>
                          <a:avLst/>
                          <a:gdLst>
                            <a:gd name="connsiteX0" fmla="*/ 2846 w 7761"/>
                            <a:gd name="connsiteY0" fmla="*/ 5539 h 5539"/>
                            <a:gd name="connsiteX1" fmla="*/ 7604 w 7761"/>
                            <a:gd name="connsiteY1" fmla="*/ 1971 h 5539"/>
                            <a:gd name="connsiteX2" fmla="*/ 1657 w 7761"/>
                            <a:gd name="connsiteY2" fmla="*/ 781 h 5539"/>
                            <a:gd name="connsiteX3" fmla="*/ 2846 w 7761"/>
                            <a:gd name="connsiteY3" fmla="*/ 5539 h 553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761" h="5539">
                              <a:moveTo>
                                <a:pt x="2846" y="5539"/>
                              </a:moveTo>
                              <a:cubicBezTo>
                                <a:pt x="2846" y="5539"/>
                                <a:pt x="8793" y="4350"/>
                                <a:pt x="7604" y="1971"/>
                              </a:cubicBezTo>
                              <a:cubicBezTo>
                                <a:pt x="6414" y="-408"/>
                                <a:pt x="1657" y="-408"/>
                                <a:pt x="1657" y="781"/>
                              </a:cubicBezTo>
                              <a:cubicBezTo>
                                <a:pt x="467" y="1971"/>
                                <a:pt x="-1911" y="5539"/>
                                <a:pt x="2846" y="553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99" name="Freeform 298">
                          <a:extLst>
                            <a:ext uri="{FF2B5EF4-FFF2-40B4-BE49-F238E27FC236}">
                              <a16:creationId xmlns:a16="http://schemas.microsoft.com/office/drawing/2014/main" id="{82B6D998-C50B-0EB3-DA69-63B47B6EFD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05053" y="3397996"/>
                          <a:ext cx="5539" cy="6338"/>
                        </a:xfrm>
                        <a:custGeom>
                          <a:avLst/>
                          <a:gdLst>
                            <a:gd name="connsiteX0" fmla="*/ 3568 w 5539"/>
                            <a:gd name="connsiteY0" fmla="*/ 297 h 6338"/>
                            <a:gd name="connsiteX1" fmla="*/ 0 w 5539"/>
                            <a:gd name="connsiteY1" fmla="*/ 1487 h 6338"/>
                            <a:gd name="connsiteX2" fmla="*/ 4758 w 5539"/>
                            <a:gd name="connsiteY2" fmla="*/ 5055 h 6338"/>
                            <a:gd name="connsiteX3" fmla="*/ 3568 w 5539"/>
                            <a:gd name="connsiteY3" fmla="*/ 297 h 633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539" h="6338">
                              <a:moveTo>
                                <a:pt x="3568" y="297"/>
                              </a:moveTo>
                              <a:cubicBezTo>
                                <a:pt x="2379" y="297"/>
                                <a:pt x="0" y="-892"/>
                                <a:pt x="0" y="1487"/>
                              </a:cubicBezTo>
                              <a:cubicBezTo>
                                <a:pt x="1190" y="3866"/>
                                <a:pt x="2379" y="8623"/>
                                <a:pt x="4758" y="5055"/>
                              </a:cubicBezTo>
                              <a:cubicBezTo>
                                <a:pt x="5947" y="5055"/>
                                <a:pt x="5947" y="297"/>
                                <a:pt x="3568" y="2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0" name="Freeform 299">
                          <a:extLst>
                            <a:ext uri="{FF2B5EF4-FFF2-40B4-BE49-F238E27FC236}">
                              <a16:creationId xmlns:a16="http://schemas.microsoft.com/office/drawing/2014/main" id="{59700597-A501-2176-953E-9333AC4E16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13809" y="3410188"/>
                          <a:ext cx="6897" cy="7292"/>
                        </a:xfrm>
                        <a:custGeom>
                          <a:avLst/>
                          <a:gdLst>
                            <a:gd name="connsiteX0" fmla="*/ 3138 w 6897"/>
                            <a:gd name="connsiteY0" fmla="*/ 7137 h 7292"/>
                            <a:gd name="connsiteX1" fmla="*/ 6706 w 6897"/>
                            <a:gd name="connsiteY1" fmla="*/ 1189 h 7292"/>
                            <a:gd name="connsiteX2" fmla="*/ 3138 w 6897"/>
                            <a:gd name="connsiteY2" fmla="*/ 0 h 7292"/>
                            <a:gd name="connsiteX3" fmla="*/ 3138 w 6897"/>
                            <a:gd name="connsiteY3" fmla="*/ 7137 h 72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897" h="7292">
                              <a:moveTo>
                                <a:pt x="3138" y="7137"/>
                              </a:moveTo>
                              <a:cubicBezTo>
                                <a:pt x="3138" y="7137"/>
                                <a:pt x="7896" y="3568"/>
                                <a:pt x="6706" y="1189"/>
                              </a:cubicBezTo>
                              <a:cubicBezTo>
                                <a:pt x="5517" y="0"/>
                                <a:pt x="4327" y="0"/>
                                <a:pt x="3138" y="0"/>
                              </a:cubicBezTo>
                              <a:cubicBezTo>
                                <a:pt x="-430" y="2379"/>
                                <a:pt x="-1620" y="8326"/>
                                <a:pt x="3138" y="713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1" name="Freeform 300">
                          <a:extLst>
                            <a:ext uri="{FF2B5EF4-FFF2-40B4-BE49-F238E27FC236}">
                              <a16:creationId xmlns:a16="http://schemas.microsoft.com/office/drawing/2014/main" id="{8D590298-A666-A687-4F09-214385C094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05053" y="3411080"/>
                          <a:ext cx="4096" cy="7508"/>
                        </a:xfrm>
                        <a:custGeom>
                          <a:avLst/>
                          <a:gdLst>
                            <a:gd name="connsiteX0" fmla="*/ 3568 w 4096"/>
                            <a:gd name="connsiteY0" fmla="*/ 6244 h 7508"/>
                            <a:gd name="connsiteX1" fmla="*/ 3568 w 4096"/>
                            <a:gd name="connsiteY1" fmla="*/ 297 h 7508"/>
                            <a:gd name="connsiteX2" fmla="*/ 0 w 4096"/>
                            <a:gd name="connsiteY2" fmla="*/ 1487 h 7508"/>
                            <a:gd name="connsiteX3" fmla="*/ 3568 w 4096"/>
                            <a:gd name="connsiteY3" fmla="*/ 6244 h 750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096" h="7508">
                              <a:moveTo>
                                <a:pt x="3568" y="6244"/>
                              </a:moveTo>
                              <a:cubicBezTo>
                                <a:pt x="3568" y="6244"/>
                                <a:pt x="4758" y="297"/>
                                <a:pt x="3568" y="297"/>
                              </a:cubicBezTo>
                              <a:cubicBezTo>
                                <a:pt x="2379" y="297"/>
                                <a:pt x="0" y="-892"/>
                                <a:pt x="0" y="1487"/>
                              </a:cubicBezTo>
                              <a:cubicBezTo>
                                <a:pt x="0" y="5055"/>
                                <a:pt x="2379" y="9813"/>
                                <a:pt x="3568" y="624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2" name="Freeform 301">
                          <a:extLst>
                            <a:ext uri="{FF2B5EF4-FFF2-40B4-BE49-F238E27FC236}">
                              <a16:creationId xmlns:a16="http://schemas.microsoft.com/office/drawing/2014/main" id="{1AC94A36-EA5C-79FA-CE7D-4B78E8F88DD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34605" y="3426840"/>
                          <a:ext cx="6659" cy="5055"/>
                        </a:xfrm>
                        <a:custGeom>
                          <a:avLst/>
                          <a:gdLst>
                            <a:gd name="connsiteX0" fmla="*/ 6131 w 6659"/>
                            <a:gd name="connsiteY0" fmla="*/ 0 h 5055"/>
                            <a:gd name="connsiteX1" fmla="*/ 1374 w 6659"/>
                            <a:gd name="connsiteY1" fmla="*/ 1190 h 5055"/>
                            <a:gd name="connsiteX2" fmla="*/ 1374 w 6659"/>
                            <a:gd name="connsiteY2" fmla="*/ 4758 h 5055"/>
                            <a:gd name="connsiteX3" fmla="*/ 6131 w 6659"/>
                            <a:gd name="connsiteY3" fmla="*/ 3568 h 5055"/>
                            <a:gd name="connsiteX4" fmla="*/ 6131 w 6659"/>
                            <a:gd name="connsiteY4" fmla="*/ 0 h 505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6659" h="5055">
                              <a:moveTo>
                                <a:pt x="6131" y="0"/>
                              </a:moveTo>
                              <a:cubicBezTo>
                                <a:pt x="4942" y="0"/>
                                <a:pt x="2563" y="0"/>
                                <a:pt x="1374" y="1190"/>
                              </a:cubicBezTo>
                              <a:cubicBezTo>
                                <a:pt x="184" y="2379"/>
                                <a:pt x="-1005" y="4758"/>
                                <a:pt x="1374" y="4758"/>
                              </a:cubicBezTo>
                              <a:cubicBezTo>
                                <a:pt x="3752" y="4758"/>
                                <a:pt x="4942" y="5947"/>
                                <a:pt x="6131" y="3568"/>
                              </a:cubicBezTo>
                              <a:cubicBezTo>
                                <a:pt x="6131" y="3568"/>
                                <a:pt x="7321" y="0"/>
                                <a:pt x="6131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3" name="Freeform 302">
                          <a:extLst>
                            <a:ext uri="{FF2B5EF4-FFF2-40B4-BE49-F238E27FC236}">
                              <a16:creationId xmlns:a16="http://schemas.microsoft.com/office/drawing/2014/main" id="{648DB320-8C5A-B171-06FB-7F1FDEFA96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84366" y="3398990"/>
                          <a:ext cx="3902" cy="2871"/>
                        </a:xfrm>
                        <a:custGeom>
                          <a:avLst/>
                          <a:gdLst>
                            <a:gd name="connsiteX0" fmla="*/ 2846 w 3902"/>
                            <a:gd name="connsiteY0" fmla="*/ 2871 h 2871"/>
                            <a:gd name="connsiteX1" fmla="*/ 2846 w 3902"/>
                            <a:gd name="connsiteY1" fmla="*/ 493 h 2871"/>
                            <a:gd name="connsiteX2" fmla="*/ 466 w 3902"/>
                            <a:gd name="connsiteY2" fmla="*/ 1682 h 2871"/>
                            <a:gd name="connsiteX3" fmla="*/ 2846 w 3902"/>
                            <a:gd name="connsiteY3" fmla="*/ 2871 h 28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902" h="2871">
                              <a:moveTo>
                                <a:pt x="2846" y="2871"/>
                              </a:moveTo>
                              <a:cubicBezTo>
                                <a:pt x="2846" y="2871"/>
                                <a:pt x="5225" y="1682"/>
                                <a:pt x="2846" y="493"/>
                              </a:cubicBezTo>
                              <a:cubicBezTo>
                                <a:pt x="466" y="-697"/>
                                <a:pt x="-723" y="493"/>
                                <a:pt x="466" y="1682"/>
                              </a:cubicBezTo>
                              <a:cubicBezTo>
                                <a:pt x="466" y="2871"/>
                                <a:pt x="2846" y="2871"/>
                                <a:pt x="2846" y="287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4" name="Freeform 303">
                          <a:extLst>
                            <a:ext uri="{FF2B5EF4-FFF2-40B4-BE49-F238E27FC236}">
                              <a16:creationId xmlns:a16="http://schemas.microsoft.com/office/drawing/2014/main" id="{EB73798F-95FB-BDF7-8BC1-E77EB11F5C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87211" y="3403998"/>
                          <a:ext cx="2379" cy="3606"/>
                        </a:xfrm>
                        <a:custGeom>
                          <a:avLst/>
                          <a:gdLst>
                            <a:gd name="connsiteX0" fmla="*/ 2379 w 2379"/>
                            <a:gd name="connsiteY0" fmla="*/ 2622 h 3606"/>
                            <a:gd name="connsiteX1" fmla="*/ 0 w 2379"/>
                            <a:gd name="connsiteY1" fmla="*/ 243 h 3606"/>
                            <a:gd name="connsiteX2" fmla="*/ 2379 w 2379"/>
                            <a:gd name="connsiteY2" fmla="*/ 2622 h 360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2379" h="3606">
                              <a:moveTo>
                                <a:pt x="2379" y="2622"/>
                              </a:moveTo>
                              <a:cubicBezTo>
                                <a:pt x="2379" y="2622"/>
                                <a:pt x="1190" y="-947"/>
                                <a:pt x="0" y="243"/>
                              </a:cubicBezTo>
                              <a:cubicBezTo>
                                <a:pt x="0" y="2622"/>
                                <a:pt x="0" y="5000"/>
                                <a:pt x="2379" y="262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5" name="Freeform 304">
                          <a:extLst>
                            <a:ext uri="{FF2B5EF4-FFF2-40B4-BE49-F238E27FC236}">
                              <a16:creationId xmlns:a16="http://schemas.microsoft.com/office/drawing/2014/main" id="{D23986A1-E2BD-40C2-9FE0-32637AFC085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86887" y="3412566"/>
                          <a:ext cx="3892" cy="3160"/>
                        </a:xfrm>
                        <a:custGeom>
                          <a:avLst/>
                          <a:gdLst>
                            <a:gd name="connsiteX0" fmla="*/ 3892 w 3892"/>
                            <a:gd name="connsiteY0" fmla="*/ 2379 h 3160"/>
                            <a:gd name="connsiteX1" fmla="*/ 2703 w 3892"/>
                            <a:gd name="connsiteY1" fmla="*/ 0 h 3160"/>
                            <a:gd name="connsiteX2" fmla="*/ 324 w 3892"/>
                            <a:gd name="connsiteY2" fmla="*/ 1189 h 3160"/>
                            <a:gd name="connsiteX3" fmla="*/ 3892 w 3892"/>
                            <a:gd name="connsiteY3" fmla="*/ 2379 h 31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892" h="3160">
                              <a:moveTo>
                                <a:pt x="3892" y="2379"/>
                              </a:moveTo>
                              <a:cubicBezTo>
                                <a:pt x="3892" y="2379"/>
                                <a:pt x="3892" y="0"/>
                                <a:pt x="2703" y="0"/>
                              </a:cubicBezTo>
                              <a:cubicBezTo>
                                <a:pt x="1514" y="0"/>
                                <a:pt x="-865" y="0"/>
                                <a:pt x="324" y="1189"/>
                              </a:cubicBezTo>
                              <a:cubicBezTo>
                                <a:pt x="1514" y="3568"/>
                                <a:pt x="2703" y="3568"/>
                                <a:pt x="3892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6" name="Freeform 305">
                          <a:extLst>
                            <a:ext uri="{FF2B5EF4-FFF2-40B4-BE49-F238E27FC236}">
                              <a16:creationId xmlns:a16="http://schemas.microsoft.com/office/drawing/2014/main" id="{5E091DB4-F4DF-EA56-BADD-A05A7E0422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85698" y="3426507"/>
                          <a:ext cx="6271" cy="5090"/>
                        </a:xfrm>
                        <a:custGeom>
                          <a:avLst/>
                          <a:gdLst>
                            <a:gd name="connsiteX0" fmla="*/ 6271 w 6271"/>
                            <a:gd name="connsiteY0" fmla="*/ 1523 h 5090"/>
                            <a:gd name="connsiteX1" fmla="*/ 2703 w 6271"/>
                            <a:gd name="connsiteY1" fmla="*/ 333 h 5090"/>
                            <a:gd name="connsiteX2" fmla="*/ 324 w 6271"/>
                            <a:gd name="connsiteY2" fmla="*/ 5091 h 5090"/>
                            <a:gd name="connsiteX3" fmla="*/ 6271 w 6271"/>
                            <a:gd name="connsiteY3" fmla="*/ 1523 h 509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271" h="5090">
                              <a:moveTo>
                                <a:pt x="6271" y="1523"/>
                              </a:moveTo>
                              <a:cubicBezTo>
                                <a:pt x="6271" y="1523"/>
                                <a:pt x="5082" y="-856"/>
                                <a:pt x="2703" y="333"/>
                              </a:cubicBezTo>
                              <a:cubicBezTo>
                                <a:pt x="1514" y="1523"/>
                                <a:pt x="-865" y="3901"/>
                                <a:pt x="324" y="5091"/>
                              </a:cubicBezTo>
                              <a:cubicBezTo>
                                <a:pt x="1514" y="5091"/>
                                <a:pt x="6271" y="5091"/>
                                <a:pt x="6271" y="152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7" name="Freeform 306">
                          <a:extLst>
                            <a:ext uri="{FF2B5EF4-FFF2-40B4-BE49-F238E27FC236}">
                              <a16:creationId xmlns:a16="http://schemas.microsoft.com/office/drawing/2014/main" id="{6049B55E-1D7E-B94E-6D20-8BD8E06994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70031" y="3454007"/>
                          <a:ext cx="69218" cy="21599"/>
                        </a:xfrm>
                        <a:custGeom>
                          <a:avLst/>
                          <a:gdLst>
                            <a:gd name="connsiteX0" fmla="*/ 68326 w 69218"/>
                            <a:gd name="connsiteY0" fmla="*/ 7326 h 21599"/>
                            <a:gd name="connsiteX1" fmla="*/ 65948 w 69218"/>
                            <a:gd name="connsiteY1" fmla="*/ 13273 h 21599"/>
                            <a:gd name="connsiteX2" fmla="*/ 58811 w 69218"/>
                            <a:gd name="connsiteY2" fmla="*/ 12084 h 21599"/>
                            <a:gd name="connsiteX3" fmla="*/ 55243 w 69218"/>
                            <a:gd name="connsiteY3" fmla="*/ 7326 h 21599"/>
                            <a:gd name="connsiteX4" fmla="*/ 48106 w 69218"/>
                            <a:gd name="connsiteY4" fmla="*/ 7326 h 21599"/>
                            <a:gd name="connsiteX5" fmla="*/ 35022 w 69218"/>
                            <a:gd name="connsiteY5" fmla="*/ 3758 h 21599"/>
                            <a:gd name="connsiteX6" fmla="*/ 26696 w 69218"/>
                            <a:gd name="connsiteY6" fmla="*/ 8515 h 21599"/>
                            <a:gd name="connsiteX7" fmla="*/ 17181 w 69218"/>
                            <a:gd name="connsiteY7" fmla="*/ 6136 h 21599"/>
                            <a:gd name="connsiteX8" fmla="*/ 12423 w 69218"/>
                            <a:gd name="connsiteY8" fmla="*/ 189 h 21599"/>
                            <a:gd name="connsiteX9" fmla="*/ 8854 w 69218"/>
                            <a:gd name="connsiteY9" fmla="*/ 4947 h 21599"/>
                            <a:gd name="connsiteX10" fmla="*/ 4097 w 69218"/>
                            <a:gd name="connsiteY10" fmla="*/ 1379 h 21599"/>
                            <a:gd name="connsiteX11" fmla="*/ 2907 w 69218"/>
                            <a:gd name="connsiteY11" fmla="*/ 4947 h 21599"/>
                            <a:gd name="connsiteX12" fmla="*/ 529 w 69218"/>
                            <a:gd name="connsiteY12" fmla="*/ 3758 h 21599"/>
                            <a:gd name="connsiteX13" fmla="*/ 529 w 69218"/>
                            <a:gd name="connsiteY13" fmla="*/ 14463 h 21599"/>
                            <a:gd name="connsiteX14" fmla="*/ 20749 w 69218"/>
                            <a:gd name="connsiteY14" fmla="*/ 14463 h 21599"/>
                            <a:gd name="connsiteX15" fmla="*/ 27886 w 69218"/>
                            <a:gd name="connsiteY15" fmla="*/ 18031 h 21599"/>
                            <a:gd name="connsiteX16" fmla="*/ 33833 w 69218"/>
                            <a:gd name="connsiteY16" fmla="*/ 21599 h 21599"/>
                            <a:gd name="connsiteX17" fmla="*/ 40969 w 69218"/>
                            <a:gd name="connsiteY17" fmla="*/ 18031 h 21599"/>
                            <a:gd name="connsiteX18" fmla="*/ 56432 w 69218"/>
                            <a:gd name="connsiteY18" fmla="*/ 18031 h 21599"/>
                            <a:gd name="connsiteX19" fmla="*/ 68326 w 69218"/>
                            <a:gd name="connsiteY19" fmla="*/ 15652 h 21599"/>
                            <a:gd name="connsiteX20" fmla="*/ 68326 w 69218"/>
                            <a:gd name="connsiteY20" fmla="*/ 7326 h 2159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</a:cxnLst>
                          <a:rect l="l" t="t" r="r" b="b"/>
                          <a:pathLst>
                            <a:path w="69218" h="21599">
                              <a:moveTo>
                                <a:pt x="68326" y="7326"/>
                              </a:moveTo>
                              <a:cubicBezTo>
                                <a:pt x="67137" y="7326"/>
                                <a:pt x="65948" y="13273"/>
                                <a:pt x="65948" y="13273"/>
                              </a:cubicBezTo>
                              <a:cubicBezTo>
                                <a:pt x="65948" y="14463"/>
                                <a:pt x="61190" y="12084"/>
                                <a:pt x="58811" y="12084"/>
                              </a:cubicBezTo>
                              <a:cubicBezTo>
                                <a:pt x="56432" y="12084"/>
                                <a:pt x="57621" y="8515"/>
                                <a:pt x="55243" y="7326"/>
                              </a:cubicBezTo>
                              <a:cubicBezTo>
                                <a:pt x="52864" y="4947"/>
                                <a:pt x="50485" y="7326"/>
                                <a:pt x="48106" y="7326"/>
                              </a:cubicBezTo>
                              <a:cubicBezTo>
                                <a:pt x="44538" y="7326"/>
                                <a:pt x="38590" y="3758"/>
                                <a:pt x="35022" y="3758"/>
                              </a:cubicBezTo>
                              <a:cubicBezTo>
                                <a:pt x="31454" y="3758"/>
                                <a:pt x="29075" y="6136"/>
                                <a:pt x="26696" y="8515"/>
                              </a:cubicBezTo>
                              <a:cubicBezTo>
                                <a:pt x="24317" y="10894"/>
                                <a:pt x="19560" y="7326"/>
                                <a:pt x="17181" y="6136"/>
                              </a:cubicBezTo>
                              <a:cubicBezTo>
                                <a:pt x="14802" y="4947"/>
                                <a:pt x="14802" y="1379"/>
                                <a:pt x="12423" y="189"/>
                              </a:cubicBezTo>
                              <a:cubicBezTo>
                                <a:pt x="11234" y="-1000"/>
                                <a:pt x="10044" y="3758"/>
                                <a:pt x="8854" y="4947"/>
                              </a:cubicBezTo>
                              <a:cubicBezTo>
                                <a:pt x="7665" y="6136"/>
                                <a:pt x="4097" y="1379"/>
                                <a:pt x="4097" y="1379"/>
                              </a:cubicBezTo>
                              <a:cubicBezTo>
                                <a:pt x="2907" y="1379"/>
                                <a:pt x="2907" y="4947"/>
                                <a:pt x="2907" y="4947"/>
                              </a:cubicBezTo>
                              <a:cubicBezTo>
                                <a:pt x="1718" y="6136"/>
                                <a:pt x="1718" y="2568"/>
                                <a:pt x="529" y="3758"/>
                              </a:cubicBezTo>
                              <a:cubicBezTo>
                                <a:pt x="529" y="4947"/>
                                <a:pt x="-661" y="12084"/>
                                <a:pt x="529" y="14463"/>
                              </a:cubicBezTo>
                              <a:cubicBezTo>
                                <a:pt x="1718" y="16841"/>
                                <a:pt x="18370" y="14463"/>
                                <a:pt x="20749" y="14463"/>
                              </a:cubicBezTo>
                              <a:cubicBezTo>
                                <a:pt x="23128" y="14463"/>
                                <a:pt x="26696" y="16841"/>
                                <a:pt x="27886" y="18031"/>
                              </a:cubicBezTo>
                              <a:cubicBezTo>
                                <a:pt x="29075" y="19220"/>
                                <a:pt x="30265" y="21599"/>
                                <a:pt x="33833" y="21599"/>
                              </a:cubicBezTo>
                              <a:cubicBezTo>
                                <a:pt x="36212" y="21599"/>
                                <a:pt x="39780" y="19220"/>
                                <a:pt x="40969" y="18031"/>
                              </a:cubicBezTo>
                              <a:cubicBezTo>
                                <a:pt x="42159" y="16841"/>
                                <a:pt x="49296" y="18031"/>
                                <a:pt x="56432" y="18031"/>
                              </a:cubicBezTo>
                              <a:cubicBezTo>
                                <a:pt x="62379" y="18031"/>
                                <a:pt x="67137" y="16841"/>
                                <a:pt x="68326" y="15652"/>
                              </a:cubicBezTo>
                              <a:cubicBezTo>
                                <a:pt x="69516" y="15652"/>
                                <a:pt x="69516" y="8515"/>
                                <a:pt x="68326" y="732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8" name="Freeform 307">
                          <a:extLst>
                            <a:ext uri="{FF2B5EF4-FFF2-40B4-BE49-F238E27FC236}">
                              <a16:creationId xmlns:a16="http://schemas.microsoft.com/office/drawing/2014/main" id="{08E143DE-B09E-217E-7815-B282F5DE0D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55874" y="3451818"/>
                          <a:ext cx="7703" cy="11429"/>
                        </a:xfrm>
                        <a:custGeom>
                          <a:avLst/>
                          <a:gdLst>
                            <a:gd name="connsiteX0" fmla="*/ 2703 w 7703"/>
                            <a:gd name="connsiteY0" fmla="*/ 0 h 11429"/>
                            <a:gd name="connsiteX1" fmla="*/ 324 w 7703"/>
                            <a:gd name="connsiteY1" fmla="*/ 2379 h 11429"/>
                            <a:gd name="connsiteX2" fmla="*/ 5082 w 7703"/>
                            <a:gd name="connsiteY2" fmla="*/ 10705 h 11429"/>
                            <a:gd name="connsiteX3" fmla="*/ 7461 w 7703"/>
                            <a:gd name="connsiteY3" fmla="*/ 4758 h 11429"/>
                            <a:gd name="connsiteX4" fmla="*/ 2703 w 7703"/>
                            <a:gd name="connsiteY4" fmla="*/ 0 h 1142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7703" h="11429">
                              <a:moveTo>
                                <a:pt x="2703" y="0"/>
                              </a:moveTo>
                              <a:cubicBezTo>
                                <a:pt x="1514" y="0"/>
                                <a:pt x="-865" y="1189"/>
                                <a:pt x="324" y="2379"/>
                              </a:cubicBezTo>
                              <a:cubicBezTo>
                                <a:pt x="1514" y="3568"/>
                                <a:pt x="2703" y="14273"/>
                                <a:pt x="5082" y="10705"/>
                              </a:cubicBezTo>
                              <a:cubicBezTo>
                                <a:pt x="5082" y="10705"/>
                                <a:pt x="8650" y="5947"/>
                                <a:pt x="7461" y="4758"/>
                              </a:cubicBezTo>
                              <a:cubicBezTo>
                                <a:pt x="6271" y="4758"/>
                                <a:pt x="3893" y="0"/>
                                <a:pt x="2703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9" name="Freeform 308">
                          <a:extLst>
                            <a:ext uri="{FF2B5EF4-FFF2-40B4-BE49-F238E27FC236}">
                              <a16:creationId xmlns:a16="http://schemas.microsoft.com/office/drawing/2014/main" id="{2C1B45C7-DD5B-0675-E863-03CAEE0EACB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0472" y="3431597"/>
                          <a:ext cx="16354" cy="15617"/>
                        </a:xfrm>
                        <a:custGeom>
                          <a:avLst/>
                          <a:gdLst>
                            <a:gd name="connsiteX0" fmla="*/ 15463 w 16354"/>
                            <a:gd name="connsiteY0" fmla="*/ 0 h 15617"/>
                            <a:gd name="connsiteX1" fmla="*/ 1190 w 16354"/>
                            <a:gd name="connsiteY1" fmla="*/ 7137 h 15617"/>
                            <a:gd name="connsiteX2" fmla="*/ 2379 w 16354"/>
                            <a:gd name="connsiteY2" fmla="*/ 15463 h 15617"/>
                            <a:gd name="connsiteX3" fmla="*/ 8326 w 16354"/>
                            <a:gd name="connsiteY3" fmla="*/ 11894 h 15617"/>
                            <a:gd name="connsiteX4" fmla="*/ 13084 w 16354"/>
                            <a:gd name="connsiteY4" fmla="*/ 7137 h 15617"/>
                            <a:gd name="connsiteX5" fmla="*/ 15463 w 16354"/>
                            <a:gd name="connsiteY5" fmla="*/ 2379 h 15617"/>
                            <a:gd name="connsiteX6" fmla="*/ 15463 w 16354"/>
                            <a:gd name="connsiteY6" fmla="*/ 0 h 156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354" h="15617">
                              <a:moveTo>
                                <a:pt x="15463" y="0"/>
                              </a:moveTo>
                              <a:cubicBezTo>
                                <a:pt x="14273" y="0"/>
                                <a:pt x="2379" y="4758"/>
                                <a:pt x="1190" y="7137"/>
                              </a:cubicBezTo>
                              <a:cubicBezTo>
                                <a:pt x="0" y="10705"/>
                                <a:pt x="-1190" y="16652"/>
                                <a:pt x="2379" y="15463"/>
                              </a:cubicBezTo>
                              <a:cubicBezTo>
                                <a:pt x="2379" y="15463"/>
                                <a:pt x="7137" y="13084"/>
                                <a:pt x="8326" y="11894"/>
                              </a:cubicBezTo>
                              <a:cubicBezTo>
                                <a:pt x="9515" y="10705"/>
                                <a:pt x="13084" y="9516"/>
                                <a:pt x="13084" y="7137"/>
                              </a:cubicBezTo>
                              <a:cubicBezTo>
                                <a:pt x="13084" y="4758"/>
                                <a:pt x="13084" y="3568"/>
                                <a:pt x="15463" y="2379"/>
                              </a:cubicBezTo>
                              <a:cubicBezTo>
                                <a:pt x="16652" y="2379"/>
                                <a:pt x="16652" y="0"/>
                                <a:pt x="15463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10" name="Freeform 309">
                          <a:extLst>
                            <a:ext uri="{FF2B5EF4-FFF2-40B4-BE49-F238E27FC236}">
                              <a16:creationId xmlns:a16="http://schemas.microsoft.com/office/drawing/2014/main" id="{1014F387-5273-9A18-E5A8-EDA1129DF0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62164" y="3329306"/>
                          <a:ext cx="13240" cy="13372"/>
                        </a:xfrm>
                        <a:custGeom>
                          <a:avLst/>
                          <a:gdLst>
                            <a:gd name="connsiteX0" fmla="*/ 7293 w 13240"/>
                            <a:gd name="connsiteY0" fmla="*/ 3568 h 13372"/>
                            <a:gd name="connsiteX1" fmla="*/ 6104 w 13240"/>
                            <a:gd name="connsiteY1" fmla="*/ 0 h 13372"/>
                            <a:gd name="connsiteX2" fmla="*/ 156 w 13240"/>
                            <a:gd name="connsiteY2" fmla="*/ 1189 h 13372"/>
                            <a:gd name="connsiteX3" fmla="*/ 13240 w 13240"/>
                            <a:gd name="connsiteY3" fmla="*/ 13084 h 13372"/>
                            <a:gd name="connsiteX4" fmla="*/ 10861 w 13240"/>
                            <a:gd name="connsiteY4" fmla="*/ 9516 h 13372"/>
                            <a:gd name="connsiteX5" fmla="*/ 7293 w 13240"/>
                            <a:gd name="connsiteY5" fmla="*/ 3568 h 1337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3240" h="13372">
                              <a:moveTo>
                                <a:pt x="7293" y="3568"/>
                              </a:moveTo>
                              <a:cubicBezTo>
                                <a:pt x="7293" y="1189"/>
                                <a:pt x="7293" y="0"/>
                                <a:pt x="6104" y="0"/>
                              </a:cubicBezTo>
                              <a:cubicBezTo>
                                <a:pt x="4914" y="0"/>
                                <a:pt x="-1033" y="0"/>
                                <a:pt x="156" y="1189"/>
                              </a:cubicBezTo>
                              <a:cubicBezTo>
                                <a:pt x="1346" y="2379"/>
                                <a:pt x="8483" y="15463"/>
                                <a:pt x="13240" y="13084"/>
                              </a:cubicBezTo>
                              <a:cubicBezTo>
                                <a:pt x="13240" y="13084"/>
                                <a:pt x="12051" y="10705"/>
                                <a:pt x="10861" y="9516"/>
                              </a:cubicBezTo>
                              <a:cubicBezTo>
                                <a:pt x="9672" y="7137"/>
                                <a:pt x="7293" y="5947"/>
                                <a:pt x="7293" y="35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11" name="Freeform 310">
                          <a:extLst>
                            <a:ext uri="{FF2B5EF4-FFF2-40B4-BE49-F238E27FC236}">
                              <a16:creationId xmlns:a16="http://schemas.microsoft.com/office/drawing/2014/main" id="{17312485-6837-AE2E-4C75-C8930BFC1B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82541" y="3368929"/>
                          <a:ext cx="15049" cy="17607"/>
                        </a:xfrm>
                        <a:custGeom>
                          <a:avLst/>
                          <a:gdLst>
                            <a:gd name="connsiteX0" fmla="*/ 14273 w 15049"/>
                            <a:gd name="connsiteY0" fmla="*/ 16280 h 17607"/>
                            <a:gd name="connsiteX1" fmla="*/ 13083 w 15049"/>
                            <a:gd name="connsiteY1" fmla="*/ 9144 h 17607"/>
                            <a:gd name="connsiteX2" fmla="*/ 8326 w 15049"/>
                            <a:gd name="connsiteY2" fmla="*/ 818 h 17607"/>
                            <a:gd name="connsiteX3" fmla="*/ 5947 w 15049"/>
                            <a:gd name="connsiteY3" fmla="*/ 2007 h 17607"/>
                            <a:gd name="connsiteX4" fmla="*/ 4758 w 15049"/>
                            <a:gd name="connsiteY4" fmla="*/ 5576 h 17607"/>
                            <a:gd name="connsiteX5" fmla="*/ 0 w 15049"/>
                            <a:gd name="connsiteY5" fmla="*/ 7954 h 17607"/>
                            <a:gd name="connsiteX6" fmla="*/ 2379 w 15049"/>
                            <a:gd name="connsiteY6" fmla="*/ 15091 h 17607"/>
                            <a:gd name="connsiteX7" fmla="*/ 14273 w 15049"/>
                            <a:gd name="connsiteY7" fmla="*/ 16280 h 176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5049" h="17607">
                              <a:moveTo>
                                <a:pt x="14273" y="16280"/>
                              </a:moveTo>
                              <a:cubicBezTo>
                                <a:pt x="14273" y="16280"/>
                                <a:pt x="16652" y="11523"/>
                                <a:pt x="13083" y="9144"/>
                              </a:cubicBezTo>
                              <a:cubicBezTo>
                                <a:pt x="10705" y="6765"/>
                                <a:pt x="9515" y="2007"/>
                                <a:pt x="8326" y="818"/>
                              </a:cubicBezTo>
                              <a:cubicBezTo>
                                <a:pt x="7136" y="-1561"/>
                                <a:pt x="5947" y="2007"/>
                                <a:pt x="5947" y="2007"/>
                              </a:cubicBezTo>
                              <a:cubicBezTo>
                                <a:pt x="5947" y="3197"/>
                                <a:pt x="7136" y="5576"/>
                                <a:pt x="4758" y="5576"/>
                              </a:cubicBezTo>
                              <a:cubicBezTo>
                                <a:pt x="2379" y="5576"/>
                                <a:pt x="0" y="4386"/>
                                <a:pt x="0" y="7954"/>
                              </a:cubicBezTo>
                              <a:cubicBezTo>
                                <a:pt x="1189" y="10333"/>
                                <a:pt x="0" y="16280"/>
                                <a:pt x="2379" y="15091"/>
                              </a:cubicBezTo>
                              <a:cubicBezTo>
                                <a:pt x="5947" y="15091"/>
                                <a:pt x="13083" y="19849"/>
                                <a:pt x="14273" y="1628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12" name="Freeform 311">
                          <a:extLst>
                            <a:ext uri="{FF2B5EF4-FFF2-40B4-BE49-F238E27FC236}">
                              <a16:creationId xmlns:a16="http://schemas.microsoft.com/office/drawing/2014/main" id="{63DE3442-48F5-6E45-0CF6-D8AC7F4E79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90210" y="3388778"/>
                          <a:ext cx="10288" cy="8292"/>
                        </a:xfrm>
                        <a:custGeom>
                          <a:avLst/>
                          <a:gdLst>
                            <a:gd name="connsiteX0" fmla="*/ 4225 w 10288"/>
                            <a:gd name="connsiteY0" fmla="*/ 0 h 8292"/>
                            <a:gd name="connsiteX1" fmla="*/ 657 w 10288"/>
                            <a:gd name="connsiteY1" fmla="*/ 4758 h 8292"/>
                            <a:gd name="connsiteX2" fmla="*/ 10173 w 10288"/>
                            <a:gd name="connsiteY2" fmla="*/ 5947 h 8292"/>
                            <a:gd name="connsiteX3" fmla="*/ 4225 w 10288"/>
                            <a:gd name="connsiteY3" fmla="*/ 0 h 82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0288" h="8292">
                              <a:moveTo>
                                <a:pt x="4225" y="0"/>
                              </a:moveTo>
                              <a:cubicBezTo>
                                <a:pt x="3036" y="1189"/>
                                <a:pt x="-1722" y="2379"/>
                                <a:pt x="657" y="4758"/>
                              </a:cubicBezTo>
                              <a:cubicBezTo>
                                <a:pt x="3036" y="7137"/>
                                <a:pt x="11362" y="10705"/>
                                <a:pt x="10173" y="5947"/>
                              </a:cubicBezTo>
                              <a:cubicBezTo>
                                <a:pt x="10173" y="4758"/>
                                <a:pt x="5414" y="0"/>
                                <a:pt x="4225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13" name="Freeform 312">
                          <a:extLst>
                            <a:ext uri="{FF2B5EF4-FFF2-40B4-BE49-F238E27FC236}">
                              <a16:creationId xmlns:a16="http://schemas.microsoft.com/office/drawing/2014/main" id="{9194FC97-5E0F-366A-E28C-F2EB9D8AE1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89810" y="3357852"/>
                          <a:ext cx="3678" cy="8326"/>
                        </a:xfrm>
                        <a:custGeom>
                          <a:avLst/>
                          <a:gdLst>
                            <a:gd name="connsiteX0" fmla="*/ 1057 w 3678"/>
                            <a:gd name="connsiteY0" fmla="*/ 8326 h 8326"/>
                            <a:gd name="connsiteX1" fmla="*/ 3436 w 3678"/>
                            <a:gd name="connsiteY1" fmla="*/ 5947 h 8326"/>
                            <a:gd name="connsiteX2" fmla="*/ 1057 w 3678"/>
                            <a:gd name="connsiteY2" fmla="*/ 0 h 8326"/>
                            <a:gd name="connsiteX3" fmla="*/ 1057 w 3678"/>
                            <a:gd name="connsiteY3" fmla="*/ 8326 h 832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678" h="8326">
                              <a:moveTo>
                                <a:pt x="1057" y="8326"/>
                              </a:moveTo>
                              <a:cubicBezTo>
                                <a:pt x="1057" y="8326"/>
                                <a:pt x="4626" y="8326"/>
                                <a:pt x="3436" y="5947"/>
                              </a:cubicBezTo>
                              <a:cubicBezTo>
                                <a:pt x="3436" y="4758"/>
                                <a:pt x="1057" y="0"/>
                                <a:pt x="1057" y="0"/>
                              </a:cubicBezTo>
                              <a:cubicBezTo>
                                <a:pt x="1057" y="0"/>
                                <a:pt x="-1321" y="8326"/>
                                <a:pt x="1057" y="832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314" name="Graphic 27">
                        <a:extLst>
                          <a:ext uri="{FF2B5EF4-FFF2-40B4-BE49-F238E27FC236}">
                            <a16:creationId xmlns:a16="http://schemas.microsoft.com/office/drawing/2014/main" id="{39F913F9-B60C-AF8C-10BE-0CAF427C6C8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12190" y="3252894"/>
                        <a:ext cx="479342" cy="188333"/>
                        <a:chOff x="6312190" y="3252894"/>
                        <a:chExt cx="479342" cy="188333"/>
                      </a:xfrm>
                      <a:grpFill/>
                    </p:grpSpPr>
                    <p:sp>
                      <p:nvSpPr>
                        <p:cNvPr id="315" name="Freeform 314">
                          <a:extLst>
                            <a:ext uri="{FF2B5EF4-FFF2-40B4-BE49-F238E27FC236}">
                              <a16:creationId xmlns:a16="http://schemas.microsoft.com/office/drawing/2014/main" id="{786E9878-141B-7D96-ADA0-089F502A7F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28235" y="3254372"/>
                          <a:ext cx="463296" cy="186855"/>
                        </a:xfrm>
                        <a:custGeom>
                          <a:avLst/>
                          <a:gdLst>
                            <a:gd name="connsiteX0" fmla="*/ 456160 w 463296"/>
                            <a:gd name="connsiteY0" fmla="*/ 132027 h 186855"/>
                            <a:gd name="connsiteX1" fmla="*/ 449023 w 463296"/>
                            <a:gd name="connsiteY1" fmla="*/ 127270 h 186855"/>
                            <a:gd name="connsiteX2" fmla="*/ 451402 w 463296"/>
                            <a:gd name="connsiteY2" fmla="*/ 117754 h 186855"/>
                            <a:gd name="connsiteX3" fmla="*/ 445455 w 463296"/>
                            <a:gd name="connsiteY3" fmla="*/ 98723 h 186855"/>
                            <a:gd name="connsiteX4" fmla="*/ 444265 w 463296"/>
                            <a:gd name="connsiteY4" fmla="*/ 88018 h 186855"/>
                            <a:gd name="connsiteX5" fmla="*/ 440697 w 463296"/>
                            <a:gd name="connsiteY5" fmla="*/ 78503 h 186855"/>
                            <a:gd name="connsiteX6" fmla="*/ 447834 w 463296"/>
                            <a:gd name="connsiteY6" fmla="*/ 77313 h 186855"/>
                            <a:gd name="connsiteX7" fmla="*/ 450213 w 463296"/>
                            <a:gd name="connsiteY7" fmla="*/ 67798 h 186855"/>
                            <a:gd name="connsiteX8" fmla="*/ 451402 w 463296"/>
                            <a:gd name="connsiteY8" fmla="*/ 67798 h 186855"/>
                            <a:gd name="connsiteX9" fmla="*/ 444265 w 463296"/>
                            <a:gd name="connsiteY9" fmla="*/ 59472 h 186855"/>
                            <a:gd name="connsiteX10" fmla="*/ 428803 w 463296"/>
                            <a:gd name="connsiteY10" fmla="*/ 57093 h 186855"/>
                            <a:gd name="connsiteX11" fmla="*/ 424045 w 463296"/>
                            <a:gd name="connsiteY11" fmla="*/ 44009 h 186855"/>
                            <a:gd name="connsiteX12" fmla="*/ 424045 w 463296"/>
                            <a:gd name="connsiteY12" fmla="*/ 35683 h 186855"/>
                            <a:gd name="connsiteX13" fmla="*/ 420477 w 463296"/>
                            <a:gd name="connsiteY13" fmla="*/ 29736 h 186855"/>
                            <a:gd name="connsiteX14" fmla="*/ 416909 w 463296"/>
                            <a:gd name="connsiteY14" fmla="*/ 23789 h 186855"/>
                            <a:gd name="connsiteX15" fmla="*/ 414530 w 463296"/>
                            <a:gd name="connsiteY15" fmla="*/ 21410 h 186855"/>
                            <a:gd name="connsiteX16" fmla="*/ 413340 w 463296"/>
                            <a:gd name="connsiteY16" fmla="*/ 21410 h 186855"/>
                            <a:gd name="connsiteX17" fmla="*/ 406204 w 463296"/>
                            <a:gd name="connsiteY17" fmla="*/ 16652 h 186855"/>
                            <a:gd name="connsiteX18" fmla="*/ 400257 w 463296"/>
                            <a:gd name="connsiteY18" fmla="*/ 11894 h 186855"/>
                            <a:gd name="connsiteX19" fmla="*/ 393120 w 463296"/>
                            <a:gd name="connsiteY19" fmla="*/ 10705 h 186855"/>
                            <a:gd name="connsiteX20" fmla="*/ 387173 w 463296"/>
                            <a:gd name="connsiteY20" fmla="*/ 14273 h 186855"/>
                            <a:gd name="connsiteX21" fmla="*/ 383604 w 463296"/>
                            <a:gd name="connsiteY21" fmla="*/ 11894 h 186855"/>
                            <a:gd name="connsiteX22" fmla="*/ 378846 w 463296"/>
                            <a:gd name="connsiteY22" fmla="*/ 15463 h 186855"/>
                            <a:gd name="connsiteX23" fmla="*/ 376468 w 463296"/>
                            <a:gd name="connsiteY23" fmla="*/ 10705 h 186855"/>
                            <a:gd name="connsiteX24" fmla="*/ 372899 w 463296"/>
                            <a:gd name="connsiteY24" fmla="*/ 9516 h 186855"/>
                            <a:gd name="connsiteX25" fmla="*/ 372899 w 463296"/>
                            <a:gd name="connsiteY25" fmla="*/ 9516 h 186855"/>
                            <a:gd name="connsiteX26" fmla="*/ 358626 w 463296"/>
                            <a:gd name="connsiteY26" fmla="*/ 23789 h 186855"/>
                            <a:gd name="connsiteX27" fmla="*/ 336027 w 463296"/>
                            <a:gd name="connsiteY27" fmla="*/ 33304 h 186855"/>
                            <a:gd name="connsiteX28" fmla="*/ 321754 w 463296"/>
                            <a:gd name="connsiteY28" fmla="*/ 28546 h 186855"/>
                            <a:gd name="connsiteX29" fmla="*/ 306291 w 463296"/>
                            <a:gd name="connsiteY29" fmla="*/ 29736 h 186855"/>
                            <a:gd name="connsiteX30" fmla="*/ 293207 w 463296"/>
                            <a:gd name="connsiteY30" fmla="*/ 34494 h 186855"/>
                            <a:gd name="connsiteX31" fmla="*/ 281313 w 463296"/>
                            <a:gd name="connsiteY31" fmla="*/ 29736 h 186855"/>
                            <a:gd name="connsiteX32" fmla="*/ 271797 w 463296"/>
                            <a:gd name="connsiteY32" fmla="*/ 28546 h 186855"/>
                            <a:gd name="connsiteX33" fmla="*/ 263471 w 463296"/>
                            <a:gd name="connsiteY33" fmla="*/ 24978 h 186855"/>
                            <a:gd name="connsiteX34" fmla="*/ 256335 w 463296"/>
                            <a:gd name="connsiteY34" fmla="*/ 20220 h 186855"/>
                            <a:gd name="connsiteX35" fmla="*/ 245630 w 463296"/>
                            <a:gd name="connsiteY35" fmla="*/ 21410 h 186855"/>
                            <a:gd name="connsiteX36" fmla="*/ 239683 w 463296"/>
                            <a:gd name="connsiteY36" fmla="*/ 8326 h 186855"/>
                            <a:gd name="connsiteX37" fmla="*/ 225409 w 463296"/>
                            <a:gd name="connsiteY37" fmla="*/ 10705 h 186855"/>
                            <a:gd name="connsiteX38" fmla="*/ 212326 w 463296"/>
                            <a:gd name="connsiteY38" fmla="*/ 5947 h 186855"/>
                            <a:gd name="connsiteX39" fmla="*/ 196863 w 463296"/>
                            <a:gd name="connsiteY39" fmla="*/ 2379 h 186855"/>
                            <a:gd name="connsiteX40" fmla="*/ 187348 w 463296"/>
                            <a:gd name="connsiteY40" fmla="*/ 0 h 186855"/>
                            <a:gd name="connsiteX41" fmla="*/ 183779 w 463296"/>
                            <a:gd name="connsiteY41" fmla="*/ 2379 h 186855"/>
                            <a:gd name="connsiteX42" fmla="*/ 177832 w 463296"/>
                            <a:gd name="connsiteY42" fmla="*/ 1190 h 186855"/>
                            <a:gd name="connsiteX43" fmla="*/ 157612 w 463296"/>
                            <a:gd name="connsiteY43" fmla="*/ 4758 h 186855"/>
                            <a:gd name="connsiteX44" fmla="*/ 138581 w 463296"/>
                            <a:gd name="connsiteY44" fmla="*/ 8326 h 186855"/>
                            <a:gd name="connsiteX45" fmla="*/ 129065 w 463296"/>
                            <a:gd name="connsiteY45" fmla="*/ 15463 h 186855"/>
                            <a:gd name="connsiteX46" fmla="*/ 123118 w 463296"/>
                            <a:gd name="connsiteY46" fmla="*/ 24978 h 186855"/>
                            <a:gd name="connsiteX47" fmla="*/ 99329 w 463296"/>
                            <a:gd name="connsiteY47" fmla="*/ 26168 h 186855"/>
                            <a:gd name="connsiteX48" fmla="*/ 83867 w 463296"/>
                            <a:gd name="connsiteY48" fmla="*/ 27357 h 186855"/>
                            <a:gd name="connsiteX49" fmla="*/ 69593 w 463296"/>
                            <a:gd name="connsiteY49" fmla="*/ 27357 h 186855"/>
                            <a:gd name="connsiteX50" fmla="*/ 83867 w 463296"/>
                            <a:gd name="connsiteY50" fmla="*/ 42820 h 186855"/>
                            <a:gd name="connsiteX51" fmla="*/ 64836 w 463296"/>
                            <a:gd name="connsiteY51" fmla="*/ 47577 h 186855"/>
                            <a:gd name="connsiteX52" fmla="*/ 62457 w 463296"/>
                            <a:gd name="connsiteY52" fmla="*/ 49956 h 186855"/>
                            <a:gd name="connsiteX53" fmla="*/ 67215 w 463296"/>
                            <a:gd name="connsiteY53" fmla="*/ 52335 h 186855"/>
                            <a:gd name="connsiteX54" fmla="*/ 54131 w 463296"/>
                            <a:gd name="connsiteY54" fmla="*/ 55903 h 186855"/>
                            <a:gd name="connsiteX55" fmla="*/ 38668 w 463296"/>
                            <a:gd name="connsiteY55" fmla="*/ 55903 h 186855"/>
                            <a:gd name="connsiteX56" fmla="*/ 37479 w 463296"/>
                            <a:gd name="connsiteY56" fmla="*/ 53525 h 186855"/>
                            <a:gd name="connsiteX57" fmla="*/ 24395 w 463296"/>
                            <a:gd name="connsiteY57" fmla="*/ 57093 h 186855"/>
                            <a:gd name="connsiteX58" fmla="*/ 18448 w 463296"/>
                            <a:gd name="connsiteY58" fmla="*/ 53525 h 186855"/>
                            <a:gd name="connsiteX59" fmla="*/ 12501 w 463296"/>
                            <a:gd name="connsiteY59" fmla="*/ 57093 h 186855"/>
                            <a:gd name="connsiteX60" fmla="*/ 606 w 463296"/>
                            <a:gd name="connsiteY60" fmla="*/ 84450 h 186855"/>
                            <a:gd name="connsiteX61" fmla="*/ 19637 w 463296"/>
                            <a:gd name="connsiteY61" fmla="*/ 82071 h 186855"/>
                            <a:gd name="connsiteX62" fmla="*/ 18448 w 463296"/>
                            <a:gd name="connsiteY62" fmla="*/ 97534 h 186855"/>
                            <a:gd name="connsiteX63" fmla="*/ 24395 w 463296"/>
                            <a:gd name="connsiteY63" fmla="*/ 101102 h 186855"/>
                            <a:gd name="connsiteX64" fmla="*/ 16069 w 463296"/>
                            <a:gd name="connsiteY64" fmla="*/ 110617 h 186855"/>
                            <a:gd name="connsiteX65" fmla="*/ 18448 w 463296"/>
                            <a:gd name="connsiteY65" fmla="*/ 111807 h 186855"/>
                            <a:gd name="connsiteX66" fmla="*/ 13690 w 463296"/>
                            <a:gd name="connsiteY66" fmla="*/ 116565 h 186855"/>
                            <a:gd name="connsiteX67" fmla="*/ 8932 w 463296"/>
                            <a:gd name="connsiteY67" fmla="*/ 111807 h 186855"/>
                            <a:gd name="connsiteX68" fmla="*/ 7743 w 463296"/>
                            <a:gd name="connsiteY68" fmla="*/ 122512 h 186855"/>
                            <a:gd name="connsiteX69" fmla="*/ 14880 w 463296"/>
                            <a:gd name="connsiteY69" fmla="*/ 129648 h 186855"/>
                            <a:gd name="connsiteX70" fmla="*/ 30342 w 463296"/>
                            <a:gd name="connsiteY70" fmla="*/ 140353 h 186855"/>
                            <a:gd name="connsiteX71" fmla="*/ 29153 w 463296"/>
                            <a:gd name="connsiteY71" fmla="*/ 149869 h 186855"/>
                            <a:gd name="connsiteX72" fmla="*/ 38668 w 463296"/>
                            <a:gd name="connsiteY72" fmla="*/ 157005 h 186855"/>
                            <a:gd name="connsiteX73" fmla="*/ 30342 w 463296"/>
                            <a:gd name="connsiteY73" fmla="*/ 159384 h 186855"/>
                            <a:gd name="connsiteX74" fmla="*/ 51752 w 463296"/>
                            <a:gd name="connsiteY74" fmla="*/ 161763 h 186855"/>
                            <a:gd name="connsiteX75" fmla="*/ 49373 w 463296"/>
                            <a:gd name="connsiteY75" fmla="*/ 166521 h 186855"/>
                            <a:gd name="connsiteX76" fmla="*/ 33910 w 463296"/>
                            <a:gd name="connsiteY76" fmla="*/ 170089 h 186855"/>
                            <a:gd name="connsiteX77" fmla="*/ 33910 w 463296"/>
                            <a:gd name="connsiteY77" fmla="*/ 172468 h 186855"/>
                            <a:gd name="connsiteX78" fmla="*/ 46994 w 463296"/>
                            <a:gd name="connsiteY78" fmla="*/ 172468 h 186855"/>
                            <a:gd name="connsiteX79" fmla="*/ 51752 w 463296"/>
                            <a:gd name="connsiteY79" fmla="*/ 173658 h 186855"/>
                            <a:gd name="connsiteX80" fmla="*/ 56510 w 463296"/>
                            <a:gd name="connsiteY80" fmla="*/ 170089 h 186855"/>
                            <a:gd name="connsiteX81" fmla="*/ 66025 w 463296"/>
                            <a:gd name="connsiteY81" fmla="*/ 172468 h 186855"/>
                            <a:gd name="connsiteX82" fmla="*/ 79109 w 463296"/>
                            <a:gd name="connsiteY82" fmla="*/ 170089 h 186855"/>
                            <a:gd name="connsiteX83" fmla="*/ 82677 w 463296"/>
                            <a:gd name="connsiteY83" fmla="*/ 183173 h 186855"/>
                            <a:gd name="connsiteX84" fmla="*/ 96951 w 463296"/>
                            <a:gd name="connsiteY84" fmla="*/ 184362 h 186855"/>
                            <a:gd name="connsiteX85" fmla="*/ 104087 w 463296"/>
                            <a:gd name="connsiteY85" fmla="*/ 181984 h 186855"/>
                            <a:gd name="connsiteX86" fmla="*/ 112413 w 463296"/>
                            <a:gd name="connsiteY86" fmla="*/ 181984 h 186855"/>
                            <a:gd name="connsiteX87" fmla="*/ 114792 w 463296"/>
                            <a:gd name="connsiteY87" fmla="*/ 166521 h 186855"/>
                            <a:gd name="connsiteX88" fmla="*/ 130255 w 463296"/>
                            <a:gd name="connsiteY88" fmla="*/ 165331 h 186855"/>
                            <a:gd name="connsiteX89" fmla="*/ 142149 w 463296"/>
                            <a:gd name="connsiteY89" fmla="*/ 171279 h 186855"/>
                            <a:gd name="connsiteX90" fmla="*/ 154043 w 463296"/>
                            <a:gd name="connsiteY90" fmla="*/ 177226 h 186855"/>
                            <a:gd name="connsiteX91" fmla="*/ 163559 w 463296"/>
                            <a:gd name="connsiteY91" fmla="*/ 185552 h 186855"/>
                            <a:gd name="connsiteX92" fmla="*/ 194484 w 463296"/>
                            <a:gd name="connsiteY92" fmla="*/ 183173 h 186855"/>
                            <a:gd name="connsiteX93" fmla="*/ 207568 w 463296"/>
                            <a:gd name="connsiteY93" fmla="*/ 178415 h 186855"/>
                            <a:gd name="connsiteX94" fmla="*/ 214705 w 463296"/>
                            <a:gd name="connsiteY94" fmla="*/ 167710 h 186855"/>
                            <a:gd name="connsiteX95" fmla="*/ 236114 w 463296"/>
                            <a:gd name="connsiteY95" fmla="*/ 167710 h 186855"/>
                            <a:gd name="connsiteX96" fmla="*/ 256335 w 463296"/>
                            <a:gd name="connsiteY96" fmla="*/ 160574 h 186855"/>
                            <a:gd name="connsiteX97" fmla="*/ 248009 w 463296"/>
                            <a:gd name="connsiteY97" fmla="*/ 174847 h 186855"/>
                            <a:gd name="connsiteX98" fmla="*/ 249198 w 463296"/>
                            <a:gd name="connsiteY98" fmla="*/ 186741 h 186855"/>
                            <a:gd name="connsiteX99" fmla="*/ 249198 w 463296"/>
                            <a:gd name="connsiteY99" fmla="*/ 186741 h 186855"/>
                            <a:gd name="connsiteX100" fmla="*/ 258714 w 463296"/>
                            <a:gd name="connsiteY100" fmla="*/ 186741 h 186855"/>
                            <a:gd name="connsiteX101" fmla="*/ 264661 w 463296"/>
                            <a:gd name="connsiteY101" fmla="*/ 181984 h 186855"/>
                            <a:gd name="connsiteX102" fmla="*/ 265850 w 463296"/>
                            <a:gd name="connsiteY102" fmla="*/ 177226 h 186855"/>
                            <a:gd name="connsiteX103" fmla="*/ 267040 w 463296"/>
                            <a:gd name="connsiteY103" fmla="*/ 173658 h 186855"/>
                            <a:gd name="connsiteX104" fmla="*/ 269419 w 463296"/>
                            <a:gd name="connsiteY104" fmla="*/ 164142 h 186855"/>
                            <a:gd name="connsiteX105" fmla="*/ 313428 w 463296"/>
                            <a:gd name="connsiteY105" fmla="*/ 158195 h 186855"/>
                            <a:gd name="connsiteX106" fmla="*/ 331269 w 463296"/>
                            <a:gd name="connsiteY106" fmla="*/ 164142 h 186855"/>
                            <a:gd name="connsiteX107" fmla="*/ 350300 w 463296"/>
                            <a:gd name="connsiteY107" fmla="*/ 158195 h 186855"/>
                            <a:gd name="connsiteX108" fmla="*/ 368142 w 463296"/>
                            <a:gd name="connsiteY108" fmla="*/ 152248 h 186855"/>
                            <a:gd name="connsiteX109" fmla="*/ 390741 w 463296"/>
                            <a:gd name="connsiteY109" fmla="*/ 152248 h 186855"/>
                            <a:gd name="connsiteX110" fmla="*/ 408582 w 463296"/>
                            <a:gd name="connsiteY110" fmla="*/ 149869 h 186855"/>
                            <a:gd name="connsiteX111" fmla="*/ 415719 w 463296"/>
                            <a:gd name="connsiteY111" fmla="*/ 145111 h 186855"/>
                            <a:gd name="connsiteX112" fmla="*/ 435940 w 463296"/>
                            <a:gd name="connsiteY112" fmla="*/ 143922 h 186855"/>
                            <a:gd name="connsiteX113" fmla="*/ 445455 w 463296"/>
                            <a:gd name="connsiteY113" fmla="*/ 145111 h 186855"/>
                            <a:gd name="connsiteX114" fmla="*/ 452592 w 463296"/>
                            <a:gd name="connsiteY114" fmla="*/ 148679 h 186855"/>
                            <a:gd name="connsiteX115" fmla="*/ 459728 w 463296"/>
                            <a:gd name="connsiteY115" fmla="*/ 153437 h 186855"/>
                            <a:gd name="connsiteX116" fmla="*/ 463296 w 463296"/>
                            <a:gd name="connsiteY116" fmla="*/ 149869 h 186855"/>
                            <a:gd name="connsiteX117" fmla="*/ 456160 w 463296"/>
                            <a:gd name="connsiteY117" fmla="*/ 132027 h 18685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</a:cxnLst>
                          <a:rect l="l" t="t" r="r" b="b"/>
                          <a:pathLst>
                            <a:path w="463296" h="186855">
                              <a:moveTo>
                                <a:pt x="456160" y="132027"/>
                              </a:moveTo>
                              <a:cubicBezTo>
                                <a:pt x="454971" y="130838"/>
                                <a:pt x="450213" y="129648"/>
                                <a:pt x="449023" y="127270"/>
                              </a:cubicBezTo>
                              <a:cubicBezTo>
                                <a:pt x="447834" y="124891"/>
                                <a:pt x="451402" y="120133"/>
                                <a:pt x="451402" y="117754"/>
                              </a:cubicBezTo>
                              <a:cubicBezTo>
                                <a:pt x="452592" y="108239"/>
                                <a:pt x="446644" y="107049"/>
                                <a:pt x="445455" y="98723"/>
                              </a:cubicBezTo>
                              <a:cubicBezTo>
                                <a:pt x="445455" y="95155"/>
                                <a:pt x="445455" y="91586"/>
                                <a:pt x="444265" y="88018"/>
                              </a:cubicBezTo>
                              <a:cubicBezTo>
                                <a:pt x="443076" y="84450"/>
                                <a:pt x="440697" y="83260"/>
                                <a:pt x="440697" y="78503"/>
                              </a:cubicBezTo>
                              <a:cubicBezTo>
                                <a:pt x="443076" y="78503"/>
                                <a:pt x="445455" y="77313"/>
                                <a:pt x="447834" y="77313"/>
                              </a:cubicBezTo>
                              <a:cubicBezTo>
                                <a:pt x="447834" y="73745"/>
                                <a:pt x="446644" y="68987"/>
                                <a:pt x="450213" y="67798"/>
                              </a:cubicBezTo>
                              <a:cubicBezTo>
                                <a:pt x="450213" y="67798"/>
                                <a:pt x="451402" y="67798"/>
                                <a:pt x="451402" y="67798"/>
                              </a:cubicBezTo>
                              <a:cubicBezTo>
                                <a:pt x="450213" y="64229"/>
                                <a:pt x="449023" y="60661"/>
                                <a:pt x="444265" y="59472"/>
                              </a:cubicBezTo>
                              <a:cubicBezTo>
                                <a:pt x="439508" y="58282"/>
                                <a:pt x="433561" y="59472"/>
                                <a:pt x="428803" y="57093"/>
                              </a:cubicBezTo>
                              <a:cubicBezTo>
                                <a:pt x="424045" y="54714"/>
                                <a:pt x="424045" y="48767"/>
                                <a:pt x="424045" y="44009"/>
                              </a:cubicBezTo>
                              <a:cubicBezTo>
                                <a:pt x="424045" y="41630"/>
                                <a:pt x="424045" y="38062"/>
                                <a:pt x="424045" y="35683"/>
                              </a:cubicBezTo>
                              <a:cubicBezTo>
                                <a:pt x="424045" y="33304"/>
                                <a:pt x="421666" y="32115"/>
                                <a:pt x="420477" y="29736"/>
                              </a:cubicBezTo>
                              <a:cubicBezTo>
                                <a:pt x="419288" y="27357"/>
                                <a:pt x="418098" y="26168"/>
                                <a:pt x="416909" y="23789"/>
                              </a:cubicBezTo>
                              <a:cubicBezTo>
                                <a:pt x="415719" y="22599"/>
                                <a:pt x="415719" y="22599"/>
                                <a:pt x="414530" y="21410"/>
                              </a:cubicBezTo>
                              <a:cubicBezTo>
                                <a:pt x="414530" y="21410"/>
                                <a:pt x="413340" y="21410"/>
                                <a:pt x="413340" y="21410"/>
                              </a:cubicBezTo>
                              <a:cubicBezTo>
                                <a:pt x="410961" y="21410"/>
                                <a:pt x="407393" y="17842"/>
                                <a:pt x="406204" y="16652"/>
                              </a:cubicBezTo>
                              <a:cubicBezTo>
                                <a:pt x="405014" y="15463"/>
                                <a:pt x="401446" y="13084"/>
                                <a:pt x="400257" y="11894"/>
                              </a:cubicBezTo>
                              <a:cubicBezTo>
                                <a:pt x="399067" y="10705"/>
                                <a:pt x="395499" y="10705"/>
                                <a:pt x="393120" y="10705"/>
                              </a:cubicBezTo>
                              <a:cubicBezTo>
                                <a:pt x="391930" y="10705"/>
                                <a:pt x="388362" y="14273"/>
                                <a:pt x="387173" y="14273"/>
                              </a:cubicBezTo>
                              <a:cubicBezTo>
                                <a:pt x="384794" y="14273"/>
                                <a:pt x="384794" y="13084"/>
                                <a:pt x="383604" y="11894"/>
                              </a:cubicBezTo>
                              <a:cubicBezTo>
                                <a:pt x="382415" y="10705"/>
                                <a:pt x="378846" y="14273"/>
                                <a:pt x="378846" y="15463"/>
                              </a:cubicBezTo>
                              <a:cubicBezTo>
                                <a:pt x="377657" y="15463"/>
                                <a:pt x="376468" y="11894"/>
                                <a:pt x="376468" y="10705"/>
                              </a:cubicBezTo>
                              <a:cubicBezTo>
                                <a:pt x="376468" y="9516"/>
                                <a:pt x="374089" y="9516"/>
                                <a:pt x="372899" y="9516"/>
                              </a:cubicBezTo>
                              <a:lnTo>
                                <a:pt x="372899" y="9516"/>
                              </a:lnTo>
                              <a:cubicBezTo>
                                <a:pt x="369331" y="15463"/>
                                <a:pt x="365763" y="20220"/>
                                <a:pt x="358626" y="23789"/>
                              </a:cubicBezTo>
                              <a:cubicBezTo>
                                <a:pt x="351490" y="28546"/>
                                <a:pt x="344353" y="34494"/>
                                <a:pt x="336027" y="33304"/>
                              </a:cubicBezTo>
                              <a:cubicBezTo>
                                <a:pt x="331269" y="33304"/>
                                <a:pt x="326511" y="29736"/>
                                <a:pt x="321754" y="28546"/>
                              </a:cubicBezTo>
                              <a:cubicBezTo>
                                <a:pt x="316996" y="27357"/>
                                <a:pt x="309859" y="28546"/>
                                <a:pt x="306291" y="29736"/>
                              </a:cubicBezTo>
                              <a:cubicBezTo>
                                <a:pt x="301533" y="30925"/>
                                <a:pt x="297965" y="33304"/>
                                <a:pt x="293207" y="34494"/>
                              </a:cubicBezTo>
                              <a:cubicBezTo>
                                <a:pt x="287260" y="34494"/>
                                <a:pt x="286071" y="30925"/>
                                <a:pt x="281313" y="29736"/>
                              </a:cubicBezTo>
                              <a:cubicBezTo>
                                <a:pt x="278934" y="28546"/>
                                <a:pt x="275366" y="29736"/>
                                <a:pt x="271797" y="28546"/>
                              </a:cubicBezTo>
                              <a:cubicBezTo>
                                <a:pt x="269419" y="27357"/>
                                <a:pt x="265850" y="26168"/>
                                <a:pt x="263471" y="24978"/>
                              </a:cubicBezTo>
                              <a:cubicBezTo>
                                <a:pt x="261092" y="23789"/>
                                <a:pt x="258714" y="21410"/>
                                <a:pt x="256335" y="20220"/>
                              </a:cubicBezTo>
                              <a:cubicBezTo>
                                <a:pt x="252767" y="19031"/>
                                <a:pt x="249198" y="22599"/>
                                <a:pt x="245630" y="21410"/>
                              </a:cubicBezTo>
                              <a:cubicBezTo>
                                <a:pt x="243251" y="17842"/>
                                <a:pt x="240872" y="13084"/>
                                <a:pt x="239683" y="8326"/>
                              </a:cubicBezTo>
                              <a:cubicBezTo>
                                <a:pt x="233736" y="4758"/>
                                <a:pt x="231357" y="9516"/>
                                <a:pt x="225409" y="10705"/>
                              </a:cubicBezTo>
                              <a:cubicBezTo>
                                <a:pt x="218273" y="11894"/>
                                <a:pt x="219462" y="8326"/>
                                <a:pt x="212326" y="5947"/>
                              </a:cubicBezTo>
                              <a:cubicBezTo>
                                <a:pt x="214705" y="-4758"/>
                                <a:pt x="201621" y="2379"/>
                                <a:pt x="196863" y="2379"/>
                              </a:cubicBezTo>
                              <a:cubicBezTo>
                                <a:pt x="193295" y="2379"/>
                                <a:pt x="190916" y="0"/>
                                <a:pt x="187348" y="0"/>
                              </a:cubicBezTo>
                              <a:cubicBezTo>
                                <a:pt x="186158" y="0"/>
                                <a:pt x="184969" y="2379"/>
                                <a:pt x="183779" y="2379"/>
                              </a:cubicBezTo>
                              <a:cubicBezTo>
                                <a:pt x="181401" y="2379"/>
                                <a:pt x="180211" y="2379"/>
                                <a:pt x="177832" y="1190"/>
                              </a:cubicBezTo>
                              <a:cubicBezTo>
                                <a:pt x="170695" y="1190"/>
                                <a:pt x="164748" y="3568"/>
                                <a:pt x="157612" y="4758"/>
                              </a:cubicBezTo>
                              <a:cubicBezTo>
                                <a:pt x="151665" y="7137"/>
                                <a:pt x="144528" y="7137"/>
                                <a:pt x="138581" y="8326"/>
                              </a:cubicBezTo>
                              <a:cubicBezTo>
                                <a:pt x="139770" y="15463"/>
                                <a:pt x="132634" y="11894"/>
                                <a:pt x="129065" y="15463"/>
                              </a:cubicBezTo>
                              <a:cubicBezTo>
                                <a:pt x="127876" y="16652"/>
                                <a:pt x="124307" y="22599"/>
                                <a:pt x="123118" y="24978"/>
                              </a:cubicBezTo>
                              <a:cubicBezTo>
                                <a:pt x="115982" y="34494"/>
                                <a:pt x="108845" y="28546"/>
                                <a:pt x="99329" y="26168"/>
                              </a:cubicBezTo>
                              <a:cubicBezTo>
                                <a:pt x="94572" y="27357"/>
                                <a:pt x="88624" y="27357"/>
                                <a:pt x="83867" y="27357"/>
                              </a:cubicBezTo>
                              <a:cubicBezTo>
                                <a:pt x="79109" y="28546"/>
                                <a:pt x="73162" y="24978"/>
                                <a:pt x="69593" y="27357"/>
                              </a:cubicBezTo>
                              <a:cubicBezTo>
                                <a:pt x="62457" y="40441"/>
                                <a:pt x="77920" y="38062"/>
                                <a:pt x="83867" y="42820"/>
                              </a:cubicBezTo>
                              <a:cubicBezTo>
                                <a:pt x="80299" y="46388"/>
                                <a:pt x="69593" y="45199"/>
                                <a:pt x="64836" y="47577"/>
                              </a:cubicBezTo>
                              <a:cubicBezTo>
                                <a:pt x="63646" y="47577"/>
                                <a:pt x="63646" y="48767"/>
                                <a:pt x="62457" y="49956"/>
                              </a:cubicBezTo>
                              <a:cubicBezTo>
                                <a:pt x="62457" y="52335"/>
                                <a:pt x="64836" y="53525"/>
                                <a:pt x="67215" y="52335"/>
                              </a:cubicBezTo>
                              <a:cubicBezTo>
                                <a:pt x="66025" y="57093"/>
                                <a:pt x="58889" y="57093"/>
                                <a:pt x="54131" y="55903"/>
                              </a:cubicBezTo>
                              <a:cubicBezTo>
                                <a:pt x="48184" y="55903"/>
                                <a:pt x="43426" y="55903"/>
                                <a:pt x="38668" y="55903"/>
                              </a:cubicBezTo>
                              <a:cubicBezTo>
                                <a:pt x="38668" y="54714"/>
                                <a:pt x="37479" y="54714"/>
                                <a:pt x="37479" y="53525"/>
                              </a:cubicBezTo>
                              <a:cubicBezTo>
                                <a:pt x="31532" y="53525"/>
                                <a:pt x="30342" y="58282"/>
                                <a:pt x="24395" y="57093"/>
                              </a:cubicBezTo>
                              <a:cubicBezTo>
                                <a:pt x="22016" y="55903"/>
                                <a:pt x="20827" y="53525"/>
                                <a:pt x="18448" y="53525"/>
                              </a:cubicBezTo>
                              <a:cubicBezTo>
                                <a:pt x="13690" y="52335"/>
                                <a:pt x="14880" y="54714"/>
                                <a:pt x="12501" y="57093"/>
                              </a:cubicBezTo>
                              <a:cubicBezTo>
                                <a:pt x="2985" y="63040"/>
                                <a:pt x="-1773" y="70177"/>
                                <a:pt x="606" y="84450"/>
                              </a:cubicBezTo>
                              <a:cubicBezTo>
                                <a:pt x="6553" y="84450"/>
                                <a:pt x="12501" y="80882"/>
                                <a:pt x="19637" y="82071"/>
                              </a:cubicBezTo>
                              <a:cubicBezTo>
                                <a:pt x="20827" y="84450"/>
                                <a:pt x="14880" y="88018"/>
                                <a:pt x="18448" y="97534"/>
                              </a:cubicBezTo>
                              <a:cubicBezTo>
                                <a:pt x="19637" y="99912"/>
                                <a:pt x="19637" y="102291"/>
                                <a:pt x="24395" y="101102"/>
                              </a:cubicBezTo>
                              <a:cubicBezTo>
                                <a:pt x="23205" y="103481"/>
                                <a:pt x="19637" y="108239"/>
                                <a:pt x="16069" y="110617"/>
                              </a:cubicBezTo>
                              <a:cubicBezTo>
                                <a:pt x="17258" y="110617"/>
                                <a:pt x="17258" y="111807"/>
                                <a:pt x="18448" y="111807"/>
                              </a:cubicBezTo>
                              <a:cubicBezTo>
                                <a:pt x="19637" y="115375"/>
                                <a:pt x="17258" y="116565"/>
                                <a:pt x="13690" y="116565"/>
                              </a:cubicBezTo>
                              <a:cubicBezTo>
                                <a:pt x="11311" y="114186"/>
                                <a:pt x="11311" y="111807"/>
                                <a:pt x="8932" y="111807"/>
                              </a:cubicBezTo>
                              <a:cubicBezTo>
                                <a:pt x="8932" y="114186"/>
                                <a:pt x="6553" y="121322"/>
                                <a:pt x="7743" y="122512"/>
                              </a:cubicBezTo>
                              <a:cubicBezTo>
                                <a:pt x="8932" y="127270"/>
                                <a:pt x="14880" y="124891"/>
                                <a:pt x="14880" y="129648"/>
                              </a:cubicBezTo>
                              <a:cubicBezTo>
                                <a:pt x="22016" y="128459"/>
                                <a:pt x="30342" y="133217"/>
                                <a:pt x="30342" y="140353"/>
                              </a:cubicBezTo>
                              <a:cubicBezTo>
                                <a:pt x="25584" y="141543"/>
                                <a:pt x="27963" y="146301"/>
                                <a:pt x="29153" y="149869"/>
                              </a:cubicBezTo>
                              <a:cubicBezTo>
                                <a:pt x="33910" y="149869"/>
                                <a:pt x="36289" y="153437"/>
                                <a:pt x="38668" y="157005"/>
                              </a:cubicBezTo>
                              <a:cubicBezTo>
                                <a:pt x="36289" y="159384"/>
                                <a:pt x="33910" y="159384"/>
                                <a:pt x="30342" y="159384"/>
                              </a:cubicBezTo>
                              <a:cubicBezTo>
                                <a:pt x="32721" y="165331"/>
                                <a:pt x="46994" y="161763"/>
                                <a:pt x="51752" y="161763"/>
                              </a:cubicBezTo>
                              <a:cubicBezTo>
                                <a:pt x="51752" y="162953"/>
                                <a:pt x="50563" y="165331"/>
                                <a:pt x="49373" y="166521"/>
                              </a:cubicBezTo>
                              <a:cubicBezTo>
                                <a:pt x="44615" y="166521"/>
                                <a:pt x="37479" y="167710"/>
                                <a:pt x="33910" y="170089"/>
                              </a:cubicBezTo>
                              <a:cubicBezTo>
                                <a:pt x="33910" y="171279"/>
                                <a:pt x="33910" y="171279"/>
                                <a:pt x="33910" y="172468"/>
                              </a:cubicBezTo>
                              <a:cubicBezTo>
                                <a:pt x="38668" y="172468"/>
                                <a:pt x="42236" y="171279"/>
                                <a:pt x="46994" y="172468"/>
                              </a:cubicBezTo>
                              <a:cubicBezTo>
                                <a:pt x="49373" y="172468"/>
                                <a:pt x="48184" y="174847"/>
                                <a:pt x="51752" y="173658"/>
                              </a:cubicBezTo>
                              <a:cubicBezTo>
                                <a:pt x="54131" y="173658"/>
                                <a:pt x="54131" y="171279"/>
                                <a:pt x="56510" y="170089"/>
                              </a:cubicBezTo>
                              <a:cubicBezTo>
                                <a:pt x="62457" y="167710"/>
                                <a:pt x="62457" y="171279"/>
                                <a:pt x="66025" y="172468"/>
                              </a:cubicBezTo>
                              <a:cubicBezTo>
                                <a:pt x="70783" y="173658"/>
                                <a:pt x="73162" y="168900"/>
                                <a:pt x="79109" y="170089"/>
                              </a:cubicBezTo>
                              <a:cubicBezTo>
                                <a:pt x="77920" y="176036"/>
                                <a:pt x="75541" y="179605"/>
                                <a:pt x="82677" y="183173"/>
                              </a:cubicBezTo>
                              <a:cubicBezTo>
                                <a:pt x="88624" y="185552"/>
                                <a:pt x="92193" y="185552"/>
                                <a:pt x="96951" y="184362"/>
                              </a:cubicBezTo>
                              <a:cubicBezTo>
                                <a:pt x="99329" y="184362"/>
                                <a:pt x="101708" y="183173"/>
                                <a:pt x="104087" y="181984"/>
                              </a:cubicBezTo>
                              <a:cubicBezTo>
                                <a:pt x="106466" y="181984"/>
                                <a:pt x="111224" y="181984"/>
                                <a:pt x="112413" y="181984"/>
                              </a:cubicBezTo>
                              <a:cubicBezTo>
                                <a:pt x="115982" y="180794"/>
                                <a:pt x="115982" y="171279"/>
                                <a:pt x="114792" y="166521"/>
                              </a:cubicBezTo>
                              <a:cubicBezTo>
                                <a:pt x="119550" y="166521"/>
                                <a:pt x="124307" y="164142"/>
                                <a:pt x="130255" y="165331"/>
                              </a:cubicBezTo>
                              <a:cubicBezTo>
                                <a:pt x="135012" y="166521"/>
                                <a:pt x="137391" y="168900"/>
                                <a:pt x="142149" y="171279"/>
                              </a:cubicBezTo>
                              <a:cubicBezTo>
                                <a:pt x="148096" y="172468"/>
                                <a:pt x="149286" y="172468"/>
                                <a:pt x="154043" y="177226"/>
                              </a:cubicBezTo>
                              <a:cubicBezTo>
                                <a:pt x="156422" y="180794"/>
                                <a:pt x="158801" y="184362"/>
                                <a:pt x="163559" y="185552"/>
                              </a:cubicBezTo>
                              <a:cubicBezTo>
                                <a:pt x="171885" y="189120"/>
                                <a:pt x="186158" y="184362"/>
                                <a:pt x="194484" y="183173"/>
                              </a:cubicBezTo>
                              <a:cubicBezTo>
                                <a:pt x="200431" y="181984"/>
                                <a:pt x="204000" y="183173"/>
                                <a:pt x="207568" y="178415"/>
                              </a:cubicBezTo>
                              <a:cubicBezTo>
                                <a:pt x="211136" y="174847"/>
                                <a:pt x="211136" y="170089"/>
                                <a:pt x="214705" y="167710"/>
                              </a:cubicBezTo>
                              <a:cubicBezTo>
                                <a:pt x="223031" y="160574"/>
                                <a:pt x="226599" y="168900"/>
                                <a:pt x="236114" y="167710"/>
                              </a:cubicBezTo>
                              <a:cubicBezTo>
                                <a:pt x="243251" y="167710"/>
                                <a:pt x="249198" y="160574"/>
                                <a:pt x="256335" y="160574"/>
                              </a:cubicBezTo>
                              <a:cubicBezTo>
                                <a:pt x="257524" y="166521"/>
                                <a:pt x="250388" y="171279"/>
                                <a:pt x="248009" y="174847"/>
                              </a:cubicBezTo>
                              <a:cubicBezTo>
                                <a:pt x="245630" y="178415"/>
                                <a:pt x="246819" y="183173"/>
                                <a:pt x="249198" y="186741"/>
                              </a:cubicBezTo>
                              <a:cubicBezTo>
                                <a:pt x="249198" y="186741"/>
                                <a:pt x="249198" y="186741"/>
                                <a:pt x="249198" y="186741"/>
                              </a:cubicBezTo>
                              <a:cubicBezTo>
                                <a:pt x="251577" y="185552"/>
                                <a:pt x="256335" y="186741"/>
                                <a:pt x="258714" y="186741"/>
                              </a:cubicBezTo>
                              <a:cubicBezTo>
                                <a:pt x="264661" y="186741"/>
                                <a:pt x="263471" y="186741"/>
                                <a:pt x="264661" y="181984"/>
                              </a:cubicBezTo>
                              <a:cubicBezTo>
                                <a:pt x="264661" y="179605"/>
                                <a:pt x="264661" y="179605"/>
                                <a:pt x="265850" y="177226"/>
                              </a:cubicBezTo>
                              <a:cubicBezTo>
                                <a:pt x="265850" y="176036"/>
                                <a:pt x="267040" y="174847"/>
                                <a:pt x="267040" y="173658"/>
                              </a:cubicBezTo>
                              <a:cubicBezTo>
                                <a:pt x="268229" y="170089"/>
                                <a:pt x="267040" y="166521"/>
                                <a:pt x="269419" y="164142"/>
                              </a:cubicBezTo>
                              <a:cubicBezTo>
                                <a:pt x="283692" y="171279"/>
                                <a:pt x="297965" y="157005"/>
                                <a:pt x="313428" y="158195"/>
                              </a:cubicBezTo>
                              <a:cubicBezTo>
                                <a:pt x="320564" y="158195"/>
                                <a:pt x="324133" y="164142"/>
                                <a:pt x="331269" y="164142"/>
                              </a:cubicBezTo>
                              <a:cubicBezTo>
                                <a:pt x="338406" y="164142"/>
                                <a:pt x="344353" y="161763"/>
                                <a:pt x="350300" y="158195"/>
                              </a:cubicBezTo>
                              <a:cubicBezTo>
                                <a:pt x="356247" y="154627"/>
                                <a:pt x="361005" y="152248"/>
                                <a:pt x="368142" y="152248"/>
                              </a:cubicBezTo>
                              <a:cubicBezTo>
                                <a:pt x="375278" y="152248"/>
                                <a:pt x="383604" y="152248"/>
                                <a:pt x="390741" y="152248"/>
                              </a:cubicBezTo>
                              <a:cubicBezTo>
                                <a:pt x="395499" y="148679"/>
                                <a:pt x="401446" y="149869"/>
                                <a:pt x="408582" y="149869"/>
                              </a:cubicBezTo>
                              <a:cubicBezTo>
                                <a:pt x="410961" y="147490"/>
                                <a:pt x="413340" y="145111"/>
                                <a:pt x="415719" y="145111"/>
                              </a:cubicBezTo>
                              <a:cubicBezTo>
                                <a:pt x="421666" y="142732"/>
                                <a:pt x="428803" y="141543"/>
                                <a:pt x="435940" y="143922"/>
                              </a:cubicBezTo>
                              <a:cubicBezTo>
                                <a:pt x="439508" y="145111"/>
                                <a:pt x="441887" y="145111"/>
                                <a:pt x="445455" y="145111"/>
                              </a:cubicBezTo>
                              <a:cubicBezTo>
                                <a:pt x="450213" y="143922"/>
                                <a:pt x="450213" y="143922"/>
                                <a:pt x="452592" y="148679"/>
                              </a:cubicBezTo>
                              <a:cubicBezTo>
                                <a:pt x="453781" y="152248"/>
                                <a:pt x="454971" y="154627"/>
                                <a:pt x="459728" y="153437"/>
                              </a:cubicBezTo>
                              <a:cubicBezTo>
                                <a:pt x="460918" y="152248"/>
                                <a:pt x="462107" y="151058"/>
                                <a:pt x="463296" y="149869"/>
                              </a:cubicBezTo>
                              <a:cubicBezTo>
                                <a:pt x="463296" y="142732"/>
                                <a:pt x="459728" y="135596"/>
                                <a:pt x="456160" y="13202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16" name="Freeform 315">
                          <a:extLst>
                            <a:ext uri="{FF2B5EF4-FFF2-40B4-BE49-F238E27FC236}">
                              <a16:creationId xmlns:a16="http://schemas.microsoft.com/office/drawing/2014/main" id="{5C0E0B2D-7D12-5934-4DEB-943F99FCE3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24084" y="3252894"/>
                          <a:ext cx="68987" cy="60949"/>
                        </a:xfrm>
                        <a:custGeom>
                          <a:avLst/>
                          <a:gdLst>
                            <a:gd name="connsiteX0" fmla="*/ 4758 w 68987"/>
                            <a:gd name="connsiteY0" fmla="*/ 52624 h 60949"/>
                            <a:gd name="connsiteX1" fmla="*/ 4758 w 68987"/>
                            <a:gd name="connsiteY1" fmla="*/ 60950 h 60949"/>
                            <a:gd name="connsiteX2" fmla="*/ 7137 w 68987"/>
                            <a:gd name="connsiteY2" fmla="*/ 57381 h 60949"/>
                            <a:gd name="connsiteX3" fmla="*/ 10705 w 68987"/>
                            <a:gd name="connsiteY3" fmla="*/ 55003 h 60949"/>
                            <a:gd name="connsiteX4" fmla="*/ 19031 w 68987"/>
                            <a:gd name="connsiteY4" fmla="*/ 50245 h 60949"/>
                            <a:gd name="connsiteX5" fmla="*/ 26167 w 68987"/>
                            <a:gd name="connsiteY5" fmla="*/ 44298 h 60949"/>
                            <a:gd name="connsiteX6" fmla="*/ 29736 w 68987"/>
                            <a:gd name="connsiteY6" fmla="*/ 40729 h 60949"/>
                            <a:gd name="connsiteX7" fmla="*/ 32115 w 68987"/>
                            <a:gd name="connsiteY7" fmla="*/ 37161 h 60949"/>
                            <a:gd name="connsiteX8" fmla="*/ 42820 w 68987"/>
                            <a:gd name="connsiteY8" fmla="*/ 35972 h 60949"/>
                            <a:gd name="connsiteX9" fmla="*/ 52335 w 68987"/>
                            <a:gd name="connsiteY9" fmla="*/ 33593 h 60949"/>
                            <a:gd name="connsiteX10" fmla="*/ 61850 w 68987"/>
                            <a:gd name="connsiteY10" fmla="*/ 35972 h 60949"/>
                            <a:gd name="connsiteX11" fmla="*/ 68987 w 68987"/>
                            <a:gd name="connsiteY11" fmla="*/ 30024 h 60949"/>
                            <a:gd name="connsiteX12" fmla="*/ 66608 w 68987"/>
                            <a:gd name="connsiteY12" fmla="*/ 27646 h 60949"/>
                            <a:gd name="connsiteX13" fmla="*/ 65419 w 68987"/>
                            <a:gd name="connsiteY13" fmla="*/ 26456 h 60949"/>
                            <a:gd name="connsiteX14" fmla="*/ 59472 w 68987"/>
                            <a:gd name="connsiteY14" fmla="*/ 20509 h 60949"/>
                            <a:gd name="connsiteX15" fmla="*/ 54714 w 68987"/>
                            <a:gd name="connsiteY15" fmla="*/ 18130 h 60949"/>
                            <a:gd name="connsiteX16" fmla="*/ 49956 w 68987"/>
                            <a:gd name="connsiteY16" fmla="*/ 16941 h 60949"/>
                            <a:gd name="connsiteX17" fmla="*/ 44009 w 68987"/>
                            <a:gd name="connsiteY17" fmla="*/ 10994 h 60949"/>
                            <a:gd name="connsiteX18" fmla="*/ 44009 w 68987"/>
                            <a:gd name="connsiteY18" fmla="*/ 6236 h 60949"/>
                            <a:gd name="connsiteX19" fmla="*/ 44009 w 68987"/>
                            <a:gd name="connsiteY19" fmla="*/ 3857 h 60949"/>
                            <a:gd name="connsiteX20" fmla="*/ 36873 w 68987"/>
                            <a:gd name="connsiteY20" fmla="*/ 2668 h 60949"/>
                            <a:gd name="connsiteX21" fmla="*/ 28546 w 68987"/>
                            <a:gd name="connsiteY21" fmla="*/ 1478 h 60949"/>
                            <a:gd name="connsiteX22" fmla="*/ 11894 w 68987"/>
                            <a:gd name="connsiteY22" fmla="*/ 5046 h 60949"/>
                            <a:gd name="connsiteX23" fmla="*/ 7137 w 68987"/>
                            <a:gd name="connsiteY23" fmla="*/ 7425 h 60949"/>
                            <a:gd name="connsiteX24" fmla="*/ 7137 w 68987"/>
                            <a:gd name="connsiteY24" fmla="*/ 10994 h 60949"/>
                            <a:gd name="connsiteX25" fmla="*/ 7137 w 68987"/>
                            <a:gd name="connsiteY25" fmla="*/ 13372 h 60949"/>
                            <a:gd name="connsiteX26" fmla="*/ 9515 w 68987"/>
                            <a:gd name="connsiteY26" fmla="*/ 15751 h 60949"/>
                            <a:gd name="connsiteX27" fmla="*/ 10705 w 68987"/>
                            <a:gd name="connsiteY27" fmla="*/ 24077 h 60949"/>
                            <a:gd name="connsiteX28" fmla="*/ 4758 w 68987"/>
                            <a:gd name="connsiteY28" fmla="*/ 30024 h 60949"/>
                            <a:gd name="connsiteX29" fmla="*/ 4758 w 68987"/>
                            <a:gd name="connsiteY29" fmla="*/ 34782 h 60949"/>
                            <a:gd name="connsiteX30" fmla="*/ 2379 w 68987"/>
                            <a:gd name="connsiteY30" fmla="*/ 38351 h 60949"/>
                            <a:gd name="connsiteX31" fmla="*/ 0 w 68987"/>
                            <a:gd name="connsiteY31" fmla="*/ 39540 h 60949"/>
                            <a:gd name="connsiteX32" fmla="*/ 0 w 68987"/>
                            <a:gd name="connsiteY32" fmla="*/ 40729 h 60949"/>
                            <a:gd name="connsiteX33" fmla="*/ 2379 w 68987"/>
                            <a:gd name="connsiteY33" fmla="*/ 44298 h 60949"/>
                            <a:gd name="connsiteX34" fmla="*/ 13084 w 68987"/>
                            <a:gd name="connsiteY34" fmla="*/ 46677 h 60949"/>
                            <a:gd name="connsiteX35" fmla="*/ 4758 w 68987"/>
                            <a:gd name="connsiteY35" fmla="*/ 52624 h 6094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</a:cxnLst>
                          <a:rect l="l" t="t" r="r" b="b"/>
                          <a:pathLst>
                            <a:path w="68987" h="60949">
                              <a:moveTo>
                                <a:pt x="4758" y="52624"/>
                              </a:moveTo>
                              <a:cubicBezTo>
                                <a:pt x="3568" y="53813"/>
                                <a:pt x="2379" y="58571"/>
                                <a:pt x="4758" y="60950"/>
                              </a:cubicBezTo>
                              <a:cubicBezTo>
                                <a:pt x="5947" y="59760"/>
                                <a:pt x="5947" y="58571"/>
                                <a:pt x="7137" y="57381"/>
                              </a:cubicBezTo>
                              <a:cubicBezTo>
                                <a:pt x="8326" y="56192"/>
                                <a:pt x="9515" y="56192"/>
                                <a:pt x="10705" y="55003"/>
                              </a:cubicBezTo>
                              <a:cubicBezTo>
                                <a:pt x="13084" y="52624"/>
                                <a:pt x="16652" y="51434"/>
                                <a:pt x="19031" y="50245"/>
                              </a:cubicBezTo>
                              <a:cubicBezTo>
                                <a:pt x="22599" y="49055"/>
                                <a:pt x="23789" y="46677"/>
                                <a:pt x="26167" y="44298"/>
                              </a:cubicBezTo>
                              <a:cubicBezTo>
                                <a:pt x="27357" y="43108"/>
                                <a:pt x="28546" y="41919"/>
                                <a:pt x="29736" y="40729"/>
                              </a:cubicBezTo>
                              <a:cubicBezTo>
                                <a:pt x="30925" y="39540"/>
                                <a:pt x="30925" y="38351"/>
                                <a:pt x="32115" y="37161"/>
                              </a:cubicBezTo>
                              <a:cubicBezTo>
                                <a:pt x="33304" y="34782"/>
                                <a:pt x="39251" y="35972"/>
                                <a:pt x="42820" y="35972"/>
                              </a:cubicBezTo>
                              <a:cubicBezTo>
                                <a:pt x="46388" y="35972"/>
                                <a:pt x="48767" y="32403"/>
                                <a:pt x="52335" y="33593"/>
                              </a:cubicBezTo>
                              <a:cubicBezTo>
                                <a:pt x="55903" y="33593"/>
                                <a:pt x="58282" y="35972"/>
                                <a:pt x="61850" y="35972"/>
                              </a:cubicBezTo>
                              <a:cubicBezTo>
                                <a:pt x="65419" y="35972"/>
                                <a:pt x="67798" y="32403"/>
                                <a:pt x="68987" y="30024"/>
                              </a:cubicBezTo>
                              <a:cubicBezTo>
                                <a:pt x="67798" y="30024"/>
                                <a:pt x="66608" y="28835"/>
                                <a:pt x="66608" y="27646"/>
                              </a:cubicBezTo>
                              <a:cubicBezTo>
                                <a:pt x="66608" y="27646"/>
                                <a:pt x="65419" y="27646"/>
                                <a:pt x="65419" y="26456"/>
                              </a:cubicBezTo>
                              <a:cubicBezTo>
                                <a:pt x="63040" y="24077"/>
                                <a:pt x="60661" y="22888"/>
                                <a:pt x="59472" y="20509"/>
                              </a:cubicBezTo>
                              <a:cubicBezTo>
                                <a:pt x="58282" y="19320"/>
                                <a:pt x="57093" y="18130"/>
                                <a:pt x="54714" y="18130"/>
                              </a:cubicBezTo>
                              <a:cubicBezTo>
                                <a:pt x="52335" y="18130"/>
                                <a:pt x="52335" y="18130"/>
                                <a:pt x="49956" y="16941"/>
                              </a:cubicBezTo>
                              <a:cubicBezTo>
                                <a:pt x="47577" y="15751"/>
                                <a:pt x="44009" y="13372"/>
                                <a:pt x="44009" y="10994"/>
                              </a:cubicBezTo>
                              <a:cubicBezTo>
                                <a:pt x="44009" y="9804"/>
                                <a:pt x="44009" y="7425"/>
                                <a:pt x="44009" y="6236"/>
                              </a:cubicBezTo>
                              <a:cubicBezTo>
                                <a:pt x="44009" y="5046"/>
                                <a:pt x="44009" y="5046"/>
                                <a:pt x="44009" y="3857"/>
                              </a:cubicBezTo>
                              <a:cubicBezTo>
                                <a:pt x="40441" y="1478"/>
                                <a:pt x="41630" y="1478"/>
                                <a:pt x="36873" y="2668"/>
                              </a:cubicBezTo>
                              <a:cubicBezTo>
                                <a:pt x="33304" y="3857"/>
                                <a:pt x="32115" y="2668"/>
                                <a:pt x="28546" y="1478"/>
                              </a:cubicBezTo>
                              <a:cubicBezTo>
                                <a:pt x="21410" y="-2090"/>
                                <a:pt x="17842" y="1478"/>
                                <a:pt x="11894" y="5046"/>
                              </a:cubicBezTo>
                              <a:cubicBezTo>
                                <a:pt x="10705" y="6236"/>
                                <a:pt x="8326" y="6236"/>
                                <a:pt x="7137" y="7425"/>
                              </a:cubicBezTo>
                              <a:cubicBezTo>
                                <a:pt x="7137" y="8615"/>
                                <a:pt x="7137" y="9804"/>
                                <a:pt x="7137" y="10994"/>
                              </a:cubicBezTo>
                              <a:cubicBezTo>
                                <a:pt x="7137" y="12183"/>
                                <a:pt x="5947" y="13372"/>
                                <a:pt x="7137" y="13372"/>
                              </a:cubicBezTo>
                              <a:cubicBezTo>
                                <a:pt x="7137" y="14562"/>
                                <a:pt x="8326" y="14562"/>
                                <a:pt x="9515" y="15751"/>
                              </a:cubicBezTo>
                              <a:cubicBezTo>
                                <a:pt x="13084" y="15751"/>
                                <a:pt x="13084" y="21698"/>
                                <a:pt x="10705" y="24077"/>
                              </a:cubicBezTo>
                              <a:cubicBezTo>
                                <a:pt x="9515" y="26456"/>
                                <a:pt x="4758" y="27646"/>
                                <a:pt x="4758" y="30024"/>
                              </a:cubicBezTo>
                              <a:cubicBezTo>
                                <a:pt x="4758" y="32403"/>
                                <a:pt x="5947" y="33593"/>
                                <a:pt x="4758" y="34782"/>
                              </a:cubicBezTo>
                              <a:cubicBezTo>
                                <a:pt x="4758" y="35972"/>
                                <a:pt x="2379" y="37161"/>
                                <a:pt x="2379" y="38351"/>
                              </a:cubicBezTo>
                              <a:cubicBezTo>
                                <a:pt x="1190" y="39540"/>
                                <a:pt x="0" y="39540"/>
                                <a:pt x="0" y="39540"/>
                              </a:cubicBezTo>
                              <a:cubicBezTo>
                                <a:pt x="0" y="39540"/>
                                <a:pt x="0" y="40729"/>
                                <a:pt x="0" y="40729"/>
                              </a:cubicBezTo>
                              <a:cubicBezTo>
                                <a:pt x="0" y="41919"/>
                                <a:pt x="1190" y="43108"/>
                                <a:pt x="2379" y="44298"/>
                              </a:cubicBezTo>
                              <a:cubicBezTo>
                                <a:pt x="4758" y="46677"/>
                                <a:pt x="9515" y="46677"/>
                                <a:pt x="13084" y="46677"/>
                              </a:cubicBezTo>
                              <a:cubicBezTo>
                                <a:pt x="10705" y="50245"/>
                                <a:pt x="5947" y="50245"/>
                                <a:pt x="4758" y="5262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17" name="Freeform 316">
                          <a:extLst>
                            <a:ext uri="{FF2B5EF4-FFF2-40B4-BE49-F238E27FC236}">
                              <a16:creationId xmlns:a16="http://schemas.microsoft.com/office/drawing/2014/main" id="{E4EEFB5C-C6FC-B475-321C-A535965D7D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12190" y="3309086"/>
                          <a:ext cx="10533" cy="7136"/>
                        </a:xfrm>
                        <a:custGeom>
                          <a:avLst/>
                          <a:gdLst>
                            <a:gd name="connsiteX0" fmla="*/ 9515 w 10533"/>
                            <a:gd name="connsiteY0" fmla="*/ 0 h 7136"/>
                            <a:gd name="connsiteX1" fmla="*/ 4758 w 10533"/>
                            <a:gd name="connsiteY1" fmla="*/ 2379 h 7136"/>
                            <a:gd name="connsiteX2" fmla="*/ 0 w 10533"/>
                            <a:gd name="connsiteY2" fmla="*/ 3568 h 7136"/>
                            <a:gd name="connsiteX3" fmla="*/ 3568 w 10533"/>
                            <a:gd name="connsiteY3" fmla="*/ 7137 h 7136"/>
                            <a:gd name="connsiteX4" fmla="*/ 8326 w 10533"/>
                            <a:gd name="connsiteY4" fmla="*/ 5947 h 7136"/>
                            <a:gd name="connsiteX5" fmla="*/ 9515 w 10533"/>
                            <a:gd name="connsiteY5" fmla="*/ 0 h 713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0533" h="7136">
                              <a:moveTo>
                                <a:pt x="9515" y="0"/>
                              </a:moveTo>
                              <a:cubicBezTo>
                                <a:pt x="7137" y="0"/>
                                <a:pt x="7137" y="1189"/>
                                <a:pt x="4758" y="2379"/>
                              </a:cubicBezTo>
                              <a:cubicBezTo>
                                <a:pt x="2379" y="2379"/>
                                <a:pt x="0" y="1189"/>
                                <a:pt x="0" y="3568"/>
                              </a:cubicBezTo>
                              <a:cubicBezTo>
                                <a:pt x="0" y="4758"/>
                                <a:pt x="0" y="7137"/>
                                <a:pt x="3568" y="7137"/>
                              </a:cubicBezTo>
                              <a:cubicBezTo>
                                <a:pt x="7137" y="7137"/>
                                <a:pt x="7137" y="7137"/>
                                <a:pt x="8326" y="5947"/>
                              </a:cubicBezTo>
                              <a:cubicBezTo>
                                <a:pt x="9515" y="5947"/>
                                <a:pt x="11894" y="1189"/>
                                <a:pt x="9515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318" name="Graphic 27">
                        <a:extLst>
                          <a:ext uri="{FF2B5EF4-FFF2-40B4-BE49-F238E27FC236}">
                            <a16:creationId xmlns:a16="http://schemas.microsoft.com/office/drawing/2014/main" id="{F15FCD65-C356-AB80-F886-EEA4BF5BF4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755779" y="1499170"/>
                        <a:ext cx="6978415" cy="3528827"/>
                        <a:chOff x="2755779" y="1499170"/>
                        <a:chExt cx="6978415" cy="3528827"/>
                      </a:xfrm>
                      <a:grpFill/>
                    </p:grpSpPr>
                    <p:sp>
                      <p:nvSpPr>
                        <p:cNvPr id="319" name="Freeform 318">
                          <a:extLst>
                            <a:ext uri="{FF2B5EF4-FFF2-40B4-BE49-F238E27FC236}">
                              <a16:creationId xmlns:a16="http://schemas.microsoft.com/office/drawing/2014/main" id="{A38128E7-454D-DD93-9548-0F42F9C476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04388" y="3800322"/>
                          <a:ext cx="391416" cy="304587"/>
                        </a:xfrm>
                        <a:custGeom>
                          <a:avLst/>
                          <a:gdLst>
                            <a:gd name="connsiteX0" fmla="*/ 380619 w 391416"/>
                            <a:gd name="connsiteY0" fmla="*/ 174847 h 304587"/>
                            <a:gd name="connsiteX1" fmla="*/ 353262 w 391416"/>
                            <a:gd name="connsiteY1" fmla="*/ 203393 h 304587"/>
                            <a:gd name="connsiteX2" fmla="*/ 330663 w 391416"/>
                            <a:gd name="connsiteY2" fmla="*/ 224803 h 304587"/>
                            <a:gd name="connsiteX3" fmla="*/ 334231 w 391416"/>
                            <a:gd name="connsiteY3" fmla="*/ 259297 h 304587"/>
                            <a:gd name="connsiteX4" fmla="*/ 324716 w 391416"/>
                            <a:gd name="connsiteY4" fmla="*/ 268812 h 304587"/>
                            <a:gd name="connsiteX5" fmla="*/ 321147 w 391416"/>
                            <a:gd name="connsiteY5" fmla="*/ 266433 h 304587"/>
                            <a:gd name="connsiteX6" fmla="*/ 308064 w 391416"/>
                            <a:gd name="connsiteY6" fmla="*/ 273570 h 304587"/>
                            <a:gd name="connsiteX7" fmla="*/ 291412 w 391416"/>
                            <a:gd name="connsiteY7" fmla="*/ 273570 h 304587"/>
                            <a:gd name="connsiteX8" fmla="*/ 255729 w 391416"/>
                            <a:gd name="connsiteY8" fmla="*/ 271191 h 304587"/>
                            <a:gd name="connsiteX9" fmla="*/ 240266 w 391416"/>
                            <a:gd name="connsiteY9" fmla="*/ 279517 h 304587"/>
                            <a:gd name="connsiteX10" fmla="*/ 227182 w 391416"/>
                            <a:gd name="connsiteY10" fmla="*/ 284275 h 304587"/>
                            <a:gd name="connsiteX11" fmla="*/ 209341 w 391416"/>
                            <a:gd name="connsiteY11" fmla="*/ 279517 h 304587"/>
                            <a:gd name="connsiteX12" fmla="*/ 193878 w 391416"/>
                            <a:gd name="connsiteY12" fmla="*/ 270002 h 304587"/>
                            <a:gd name="connsiteX13" fmla="*/ 176036 w 391416"/>
                            <a:gd name="connsiteY13" fmla="*/ 274760 h 304587"/>
                            <a:gd name="connsiteX14" fmla="*/ 161763 w 391416"/>
                            <a:gd name="connsiteY14" fmla="*/ 272381 h 304587"/>
                            <a:gd name="connsiteX15" fmla="*/ 126080 w 391416"/>
                            <a:gd name="connsiteY15" fmla="*/ 255729 h 304587"/>
                            <a:gd name="connsiteX16" fmla="*/ 98723 w 391416"/>
                            <a:gd name="connsiteY16" fmla="*/ 265244 h 304587"/>
                            <a:gd name="connsiteX17" fmla="*/ 86829 w 391416"/>
                            <a:gd name="connsiteY17" fmla="*/ 291412 h 304587"/>
                            <a:gd name="connsiteX18" fmla="*/ 89208 w 391416"/>
                            <a:gd name="connsiteY18" fmla="*/ 302116 h 304587"/>
                            <a:gd name="connsiteX19" fmla="*/ 89208 w 391416"/>
                            <a:gd name="connsiteY19" fmla="*/ 302116 h 304587"/>
                            <a:gd name="connsiteX20" fmla="*/ 89208 w 391416"/>
                            <a:gd name="connsiteY20" fmla="*/ 304495 h 304587"/>
                            <a:gd name="connsiteX21" fmla="*/ 61851 w 391416"/>
                            <a:gd name="connsiteY21" fmla="*/ 290222 h 304587"/>
                            <a:gd name="connsiteX22" fmla="*/ 55904 w 391416"/>
                            <a:gd name="connsiteY22" fmla="*/ 297359 h 304587"/>
                            <a:gd name="connsiteX23" fmla="*/ 53525 w 391416"/>
                            <a:gd name="connsiteY23" fmla="*/ 297359 h 304587"/>
                            <a:gd name="connsiteX24" fmla="*/ 46388 w 391416"/>
                            <a:gd name="connsiteY24" fmla="*/ 292601 h 304587"/>
                            <a:gd name="connsiteX25" fmla="*/ 49956 w 391416"/>
                            <a:gd name="connsiteY25" fmla="*/ 278328 h 304587"/>
                            <a:gd name="connsiteX26" fmla="*/ 27357 w 391416"/>
                            <a:gd name="connsiteY26" fmla="*/ 277139 h 304587"/>
                            <a:gd name="connsiteX27" fmla="*/ 23789 w 391416"/>
                            <a:gd name="connsiteY27" fmla="*/ 265244 h 304587"/>
                            <a:gd name="connsiteX28" fmla="*/ 0 w 391416"/>
                            <a:gd name="connsiteY28" fmla="*/ 242645 h 304587"/>
                            <a:gd name="connsiteX29" fmla="*/ 3568 w 391416"/>
                            <a:gd name="connsiteY29" fmla="*/ 223614 h 304587"/>
                            <a:gd name="connsiteX30" fmla="*/ 3568 w 391416"/>
                            <a:gd name="connsiteY30" fmla="*/ 223614 h 304587"/>
                            <a:gd name="connsiteX31" fmla="*/ 23789 w 391416"/>
                            <a:gd name="connsiteY31" fmla="*/ 221235 h 304587"/>
                            <a:gd name="connsiteX32" fmla="*/ 93965 w 391416"/>
                            <a:gd name="connsiteY32" fmla="*/ 196257 h 304587"/>
                            <a:gd name="connsiteX33" fmla="*/ 98723 w 391416"/>
                            <a:gd name="connsiteY33" fmla="*/ 154627 h 304587"/>
                            <a:gd name="connsiteX34" fmla="*/ 103481 w 391416"/>
                            <a:gd name="connsiteY34" fmla="*/ 114186 h 304587"/>
                            <a:gd name="connsiteX35" fmla="*/ 105860 w 391416"/>
                            <a:gd name="connsiteY35" fmla="*/ 112996 h 304587"/>
                            <a:gd name="connsiteX36" fmla="*/ 140353 w 391416"/>
                            <a:gd name="connsiteY36" fmla="*/ 103481 h 304587"/>
                            <a:gd name="connsiteX37" fmla="*/ 168900 w 391416"/>
                            <a:gd name="connsiteY37" fmla="*/ 78503 h 304587"/>
                            <a:gd name="connsiteX38" fmla="*/ 234319 w 391416"/>
                            <a:gd name="connsiteY38" fmla="*/ 34494 h 304587"/>
                            <a:gd name="connsiteX39" fmla="*/ 267623 w 391416"/>
                            <a:gd name="connsiteY39" fmla="*/ 15463 h 304587"/>
                            <a:gd name="connsiteX40" fmla="*/ 287843 w 391416"/>
                            <a:gd name="connsiteY40" fmla="*/ 0 h 304587"/>
                            <a:gd name="connsiteX41" fmla="*/ 314011 w 391416"/>
                            <a:gd name="connsiteY41" fmla="*/ 10705 h 304587"/>
                            <a:gd name="connsiteX42" fmla="*/ 341368 w 391416"/>
                            <a:gd name="connsiteY42" fmla="*/ 16652 h 304587"/>
                            <a:gd name="connsiteX43" fmla="*/ 363967 w 391416"/>
                            <a:gd name="connsiteY43" fmla="*/ 8326 h 304587"/>
                            <a:gd name="connsiteX44" fmla="*/ 375862 w 391416"/>
                            <a:gd name="connsiteY44" fmla="*/ 59472 h 304587"/>
                            <a:gd name="connsiteX45" fmla="*/ 391324 w 391416"/>
                            <a:gd name="connsiteY45" fmla="*/ 76124 h 304587"/>
                            <a:gd name="connsiteX46" fmla="*/ 381809 w 391416"/>
                            <a:gd name="connsiteY46" fmla="*/ 124891 h 304587"/>
                            <a:gd name="connsiteX47" fmla="*/ 380619 w 391416"/>
                            <a:gd name="connsiteY47" fmla="*/ 151058 h 304587"/>
                            <a:gd name="connsiteX48" fmla="*/ 380619 w 391416"/>
                            <a:gd name="connsiteY48" fmla="*/ 174847 h 30458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</a:cxnLst>
                          <a:rect l="l" t="t" r="r" b="b"/>
                          <a:pathLst>
                            <a:path w="391416" h="304587">
                              <a:moveTo>
                                <a:pt x="380619" y="174847"/>
                              </a:moveTo>
                              <a:cubicBezTo>
                                <a:pt x="380619" y="174847"/>
                                <a:pt x="358020" y="199825"/>
                                <a:pt x="353262" y="203393"/>
                              </a:cubicBezTo>
                              <a:cubicBezTo>
                                <a:pt x="349694" y="206962"/>
                                <a:pt x="338989" y="217667"/>
                                <a:pt x="330663" y="224803"/>
                              </a:cubicBezTo>
                              <a:cubicBezTo>
                                <a:pt x="330663" y="235508"/>
                                <a:pt x="330663" y="248592"/>
                                <a:pt x="334231" y="259297"/>
                              </a:cubicBezTo>
                              <a:cubicBezTo>
                                <a:pt x="329474" y="260486"/>
                                <a:pt x="325905" y="262865"/>
                                <a:pt x="324716" y="268812"/>
                              </a:cubicBezTo>
                              <a:cubicBezTo>
                                <a:pt x="322337" y="267623"/>
                                <a:pt x="322337" y="268812"/>
                                <a:pt x="321147" y="266433"/>
                              </a:cubicBezTo>
                              <a:cubicBezTo>
                                <a:pt x="315200" y="266433"/>
                                <a:pt x="312821" y="271191"/>
                                <a:pt x="308064" y="273570"/>
                              </a:cubicBezTo>
                              <a:cubicBezTo>
                                <a:pt x="302116" y="275949"/>
                                <a:pt x="296169" y="274760"/>
                                <a:pt x="291412" y="273570"/>
                              </a:cubicBezTo>
                              <a:cubicBezTo>
                                <a:pt x="278328" y="271191"/>
                                <a:pt x="270002" y="268812"/>
                                <a:pt x="255729" y="271191"/>
                              </a:cubicBezTo>
                              <a:cubicBezTo>
                                <a:pt x="249781" y="272381"/>
                                <a:pt x="243834" y="274760"/>
                                <a:pt x="240266" y="279517"/>
                              </a:cubicBezTo>
                              <a:cubicBezTo>
                                <a:pt x="234319" y="285464"/>
                                <a:pt x="235508" y="286654"/>
                                <a:pt x="227182" y="284275"/>
                              </a:cubicBezTo>
                              <a:cubicBezTo>
                                <a:pt x="221235" y="283086"/>
                                <a:pt x="215288" y="281896"/>
                                <a:pt x="209341" y="279517"/>
                              </a:cubicBezTo>
                              <a:cubicBezTo>
                                <a:pt x="203393" y="277139"/>
                                <a:pt x="198636" y="271191"/>
                                <a:pt x="193878" y="270002"/>
                              </a:cubicBezTo>
                              <a:cubicBezTo>
                                <a:pt x="190310" y="268812"/>
                                <a:pt x="179605" y="273570"/>
                                <a:pt x="176036" y="274760"/>
                              </a:cubicBezTo>
                              <a:cubicBezTo>
                                <a:pt x="167710" y="277139"/>
                                <a:pt x="167710" y="277139"/>
                                <a:pt x="161763" y="272381"/>
                              </a:cubicBezTo>
                              <a:cubicBezTo>
                                <a:pt x="151058" y="264055"/>
                                <a:pt x="136785" y="264055"/>
                                <a:pt x="126080" y="255729"/>
                              </a:cubicBezTo>
                              <a:cubicBezTo>
                                <a:pt x="121323" y="264055"/>
                                <a:pt x="105860" y="259297"/>
                                <a:pt x="98723" y="265244"/>
                              </a:cubicBezTo>
                              <a:cubicBezTo>
                                <a:pt x="89208" y="272381"/>
                                <a:pt x="96344" y="284275"/>
                                <a:pt x="86829" y="291412"/>
                              </a:cubicBezTo>
                              <a:cubicBezTo>
                                <a:pt x="86829" y="296169"/>
                                <a:pt x="88018" y="298548"/>
                                <a:pt x="89208" y="302116"/>
                              </a:cubicBezTo>
                              <a:lnTo>
                                <a:pt x="89208" y="302116"/>
                              </a:lnTo>
                              <a:cubicBezTo>
                                <a:pt x="89208" y="303306"/>
                                <a:pt x="89208" y="303306"/>
                                <a:pt x="89208" y="304495"/>
                              </a:cubicBezTo>
                              <a:cubicBezTo>
                                <a:pt x="83260" y="305685"/>
                                <a:pt x="66608" y="294980"/>
                                <a:pt x="61851" y="290222"/>
                              </a:cubicBezTo>
                              <a:cubicBezTo>
                                <a:pt x="58282" y="293791"/>
                                <a:pt x="61851" y="296169"/>
                                <a:pt x="55904" y="297359"/>
                              </a:cubicBezTo>
                              <a:cubicBezTo>
                                <a:pt x="54714" y="297359"/>
                                <a:pt x="54714" y="297359"/>
                                <a:pt x="53525" y="297359"/>
                              </a:cubicBezTo>
                              <a:cubicBezTo>
                                <a:pt x="48767" y="297359"/>
                                <a:pt x="47577" y="293791"/>
                                <a:pt x="46388" y="292601"/>
                              </a:cubicBezTo>
                              <a:cubicBezTo>
                                <a:pt x="44009" y="289033"/>
                                <a:pt x="51146" y="281896"/>
                                <a:pt x="49956" y="278328"/>
                              </a:cubicBezTo>
                              <a:cubicBezTo>
                                <a:pt x="47577" y="274760"/>
                                <a:pt x="33304" y="278328"/>
                                <a:pt x="27357" y="277139"/>
                              </a:cubicBezTo>
                              <a:cubicBezTo>
                                <a:pt x="26168" y="273570"/>
                                <a:pt x="24978" y="267623"/>
                                <a:pt x="23789" y="265244"/>
                              </a:cubicBezTo>
                              <a:cubicBezTo>
                                <a:pt x="19031" y="256918"/>
                                <a:pt x="1190" y="252160"/>
                                <a:pt x="0" y="242645"/>
                              </a:cubicBezTo>
                              <a:cubicBezTo>
                                <a:pt x="0" y="241456"/>
                                <a:pt x="3568" y="224803"/>
                                <a:pt x="3568" y="223614"/>
                              </a:cubicBezTo>
                              <a:cubicBezTo>
                                <a:pt x="3568" y="223614"/>
                                <a:pt x="3568" y="223614"/>
                                <a:pt x="3568" y="223614"/>
                              </a:cubicBezTo>
                              <a:cubicBezTo>
                                <a:pt x="5947" y="221235"/>
                                <a:pt x="21410" y="221235"/>
                                <a:pt x="23789" y="221235"/>
                              </a:cubicBezTo>
                              <a:cubicBezTo>
                                <a:pt x="47577" y="218856"/>
                                <a:pt x="84450" y="222424"/>
                                <a:pt x="93965" y="196257"/>
                              </a:cubicBezTo>
                              <a:cubicBezTo>
                                <a:pt x="98723" y="184362"/>
                                <a:pt x="97534" y="167710"/>
                                <a:pt x="98723" y="154627"/>
                              </a:cubicBezTo>
                              <a:cubicBezTo>
                                <a:pt x="98723" y="146301"/>
                                <a:pt x="97534" y="118944"/>
                                <a:pt x="103481" y="114186"/>
                              </a:cubicBezTo>
                              <a:cubicBezTo>
                                <a:pt x="103481" y="114186"/>
                                <a:pt x="104670" y="112996"/>
                                <a:pt x="105860" y="112996"/>
                              </a:cubicBezTo>
                              <a:cubicBezTo>
                                <a:pt x="115375" y="107049"/>
                                <a:pt x="130838" y="109428"/>
                                <a:pt x="140353" y="103481"/>
                              </a:cubicBezTo>
                              <a:cubicBezTo>
                                <a:pt x="149869" y="97534"/>
                                <a:pt x="160574" y="86829"/>
                                <a:pt x="168900" y="78503"/>
                              </a:cubicBezTo>
                              <a:cubicBezTo>
                                <a:pt x="189120" y="60661"/>
                                <a:pt x="211719" y="48767"/>
                                <a:pt x="234319" y="34494"/>
                              </a:cubicBezTo>
                              <a:cubicBezTo>
                                <a:pt x="243834" y="27357"/>
                                <a:pt x="255729" y="21410"/>
                                <a:pt x="267623" y="15463"/>
                              </a:cubicBezTo>
                              <a:cubicBezTo>
                                <a:pt x="274760" y="11894"/>
                                <a:pt x="280707" y="4758"/>
                                <a:pt x="287843" y="0"/>
                              </a:cubicBezTo>
                              <a:cubicBezTo>
                                <a:pt x="294980" y="4758"/>
                                <a:pt x="306874" y="8326"/>
                                <a:pt x="314011" y="10705"/>
                              </a:cubicBezTo>
                              <a:cubicBezTo>
                                <a:pt x="322337" y="13084"/>
                                <a:pt x="333042" y="16652"/>
                                <a:pt x="341368" y="16652"/>
                              </a:cubicBezTo>
                              <a:cubicBezTo>
                                <a:pt x="348504" y="16652"/>
                                <a:pt x="356831" y="11894"/>
                                <a:pt x="363967" y="8326"/>
                              </a:cubicBezTo>
                              <a:cubicBezTo>
                                <a:pt x="367535" y="22599"/>
                                <a:pt x="375862" y="59472"/>
                                <a:pt x="375862" y="59472"/>
                              </a:cubicBezTo>
                              <a:lnTo>
                                <a:pt x="391324" y="76124"/>
                              </a:lnTo>
                              <a:cubicBezTo>
                                <a:pt x="392514" y="84450"/>
                                <a:pt x="381809" y="116565"/>
                                <a:pt x="381809" y="124891"/>
                              </a:cubicBezTo>
                              <a:cubicBezTo>
                                <a:pt x="380619" y="134406"/>
                                <a:pt x="381809" y="142732"/>
                                <a:pt x="380619" y="151058"/>
                              </a:cubicBezTo>
                              <a:cubicBezTo>
                                <a:pt x="378240" y="158195"/>
                                <a:pt x="380619" y="166521"/>
                                <a:pt x="380619" y="1748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320" name="Graphic 27">
                          <a:extLst>
                            <a:ext uri="{FF2B5EF4-FFF2-40B4-BE49-F238E27FC236}">
                              <a16:creationId xmlns:a16="http://schemas.microsoft.com/office/drawing/2014/main" id="{A69A9948-28F4-4F12-8056-CC2EC50A90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755779" y="1499170"/>
                          <a:ext cx="6978415" cy="3528827"/>
                          <a:chOff x="2755779" y="1499170"/>
                          <a:chExt cx="6978415" cy="3528827"/>
                        </a:xfrm>
                        <a:grpFill/>
                      </p:grpSpPr>
                      <p:grpSp>
                        <p:nvGrpSpPr>
                          <p:cNvPr id="321" name="Graphic 27">
                            <a:extLst>
                              <a:ext uri="{FF2B5EF4-FFF2-40B4-BE49-F238E27FC236}">
                                <a16:creationId xmlns:a16="http://schemas.microsoft.com/office/drawing/2014/main" id="{5B4A483D-439C-A306-AD5C-7F4E5C0559D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931616" y="2965934"/>
                            <a:ext cx="332751" cy="712428"/>
                            <a:chOff x="8931616" y="2965934"/>
                            <a:chExt cx="332751" cy="712428"/>
                          </a:xfrm>
                          <a:grpFill/>
                        </p:grpSpPr>
                        <p:sp>
                          <p:nvSpPr>
                            <p:cNvPr id="322" name="Freeform 321">
                              <a:extLst>
                                <a:ext uri="{FF2B5EF4-FFF2-40B4-BE49-F238E27FC236}">
                                  <a16:creationId xmlns:a16="http://schemas.microsoft.com/office/drawing/2014/main" id="{48402004-BEED-D0B0-A248-777310118A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73821" y="3391001"/>
                              <a:ext cx="7373" cy="13239"/>
                            </a:xfrm>
                            <a:custGeom>
                              <a:avLst/>
                              <a:gdLst>
                                <a:gd name="connsiteX0" fmla="*/ 4994 w 7373"/>
                                <a:gd name="connsiteY0" fmla="*/ 156 h 13239"/>
                                <a:gd name="connsiteX1" fmla="*/ 236 w 7373"/>
                                <a:gd name="connsiteY1" fmla="*/ 6103 h 13239"/>
                                <a:gd name="connsiteX2" fmla="*/ 3804 w 7373"/>
                                <a:gd name="connsiteY2" fmla="*/ 13239 h 13239"/>
                                <a:gd name="connsiteX3" fmla="*/ 7373 w 7373"/>
                                <a:gd name="connsiteY3" fmla="*/ 7292 h 13239"/>
                                <a:gd name="connsiteX4" fmla="*/ 4994 w 7373"/>
                                <a:gd name="connsiteY4" fmla="*/ 156 h 1323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7373" h="13239">
                                  <a:moveTo>
                                    <a:pt x="4994" y="156"/>
                                  </a:moveTo>
                                  <a:cubicBezTo>
                                    <a:pt x="2615" y="1345"/>
                                    <a:pt x="-953" y="2534"/>
                                    <a:pt x="236" y="6103"/>
                                  </a:cubicBezTo>
                                  <a:cubicBezTo>
                                    <a:pt x="1426" y="9671"/>
                                    <a:pt x="2615" y="13239"/>
                                    <a:pt x="3804" y="13239"/>
                                  </a:cubicBezTo>
                                  <a:cubicBezTo>
                                    <a:pt x="6183" y="13239"/>
                                    <a:pt x="7373" y="9671"/>
                                    <a:pt x="7373" y="7292"/>
                                  </a:cubicBezTo>
                                  <a:cubicBezTo>
                                    <a:pt x="7373" y="4913"/>
                                    <a:pt x="7373" y="-1034"/>
                                    <a:pt x="4994" y="15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23" name="Freeform 322">
                              <a:extLst>
                                <a:ext uri="{FF2B5EF4-FFF2-40B4-BE49-F238E27FC236}">
                                  <a16:creationId xmlns:a16="http://schemas.microsoft.com/office/drawing/2014/main" id="{1EF56F86-F4B4-66BB-F60B-3B0930474B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59123" y="3396920"/>
                              <a:ext cx="7273" cy="3752"/>
                            </a:xfrm>
                            <a:custGeom>
                              <a:avLst/>
                              <a:gdLst>
                                <a:gd name="connsiteX0" fmla="*/ 4229 w 7273"/>
                                <a:gd name="connsiteY0" fmla="*/ 3752 h 3752"/>
                                <a:gd name="connsiteX1" fmla="*/ 6608 w 7273"/>
                                <a:gd name="connsiteY1" fmla="*/ 1374 h 3752"/>
                                <a:gd name="connsiteX2" fmla="*/ 661 w 7273"/>
                                <a:gd name="connsiteY2" fmla="*/ 1374 h 3752"/>
                                <a:gd name="connsiteX3" fmla="*/ 4229 w 7273"/>
                                <a:gd name="connsiteY3" fmla="*/ 3752 h 375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7273" h="3752">
                                  <a:moveTo>
                                    <a:pt x="4229" y="3752"/>
                                  </a:moveTo>
                                  <a:cubicBezTo>
                                    <a:pt x="4229" y="3752"/>
                                    <a:pt x="8987" y="2563"/>
                                    <a:pt x="6608" y="1374"/>
                                  </a:cubicBezTo>
                                  <a:cubicBezTo>
                                    <a:pt x="5419" y="-1005"/>
                                    <a:pt x="1850" y="184"/>
                                    <a:pt x="661" y="1374"/>
                                  </a:cubicBezTo>
                                  <a:cubicBezTo>
                                    <a:pt x="-529" y="2563"/>
                                    <a:pt x="-529" y="3752"/>
                                    <a:pt x="4229" y="375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24" name="Freeform 323">
                              <a:extLst>
                                <a:ext uri="{FF2B5EF4-FFF2-40B4-BE49-F238E27FC236}">
                                  <a16:creationId xmlns:a16="http://schemas.microsoft.com/office/drawing/2014/main" id="{A238031A-343D-0CD3-1261-7A7605FD8A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65107" y="3468234"/>
                              <a:ext cx="4612" cy="9751"/>
                            </a:xfrm>
                            <a:custGeom>
                              <a:avLst/>
                              <a:gdLst>
                                <a:gd name="connsiteX0" fmla="*/ 4280 w 4612"/>
                                <a:gd name="connsiteY0" fmla="*/ 4994 h 9751"/>
                                <a:gd name="connsiteX1" fmla="*/ 712 w 4612"/>
                                <a:gd name="connsiteY1" fmla="*/ 236 h 9751"/>
                                <a:gd name="connsiteX2" fmla="*/ 3091 w 4612"/>
                                <a:gd name="connsiteY2" fmla="*/ 9752 h 9751"/>
                                <a:gd name="connsiteX3" fmla="*/ 4280 w 4612"/>
                                <a:gd name="connsiteY3" fmla="*/ 4994 h 975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4612" h="9751">
                                  <a:moveTo>
                                    <a:pt x="4280" y="4994"/>
                                  </a:moveTo>
                                  <a:cubicBezTo>
                                    <a:pt x="3091" y="2615"/>
                                    <a:pt x="1901" y="-953"/>
                                    <a:pt x="712" y="236"/>
                                  </a:cubicBezTo>
                                  <a:cubicBezTo>
                                    <a:pt x="-478" y="1426"/>
                                    <a:pt x="-478" y="9752"/>
                                    <a:pt x="3091" y="9752"/>
                                  </a:cubicBezTo>
                                  <a:cubicBezTo>
                                    <a:pt x="3091" y="9752"/>
                                    <a:pt x="5469" y="7373"/>
                                    <a:pt x="4280" y="4994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25" name="Freeform 324">
                              <a:extLst>
                                <a:ext uri="{FF2B5EF4-FFF2-40B4-BE49-F238E27FC236}">
                                  <a16:creationId xmlns:a16="http://schemas.microsoft.com/office/drawing/2014/main" id="{2FEC2F31-51C2-7A80-50B6-DA2A36D7CB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31616" y="3456576"/>
                              <a:ext cx="8278" cy="11277"/>
                            </a:xfrm>
                            <a:custGeom>
                              <a:avLst/>
                              <a:gdLst>
                                <a:gd name="connsiteX0" fmla="*/ 8036 w 8278"/>
                                <a:gd name="connsiteY0" fmla="*/ 7137 h 11277"/>
                                <a:gd name="connsiteX1" fmla="*/ 4468 w 8278"/>
                                <a:gd name="connsiteY1" fmla="*/ 4758 h 11277"/>
                                <a:gd name="connsiteX2" fmla="*/ 899 w 8278"/>
                                <a:gd name="connsiteY2" fmla="*/ 0 h 11277"/>
                                <a:gd name="connsiteX3" fmla="*/ 5657 w 8278"/>
                                <a:gd name="connsiteY3" fmla="*/ 10705 h 11277"/>
                                <a:gd name="connsiteX4" fmla="*/ 8036 w 8278"/>
                                <a:gd name="connsiteY4" fmla="*/ 7137 h 1127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8278" h="11277">
                                  <a:moveTo>
                                    <a:pt x="8036" y="7137"/>
                                  </a:moveTo>
                                  <a:cubicBezTo>
                                    <a:pt x="6847" y="5947"/>
                                    <a:pt x="5657" y="7137"/>
                                    <a:pt x="4468" y="4758"/>
                                  </a:cubicBezTo>
                                  <a:cubicBezTo>
                                    <a:pt x="3278" y="2379"/>
                                    <a:pt x="3278" y="0"/>
                                    <a:pt x="899" y="0"/>
                                  </a:cubicBezTo>
                                  <a:cubicBezTo>
                                    <a:pt x="-290" y="0"/>
                                    <a:pt x="-1480" y="14273"/>
                                    <a:pt x="5657" y="10705"/>
                                  </a:cubicBezTo>
                                  <a:cubicBezTo>
                                    <a:pt x="5657" y="11894"/>
                                    <a:pt x="9225" y="8326"/>
                                    <a:pt x="8036" y="713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26" name="Freeform 325">
                              <a:extLst>
                                <a:ext uri="{FF2B5EF4-FFF2-40B4-BE49-F238E27FC236}">
                                  <a16:creationId xmlns:a16="http://schemas.microsoft.com/office/drawing/2014/main" id="{B690EB39-61F2-C9F9-9961-F546C8F049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44085" y="3445871"/>
                              <a:ext cx="3892" cy="4060"/>
                            </a:xfrm>
                            <a:custGeom>
                              <a:avLst/>
                              <a:gdLst>
                                <a:gd name="connsiteX0" fmla="*/ 3893 w 3892"/>
                                <a:gd name="connsiteY0" fmla="*/ 3568 h 4060"/>
                                <a:gd name="connsiteX1" fmla="*/ 2703 w 3892"/>
                                <a:gd name="connsiteY1" fmla="*/ 0 h 4060"/>
                                <a:gd name="connsiteX2" fmla="*/ 324 w 3892"/>
                                <a:gd name="connsiteY2" fmla="*/ 2379 h 4060"/>
                                <a:gd name="connsiteX3" fmla="*/ 3893 w 3892"/>
                                <a:gd name="connsiteY3" fmla="*/ 3568 h 406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3892" h="4060">
                                  <a:moveTo>
                                    <a:pt x="3893" y="3568"/>
                                  </a:moveTo>
                                  <a:cubicBezTo>
                                    <a:pt x="3893" y="3568"/>
                                    <a:pt x="3893" y="0"/>
                                    <a:pt x="2703" y="0"/>
                                  </a:cubicBezTo>
                                  <a:cubicBezTo>
                                    <a:pt x="1514" y="0"/>
                                    <a:pt x="-866" y="1189"/>
                                    <a:pt x="324" y="2379"/>
                                  </a:cubicBezTo>
                                  <a:cubicBezTo>
                                    <a:pt x="1514" y="3568"/>
                                    <a:pt x="3893" y="4758"/>
                                    <a:pt x="3893" y="356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27" name="Freeform 326">
                              <a:extLst>
                                <a:ext uri="{FF2B5EF4-FFF2-40B4-BE49-F238E27FC236}">
                                  <a16:creationId xmlns:a16="http://schemas.microsoft.com/office/drawing/2014/main" id="{0030624E-41DC-A708-A9F0-AA57CA5283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38462" y="3451289"/>
                              <a:ext cx="5090" cy="3231"/>
                            </a:xfrm>
                            <a:custGeom>
                              <a:avLst/>
                              <a:gdLst>
                                <a:gd name="connsiteX0" fmla="*/ 4757 w 5090"/>
                                <a:gd name="connsiteY0" fmla="*/ 529 h 3231"/>
                                <a:gd name="connsiteX1" fmla="*/ 0 w 5090"/>
                                <a:gd name="connsiteY1" fmla="*/ 529 h 3231"/>
                                <a:gd name="connsiteX2" fmla="*/ 3568 w 5090"/>
                                <a:gd name="connsiteY2" fmla="*/ 2908 h 3231"/>
                                <a:gd name="connsiteX3" fmla="*/ 4757 w 5090"/>
                                <a:gd name="connsiteY3" fmla="*/ 529 h 323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5090" h="3231">
                                  <a:moveTo>
                                    <a:pt x="4757" y="529"/>
                                  </a:moveTo>
                                  <a:cubicBezTo>
                                    <a:pt x="3568" y="529"/>
                                    <a:pt x="0" y="-661"/>
                                    <a:pt x="0" y="529"/>
                                  </a:cubicBezTo>
                                  <a:cubicBezTo>
                                    <a:pt x="1189" y="1718"/>
                                    <a:pt x="1189" y="4097"/>
                                    <a:pt x="3568" y="2908"/>
                                  </a:cubicBezTo>
                                  <a:cubicBezTo>
                                    <a:pt x="3568" y="2908"/>
                                    <a:pt x="5947" y="529"/>
                                    <a:pt x="4757" y="52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28" name="Freeform 327">
                              <a:extLst>
                                <a:ext uri="{FF2B5EF4-FFF2-40B4-BE49-F238E27FC236}">
                                  <a16:creationId xmlns:a16="http://schemas.microsoft.com/office/drawing/2014/main" id="{206A3C7F-1BD7-D89F-9B12-D99CC67E94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17838" y="3403794"/>
                              <a:ext cx="59344" cy="51294"/>
                            </a:xfrm>
                            <a:custGeom>
                              <a:avLst/>
                              <a:gdLst>
                                <a:gd name="connsiteX0" fmla="*/ 51463 w 59344"/>
                                <a:gd name="connsiteY0" fmla="*/ 2825 h 51294"/>
                                <a:gd name="connsiteX1" fmla="*/ 41946 w 59344"/>
                                <a:gd name="connsiteY1" fmla="*/ 446 h 51294"/>
                                <a:gd name="connsiteX2" fmla="*/ 34810 w 59344"/>
                                <a:gd name="connsiteY2" fmla="*/ 4014 h 51294"/>
                                <a:gd name="connsiteX3" fmla="*/ 18158 w 59344"/>
                                <a:gd name="connsiteY3" fmla="*/ 13530 h 51294"/>
                                <a:gd name="connsiteX4" fmla="*/ 13400 w 59344"/>
                                <a:gd name="connsiteY4" fmla="*/ 9961 h 51294"/>
                                <a:gd name="connsiteX5" fmla="*/ 6263 w 59344"/>
                                <a:gd name="connsiteY5" fmla="*/ 13530 h 51294"/>
                                <a:gd name="connsiteX6" fmla="*/ 3885 w 59344"/>
                                <a:gd name="connsiteY6" fmla="*/ 21856 h 51294"/>
                                <a:gd name="connsiteX7" fmla="*/ 316 w 59344"/>
                                <a:gd name="connsiteY7" fmla="*/ 28992 h 51294"/>
                                <a:gd name="connsiteX8" fmla="*/ 7453 w 59344"/>
                                <a:gd name="connsiteY8" fmla="*/ 31371 h 51294"/>
                                <a:gd name="connsiteX9" fmla="*/ 7453 w 59344"/>
                                <a:gd name="connsiteY9" fmla="*/ 39697 h 51294"/>
                                <a:gd name="connsiteX10" fmla="*/ 12211 w 59344"/>
                                <a:gd name="connsiteY10" fmla="*/ 46834 h 51294"/>
                                <a:gd name="connsiteX11" fmla="*/ 16969 w 59344"/>
                                <a:gd name="connsiteY11" fmla="*/ 50402 h 51294"/>
                                <a:gd name="connsiteX12" fmla="*/ 26484 w 59344"/>
                                <a:gd name="connsiteY12" fmla="*/ 50402 h 51294"/>
                                <a:gd name="connsiteX13" fmla="*/ 21727 w 59344"/>
                                <a:gd name="connsiteY13" fmla="*/ 38508 h 51294"/>
                                <a:gd name="connsiteX14" fmla="*/ 24105 w 59344"/>
                                <a:gd name="connsiteY14" fmla="*/ 36129 h 51294"/>
                                <a:gd name="connsiteX15" fmla="*/ 24105 w 59344"/>
                                <a:gd name="connsiteY15" fmla="*/ 31371 h 51294"/>
                                <a:gd name="connsiteX16" fmla="*/ 30052 w 59344"/>
                                <a:gd name="connsiteY16" fmla="*/ 27803 h 51294"/>
                                <a:gd name="connsiteX17" fmla="*/ 43136 w 59344"/>
                                <a:gd name="connsiteY17" fmla="*/ 23045 h 51294"/>
                                <a:gd name="connsiteX18" fmla="*/ 45515 w 59344"/>
                                <a:gd name="connsiteY18" fmla="*/ 27803 h 51294"/>
                                <a:gd name="connsiteX19" fmla="*/ 49083 w 59344"/>
                                <a:gd name="connsiteY19" fmla="*/ 31371 h 51294"/>
                                <a:gd name="connsiteX20" fmla="*/ 52652 w 59344"/>
                                <a:gd name="connsiteY20" fmla="*/ 23045 h 51294"/>
                                <a:gd name="connsiteX21" fmla="*/ 58599 w 59344"/>
                                <a:gd name="connsiteY21" fmla="*/ 15909 h 51294"/>
                                <a:gd name="connsiteX22" fmla="*/ 51463 w 59344"/>
                                <a:gd name="connsiteY22" fmla="*/ 2825 h 5129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</a:cxnLst>
                              <a:rect l="l" t="t" r="r" b="b"/>
                              <a:pathLst>
                                <a:path w="59344" h="51294">
                                  <a:moveTo>
                                    <a:pt x="51463" y="2825"/>
                                  </a:moveTo>
                                  <a:cubicBezTo>
                                    <a:pt x="49083" y="1635"/>
                                    <a:pt x="44325" y="446"/>
                                    <a:pt x="41946" y="446"/>
                                  </a:cubicBezTo>
                                  <a:cubicBezTo>
                                    <a:pt x="37189" y="-743"/>
                                    <a:pt x="38378" y="446"/>
                                    <a:pt x="34810" y="4014"/>
                                  </a:cubicBezTo>
                                  <a:cubicBezTo>
                                    <a:pt x="30052" y="8772"/>
                                    <a:pt x="25295" y="13530"/>
                                    <a:pt x="18158" y="13530"/>
                                  </a:cubicBezTo>
                                  <a:cubicBezTo>
                                    <a:pt x="13400" y="13530"/>
                                    <a:pt x="16969" y="11151"/>
                                    <a:pt x="13400" y="9961"/>
                                  </a:cubicBezTo>
                                  <a:cubicBezTo>
                                    <a:pt x="11021" y="8772"/>
                                    <a:pt x="7453" y="12340"/>
                                    <a:pt x="6263" y="13530"/>
                                  </a:cubicBezTo>
                                  <a:cubicBezTo>
                                    <a:pt x="5074" y="17098"/>
                                    <a:pt x="6263" y="18288"/>
                                    <a:pt x="3885" y="21856"/>
                                  </a:cubicBezTo>
                                  <a:cubicBezTo>
                                    <a:pt x="1506" y="24235"/>
                                    <a:pt x="-873" y="24235"/>
                                    <a:pt x="316" y="28992"/>
                                  </a:cubicBezTo>
                                  <a:cubicBezTo>
                                    <a:pt x="2695" y="30182"/>
                                    <a:pt x="6263" y="30182"/>
                                    <a:pt x="7453" y="31371"/>
                                  </a:cubicBezTo>
                                  <a:cubicBezTo>
                                    <a:pt x="9832" y="33750"/>
                                    <a:pt x="7453" y="37318"/>
                                    <a:pt x="7453" y="39697"/>
                                  </a:cubicBezTo>
                                  <a:cubicBezTo>
                                    <a:pt x="7453" y="43266"/>
                                    <a:pt x="8642" y="45644"/>
                                    <a:pt x="12211" y="46834"/>
                                  </a:cubicBezTo>
                                  <a:cubicBezTo>
                                    <a:pt x="15779" y="48023"/>
                                    <a:pt x="18158" y="44455"/>
                                    <a:pt x="16969" y="50402"/>
                                  </a:cubicBezTo>
                                  <a:cubicBezTo>
                                    <a:pt x="19348" y="51592"/>
                                    <a:pt x="24105" y="51592"/>
                                    <a:pt x="26484" y="50402"/>
                                  </a:cubicBezTo>
                                  <a:cubicBezTo>
                                    <a:pt x="28863" y="46834"/>
                                    <a:pt x="20537" y="43266"/>
                                    <a:pt x="21727" y="38508"/>
                                  </a:cubicBezTo>
                                  <a:cubicBezTo>
                                    <a:pt x="21727" y="38508"/>
                                    <a:pt x="22916" y="37318"/>
                                    <a:pt x="24105" y="36129"/>
                                  </a:cubicBezTo>
                                  <a:cubicBezTo>
                                    <a:pt x="24105" y="34940"/>
                                    <a:pt x="24105" y="32561"/>
                                    <a:pt x="24105" y="31371"/>
                                  </a:cubicBezTo>
                                  <a:cubicBezTo>
                                    <a:pt x="25295" y="28992"/>
                                    <a:pt x="27674" y="28992"/>
                                    <a:pt x="30052" y="27803"/>
                                  </a:cubicBezTo>
                                  <a:cubicBezTo>
                                    <a:pt x="31242" y="23045"/>
                                    <a:pt x="39568" y="23045"/>
                                    <a:pt x="43136" y="23045"/>
                                  </a:cubicBezTo>
                                  <a:cubicBezTo>
                                    <a:pt x="43136" y="25424"/>
                                    <a:pt x="44325" y="26614"/>
                                    <a:pt x="45515" y="27803"/>
                                  </a:cubicBezTo>
                                  <a:cubicBezTo>
                                    <a:pt x="45515" y="27803"/>
                                    <a:pt x="46704" y="31371"/>
                                    <a:pt x="49083" y="31371"/>
                                  </a:cubicBezTo>
                                  <a:cubicBezTo>
                                    <a:pt x="51463" y="30182"/>
                                    <a:pt x="51463" y="25424"/>
                                    <a:pt x="52652" y="23045"/>
                                  </a:cubicBezTo>
                                  <a:cubicBezTo>
                                    <a:pt x="53841" y="20666"/>
                                    <a:pt x="57410" y="19477"/>
                                    <a:pt x="58599" y="15909"/>
                                  </a:cubicBezTo>
                                  <a:cubicBezTo>
                                    <a:pt x="60978" y="9961"/>
                                    <a:pt x="57410" y="5204"/>
                                    <a:pt x="51463" y="282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accent3">
                                <a:lumMod val="75000"/>
                              </a:schemeClr>
                            </a:solidFill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29" name="Freeform 328">
                              <a:extLst>
                                <a:ext uri="{FF2B5EF4-FFF2-40B4-BE49-F238E27FC236}">
                                  <a16:creationId xmlns:a16="http://schemas.microsoft.com/office/drawing/2014/main" id="{809D4A5E-E445-9561-BD55-DA3B8BD03A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121762" y="2965934"/>
                              <a:ext cx="142605" cy="164121"/>
                            </a:xfrm>
                            <a:custGeom>
                              <a:avLst/>
                              <a:gdLst>
                                <a:gd name="connsiteX0" fmla="*/ 129522 w 142605"/>
                                <a:gd name="connsiteY0" fmla="*/ 74340 h 164121"/>
                                <a:gd name="connsiteX1" fmla="*/ 127143 w 142605"/>
                                <a:gd name="connsiteY1" fmla="*/ 67203 h 164121"/>
                                <a:gd name="connsiteX2" fmla="*/ 122385 w 142605"/>
                                <a:gd name="connsiteY2" fmla="*/ 62445 h 164121"/>
                                <a:gd name="connsiteX3" fmla="*/ 115248 w 142605"/>
                                <a:gd name="connsiteY3" fmla="*/ 49362 h 164121"/>
                                <a:gd name="connsiteX4" fmla="*/ 115248 w 142605"/>
                                <a:gd name="connsiteY4" fmla="*/ 35088 h 164121"/>
                                <a:gd name="connsiteX5" fmla="*/ 102165 w 142605"/>
                                <a:gd name="connsiteY5" fmla="*/ 50551 h 164121"/>
                                <a:gd name="connsiteX6" fmla="*/ 91460 w 142605"/>
                                <a:gd name="connsiteY6" fmla="*/ 54119 h 164121"/>
                                <a:gd name="connsiteX7" fmla="*/ 83133 w 142605"/>
                                <a:gd name="connsiteY7" fmla="*/ 48172 h 164121"/>
                                <a:gd name="connsiteX8" fmla="*/ 75997 w 142605"/>
                                <a:gd name="connsiteY8" fmla="*/ 46983 h 164121"/>
                                <a:gd name="connsiteX9" fmla="*/ 61724 w 142605"/>
                                <a:gd name="connsiteY9" fmla="*/ 38657 h 164121"/>
                                <a:gd name="connsiteX10" fmla="*/ 47450 w 142605"/>
                                <a:gd name="connsiteY10" fmla="*/ 25573 h 164121"/>
                                <a:gd name="connsiteX11" fmla="*/ 41503 w 142605"/>
                                <a:gd name="connsiteY11" fmla="*/ 19626 h 164121"/>
                                <a:gd name="connsiteX12" fmla="*/ 35556 w 142605"/>
                                <a:gd name="connsiteY12" fmla="*/ 12489 h 164121"/>
                                <a:gd name="connsiteX13" fmla="*/ 26041 w 142605"/>
                                <a:gd name="connsiteY13" fmla="*/ 7731 h 164121"/>
                                <a:gd name="connsiteX14" fmla="*/ 20094 w 142605"/>
                                <a:gd name="connsiteY14" fmla="*/ 1784 h 164121"/>
                                <a:gd name="connsiteX15" fmla="*/ 14146 w 142605"/>
                                <a:gd name="connsiteY15" fmla="*/ 1784 h 164121"/>
                                <a:gd name="connsiteX16" fmla="*/ 10578 w 142605"/>
                                <a:gd name="connsiteY16" fmla="*/ 10110 h 164121"/>
                                <a:gd name="connsiteX17" fmla="*/ 15336 w 142605"/>
                                <a:gd name="connsiteY17" fmla="*/ 18436 h 164121"/>
                                <a:gd name="connsiteX18" fmla="*/ 18904 w 142605"/>
                                <a:gd name="connsiteY18" fmla="*/ 26762 h 164121"/>
                                <a:gd name="connsiteX19" fmla="*/ 22473 w 142605"/>
                                <a:gd name="connsiteY19" fmla="*/ 35088 h 164121"/>
                                <a:gd name="connsiteX20" fmla="*/ 22473 w 142605"/>
                                <a:gd name="connsiteY20" fmla="*/ 45793 h 164121"/>
                                <a:gd name="connsiteX21" fmla="*/ 26041 w 142605"/>
                                <a:gd name="connsiteY21" fmla="*/ 62445 h 164121"/>
                                <a:gd name="connsiteX22" fmla="*/ 22473 w 142605"/>
                                <a:gd name="connsiteY22" fmla="*/ 68393 h 164121"/>
                                <a:gd name="connsiteX23" fmla="*/ 26041 w 142605"/>
                                <a:gd name="connsiteY23" fmla="*/ 74340 h 164121"/>
                                <a:gd name="connsiteX24" fmla="*/ 28420 w 142605"/>
                                <a:gd name="connsiteY24" fmla="*/ 89802 h 164121"/>
                                <a:gd name="connsiteX25" fmla="*/ 7010 w 142605"/>
                                <a:gd name="connsiteY25" fmla="*/ 88613 h 164121"/>
                                <a:gd name="connsiteX26" fmla="*/ 8199 w 142605"/>
                                <a:gd name="connsiteY26" fmla="*/ 93371 h 164121"/>
                                <a:gd name="connsiteX27" fmla="*/ 10578 w 142605"/>
                                <a:gd name="connsiteY27" fmla="*/ 102886 h 164121"/>
                                <a:gd name="connsiteX28" fmla="*/ 2252 w 142605"/>
                                <a:gd name="connsiteY28" fmla="*/ 111212 h 164121"/>
                                <a:gd name="connsiteX29" fmla="*/ 2252 w 142605"/>
                                <a:gd name="connsiteY29" fmla="*/ 131433 h 164121"/>
                                <a:gd name="connsiteX30" fmla="*/ 15336 w 142605"/>
                                <a:gd name="connsiteY30" fmla="*/ 143327 h 164121"/>
                                <a:gd name="connsiteX31" fmla="*/ 20094 w 142605"/>
                                <a:gd name="connsiteY31" fmla="*/ 162358 h 164121"/>
                                <a:gd name="connsiteX32" fmla="*/ 31988 w 142605"/>
                                <a:gd name="connsiteY32" fmla="*/ 154032 h 164121"/>
                                <a:gd name="connsiteX33" fmla="*/ 42693 w 142605"/>
                                <a:gd name="connsiteY33" fmla="*/ 150464 h 164121"/>
                                <a:gd name="connsiteX34" fmla="*/ 46261 w 142605"/>
                                <a:gd name="connsiteY34" fmla="*/ 140948 h 164121"/>
                                <a:gd name="connsiteX35" fmla="*/ 35556 w 142605"/>
                                <a:gd name="connsiteY35" fmla="*/ 139759 h 164121"/>
                                <a:gd name="connsiteX36" fmla="*/ 28420 w 142605"/>
                                <a:gd name="connsiteY36" fmla="*/ 133811 h 164121"/>
                                <a:gd name="connsiteX37" fmla="*/ 20094 w 142605"/>
                                <a:gd name="connsiteY37" fmla="*/ 132622 h 164121"/>
                                <a:gd name="connsiteX38" fmla="*/ 16525 w 142605"/>
                                <a:gd name="connsiteY38" fmla="*/ 124296 h 164121"/>
                                <a:gd name="connsiteX39" fmla="*/ 31988 w 142605"/>
                                <a:gd name="connsiteY39" fmla="*/ 124296 h 164121"/>
                                <a:gd name="connsiteX40" fmla="*/ 36746 w 142605"/>
                                <a:gd name="connsiteY40" fmla="*/ 117159 h 164121"/>
                                <a:gd name="connsiteX41" fmla="*/ 45071 w 142605"/>
                                <a:gd name="connsiteY41" fmla="*/ 113591 h 164121"/>
                                <a:gd name="connsiteX42" fmla="*/ 51019 w 142605"/>
                                <a:gd name="connsiteY42" fmla="*/ 115970 h 164121"/>
                                <a:gd name="connsiteX43" fmla="*/ 58156 w 142605"/>
                                <a:gd name="connsiteY43" fmla="*/ 117159 h 164121"/>
                                <a:gd name="connsiteX44" fmla="*/ 68860 w 142605"/>
                                <a:gd name="connsiteY44" fmla="*/ 125485 h 164121"/>
                                <a:gd name="connsiteX45" fmla="*/ 81944 w 142605"/>
                                <a:gd name="connsiteY45" fmla="*/ 131433 h 164121"/>
                                <a:gd name="connsiteX46" fmla="*/ 93839 w 142605"/>
                                <a:gd name="connsiteY46" fmla="*/ 137380 h 164121"/>
                                <a:gd name="connsiteX47" fmla="*/ 93839 w 142605"/>
                                <a:gd name="connsiteY47" fmla="*/ 119538 h 164121"/>
                                <a:gd name="connsiteX48" fmla="*/ 97407 w 142605"/>
                                <a:gd name="connsiteY48" fmla="*/ 104076 h 164121"/>
                                <a:gd name="connsiteX49" fmla="*/ 106922 w 142605"/>
                                <a:gd name="connsiteY49" fmla="*/ 94560 h 164121"/>
                                <a:gd name="connsiteX50" fmla="*/ 121196 w 142605"/>
                                <a:gd name="connsiteY50" fmla="*/ 96939 h 164121"/>
                                <a:gd name="connsiteX51" fmla="*/ 127143 w 142605"/>
                                <a:gd name="connsiteY51" fmla="*/ 92181 h 164121"/>
                                <a:gd name="connsiteX52" fmla="*/ 133090 w 142605"/>
                                <a:gd name="connsiteY52" fmla="*/ 85045 h 164121"/>
                                <a:gd name="connsiteX53" fmla="*/ 139037 w 142605"/>
                                <a:gd name="connsiteY53" fmla="*/ 79097 h 164121"/>
                                <a:gd name="connsiteX54" fmla="*/ 142605 w 142605"/>
                                <a:gd name="connsiteY54" fmla="*/ 70771 h 164121"/>
                                <a:gd name="connsiteX55" fmla="*/ 129522 w 142605"/>
                                <a:gd name="connsiteY55" fmla="*/ 74340 h 16412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</a:cxnLst>
                              <a:rect l="l" t="t" r="r" b="b"/>
                              <a:pathLst>
                                <a:path w="142605" h="164121">
                                  <a:moveTo>
                                    <a:pt x="129522" y="74340"/>
                                  </a:moveTo>
                                  <a:cubicBezTo>
                                    <a:pt x="127143" y="74340"/>
                                    <a:pt x="127143" y="68393"/>
                                    <a:pt x="127143" y="67203"/>
                                  </a:cubicBezTo>
                                  <a:cubicBezTo>
                                    <a:pt x="125954" y="64824"/>
                                    <a:pt x="124764" y="63635"/>
                                    <a:pt x="122385" y="62445"/>
                                  </a:cubicBezTo>
                                  <a:cubicBezTo>
                                    <a:pt x="117627" y="58877"/>
                                    <a:pt x="114059" y="56498"/>
                                    <a:pt x="115248" y="49362"/>
                                  </a:cubicBezTo>
                                  <a:cubicBezTo>
                                    <a:pt x="115248" y="45793"/>
                                    <a:pt x="121196" y="36278"/>
                                    <a:pt x="115248" y="35088"/>
                                  </a:cubicBezTo>
                                  <a:cubicBezTo>
                                    <a:pt x="112869" y="43414"/>
                                    <a:pt x="110490" y="48172"/>
                                    <a:pt x="102165" y="50551"/>
                                  </a:cubicBezTo>
                                  <a:cubicBezTo>
                                    <a:pt x="98596" y="51741"/>
                                    <a:pt x="95028" y="54119"/>
                                    <a:pt x="91460" y="54119"/>
                                  </a:cubicBezTo>
                                  <a:cubicBezTo>
                                    <a:pt x="86702" y="54119"/>
                                    <a:pt x="86702" y="49362"/>
                                    <a:pt x="83133" y="48172"/>
                                  </a:cubicBezTo>
                                  <a:cubicBezTo>
                                    <a:pt x="81944" y="46983"/>
                                    <a:pt x="79565" y="46983"/>
                                    <a:pt x="75997" y="46983"/>
                                  </a:cubicBezTo>
                                  <a:cubicBezTo>
                                    <a:pt x="71239" y="45793"/>
                                    <a:pt x="66482" y="41036"/>
                                    <a:pt x="61724" y="38657"/>
                                  </a:cubicBezTo>
                                  <a:cubicBezTo>
                                    <a:pt x="55777" y="35088"/>
                                    <a:pt x="52208" y="31520"/>
                                    <a:pt x="47450" y="25573"/>
                                  </a:cubicBezTo>
                                  <a:cubicBezTo>
                                    <a:pt x="46261" y="23194"/>
                                    <a:pt x="42693" y="22005"/>
                                    <a:pt x="41503" y="19626"/>
                                  </a:cubicBezTo>
                                  <a:cubicBezTo>
                                    <a:pt x="39124" y="17247"/>
                                    <a:pt x="39124" y="13678"/>
                                    <a:pt x="35556" y="12489"/>
                                  </a:cubicBezTo>
                                  <a:cubicBezTo>
                                    <a:pt x="33177" y="10110"/>
                                    <a:pt x="29609" y="10110"/>
                                    <a:pt x="26041" y="7731"/>
                                  </a:cubicBezTo>
                                  <a:cubicBezTo>
                                    <a:pt x="23662" y="6542"/>
                                    <a:pt x="22473" y="4163"/>
                                    <a:pt x="20094" y="1784"/>
                                  </a:cubicBezTo>
                                  <a:cubicBezTo>
                                    <a:pt x="16525" y="-595"/>
                                    <a:pt x="16525" y="-595"/>
                                    <a:pt x="14146" y="1784"/>
                                  </a:cubicBezTo>
                                  <a:cubicBezTo>
                                    <a:pt x="11767" y="4163"/>
                                    <a:pt x="9388" y="5352"/>
                                    <a:pt x="10578" y="10110"/>
                                  </a:cubicBezTo>
                                  <a:cubicBezTo>
                                    <a:pt x="11767" y="12489"/>
                                    <a:pt x="14146" y="16057"/>
                                    <a:pt x="15336" y="18436"/>
                                  </a:cubicBezTo>
                                  <a:cubicBezTo>
                                    <a:pt x="16525" y="20815"/>
                                    <a:pt x="17715" y="24384"/>
                                    <a:pt x="18904" y="26762"/>
                                  </a:cubicBezTo>
                                  <a:cubicBezTo>
                                    <a:pt x="21283" y="30331"/>
                                    <a:pt x="22473" y="31520"/>
                                    <a:pt x="22473" y="35088"/>
                                  </a:cubicBezTo>
                                  <a:cubicBezTo>
                                    <a:pt x="22473" y="38657"/>
                                    <a:pt x="21283" y="42225"/>
                                    <a:pt x="22473" y="45793"/>
                                  </a:cubicBezTo>
                                  <a:cubicBezTo>
                                    <a:pt x="23662" y="51741"/>
                                    <a:pt x="28420" y="56498"/>
                                    <a:pt x="26041" y="62445"/>
                                  </a:cubicBezTo>
                                  <a:cubicBezTo>
                                    <a:pt x="24852" y="64824"/>
                                    <a:pt x="22473" y="64824"/>
                                    <a:pt x="22473" y="68393"/>
                                  </a:cubicBezTo>
                                  <a:cubicBezTo>
                                    <a:pt x="22473" y="70771"/>
                                    <a:pt x="24852" y="73150"/>
                                    <a:pt x="26041" y="74340"/>
                                  </a:cubicBezTo>
                                  <a:cubicBezTo>
                                    <a:pt x="29609" y="80287"/>
                                    <a:pt x="28420" y="82666"/>
                                    <a:pt x="28420" y="89802"/>
                                  </a:cubicBezTo>
                                  <a:cubicBezTo>
                                    <a:pt x="20094" y="94560"/>
                                    <a:pt x="16525" y="86234"/>
                                    <a:pt x="7010" y="88613"/>
                                  </a:cubicBezTo>
                                  <a:cubicBezTo>
                                    <a:pt x="1063" y="89802"/>
                                    <a:pt x="4631" y="92181"/>
                                    <a:pt x="8199" y="93371"/>
                                  </a:cubicBezTo>
                                  <a:cubicBezTo>
                                    <a:pt x="12957" y="95750"/>
                                    <a:pt x="11767" y="98128"/>
                                    <a:pt x="10578" y="102886"/>
                                  </a:cubicBezTo>
                                  <a:cubicBezTo>
                                    <a:pt x="8199" y="105265"/>
                                    <a:pt x="4631" y="108833"/>
                                    <a:pt x="2252" y="111212"/>
                                  </a:cubicBezTo>
                                  <a:cubicBezTo>
                                    <a:pt x="-127" y="115970"/>
                                    <a:pt x="-1316" y="126675"/>
                                    <a:pt x="2252" y="131433"/>
                                  </a:cubicBezTo>
                                  <a:cubicBezTo>
                                    <a:pt x="5820" y="136190"/>
                                    <a:pt x="11767" y="137380"/>
                                    <a:pt x="15336" y="143327"/>
                                  </a:cubicBezTo>
                                  <a:cubicBezTo>
                                    <a:pt x="17715" y="148085"/>
                                    <a:pt x="15336" y="158790"/>
                                    <a:pt x="20094" y="162358"/>
                                  </a:cubicBezTo>
                                  <a:cubicBezTo>
                                    <a:pt x="24852" y="168305"/>
                                    <a:pt x="30799" y="157600"/>
                                    <a:pt x="31988" y="154032"/>
                                  </a:cubicBezTo>
                                  <a:cubicBezTo>
                                    <a:pt x="34367" y="146895"/>
                                    <a:pt x="36746" y="151653"/>
                                    <a:pt x="42693" y="150464"/>
                                  </a:cubicBezTo>
                                  <a:cubicBezTo>
                                    <a:pt x="47450" y="149274"/>
                                    <a:pt x="49829" y="144516"/>
                                    <a:pt x="46261" y="140948"/>
                                  </a:cubicBezTo>
                                  <a:cubicBezTo>
                                    <a:pt x="42693" y="139759"/>
                                    <a:pt x="39124" y="140948"/>
                                    <a:pt x="35556" y="139759"/>
                                  </a:cubicBezTo>
                                  <a:cubicBezTo>
                                    <a:pt x="31988" y="138569"/>
                                    <a:pt x="30799" y="136190"/>
                                    <a:pt x="28420" y="133811"/>
                                  </a:cubicBezTo>
                                  <a:cubicBezTo>
                                    <a:pt x="24852" y="130243"/>
                                    <a:pt x="24852" y="133811"/>
                                    <a:pt x="20094" y="132622"/>
                                  </a:cubicBezTo>
                                  <a:cubicBezTo>
                                    <a:pt x="17715" y="131433"/>
                                    <a:pt x="15336" y="127864"/>
                                    <a:pt x="16525" y="124296"/>
                                  </a:cubicBezTo>
                                  <a:cubicBezTo>
                                    <a:pt x="18904" y="115970"/>
                                    <a:pt x="28420" y="126675"/>
                                    <a:pt x="31988" y="124296"/>
                                  </a:cubicBezTo>
                                  <a:cubicBezTo>
                                    <a:pt x="34367" y="123107"/>
                                    <a:pt x="34367" y="118349"/>
                                    <a:pt x="36746" y="117159"/>
                                  </a:cubicBezTo>
                                  <a:cubicBezTo>
                                    <a:pt x="39124" y="114780"/>
                                    <a:pt x="42693" y="113591"/>
                                    <a:pt x="45071" y="113591"/>
                                  </a:cubicBezTo>
                                  <a:cubicBezTo>
                                    <a:pt x="47450" y="113591"/>
                                    <a:pt x="48640" y="115970"/>
                                    <a:pt x="51019" y="115970"/>
                                  </a:cubicBezTo>
                                  <a:cubicBezTo>
                                    <a:pt x="53398" y="117159"/>
                                    <a:pt x="55777" y="115970"/>
                                    <a:pt x="58156" y="117159"/>
                                  </a:cubicBezTo>
                                  <a:cubicBezTo>
                                    <a:pt x="61724" y="118349"/>
                                    <a:pt x="65292" y="123107"/>
                                    <a:pt x="68860" y="125485"/>
                                  </a:cubicBezTo>
                                  <a:cubicBezTo>
                                    <a:pt x="72429" y="127864"/>
                                    <a:pt x="77186" y="130243"/>
                                    <a:pt x="81944" y="131433"/>
                                  </a:cubicBezTo>
                                  <a:cubicBezTo>
                                    <a:pt x="85513" y="132622"/>
                                    <a:pt x="89081" y="138569"/>
                                    <a:pt x="93839" y="137380"/>
                                  </a:cubicBezTo>
                                  <a:cubicBezTo>
                                    <a:pt x="93839" y="131433"/>
                                    <a:pt x="93839" y="125485"/>
                                    <a:pt x="93839" y="119538"/>
                                  </a:cubicBezTo>
                                  <a:cubicBezTo>
                                    <a:pt x="92649" y="113591"/>
                                    <a:pt x="95028" y="110023"/>
                                    <a:pt x="97407" y="104076"/>
                                  </a:cubicBezTo>
                                  <a:cubicBezTo>
                                    <a:pt x="99786" y="99318"/>
                                    <a:pt x="102165" y="96939"/>
                                    <a:pt x="106922" y="94560"/>
                                  </a:cubicBezTo>
                                  <a:cubicBezTo>
                                    <a:pt x="112869" y="92181"/>
                                    <a:pt x="115248" y="94560"/>
                                    <a:pt x="121196" y="96939"/>
                                  </a:cubicBezTo>
                                  <a:cubicBezTo>
                                    <a:pt x="123575" y="92181"/>
                                    <a:pt x="121196" y="92181"/>
                                    <a:pt x="127143" y="92181"/>
                                  </a:cubicBezTo>
                                  <a:cubicBezTo>
                                    <a:pt x="133090" y="92181"/>
                                    <a:pt x="129522" y="88613"/>
                                    <a:pt x="133090" y="85045"/>
                                  </a:cubicBezTo>
                                  <a:cubicBezTo>
                                    <a:pt x="135469" y="81476"/>
                                    <a:pt x="137848" y="82666"/>
                                    <a:pt x="139037" y="79097"/>
                                  </a:cubicBezTo>
                                  <a:cubicBezTo>
                                    <a:pt x="140226" y="76719"/>
                                    <a:pt x="141416" y="73150"/>
                                    <a:pt x="142605" y="70771"/>
                                  </a:cubicBezTo>
                                  <a:cubicBezTo>
                                    <a:pt x="133090" y="64824"/>
                                    <a:pt x="134279" y="75529"/>
                                    <a:pt x="129522" y="7434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accent3">
                                <a:lumMod val="75000"/>
                              </a:schemeClr>
                            </a:solidFill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0" name="Freeform 329">
                              <a:extLst>
                                <a:ext uri="{FF2B5EF4-FFF2-40B4-BE49-F238E27FC236}">
                                  <a16:creationId xmlns:a16="http://schemas.microsoft.com/office/drawing/2014/main" id="{B0A79565-304B-33C4-30DD-9DA24D6866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58682" y="3122344"/>
                              <a:ext cx="267622" cy="393858"/>
                            </a:xfrm>
                            <a:custGeom>
                              <a:avLst/>
                              <a:gdLst>
                                <a:gd name="connsiteX0" fmla="*/ 249781 w 267622"/>
                                <a:gd name="connsiteY0" fmla="*/ 186741 h 393858"/>
                                <a:gd name="connsiteX1" fmla="*/ 243834 w 267622"/>
                                <a:gd name="connsiteY1" fmla="*/ 145111 h 393858"/>
                                <a:gd name="connsiteX2" fmla="*/ 237887 w 267622"/>
                                <a:gd name="connsiteY2" fmla="*/ 128459 h 393858"/>
                                <a:gd name="connsiteX3" fmla="*/ 253350 w 267622"/>
                                <a:gd name="connsiteY3" fmla="*/ 120133 h 393858"/>
                                <a:gd name="connsiteX4" fmla="*/ 256918 w 267622"/>
                                <a:gd name="connsiteY4" fmla="*/ 117754 h 393858"/>
                                <a:gd name="connsiteX5" fmla="*/ 254539 w 267622"/>
                                <a:gd name="connsiteY5" fmla="*/ 110617 h 393858"/>
                                <a:gd name="connsiteX6" fmla="*/ 253350 w 267622"/>
                                <a:gd name="connsiteY6" fmla="*/ 95155 h 393858"/>
                                <a:gd name="connsiteX7" fmla="*/ 254539 w 267622"/>
                                <a:gd name="connsiteY7" fmla="*/ 88018 h 393858"/>
                                <a:gd name="connsiteX8" fmla="*/ 253350 w 267622"/>
                                <a:gd name="connsiteY8" fmla="*/ 80882 h 393858"/>
                                <a:gd name="connsiteX9" fmla="*/ 250971 w 267622"/>
                                <a:gd name="connsiteY9" fmla="*/ 64230 h 393858"/>
                                <a:gd name="connsiteX10" fmla="*/ 247403 w 267622"/>
                                <a:gd name="connsiteY10" fmla="*/ 55904 h 393858"/>
                                <a:gd name="connsiteX11" fmla="*/ 240266 w 267622"/>
                                <a:gd name="connsiteY11" fmla="*/ 49956 h 393858"/>
                                <a:gd name="connsiteX12" fmla="*/ 239077 w 267622"/>
                                <a:gd name="connsiteY12" fmla="*/ 40441 h 393858"/>
                                <a:gd name="connsiteX13" fmla="*/ 233130 w 267622"/>
                                <a:gd name="connsiteY13" fmla="*/ 34494 h 393858"/>
                                <a:gd name="connsiteX14" fmla="*/ 221235 w 267622"/>
                                <a:gd name="connsiteY14" fmla="*/ 21410 h 393858"/>
                                <a:gd name="connsiteX15" fmla="*/ 218856 w 267622"/>
                                <a:gd name="connsiteY15" fmla="*/ 11894 h 393858"/>
                                <a:gd name="connsiteX16" fmla="*/ 218856 w 267622"/>
                                <a:gd name="connsiteY16" fmla="*/ 1190 h 393858"/>
                                <a:gd name="connsiteX17" fmla="*/ 211720 w 267622"/>
                                <a:gd name="connsiteY17" fmla="*/ 0 h 393858"/>
                                <a:gd name="connsiteX18" fmla="*/ 206962 w 267622"/>
                                <a:gd name="connsiteY18" fmla="*/ 0 h 393858"/>
                                <a:gd name="connsiteX19" fmla="*/ 204583 w 267622"/>
                                <a:gd name="connsiteY19" fmla="*/ 8326 h 393858"/>
                                <a:gd name="connsiteX20" fmla="*/ 211720 w 267622"/>
                                <a:gd name="connsiteY20" fmla="*/ 9516 h 393858"/>
                                <a:gd name="connsiteX21" fmla="*/ 214098 w 267622"/>
                                <a:gd name="connsiteY21" fmla="*/ 21410 h 393858"/>
                                <a:gd name="connsiteX22" fmla="*/ 209341 w 267622"/>
                                <a:gd name="connsiteY22" fmla="*/ 19031 h 393858"/>
                                <a:gd name="connsiteX23" fmla="*/ 204583 w 267622"/>
                                <a:gd name="connsiteY23" fmla="*/ 22599 h 393858"/>
                                <a:gd name="connsiteX24" fmla="*/ 201015 w 267622"/>
                                <a:gd name="connsiteY24" fmla="*/ 11894 h 393858"/>
                                <a:gd name="connsiteX25" fmla="*/ 195068 w 267622"/>
                                <a:gd name="connsiteY25" fmla="*/ 11894 h 393858"/>
                                <a:gd name="connsiteX26" fmla="*/ 195068 w 267622"/>
                                <a:gd name="connsiteY26" fmla="*/ 27357 h 393858"/>
                                <a:gd name="connsiteX27" fmla="*/ 191499 w 267622"/>
                                <a:gd name="connsiteY27" fmla="*/ 38062 h 393858"/>
                                <a:gd name="connsiteX28" fmla="*/ 197447 w 267622"/>
                                <a:gd name="connsiteY28" fmla="*/ 49956 h 393858"/>
                                <a:gd name="connsiteX29" fmla="*/ 189120 w 267622"/>
                                <a:gd name="connsiteY29" fmla="*/ 57093 h 393858"/>
                                <a:gd name="connsiteX30" fmla="*/ 202204 w 267622"/>
                                <a:gd name="connsiteY30" fmla="*/ 61851 h 393858"/>
                                <a:gd name="connsiteX31" fmla="*/ 205773 w 267622"/>
                                <a:gd name="connsiteY31" fmla="*/ 83260 h 393858"/>
                                <a:gd name="connsiteX32" fmla="*/ 205773 w 267622"/>
                                <a:gd name="connsiteY32" fmla="*/ 108239 h 393858"/>
                                <a:gd name="connsiteX33" fmla="*/ 204583 w 267622"/>
                                <a:gd name="connsiteY33" fmla="*/ 114186 h 393858"/>
                                <a:gd name="connsiteX34" fmla="*/ 203394 w 267622"/>
                                <a:gd name="connsiteY34" fmla="*/ 126080 h 393858"/>
                                <a:gd name="connsiteX35" fmla="*/ 203394 w 267622"/>
                                <a:gd name="connsiteY35" fmla="*/ 133217 h 393858"/>
                                <a:gd name="connsiteX36" fmla="*/ 198636 w 267622"/>
                                <a:gd name="connsiteY36" fmla="*/ 136785 h 393858"/>
                                <a:gd name="connsiteX37" fmla="*/ 192689 w 267622"/>
                                <a:gd name="connsiteY37" fmla="*/ 147490 h 393858"/>
                                <a:gd name="connsiteX38" fmla="*/ 189120 w 267622"/>
                                <a:gd name="connsiteY38" fmla="*/ 143922 h 393858"/>
                                <a:gd name="connsiteX39" fmla="*/ 183173 w 267622"/>
                                <a:gd name="connsiteY39" fmla="*/ 142732 h 393858"/>
                                <a:gd name="connsiteX40" fmla="*/ 190310 w 267622"/>
                                <a:gd name="connsiteY40" fmla="*/ 157006 h 393858"/>
                                <a:gd name="connsiteX41" fmla="*/ 181984 w 267622"/>
                                <a:gd name="connsiteY41" fmla="*/ 173658 h 393858"/>
                                <a:gd name="connsiteX42" fmla="*/ 166521 w 267622"/>
                                <a:gd name="connsiteY42" fmla="*/ 181984 h 393858"/>
                                <a:gd name="connsiteX43" fmla="*/ 155816 w 267622"/>
                                <a:gd name="connsiteY43" fmla="*/ 171279 h 393858"/>
                                <a:gd name="connsiteX44" fmla="*/ 159385 w 267622"/>
                                <a:gd name="connsiteY44" fmla="*/ 155816 h 393858"/>
                                <a:gd name="connsiteX45" fmla="*/ 154627 w 267622"/>
                                <a:gd name="connsiteY45" fmla="*/ 160574 h 393858"/>
                                <a:gd name="connsiteX46" fmla="*/ 147490 w 267622"/>
                                <a:gd name="connsiteY46" fmla="*/ 162953 h 393858"/>
                                <a:gd name="connsiteX47" fmla="*/ 147490 w 267622"/>
                                <a:gd name="connsiteY47" fmla="*/ 177226 h 393858"/>
                                <a:gd name="connsiteX48" fmla="*/ 148679 w 267622"/>
                                <a:gd name="connsiteY48" fmla="*/ 193878 h 393858"/>
                                <a:gd name="connsiteX49" fmla="*/ 141543 w 267622"/>
                                <a:gd name="connsiteY49" fmla="*/ 205772 h 393858"/>
                                <a:gd name="connsiteX50" fmla="*/ 139164 w 267622"/>
                                <a:gd name="connsiteY50" fmla="*/ 209341 h 393858"/>
                                <a:gd name="connsiteX51" fmla="*/ 141543 w 267622"/>
                                <a:gd name="connsiteY51" fmla="*/ 223614 h 393858"/>
                                <a:gd name="connsiteX52" fmla="*/ 132028 w 267622"/>
                                <a:gd name="connsiteY52" fmla="*/ 233129 h 393858"/>
                                <a:gd name="connsiteX53" fmla="*/ 126081 w 267622"/>
                                <a:gd name="connsiteY53" fmla="*/ 231940 h 393858"/>
                                <a:gd name="connsiteX54" fmla="*/ 123702 w 267622"/>
                                <a:gd name="connsiteY54" fmla="*/ 224803 h 393858"/>
                                <a:gd name="connsiteX55" fmla="*/ 109428 w 267622"/>
                                <a:gd name="connsiteY55" fmla="*/ 228372 h 393858"/>
                                <a:gd name="connsiteX56" fmla="*/ 96345 w 267622"/>
                                <a:gd name="connsiteY56" fmla="*/ 233129 h 393858"/>
                                <a:gd name="connsiteX57" fmla="*/ 65419 w 267622"/>
                                <a:gd name="connsiteY57" fmla="*/ 239077 h 393858"/>
                                <a:gd name="connsiteX58" fmla="*/ 60662 w 267622"/>
                                <a:gd name="connsiteY58" fmla="*/ 247403 h 393858"/>
                                <a:gd name="connsiteX59" fmla="*/ 55904 w 267622"/>
                                <a:gd name="connsiteY59" fmla="*/ 254539 h 393858"/>
                                <a:gd name="connsiteX60" fmla="*/ 49956 w 267622"/>
                                <a:gd name="connsiteY60" fmla="*/ 260486 h 393858"/>
                                <a:gd name="connsiteX61" fmla="*/ 42820 w 267622"/>
                                <a:gd name="connsiteY61" fmla="*/ 265244 h 393858"/>
                                <a:gd name="connsiteX62" fmla="*/ 38062 w 267622"/>
                                <a:gd name="connsiteY62" fmla="*/ 273570 h 393858"/>
                                <a:gd name="connsiteX63" fmla="*/ 29736 w 267622"/>
                                <a:gd name="connsiteY63" fmla="*/ 277138 h 393858"/>
                                <a:gd name="connsiteX64" fmla="*/ 29736 w 267622"/>
                                <a:gd name="connsiteY64" fmla="*/ 293791 h 393858"/>
                                <a:gd name="connsiteX65" fmla="*/ 14273 w 267622"/>
                                <a:gd name="connsiteY65" fmla="*/ 304495 h 393858"/>
                                <a:gd name="connsiteX66" fmla="*/ 8326 w 267622"/>
                                <a:gd name="connsiteY66" fmla="*/ 314011 h 393858"/>
                                <a:gd name="connsiteX67" fmla="*/ 0 w 267622"/>
                                <a:gd name="connsiteY67" fmla="*/ 317579 h 393858"/>
                                <a:gd name="connsiteX68" fmla="*/ 4758 w 267622"/>
                                <a:gd name="connsiteY68" fmla="*/ 322337 h 393858"/>
                                <a:gd name="connsiteX69" fmla="*/ 5947 w 267622"/>
                                <a:gd name="connsiteY69" fmla="*/ 329474 h 393858"/>
                                <a:gd name="connsiteX70" fmla="*/ 2379 w 267622"/>
                                <a:gd name="connsiteY70" fmla="*/ 324716 h 393858"/>
                                <a:gd name="connsiteX71" fmla="*/ 4758 w 267622"/>
                                <a:gd name="connsiteY71" fmla="*/ 331852 h 393858"/>
                                <a:gd name="connsiteX72" fmla="*/ 7137 w 267622"/>
                                <a:gd name="connsiteY72" fmla="*/ 340178 h 393858"/>
                                <a:gd name="connsiteX73" fmla="*/ 11894 w 267622"/>
                                <a:gd name="connsiteY73" fmla="*/ 335421 h 393858"/>
                                <a:gd name="connsiteX74" fmla="*/ 16652 w 267622"/>
                                <a:gd name="connsiteY74" fmla="*/ 338989 h 393858"/>
                                <a:gd name="connsiteX75" fmla="*/ 20221 w 267622"/>
                                <a:gd name="connsiteY75" fmla="*/ 333042 h 393858"/>
                                <a:gd name="connsiteX76" fmla="*/ 13084 w 267622"/>
                                <a:gd name="connsiteY76" fmla="*/ 330663 h 393858"/>
                                <a:gd name="connsiteX77" fmla="*/ 13084 w 267622"/>
                                <a:gd name="connsiteY77" fmla="*/ 323526 h 393858"/>
                                <a:gd name="connsiteX78" fmla="*/ 19031 w 267622"/>
                                <a:gd name="connsiteY78" fmla="*/ 322337 h 393858"/>
                                <a:gd name="connsiteX79" fmla="*/ 23789 w 267622"/>
                                <a:gd name="connsiteY79" fmla="*/ 334231 h 393858"/>
                                <a:gd name="connsiteX80" fmla="*/ 22600 w 267622"/>
                                <a:gd name="connsiteY80" fmla="*/ 353262 h 393858"/>
                                <a:gd name="connsiteX81" fmla="*/ 20221 w 267622"/>
                                <a:gd name="connsiteY81" fmla="*/ 360399 h 393858"/>
                                <a:gd name="connsiteX82" fmla="*/ 23789 w 267622"/>
                                <a:gd name="connsiteY82" fmla="*/ 368725 h 393858"/>
                                <a:gd name="connsiteX83" fmla="*/ 27358 w 267622"/>
                                <a:gd name="connsiteY83" fmla="*/ 377051 h 393858"/>
                                <a:gd name="connsiteX84" fmla="*/ 28547 w 267622"/>
                                <a:gd name="connsiteY84" fmla="*/ 384188 h 393858"/>
                                <a:gd name="connsiteX85" fmla="*/ 35683 w 267622"/>
                                <a:gd name="connsiteY85" fmla="*/ 388945 h 393858"/>
                                <a:gd name="connsiteX86" fmla="*/ 39252 w 267622"/>
                                <a:gd name="connsiteY86" fmla="*/ 384188 h 393858"/>
                                <a:gd name="connsiteX87" fmla="*/ 33305 w 267622"/>
                                <a:gd name="connsiteY87" fmla="*/ 377051 h 393858"/>
                                <a:gd name="connsiteX88" fmla="*/ 40441 w 267622"/>
                                <a:gd name="connsiteY88" fmla="*/ 369914 h 393858"/>
                                <a:gd name="connsiteX89" fmla="*/ 40441 w 267622"/>
                                <a:gd name="connsiteY89" fmla="*/ 377051 h 393858"/>
                                <a:gd name="connsiteX90" fmla="*/ 44009 w 267622"/>
                                <a:gd name="connsiteY90" fmla="*/ 380619 h 393858"/>
                                <a:gd name="connsiteX91" fmla="*/ 45199 w 267622"/>
                                <a:gd name="connsiteY91" fmla="*/ 393703 h 393858"/>
                                <a:gd name="connsiteX92" fmla="*/ 45199 w 267622"/>
                                <a:gd name="connsiteY92" fmla="*/ 393703 h 393858"/>
                                <a:gd name="connsiteX93" fmla="*/ 51146 w 267622"/>
                                <a:gd name="connsiteY93" fmla="*/ 386566 h 393858"/>
                                <a:gd name="connsiteX94" fmla="*/ 48767 w 267622"/>
                                <a:gd name="connsiteY94" fmla="*/ 378240 h 393858"/>
                                <a:gd name="connsiteX95" fmla="*/ 58283 w 267622"/>
                                <a:gd name="connsiteY95" fmla="*/ 378240 h 393858"/>
                                <a:gd name="connsiteX96" fmla="*/ 59472 w 267622"/>
                                <a:gd name="connsiteY96" fmla="*/ 367536 h 393858"/>
                                <a:gd name="connsiteX97" fmla="*/ 65419 w 267622"/>
                                <a:gd name="connsiteY97" fmla="*/ 328284 h 393858"/>
                                <a:gd name="connsiteX98" fmla="*/ 64230 w 267622"/>
                                <a:gd name="connsiteY98" fmla="*/ 323526 h 393858"/>
                                <a:gd name="connsiteX99" fmla="*/ 63041 w 267622"/>
                                <a:gd name="connsiteY99" fmla="*/ 321147 h 393858"/>
                                <a:gd name="connsiteX100" fmla="*/ 61851 w 267622"/>
                                <a:gd name="connsiteY100" fmla="*/ 319958 h 393858"/>
                                <a:gd name="connsiteX101" fmla="*/ 59472 w 267622"/>
                                <a:gd name="connsiteY101" fmla="*/ 318769 h 393858"/>
                                <a:gd name="connsiteX102" fmla="*/ 59472 w 267622"/>
                                <a:gd name="connsiteY102" fmla="*/ 315200 h 393858"/>
                                <a:gd name="connsiteX103" fmla="*/ 52335 w 267622"/>
                                <a:gd name="connsiteY103" fmla="*/ 315200 h 393858"/>
                                <a:gd name="connsiteX104" fmla="*/ 55904 w 267622"/>
                                <a:gd name="connsiteY104" fmla="*/ 304495 h 393858"/>
                                <a:gd name="connsiteX105" fmla="*/ 48767 w 267622"/>
                                <a:gd name="connsiteY105" fmla="*/ 299738 h 393858"/>
                                <a:gd name="connsiteX106" fmla="*/ 36873 w 267622"/>
                                <a:gd name="connsiteY106" fmla="*/ 293791 h 393858"/>
                                <a:gd name="connsiteX107" fmla="*/ 41630 w 267622"/>
                                <a:gd name="connsiteY107" fmla="*/ 290222 h 393858"/>
                                <a:gd name="connsiteX108" fmla="*/ 51146 w 267622"/>
                                <a:gd name="connsiteY108" fmla="*/ 289033 h 393858"/>
                                <a:gd name="connsiteX109" fmla="*/ 59472 w 267622"/>
                                <a:gd name="connsiteY109" fmla="*/ 291412 h 393858"/>
                                <a:gd name="connsiteX110" fmla="*/ 64230 w 267622"/>
                                <a:gd name="connsiteY110" fmla="*/ 275949 h 393858"/>
                                <a:gd name="connsiteX111" fmla="*/ 67798 w 267622"/>
                                <a:gd name="connsiteY111" fmla="*/ 275949 h 393858"/>
                                <a:gd name="connsiteX112" fmla="*/ 92777 w 267622"/>
                                <a:gd name="connsiteY112" fmla="*/ 272381 h 393858"/>
                                <a:gd name="connsiteX113" fmla="*/ 102292 w 267622"/>
                                <a:gd name="connsiteY113" fmla="*/ 271191 h 393858"/>
                                <a:gd name="connsiteX114" fmla="*/ 108239 w 267622"/>
                                <a:gd name="connsiteY114" fmla="*/ 264055 h 393858"/>
                                <a:gd name="connsiteX115" fmla="*/ 124891 w 267622"/>
                                <a:gd name="connsiteY115" fmla="*/ 256918 h 393858"/>
                                <a:gd name="connsiteX116" fmla="*/ 135596 w 267622"/>
                                <a:gd name="connsiteY116" fmla="*/ 256918 h 393858"/>
                                <a:gd name="connsiteX117" fmla="*/ 135596 w 267622"/>
                                <a:gd name="connsiteY117" fmla="*/ 265244 h 393858"/>
                                <a:gd name="connsiteX118" fmla="*/ 134407 w 267622"/>
                                <a:gd name="connsiteY118" fmla="*/ 273570 h 393858"/>
                                <a:gd name="connsiteX119" fmla="*/ 135596 w 267622"/>
                                <a:gd name="connsiteY119" fmla="*/ 283086 h 393858"/>
                                <a:gd name="connsiteX120" fmla="*/ 147490 w 267622"/>
                                <a:gd name="connsiteY120" fmla="*/ 294980 h 393858"/>
                                <a:gd name="connsiteX121" fmla="*/ 154627 w 267622"/>
                                <a:gd name="connsiteY121" fmla="*/ 298548 h 393858"/>
                                <a:gd name="connsiteX122" fmla="*/ 160574 w 267622"/>
                                <a:gd name="connsiteY122" fmla="*/ 292601 h 393858"/>
                                <a:gd name="connsiteX123" fmla="*/ 162953 w 267622"/>
                                <a:gd name="connsiteY123" fmla="*/ 284275 h 393858"/>
                                <a:gd name="connsiteX124" fmla="*/ 166521 w 267622"/>
                                <a:gd name="connsiteY124" fmla="*/ 281896 h 393858"/>
                                <a:gd name="connsiteX125" fmla="*/ 165332 w 267622"/>
                                <a:gd name="connsiteY125" fmla="*/ 277138 h 393858"/>
                                <a:gd name="connsiteX126" fmla="*/ 178415 w 267622"/>
                                <a:gd name="connsiteY126" fmla="*/ 267623 h 393858"/>
                                <a:gd name="connsiteX127" fmla="*/ 174847 w 267622"/>
                                <a:gd name="connsiteY127" fmla="*/ 261676 h 393858"/>
                                <a:gd name="connsiteX128" fmla="*/ 167711 w 267622"/>
                                <a:gd name="connsiteY128" fmla="*/ 258108 h 393858"/>
                                <a:gd name="connsiteX129" fmla="*/ 170090 w 267622"/>
                                <a:gd name="connsiteY129" fmla="*/ 246213 h 393858"/>
                                <a:gd name="connsiteX130" fmla="*/ 176037 w 267622"/>
                                <a:gd name="connsiteY130" fmla="*/ 252160 h 393858"/>
                                <a:gd name="connsiteX131" fmla="*/ 180794 w 267622"/>
                                <a:gd name="connsiteY131" fmla="*/ 252160 h 393858"/>
                                <a:gd name="connsiteX132" fmla="*/ 185552 w 267622"/>
                                <a:gd name="connsiteY132" fmla="*/ 253350 h 393858"/>
                                <a:gd name="connsiteX133" fmla="*/ 185552 w 267622"/>
                                <a:gd name="connsiteY133" fmla="*/ 254539 h 393858"/>
                                <a:gd name="connsiteX134" fmla="*/ 181984 w 267622"/>
                                <a:gd name="connsiteY134" fmla="*/ 258108 h 393858"/>
                                <a:gd name="connsiteX135" fmla="*/ 195068 w 267622"/>
                                <a:gd name="connsiteY135" fmla="*/ 255729 h 393858"/>
                                <a:gd name="connsiteX136" fmla="*/ 210530 w 267622"/>
                                <a:gd name="connsiteY136" fmla="*/ 255729 h 393858"/>
                                <a:gd name="connsiteX137" fmla="*/ 210530 w 267622"/>
                                <a:gd name="connsiteY137" fmla="*/ 255729 h 393858"/>
                                <a:gd name="connsiteX138" fmla="*/ 210530 w 267622"/>
                                <a:gd name="connsiteY138" fmla="*/ 246213 h 393858"/>
                                <a:gd name="connsiteX139" fmla="*/ 215288 w 267622"/>
                                <a:gd name="connsiteY139" fmla="*/ 240266 h 393858"/>
                                <a:gd name="connsiteX140" fmla="*/ 224804 w 267622"/>
                                <a:gd name="connsiteY140" fmla="*/ 255729 h 393858"/>
                                <a:gd name="connsiteX141" fmla="*/ 227183 w 267622"/>
                                <a:gd name="connsiteY141" fmla="*/ 240266 h 393858"/>
                                <a:gd name="connsiteX142" fmla="*/ 237887 w 267622"/>
                                <a:gd name="connsiteY142" fmla="*/ 228372 h 393858"/>
                                <a:gd name="connsiteX143" fmla="*/ 239077 w 267622"/>
                                <a:gd name="connsiteY143" fmla="*/ 216477 h 393858"/>
                                <a:gd name="connsiteX144" fmla="*/ 246213 w 267622"/>
                                <a:gd name="connsiteY144" fmla="*/ 216477 h 393858"/>
                                <a:gd name="connsiteX145" fmla="*/ 245024 w 267622"/>
                                <a:gd name="connsiteY145" fmla="*/ 230751 h 393858"/>
                                <a:gd name="connsiteX146" fmla="*/ 245024 w 267622"/>
                                <a:gd name="connsiteY146" fmla="*/ 243834 h 393858"/>
                                <a:gd name="connsiteX147" fmla="*/ 254539 w 267622"/>
                                <a:gd name="connsiteY147" fmla="*/ 239077 h 393858"/>
                                <a:gd name="connsiteX148" fmla="*/ 259297 w 267622"/>
                                <a:gd name="connsiteY148" fmla="*/ 236698 h 393858"/>
                                <a:gd name="connsiteX149" fmla="*/ 262866 w 267622"/>
                                <a:gd name="connsiteY149" fmla="*/ 231940 h 393858"/>
                                <a:gd name="connsiteX150" fmla="*/ 262866 w 267622"/>
                                <a:gd name="connsiteY150" fmla="*/ 224803 h 393858"/>
                                <a:gd name="connsiteX151" fmla="*/ 267623 w 267622"/>
                                <a:gd name="connsiteY151" fmla="*/ 217667 h 393858"/>
                                <a:gd name="connsiteX152" fmla="*/ 259297 w 267622"/>
                                <a:gd name="connsiteY152" fmla="*/ 201015 h 393858"/>
                                <a:gd name="connsiteX153" fmla="*/ 249781 w 267622"/>
                                <a:gd name="connsiteY153" fmla="*/ 186741 h 39385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  <a:cxn ang="0">
                                  <a:pos x="connsiteX56" y="connsiteY56"/>
                                </a:cxn>
                                <a:cxn ang="0">
                                  <a:pos x="connsiteX57" y="connsiteY57"/>
                                </a:cxn>
                                <a:cxn ang="0">
                                  <a:pos x="connsiteX58" y="connsiteY58"/>
                                </a:cxn>
                                <a:cxn ang="0">
                                  <a:pos x="connsiteX59" y="connsiteY59"/>
                                </a:cxn>
                                <a:cxn ang="0">
                                  <a:pos x="connsiteX60" y="connsiteY60"/>
                                </a:cxn>
                                <a:cxn ang="0">
                                  <a:pos x="connsiteX61" y="connsiteY61"/>
                                </a:cxn>
                                <a:cxn ang="0">
                                  <a:pos x="connsiteX62" y="connsiteY62"/>
                                </a:cxn>
                                <a:cxn ang="0">
                                  <a:pos x="connsiteX63" y="connsiteY63"/>
                                </a:cxn>
                                <a:cxn ang="0">
                                  <a:pos x="connsiteX64" y="connsiteY64"/>
                                </a:cxn>
                                <a:cxn ang="0">
                                  <a:pos x="connsiteX65" y="connsiteY65"/>
                                </a:cxn>
                                <a:cxn ang="0">
                                  <a:pos x="connsiteX66" y="connsiteY66"/>
                                </a:cxn>
                                <a:cxn ang="0">
                                  <a:pos x="connsiteX67" y="connsiteY67"/>
                                </a:cxn>
                                <a:cxn ang="0">
                                  <a:pos x="connsiteX68" y="connsiteY68"/>
                                </a:cxn>
                                <a:cxn ang="0">
                                  <a:pos x="connsiteX69" y="connsiteY69"/>
                                </a:cxn>
                                <a:cxn ang="0">
                                  <a:pos x="connsiteX70" y="connsiteY70"/>
                                </a:cxn>
                                <a:cxn ang="0">
                                  <a:pos x="connsiteX71" y="connsiteY71"/>
                                </a:cxn>
                                <a:cxn ang="0">
                                  <a:pos x="connsiteX72" y="connsiteY72"/>
                                </a:cxn>
                                <a:cxn ang="0">
                                  <a:pos x="connsiteX73" y="connsiteY73"/>
                                </a:cxn>
                                <a:cxn ang="0">
                                  <a:pos x="connsiteX74" y="connsiteY74"/>
                                </a:cxn>
                                <a:cxn ang="0">
                                  <a:pos x="connsiteX75" y="connsiteY75"/>
                                </a:cxn>
                                <a:cxn ang="0">
                                  <a:pos x="connsiteX76" y="connsiteY76"/>
                                </a:cxn>
                                <a:cxn ang="0">
                                  <a:pos x="connsiteX77" y="connsiteY77"/>
                                </a:cxn>
                                <a:cxn ang="0">
                                  <a:pos x="connsiteX78" y="connsiteY78"/>
                                </a:cxn>
                                <a:cxn ang="0">
                                  <a:pos x="connsiteX79" y="connsiteY79"/>
                                </a:cxn>
                                <a:cxn ang="0">
                                  <a:pos x="connsiteX80" y="connsiteY80"/>
                                </a:cxn>
                                <a:cxn ang="0">
                                  <a:pos x="connsiteX81" y="connsiteY81"/>
                                </a:cxn>
                                <a:cxn ang="0">
                                  <a:pos x="connsiteX82" y="connsiteY82"/>
                                </a:cxn>
                                <a:cxn ang="0">
                                  <a:pos x="connsiteX83" y="connsiteY83"/>
                                </a:cxn>
                                <a:cxn ang="0">
                                  <a:pos x="connsiteX84" y="connsiteY84"/>
                                </a:cxn>
                                <a:cxn ang="0">
                                  <a:pos x="connsiteX85" y="connsiteY85"/>
                                </a:cxn>
                                <a:cxn ang="0">
                                  <a:pos x="connsiteX86" y="connsiteY86"/>
                                </a:cxn>
                                <a:cxn ang="0">
                                  <a:pos x="connsiteX87" y="connsiteY87"/>
                                </a:cxn>
                                <a:cxn ang="0">
                                  <a:pos x="connsiteX88" y="connsiteY88"/>
                                </a:cxn>
                                <a:cxn ang="0">
                                  <a:pos x="connsiteX89" y="connsiteY89"/>
                                </a:cxn>
                                <a:cxn ang="0">
                                  <a:pos x="connsiteX90" y="connsiteY90"/>
                                </a:cxn>
                                <a:cxn ang="0">
                                  <a:pos x="connsiteX91" y="connsiteY91"/>
                                </a:cxn>
                                <a:cxn ang="0">
                                  <a:pos x="connsiteX92" y="connsiteY92"/>
                                </a:cxn>
                                <a:cxn ang="0">
                                  <a:pos x="connsiteX93" y="connsiteY93"/>
                                </a:cxn>
                                <a:cxn ang="0">
                                  <a:pos x="connsiteX94" y="connsiteY94"/>
                                </a:cxn>
                                <a:cxn ang="0">
                                  <a:pos x="connsiteX95" y="connsiteY95"/>
                                </a:cxn>
                                <a:cxn ang="0">
                                  <a:pos x="connsiteX96" y="connsiteY96"/>
                                </a:cxn>
                                <a:cxn ang="0">
                                  <a:pos x="connsiteX97" y="connsiteY97"/>
                                </a:cxn>
                                <a:cxn ang="0">
                                  <a:pos x="connsiteX98" y="connsiteY98"/>
                                </a:cxn>
                                <a:cxn ang="0">
                                  <a:pos x="connsiteX99" y="connsiteY99"/>
                                </a:cxn>
                                <a:cxn ang="0">
                                  <a:pos x="connsiteX100" y="connsiteY100"/>
                                </a:cxn>
                                <a:cxn ang="0">
                                  <a:pos x="connsiteX101" y="connsiteY101"/>
                                </a:cxn>
                                <a:cxn ang="0">
                                  <a:pos x="connsiteX102" y="connsiteY102"/>
                                </a:cxn>
                                <a:cxn ang="0">
                                  <a:pos x="connsiteX103" y="connsiteY103"/>
                                </a:cxn>
                                <a:cxn ang="0">
                                  <a:pos x="connsiteX104" y="connsiteY104"/>
                                </a:cxn>
                                <a:cxn ang="0">
                                  <a:pos x="connsiteX105" y="connsiteY105"/>
                                </a:cxn>
                                <a:cxn ang="0">
                                  <a:pos x="connsiteX106" y="connsiteY106"/>
                                </a:cxn>
                                <a:cxn ang="0">
                                  <a:pos x="connsiteX107" y="connsiteY107"/>
                                </a:cxn>
                                <a:cxn ang="0">
                                  <a:pos x="connsiteX108" y="connsiteY108"/>
                                </a:cxn>
                                <a:cxn ang="0">
                                  <a:pos x="connsiteX109" y="connsiteY109"/>
                                </a:cxn>
                                <a:cxn ang="0">
                                  <a:pos x="connsiteX110" y="connsiteY110"/>
                                </a:cxn>
                                <a:cxn ang="0">
                                  <a:pos x="connsiteX111" y="connsiteY111"/>
                                </a:cxn>
                                <a:cxn ang="0">
                                  <a:pos x="connsiteX112" y="connsiteY112"/>
                                </a:cxn>
                                <a:cxn ang="0">
                                  <a:pos x="connsiteX113" y="connsiteY113"/>
                                </a:cxn>
                                <a:cxn ang="0">
                                  <a:pos x="connsiteX114" y="connsiteY114"/>
                                </a:cxn>
                                <a:cxn ang="0">
                                  <a:pos x="connsiteX115" y="connsiteY115"/>
                                </a:cxn>
                                <a:cxn ang="0">
                                  <a:pos x="connsiteX116" y="connsiteY116"/>
                                </a:cxn>
                                <a:cxn ang="0">
                                  <a:pos x="connsiteX117" y="connsiteY117"/>
                                </a:cxn>
                                <a:cxn ang="0">
                                  <a:pos x="connsiteX118" y="connsiteY118"/>
                                </a:cxn>
                                <a:cxn ang="0">
                                  <a:pos x="connsiteX119" y="connsiteY119"/>
                                </a:cxn>
                                <a:cxn ang="0">
                                  <a:pos x="connsiteX120" y="connsiteY120"/>
                                </a:cxn>
                                <a:cxn ang="0">
                                  <a:pos x="connsiteX121" y="connsiteY121"/>
                                </a:cxn>
                                <a:cxn ang="0">
                                  <a:pos x="connsiteX122" y="connsiteY122"/>
                                </a:cxn>
                                <a:cxn ang="0">
                                  <a:pos x="connsiteX123" y="connsiteY123"/>
                                </a:cxn>
                                <a:cxn ang="0">
                                  <a:pos x="connsiteX124" y="connsiteY124"/>
                                </a:cxn>
                                <a:cxn ang="0">
                                  <a:pos x="connsiteX125" y="connsiteY125"/>
                                </a:cxn>
                                <a:cxn ang="0">
                                  <a:pos x="connsiteX126" y="connsiteY126"/>
                                </a:cxn>
                                <a:cxn ang="0">
                                  <a:pos x="connsiteX127" y="connsiteY127"/>
                                </a:cxn>
                                <a:cxn ang="0">
                                  <a:pos x="connsiteX128" y="connsiteY128"/>
                                </a:cxn>
                                <a:cxn ang="0">
                                  <a:pos x="connsiteX129" y="connsiteY129"/>
                                </a:cxn>
                                <a:cxn ang="0">
                                  <a:pos x="connsiteX130" y="connsiteY130"/>
                                </a:cxn>
                                <a:cxn ang="0">
                                  <a:pos x="connsiteX131" y="connsiteY131"/>
                                </a:cxn>
                                <a:cxn ang="0">
                                  <a:pos x="connsiteX132" y="connsiteY132"/>
                                </a:cxn>
                                <a:cxn ang="0">
                                  <a:pos x="connsiteX133" y="connsiteY133"/>
                                </a:cxn>
                                <a:cxn ang="0">
                                  <a:pos x="connsiteX134" y="connsiteY134"/>
                                </a:cxn>
                                <a:cxn ang="0">
                                  <a:pos x="connsiteX135" y="connsiteY135"/>
                                </a:cxn>
                                <a:cxn ang="0">
                                  <a:pos x="connsiteX136" y="connsiteY136"/>
                                </a:cxn>
                                <a:cxn ang="0">
                                  <a:pos x="connsiteX137" y="connsiteY137"/>
                                </a:cxn>
                                <a:cxn ang="0">
                                  <a:pos x="connsiteX138" y="connsiteY138"/>
                                </a:cxn>
                                <a:cxn ang="0">
                                  <a:pos x="connsiteX139" y="connsiteY139"/>
                                </a:cxn>
                                <a:cxn ang="0">
                                  <a:pos x="connsiteX140" y="connsiteY140"/>
                                </a:cxn>
                                <a:cxn ang="0">
                                  <a:pos x="connsiteX141" y="connsiteY141"/>
                                </a:cxn>
                                <a:cxn ang="0">
                                  <a:pos x="connsiteX142" y="connsiteY142"/>
                                </a:cxn>
                                <a:cxn ang="0">
                                  <a:pos x="connsiteX143" y="connsiteY143"/>
                                </a:cxn>
                                <a:cxn ang="0">
                                  <a:pos x="connsiteX144" y="connsiteY144"/>
                                </a:cxn>
                                <a:cxn ang="0">
                                  <a:pos x="connsiteX145" y="connsiteY145"/>
                                </a:cxn>
                                <a:cxn ang="0">
                                  <a:pos x="connsiteX146" y="connsiteY146"/>
                                </a:cxn>
                                <a:cxn ang="0">
                                  <a:pos x="connsiteX147" y="connsiteY147"/>
                                </a:cxn>
                                <a:cxn ang="0">
                                  <a:pos x="connsiteX148" y="connsiteY148"/>
                                </a:cxn>
                                <a:cxn ang="0">
                                  <a:pos x="connsiteX149" y="connsiteY149"/>
                                </a:cxn>
                                <a:cxn ang="0">
                                  <a:pos x="connsiteX150" y="connsiteY150"/>
                                </a:cxn>
                                <a:cxn ang="0">
                                  <a:pos x="connsiteX151" y="connsiteY151"/>
                                </a:cxn>
                                <a:cxn ang="0">
                                  <a:pos x="connsiteX152" y="connsiteY152"/>
                                </a:cxn>
                                <a:cxn ang="0">
                                  <a:pos x="connsiteX153" y="connsiteY153"/>
                                </a:cxn>
                              </a:cxnLst>
                              <a:rect l="l" t="t" r="r" b="b"/>
                              <a:pathLst>
                                <a:path w="267622" h="393858">
                                  <a:moveTo>
                                    <a:pt x="249781" y="186741"/>
                                  </a:moveTo>
                                  <a:cubicBezTo>
                                    <a:pt x="248592" y="172468"/>
                                    <a:pt x="250971" y="158195"/>
                                    <a:pt x="243834" y="145111"/>
                                  </a:cubicBezTo>
                                  <a:cubicBezTo>
                                    <a:pt x="241456" y="140353"/>
                                    <a:pt x="235509" y="135596"/>
                                    <a:pt x="237887" y="128459"/>
                                  </a:cubicBezTo>
                                  <a:cubicBezTo>
                                    <a:pt x="240266" y="122512"/>
                                    <a:pt x="246213" y="118944"/>
                                    <a:pt x="253350" y="120133"/>
                                  </a:cubicBezTo>
                                  <a:cubicBezTo>
                                    <a:pt x="254539" y="124891"/>
                                    <a:pt x="256918" y="121323"/>
                                    <a:pt x="256918" y="117754"/>
                                  </a:cubicBezTo>
                                  <a:cubicBezTo>
                                    <a:pt x="256918" y="115375"/>
                                    <a:pt x="254539" y="112996"/>
                                    <a:pt x="254539" y="110617"/>
                                  </a:cubicBezTo>
                                  <a:cubicBezTo>
                                    <a:pt x="252160" y="105860"/>
                                    <a:pt x="250971" y="101102"/>
                                    <a:pt x="253350" y="95155"/>
                                  </a:cubicBezTo>
                                  <a:cubicBezTo>
                                    <a:pt x="254539" y="92776"/>
                                    <a:pt x="255729" y="91587"/>
                                    <a:pt x="254539" y="88018"/>
                                  </a:cubicBezTo>
                                  <a:cubicBezTo>
                                    <a:pt x="254539" y="85639"/>
                                    <a:pt x="253350" y="83260"/>
                                    <a:pt x="253350" y="80882"/>
                                  </a:cubicBezTo>
                                  <a:cubicBezTo>
                                    <a:pt x="253350" y="76124"/>
                                    <a:pt x="252160" y="70177"/>
                                    <a:pt x="250971" y="64230"/>
                                  </a:cubicBezTo>
                                  <a:cubicBezTo>
                                    <a:pt x="249781" y="61851"/>
                                    <a:pt x="248592" y="58282"/>
                                    <a:pt x="247403" y="55904"/>
                                  </a:cubicBezTo>
                                  <a:cubicBezTo>
                                    <a:pt x="245024" y="52335"/>
                                    <a:pt x="242645" y="53525"/>
                                    <a:pt x="240266" y="49956"/>
                                  </a:cubicBezTo>
                                  <a:cubicBezTo>
                                    <a:pt x="239077" y="47577"/>
                                    <a:pt x="240266" y="42820"/>
                                    <a:pt x="239077" y="40441"/>
                                  </a:cubicBezTo>
                                  <a:cubicBezTo>
                                    <a:pt x="237887" y="38062"/>
                                    <a:pt x="235509" y="36873"/>
                                    <a:pt x="233130" y="34494"/>
                                  </a:cubicBezTo>
                                  <a:cubicBezTo>
                                    <a:pt x="228372" y="29736"/>
                                    <a:pt x="224804" y="26168"/>
                                    <a:pt x="221235" y="21410"/>
                                  </a:cubicBezTo>
                                  <a:cubicBezTo>
                                    <a:pt x="218856" y="17842"/>
                                    <a:pt x="218856" y="16652"/>
                                    <a:pt x="218856" y="11894"/>
                                  </a:cubicBezTo>
                                  <a:cubicBezTo>
                                    <a:pt x="218856" y="8326"/>
                                    <a:pt x="220045" y="4758"/>
                                    <a:pt x="218856" y="1190"/>
                                  </a:cubicBezTo>
                                  <a:cubicBezTo>
                                    <a:pt x="215288" y="0"/>
                                    <a:pt x="211720" y="4758"/>
                                    <a:pt x="211720" y="0"/>
                                  </a:cubicBezTo>
                                  <a:cubicBezTo>
                                    <a:pt x="210530" y="0"/>
                                    <a:pt x="208151" y="0"/>
                                    <a:pt x="206962" y="0"/>
                                  </a:cubicBezTo>
                                  <a:cubicBezTo>
                                    <a:pt x="205773" y="2379"/>
                                    <a:pt x="203394" y="5947"/>
                                    <a:pt x="204583" y="8326"/>
                                  </a:cubicBezTo>
                                  <a:cubicBezTo>
                                    <a:pt x="206962" y="13084"/>
                                    <a:pt x="208151" y="9516"/>
                                    <a:pt x="211720" y="9516"/>
                                  </a:cubicBezTo>
                                  <a:cubicBezTo>
                                    <a:pt x="218856" y="8326"/>
                                    <a:pt x="218856" y="22599"/>
                                    <a:pt x="214098" y="21410"/>
                                  </a:cubicBezTo>
                                  <a:cubicBezTo>
                                    <a:pt x="212909" y="20221"/>
                                    <a:pt x="210530" y="19031"/>
                                    <a:pt x="209341" y="19031"/>
                                  </a:cubicBezTo>
                                  <a:cubicBezTo>
                                    <a:pt x="210530" y="23789"/>
                                    <a:pt x="209341" y="27357"/>
                                    <a:pt x="204583" y="22599"/>
                                  </a:cubicBezTo>
                                  <a:cubicBezTo>
                                    <a:pt x="202204" y="20221"/>
                                    <a:pt x="203394" y="15463"/>
                                    <a:pt x="201015" y="11894"/>
                                  </a:cubicBezTo>
                                  <a:cubicBezTo>
                                    <a:pt x="198636" y="11894"/>
                                    <a:pt x="197447" y="11894"/>
                                    <a:pt x="195068" y="11894"/>
                                  </a:cubicBezTo>
                                  <a:cubicBezTo>
                                    <a:pt x="195068" y="16652"/>
                                    <a:pt x="196257" y="22599"/>
                                    <a:pt x="195068" y="27357"/>
                                  </a:cubicBezTo>
                                  <a:cubicBezTo>
                                    <a:pt x="193878" y="32115"/>
                                    <a:pt x="187931" y="32115"/>
                                    <a:pt x="191499" y="38062"/>
                                  </a:cubicBezTo>
                                  <a:cubicBezTo>
                                    <a:pt x="193878" y="42820"/>
                                    <a:pt x="197447" y="42820"/>
                                    <a:pt x="197447" y="49956"/>
                                  </a:cubicBezTo>
                                  <a:cubicBezTo>
                                    <a:pt x="196257" y="55904"/>
                                    <a:pt x="193878" y="57093"/>
                                    <a:pt x="189120" y="57093"/>
                                  </a:cubicBezTo>
                                  <a:cubicBezTo>
                                    <a:pt x="187931" y="67798"/>
                                    <a:pt x="197447" y="60661"/>
                                    <a:pt x="202204" y="61851"/>
                                  </a:cubicBezTo>
                                  <a:cubicBezTo>
                                    <a:pt x="202204" y="68987"/>
                                    <a:pt x="205773" y="76124"/>
                                    <a:pt x="205773" y="83260"/>
                                  </a:cubicBezTo>
                                  <a:cubicBezTo>
                                    <a:pt x="206962" y="91587"/>
                                    <a:pt x="206962" y="99913"/>
                                    <a:pt x="205773" y="108239"/>
                                  </a:cubicBezTo>
                                  <a:cubicBezTo>
                                    <a:pt x="205773" y="109428"/>
                                    <a:pt x="204583" y="111807"/>
                                    <a:pt x="204583" y="114186"/>
                                  </a:cubicBezTo>
                                  <a:cubicBezTo>
                                    <a:pt x="203394" y="118944"/>
                                    <a:pt x="202204" y="121323"/>
                                    <a:pt x="203394" y="126080"/>
                                  </a:cubicBezTo>
                                  <a:cubicBezTo>
                                    <a:pt x="203394" y="128459"/>
                                    <a:pt x="204583" y="130838"/>
                                    <a:pt x="203394" y="133217"/>
                                  </a:cubicBezTo>
                                  <a:cubicBezTo>
                                    <a:pt x="202204" y="134406"/>
                                    <a:pt x="199826" y="135596"/>
                                    <a:pt x="198636" y="136785"/>
                                  </a:cubicBezTo>
                                  <a:cubicBezTo>
                                    <a:pt x="197447" y="139164"/>
                                    <a:pt x="195068" y="146301"/>
                                    <a:pt x="192689" y="147490"/>
                                  </a:cubicBezTo>
                                  <a:cubicBezTo>
                                    <a:pt x="190310" y="147490"/>
                                    <a:pt x="190310" y="145111"/>
                                    <a:pt x="189120" y="143922"/>
                                  </a:cubicBezTo>
                                  <a:cubicBezTo>
                                    <a:pt x="186741" y="142732"/>
                                    <a:pt x="185552" y="141543"/>
                                    <a:pt x="183173" y="142732"/>
                                  </a:cubicBezTo>
                                  <a:cubicBezTo>
                                    <a:pt x="180794" y="149869"/>
                                    <a:pt x="190310" y="151058"/>
                                    <a:pt x="190310" y="157006"/>
                                  </a:cubicBezTo>
                                  <a:cubicBezTo>
                                    <a:pt x="191499" y="162953"/>
                                    <a:pt x="185552" y="168900"/>
                                    <a:pt x="181984" y="173658"/>
                                  </a:cubicBezTo>
                                  <a:cubicBezTo>
                                    <a:pt x="178415" y="177226"/>
                                    <a:pt x="171279" y="179605"/>
                                    <a:pt x="166521" y="181984"/>
                                  </a:cubicBezTo>
                                  <a:cubicBezTo>
                                    <a:pt x="160574" y="185552"/>
                                    <a:pt x="153437" y="178415"/>
                                    <a:pt x="155816" y="171279"/>
                                  </a:cubicBezTo>
                                  <a:cubicBezTo>
                                    <a:pt x="157006" y="166521"/>
                                    <a:pt x="159385" y="161763"/>
                                    <a:pt x="159385" y="155816"/>
                                  </a:cubicBezTo>
                                  <a:cubicBezTo>
                                    <a:pt x="155816" y="154627"/>
                                    <a:pt x="155816" y="158195"/>
                                    <a:pt x="154627" y="160574"/>
                                  </a:cubicBezTo>
                                  <a:cubicBezTo>
                                    <a:pt x="152248" y="162953"/>
                                    <a:pt x="149869" y="160574"/>
                                    <a:pt x="147490" y="162953"/>
                                  </a:cubicBezTo>
                                  <a:cubicBezTo>
                                    <a:pt x="141543" y="165332"/>
                                    <a:pt x="145111" y="172468"/>
                                    <a:pt x="147490" y="177226"/>
                                  </a:cubicBezTo>
                                  <a:cubicBezTo>
                                    <a:pt x="148679" y="181984"/>
                                    <a:pt x="149869" y="190310"/>
                                    <a:pt x="148679" y="193878"/>
                                  </a:cubicBezTo>
                                  <a:cubicBezTo>
                                    <a:pt x="147490" y="198636"/>
                                    <a:pt x="142732" y="201015"/>
                                    <a:pt x="141543" y="205772"/>
                                  </a:cubicBezTo>
                                  <a:cubicBezTo>
                                    <a:pt x="141543" y="205772"/>
                                    <a:pt x="140354" y="206962"/>
                                    <a:pt x="139164" y="209341"/>
                                  </a:cubicBezTo>
                                  <a:cubicBezTo>
                                    <a:pt x="137975" y="214098"/>
                                    <a:pt x="141543" y="220045"/>
                                    <a:pt x="141543" y="223614"/>
                                  </a:cubicBezTo>
                                  <a:cubicBezTo>
                                    <a:pt x="141543" y="230751"/>
                                    <a:pt x="134407" y="228372"/>
                                    <a:pt x="132028" y="233129"/>
                                  </a:cubicBezTo>
                                  <a:cubicBezTo>
                                    <a:pt x="129649" y="233129"/>
                                    <a:pt x="128460" y="233129"/>
                                    <a:pt x="126081" y="231940"/>
                                  </a:cubicBezTo>
                                  <a:cubicBezTo>
                                    <a:pt x="124891" y="229561"/>
                                    <a:pt x="126081" y="227182"/>
                                    <a:pt x="123702" y="224803"/>
                                  </a:cubicBezTo>
                                  <a:cubicBezTo>
                                    <a:pt x="120133" y="227182"/>
                                    <a:pt x="114186" y="227182"/>
                                    <a:pt x="109428" y="228372"/>
                                  </a:cubicBezTo>
                                  <a:cubicBezTo>
                                    <a:pt x="104671" y="229561"/>
                                    <a:pt x="99913" y="231940"/>
                                    <a:pt x="96345" y="233129"/>
                                  </a:cubicBezTo>
                                  <a:cubicBezTo>
                                    <a:pt x="85639" y="236698"/>
                                    <a:pt x="74935" y="231940"/>
                                    <a:pt x="65419" y="239077"/>
                                  </a:cubicBezTo>
                                  <a:cubicBezTo>
                                    <a:pt x="61851" y="241455"/>
                                    <a:pt x="61851" y="243834"/>
                                    <a:pt x="60662" y="247403"/>
                                  </a:cubicBezTo>
                                  <a:cubicBezTo>
                                    <a:pt x="59472" y="249781"/>
                                    <a:pt x="57093" y="252160"/>
                                    <a:pt x="55904" y="254539"/>
                                  </a:cubicBezTo>
                                  <a:cubicBezTo>
                                    <a:pt x="53525" y="258108"/>
                                    <a:pt x="53525" y="259297"/>
                                    <a:pt x="49956" y="260486"/>
                                  </a:cubicBezTo>
                                  <a:cubicBezTo>
                                    <a:pt x="47577" y="261676"/>
                                    <a:pt x="45199" y="262865"/>
                                    <a:pt x="42820" y="265244"/>
                                  </a:cubicBezTo>
                                  <a:cubicBezTo>
                                    <a:pt x="40441" y="267623"/>
                                    <a:pt x="40441" y="271191"/>
                                    <a:pt x="38062" y="273570"/>
                                  </a:cubicBezTo>
                                  <a:cubicBezTo>
                                    <a:pt x="35683" y="277138"/>
                                    <a:pt x="33305" y="274760"/>
                                    <a:pt x="29736" y="277138"/>
                                  </a:cubicBezTo>
                                  <a:cubicBezTo>
                                    <a:pt x="22600" y="280707"/>
                                    <a:pt x="30926" y="289033"/>
                                    <a:pt x="29736" y="293791"/>
                                  </a:cubicBezTo>
                                  <a:cubicBezTo>
                                    <a:pt x="24979" y="296169"/>
                                    <a:pt x="17842" y="299738"/>
                                    <a:pt x="14273" y="304495"/>
                                  </a:cubicBezTo>
                                  <a:cubicBezTo>
                                    <a:pt x="11894" y="306874"/>
                                    <a:pt x="10705" y="310443"/>
                                    <a:pt x="8326" y="314011"/>
                                  </a:cubicBezTo>
                                  <a:cubicBezTo>
                                    <a:pt x="5947" y="317579"/>
                                    <a:pt x="2379" y="315200"/>
                                    <a:pt x="0" y="317579"/>
                                  </a:cubicBezTo>
                                  <a:cubicBezTo>
                                    <a:pt x="0" y="319958"/>
                                    <a:pt x="3569" y="319958"/>
                                    <a:pt x="4758" y="322337"/>
                                  </a:cubicBezTo>
                                  <a:cubicBezTo>
                                    <a:pt x="7137" y="324716"/>
                                    <a:pt x="5947" y="327095"/>
                                    <a:pt x="5947" y="329474"/>
                                  </a:cubicBezTo>
                                  <a:cubicBezTo>
                                    <a:pt x="3569" y="328284"/>
                                    <a:pt x="3569" y="325905"/>
                                    <a:pt x="2379" y="324716"/>
                                  </a:cubicBezTo>
                                  <a:cubicBezTo>
                                    <a:pt x="1190" y="327095"/>
                                    <a:pt x="3569" y="329474"/>
                                    <a:pt x="4758" y="331852"/>
                                  </a:cubicBezTo>
                                  <a:cubicBezTo>
                                    <a:pt x="5947" y="334231"/>
                                    <a:pt x="5947" y="338989"/>
                                    <a:pt x="7137" y="340178"/>
                                  </a:cubicBezTo>
                                  <a:cubicBezTo>
                                    <a:pt x="8326" y="338989"/>
                                    <a:pt x="10705" y="336610"/>
                                    <a:pt x="11894" y="335421"/>
                                  </a:cubicBezTo>
                                  <a:cubicBezTo>
                                    <a:pt x="15463" y="334231"/>
                                    <a:pt x="13084" y="337800"/>
                                    <a:pt x="16652" y="338989"/>
                                  </a:cubicBezTo>
                                  <a:cubicBezTo>
                                    <a:pt x="19031" y="338989"/>
                                    <a:pt x="21410" y="335421"/>
                                    <a:pt x="20221" y="333042"/>
                                  </a:cubicBezTo>
                                  <a:cubicBezTo>
                                    <a:pt x="19031" y="329474"/>
                                    <a:pt x="15463" y="333042"/>
                                    <a:pt x="13084" y="330663"/>
                                  </a:cubicBezTo>
                                  <a:cubicBezTo>
                                    <a:pt x="13084" y="330663"/>
                                    <a:pt x="13084" y="324716"/>
                                    <a:pt x="13084" y="323526"/>
                                  </a:cubicBezTo>
                                  <a:cubicBezTo>
                                    <a:pt x="14273" y="319958"/>
                                    <a:pt x="15463" y="319958"/>
                                    <a:pt x="19031" y="322337"/>
                                  </a:cubicBezTo>
                                  <a:cubicBezTo>
                                    <a:pt x="22600" y="325905"/>
                                    <a:pt x="23789" y="329474"/>
                                    <a:pt x="23789" y="334231"/>
                                  </a:cubicBezTo>
                                  <a:cubicBezTo>
                                    <a:pt x="24979" y="340178"/>
                                    <a:pt x="26168" y="347315"/>
                                    <a:pt x="22600" y="353262"/>
                                  </a:cubicBezTo>
                                  <a:cubicBezTo>
                                    <a:pt x="20221" y="355641"/>
                                    <a:pt x="17842" y="356831"/>
                                    <a:pt x="20221" y="360399"/>
                                  </a:cubicBezTo>
                                  <a:cubicBezTo>
                                    <a:pt x="21410" y="363967"/>
                                    <a:pt x="22600" y="365157"/>
                                    <a:pt x="23789" y="368725"/>
                                  </a:cubicBezTo>
                                  <a:cubicBezTo>
                                    <a:pt x="23789" y="372293"/>
                                    <a:pt x="24979" y="374672"/>
                                    <a:pt x="27358" y="377051"/>
                                  </a:cubicBezTo>
                                  <a:cubicBezTo>
                                    <a:pt x="30926" y="381809"/>
                                    <a:pt x="28547" y="380619"/>
                                    <a:pt x="28547" y="384188"/>
                                  </a:cubicBezTo>
                                  <a:cubicBezTo>
                                    <a:pt x="28547" y="387756"/>
                                    <a:pt x="32115" y="388945"/>
                                    <a:pt x="35683" y="388945"/>
                                  </a:cubicBezTo>
                                  <a:cubicBezTo>
                                    <a:pt x="39252" y="388945"/>
                                    <a:pt x="40441" y="388945"/>
                                    <a:pt x="39252" y="384188"/>
                                  </a:cubicBezTo>
                                  <a:cubicBezTo>
                                    <a:pt x="35683" y="382998"/>
                                    <a:pt x="33305" y="380619"/>
                                    <a:pt x="33305" y="377051"/>
                                  </a:cubicBezTo>
                                  <a:cubicBezTo>
                                    <a:pt x="33305" y="373483"/>
                                    <a:pt x="35683" y="368725"/>
                                    <a:pt x="40441" y="369914"/>
                                  </a:cubicBezTo>
                                  <a:cubicBezTo>
                                    <a:pt x="40441" y="372293"/>
                                    <a:pt x="39252" y="374672"/>
                                    <a:pt x="40441" y="377051"/>
                                  </a:cubicBezTo>
                                  <a:cubicBezTo>
                                    <a:pt x="41630" y="378240"/>
                                    <a:pt x="44009" y="379430"/>
                                    <a:pt x="44009" y="380619"/>
                                  </a:cubicBezTo>
                                  <a:cubicBezTo>
                                    <a:pt x="46388" y="384188"/>
                                    <a:pt x="45199" y="390135"/>
                                    <a:pt x="45199" y="393703"/>
                                  </a:cubicBezTo>
                                  <a:cubicBezTo>
                                    <a:pt x="45199" y="393703"/>
                                    <a:pt x="45199" y="393703"/>
                                    <a:pt x="45199" y="393703"/>
                                  </a:cubicBezTo>
                                  <a:cubicBezTo>
                                    <a:pt x="47577" y="394893"/>
                                    <a:pt x="51146" y="388945"/>
                                    <a:pt x="51146" y="386566"/>
                                  </a:cubicBezTo>
                                  <a:cubicBezTo>
                                    <a:pt x="49956" y="384188"/>
                                    <a:pt x="45199" y="381809"/>
                                    <a:pt x="48767" y="378240"/>
                                  </a:cubicBezTo>
                                  <a:cubicBezTo>
                                    <a:pt x="51146" y="375862"/>
                                    <a:pt x="55904" y="380619"/>
                                    <a:pt x="58283" y="378240"/>
                                  </a:cubicBezTo>
                                  <a:cubicBezTo>
                                    <a:pt x="60662" y="377051"/>
                                    <a:pt x="59472" y="371104"/>
                                    <a:pt x="59472" y="367536"/>
                                  </a:cubicBezTo>
                                  <a:cubicBezTo>
                                    <a:pt x="58283" y="354452"/>
                                    <a:pt x="54714" y="336610"/>
                                    <a:pt x="65419" y="328284"/>
                                  </a:cubicBezTo>
                                  <a:cubicBezTo>
                                    <a:pt x="65419" y="327095"/>
                                    <a:pt x="65419" y="325905"/>
                                    <a:pt x="64230" y="323526"/>
                                  </a:cubicBezTo>
                                  <a:cubicBezTo>
                                    <a:pt x="63041" y="322337"/>
                                    <a:pt x="64230" y="322337"/>
                                    <a:pt x="63041" y="321147"/>
                                  </a:cubicBezTo>
                                  <a:cubicBezTo>
                                    <a:pt x="63041" y="321147"/>
                                    <a:pt x="61851" y="319958"/>
                                    <a:pt x="61851" y="319958"/>
                                  </a:cubicBezTo>
                                  <a:cubicBezTo>
                                    <a:pt x="61851" y="319958"/>
                                    <a:pt x="59472" y="318769"/>
                                    <a:pt x="59472" y="318769"/>
                                  </a:cubicBezTo>
                                  <a:cubicBezTo>
                                    <a:pt x="59472" y="318769"/>
                                    <a:pt x="59472" y="316390"/>
                                    <a:pt x="59472" y="315200"/>
                                  </a:cubicBezTo>
                                  <a:cubicBezTo>
                                    <a:pt x="57093" y="315200"/>
                                    <a:pt x="54714" y="315200"/>
                                    <a:pt x="52335" y="315200"/>
                                  </a:cubicBezTo>
                                  <a:cubicBezTo>
                                    <a:pt x="52335" y="310443"/>
                                    <a:pt x="57093" y="310443"/>
                                    <a:pt x="55904" y="304495"/>
                                  </a:cubicBezTo>
                                  <a:cubicBezTo>
                                    <a:pt x="54714" y="300927"/>
                                    <a:pt x="52335" y="298548"/>
                                    <a:pt x="48767" y="299738"/>
                                  </a:cubicBezTo>
                                  <a:cubicBezTo>
                                    <a:pt x="44009" y="308064"/>
                                    <a:pt x="36873" y="302117"/>
                                    <a:pt x="36873" y="293791"/>
                                  </a:cubicBezTo>
                                  <a:cubicBezTo>
                                    <a:pt x="36873" y="293791"/>
                                    <a:pt x="35683" y="291412"/>
                                    <a:pt x="41630" y="290222"/>
                                  </a:cubicBezTo>
                                  <a:cubicBezTo>
                                    <a:pt x="45199" y="289033"/>
                                    <a:pt x="47577" y="289033"/>
                                    <a:pt x="51146" y="289033"/>
                                  </a:cubicBezTo>
                                  <a:cubicBezTo>
                                    <a:pt x="54714" y="289033"/>
                                    <a:pt x="57093" y="290222"/>
                                    <a:pt x="59472" y="291412"/>
                                  </a:cubicBezTo>
                                  <a:cubicBezTo>
                                    <a:pt x="67798" y="292601"/>
                                    <a:pt x="63041" y="280707"/>
                                    <a:pt x="64230" y="275949"/>
                                  </a:cubicBezTo>
                                  <a:cubicBezTo>
                                    <a:pt x="65419" y="275949"/>
                                    <a:pt x="66609" y="275949"/>
                                    <a:pt x="67798" y="275949"/>
                                  </a:cubicBezTo>
                                  <a:cubicBezTo>
                                    <a:pt x="68988" y="281896"/>
                                    <a:pt x="89208" y="272381"/>
                                    <a:pt x="92777" y="272381"/>
                                  </a:cubicBezTo>
                                  <a:cubicBezTo>
                                    <a:pt x="96345" y="272381"/>
                                    <a:pt x="99913" y="273570"/>
                                    <a:pt x="102292" y="271191"/>
                                  </a:cubicBezTo>
                                  <a:cubicBezTo>
                                    <a:pt x="104671" y="270002"/>
                                    <a:pt x="105860" y="266434"/>
                                    <a:pt x="108239" y="264055"/>
                                  </a:cubicBezTo>
                                  <a:cubicBezTo>
                                    <a:pt x="112996" y="259297"/>
                                    <a:pt x="117754" y="256918"/>
                                    <a:pt x="124891" y="256918"/>
                                  </a:cubicBezTo>
                                  <a:cubicBezTo>
                                    <a:pt x="128460" y="256918"/>
                                    <a:pt x="133217" y="255729"/>
                                    <a:pt x="135596" y="256918"/>
                                  </a:cubicBezTo>
                                  <a:cubicBezTo>
                                    <a:pt x="137975" y="259297"/>
                                    <a:pt x="136785" y="262865"/>
                                    <a:pt x="135596" y="265244"/>
                                  </a:cubicBezTo>
                                  <a:cubicBezTo>
                                    <a:pt x="134407" y="268812"/>
                                    <a:pt x="133217" y="270002"/>
                                    <a:pt x="134407" y="273570"/>
                                  </a:cubicBezTo>
                                  <a:cubicBezTo>
                                    <a:pt x="135596" y="277138"/>
                                    <a:pt x="136785" y="279517"/>
                                    <a:pt x="135596" y="283086"/>
                                  </a:cubicBezTo>
                                  <a:cubicBezTo>
                                    <a:pt x="134407" y="292601"/>
                                    <a:pt x="141543" y="290222"/>
                                    <a:pt x="147490" y="294980"/>
                                  </a:cubicBezTo>
                                  <a:cubicBezTo>
                                    <a:pt x="149869" y="296169"/>
                                    <a:pt x="151058" y="299738"/>
                                    <a:pt x="154627" y="298548"/>
                                  </a:cubicBezTo>
                                  <a:cubicBezTo>
                                    <a:pt x="157006" y="298548"/>
                                    <a:pt x="159385" y="294980"/>
                                    <a:pt x="160574" y="292601"/>
                                  </a:cubicBezTo>
                                  <a:cubicBezTo>
                                    <a:pt x="161764" y="290222"/>
                                    <a:pt x="160574" y="286654"/>
                                    <a:pt x="162953" y="284275"/>
                                  </a:cubicBezTo>
                                  <a:cubicBezTo>
                                    <a:pt x="164143" y="283086"/>
                                    <a:pt x="165332" y="283086"/>
                                    <a:pt x="166521" y="281896"/>
                                  </a:cubicBezTo>
                                  <a:cubicBezTo>
                                    <a:pt x="167711" y="279517"/>
                                    <a:pt x="165332" y="279517"/>
                                    <a:pt x="165332" y="277138"/>
                                  </a:cubicBezTo>
                                  <a:cubicBezTo>
                                    <a:pt x="165332" y="268812"/>
                                    <a:pt x="179605" y="272381"/>
                                    <a:pt x="178415" y="267623"/>
                                  </a:cubicBezTo>
                                  <a:cubicBezTo>
                                    <a:pt x="176037" y="266434"/>
                                    <a:pt x="176037" y="262865"/>
                                    <a:pt x="174847" y="261676"/>
                                  </a:cubicBezTo>
                                  <a:cubicBezTo>
                                    <a:pt x="172468" y="259297"/>
                                    <a:pt x="170090" y="259297"/>
                                    <a:pt x="167711" y="258108"/>
                                  </a:cubicBezTo>
                                  <a:cubicBezTo>
                                    <a:pt x="164143" y="255729"/>
                                    <a:pt x="165332" y="247403"/>
                                    <a:pt x="170090" y="246213"/>
                                  </a:cubicBezTo>
                                  <a:cubicBezTo>
                                    <a:pt x="170090" y="252160"/>
                                    <a:pt x="170090" y="253350"/>
                                    <a:pt x="176037" y="252160"/>
                                  </a:cubicBezTo>
                                  <a:cubicBezTo>
                                    <a:pt x="178415" y="252160"/>
                                    <a:pt x="178415" y="250971"/>
                                    <a:pt x="180794" y="252160"/>
                                  </a:cubicBezTo>
                                  <a:cubicBezTo>
                                    <a:pt x="181984" y="252160"/>
                                    <a:pt x="183173" y="253350"/>
                                    <a:pt x="185552" y="253350"/>
                                  </a:cubicBezTo>
                                  <a:cubicBezTo>
                                    <a:pt x="185552" y="254539"/>
                                    <a:pt x="185552" y="254539"/>
                                    <a:pt x="185552" y="254539"/>
                                  </a:cubicBezTo>
                                  <a:cubicBezTo>
                                    <a:pt x="183173" y="254539"/>
                                    <a:pt x="181984" y="255729"/>
                                    <a:pt x="181984" y="258108"/>
                                  </a:cubicBezTo>
                                  <a:cubicBezTo>
                                    <a:pt x="186741" y="259297"/>
                                    <a:pt x="190310" y="255729"/>
                                    <a:pt x="195068" y="255729"/>
                                  </a:cubicBezTo>
                                  <a:cubicBezTo>
                                    <a:pt x="199826" y="255729"/>
                                    <a:pt x="205773" y="256918"/>
                                    <a:pt x="210530" y="255729"/>
                                  </a:cubicBezTo>
                                  <a:cubicBezTo>
                                    <a:pt x="210530" y="255729"/>
                                    <a:pt x="210530" y="255729"/>
                                    <a:pt x="210530" y="255729"/>
                                  </a:cubicBezTo>
                                  <a:cubicBezTo>
                                    <a:pt x="211720" y="254539"/>
                                    <a:pt x="209341" y="248592"/>
                                    <a:pt x="210530" y="246213"/>
                                  </a:cubicBezTo>
                                  <a:cubicBezTo>
                                    <a:pt x="211720" y="243834"/>
                                    <a:pt x="212909" y="240266"/>
                                    <a:pt x="215288" y="240266"/>
                                  </a:cubicBezTo>
                                  <a:cubicBezTo>
                                    <a:pt x="224804" y="239077"/>
                                    <a:pt x="215288" y="256918"/>
                                    <a:pt x="224804" y="255729"/>
                                  </a:cubicBezTo>
                                  <a:cubicBezTo>
                                    <a:pt x="234319" y="254539"/>
                                    <a:pt x="227183" y="243834"/>
                                    <a:pt x="227183" y="240266"/>
                                  </a:cubicBezTo>
                                  <a:cubicBezTo>
                                    <a:pt x="227183" y="233129"/>
                                    <a:pt x="233130" y="231940"/>
                                    <a:pt x="237887" y="228372"/>
                                  </a:cubicBezTo>
                                  <a:cubicBezTo>
                                    <a:pt x="236698" y="224803"/>
                                    <a:pt x="237887" y="220045"/>
                                    <a:pt x="239077" y="216477"/>
                                  </a:cubicBezTo>
                                  <a:cubicBezTo>
                                    <a:pt x="241456" y="216477"/>
                                    <a:pt x="243834" y="216477"/>
                                    <a:pt x="246213" y="216477"/>
                                  </a:cubicBezTo>
                                  <a:cubicBezTo>
                                    <a:pt x="246213" y="221235"/>
                                    <a:pt x="246213" y="225993"/>
                                    <a:pt x="245024" y="230751"/>
                                  </a:cubicBezTo>
                                  <a:cubicBezTo>
                                    <a:pt x="243834" y="233129"/>
                                    <a:pt x="242645" y="241455"/>
                                    <a:pt x="245024" y="243834"/>
                                  </a:cubicBezTo>
                                  <a:cubicBezTo>
                                    <a:pt x="249781" y="247403"/>
                                    <a:pt x="252160" y="240266"/>
                                    <a:pt x="254539" y="239077"/>
                                  </a:cubicBezTo>
                                  <a:cubicBezTo>
                                    <a:pt x="255729" y="237887"/>
                                    <a:pt x="258108" y="237887"/>
                                    <a:pt x="259297" y="236698"/>
                                  </a:cubicBezTo>
                                  <a:cubicBezTo>
                                    <a:pt x="260487" y="235508"/>
                                    <a:pt x="262866" y="233129"/>
                                    <a:pt x="262866" y="231940"/>
                                  </a:cubicBezTo>
                                  <a:cubicBezTo>
                                    <a:pt x="264055" y="228372"/>
                                    <a:pt x="262866" y="224803"/>
                                    <a:pt x="262866" y="224803"/>
                                  </a:cubicBezTo>
                                  <a:cubicBezTo>
                                    <a:pt x="262866" y="221235"/>
                                    <a:pt x="265245" y="218856"/>
                                    <a:pt x="267623" y="217667"/>
                                  </a:cubicBezTo>
                                  <a:cubicBezTo>
                                    <a:pt x="267623" y="211719"/>
                                    <a:pt x="261676" y="206962"/>
                                    <a:pt x="259297" y="201015"/>
                                  </a:cubicBezTo>
                                  <a:cubicBezTo>
                                    <a:pt x="249781" y="201015"/>
                                    <a:pt x="249781" y="193878"/>
                                    <a:pt x="249781" y="18674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accent3">
                                <a:lumMod val="75000"/>
                              </a:schemeClr>
                            </a:solidFill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1" name="Freeform 330">
                              <a:extLst>
                                <a:ext uri="{FF2B5EF4-FFF2-40B4-BE49-F238E27FC236}">
                                  <a16:creationId xmlns:a16="http://schemas.microsoft.com/office/drawing/2014/main" id="{505C234F-92A1-7E3D-E3CC-1BFBB3CF97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109740" y="3092608"/>
                              <a:ext cx="7137" cy="10938"/>
                            </a:xfrm>
                            <a:custGeom>
                              <a:avLst/>
                              <a:gdLst>
                                <a:gd name="connsiteX0" fmla="*/ 2379 w 7137"/>
                                <a:gd name="connsiteY0" fmla="*/ 10705 h 10938"/>
                                <a:gd name="connsiteX1" fmla="*/ 7137 w 7137"/>
                                <a:gd name="connsiteY1" fmla="*/ 7137 h 10938"/>
                                <a:gd name="connsiteX2" fmla="*/ 4758 w 7137"/>
                                <a:gd name="connsiteY2" fmla="*/ 0 h 10938"/>
                                <a:gd name="connsiteX3" fmla="*/ 0 w 7137"/>
                                <a:gd name="connsiteY3" fmla="*/ 4758 h 10938"/>
                                <a:gd name="connsiteX4" fmla="*/ 2379 w 7137"/>
                                <a:gd name="connsiteY4" fmla="*/ 10705 h 1093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7137" h="10938">
                                  <a:moveTo>
                                    <a:pt x="2379" y="10705"/>
                                  </a:moveTo>
                                  <a:cubicBezTo>
                                    <a:pt x="2379" y="10705"/>
                                    <a:pt x="5947" y="10705"/>
                                    <a:pt x="7137" y="7137"/>
                                  </a:cubicBezTo>
                                  <a:cubicBezTo>
                                    <a:pt x="7137" y="3568"/>
                                    <a:pt x="7137" y="0"/>
                                    <a:pt x="4758" y="0"/>
                                  </a:cubicBezTo>
                                  <a:cubicBezTo>
                                    <a:pt x="2379" y="0"/>
                                    <a:pt x="0" y="1190"/>
                                    <a:pt x="0" y="4758"/>
                                  </a:cubicBezTo>
                                  <a:cubicBezTo>
                                    <a:pt x="0" y="8326"/>
                                    <a:pt x="0" y="11894"/>
                                    <a:pt x="2379" y="10705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2" name="Freeform 331">
                              <a:extLst>
                                <a:ext uri="{FF2B5EF4-FFF2-40B4-BE49-F238E27FC236}">
                                  <a16:creationId xmlns:a16="http://schemas.microsoft.com/office/drawing/2014/main" id="{195C2A1F-EFA5-409F-CE68-771576A1E9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03881" y="3525563"/>
                              <a:ext cx="4630" cy="12026"/>
                            </a:xfrm>
                            <a:custGeom>
                              <a:avLst/>
                              <a:gdLst>
                                <a:gd name="connsiteX0" fmla="*/ 2378 w 4630"/>
                                <a:gd name="connsiteY0" fmla="*/ 0 h 12026"/>
                                <a:gd name="connsiteX1" fmla="*/ 0 w 4630"/>
                                <a:gd name="connsiteY1" fmla="*/ 3568 h 12026"/>
                                <a:gd name="connsiteX2" fmla="*/ 2378 w 4630"/>
                                <a:gd name="connsiteY2" fmla="*/ 11894 h 12026"/>
                                <a:gd name="connsiteX3" fmla="*/ 2378 w 4630"/>
                                <a:gd name="connsiteY3" fmla="*/ 0 h 1202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4630" h="12026">
                                  <a:moveTo>
                                    <a:pt x="2378" y="0"/>
                                  </a:moveTo>
                                  <a:cubicBezTo>
                                    <a:pt x="2378" y="0"/>
                                    <a:pt x="0" y="1189"/>
                                    <a:pt x="0" y="3568"/>
                                  </a:cubicBezTo>
                                  <a:cubicBezTo>
                                    <a:pt x="0" y="5947"/>
                                    <a:pt x="0" y="13084"/>
                                    <a:pt x="2378" y="11894"/>
                                  </a:cubicBezTo>
                                  <a:cubicBezTo>
                                    <a:pt x="4757" y="8326"/>
                                    <a:pt x="5947" y="2379"/>
                                    <a:pt x="2378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3" name="Freeform 332">
                              <a:extLst>
                                <a:ext uri="{FF2B5EF4-FFF2-40B4-BE49-F238E27FC236}">
                                  <a16:creationId xmlns:a16="http://schemas.microsoft.com/office/drawing/2014/main" id="{971F4B30-1B69-256B-F1EE-FB199339A0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93021" y="3537629"/>
                              <a:ext cx="8480" cy="9822"/>
                            </a:xfrm>
                            <a:custGeom>
                              <a:avLst/>
                              <a:gdLst>
                                <a:gd name="connsiteX0" fmla="*/ 155 w 8480"/>
                                <a:gd name="connsiteY0" fmla="*/ 2207 h 9822"/>
                                <a:gd name="connsiteX1" fmla="*/ 8481 w 8480"/>
                                <a:gd name="connsiteY1" fmla="*/ 9344 h 9822"/>
                                <a:gd name="connsiteX2" fmla="*/ 6102 w 8480"/>
                                <a:gd name="connsiteY2" fmla="*/ 1018 h 9822"/>
                                <a:gd name="connsiteX3" fmla="*/ 155 w 8480"/>
                                <a:gd name="connsiteY3" fmla="*/ 2207 h 982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8480" h="9822">
                                  <a:moveTo>
                                    <a:pt x="155" y="2207"/>
                                  </a:moveTo>
                                  <a:cubicBezTo>
                                    <a:pt x="-1035" y="4586"/>
                                    <a:pt x="4913" y="11723"/>
                                    <a:pt x="8481" y="9344"/>
                                  </a:cubicBezTo>
                                  <a:cubicBezTo>
                                    <a:pt x="8481" y="9344"/>
                                    <a:pt x="8481" y="3397"/>
                                    <a:pt x="6102" y="1018"/>
                                  </a:cubicBezTo>
                                  <a:cubicBezTo>
                                    <a:pt x="4913" y="-1361"/>
                                    <a:pt x="1344" y="1018"/>
                                    <a:pt x="155" y="220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4" name="Freeform 333">
                              <a:extLst>
                                <a:ext uri="{FF2B5EF4-FFF2-40B4-BE49-F238E27FC236}">
                                  <a16:creationId xmlns:a16="http://schemas.microsoft.com/office/drawing/2014/main" id="{DAABB0E5-FCCC-F321-1B65-6B5FFFC438E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69031" y="3604065"/>
                              <a:ext cx="17332" cy="12361"/>
                            </a:xfrm>
                            <a:custGeom>
                              <a:avLst/>
                              <a:gdLst>
                                <a:gd name="connsiteX0" fmla="*/ 14629 w 17332"/>
                                <a:gd name="connsiteY0" fmla="*/ 0 h 12361"/>
                                <a:gd name="connsiteX1" fmla="*/ 2735 w 17332"/>
                                <a:gd name="connsiteY1" fmla="*/ 5947 h 12361"/>
                                <a:gd name="connsiteX2" fmla="*/ 1545 w 17332"/>
                                <a:gd name="connsiteY2" fmla="*/ 10705 h 12361"/>
                                <a:gd name="connsiteX3" fmla="*/ 11061 w 17332"/>
                                <a:gd name="connsiteY3" fmla="*/ 9516 h 12361"/>
                                <a:gd name="connsiteX4" fmla="*/ 17008 w 17332"/>
                                <a:gd name="connsiteY4" fmla="*/ 3568 h 12361"/>
                                <a:gd name="connsiteX5" fmla="*/ 14629 w 17332"/>
                                <a:gd name="connsiteY5" fmla="*/ 0 h 1236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17332" h="12361">
                                  <a:moveTo>
                                    <a:pt x="14629" y="0"/>
                                  </a:moveTo>
                                  <a:cubicBezTo>
                                    <a:pt x="13439" y="0"/>
                                    <a:pt x="3924" y="3568"/>
                                    <a:pt x="2735" y="5947"/>
                                  </a:cubicBezTo>
                                  <a:cubicBezTo>
                                    <a:pt x="1545" y="7137"/>
                                    <a:pt x="-2023" y="9516"/>
                                    <a:pt x="1545" y="10705"/>
                                  </a:cubicBezTo>
                                  <a:cubicBezTo>
                                    <a:pt x="5114" y="11894"/>
                                    <a:pt x="11061" y="14273"/>
                                    <a:pt x="11061" y="9516"/>
                                  </a:cubicBezTo>
                                  <a:cubicBezTo>
                                    <a:pt x="11061" y="9516"/>
                                    <a:pt x="15818" y="5947"/>
                                    <a:pt x="17008" y="3568"/>
                                  </a:cubicBezTo>
                                  <a:cubicBezTo>
                                    <a:pt x="18197" y="1190"/>
                                    <a:pt x="15818" y="0"/>
                                    <a:pt x="14629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5" name="Freeform 334">
                              <a:extLst>
                                <a:ext uri="{FF2B5EF4-FFF2-40B4-BE49-F238E27FC236}">
                                  <a16:creationId xmlns:a16="http://schemas.microsoft.com/office/drawing/2014/main" id="{C5918BFE-792E-3F2D-C53C-81997E7AF6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66562" y="3625239"/>
                              <a:ext cx="5536" cy="8678"/>
                            </a:xfrm>
                            <a:custGeom>
                              <a:avLst/>
                              <a:gdLst>
                                <a:gd name="connsiteX0" fmla="*/ 446 w 5536"/>
                                <a:gd name="connsiteY0" fmla="*/ 236 h 8678"/>
                                <a:gd name="connsiteX1" fmla="*/ 4014 w 5536"/>
                                <a:gd name="connsiteY1" fmla="*/ 8562 h 8678"/>
                                <a:gd name="connsiteX2" fmla="*/ 5204 w 5536"/>
                                <a:gd name="connsiteY2" fmla="*/ 4994 h 8678"/>
                                <a:gd name="connsiteX3" fmla="*/ 446 w 5536"/>
                                <a:gd name="connsiteY3" fmla="*/ 236 h 867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5536" h="8678">
                                  <a:moveTo>
                                    <a:pt x="446" y="236"/>
                                  </a:moveTo>
                                  <a:cubicBezTo>
                                    <a:pt x="-743" y="1425"/>
                                    <a:pt x="446" y="9752"/>
                                    <a:pt x="4014" y="8562"/>
                                  </a:cubicBezTo>
                                  <a:cubicBezTo>
                                    <a:pt x="4014" y="8562"/>
                                    <a:pt x="6393" y="7373"/>
                                    <a:pt x="5204" y="4994"/>
                                  </a:cubicBezTo>
                                  <a:cubicBezTo>
                                    <a:pt x="2825" y="2615"/>
                                    <a:pt x="1636" y="-953"/>
                                    <a:pt x="446" y="23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6" name="Freeform 335">
                              <a:extLst>
                                <a:ext uri="{FF2B5EF4-FFF2-40B4-BE49-F238E27FC236}">
                                  <a16:creationId xmlns:a16="http://schemas.microsoft.com/office/drawing/2014/main" id="{729562B2-69B5-479F-36BF-401890CA08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42030" y="3657351"/>
                              <a:ext cx="13267" cy="21011"/>
                            </a:xfrm>
                            <a:custGeom>
                              <a:avLst/>
                              <a:gdLst>
                                <a:gd name="connsiteX0" fmla="*/ 11894 w 13267"/>
                                <a:gd name="connsiteY0" fmla="*/ 239 h 21011"/>
                                <a:gd name="connsiteX1" fmla="*/ 9515 w 13267"/>
                                <a:gd name="connsiteY1" fmla="*/ 3808 h 21011"/>
                                <a:gd name="connsiteX2" fmla="*/ 4757 w 13267"/>
                                <a:gd name="connsiteY2" fmla="*/ 7376 h 21011"/>
                                <a:gd name="connsiteX3" fmla="*/ 3568 w 13267"/>
                                <a:gd name="connsiteY3" fmla="*/ 12134 h 21011"/>
                                <a:gd name="connsiteX4" fmla="*/ 0 w 13267"/>
                                <a:gd name="connsiteY4" fmla="*/ 14513 h 21011"/>
                                <a:gd name="connsiteX5" fmla="*/ 3568 w 13267"/>
                                <a:gd name="connsiteY5" fmla="*/ 20460 h 21011"/>
                                <a:gd name="connsiteX6" fmla="*/ 4757 w 13267"/>
                                <a:gd name="connsiteY6" fmla="*/ 13323 h 21011"/>
                                <a:gd name="connsiteX7" fmla="*/ 9515 w 13267"/>
                                <a:gd name="connsiteY7" fmla="*/ 8566 h 21011"/>
                                <a:gd name="connsiteX8" fmla="*/ 11894 w 13267"/>
                                <a:gd name="connsiteY8" fmla="*/ 4997 h 21011"/>
                                <a:gd name="connsiteX9" fmla="*/ 11894 w 13267"/>
                                <a:gd name="connsiteY9" fmla="*/ 239 h 2101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</a:cxnLst>
                              <a:rect l="l" t="t" r="r" b="b"/>
                              <a:pathLst>
                                <a:path w="13267" h="21011">
                                  <a:moveTo>
                                    <a:pt x="11894" y="239"/>
                                  </a:moveTo>
                                  <a:cubicBezTo>
                                    <a:pt x="10704" y="-950"/>
                                    <a:pt x="10704" y="2618"/>
                                    <a:pt x="9515" y="3808"/>
                                  </a:cubicBezTo>
                                  <a:cubicBezTo>
                                    <a:pt x="7136" y="4997"/>
                                    <a:pt x="4757" y="4997"/>
                                    <a:pt x="4757" y="7376"/>
                                  </a:cubicBezTo>
                                  <a:cubicBezTo>
                                    <a:pt x="4757" y="9755"/>
                                    <a:pt x="4757" y="12134"/>
                                    <a:pt x="3568" y="12134"/>
                                  </a:cubicBezTo>
                                  <a:cubicBezTo>
                                    <a:pt x="2379" y="13323"/>
                                    <a:pt x="0" y="12134"/>
                                    <a:pt x="0" y="14513"/>
                                  </a:cubicBezTo>
                                  <a:cubicBezTo>
                                    <a:pt x="0" y="16891"/>
                                    <a:pt x="2379" y="22839"/>
                                    <a:pt x="3568" y="20460"/>
                                  </a:cubicBezTo>
                                  <a:cubicBezTo>
                                    <a:pt x="4757" y="18081"/>
                                    <a:pt x="3568" y="14513"/>
                                    <a:pt x="4757" y="13323"/>
                                  </a:cubicBezTo>
                                  <a:cubicBezTo>
                                    <a:pt x="7136" y="13323"/>
                                    <a:pt x="9515" y="12134"/>
                                    <a:pt x="9515" y="8566"/>
                                  </a:cubicBezTo>
                                  <a:cubicBezTo>
                                    <a:pt x="9515" y="8566"/>
                                    <a:pt x="10704" y="6187"/>
                                    <a:pt x="11894" y="4997"/>
                                  </a:cubicBezTo>
                                  <a:cubicBezTo>
                                    <a:pt x="14273" y="4997"/>
                                    <a:pt x="13083" y="239"/>
                                    <a:pt x="11894" y="23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7" name="Freeform 336">
                              <a:extLst>
                                <a:ext uri="{FF2B5EF4-FFF2-40B4-BE49-F238E27FC236}">
                                  <a16:creationId xmlns:a16="http://schemas.microsoft.com/office/drawing/2014/main" id="{64D836A7-4CFB-C6A4-6638-E96BCBFC62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20344" y="3335253"/>
                              <a:ext cx="6433" cy="5081"/>
                            </a:xfrm>
                            <a:custGeom>
                              <a:avLst/>
                              <a:gdLst>
                                <a:gd name="connsiteX0" fmla="*/ 6136 w 6433"/>
                                <a:gd name="connsiteY0" fmla="*/ 4758 h 5081"/>
                                <a:gd name="connsiteX1" fmla="*/ 4947 w 6433"/>
                                <a:gd name="connsiteY1" fmla="*/ 0 h 5081"/>
                                <a:gd name="connsiteX2" fmla="*/ 189 w 6433"/>
                                <a:gd name="connsiteY2" fmla="*/ 2379 h 5081"/>
                                <a:gd name="connsiteX3" fmla="*/ 6136 w 6433"/>
                                <a:gd name="connsiteY3" fmla="*/ 4758 h 508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6433" h="5081">
                                  <a:moveTo>
                                    <a:pt x="6136" y="4758"/>
                                  </a:moveTo>
                                  <a:cubicBezTo>
                                    <a:pt x="6136" y="4758"/>
                                    <a:pt x="7326" y="0"/>
                                    <a:pt x="4947" y="0"/>
                                  </a:cubicBezTo>
                                  <a:cubicBezTo>
                                    <a:pt x="3757" y="0"/>
                                    <a:pt x="-1000" y="0"/>
                                    <a:pt x="189" y="2379"/>
                                  </a:cubicBezTo>
                                  <a:cubicBezTo>
                                    <a:pt x="2568" y="3568"/>
                                    <a:pt x="3757" y="5947"/>
                                    <a:pt x="6136" y="475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38" name="Freeform 337">
                              <a:extLst>
                                <a:ext uri="{FF2B5EF4-FFF2-40B4-BE49-F238E27FC236}">
                                  <a16:creationId xmlns:a16="http://schemas.microsoft.com/office/drawing/2014/main" id="{08807281-33B7-0FBA-B7E0-AD75BA7BBA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16498" y="3340011"/>
                              <a:ext cx="4034" cy="3270"/>
                            </a:xfrm>
                            <a:custGeom>
                              <a:avLst/>
                              <a:gdLst>
                                <a:gd name="connsiteX0" fmla="*/ 466 w 4034"/>
                                <a:gd name="connsiteY0" fmla="*/ 2379 h 3270"/>
                                <a:gd name="connsiteX1" fmla="*/ 4035 w 4034"/>
                                <a:gd name="connsiteY1" fmla="*/ 2379 h 3270"/>
                                <a:gd name="connsiteX2" fmla="*/ 2846 w 4034"/>
                                <a:gd name="connsiteY2" fmla="*/ 0 h 3270"/>
                                <a:gd name="connsiteX3" fmla="*/ 466 w 4034"/>
                                <a:gd name="connsiteY3" fmla="*/ 2379 h 327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4034" h="3270">
                                  <a:moveTo>
                                    <a:pt x="466" y="2379"/>
                                  </a:moveTo>
                                  <a:cubicBezTo>
                                    <a:pt x="1656" y="3568"/>
                                    <a:pt x="2846" y="3568"/>
                                    <a:pt x="4035" y="2379"/>
                                  </a:cubicBezTo>
                                  <a:cubicBezTo>
                                    <a:pt x="4035" y="2379"/>
                                    <a:pt x="4035" y="0"/>
                                    <a:pt x="2846" y="0"/>
                                  </a:cubicBezTo>
                                  <a:cubicBezTo>
                                    <a:pt x="466" y="0"/>
                                    <a:pt x="-723" y="2379"/>
                                    <a:pt x="466" y="237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grpSp>
                        <p:nvGrpSpPr>
                          <p:cNvPr id="339" name="Graphic 27">
                            <a:extLst>
                              <a:ext uri="{FF2B5EF4-FFF2-40B4-BE49-F238E27FC236}">
                                <a16:creationId xmlns:a16="http://schemas.microsoft.com/office/drawing/2014/main" id="{6EE57E7C-6A4F-0A06-3791-9ADBDCBC5D5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190623" y="3862173"/>
                            <a:ext cx="223712" cy="405894"/>
                            <a:chOff x="8190623" y="3862173"/>
                            <a:chExt cx="223712" cy="405894"/>
                          </a:xfrm>
                          <a:grpFill/>
                        </p:grpSpPr>
                        <p:sp>
                          <p:nvSpPr>
                            <p:cNvPr id="340" name="Freeform 339">
                              <a:extLst>
                                <a:ext uri="{FF2B5EF4-FFF2-40B4-BE49-F238E27FC236}">
                                  <a16:creationId xmlns:a16="http://schemas.microsoft.com/office/drawing/2014/main" id="{0F757A75-5998-63DC-C9AC-5CB98BB4D5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190623" y="3862173"/>
                              <a:ext cx="223712" cy="405894"/>
                            </a:xfrm>
                            <a:custGeom>
                              <a:avLst/>
                              <a:gdLst>
                                <a:gd name="connsiteX0" fmla="*/ 223298 w 223712"/>
                                <a:gd name="connsiteY0" fmla="*/ 139164 h 405894"/>
                                <a:gd name="connsiteX1" fmla="*/ 222109 w 223712"/>
                                <a:gd name="connsiteY1" fmla="*/ 149869 h 405894"/>
                                <a:gd name="connsiteX2" fmla="*/ 222109 w 223712"/>
                                <a:gd name="connsiteY2" fmla="*/ 154627 h 405894"/>
                                <a:gd name="connsiteX3" fmla="*/ 218541 w 223712"/>
                                <a:gd name="connsiteY3" fmla="*/ 167710 h 405894"/>
                                <a:gd name="connsiteX4" fmla="*/ 216162 w 223712"/>
                                <a:gd name="connsiteY4" fmla="*/ 170089 h 405894"/>
                                <a:gd name="connsiteX5" fmla="*/ 216162 w 223712"/>
                                <a:gd name="connsiteY5" fmla="*/ 170089 h 405894"/>
                                <a:gd name="connsiteX6" fmla="*/ 206646 w 223712"/>
                                <a:gd name="connsiteY6" fmla="*/ 166521 h 405894"/>
                                <a:gd name="connsiteX7" fmla="*/ 199509 w 223712"/>
                                <a:gd name="connsiteY7" fmla="*/ 167710 h 405894"/>
                                <a:gd name="connsiteX8" fmla="*/ 192373 w 223712"/>
                                <a:gd name="connsiteY8" fmla="*/ 166521 h 405894"/>
                                <a:gd name="connsiteX9" fmla="*/ 178100 w 223712"/>
                                <a:gd name="connsiteY9" fmla="*/ 167710 h 405894"/>
                                <a:gd name="connsiteX10" fmla="*/ 170963 w 223712"/>
                                <a:gd name="connsiteY10" fmla="*/ 166521 h 405894"/>
                                <a:gd name="connsiteX11" fmla="*/ 163826 w 223712"/>
                                <a:gd name="connsiteY11" fmla="*/ 168900 h 405894"/>
                                <a:gd name="connsiteX12" fmla="*/ 150743 w 223712"/>
                                <a:gd name="connsiteY12" fmla="*/ 174847 h 405894"/>
                                <a:gd name="connsiteX13" fmla="*/ 144796 w 223712"/>
                                <a:gd name="connsiteY13" fmla="*/ 187931 h 405894"/>
                                <a:gd name="connsiteX14" fmla="*/ 142417 w 223712"/>
                                <a:gd name="connsiteY14" fmla="*/ 202204 h 405894"/>
                                <a:gd name="connsiteX15" fmla="*/ 143606 w 223712"/>
                                <a:gd name="connsiteY15" fmla="*/ 209341 h 405894"/>
                                <a:gd name="connsiteX16" fmla="*/ 147175 w 223712"/>
                                <a:gd name="connsiteY16" fmla="*/ 214098 h 405894"/>
                                <a:gd name="connsiteX17" fmla="*/ 150743 w 223712"/>
                                <a:gd name="connsiteY17" fmla="*/ 227182 h 405894"/>
                                <a:gd name="connsiteX18" fmla="*/ 150743 w 223712"/>
                                <a:gd name="connsiteY18" fmla="*/ 230750 h 405894"/>
                                <a:gd name="connsiteX19" fmla="*/ 150743 w 223712"/>
                                <a:gd name="connsiteY19" fmla="*/ 230750 h 405894"/>
                                <a:gd name="connsiteX20" fmla="*/ 144796 w 223712"/>
                                <a:gd name="connsiteY20" fmla="*/ 234318 h 405894"/>
                                <a:gd name="connsiteX21" fmla="*/ 137659 w 223712"/>
                                <a:gd name="connsiteY21" fmla="*/ 228371 h 405894"/>
                                <a:gd name="connsiteX22" fmla="*/ 122196 w 223712"/>
                                <a:gd name="connsiteY22" fmla="*/ 221235 h 405894"/>
                                <a:gd name="connsiteX23" fmla="*/ 112681 w 223712"/>
                                <a:gd name="connsiteY23" fmla="*/ 218856 h 405894"/>
                                <a:gd name="connsiteX24" fmla="*/ 101976 w 223712"/>
                                <a:gd name="connsiteY24" fmla="*/ 218856 h 405894"/>
                                <a:gd name="connsiteX25" fmla="*/ 103165 w 223712"/>
                                <a:gd name="connsiteY25" fmla="*/ 214098 h 405894"/>
                                <a:gd name="connsiteX26" fmla="*/ 101976 w 223712"/>
                                <a:gd name="connsiteY26" fmla="*/ 208151 h 405894"/>
                                <a:gd name="connsiteX27" fmla="*/ 101976 w 223712"/>
                                <a:gd name="connsiteY27" fmla="*/ 197446 h 405894"/>
                                <a:gd name="connsiteX28" fmla="*/ 96028 w 223712"/>
                                <a:gd name="connsiteY28" fmla="*/ 197446 h 405894"/>
                                <a:gd name="connsiteX29" fmla="*/ 86513 w 223712"/>
                                <a:gd name="connsiteY29" fmla="*/ 197446 h 405894"/>
                                <a:gd name="connsiteX30" fmla="*/ 76998 w 223712"/>
                                <a:gd name="connsiteY30" fmla="*/ 201014 h 405894"/>
                                <a:gd name="connsiteX31" fmla="*/ 78187 w 223712"/>
                                <a:gd name="connsiteY31" fmla="*/ 218856 h 405894"/>
                                <a:gd name="connsiteX32" fmla="*/ 80566 w 223712"/>
                                <a:gd name="connsiteY32" fmla="*/ 228371 h 405894"/>
                                <a:gd name="connsiteX33" fmla="*/ 76998 w 223712"/>
                                <a:gd name="connsiteY33" fmla="*/ 236698 h 405894"/>
                                <a:gd name="connsiteX34" fmla="*/ 71050 w 223712"/>
                                <a:gd name="connsiteY34" fmla="*/ 253350 h 405894"/>
                                <a:gd name="connsiteX35" fmla="*/ 69861 w 223712"/>
                                <a:gd name="connsiteY35" fmla="*/ 264054 h 405894"/>
                                <a:gd name="connsiteX36" fmla="*/ 66292 w 223712"/>
                                <a:gd name="connsiteY36" fmla="*/ 272381 h 405894"/>
                                <a:gd name="connsiteX37" fmla="*/ 65103 w 223712"/>
                                <a:gd name="connsiteY37" fmla="*/ 280707 h 405894"/>
                                <a:gd name="connsiteX38" fmla="*/ 62724 w 223712"/>
                                <a:gd name="connsiteY38" fmla="*/ 287843 h 405894"/>
                                <a:gd name="connsiteX39" fmla="*/ 63914 w 223712"/>
                                <a:gd name="connsiteY39" fmla="*/ 287843 h 405894"/>
                                <a:gd name="connsiteX40" fmla="*/ 62724 w 223712"/>
                                <a:gd name="connsiteY40" fmla="*/ 296169 h 405894"/>
                                <a:gd name="connsiteX41" fmla="*/ 65103 w 223712"/>
                                <a:gd name="connsiteY41" fmla="*/ 303306 h 405894"/>
                                <a:gd name="connsiteX42" fmla="*/ 65103 w 223712"/>
                                <a:gd name="connsiteY42" fmla="*/ 306874 h 405894"/>
                                <a:gd name="connsiteX43" fmla="*/ 67482 w 223712"/>
                                <a:gd name="connsiteY43" fmla="*/ 309253 h 405894"/>
                                <a:gd name="connsiteX44" fmla="*/ 67482 w 223712"/>
                                <a:gd name="connsiteY44" fmla="*/ 317579 h 405894"/>
                                <a:gd name="connsiteX45" fmla="*/ 74619 w 223712"/>
                                <a:gd name="connsiteY45" fmla="*/ 311632 h 405894"/>
                                <a:gd name="connsiteX46" fmla="*/ 81756 w 223712"/>
                                <a:gd name="connsiteY46" fmla="*/ 317579 h 405894"/>
                                <a:gd name="connsiteX47" fmla="*/ 85324 w 223712"/>
                                <a:gd name="connsiteY47" fmla="*/ 327095 h 405894"/>
                                <a:gd name="connsiteX48" fmla="*/ 90081 w 223712"/>
                                <a:gd name="connsiteY48" fmla="*/ 335420 h 405894"/>
                                <a:gd name="connsiteX49" fmla="*/ 91271 w 223712"/>
                                <a:gd name="connsiteY49" fmla="*/ 331852 h 405894"/>
                                <a:gd name="connsiteX50" fmla="*/ 99597 w 223712"/>
                                <a:gd name="connsiteY50" fmla="*/ 353262 h 405894"/>
                                <a:gd name="connsiteX51" fmla="*/ 97218 w 223712"/>
                                <a:gd name="connsiteY51" fmla="*/ 358020 h 405894"/>
                                <a:gd name="connsiteX52" fmla="*/ 93650 w 223712"/>
                                <a:gd name="connsiteY52" fmla="*/ 362778 h 405894"/>
                                <a:gd name="connsiteX53" fmla="*/ 98407 w 223712"/>
                                <a:gd name="connsiteY53" fmla="*/ 365156 h 405894"/>
                                <a:gd name="connsiteX54" fmla="*/ 101976 w 223712"/>
                                <a:gd name="connsiteY54" fmla="*/ 362778 h 405894"/>
                                <a:gd name="connsiteX55" fmla="*/ 112681 w 223712"/>
                                <a:gd name="connsiteY55" fmla="*/ 378240 h 405894"/>
                                <a:gd name="connsiteX56" fmla="*/ 130522 w 223712"/>
                                <a:gd name="connsiteY56" fmla="*/ 382998 h 405894"/>
                                <a:gd name="connsiteX57" fmla="*/ 137659 w 223712"/>
                                <a:gd name="connsiteY57" fmla="*/ 397271 h 405894"/>
                                <a:gd name="connsiteX58" fmla="*/ 137659 w 223712"/>
                                <a:gd name="connsiteY58" fmla="*/ 398461 h 405894"/>
                                <a:gd name="connsiteX59" fmla="*/ 131711 w 223712"/>
                                <a:gd name="connsiteY59" fmla="*/ 404408 h 405894"/>
                                <a:gd name="connsiteX60" fmla="*/ 128143 w 223712"/>
                                <a:gd name="connsiteY60" fmla="*/ 403218 h 405894"/>
                                <a:gd name="connsiteX61" fmla="*/ 124575 w 223712"/>
                                <a:gd name="connsiteY61" fmla="*/ 404408 h 405894"/>
                                <a:gd name="connsiteX62" fmla="*/ 115060 w 223712"/>
                                <a:gd name="connsiteY62" fmla="*/ 402029 h 405894"/>
                                <a:gd name="connsiteX63" fmla="*/ 117439 w 223712"/>
                                <a:gd name="connsiteY63" fmla="*/ 394892 h 405894"/>
                                <a:gd name="connsiteX64" fmla="*/ 116249 w 223712"/>
                                <a:gd name="connsiteY64" fmla="*/ 387756 h 405894"/>
                                <a:gd name="connsiteX65" fmla="*/ 107923 w 223712"/>
                                <a:gd name="connsiteY65" fmla="*/ 385377 h 405894"/>
                                <a:gd name="connsiteX66" fmla="*/ 99597 w 223712"/>
                                <a:gd name="connsiteY66" fmla="*/ 381809 h 405894"/>
                                <a:gd name="connsiteX67" fmla="*/ 92460 w 223712"/>
                                <a:gd name="connsiteY67" fmla="*/ 379430 h 405894"/>
                                <a:gd name="connsiteX68" fmla="*/ 88892 w 223712"/>
                                <a:gd name="connsiteY68" fmla="*/ 385377 h 405894"/>
                                <a:gd name="connsiteX69" fmla="*/ 86513 w 223712"/>
                                <a:gd name="connsiteY69" fmla="*/ 384187 h 405894"/>
                                <a:gd name="connsiteX70" fmla="*/ 76998 w 223712"/>
                                <a:gd name="connsiteY70" fmla="*/ 378240 h 405894"/>
                                <a:gd name="connsiteX71" fmla="*/ 78187 w 223712"/>
                                <a:gd name="connsiteY71" fmla="*/ 369914 h 405894"/>
                                <a:gd name="connsiteX72" fmla="*/ 76998 w 223712"/>
                                <a:gd name="connsiteY72" fmla="*/ 369914 h 405894"/>
                                <a:gd name="connsiteX73" fmla="*/ 75809 w 223712"/>
                                <a:gd name="connsiteY73" fmla="*/ 366346 h 405894"/>
                                <a:gd name="connsiteX74" fmla="*/ 65103 w 223712"/>
                                <a:gd name="connsiteY74" fmla="*/ 354452 h 405894"/>
                                <a:gd name="connsiteX75" fmla="*/ 60345 w 223712"/>
                                <a:gd name="connsiteY75" fmla="*/ 348504 h 405894"/>
                                <a:gd name="connsiteX76" fmla="*/ 53209 w 223712"/>
                                <a:gd name="connsiteY76" fmla="*/ 342557 h 405894"/>
                                <a:gd name="connsiteX77" fmla="*/ 47262 w 223712"/>
                                <a:gd name="connsiteY77" fmla="*/ 337799 h 405894"/>
                                <a:gd name="connsiteX78" fmla="*/ 41315 w 223712"/>
                                <a:gd name="connsiteY78" fmla="*/ 336610 h 405894"/>
                                <a:gd name="connsiteX79" fmla="*/ 41315 w 223712"/>
                                <a:gd name="connsiteY79" fmla="*/ 323526 h 405894"/>
                                <a:gd name="connsiteX80" fmla="*/ 42504 w 223712"/>
                                <a:gd name="connsiteY80" fmla="*/ 317579 h 405894"/>
                                <a:gd name="connsiteX81" fmla="*/ 42504 w 223712"/>
                                <a:gd name="connsiteY81" fmla="*/ 314011 h 405894"/>
                                <a:gd name="connsiteX82" fmla="*/ 44883 w 223712"/>
                                <a:gd name="connsiteY82" fmla="*/ 310443 h 405894"/>
                                <a:gd name="connsiteX83" fmla="*/ 46073 w 223712"/>
                                <a:gd name="connsiteY83" fmla="*/ 304495 h 405894"/>
                                <a:gd name="connsiteX84" fmla="*/ 48451 w 223712"/>
                                <a:gd name="connsiteY84" fmla="*/ 297359 h 405894"/>
                                <a:gd name="connsiteX85" fmla="*/ 52020 w 223712"/>
                                <a:gd name="connsiteY85" fmla="*/ 296169 h 405894"/>
                                <a:gd name="connsiteX86" fmla="*/ 52020 w 223712"/>
                                <a:gd name="connsiteY86" fmla="*/ 294980 h 405894"/>
                                <a:gd name="connsiteX87" fmla="*/ 48451 w 223712"/>
                                <a:gd name="connsiteY87" fmla="*/ 292601 h 405894"/>
                                <a:gd name="connsiteX88" fmla="*/ 59156 w 223712"/>
                                <a:gd name="connsiteY88" fmla="*/ 261676 h 405894"/>
                                <a:gd name="connsiteX89" fmla="*/ 66292 w 223712"/>
                                <a:gd name="connsiteY89" fmla="*/ 245024 h 405894"/>
                                <a:gd name="connsiteX90" fmla="*/ 63914 w 223712"/>
                                <a:gd name="connsiteY90" fmla="*/ 227182 h 405894"/>
                                <a:gd name="connsiteX91" fmla="*/ 62724 w 223712"/>
                                <a:gd name="connsiteY91" fmla="*/ 220045 h 405894"/>
                                <a:gd name="connsiteX92" fmla="*/ 60345 w 223712"/>
                                <a:gd name="connsiteY92" fmla="*/ 208151 h 405894"/>
                                <a:gd name="connsiteX93" fmla="*/ 60345 w 223712"/>
                                <a:gd name="connsiteY93" fmla="*/ 193878 h 405894"/>
                                <a:gd name="connsiteX94" fmla="*/ 50830 w 223712"/>
                                <a:gd name="connsiteY94" fmla="*/ 180794 h 405894"/>
                                <a:gd name="connsiteX95" fmla="*/ 37746 w 223712"/>
                                <a:gd name="connsiteY95" fmla="*/ 167710 h 405894"/>
                                <a:gd name="connsiteX96" fmla="*/ 34178 w 223712"/>
                                <a:gd name="connsiteY96" fmla="*/ 160574 h 405894"/>
                                <a:gd name="connsiteX97" fmla="*/ 36557 w 223712"/>
                                <a:gd name="connsiteY97" fmla="*/ 151058 h 405894"/>
                                <a:gd name="connsiteX98" fmla="*/ 36557 w 223712"/>
                                <a:gd name="connsiteY98" fmla="*/ 130838 h 405894"/>
                                <a:gd name="connsiteX99" fmla="*/ 41315 w 223712"/>
                                <a:gd name="connsiteY99" fmla="*/ 123701 h 405894"/>
                                <a:gd name="connsiteX100" fmla="*/ 35367 w 223712"/>
                                <a:gd name="connsiteY100" fmla="*/ 116564 h 405894"/>
                                <a:gd name="connsiteX101" fmla="*/ 31799 w 223712"/>
                                <a:gd name="connsiteY101" fmla="*/ 108239 h 405894"/>
                                <a:gd name="connsiteX102" fmla="*/ 25852 w 223712"/>
                                <a:gd name="connsiteY102" fmla="*/ 99912 h 405894"/>
                                <a:gd name="connsiteX103" fmla="*/ 13958 w 223712"/>
                                <a:gd name="connsiteY103" fmla="*/ 85639 h 405894"/>
                                <a:gd name="connsiteX104" fmla="*/ 3253 w 223712"/>
                                <a:gd name="connsiteY104" fmla="*/ 70177 h 405894"/>
                                <a:gd name="connsiteX105" fmla="*/ 9200 w 223712"/>
                                <a:gd name="connsiteY105" fmla="*/ 60661 h 405894"/>
                                <a:gd name="connsiteX106" fmla="*/ 9200 w 223712"/>
                                <a:gd name="connsiteY106" fmla="*/ 52335 h 405894"/>
                                <a:gd name="connsiteX107" fmla="*/ 10390 w 223712"/>
                                <a:gd name="connsiteY107" fmla="*/ 42820 h 405894"/>
                                <a:gd name="connsiteX108" fmla="*/ 16337 w 223712"/>
                                <a:gd name="connsiteY108" fmla="*/ 29736 h 405894"/>
                                <a:gd name="connsiteX109" fmla="*/ 23473 w 223712"/>
                                <a:gd name="connsiteY109" fmla="*/ 30925 h 405894"/>
                                <a:gd name="connsiteX110" fmla="*/ 29420 w 223712"/>
                                <a:gd name="connsiteY110" fmla="*/ 27357 h 405894"/>
                                <a:gd name="connsiteX111" fmla="*/ 36557 w 223712"/>
                                <a:gd name="connsiteY111" fmla="*/ 23789 h 405894"/>
                                <a:gd name="connsiteX112" fmla="*/ 40125 w 223712"/>
                                <a:gd name="connsiteY112" fmla="*/ 16652 h 405894"/>
                                <a:gd name="connsiteX113" fmla="*/ 47262 w 223712"/>
                                <a:gd name="connsiteY113" fmla="*/ 11894 h 405894"/>
                                <a:gd name="connsiteX114" fmla="*/ 48451 w 223712"/>
                                <a:gd name="connsiteY114" fmla="*/ 4758 h 405894"/>
                                <a:gd name="connsiteX115" fmla="*/ 56777 w 223712"/>
                                <a:gd name="connsiteY115" fmla="*/ 1190 h 405894"/>
                                <a:gd name="connsiteX116" fmla="*/ 61535 w 223712"/>
                                <a:gd name="connsiteY116" fmla="*/ 0 h 405894"/>
                                <a:gd name="connsiteX117" fmla="*/ 61535 w 223712"/>
                                <a:gd name="connsiteY117" fmla="*/ 3568 h 405894"/>
                                <a:gd name="connsiteX118" fmla="*/ 67482 w 223712"/>
                                <a:gd name="connsiteY118" fmla="*/ 5947 h 405894"/>
                                <a:gd name="connsiteX119" fmla="*/ 73430 w 223712"/>
                                <a:gd name="connsiteY119" fmla="*/ 8326 h 405894"/>
                                <a:gd name="connsiteX120" fmla="*/ 75809 w 223712"/>
                                <a:gd name="connsiteY120" fmla="*/ 22599 h 405894"/>
                                <a:gd name="connsiteX121" fmla="*/ 78187 w 223712"/>
                                <a:gd name="connsiteY121" fmla="*/ 28546 h 405894"/>
                                <a:gd name="connsiteX122" fmla="*/ 82945 w 223712"/>
                                <a:gd name="connsiteY122" fmla="*/ 29736 h 405894"/>
                                <a:gd name="connsiteX123" fmla="*/ 96028 w 223712"/>
                                <a:gd name="connsiteY123" fmla="*/ 29736 h 405894"/>
                                <a:gd name="connsiteX124" fmla="*/ 94839 w 223712"/>
                                <a:gd name="connsiteY124" fmla="*/ 36873 h 405894"/>
                                <a:gd name="connsiteX125" fmla="*/ 97218 w 223712"/>
                                <a:gd name="connsiteY125" fmla="*/ 44009 h 405894"/>
                                <a:gd name="connsiteX126" fmla="*/ 94839 w 223712"/>
                                <a:gd name="connsiteY126" fmla="*/ 49956 h 405894"/>
                                <a:gd name="connsiteX127" fmla="*/ 94839 w 223712"/>
                                <a:gd name="connsiteY127" fmla="*/ 55903 h 405894"/>
                                <a:gd name="connsiteX128" fmla="*/ 97218 w 223712"/>
                                <a:gd name="connsiteY128" fmla="*/ 70177 h 405894"/>
                                <a:gd name="connsiteX129" fmla="*/ 98407 w 223712"/>
                                <a:gd name="connsiteY129" fmla="*/ 76124 h 405894"/>
                                <a:gd name="connsiteX130" fmla="*/ 100786 w 223712"/>
                                <a:gd name="connsiteY130" fmla="*/ 79692 h 405894"/>
                                <a:gd name="connsiteX131" fmla="*/ 101976 w 223712"/>
                                <a:gd name="connsiteY131" fmla="*/ 77313 h 405894"/>
                                <a:gd name="connsiteX132" fmla="*/ 105544 w 223712"/>
                                <a:gd name="connsiteY132" fmla="*/ 77313 h 405894"/>
                                <a:gd name="connsiteX133" fmla="*/ 111492 w 223712"/>
                                <a:gd name="connsiteY133" fmla="*/ 76124 h 405894"/>
                                <a:gd name="connsiteX134" fmla="*/ 113870 w 223712"/>
                                <a:gd name="connsiteY134" fmla="*/ 68987 h 405894"/>
                                <a:gd name="connsiteX135" fmla="*/ 121007 w 223712"/>
                                <a:gd name="connsiteY135" fmla="*/ 66608 h 405894"/>
                                <a:gd name="connsiteX136" fmla="*/ 128143 w 223712"/>
                                <a:gd name="connsiteY136" fmla="*/ 68987 h 405894"/>
                                <a:gd name="connsiteX137" fmla="*/ 134090 w 223712"/>
                                <a:gd name="connsiteY137" fmla="*/ 71366 h 405894"/>
                                <a:gd name="connsiteX138" fmla="*/ 138848 w 223712"/>
                                <a:gd name="connsiteY138" fmla="*/ 74934 h 405894"/>
                                <a:gd name="connsiteX139" fmla="*/ 147175 w 223712"/>
                                <a:gd name="connsiteY139" fmla="*/ 74934 h 405894"/>
                                <a:gd name="connsiteX140" fmla="*/ 154311 w 223712"/>
                                <a:gd name="connsiteY140" fmla="*/ 63040 h 405894"/>
                                <a:gd name="connsiteX141" fmla="*/ 170963 w 223712"/>
                                <a:gd name="connsiteY141" fmla="*/ 63040 h 405894"/>
                                <a:gd name="connsiteX142" fmla="*/ 180479 w 223712"/>
                                <a:gd name="connsiteY142" fmla="*/ 72556 h 405894"/>
                                <a:gd name="connsiteX143" fmla="*/ 180479 w 223712"/>
                                <a:gd name="connsiteY143" fmla="*/ 72556 h 405894"/>
                                <a:gd name="connsiteX144" fmla="*/ 193562 w 223712"/>
                                <a:gd name="connsiteY144" fmla="*/ 80881 h 405894"/>
                                <a:gd name="connsiteX145" fmla="*/ 198320 w 223712"/>
                                <a:gd name="connsiteY145" fmla="*/ 92776 h 405894"/>
                                <a:gd name="connsiteX146" fmla="*/ 197130 w 223712"/>
                                <a:gd name="connsiteY146" fmla="*/ 98723 h 405894"/>
                                <a:gd name="connsiteX147" fmla="*/ 198320 w 223712"/>
                                <a:gd name="connsiteY147" fmla="*/ 105860 h 405894"/>
                                <a:gd name="connsiteX148" fmla="*/ 197130 w 223712"/>
                                <a:gd name="connsiteY148" fmla="*/ 112996 h 405894"/>
                                <a:gd name="connsiteX149" fmla="*/ 201888 w 223712"/>
                                <a:gd name="connsiteY149" fmla="*/ 118944 h 405894"/>
                                <a:gd name="connsiteX150" fmla="*/ 205457 w 223712"/>
                                <a:gd name="connsiteY150" fmla="*/ 122512 h 405894"/>
                                <a:gd name="connsiteX151" fmla="*/ 210215 w 223712"/>
                                <a:gd name="connsiteY151" fmla="*/ 123701 h 405894"/>
                                <a:gd name="connsiteX152" fmla="*/ 217351 w 223712"/>
                                <a:gd name="connsiteY152" fmla="*/ 130838 h 405894"/>
                                <a:gd name="connsiteX153" fmla="*/ 223298 w 223712"/>
                                <a:gd name="connsiteY153" fmla="*/ 139164 h 40589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  <a:cxn ang="0">
                                  <a:pos x="connsiteX56" y="connsiteY56"/>
                                </a:cxn>
                                <a:cxn ang="0">
                                  <a:pos x="connsiteX57" y="connsiteY57"/>
                                </a:cxn>
                                <a:cxn ang="0">
                                  <a:pos x="connsiteX58" y="connsiteY58"/>
                                </a:cxn>
                                <a:cxn ang="0">
                                  <a:pos x="connsiteX59" y="connsiteY59"/>
                                </a:cxn>
                                <a:cxn ang="0">
                                  <a:pos x="connsiteX60" y="connsiteY60"/>
                                </a:cxn>
                                <a:cxn ang="0">
                                  <a:pos x="connsiteX61" y="connsiteY61"/>
                                </a:cxn>
                                <a:cxn ang="0">
                                  <a:pos x="connsiteX62" y="connsiteY62"/>
                                </a:cxn>
                                <a:cxn ang="0">
                                  <a:pos x="connsiteX63" y="connsiteY63"/>
                                </a:cxn>
                                <a:cxn ang="0">
                                  <a:pos x="connsiteX64" y="connsiteY64"/>
                                </a:cxn>
                                <a:cxn ang="0">
                                  <a:pos x="connsiteX65" y="connsiteY65"/>
                                </a:cxn>
                                <a:cxn ang="0">
                                  <a:pos x="connsiteX66" y="connsiteY66"/>
                                </a:cxn>
                                <a:cxn ang="0">
                                  <a:pos x="connsiteX67" y="connsiteY67"/>
                                </a:cxn>
                                <a:cxn ang="0">
                                  <a:pos x="connsiteX68" y="connsiteY68"/>
                                </a:cxn>
                                <a:cxn ang="0">
                                  <a:pos x="connsiteX69" y="connsiteY69"/>
                                </a:cxn>
                                <a:cxn ang="0">
                                  <a:pos x="connsiteX70" y="connsiteY70"/>
                                </a:cxn>
                                <a:cxn ang="0">
                                  <a:pos x="connsiteX71" y="connsiteY71"/>
                                </a:cxn>
                                <a:cxn ang="0">
                                  <a:pos x="connsiteX72" y="connsiteY72"/>
                                </a:cxn>
                                <a:cxn ang="0">
                                  <a:pos x="connsiteX73" y="connsiteY73"/>
                                </a:cxn>
                                <a:cxn ang="0">
                                  <a:pos x="connsiteX74" y="connsiteY74"/>
                                </a:cxn>
                                <a:cxn ang="0">
                                  <a:pos x="connsiteX75" y="connsiteY75"/>
                                </a:cxn>
                                <a:cxn ang="0">
                                  <a:pos x="connsiteX76" y="connsiteY76"/>
                                </a:cxn>
                                <a:cxn ang="0">
                                  <a:pos x="connsiteX77" y="connsiteY77"/>
                                </a:cxn>
                                <a:cxn ang="0">
                                  <a:pos x="connsiteX78" y="connsiteY78"/>
                                </a:cxn>
                                <a:cxn ang="0">
                                  <a:pos x="connsiteX79" y="connsiteY79"/>
                                </a:cxn>
                                <a:cxn ang="0">
                                  <a:pos x="connsiteX80" y="connsiteY80"/>
                                </a:cxn>
                                <a:cxn ang="0">
                                  <a:pos x="connsiteX81" y="connsiteY81"/>
                                </a:cxn>
                                <a:cxn ang="0">
                                  <a:pos x="connsiteX82" y="connsiteY82"/>
                                </a:cxn>
                                <a:cxn ang="0">
                                  <a:pos x="connsiteX83" y="connsiteY83"/>
                                </a:cxn>
                                <a:cxn ang="0">
                                  <a:pos x="connsiteX84" y="connsiteY84"/>
                                </a:cxn>
                                <a:cxn ang="0">
                                  <a:pos x="connsiteX85" y="connsiteY85"/>
                                </a:cxn>
                                <a:cxn ang="0">
                                  <a:pos x="connsiteX86" y="connsiteY86"/>
                                </a:cxn>
                                <a:cxn ang="0">
                                  <a:pos x="connsiteX87" y="connsiteY87"/>
                                </a:cxn>
                                <a:cxn ang="0">
                                  <a:pos x="connsiteX88" y="connsiteY88"/>
                                </a:cxn>
                                <a:cxn ang="0">
                                  <a:pos x="connsiteX89" y="connsiteY89"/>
                                </a:cxn>
                                <a:cxn ang="0">
                                  <a:pos x="connsiteX90" y="connsiteY90"/>
                                </a:cxn>
                                <a:cxn ang="0">
                                  <a:pos x="connsiteX91" y="connsiteY91"/>
                                </a:cxn>
                                <a:cxn ang="0">
                                  <a:pos x="connsiteX92" y="connsiteY92"/>
                                </a:cxn>
                                <a:cxn ang="0">
                                  <a:pos x="connsiteX93" y="connsiteY93"/>
                                </a:cxn>
                                <a:cxn ang="0">
                                  <a:pos x="connsiteX94" y="connsiteY94"/>
                                </a:cxn>
                                <a:cxn ang="0">
                                  <a:pos x="connsiteX95" y="connsiteY95"/>
                                </a:cxn>
                                <a:cxn ang="0">
                                  <a:pos x="connsiteX96" y="connsiteY96"/>
                                </a:cxn>
                                <a:cxn ang="0">
                                  <a:pos x="connsiteX97" y="connsiteY97"/>
                                </a:cxn>
                                <a:cxn ang="0">
                                  <a:pos x="connsiteX98" y="connsiteY98"/>
                                </a:cxn>
                                <a:cxn ang="0">
                                  <a:pos x="connsiteX99" y="connsiteY99"/>
                                </a:cxn>
                                <a:cxn ang="0">
                                  <a:pos x="connsiteX100" y="connsiteY100"/>
                                </a:cxn>
                                <a:cxn ang="0">
                                  <a:pos x="connsiteX101" y="connsiteY101"/>
                                </a:cxn>
                                <a:cxn ang="0">
                                  <a:pos x="connsiteX102" y="connsiteY102"/>
                                </a:cxn>
                                <a:cxn ang="0">
                                  <a:pos x="connsiteX103" y="connsiteY103"/>
                                </a:cxn>
                                <a:cxn ang="0">
                                  <a:pos x="connsiteX104" y="connsiteY104"/>
                                </a:cxn>
                                <a:cxn ang="0">
                                  <a:pos x="connsiteX105" y="connsiteY105"/>
                                </a:cxn>
                                <a:cxn ang="0">
                                  <a:pos x="connsiteX106" y="connsiteY106"/>
                                </a:cxn>
                                <a:cxn ang="0">
                                  <a:pos x="connsiteX107" y="connsiteY107"/>
                                </a:cxn>
                                <a:cxn ang="0">
                                  <a:pos x="connsiteX108" y="connsiteY108"/>
                                </a:cxn>
                                <a:cxn ang="0">
                                  <a:pos x="connsiteX109" y="connsiteY109"/>
                                </a:cxn>
                                <a:cxn ang="0">
                                  <a:pos x="connsiteX110" y="connsiteY110"/>
                                </a:cxn>
                                <a:cxn ang="0">
                                  <a:pos x="connsiteX111" y="connsiteY111"/>
                                </a:cxn>
                                <a:cxn ang="0">
                                  <a:pos x="connsiteX112" y="connsiteY112"/>
                                </a:cxn>
                                <a:cxn ang="0">
                                  <a:pos x="connsiteX113" y="connsiteY113"/>
                                </a:cxn>
                                <a:cxn ang="0">
                                  <a:pos x="connsiteX114" y="connsiteY114"/>
                                </a:cxn>
                                <a:cxn ang="0">
                                  <a:pos x="connsiteX115" y="connsiteY115"/>
                                </a:cxn>
                                <a:cxn ang="0">
                                  <a:pos x="connsiteX116" y="connsiteY116"/>
                                </a:cxn>
                                <a:cxn ang="0">
                                  <a:pos x="connsiteX117" y="connsiteY117"/>
                                </a:cxn>
                                <a:cxn ang="0">
                                  <a:pos x="connsiteX118" y="connsiteY118"/>
                                </a:cxn>
                                <a:cxn ang="0">
                                  <a:pos x="connsiteX119" y="connsiteY119"/>
                                </a:cxn>
                                <a:cxn ang="0">
                                  <a:pos x="connsiteX120" y="connsiteY120"/>
                                </a:cxn>
                                <a:cxn ang="0">
                                  <a:pos x="connsiteX121" y="connsiteY121"/>
                                </a:cxn>
                                <a:cxn ang="0">
                                  <a:pos x="connsiteX122" y="connsiteY122"/>
                                </a:cxn>
                                <a:cxn ang="0">
                                  <a:pos x="connsiteX123" y="connsiteY123"/>
                                </a:cxn>
                                <a:cxn ang="0">
                                  <a:pos x="connsiteX124" y="connsiteY124"/>
                                </a:cxn>
                                <a:cxn ang="0">
                                  <a:pos x="connsiteX125" y="connsiteY125"/>
                                </a:cxn>
                                <a:cxn ang="0">
                                  <a:pos x="connsiteX126" y="connsiteY126"/>
                                </a:cxn>
                                <a:cxn ang="0">
                                  <a:pos x="connsiteX127" y="connsiteY127"/>
                                </a:cxn>
                                <a:cxn ang="0">
                                  <a:pos x="connsiteX128" y="connsiteY128"/>
                                </a:cxn>
                                <a:cxn ang="0">
                                  <a:pos x="connsiteX129" y="connsiteY129"/>
                                </a:cxn>
                                <a:cxn ang="0">
                                  <a:pos x="connsiteX130" y="connsiteY130"/>
                                </a:cxn>
                                <a:cxn ang="0">
                                  <a:pos x="connsiteX131" y="connsiteY131"/>
                                </a:cxn>
                                <a:cxn ang="0">
                                  <a:pos x="connsiteX132" y="connsiteY132"/>
                                </a:cxn>
                                <a:cxn ang="0">
                                  <a:pos x="connsiteX133" y="connsiteY133"/>
                                </a:cxn>
                                <a:cxn ang="0">
                                  <a:pos x="connsiteX134" y="connsiteY134"/>
                                </a:cxn>
                                <a:cxn ang="0">
                                  <a:pos x="connsiteX135" y="connsiteY135"/>
                                </a:cxn>
                                <a:cxn ang="0">
                                  <a:pos x="connsiteX136" y="connsiteY136"/>
                                </a:cxn>
                                <a:cxn ang="0">
                                  <a:pos x="connsiteX137" y="connsiteY137"/>
                                </a:cxn>
                                <a:cxn ang="0">
                                  <a:pos x="connsiteX138" y="connsiteY138"/>
                                </a:cxn>
                                <a:cxn ang="0">
                                  <a:pos x="connsiteX139" y="connsiteY139"/>
                                </a:cxn>
                                <a:cxn ang="0">
                                  <a:pos x="connsiteX140" y="connsiteY140"/>
                                </a:cxn>
                                <a:cxn ang="0">
                                  <a:pos x="connsiteX141" y="connsiteY141"/>
                                </a:cxn>
                                <a:cxn ang="0">
                                  <a:pos x="connsiteX142" y="connsiteY142"/>
                                </a:cxn>
                                <a:cxn ang="0">
                                  <a:pos x="connsiteX143" y="connsiteY143"/>
                                </a:cxn>
                                <a:cxn ang="0">
                                  <a:pos x="connsiteX144" y="connsiteY144"/>
                                </a:cxn>
                                <a:cxn ang="0">
                                  <a:pos x="connsiteX145" y="connsiteY145"/>
                                </a:cxn>
                                <a:cxn ang="0">
                                  <a:pos x="connsiteX146" y="connsiteY146"/>
                                </a:cxn>
                                <a:cxn ang="0">
                                  <a:pos x="connsiteX147" y="connsiteY147"/>
                                </a:cxn>
                                <a:cxn ang="0">
                                  <a:pos x="connsiteX148" y="connsiteY148"/>
                                </a:cxn>
                                <a:cxn ang="0">
                                  <a:pos x="connsiteX149" y="connsiteY149"/>
                                </a:cxn>
                                <a:cxn ang="0">
                                  <a:pos x="connsiteX150" y="connsiteY150"/>
                                </a:cxn>
                                <a:cxn ang="0">
                                  <a:pos x="connsiteX151" y="connsiteY151"/>
                                </a:cxn>
                                <a:cxn ang="0">
                                  <a:pos x="connsiteX152" y="connsiteY152"/>
                                </a:cxn>
                                <a:cxn ang="0">
                                  <a:pos x="connsiteX153" y="connsiteY153"/>
                                </a:cxn>
                              </a:cxnLst>
                              <a:rect l="l" t="t" r="r" b="b"/>
                              <a:pathLst>
                                <a:path w="223712" h="405894">
                                  <a:moveTo>
                                    <a:pt x="223298" y="139164"/>
                                  </a:moveTo>
                                  <a:cubicBezTo>
                                    <a:pt x="222109" y="142732"/>
                                    <a:pt x="222109" y="146300"/>
                                    <a:pt x="222109" y="149869"/>
                                  </a:cubicBezTo>
                                  <a:lnTo>
                                    <a:pt x="222109" y="154627"/>
                                  </a:lnTo>
                                  <a:cubicBezTo>
                                    <a:pt x="220919" y="157005"/>
                                    <a:pt x="223298" y="166521"/>
                                    <a:pt x="218541" y="167710"/>
                                  </a:cubicBezTo>
                                  <a:cubicBezTo>
                                    <a:pt x="218541" y="168900"/>
                                    <a:pt x="217351" y="170089"/>
                                    <a:pt x="216162" y="170089"/>
                                  </a:cubicBezTo>
                                  <a:cubicBezTo>
                                    <a:pt x="216162" y="170089"/>
                                    <a:pt x="216162" y="170089"/>
                                    <a:pt x="216162" y="170089"/>
                                  </a:cubicBezTo>
                                  <a:cubicBezTo>
                                    <a:pt x="212594" y="168900"/>
                                    <a:pt x="209025" y="172468"/>
                                    <a:pt x="206646" y="166521"/>
                                  </a:cubicBezTo>
                                  <a:cubicBezTo>
                                    <a:pt x="204267" y="166521"/>
                                    <a:pt x="201888" y="167710"/>
                                    <a:pt x="199509" y="167710"/>
                                  </a:cubicBezTo>
                                  <a:cubicBezTo>
                                    <a:pt x="197130" y="167710"/>
                                    <a:pt x="194752" y="166521"/>
                                    <a:pt x="192373" y="166521"/>
                                  </a:cubicBezTo>
                                  <a:cubicBezTo>
                                    <a:pt x="186426" y="166521"/>
                                    <a:pt x="184047" y="170089"/>
                                    <a:pt x="178100" y="167710"/>
                                  </a:cubicBezTo>
                                  <a:cubicBezTo>
                                    <a:pt x="175721" y="166521"/>
                                    <a:pt x="174531" y="166521"/>
                                    <a:pt x="170963" y="166521"/>
                                  </a:cubicBezTo>
                                  <a:cubicBezTo>
                                    <a:pt x="168584" y="166521"/>
                                    <a:pt x="166205" y="167710"/>
                                    <a:pt x="163826" y="168900"/>
                                  </a:cubicBezTo>
                                  <a:cubicBezTo>
                                    <a:pt x="157879" y="170089"/>
                                    <a:pt x="154311" y="168900"/>
                                    <a:pt x="150743" y="174847"/>
                                  </a:cubicBezTo>
                                  <a:cubicBezTo>
                                    <a:pt x="148364" y="179605"/>
                                    <a:pt x="147175" y="183173"/>
                                    <a:pt x="144796" y="187931"/>
                                  </a:cubicBezTo>
                                  <a:cubicBezTo>
                                    <a:pt x="142417" y="192688"/>
                                    <a:pt x="142417" y="196257"/>
                                    <a:pt x="142417" y="202204"/>
                                  </a:cubicBezTo>
                                  <a:cubicBezTo>
                                    <a:pt x="142417" y="204583"/>
                                    <a:pt x="142417" y="208151"/>
                                    <a:pt x="143606" y="209341"/>
                                  </a:cubicBezTo>
                                  <a:cubicBezTo>
                                    <a:pt x="144796" y="210530"/>
                                    <a:pt x="145985" y="212909"/>
                                    <a:pt x="147175" y="214098"/>
                                  </a:cubicBezTo>
                                  <a:cubicBezTo>
                                    <a:pt x="150743" y="218856"/>
                                    <a:pt x="150743" y="221235"/>
                                    <a:pt x="150743" y="227182"/>
                                  </a:cubicBezTo>
                                  <a:cubicBezTo>
                                    <a:pt x="150743" y="228371"/>
                                    <a:pt x="150743" y="229561"/>
                                    <a:pt x="150743" y="230750"/>
                                  </a:cubicBezTo>
                                  <a:lnTo>
                                    <a:pt x="150743" y="230750"/>
                                  </a:lnTo>
                                  <a:cubicBezTo>
                                    <a:pt x="148364" y="231940"/>
                                    <a:pt x="148364" y="235508"/>
                                    <a:pt x="144796" y="234318"/>
                                  </a:cubicBezTo>
                                  <a:cubicBezTo>
                                    <a:pt x="142417" y="233129"/>
                                    <a:pt x="140038" y="229561"/>
                                    <a:pt x="137659" y="228371"/>
                                  </a:cubicBezTo>
                                  <a:cubicBezTo>
                                    <a:pt x="135280" y="227182"/>
                                    <a:pt x="123386" y="214098"/>
                                    <a:pt x="122196" y="221235"/>
                                  </a:cubicBezTo>
                                  <a:cubicBezTo>
                                    <a:pt x="118628" y="222424"/>
                                    <a:pt x="116249" y="218856"/>
                                    <a:pt x="112681" y="218856"/>
                                  </a:cubicBezTo>
                                  <a:cubicBezTo>
                                    <a:pt x="109113" y="218856"/>
                                    <a:pt x="105544" y="221235"/>
                                    <a:pt x="101976" y="218856"/>
                                  </a:cubicBezTo>
                                  <a:cubicBezTo>
                                    <a:pt x="101976" y="216477"/>
                                    <a:pt x="103165" y="216477"/>
                                    <a:pt x="103165" y="214098"/>
                                  </a:cubicBezTo>
                                  <a:cubicBezTo>
                                    <a:pt x="103165" y="211719"/>
                                    <a:pt x="101976" y="210530"/>
                                    <a:pt x="101976" y="208151"/>
                                  </a:cubicBezTo>
                                  <a:cubicBezTo>
                                    <a:pt x="100786" y="204583"/>
                                    <a:pt x="104355" y="199825"/>
                                    <a:pt x="101976" y="197446"/>
                                  </a:cubicBezTo>
                                  <a:cubicBezTo>
                                    <a:pt x="99597" y="197446"/>
                                    <a:pt x="98407" y="197446"/>
                                    <a:pt x="96028" y="197446"/>
                                  </a:cubicBezTo>
                                  <a:cubicBezTo>
                                    <a:pt x="92460" y="193878"/>
                                    <a:pt x="90081" y="196257"/>
                                    <a:pt x="86513" y="197446"/>
                                  </a:cubicBezTo>
                                  <a:cubicBezTo>
                                    <a:pt x="84134" y="197446"/>
                                    <a:pt x="75809" y="196257"/>
                                    <a:pt x="76998" y="201014"/>
                                  </a:cubicBezTo>
                                  <a:cubicBezTo>
                                    <a:pt x="84134" y="199825"/>
                                    <a:pt x="78187" y="215288"/>
                                    <a:pt x="78187" y="218856"/>
                                  </a:cubicBezTo>
                                  <a:cubicBezTo>
                                    <a:pt x="78187" y="222424"/>
                                    <a:pt x="80566" y="224803"/>
                                    <a:pt x="80566" y="228371"/>
                                  </a:cubicBezTo>
                                  <a:cubicBezTo>
                                    <a:pt x="80566" y="231940"/>
                                    <a:pt x="78187" y="233129"/>
                                    <a:pt x="76998" y="236698"/>
                                  </a:cubicBezTo>
                                  <a:cubicBezTo>
                                    <a:pt x="74619" y="242645"/>
                                    <a:pt x="72240" y="247402"/>
                                    <a:pt x="71050" y="253350"/>
                                  </a:cubicBezTo>
                                  <a:cubicBezTo>
                                    <a:pt x="69861" y="256918"/>
                                    <a:pt x="71050" y="260486"/>
                                    <a:pt x="69861" y="264054"/>
                                  </a:cubicBezTo>
                                  <a:cubicBezTo>
                                    <a:pt x="69861" y="267623"/>
                                    <a:pt x="67482" y="270002"/>
                                    <a:pt x="66292" y="272381"/>
                                  </a:cubicBezTo>
                                  <a:cubicBezTo>
                                    <a:pt x="65103" y="274760"/>
                                    <a:pt x="65103" y="277138"/>
                                    <a:pt x="65103" y="280707"/>
                                  </a:cubicBezTo>
                                  <a:cubicBezTo>
                                    <a:pt x="63914" y="283085"/>
                                    <a:pt x="62724" y="285464"/>
                                    <a:pt x="62724" y="287843"/>
                                  </a:cubicBezTo>
                                  <a:cubicBezTo>
                                    <a:pt x="62724" y="287843"/>
                                    <a:pt x="63914" y="287843"/>
                                    <a:pt x="63914" y="287843"/>
                                  </a:cubicBezTo>
                                  <a:cubicBezTo>
                                    <a:pt x="63914" y="290222"/>
                                    <a:pt x="62724" y="292601"/>
                                    <a:pt x="62724" y="296169"/>
                                  </a:cubicBezTo>
                                  <a:cubicBezTo>
                                    <a:pt x="62724" y="298548"/>
                                    <a:pt x="63914" y="300927"/>
                                    <a:pt x="65103" y="303306"/>
                                  </a:cubicBezTo>
                                  <a:cubicBezTo>
                                    <a:pt x="65103" y="304495"/>
                                    <a:pt x="65103" y="305685"/>
                                    <a:pt x="65103" y="306874"/>
                                  </a:cubicBezTo>
                                  <a:cubicBezTo>
                                    <a:pt x="65103" y="308064"/>
                                    <a:pt x="66292" y="308064"/>
                                    <a:pt x="67482" y="309253"/>
                                  </a:cubicBezTo>
                                  <a:cubicBezTo>
                                    <a:pt x="68671" y="312821"/>
                                    <a:pt x="66292" y="314011"/>
                                    <a:pt x="67482" y="317579"/>
                                  </a:cubicBezTo>
                                  <a:cubicBezTo>
                                    <a:pt x="73430" y="318768"/>
                                    <a:pt x="69861" y="312821"/>
                                    <a:pt x="74619" y="311632"/>
                                  </a:cubicBezTo>
                                  <a:cubicBezTo>
                                    <a:pt x="79377" y="310443"/>
                                    <a:pt x="81756" y="314011"/>
                                    <a:pt x="81756" y="317579"/>
                                  </a:cubicBezTo>
                                  <a:cubicBezTo>
                                    <a:pt x="82945" y="321147"/>
                                    <a:pt x="84134" y="324716"/>
                                    <a:pt x="85324" y="327095"/>
                                  </a:cubicBezTo>
                                  <a:cubicBezTo>
                                    <a:pt x="86513" y="329473"/>
                                    <a:pt x="87703" y="334231"/>
                                    <a:pt x="90081" y="335420"/>
                                  </a:cubicBezTo>
                                  <a:cubicBezTo>
                                    <a:pt x="90081" y="334231"/>
                                    <a:pt x="91271" y="333042"/>
                                    <a:pt x="91271" y="331852"/>
                                  </a:cubicBezTo>
                                  <a:cubicBezTo>
                                    <a:pt x="96028" y="336610"/>
                                    <a:pt x="100786" y="346126"/>
                                    <a:pt x="99597" y="353262"/>
                                  </a:cubicBezTo>
                                  <a:cubicBezTo>
                                    <a:pt x="99597" y="355641"/>
                                    <a:pt x="98407" y="356831"/>
                                    <a:pt x="97218" y="358020"/>
                                  </a:cubicBezTo>
                                  <a:cubicBezTo>
                                    <a:pt x="96028" y="359209"/>
                                    <a:pt x="93650" y="360399"/>
                                    <a:pt x="93650" y="362778"/>
                                  </a:cubicBezTo>
                                  <a:cubicBezTo>
                                    <a:pt x="93650" y="363967"/>
                                    <a:pt x="97218" y="365156"/>
                                    <a:pt x="98407" y="365156"/>
                                  </a:cubicBezTo>
                                  <a:cubicBezTo>
                                    <a:pt x="100786" y="365156"/>
                                    <a:pt x="99597" y="362778"/>
                                    <a:pt x="101976" y="362778"/>
                                  </a:cubicBezTo>
                                  <a:cubicBezTo>
                                    <a:pt x="104355" y="368725"/>
                                    <a:pt x="106734" y="375862"/>
                                    <a:pt x="112681" y="378240"/>
                                  </a:cubicBezTo>
                                  <a:cubicBezTo>
                                    <a:pt x="118628" y="380619"/>
                                    <a:pt x="125764" y="378240"/>
                                    <a:pt x="130522" y="382998"/>
                                  </a:cubicBezTo>
                                  <a:cubicBezTo>
                                    <a:pt x="134090" y="386566"/>
                                    <a:pt x="137659" y="392514"/>
                                    <a:pt x="137659" y="397271"/>
                                  </a:cubicBezTo>
                                  <a:cubicBezTo>
                                    <a:pt x="137659" y="397271"/>
                                    <a:pt x="137659" y="398461"/>
                                    <a:pt x="137659" y="398461"/>
                                  </a:cubicBezTo>
                                  <a:cubicBezTo>
                                    <a:pt x="137659" y="402029"/>
                                    <a:pt x="136469" y="405597"/>
                                    <a:pt x="131711" y="404408"/>
                                  </a:cubicBezTo>
                                  <a:cubicBezTo>
                                    <a:pt x="130522" y="404408"/>
                                    <a:pt x="129333" y="403218"/>
                                    <a:pt x="128143" y="403218"/>
                                  </a:cubicBezTo>
                                  <a:cubicBezTo>
                                    <a:pt x="125764" y="403218"/>
                                    <a:pt x="125764" y="404408"/>
                                    <a:pt x="124575" y="404408"/>
                                  </a:cubicBezTo>
                                  <a:cubicBezTo>
                                    <a:pt x="121007" y="405597"/>
                                    <a:pt x="113870" y="407976"/>
                                    <a:pt x="115060" y="402029"/>
                                  </a:cubicBezTo>
                                  <a:cubicBezTo>
                                    <a:pt x="115060" y="399650"/>
                                    <a:pt x="117439" y="397271"/>
                                    <a:pt x="117439" y="394892"/>
                                  </a:cubicBezTo>
                                  <a:cubicBezTo>
                                    <a:pt x="117439" y="392514"/>
                                    <a:pt x="116249" y="390135"/>
                                    <a:pt x="116249" y="387756"/>
                                  </a:cubicBezTo>
                                  <a:cubicBezTo>
                                    <a:pt x="111492" y="387756"/>
                                    <a:pt x="111492" y="387756"/>
                                    <a:pt x="107923" y="385377"/>
                                  </a:cubicBezTo>
                                  <a:cubicBezTo>
                                    <a:pt x="105544" y="384187"/>
                                    <a:pt x="101976" y="382998"/>
                                    <a:pt x="99597" y="381809"/>
                                  </a:cubicBezTo>
                                  <a:cubicBezTo>
                                    <a:pt x="97218" y="381809"/>
                                    <a:pt x="94839" y="379430"/>
                                    <a:pt x="92460" y="379430"/>
                                  </a:cubicBezTo>
                                  <a:cubicBezTo>
                                    <a:pt x="92460" y="382998"/>
                                    <a:pt x="91271" y="385377"/>
                                    <a:pt x="88892" y="385377"/>
                                  </a:cubicBezTo>
                                  <a:cubicBezTo>
                                    <a:pt x="87703" y="385377"/>
                                    <a:pt x="86513" y="385377"/>
                                    <a:pt x="86513" y="384187"/>
                                  </a:cubicBezTo>
                                  <a:cubicBezTo>
                                    <a:pt x="82945" y="381809"/>
                                    <a:pt x="80566" y="378240"/>
                                    <a:pt x="76998" y="378240"/>
                                  </a:cubicBezTo>
                                  <a:cubicBezTo>
                                    <a:pt x="76998" y="375862"/>
                                    <a:pt x="78187" y="373483"/>
                                    <a:pt x="78187" y="369914"/>
                                  </a:cubicBezTo>
                                  <a:cubicBezTo>
                                    <a:pt x="78187" y="369914"/>
                                    <a:pt x="76998" y="369914"/>
                                    <a:pt x="76998" y="369914"/>
                                  </a:cubicBezTo>
                                  <a:cubicBezTo>
                                    <a:pt x="75809" y="368725"/>
                                    <a:pt x="75809" y="367535"/>
                                    <a:pt x="75809" y="366346"/>
                                  </a:cubicBezTo>
                                  <a:cubicBezTo>
                                    <a:pt x="69861" y="365156"/>
                                    <a:pt x="68671" y="358020"/>
                                    <a:pt x="65103" y="354452"/>
                                  </a:cubicBezTo>
                                  <a:cubicBezTo>
                                    <a:pt x="62724" y="352073"/>
                                    <a:pt x="61535" y="352073"/>
                                    <a:pt x="60345" y="348504"/>
                                  </a:cubicBezTo>
                                  <a:cubicBezTo>
                                    <a:pt x="59156" y="344936"/>
                                    <a:pt x="57967" y="342557"/>
                                    <a:pt x="53209" y="342557"/>
                                  </a:cubicBezTo>
                                  <a:cubicBezTo>
                                    <a:pt x="52020" y="340178"/>
                                    <a:pt x="50830" y="333042"/>
                                    <a:pt x="47262" y="337799"/>
                                  </a:cubicBezTo>
                                  <a:cubicBezTo>
                                    <a:pt x="48451" y="344936"/>
                                    <a:pt x="42504" y="340178"/>
                                    <a:pt x="41315" y="336610"/>
                                  </a:cubicBezTo>
                                  <a:cubicBezTo>
                                    <a:pt x="38936" y="331852"/>
                                    <a:pt x="38936" y="328284"/>
                                    <a:pt x="41315" y="323526"/>
                                  </a:cubicBezTo>
                                  <a:cubicBezTo>
                                    <a:pt x="42504" y="321147"/>
                                    <a:pt x="42504" y="318768"/>
                                    <a:pt x="42504" y="317579"/>
                                  </a:cubicBezTo>
                                  <a:cubicBezTo>
                                    <a:pt x="42504" y="316390"/>
                                    <a:pt x="42504" y="315200"/>
                                    <a:pt x="42504" y="314011"/>
                                  </a:cubicBezTo>
                                  <a:cubicBezTo>
                                    <a:pt x="43694" y="311632"/>
                                    <a:pt x="43694" y="311632"/>
                                    <a:pt x="44883" y="310443"/>
                                  </a:cubicBezTo>
                                  <a:cubicBezTo>
                                    <a:pt x="46073" y="308064"/>
                                    <a:pt x="46073" y="306874"/>
                                    <a:pt x="46073" y="304495"/>
                                  </a:cubicBezTo>
                                  <a:cubicBezTo>
                                    <a:pt x="46073" y="302116"/>
                                    <a:pt x="48451" y="299737"/>
                                    <a:pt x="48451" y="297359"/>
                                  </a:cubicBezTo>
                                  <a:cubicBezTo>
                                    <a:pt x="49641" y="297359"/>
                                    <a:pt x="50830" y="296169"/>
                                    <a:pt x="52020" y="296169"/>
                                  </a:cubicBezTo>
                                  <a:cubicBezTo>
                                    <a:pt x="52020" y="296169"/>
                                    <a:pt x="52020" y="294980"/>
                                    <a:pt x="52020" y="294980"/>
                                  </a:cubicBezTo>
                                  <a:cubicBezTo>
                                    <a:pt x="50830" y="294980"/>
                                    <a:pt x="49641" y="293790"/>
                                    <a:pt x="48451" y="292601"/>
                                  </a:cubicBezTo>
                                  <a:cubicBezTo>
                                    <a:pt x="44883" y="285464"/>
                                    <a:pt x="56777" y="265244"/>
                                    <a:pt x="59156" y="261676"/>
                                  </a:cubicBezTo>
                                  <a:cubicBezTo>
                                    <a:pt x="61535" y="256918"/>
                                    <a:pt x="65103" y="250971"/>
                                    <a:pt x="66292" y="245024"/>
                                  </a:cubicBezTo>
                                  <a:cubicBezTo>
                                    <a:pt x="68671" y="237887"/>
                                    <a:pt x="63914" y="234318"/>
                                    <a:pt x="63914" y="227182"/>
                                  </a:cubicBezTo>
                                  <a:cubicBezTo>
                                    <a:pt x="63914" y="224803"/>
                                    <a:pt x="62724" y="220045"/>
                                    <a:pt x="62724" y="220045"/>
                                  </a:cubicBezTo>
                                  <a:cubicBezTo>
                                    <a:pt x="61535" y="215288"/>
                                    <a:pt x="60345" y="212909"/>
                                    <a:pt x="60345" y="208151"/>
                                  </a:cubicBezTo>
                                  <a:cubicBezTo>
                                    <a:pt x="60345" y="203393"/>
                                    <a:pt x="61535" y="198635"/>
                                    <a:pt x="60345" y="193878"/>
                                  </a:cubicBezTo>
                                  <a:cubicBezTo>
                                    <a:pt x="59156" y="187931"/>
                                    <a:pt x="55588" y="184362"/>
                                    <a:pt x="50830" y="180794"/>
                                  </a:cubicBezTo>
                                  <a:cubicBezTo>
                                    <a:pt x="46073" y="176036"/>
                                    <a:pt x="41315" y="172468"/>
                                    <a:pt x="37746" y="167710"/>
                                  </a:cubicBezTo>
                                  <a:cubicBezTo>
                                    <a:pt x="36557" y="166521"/>
                                    <a:pt x="34178" y="162952"/>
                                    <a:pt x="34178" y="160574"/>
                                  </a:cubicBezTo>
                                  <a:cubicBezTo>
                                    <a:pt x="34178" y="157005"/>
                                    <a:pt x="36557" y="154627"/>
                                    <a:pt x="36557" y="151058"/>
                                  </a:cubicBezTo>
                                  <a:cubicBezTo>
                                    <a:pt x="36557" y="143922"/>
                                    <a:pt x="32988" y="136785"/>
                                    <a:pt x="36557" y="130838"/>
                                  </a:cubicBezTo>
                                  <a:cubicBezTo>
                                    <a:pt x="37746" y="128459"/>
                                    <a:pt x="41315" y="127269"/>
                                    <a:pt x="41315" y="123701"/>
                                  </a:cubicBezTo>
                                  <a:cubicBezTo>
                                    <a:pt x="41315" y="120133"/>
                                    <a:pt x="37746" y="118944"/>
                                    <a:pt x="35367" y="116564"/>
                                  </a:cubicBezTo>
                                  <a:cubicBezTo>
                                    <a:pt x="34178" y="114186"/>
                                    <a:pt x="32988" y="110617"/>
                                    <a:pt x="31799" y="108239"/>
                                  </a:cubicBezTo>
                                  <a:cubicBezTo>
                                    <a:pt x="29420" y="105860"/>
                                    <a:pt x="28231" y="103481"/>
                                    <a:pt x="25852" y="99912"/>
                                  </a:cubicBezTo>
                                  <a:cubicBezTo>
                                    <a:pt x="23473" y="93965"/>
                                    <a:pt x="17526" y="91586"/>
                                    <a:pt x="13958" y="85639"/>
                                  </a:cubicBezTo>
                                  <a:cubicBezTo>
                                    <a:pt x="10390" y="82071"/>
                                    <a:pt x="4442" y="74934"/>
                                    <a:pt x="3253" y="70177"/>
                                  </a:cubicBezTo>
                                  <a:cubicBezTo>
                                    <a:pt x="-6263" y="66608"/>
                                    <a:pt x="8011" y="63040"/>
                                    <a:pt x="9200" y="60661"/>
                                  </a:cubicBezTo>
                                  <a:cubicBezTo>
                                    <a:pt x="10390" y="58282"/>
                                    <a:pt x="9200" y="54714"/>
                                    <a:pt x="9200" y="52335"/>
                                  </a:cubicBezTo>
                                  <a:cubicBezTo>
                                    <a:pt x="9200" y="48767"/>
                                    <a:pt x="10390" y="46388"/>
                                    <a:pt x="10390" y="42820"/>
                                  </a:cubicBezTo>
                                  <a:cubicBezTo>
                                    <a:pt x="13958" y="40441"/>
                                    <a:pt x="9200" y="28546"/>
                                    <a:pt x="16337" y="29736"/>
                                  </a:cubicBezTo>
                                  <a:cubicBezTo>
                                    <a:pt x="19905" y="29736"/>
                                    <a:pt x="18715" y="32115"/>
                                    <a:pt x="23473" y="30925"/>
                                  </a:cubicBezTo>
                                  <a:cubicBezTo>
                                    <a:pt x="25852" y="29736"/>
                                    <a:pt x="27041" y="28546"/>
                                    <a:pt x="29420" y="27357"/>
                                  </a:cubicBezTo>
                                  <a:cubicBezTo>
                                    <a:pt x="31799" y="26167"/>
                                    <a:pt x="34178" y="26167"/>
                                    <a:pt x="36557" y="23789"/>
                                  </a:cubicBezTo>
                                  <a:cubicBezTo>
                                    <a:pt x="38936" y="22599"/>
                                    <a:pt x="38936" y="19031"/>
                                    <a:pt x="40125" y="16652"/>
                                  </a:cubicBezTo>
                                  <a:cubicBezTo>
                                    <a:pt x="42504" y="14273"/>
                                    <a:pt x="44883" y="14273"/>
                                    <a:pt x="47262" y="11894"/>
                                  </a:cubicBezTo>
                                  <a:cubicBezTo>
                                    <a:pt x="49641" y="9515"/>
                                    <a:pt x="47262" y="8326"/>
                                    <a:pt x="48451" y="4758"/>
                                  </a:cubicBezTo>
                                  <a:cubicBezTo>
                                    <a:pt x="52020" y="4758"/>
                                    <a:pt x="53209" y="2379"/>
                                    <a:pt x="56777" y="1190"/>
                                  </a:cubicBezTo>
                                  <a:cubicBezTo>
                                    <a:pt x="57967" y="1190"/>
                                    <a:pt x="60345" y="1190"/>
                                    <a:pt x="61535" y="0"/>
                                  </a:cubicBezTo>
                                  <a:cubicBezTo>
                                    <a:pt x="61535" y="1190"/>
                                    <a:pt x="61535" y="2379"/>
                                    <a:pt x="61535" y="3568"/>
                                  </a:cubicBezTo>
                                  <a:cubicBezTo>
                                    <a:pt x="62724" y="5947"/>
                                    <a:pt x="65103" y="5947"/>
                                    <a:pt x="67482" y="5947"/>
                                  </a:cubicBezTo>
                                  <a:cubicBezTo>
                                    <a:pt x="69861" y="5947"/>
                                    <a:pt x="71050" y="5947"/>
                                    <a:pt x="73430" y="8326"/>
                                  </a:cubicBezTo>
                                  <a:cubicBezTo>
                                    <a:pt x="78187" y="13084"/>
                                    <a:pt x="75809" y="16652"/>
                                    <a:pt x="75809" y="22599"/>
                                  </a:cubicBezTo>
                                  <a:cubicBezTo>
                                    <a:pt x="75809" y="24978"/>
                                    <a:pt x="75809" y="26167"/>
                                    <a:pt x="78187" y="28546"/>
                                  </a:cubicBezTo>
                                  <a:cubicBezTo>
                                    <a:pt x="80566" y="32115"/>
                                    <a:pt x="79377" y="30925"/>
                                    <a:pt x="82945" y="29736"/>
                                  </a:cubicBezTo>
                                  <a:cubicBezTo>
                                    <a:pt x="86513" y="28546"/>
                                    <a:pt x="94839" y="26167"/>
                                    <a:pt x="96028" y="29736"/>
                                  </a:cubicBezTo>
                                  <a:cubicBezTo>
                                    <a:pt x="97218" y="32115"/>
                                    <a:pt x="94839" y="34494"/>
                                    <a:pt x="94839" y="36873"/>
                                  </a:cubicBezTo>
                                  <a:cubicBezTo>
                                    <a:pt x="94839" y="39251"/>
                                    <a:pt x="97218" y="40441"/>
                                    <a:pt x="97218" y="44009"/>
                                  </a:cubicBezTo>
                                  <a:cubicBezTo>
                                    <a:pt x="97218" y="46388"/>
                                    <a:pt x="96028" y="47577"/>
                                    <a:pt x="94839" y="49956"/>
                                  </a:cubicBezTo>
                                  <a:cubicBezTo>
                                    <a:pt x="93650" y="52335"/>
                                    <a:pt x="94839" y="53525"/>
                                    <a:pt x="94839" y="55903"/>
                                  </a:cubicBezTo>
                                  <a:cubicBezTo>
                                    <a:pt x="96028" y="60661"/>
                                    <a:pt x="94839" y="65419"/>
                                    <a:pt x="97218" y="70177"/>
                                  </a:cubicBezTo>
                                  <a:cubicBezTo>
                                    <a:pt x="98407" y="72556"/>
                                    <a:pt x="98407" y="73745"/>
                                    <a:pt x="98407" y="76124"/>
                                  </a:cubicBezTo>
                                  <a:cubicBezTo>
                                    <a:pt x="98407" y="78503"/>
                                    <a:pt x="98407" y="80881"/>
                                    <a:pt x="100786" y="79692"/>
                                  </a:cubicBezTo>
                                  <a:cubicBezTo>
                                    <a:pt x="101976" y="79692"/>
                                    <a:pt x="100786" y="77313"/>
                                    <a:pt x="101976" y="77313"/>
                                  </a:cubicBezTo>
                                  <a:cubicBezTo>
                                    <a:pt x="103165" y="77313"/>
                                    <a:pt x="104355" y="77313"/>
                                    <a:pt x="105544" y="77313"/>
                                  </a:cubicBezTo>
                                  <a:cubicBezTo>
                                    <a:pt x="107923" y="77313"/>
                                    <a:pt x="110302" y="76124"/>
                                    <a:pt x="111492" y="76124"/>
                                  </a:cubicBezTo>
                                  <a:cubicBezTo>
                                    <a:pt x="112681" y="72556"/>
                                    <a:pt x="111492" y="71366"/>
                                    <a:pt x="113870" y="68987"/>
                                  </a:cubicBezTo>
                                  <a:cubicBezTo>
                                    <a:pt x="115060" y="67798"/>
                                    <a:pt x="118628" y="66608"/>
                                    <a:pt x="121007" y="66608"/>
                                  </a:cubicBezTo>
                                  <a:cubicBezTo>
                                    <a:pt x="123386" y="66608"/>
                                    <a:pt x="124575" y="68987"/>
                                    <a:pt x="128143" y="68987"/>
                                  </a:cubicBezTo>
                                  <a:cubicBezTo>
                                    <a:pt x="130522" y="68987"/>
                                    <a:pt x="132901" y="68987"/>
                                    <a:pt x="134090" y="71366"/>
                                  </a:cubicBezTo>
                                  <a:cubicBezTo>
                                    <a:pt x="136469" y="72556"/>
                                    <a:pt x="136469" y="74934"/>
                                    <a:pt x="138848" y="74934"/>
                                  </a:cubicBezTo>
                                  <a:cubicBezTo>
                                    <a:pt x="141227" y="74934"/>
                                    <a:pt x="144796" y="74934"/>
                                    <a:pt x="147175" y="74934"/>
                                  </a:cubicBezTo>
                                  <a:cubicBezTo>
                                    <a:pt x="150743" y="73745"/>
                                    <a:pt x="151932" y="66608"/>
                                    <a:pt x="154311" y="63040"/>
                                  </a:cubicBezTo>
                                  <a:cubicBezTo>
                                    <a:pt x="159069" y="61850"/>
                                    <a:pt x="166205" y="60661"/>
                                    <a:pt x="170963" y="63040"/>
                                  </a:cubicBezTo>
                                  <a:cubicBezTo>
                                    <a:pt x="175721" y="65419"/>
                                    <a:pt x="174531" y="71366"/>
                                    <a:pt x="180479" y="72556"/>
                                  </a:cubicBezTo>
                                  <a:cubicBezTo>
                                    <a:pt x="180479" y="72556"/>
                                    <a:pt x="180479" y="72556"/>
                                    <a:pt x="180479" y="72556"/>
                                  </a:cubicBezTo>
                                  <a:cubicBezTo>
                                    <a:pt x="185236" y="73745"/>
                                    <a:pt x="188805" y="78503"/>
                                    <a:pt x="193562" y="80881"/>
                                  </a:cubicBezTo>
                                  <a:cubicBezTo>
                                    <a:pt x="198320" y="84450"/>
                                    <a:pt x="199509" y="86829"/>
                                    <a:pt x="198320" y="92776"/>
                                  </a:cubicBezTo>
                                  <a:cubicBezTo>
                                    <a:pt x="197130" y="96344"/>
                                    <a:pt x="197130" y="95155"/>
                                    <a:pt x="197130" y="98723"/>
                                  </a:cubicBezTo>
                                  <a:cubicBezTo>
                                    <a:pt x="197130" y="101102"/>
                                    <a:pt x="198320" y="103481"/>
                                    <a:pt x="198320" y="105860"/>
                                  </a:cubicBezTo>
                                  <a:cubicBezTo>
                                    <a:pt x="198320" y="108239"/>
                                    <a:pt x="197130" y="110617"/>
                                    <a:pt x="197130" y="112996"/>
                                  </a:cubicBezTo>
                                  <a:cubicBezTo>
                                    <a:pt x="197130" y="116564"/>
                                    <a:pt x="200699" y="117754"/>
                                    <a:pt x="201888" y="118944"/>
                                  </a:cubicBezTo>
                                  <a:cubicBezTo>
                                    <a:pt x="203077" y="120133"/>
                                    <a:pt x="204267" y="121322"/>
                                    <a:pt x="205457" y="122512"/>
                                  </a:cubicBezTo>
                                  <a:cubicBezTo>
                                    <a:pt x="206646" y="123701"/>
                                    <a:pt x="209025" y="123701"/>
                                    <a:pt x="210215" y="123701"/>
                                  </a:cubicBezTo>
                                  <a:cubicBezTo>
                                    <a:pt x="213783" y="124891"/>
                                    <a:pt x="214972" y="128459"/>
                                    <a:pt x="217351" y="130838"/>
                                  </a:cubicBezTo>
                                  <a:cubicBezTo>
                                    <a:pt x="223298" y="135596"/>
                                    <a:pt x="224488" y="134406"/>
                                    <a:pt x="223298" y="139164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tx2"/>
                            </a:solidFill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41" name="Freeform 340">
                              <a:extLst>
                                <a:ext uri="{FF2B5EF4-FFF2-40B4-BE49-F238E27FC236}">
                                  <a16:creationId xmlns:a16="http://schemas.microsoft.com/office/drawing/2014/main" id="{DA802FE3-682C-0722-AD03-89465B6D537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274757" y="4164289"/>
                              <a:ext cx="7137" cy="8877"/>
                            </a:xfrm>
                            <a:custGeom>
                              <a:avLst/>
                              <a:gdLst>
                                <a:gd name="connsiteX0" fmla="*/ 4758 w 7137"/>
                                <a:gd name="connsiteY0" fmla="*/ 8326 h 8877"/>
                                <a:gd name="connsiteX1" fmla="*/ 7137 w 7137"/>
                                <a:gd name="connsiteY1" fmla="*/ 3568 h 8877"/>
                                <a:gd name="connsiteX2" fmla="*/ 4758 w 7137"/>
                                <a:gd name="connsiteY2" fmla="*/ 0 h 8877"/>
                                <a:gd name="connsiteX3" fmla="*/ 0 w 7137"/>
                                <a:gd name="connsiteY3" fmla="*/ 2379 h 8877"/>
                                <a:gd name="connsiteX4" fmla="*/ 4758 w 7137"/>
                                <a:gd name="connsiteY4" fmla="*/ 8326 h 887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7137" h="8877">
                                  <a:moveTo>
                                    <a:pt x="4758" y="8326"/>
                                  </a:moveTo>
                                  <a:cubicBezTo>
                                    <a:pt x="4758" y="8326"/>
                                    <a:pt x="7137" y="4758"/>
                                    <a:pt x="7137" y="3568"/>
                                  </a:cubicBezTo>
                                  <a:cubicBezTo>
                                    <a:pt x="7137" y="2379"/>
                                    <a:pt x="7137" y="0"/>
                                    <a:pt x="4758" y="0"/>
                                  </a:cubicBezTo>
                                  <a:cubicBezTo>
                                    <a:pt x="2379" y="0"/>
                                    <a:pt x="0" y="0"/>
                                    <a:pt x="0" y="2379"/>
                                  </a:cubicBezTo>
                                  <a:cubicBezTo>
                                    <a:pt x="1190" y="4758"/>
                                    <a:pt x="3569" y="10705"/>
                                    <a:pt x="4758" y="832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42" name="Freeform 341">
                              <a:extLst>
                                <a:ext uri="{FF2B5EF4-FFF2-40B4-BE49-F238E27FC236}">
                                  <a16:creationId xmlns:a16="http://schemas.microsoft.com/office/drawing/2014/main" id="{9FA7F033-EEEF-49BD-F40D-9D6DB00AB0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272919" y="4157849"/>
                              <a:ext cx="6223" cy="4527"/>
                            </a:xfrm>
                            <a:custGeom>
                              <a:avLst/>
                              <a:gdLst>
                                <a:gd name="connsiteX0" fmla="*/ 4217 w 6223"/>
                                <a:gd name="connsiteY0" fmla="*/ 4061 h 4527"/>
                                <a:gd name="connsiteX1" fmla="*/ 5406 w 6223"/>
                                <a:gd name="connsiteY1" fmla="*/ 493 h 4527"/>
                                <a:gd name="connsiteX2" fmla="*/ 648 w 6223"/>
                                <a:gd name="connsiteY2" fmla="*/ 1682 h 4527"/>
                                <a:gd name="connsiteX3" fmla="*/ 4217 w 6223"/>
                                <a:gd name="connsiteY3" fmla="*/ 4061 h 452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6223" h="4527">
                                  <a:moveTo>
                                    <a:pt x="4217" y="4061"/>
                                  </a:moveTo>
                                  <a:cubicBezTo>
                                    <a:pt x="4217" y="4061"/>
                                    <a:pt x="7785" y="1682"/>
                                    <a:pt x="5406" y="493"/>
                                  </a:cubicBezTo>
                                  <a:cubicBezTo>
                                    <a:pt x="3027" y="-697"/>
                                    <a:pt x="-1731" y="493"/>
                                    <a:pt x="648" y="1682"/>
                                  </a:cubicBezTo>
                                  <a:cubicBezTo>
                                    <a:pt x="3027" y="4061"/>
                                    <a:pt x="3027" y="5250"/>
                                    <a:pt x="4217" y="4061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43" name="Freeform 342">
                              <a:extLst>
                                <a:ext uri="{FF2B5EF4-FFF2-40B4-BE49-F238E27FC236}">
                                  <a16:creationId xmlns:a16="http://schemas.microsoft.com/office/drawing/2014/main" id="{4F0A2C6C-59C2-774B-8532-A378DA24DF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234126" y="4207109"/>
                              <a:ext cx="4947" cy="8515"/>
                            </a:xfrm>
                            <a:custGeom>
                              <a:avLst/>
                              <a:gdLst>
                                <a:gd name="connsiteX0" fmla="*/ 1380 w 4947"/>
                                <a:gd name="connsiteY0" fmla="*/ 0 h 8515"/>
                                <a:gd name="connsiteX1" fmla="*/ 190 w 4947"/>
                                <a:gd name="connsiteY1" fmla="*/ 3568 h 8515"/>
                                <a:gd name="connsiteX2" fmla="*/ 2569 w 4947"/>
                                <a:gd name="connsiteY2" fmla="*/ 8326 h 8515"/>
                                <a:gd name="connsiteX3" fmla="*/ 4948 w 4947"/>
                                <a:gd name="connsiteY3" fmla="*/ 2379 h 8515"/>
                                <a:gd name="connsiteX4" fmla="*/ 1380 w 4947"/>
                                <a:gd name="connsiteY4" fmla="*/ 0 h 851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4947" h="8515">
                                  <a:moveTo>
                                    <a:pt x="1380" y="0"/>
                                  </a:moveTo>
                                  <a:cubicBezTo>
                                    <a:pt x="190" y="1190"/>
                                    <a:pt x="190" y="2379"/>
                                    <a:pt x="190" y="3568"/>
                                  </a:cubicBezTo>
                                  <a:cubicBezTo>
                                    <a:pt x="190" y="4758"/>
                                    <a:pt x="-999" y="9515"/>
                                    <a:pt x="2569" y="8326"/>
                                  </a:cubicBezTo>
                                  <a:cubicBezTo>
                                    <a:pt x="2569" y="8326"/>
                                    <a:pt x="4948" y="4758"/>
                                    <a:pt x="4948" y="2379"/>
                                  </a:cubicBezTo>
                                  <a:cubicBezTo>
                                    <a:pt x="4948" y="0"/>
                                    <a:pt x="2569" y="0"/>
                                    <a:pt x="1380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44" name="Freeform 343">
                              <a:extLst>
                                <a:ext uri="{FF2B5EF4-FFF2-40B4-BE49-F238E27FC236}">
                                  <a16:creationId xmlns:a16="http://schemas.microsoft.com/office/drawing/2014/main" id="{E606F6F5-34DA-5BE3-4536-64DD39C653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270000" y="4243982"/>
                              <a:ext cx="4757" cy="3807"/>
                            </a:xfrm>
                            <a:custGeom>
                              <a:avLst/>
                              <a:gdLst>
                                <a:gd name="connsiteX0" fmla="*/ 0 w 4757"/>
                                <a:gd name="connsiteY0" fmla="*/ 0 h 3807"/>
                                <a:gd name="connsiteX1" fmla="*/ 3568 w 4757"/>
                                <a:gd name="connsiteY1" fmla="*/ 3568 h 3807"/>
                                <a:gd name="connsiteX2" fmla="*/ 4757 w 4757"/>
                                <a:gd name="connsiteY2" fmla="*/ 1189 h 3807"/>
                                <a:gd name="connsiteX3" fmla="*/ 0 w 4757"/>
                                <a:gd name="connsiteY3" fmla="*/ 0 h 380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4757" h="3807">
                                  <a:moveTo>
                                    <a:pt x="0" y="0"/>
                                  </a:moveTo>
                                  <a:cubicBezTo>
                                    <a:pt x="0" y="1189"/>
                                    <a:pt x="1189" y="4758"/>
                                    <a:pt x="3568" y="3568"/>
                                  </a:cubicBezTo>
                                  <a:cubicBezTo>
                                    <a:pt x="3568" y="3568"/>
                                    <a:pt x="4757" y="2379"/>
                                    <a:pt x="4757" y="1189"/>
                                  </a:cubicBezTo>
                                  <a:cubicBezTo>
                                    <a:pt x="3568" y="0"/>
                                    <a:pt x="0" y="0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345" name="Freeform 344">
                            <a:extLst>
                              <a:ext uri="{FF2B5EF4-FFF2-40B4-BE49-F238E27FC236}">
                                <a16:creationId xmlns:a16="http://schemas.microsoft.com/office/drawing/2014/main" id="{CF839669-2160-4FC3-A18C-A4271DC73E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90266" y="2752314"/>
                            <a:ext cx="984928" cy="511721"/>
                          </a:xfrm>
                          <a:custGeom>
                            <a:avLst/>
                            <a:gdLst>
                              <a:gd name="connsiteX0" fmla="*/ 977792 w 984928"/>
                              <a:gd name="connsiteY0" fmla="*/ 193994 h 511721"/>
                              <a:gd name="connsiteX1" fmla="*/ 975413 w 984928"/>
                              <a:gd name="connsiteY1" fmla="*/ 197562 h 511721"/>
                              <a:gd name="connsiteX2" fmla="*/ 962330 w 984928"/>
                              <a:gd name="connsiteY2" fmla="*/ 209456 h 511721"/>
                              <a:gd name="connsiteX3" fmla="*/ 962330 w 984928"/>
                              <a:gd name="connsiteY3" fmla="*/ 221351 h 511721"/>
                              <a:gd name="connsiteX4" fmla="*/ 948056 w 984928"/>
                              <a:gd name="connsiteY4" fmla="*/ 228487 h 511721"/>
                              <a:gd name="connsiteX5" fmla="*/ 948056 w 984928"/>
                              <a:gd name="connsiteY5" fmla="*/ 249897 h 511721"/>
                              <a:gd name="connsiteX6" fmla="*/ 956382 w 984928"/>
                              <a:gd name="connsiteY6" fmla="*/ 264171 h 511721"/>
                              <a:gd name="connsiteX7" fmla="*/ 949245 w 984928"/>
                              <a:gd name="connsiteY7" fmla="*/ 272497 h 511721"/>
                              <a:gd name="connsiteX8" fmla="*/ 942109 w 984928"/>
                              <a:gd name="connsiteY8" fmla="*/ 277254 h 511721"/>
                              <a:gd name="connsiteX9" fmla="*/ 936162 w 984928"/>
                              <a:gd name="connsiteY9" fmla="*/ 282012 h 511721"/>
                              <a:gd name="connsiteX10" fmla="*/ 930215 w 984928"/>
                              <a:gd name="connsiteY10" fmla="*/ 277254 h 511721"/>
                              <a:gd name="connsiteX11" fmla="*/ 914752 w 984928"/>
                              <a:gd name="connsiteY11" fmla="*/ 280823 h 511721"/>
                              <a:gd name="connsiteX12" fmla="*/ 892153 w 984928"/>
                              <a:gd name="connsiteY12" fmla="*/ 276065 h 511721"/>
                              <a:gd name="connsiteX13" fmla="*/ 886205 w 984928"/>
                              <a:gd name="connsiteY13" fmla="*/ 304611 h 511721"/>
                              <a:gd name="connsiteX14" fmla="*/ 885016 w 984928"/>
                              <a:gd name="connsiteY14" fmla="*/ 334347 h 511721"/>
                              <a:gd name="connsiteX15" fmla="*/ 892153 w 984928"/>
                              <a:gd name="connsiteY15" fmla="*/ 337915 h 511721"/>
                              <a:gd name="connsiteX16" fmla="*/ 886205 w 984928"/>
                              <a:gd name="connsiteY16" fmla="*/ 346241 h 511721"/>
                              <a:gd name="connsiteX17" fmla="*/ 877879 w 984928"/>
                              <a:gd name="connsiteY17" fmla="*/ 346241 h 511721"/>
                              <a:gd name="connsiteX18" fmla="*/ 869554 w 984928"/>
                              <a:gd name="connsiteY18" fmla="*/ 347431 h 511721"/>
                              <a:gd name="connsiteX19" fmla="*/ 854091 w 984928"/>
                              <a:gd name="connsiteY19" fmla="*/ 349810 h 511721"/>
                              <a:gd name="connsiteX20" fmla="*/ 845765 w 984928"/>
                              <a:gd name="connsiteY20" fmla="*/ 354568 h 511721"/>
                              <a:gd name="connsiteX21" fmla="*/ 836249 w 984928"/>
                              <a:gd name="connsiteY21" fmla="*/ 353378 h 511721"/>
                              <a:gd name="connsiteX22" fmla="*/ 832681 w 984928"/>
                              <a:gd name="connsiteY22" fmla="*/ 364083 h 511721"/>
                              <a:gd name="connsiteX23" fmla="*/ 849333 w 984928"/>
                              <a:gd name="connsiteY23" fmla="*/ 366462 h 511721"/>
                              <a:gd name="connsiteX24" fmla="*/ 845765 w 984928"/>
                              <a:gd name="connsiteY24" fmla="*/ 374788 h 511721"/>
                              <a:gd name="connsiteX25" fmla="*/ 857659 w 984928"/>
                              <a:gd name="connsiteY25" fmla="*/ 404524 h 511721"/>
                              <a:gd name="connsiteX26" fmla="*/ 863607 w 984928"/>
                              <a:gd name="connsiteY26" fmla="*/ 415229 h 511721"/>
                              <a:gd name="connsiteX27" fmla="*/ 858849 w 984928"/>
                              <a:gd name="connsiteY27" fmla="*/ 425934 h 511721"/>
                              <a:gd name="connsiteX28" fmla="*/ 862417 w 984928"/>
                              <a:gd name="connsiteY28" fmla="*/ 431881 h 511721"/>
                              <a:gd name="connsiteX29" fmla="*/ 855280 w 984928"/>
                              <a:gd name="connsiteY29" fmla="*/ 437828 h 511721"/>
                              <a:gd name="connsiteX30" fmla="*/ 855280 w 984928"/>
                              <a:gd name="connsiteY30" fmla="*/ 444965 h 511721"/>
                              <a:gd name="connsiteX31" fmla="*/ 841007 w 984928"/>
                              <a:gd name="connsiteY31" fmla="*/ 444965 h 511721"/>
                              <a:gd name="connsiteX32" fmla="*/ 830302 w 984928"/>
                              <a:gd name="connsiteY32" fmla="*/ 433070 h 511721"/>
                              <a:gd name="connsiteX33" fmla="*/ 820786 w 984928"/>
                              <a:gd name="connsiteY33" fmla="*/ 431881 h 511721"/>
                              <a:gd name="connsiteX34" fmla="*/ 800566 w 984928"/>
                              <a:gd name="connsiteY34" fmla="*/ 427123 h 511721"/>
                              <a:gd name="connsiteX35" fmla="*/ 789861 w 984928"/>
                              <a:gd name="connsiteY35" fmla="*/ 430691 h 511721"/>
                              <a:gd name="connsiteX36" fmla="*/ 773209 w 984928"/>
                              <a:gd name="connsiteY36" fmla="*/ 425934 h 511721"/>
                              <a:gd name="connsiteX37" fmla="*/ 763694 w 984928"/>
                              <a:gd name="connsiteY37" fmla="*/ 431881 h 511721"/>
                              <a:gd name="connsiteX38" fmla="*/ 752989 w 984928"/>
                              <a:gd name="connsiteY38" fmla="*/ 430691 h 511721"/>
                              <a:gd name="connsiteX39" fmla="*/ 744663 w 984928"/>
                              <a:gd name="connsiteY39" fmla="*/ 435449 h 511721"/>
                              <a:gd name="connsiteX40" fmla="*/ 713737 w 984928"/>
                              <a:gd name="connsiteY40" fmla="*/ 427123 h 511721"/>
                              <a:gd name="connsiteX41" fmla="*/ 701843 w 984928"/>
                              <a:gd name="connsiteY41" fmla="*/ 430691 h 511721"/>
                              <a:gd name="connsiteX42" fmla="*/ 688760 w 984928"/>
                              <a:gd name="connsiteY42" fmla="*/ 429502 h 511721"/>
                              <a:gd name="connsiteX43" fmla="*/ 688760 w 984928"/>
                              <a:gd name="connsiteY43" fmla="*/ 449722 h 511721"/>
                              <a:gd name="connsiteX44" fmla="*/ 667350 w 984928"/>
                              <a:gd name="connsiteY44" fmla="*/ 449722 h 511721"/>
                              <a:gd name="connsiteX45" fmla="*/ 648318 w 984928"/>
                              <a:gd name="connsiteY45" fmla="*/ 449722 h 511721"/>
                              <a:gd name="connsiteX46" fmla="*/ 635235 w 984928"/>
                              <a:gd name="connsiteY46" fmla="*/ 444965 h 511721"/>
                              <a:gd name="connsiteX47" fmla="*/ 631667 w 984928"/>
                              <a:gd name="connsiteY47" fmla="*/ 453291 h 511721"/>
                              <a:gd name="connsiteX48" fmla="*/ 626909 w 984928"/>
                              <a:gd name="connsiteY48" fmla="*/ 456859 h 511721"/>
                              <a:gd name="connsiteX49" fmla="*/ 625720 w 984928"/>
                              <a:gd name="connsiteY49" fmla="*/ 456859 h 511721"/>
                              <a:gd name="connsiteX50" fmla="*/ 606688 w 984928"/>
                              <a:gd name="connsiteY50" fmla="*/ 479458 h 511721"/>
                              <a:gd name="connsiteX51" fmla="*/ 588847 w 984928"/>
                              <a:gd name="connsiteY51" fmla="*/ 504436 h 511721"/>
                              <a:gd name="connsiteX52" fmla="*/ 562679 w 984928"/>
                              <a:gd name="connsiteY52" fmla="*/ 497300 h 511721"/>
                              <a:gd name="connsiteX53" fmla="*/ 556732 w 984928"/>
                              <a:gd name="connsiteY53" fmla="*/ 500868 h 511721"/>
                              <a:gd name="connsiteX54" fmla="*/ 548406 w 984928"/>
                              <a:gd name="connsiteY54" fmla="*/ 502058 h 511721"/>
                              <a:gd name="connsiteX55" fmla="*/ 531754 w 984928"/>
                              <a:gd name="connsiteY55" fmla="*/ 505626 h 511721"/>
                              <a:gd name="connsiteX56" fmla="*/ 525807 w 984928"/>
                              <a:gd name="connsiteY56" fmla="*/ 487784 h 511721"/>
                              <a:gd name="connsiteX57" fmla="*/ 512723 w 984928"/>
                              <a:gd name="connsiteY57" fmla="*/ 477079 h 511721"/>
                              <a:gd name="connsiteX58" fmla="*/ 503208 w 984928"/>
                              <a:gd name="connsiteY58" fmla="*/ 440207 h 511721"/>
                              <a:gd name="connsiteX59" fmla="*/ 496071 w 984928"/>
                              <a:gd name="connsiteY59" fmla="*/ 440207 h 511721"/>
                              <a:gd name="connsiteX60" fmla="*/ 430652 w 984928"/>
                              <a:gd name="connsiteY60" fmla="*/ 415229 h 511721"/>
                              <a:gd name="connsiteX61" fmla="*/ 392590 w 984928"/>
                              <a:gd name="connsiteY61" fmla="*/ 421176 h 511721"/>
                              <a:gd name="connsiteX62" fmla="*/ 378317 w 984928"/>
                              <a:gd name="connsiteY62" fmla="*/ 412850 h 511721"/>
                              <a:gd name="connsiteX63" fmla="*/ 362854 w 984928"/>
                              <a:gd name="connsiteY63" fmla="*/ 404524 h 511721"/>
                              <a:gd name="connsiteX64" fmla="*/ 361665 w 984928"/>
                              <a:gd name="connsiteY64" fmla="*/ 400956 h 511721"/>
                              <a:gd name="connsiteX65" fmla="*/ 364044 w 984928"/>
                              <a:gd name="connsiteY65" fmla="*/ 381925 h 511721"/>
                              <a:gd name="connsiteX66" fmla="*/ 362854 w 984928"/>
                              <a:gd name="connsiteY66" fmla="*/ 362894 h 511721"/>
                              <a:gd name="connsiteX67" fmla="*/ 369991 w 984928"/>
                              <a:gd name="connsiteY67" fmla="*/ 323642 h 511721"/>
                              <a:gd name="connsiteX68" fmla="*/ 356907 w 984928"/>
                              <a:gd name="connsiteY68" fmla="*/ 336726 h 511721"/>
                              <a:gd name="connsiteX69" fmla="*/ 340255 w 984928"/>
                              <a:gd name="connsiteY69" fmla="*/ 337915 h 511721"/>
                              <a:gd name="connsiteX70" fmla="*/ 352149 w 984928"/>
                              <a:gd name="connsiteY70" fmla="*/ 341484 h 511721"/>
                              <a:gd name="connsiteX71" fmla="*/ 354528 w 984928"/>
                              <a:gd name="connsiteY71" fmla="*/ 343863 h 511721"/>
                              <a:gd name="connsiteX72" fmla="*/ 345012 w 984928"/>
                              <a:gd name="connsiteY72" fmla="*/ 354568 h 511721"/>
                              <a:gd name="connsiteX73" fmla="*/ 330739 w 984928"/>
                              <a:gd name="connsiteY73" fmla="*/ 350999 h 511721"/>
                              <a:gd name="connsiteX74" fmla="*/ 320035 w 984928"/>
                              <a:gd name="connsiteY74" fmla="*/ 367651 h 511721"/>
                              <a:gd name="connsiteX75" fmla="*/ 312898 w 984928"/>
                              <a:gd name="connsiteY75" fmla="*/ 359325 h 511721"/>
                              <a:gd name="connsiteX76" fmla="*/ 312898 w 984928"/>
                              <a:gd name="connsiteY76" fmla="*/ 368841 h 511721"/>
                              <a:gd name="connsiteX77" fmla="*/ 312898 w 984928"/>
                              <a:gd name="connsiteY77" fmla="*/ 368841 h 511721"/>
                              <a:gd name="connsiteX78" fmla="*/ 309329 w 984928"/>
                              <a:gd name="connsiteY78" fmla="*/ 377167 h 511721"/>
                              <a:gd name="connsiteX79" fmla="*/ 249858 w 984928"/>
                              <a:gd name="connsiteY79" fmla="*/ 386682 h 511721"/>
                              <a:gd name="connsiteX80" fmla="*/ 261752 w 984928"/>
                              <a:gd name="connsiteY80" fmla="*/ 466374 h 511721"/>
                              <a:gd name="connsiteX81" fmla="*/ 266510 w 984928"/>
                              <a:gd name="connsiteY81" fmla="*/ 485405 h 511721"/>
                              <a:gd name="connsiteX82" fmla="*/ 268889 w 984928"/>
                              <a:gd name="connsiteY82" fmla="*/ 506815 h 511721"/>
                              <a:gd name="connsiteX83" fmla="*/ 266510 w 984928"/>
                              <a:gd name="connsiteY83" fmla="*/ 510384 h 511721"/>
                              <a:gd name="connsiteX84" fmla="*/ 241532 w 984928"/>
                              <a:gd name="connsiteY84" fmla="*/ 494921 h 511721"/>
                              <a:gd name="connsiteX85" fmla="*/ 193954 w 984928"/>
                              <a:gd name="connsiteY85" fmla="*/ 484216 h 511721"/>
                              <a:gd name="connsiteX86" fmla="*/ 174923 w 984928"/>
                              <a:gd name="connsiteY86" fmla="*/ 497300 h 511721"/>
                              <a:gd name="connsiteX87" fmla="*/ 173734 w 984928"/>
                              <a:gd name="connsiteY87" fmla="*/ 497300 h 511721"/>
                              <a:gd name="connsiteX88" fmla="*/ 176113 w 984928"/>
                              <a:gd name="connsiteY88" fmla="*/ 467564 h 511721"/>
                              <a:gd name="connsiteX89" fmla="*/ 157082 w 984928"/>
                              <a:gd name="connsiteY89" fmla="*/ 466374 h 511721"/>
                              <a:gd name="connsiteX90" fmla="*/ 140430 w 984928"/>
                              <a:gd name="connsiteY90" fmla="*/ 454480 h 511721"/>
                              <a:gd name="connsiteX91" fmla="*/ 136861 w 984928"/>
                              <a:gd name="connsiteY91" fmla="*/ 442586 h 511721"/>
                              <a:gd name="connsiteX92" fmla="*/ 129725 w 984928"/>
                              <a:gd name="connsiteY92" fmla="*/ 431881 h 511721"/>
                              <a:gd name="connsiteX93" fmla="*/ 111883 w 984928"/>
                              <a:gd name="connsiteY93" fmla="*/ 414039 h 511721"/>
                              <a:gd name="connsiteX94" fmla="*/ 142809 w 984928"/>
                              <a:gd name="connsiteY94" fmla="*/ 409282 h 511721"/>
                              <a:gd name="connsiteX95" fmla="*/ 135672 w 984928"/>
                              <a:gd name="connsiteY95" fmla="*/ 404524 h 511721"/>
                              <a:gd name="connsiteX96" fmla="*/ 129725 w 984928"/>
                              <a:gd name="connsiteY96" fmla="*/ 397387 h 511721"/>
                              <a:gd name="connsiteX97" fmla="*/ 132104 w 984928"/>
                              <a:gd name="connsiteY97" fmla="*/ 391440 h 511721"/>
                              <a:gd name="connsiteX98" fmla="*/ 149945 w 984928"/>
                              <a:gd name="connsiteY98" fmla="*/ 379546 h 511721"/>
                              <a:gd name="connsiteX99" fmla="*/ 164219 w 984928"/>
                              <a:gd name="connsiteY99" fmla="*/ 378356 h 511721"/>
                              <a:gd name="connsiteX100" fmla="*/ 179681 w 984928"/>
                              <a:gd name="connsiteY100" fmla="*/ 381925 h 511721"/>
                              <a:gd name="connsiteX101" fmla="*/ 179681 w 984928"/>
                              <a:gd name="connsiteY101" fmla="*/ 378356 h 511721"/>
                              <a:gd name="connsiteX102" fmla="*/ 168976 w 984928"/>
                              <a:gd name="connsiteY102" fmla="*/ 364083 h 511721"/>
                              <a:gd name="connsiteX103" fmla="*/ 176113 w 984928"/>
                              <a:gd name="connsiteY103" fmla="*/ 359325 h 511721"/>
                              <a:gd name="connsiteX104" fmla="*/ 172544 w 984928"/>
                              <a:gd name="connsiteY104" fmla="*/ 356946 h 511721"/>
                              <a:gd name="connsiteX105" fmla="*/ 172544 w 984928"/>
                              <a:gd name="connsiteY105" fmla="*/ 340294 h 511721"/>
                              <a:gd name="connsiteX106" fmla="*/ 163029 w 984928"/>
                              <a:gd name="connsiteY106" fmla="*/ 324832 h 511721"/>
                              <a:gd name="connsiteX107" fmla="*/ 146377 w 984928"/>
                              <a:gd name="connsiteY107" fmla="*/ 324832 h 511721"/>
                              <a:gd name="connsiteX108" fmla="*/ 130914 w 984928"/>
                              <a:gd name="connsiteY108" fmla="*/ 327211 h 511721"/>
                              <a:gd name="connsiteX109" fmla="*/ 113073 w 984928"/>
                              <a:gd name="connsiteY109" fmla="*/ 322453 h 511721"/>
                              <a:gd name="connsiteX110" fmla="*/ 99989 w 984928"/>
                              <a:gd name="connsiteY110" fmla="*/ 329589 h 511721"/>
                              <a:gd name="connsiteX111" fmla="*/ 76200 w 984928"/>
                              <a:gd name="connsiteY111" fmla="*/ 343863 h 511721"/>
                              <a:gd name="connsiteX112" fmla="*/ 75011 w 984928"/>
                              <a:gd name="connsiteY112" fmla="*/ 340294 h 511721"/>
                              <a:gd name="connsiteX113" fmla="*/ 67874 w 984928"/>
                              <a:gd name="connsiteY113" fmla="*/ 336726 h 511721"/>
                              <a:gd name="connsiteX114" fmla="*/ 60738 w 984928"/>
                              <a:gd name="connsiteY114" fmla="*/ 339105 h 511721"/>
                              <a:gd name="connsiteX115" fmla="*/ 55980 w 984928"/>
                              <a:gd name="connsiteY115" fmla="*/ 335537 h 511721"/>
                              <a:gd name="connsiteX116" fmla="*/ 52412 w 984928"/>
                              <a:gd name="connsiteY116" fmla="*/ 330779 h 511721"/>
                              <a:gd name="connsiteX117" fmla="*/ 63117 w 984928"/>
                              <a:gd name="connsiteY117" fmla="*/ 328400 h 511721"/>
                              <a:gd name="connsiteX118" fmla="*/ 53601 w 984928"/>
                              <a:gd name="connsiteY118" fmla="*/ 312937 h 511721"/>
                              <a:gd name="connsiteX119" fmla="*/ 40517 w 984928"/>
                              <a:gd name="connsiteY119" fmla="*/ 299854 h 511721"/>
                              <a:gd name="connsiteX120" fmla="*/ 33381 w 984928"/>
                              <a:gd name="connsiteY120" fmla="*/ 298664 h 511721"/>
                              <a:gd name="connsiteX121" fmla="*/ 23865 w 984928"/>
                              <a:gd name="connsiteY121" fmla="*/ 296285 h 511721"/>
                              <a:gd name="connsiteX122" fmla="*/ 20297 w 984928"/>
                              <a:gd name="connsiteY122" fmla="*/ 299854 h 511721"/>
                              <a:gd name="connsiteX123" fmla="*/ 14350 w 984928"/>
                              <a:gd name="connsiteY123" fmla="*/ 291528 h 511721"/>
                              <a:gd name="connsiteX124" fmla="*/ 13160 w 984928"/>
                              <a:gd name="connsiteY124" fmla="*/ 284391 h 511721"/>
                              <a:gd name="connsiteX125" fmla="*/ 76 w 984928"/>
                              <a:gd name="connsiteY125" fmla="*/ 276065 h 511721"/>
                              <a:gd name="connsiteX126" fmla="*/ 6023 w 984928"/>
                              <a:gd name="connsiteY126" fmla="*/ 262981 h 511721"/>
                              <a:gd name="connsiteX127" fmla="*/ 6023 w 984928"/>
                              <a:gd name="connsiteY127" fmla="*/ 249897 h 511721"/>
                              <a:gd name="connsiteX128" fmla="*/ 1266 w 984928"/>
                              <a:gd name="connsiteY128" fmla="*/ 240382 h 511721"/>
                              <a:gd name="connsiteX129" fmla="*/ 2455 w 984928"/>
                              <a:gd name="connsiteY129" fmla="*/ 235624 h 511721"/>
                              <a:gd name="connsiteX130" fmla="*/ 8403 w 984928"/>
                              <a:gd name="connsiteY130" fmla="*/ 230866 h 511721"/>
                              <a:gd name="connsiteX131" fmla="*/ 13160 w 984928"/>
                              <a:gd name="connsiteY131" fmla="*/ 223730 h 511721"/>
                              <a:gd name="connsiteX132" fmla="*/ 14350 w 984928"/>
                              <a:gd name="connsiteY132" fmla="*/ 216593 h 511721"/>
                              <a:gd name="connsiteX133" fmla="*/ 17918 w 984928"/>
                              <a:gd name="connsiteY133" fmla="*/ 215404 h 511721"/>
                              <a:gd name="connsiteX134" fmla="*/ 25055 w 984928"/>
                              <a:gd name="connsiteY134" fmla="*/ 222540 h 511721"/>
                              <a:gd name="connsiteX135" fmla="*/ 32191 w 984928"/>
                              <a:gd name="connsiteY135" fmla="*/ 229677 h 511721"/>
                              <a:gd name="connsiteX136" fmla="*/ 33381 w 984928"/>
                              <a:gd name="connsiteY136" fmla="*/ 233245 h 511721"/>
                              <a:gd name="connsiteX137" fmla="*/ 40517 w 984928"/>
                              <a:gd name="connsiteY137" fmla="*/ 238003 h 511721"/>
                              <a:gd name="connsiteX138" fmla="*/ 47654 w 984928"/>
                              <a:gd name="connsiteY138" fmla="*/ 235624 h 511721"/>
                              <a:gd name="connsiteX139" fmla="*/ 46465 w 984928"/>
                              <a:gd name="connsiteY139" fmla="*/ 228487 h 511721"/>
                              <a:gd name="connsiteX140" fmla="*/ 48843 w 984928"/>
                              <a:gd name="connsiteY140" fmla="*/ 223730 h 511721"/>
                              <a:gd name="connsiteX141" fmla="*/ 46465 w 984928"/>
                              <a:gd name="connsiteY141" fmla="*/ 214214 h 511721"/>
                              <a:gd name="connsiteX142" fmla="*/ 44086 w 984928"/>
                              <a:gd name="connsiteY142" fmla="*/ 205888 h 511721"/>
                              <a:gd name="connsiteX143" fmla="*/ 60738 w 984928"/>
                              <a:gd name="connsiteY143" fmla="*/ 203509 h 511721"/>
                              <a:gd name="connsiteX144" fmla="*/ 60738 w 984928"/>
                              <a:gd name="connsiteY144" fmla="*/ 196373 h 511721"/>
                              <a:gd name="connsiteX145" fmla="*/ 58359 w 984928"/>
                              <a:gd name="connsiteY145" fmla="*/ 188047 h 511721"/>
                              <a:gd name="connsiteX146" fmla="*/ 67874 w 984928"/>
                              <a:gd name="connsiteY146" fmla="*/ 182100 h 511721"/>
                              <a:gd name="connsiteX147" fmla="*/ 72632 w 984928"/>
                              <a:gd name="connsiteY147" fmla="*/ 182100 h 511721"/>
                              <a:gd name="connsiteX148" fmla="*/ 72632 w 984928"/>
                              <a:gd name="connsiteY148" fmla="*/ 173773 h 511721"/>
                              <a:gd name="connsiteX149" fmla="*/ 77390 w 984928"/>
                              <a:gd name="connsiteY149" fmla="*/ 171395 h 511721"/>
                              <a:gd name="connsiteX150" fmla="*/ 82148 w 984928"/>
                              <a:gd name="connsiteY150" fmla="*/ 172584 h 511721"/>
                              <a:gd name="connsiteX151" fmla="*/ 84526 w 984928"/>
                              <a:gd name="connsiteY151" fmla="*/ 159500 h 511721"/>
                              <a:gd name="connsiteX152" fmla="*/ 90473 w 984928"/>
                              <a:gd name="connsiteY152" fmla="*/ 163069 h 511721"/>
                              <a:gd name="connsiteX153" fmla="*/ 96421 w 984928"/>
                              <a:gd name="connsiteY153" fmla="*/ 166637 h 511721"/>
                              <a:gd name="connsiteX154" fmla="*/ 92852 w 984928"/>
                              <a:gd name="connsiteY154" fmla="*/ 171395 h 511721"/>
                              <a:gd name="connsiteX155" fmla="*/ 95231 w 984928"/>
                              <a:gd name="connsiteY155" fmla="*/ 176152 h 511721"/>
                              <a:gd name="connsiteX156" fmla="*/ 97610 w 984928"/>
                              <a:gd name="connsiteY156" fmla="*/ 173773 h 511721"/>
                              <a:gd name="connsiteX157" fmla="*/ 99989 w 984928"/>
                              <a:gd name="connsiteY157" fmla="*/ 170205 h 511721"/>
                              <a:gd name="connsiteX158" fmla="*/ 103557 w 984928"/>
                              <a:gd name="connsiteY158" fmla="*/ 166637 h 511721"/>
                              <a:gd name="connsiteX159" fmla="*/ 105936 w 984928"/>
                              <a:gd name="connsiteY159" fmla="*/ 170205 h 511721"/>
                              <a:gd name="connsiteX160" fmla="*/ 110694 w 984928"/>
                              <a:gd name="connsiteY160" fmla="*/ 164258 h 511721"/>
                              <a:gd name="connsiteX161" fmla="*/ 115452 w 984928"/>
                              <a:gd name="connsiteY161" fmla="*/ 163069 h 511721"/>
                              <a:gd name="connsiteX162" fmla="*/ 117831 w 984928"/>
                              <a:gd name="connsiteY162" fmla="*/ 159500 h 511721"/>
                              <a:gd name="connsiteX163" fmla="*/ 123778 w 984928"/>
                              <a:gd name="connsiteY163" fmla="*/ 160690 h 511721"/>
                              <a:gd name="connsiteX164" fmla="*/ 127346 w 984928"/>
                              <a:gd name="connsiteY164" fmla="*/ 167826 h 511721"/>
                              <a:gd name="connsiteX165" fmla="*/ 134483 w 984928"/>
                              <a:gd name="connsiteY165" fmla="*/ 170205 h 511721"/>
                              <a:gd name="connsiteX166" fmla="*/ 143998 w 984928"/>
                              <a:gd name="connsiteY166" fmla="*/ 167826 h 511721"/>
                              <a:gd name="connsiteX167" fmla="*/ 146377 w 984928"/>
                              <a:gd name="connsiteY167" fmla="*/ 171395 h 511721"/>
                              <a:gd name="connsiteX168" fmla="*/ 152324 w 984928"/>
                              <a:gd name="connsiteY168" fmla="*/ 173773 h 511721"/>
                              <a:gd name="connsiteX169" fmla="*/ 154703 w 984928"/>
                              <a:gd name="connsiteY169" fmla="*/ 178531 h 511721"/>
                              <a:gd name="connsiteX170" fmla="*/ 163029 w 984928"/>
                              <a:gd name="connsiteY170" fmla="*/ 179721 h 511721"/>
                              <a:gd name="connsiteX171" fmla="*/ 168976 w 984928"/>
                              <a:gd name="connsiteY171" fmla="*/ 186857 h 511721"/>
                              <a:gd name="connsiteX172" fmla="*/ 177302 w 984928"/>
                              <a:gd name="connsiteY172" fmla="*/ 190426 h 511721"/>
                              <a:gd name="connsiteX173" fmla="*/ 179681 w 984928"/>
                              <a:gd name="connsiteY173" fmla="*/ 199941 h 511721"/>
                              <a:gd name="connsiteX174" fmla="*/ 184439 w 984928"/>
                              <a:gd name="connsiteY174" fmla="*/ 193994 h 511721"/>
                              <a:gd name="connsiteX175" fmla="*/ 185628 w 984928"/>
                              <a:gd name="connsiteY175" fmla="*/ 186857 h 511721"/>
                              <a:gd name="connsiteX176" fmla="*/ 190386 w 984928"/>
                              <a:gd name="connsiteY176" fmla="*/ 185668 h 511721"/>
                              <a:gd name="connsiteX177" fmla="*/ 193954 w 984928"/>
                              <a:gd name="connsiteY177" fmla="*/ 190426 h 511721"/>
                              <a:gd name="connsiteX178" fmla="*/ 203470 w 984928"/>
                              <a:gd name="connsiteY178" fmla="*/ 192804 h 511721"/>
                              <a:gd name="connsiteX179" fmla="*/ 205849 w 984928"/>
                              <a:gd name="connsiteY179" fmla="*/ 197562 h 511721"/>
                              <a:gd name="connsiteX180" fmla="*/ 216554 w 984928"/>
                              <a:gd name="connsiteY180" fmla="*/ 191615 h 511721"/>
                              <a:gd name="connsiteX181" fmla="*/ 216554 w 984928"/>
                              <a:gd name="connsiteY181" fmla="*/ 183289 h 511721"/>
                              <a:gd name="connsiteX182" fmla="*/ 221311 w 984928"/>
                              <a:gd name="connsiteY182" fmla="*/ 183289 h 511721"/>
                              <a:gd name="connsiteX183" fmla="*/ 222501 w 984928"/>
                              <a:gd name="connsiteY183" fmla="*/ 178531 h 511721"/>
                              <a:gd name="connsiteX184" fmla="*/ 227258 w 984928"/>
                              <a:gd name="connsiteY184" fmla="*/ 177342 h 511721"/>
                              <a:gd name="connsiteX185" fmla="*/ 228448 w 984928"/>
                              <a:gd name="connsiteY185" fmla="*/ 180910 h 511721"/>
                              <a:gd name="connsiteX186" fmla="*/ 233206 w 984928"/>
                              <a:gd name="connsiteY186" fmla="*/ 176152 h 511721"/>
                              <a:gd name="connsiteX187" fmla="*/ 240342 w 984928"/>
                              <a:gd name="connsiteY187" fmla="*/ 177342 h 511721"/>
                              <a:gd name="connsiteX188" fmla="*/ 247479 w 984928"/>
                              <a:gd name="connsiteY188" fmla="*/ 185668 h 511721"/>
                              <a:gd name="connsiteX189" fmla="*/ 254616 w 984928"/>
                              <a:gd name="connsiteY189" fmla="*/ 184478 h 511721"/>
                              <a:gd name="connsiteX190" fmla="*/ 254616 w 984928"/>
                              <a:gd name="connsiteY190" fmla="*/ 177342 h 511721"/>
                              <a:gd name="connsiteX191" fmla="*/ 264131 w 984928"/>
                              <a:gd name="connsiteY191" fmla="*/ 177342 h 511721"/>
                              <a:gd name="connsiteX192" fmla="*/ 267699 w 984928"/>
                              <a:gd name="connsiteY192" fmla="*/ 174963 h 511721"/>
                              <a:gd name="connsiteX193" fmla="*/ 277215 w 984928"/>
                              <a:gd name="connsiteY193" fmla="*/ 179721 h 511721"/>
                              <a:gd name="connsiteX194" fmla="*/ 271268 w 984928"/>
                              <a:gd name="connsiteY194" fmla="*/ 184478 h 511721"/>
                              <a:gd name="connsiteX195" fmla="*/ 278404 w 984928"/>
                              <a:gd name="connsiteY195" fmla="*/ 192804 h 511721"/>
                              <a:gd name="connsiteX196" fmla="*/ 285541 w 984928"/>
                              <a:gd name="connsiteY196" fmla="*/ 191615 h 511721"/>
                              <a:gd name="connsiteX197" fmla="*/ 291488 w 984928"/>
                              <a:gd name="connsiteY197" fmla="*/ 192804 h 511721"/>
                              <a:gd name="connsiteX198" fmla="*/ 297435 w 984928"/>
                              <a:gd name="connsiteY198" fmla="*/ 191615 h 511721"/>
                              <a:gd name="connsiteX199" fmla="*/ 306951 w 984928"/>
                              <a:gd name="connsiteY199" fmla="*/ 196373 h 511721"/>
                              <a:gd name="connsiteX200" fmla="*/ 312898 w 984928"/>
                              <a:gd name="connsiteY200" fmla="*/ 192804 h 511721"/>
                              <a:gd name="connsiteX201" fmla="*/ 316466 w 984928"/>
                              <a:gd name="connsiteY201" fmla="*/ 183289 h 511721"/>
                              <a:gd name="connsiteX202" fmla="*/ 327171 w 984928"/>
                              <a:gd name="connsiteY202" fmla="*/ 189236 h 511721"/>
                              <a:gd name="connsiteX203" fmla="*/ 340255 w 984928"/>
                              <a:gd name="connsiteY203" fmla="*/ 186857 h 511721"/>
                              <a:gd name="connsiteX204" fmla="*/ 342634 w 984928"/>
                              <a:gd name="connsiteY204" fmla="*/ 179721 h 511721"/>
                              <a:gd name="connsiteX205" fmla="*/ 340255 w 984928"/>
                              <a:gd name="connsiteY205" fmla="*/ 160690 h 511721"/>
                              <a:gd name="connsiteX206" fmla="*/ 329550 w 984928"/>
                              <a:gd name="connsiteY206" fmla="*/ 159500 h 511721"/>
                              <a:gd name="connsiteX207" fmla="*/ 324792 w 984928"/>
                              <a:gd name="connsiteY207" fmla="*/ 152364 h 511721"/>
                              <a:gd name="connsiteX208" fmla="*/ 318845 w 984928"/>
                              <a:gd name="connsiteY208" fmla="*/ 151174 h 511721"/>
                              <a:gd name="connsiteX209" fmla="*/ 316466 w 984928"/>
                              <a:gd name="connsiteY209" fmla="*/ 148795 h 511721"/>
                              <a:gd name="connsiteX210" fmla="*/ 310519 w 984928"/>
                              <a:gd name="connsiteY210" fmla="*/ 148795 h 511721"/>
                              <a:gd name="connsiteX211" fmla="*/ 309329 w 984928"/>
                              <a:gd name="connsiteY211" fmla="*/ 140469 h 511721"/>
                              <a:gd name="connsiteX212" fmla="*/ 315277 w 984928"/>
                              <a:gd name="connsiteY212" fmla="*/ 140469 h 511721"/>
                              <a:gd name="connsiteX213" fmla="*/ 315277 w 984928"/>
                              <a:gd name="connsiteY213" fmla="*/ 134522 h 511721"/>
                              <a:gd name="connsiteX214" fmla="*/ 317656 w 984928"/>
                              <a:gd name="connsiteY214" fmla="*/ 129764 h 511721"/>
                              <a:gd name="connsiteX215" fmla="*/ 314087 w 984928"/>
                              <a:gd name="connsiteY215" fmla="*/ 123817 h 511721"/>
                              <a:gd name="connsiteX216" fmla="*/ 315277 w 984928"/>
                              <a:gd name="connsiteY216" fmla="*/ 116681 h 511721"/>
                              <a:gd name="connsiteX217" fmla="*/ 320035 w 984928"/>
                              <a:gd name="connsiteY217" fmla="*/ 111923 h 511721"/>
                              <a:gd name="connsiteX218" fmla="*/ 327171 w 984928"/>
                              <a:gd name="connsiteY218" fmla="*/ 105976 h 511721"/>
                              <a:gd name="connsiteX219" fmla="*/ 342634 w 984928"/>
                              <a:gd name="connsiteY219" fmla="*/ 104786 h 511721"/>
                              <a:gd name="connsiteX220" fmla="*/ 340255 w 984928"/>
                              <a:gd name="connsiteY220" fmla="*/ 98839 h 511721"/>
                              <a:gd name="connsiteX221" fmla="*/ 334308 w 984928"/>
                              <a:gd name="connsiteY221" fmla="*/ 95271 h 511721"/>
                              <a:gd name="connsiteX222" fmla="*/ 329550 w 984928"/>
                              <a:gd name="connsiteY222" fmla="*/ 92892 h 511721"/>
                              <a:gd name="connsiteX223" fmla="*/ 324792 w 984928"/>
                              <a:gd name="connsiteY223" fmla="*/ 96460 h 511721"/>
                              <a:gd name="connsiteX224" fmla="*/ 321224 w 984928"/>
                              <a:gd name="connsiteY224" fmla="*/ 94081 h 511721"/>
                              <a:gd name="connsiteX225" fmla="*/ 314087 w 984928"/>
                              <a:gd name="connsiteY225" fmla="*/ 92892 h 511721"/>
                              <a:gd name="connsiteX226" fmla="*/ 317656 w 984928"/>
                              <a:gd name="connsiteY226" fmla="*/ 88134 h 511721"/>
                              <a:gd name="connsiteX227" fmla="*/ 324792 w 984928"/>
                              <a:gd name="connsiteY227" fmla="*/ 86945 h 511721"/>
                              <a:gd name="connsiteX228" fmla="*/ 321224 w 984928"/>
                              <a:gd name="connsiteY228" fmla="*/ 83376 h 511721"/>
                              <a:gd name="connsiteX229" fmla="*/ 312898 w 984928"/>
                              <a:gd name="connsiteY229" fmla="*/ 80998 h 511721"/>
                              <a:gd name="connsiteX230" fmla="*/ 314087 w 984928"/>
                              <a:gd name="connsiteY230" fmla="*/ 72671 h 511721"/>
                              <a:gd name="connsiteX231" fmla="*/ 320035 w 984928"/>
                              <a:gd name="connsiteY231" fmla="*/ 71482 h 511721"/>
                              <a:gd name="connsiteX232" fmla="*/ 324792 w 984928"/>
                              <a:gd name="connsiteY232" fmla="*/ 67914 h 511721"/>
                              <a:gd name="connsiteX233" fmla="*/ 327171 w 984928"/>
                              <a:gd name="connsiteY233" fmla="*/ 70293 h 511721"/>
                              <a:gd name="connsiteX234" fmla="*/ 334308 w 984928"/>
                              <a:gd name="connsiteY234" fmla="*/ 71482 h 511721"/>
                              <a:gd name="connsiteX235" fmla="*/ 337876 w 984928"/>
                              <a:gd name="connsiteY235" fmla="*/ 73861 h 511721"/>
                              <a:gd name="connsiteX236" fmla="*/ 340255 w 984928"/>
                              <a:gd name="connsiteY236" fmla="*/ 67914 h 511721"/>
                              <a:gd name="connsiteX237" fmla="*/ 345012 w 984928"/>
                              <a:gd name="connsiteY237" fmla="*/ 66724 h 511721"/>
                              <a:gd name="connsiteX238" fmla="*/ 350960 w 984928"/>
                              <a:gd name="connsiteY238" fmla="*/ 70293 h 511721"/>
                              <a:gd name="connsiteX239" fmla="*/ 354528 w 984928"/>
                              <a:gd name="connsiteY239" fmla="*/ 64345 h 511721"/>
                              <a:gd name="connsiteX240" fmla="*/ 366423 w 984928"/>
                              <a:gd name="connsiteY240" fmla="*/ 61967 h 511721"/>
                              <a:gd name="connsiteX241" fmla="*/ 381885 w 984928"/>
                              <a:gd name="connsiteY241" fmla="*/ 58398 h 511721"/>
                              <a:gd name="connsiteX242" fmla="*/ 390211 w 984928"/>
                              <a:gd name="connsiteY242" fmla="*/ 51262 h 511721"/>
                              <a:gd name="connsiteX243" fmla="*/ 398537 w 984928"/>
                              <a:gd name="connsiteY243" fmla="*/ 51262 h 511721"/>
                              <a:gd name="connsiteX244" fmla="*/ 404484 w 984928"/>
                              <a:gd name="connsiteY244" fmla="*/ 46504 h 511721"/>
                              <a:gd name="connsiteX245" fmla="*/ 410431 w 984928"/>
                              <a:gd name="connsiteY245" fmla="*/ 48883 h 511721"/>
                              <a:gd name="connsiteX246" fmla="*/ 410431 w 984928"/>
                              <a:gd name="connsiteY246" fmla="*/ 40557 h 511721"/>
                              <a:gd name="connsiteX247" fmla="*/ 418758 w 984928"/>
                              <a:gd name="connsiteY247" fmla="*/ 39367 h 511721"/>
                              <a:gd name="connsiteX248" fmla="*/ 423515 w 984928"/>
                              <a:gd name="connsiteY248" fmla="*/ 35799 h 511721"/>
                              <a:gd name="connsiteX249" fmla="*/ 429462 w 984928"/>
                              <a:gd name="connsiteY249" fmla="*/ 38178 h 511721"/>
                              <a:gd name="connsiteX250" fmla="*/ 443736 w 984928"/>
                              <a:gd name="connsiteY250" fmla="*/ 32231 h 511721"/>
                              <a:gd name="connsiteX251" fmla="*/ 456820 w 984928"/>
                              <a:gd name="connsiteY251" fmla="*/ 25094 h 511721"/>
                              <a:gd name="connsiteX252" fmla="*/ 467525 w 984928"/>
                              <a:gd name="connsiteY252" fmla="*/ 20336 h 511721"/>
                              <a:gd name="connsiteX253" fmla="*/ 475850 w 984928"/>
                              <a:gd name="connsiteY253" fmla="*/ 17957 h 511721"/>
                              <a:gd name="connsiteX254" fmla="*/ 474661 w 984928"/>
                              <a:gd name="connsiteY254" fmla="*/ 9631 h 511721"/>
                              <a:gd name="connsiteX255" fmla="*/ 484177 w 984928"/>
                              <a:gd name="connsiteY255" fmla="*/ 8442 h 511721"/>
                              <a:gd name="connsiteX256" fmla="*/ 488934 w 984928"/>
                              <a:gd name="connsiteY256" fmla="*/ 116 h 511721"/>
                              <a:gd name="connsiteX257" fmla="*/ 502018 w 984928"/>
                              <a:gd name="connsiteY257" fmla="*/ 2495 h 511721"/>
                              <a:gd name="connsiteX258" fmla="*/ 515102 w 984928"/>
                              <a:gd name="connsiteY258" fmla="*/ 3684 h 511721"/>
                              <a:gd name="connsiteX259" fmla="*/ 523428 w 984928"/>
                              <a:gd name="connsiteY259" fmla="*/ 6063 h 511721"/>
                              <a:gd name="connsiteX260" fmla="*/ 534133 w 984928"/>
                              <a:gd name="connsiteY260" fmla="*/ 4874 h 511721"/>
                              <a:gd name="connsiteX261" fmla="*/ 535322 w 984928"/>
                              <a:gd name="connsiteY261" fmla="*/ 9631 h 511721"/>
                              <a:gd name="connsiteX262" fmla="*/ 540080 w 984928"/>
                              <a:gd name="connsiteY262" fmla="*/ 14389 h 511721"/>
                              <a:gd name="connsiteX263" fmla="*/ 542459 w 984928"/>
                              <a:gd name="connsiteY263" fmla="*/ 19147 h 511721"/>
                              <a:gd name="connsiteX264" fmla="*/ 548406 w 984928"/>
                              <a:gd name="connsiteY264" fmla="*/ 23905 h 511721"/>
                              <a:gd name="connsiteX265" fmla="*/ 546027 w 984928"/>
                              <a:gd name="connsiteY265" fmla="*/ 31041 h 511721"/>
                              <a:gd name="connsiteX266" fmla="*/ 547216 w 984928"/>
                              <a:gd name="connsiteY266" fmla="*/ 36988 h 511721"/>
                              <a:gd name="connsiteX267" fmla="*/ 542459 w 984928"/>
                              <a:gd name="connsiteY267" fmla="*/ 39367 h 511721"/>
                              <a:gd name="connsiteX268" fmla="*/ 547216 w 984928"/>
                              <a:gd name="connsiteY268" fmla="*/ 45315 h 511721"/>
                              <a:gd name="connsiteX269" fmla="*/ 554353 w 984928"/>
                              <a:gd name="connsiteY269" fmla="*/ 41746 h 511721"/>
                              <a:gd name="connsiteX270" fmla="*/ 559111 w 984928"/>
                              <a:gd name="connsiteY270" fmla="*/ 45315 h 511721"/>
                              <a:gd name="connsiteX271" fmla="*/ 563869 w 984928"/>
                              <a:gd name="connsiteY271" fmla="*/ 36988 h 511721"/>
                              <a:gd name="connsiteX272" fmla="*/ 567437 w 984928"/>
                              <a:gd name="connsiteY272" fmla="*/ 41746 h 511721"/>
                              <a:gd name="connsiteX273" fmla="*/ 568626 w 984928"/>
                              <a:gd name="connsiteY273" fmla="*/ 31041 h 511721"/>
                              <a:gd name="connsiteX274" fmla="*/ 579331 w 984928"/>
                              <a:gd name="connsiteY274" fmla="*/ 38178 h 511721"/>
                              <a:gd name="connsiteX275" fmla="*/ 579331 w 984928"/>
                              <a:gd name="connsiteY275" fmla="*/ 47693 h 511721"/>
                              <a:gd name="connsiteX276" fmla="*/ 586468 w 984928"/>
                              <a:gd name="connsiteY276" fmla="*/ 53641 h 511721"/>
                              <a:gd name="connsiteX277" fmla="*/ 588847 w 984928"/>
                              <a:gd name="connsiteY277" fmla="*/ 50072 h 511721"/>
                              <a:gd name="connsiteX278" fmla="*/ 586468 w 984928"/>
                              <a:gd name="connsiteY278" fmla="*/ 44125 h 511721"/>
                              <a:gd name="connsiteX279" fmla="*/ 595984 w 984928"/>
                              <a:gd name="connsiteY279" fmla="*/ 45315 h 511721"/>
                              <a:gd name="connsiteX280" fmla="*/ 601931 w 984928"/>
                              <a:gd name="connsiteY280" fmla="*/ 46504 h 511721"/>
                              <a:gd name="connsiteX281" fmla="*/ 607878 w 984928"/>
                              <a:gd name="connsiteY281" fmla="*/ 44125 h 511721"/>
                              <a:gd name="connsiteX282" fmla="*/ 605499 w 984928"/>
                              <a:gd name="connsiteY282" fmla="*/ 51262 h 511721"/>
                              <a:gd name="connsiteX283" fmla="*/ 604309 w 984928"/>
                              <a:gd name="connsiteY283" fmla="*/ 60777 h 511721"/>
                              <a:gd name="connsiteX284" fmla="*/ 609067 w 984928"/>
                              <a:gd name="connsiteY284" fmla="*/ 65535 h 511721"/>
                              <a:gd name="connsiteX285" fmla="*/ 618583 w 984928"/>
                              <a:gd name="connsiteY285" fmla="*/ 59588 h 511721"/>
                              <a:gd name="connsiteX286" fmla="*/ 635235 w 984928"/>
                              <a:gd name="connsiteY286" fmla="*/ 61967 h 511721"/>
                              <a:gd name="connsiteX287" fmla="*/ 637614 w 984928"/>
                              <a:gd name="connsiteY287" fmla="*/ 53641 h 511721"/>
                              <a:gd name="connsiteX288" fmla="*/ 651887 w 984928"/>
                              <a:gd name="connsiteY288" fmla="*/ 48883 h 511721"/>
                              <a:gd name="connsiteX289" fmla="*/ 662592 w 984928"/>
                              <a:gd name="connsiteY289" fmla="*/ 34610 h 511721"/>
                              <a:gd name="connsiteX290" fmla="*/ 672107 w 984928"/>
                              <a:gd name="connsiteY290" fmla="*/ 28662 h 511721"/>
                              <a:gd name="connsiteX291" fmla="*/ 681622 w 984928"/>
                              <a:gd name="connsiteY291" fmla="*/ 23905 h 511721"/>
                              <a:gd name="connsiteX292" fmla="*/ 688760 w 984928"/>
                              <a:gd name="connsiteY292" fmla="*/ 25094 h 511721"/>
                              <a:gd name="connsiteX293" fmla="*/ 686380 w 984928"/>
                              <a:gd name="connsiteY293" fmla="*/ 32231 h 511721"/>
                              <a:gd name="connsiteX294" fmla="*/ 681622 w 984928"/>
                              <a:gd name="connsiteY294" fmla="*/ 34610 h 511721"/>
                              <a:gd name="connsiteX295" fmla="*/ 686380 w 984928"/>
                              <a:gd name="connsiteY295" fmla="*/ 41746 h 511721"/>
                              <a:gd name="connsiteX296" fmla="*/ 731579 w 984928"/>
                              <a:gd name="connsiteY296" fmla="*/ 75050 h 511721"/>
                              <a:gd name="connsiteX297" fmla="*/ 793430 w 984928"/>
                              <a:gd name="connsiteY297" fmla="*/ 153553 h 511721"/>
                              <a:gd name="connsiteX298" fmla="*/ 804135 w 984928"/>
                              <a:gd name="connsiteY298" fmla="*/ 148795 h 511721"/>
                              <a:gd name="connsiteX299" fmla="*/ 806513 w 984928"/>
                              <a:gd name="connsiteY299" fmla="*/ 136901 h 511721"/>
                              <a:gd name="connsiteX300" fmla="*/ 814839 w 984928"/>
                              <a:gd name="connsiteY300" fmla="*/ 142848 h 511721"/>
                              <a:gd name="connsiteX301" fmla="*/ 818407 w 984928"/>
                              <a:gd name="connsiteY301" fmla="*/ 149985 h 511721"/>
                              <a:gd name="connsiteX302" fmla="*/ 824355 w 984928"/>
                              <a:gd name="connsiteY302" fmla="*/ 153553 h 511721"/>
                              <a:gd name="connsiteX303" fmla="*/ 836249 w 984928"/>
                              <a:gd name="connsiteY303" fmla="*/ 149985 h 511721"/>
                              <a:gd name="connsiteX304" fmla="*/ 846954 w 984928"/>
                              <a:gd name="connsiteY304" fmla="*/ 153553 h 511721"/>
                              <a:gd name="connsiteX305" fmla="*/ 854091 w 984928"/>
                              <a:gd name="connsiteY305" fmla="*/ 151174 h 511721"/>
                              <a:gd name="connsiteX306" fmla="*/ 858849 w 984928"/>
                              <a:gd name="connsiteY306" fmla="*/ 148795 h 511721"/>
                              <a:gd name="connsiteX307" fmla="*/ 860038 w 984928"/>
                              <a:gd name="connsiteY307" fmla="*/ 141659 h 511721"/>
                              <a:gd name="connsiteX308" fmla="*/ 888584 w 984928"/>
                              <a:gd name="connsiteY308" fmla="*/ 145227 h 511721"/>
                              <a:gd name="connsiteX309" fmla="*/ 900479 w 984928"/>
                              <a:gd name="connsiteY309" fmla="*/ 160690 h 511721"/>
                              <a:gd name="connsiteX310" fmla="*/ 918320 w 984928"/>
                              <a:gd name="connsiteY310" fmla="*/ 170205 h 511721"/>
                              <a:gd name="connsiteX311" fmla="*/ 921888 w 984928"/>
                              <a:gd name="connsiteY311" fmla="*/ 183289 h 511721"/>
                              <a:gd name="connsiteX312" fmla="*/ 934973 w 984928"/>
                              <a:gd name="connsiteY312" fmla="*/ 189236 h 511721"/>
                              <a:gd name="connsiteX313" fmla="*/ 944488 w 984928"/>
                              <a:gd name="connsiteY313" fmla="*/ 185668 h 511721"/>
                              <a:gd name="connsiteX314" fmla="*/ 958761 w 984928"/>
                              <a:gd name="connsiteY314" fmla="*/ 183289 h 511721"/>
                              <a:gd name="connsiteX315" fmla="*/ 967087 w 984928"/>
                              <a:gd name="connsiteY315" fmla="*/ 176152 h 511721"/>
                              <a:gd name="connsiteX316" fmla="*/ 967087 w 984928"/>
                              <a:gd name="connsiteY316" fmla="*/ 188047 h 511721"/>
                              <a:gd name="connsiteX317" fmla="*/ 976603 w 984928"/>
                              <a:gd name="connsiteY317" fmla="*/ 191615 h 511721"/>
                              <a:gd name="connsiteX318" fmla="*/ 984928 w 984928"/>
                              <a:gd name="connsiteY318" fmla="*/ 193994 h 511721"/>
                              <a:gd name="connsiteX319" fmla="*/ 977792 w 984928"/>
                              <a:gd name="connsiteY319" fmla="*/ 193994 h 5117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  <a:cxn ang="0">
                                <a:pos x="connsiteX63" y="connsiteY63"/>
                              </a:cxn>
                              <a:cxn ang="0">
                                <a:pos x="connsiteX64" y="connsiteY64"/>
                              </a:cxn>
                              <a:cxn ang="0">
                                <a:pos x="connsiteX65" y="connsiteY65"/>
                              </a:cxn>
                              <a:cxn ang="0">
                                <a:pos x="connsiteX66" y="connsiteY66"/>
                              </a:cxn>
                              <a:cxn ang="0">
                                <a:pos x="connsiteX67" y="connsiteY67"/>
                              </a:cxn>
                              <a:cxn ang="0">
                                <a:pos x="connsiteX68" y="connsiteY68"/>
                              </a:cxn>
                              <a:cxn ang="0">
                                <a:pos x="connsiteX69" y="connsiteY69"/>
                              </a:cxn>
                              <a:cxn ang="0">
                                <a:pos x="connsiteX70" y="connsiteY70"/>
                              </a:cxn>
                              <a:cxn ang="0">
                                <a:pos x="connsiteX71" y="connsiteY71"/>
                              </a:cxn>
                              <a:cxn ang="0">
                                <a:pos x="connsiteX72" y="connsiteY72"/>
                              </a:cxn>
                              <a:cxn ang="0">
                                <a:pos x="connsiteX73" y="connsiteY73"/>
                              </a:cxn>
                              <a:cxn ang="0">
                                <a:pos x="connsiteX74" y="connsiteY74"/>
                              </a:cxn>
                              <a:cxn ang="0">
                                <a:pos x="connsiteX75" y="connsiteY75"/>
                              </a:cxn>
                              <a:cxn ang="0">
                                <a:pos x="connsiteX76" y="connsiteY76"/>
                              </a:cxn>
                              <a:cxn ang="0">
                                <a:pos x="connsiteX77" y="connsiteY77"/>
                              </a:cxn>
                              <a:cxn ang="0">
                                <a:pos x="connsiteX78" y="connsiteY78"/>
                              </a:cxn>
                              <a:cxn ang="0">
                                <a:pos x="connsiteX79" y="connsiteY79"/>
                              </a:cxn>
                              <a:cxn ang="0">
                                <a:pos x="connsiteX80" y="connsiteY80"/>
                              </a:cxn>
                              <a:cxn ang="0">
                                <a:pos x="connsiteX81" y="connsiteY81"/>
                              </a:cxn>
                              <a:cxn ang="0">
                                <a:pos x="connsiteX82" y="connsiteY82"/>
                              </a:cxn>
                              <a:cxn ang="0">
                                <a:pos x="connsiteX83" y="connsiteY83"/>
                              </a:cxn>
                              <a:cxn ang="0">
                                <a:pos x="connsiteX84" y="connsiteY84"/>
                              </a:cxn>
                              <a:cxn ang="0">
                                <a:pos x="connsiteX85" y="connsiteY85"/>
                              </a:cxn>
                              <a:cxn ang="0">
                                <a:pos x="connsiteX86" y="connsiteY86"/>
                              </a:cxn>
                              <a:cxn ang="0">
                                <a:pos x="connsiteX87" y="connsiteY87"/>
                              </a:cxn>
                              <a:cxn ang="0">
                                <a:pos x="connsiteX88" y="connsiteY88"/>
                              </a:cxn>
                              <a:cxn ang="0">
                                <a:pos x="connsiteX89" y="connsiteY89"/>
                              </a:cxn>
                              <a:cxn ang="0">
                                <a:pos x="connsiteX90" y="connsiteY90"/>
                              </a:cxn>
                              <a:cxn ang="0">
                                <a:pos x="connsiteX91" y="connsiteY91"/>
                              </a:cxn>
                              <a:cxn ang="0">
                                <a:pos x="connsiteX92" y="connsiteY92"/>
                              </a:cxn>
                              <a:cxn ang="0">
                                <a:pos x="connsiteX93" y="connsiteY93"/>
                              </a:cxn>
                              <a:cxn ang="0">
                                <a:pos x="connsiteX94" y="connsiteY94"/>
                              </a:cxn>
                              <a:cxn ang="0">
                                <a:pos x="connsiteX95" y="connsiteY95"/>
                              </a:cxn>
                              <a:cxn ang="0">
                                <a:pos x="connsiteX96" y="connsiteY96"/>
                              </a:cxn>
                              <a:cxn ang="0">
                                <a:pos x="connsiteX97" y="connsiteY97"/>
                              </a:cxn>
                              <a:cxn ang="0">
                                <a:pos x="connsiteX98" y="connsiteY98"/>
                              </a:cxn>
                              <a:cxn ang="0">
                                <a:pos x="connsiteX99" y="connsiteY99"/>
                              </a:cxn>
                              <a:cxn ang="0">
                                <a:pos x="connsiteX100" y="connsiteY100"/>
                              </a:cxn>
                              <a:cxn ang="0">
                                <a:pos x="connsiteX101" y="connsiteY101"/>
                              </a:cxn>
                              <a:cxn ang="0">
                                <a:pos x="connsiteX102" y="connsiteY102"/>
                              </a:cxn>
                              <a:cxn ang="0">
                                <a:pos x="connsiteX103" y="connsiteY103"/>
                              </a:cxn>
                              <a:cxn ang="0">
                                <a:pos x="connsiteX104" y="connsiteY104"/>
                              </a:cxn>
                              <a:cxn ang="0">
                                <a:pos x="connsiteX105" y="connsiteY105"/>
                              </a:cxn>
                              <a:cxn ang="0">
                                <a:pos x="connsiteX106" y="connsiteY106"/>
                              </a:cxn>
                              <a:cxn ang="0">
                                <a:pos x="connsiteX107" y="connsiteY107"/>
                              </a:cxn>
                              <a:cxn ang="0">
                                <a:pos x="connsiteX108" y="connsiteY108"/>
                              </a:cxn>
                              <a:cxn ang="0">
                                <a:pos x="connsiteX109" y="connsiteY109"/>
                              </a:cxn>
                              <a:cxn ang="0">
                                <a:pos x="connsiteX110" y="connsiteY110"/>
                              </a:cxn>
                              <a:cxn ang="0">
                                <a:pos x="connsiteX111" y="connsiteY111"/>
                              </a:cxn>
                              <a:cxn ang="0">
                                <a:pos x="connsiteX112" y="connsiteY112"/>
                              </a:cxn>
                              <a:cxn ang="0">
                                <a:pos x="connsiteX113" y="connsiteY113"/>
                              </a:cxn>
                              <a:cxn ang="0">
                                <a:pos x="connsiteX114" y="connsiteY114"/>
                              </a:cxn>
                              <a:cxn ang="0">
                                <a:pos x="connsiteX115" y="connsiteY115"/>
                              </a:cxn>
                              <a:cxn ang="0">
                                <a:pos x="connsiteX116" y="connsiteY116"/>
                              </a:cxn>
                              <a:cxn ang="0">
                                <a:pos x="connsiteX117" y="connsiteY117"/>
                              </a:cxn>
                              <a:cxn ang="0">
                                <a:pos x="connsiteX118" y="connsiteY118"/>
                              </a:cxn>
                              <a:cxn ang="0">
                                <a:pos x="connsiteX119" y="connsiteY119"/>
                              </a:cxn>
                              <a:cxn ang="0">
                                <a:pos x="connsiteX120" y="connsiteY120"/>
                              </a:cxn>
                              <a:cxn ang="0">
                                <a:pos x="connsiteX121" y="connsiteY121"/>
                              </a:cxn>
                              <a:cxn ang="0">
                                <a:pos x="connsiteX122" y="connsiteY122"/>
                              </a:cxn>
                              <a:cxn ang="0">
                                <a:pos x="connsiteX123" y="connsiteY123"/>
                              </a:cxn>
                              <a:cxn ang="0">
                                <a:pos x="connsiteX124" y="connsiteY124"/>
                              </a:cxn>
                              <a:cxn ang="0">
                                <a:pos x="connsiteX125" y="connsiteY125"/>
                              </a:cxn>
                              <a:cxn ang="0">
                                <a:pos x="connsiteX126" y="connsiteY126"/>
                              </a:cxn>
                              <a:cxn ang="0">
                                <a:pos x="connsiteX127" y="connsiteY127"/>
                              </a:cxn>
                              <a:cxn ang="0">
                                <a:pos x="connsiteX128" y="connsiteY128"/>
                              </a:cxn>
                              <a:cxn ang="0">
                                <a:pos x="connsiteX129" y="connsiteY129"/>
                              </a:cxn>
                              <a:cxn ang="0">
                                <a:pos x="connsiteX130" y="connsiteY130"/>
                              </a:cxn>
                              <a:cxn ang="0">
                                <a:pos x="connsiteX131" y="connsiteY131"/>
                              </a:cxn>
                              <a:cxn ang="0">
                                <a:pos x="connsiteX132" y="connsiteY132"/>
                              </a:cxn>
                              <a:cxn ang="0">
                                <a:pos x="connsiteX133" y="connsiteY133"/>
                              </a:cxn>
                              <a:cxn ang="0">
                                <a:pos x="connsiteX134" y="connsiteY134"/>
                              </a:cxn>
                              <a:cxn ang="0">
                                <a:pos x="connsiteX135" y="connsiteY135"/>
                              </a:cxn>
                              <a:cxn ang="0">
                                <a:pos x="connsiteX136" y="connsiteY136"/>
                              </a:cxn>
                              <a:cxn ang="0">
                                <a:pos x="connsiteX137" y="connsiteY137"/>
                              </a:cxn>
                              <a:cxn ang="0">
                                <a:pos x="connsiteX138" y="connsiteY138"/>
                              </a:cxn>
                              <a:cxn ang="0">
                                <a:pos x="connsiteX139" y="connsiteY139"/>
                              </a:cxn>
                              <a:cxn ang="0">
                                <a:pos x="connsiteX140" y="connsiteY140"/>
                              </a:cxn>
                              <a:cxn ang="0">
                                <a:pos x="connsiteX141" y="connsiteY141"/>
                              </a:cxn>
                              <a:cxn ang="0">
                                <a:pos x="connsiteX142" y="connsiteY142"/>
                              </a:cxn>
                              <a:cxn ang="0">
                                <a:pos x="connsiteX143" y="connsiteY143"/>
                              </a:cxn>
                              <a:cxn ang="0">
                                <a:pos x="connsiteX144" y="connsiteY144"/>
                              </a:cxn>
                              <a:cxn ang="0">
                                <a:pos x="connsiteX145" y="connsiteY145"/>
                              </a:cxn>
                              <a:cxn ang="0">
                                <a:pos x="connsiteX146" y="connsiteY146"/>
                              </a:cxn>
                              <a:cxn ang="0">
                                <a:pos x="connsiteX147" y="connsiteY147"/>
                              </a:cxn>
                              <a:cxn ang="0">
                                <a:pos x="connsiteX148" y="connsiteY148"/>
                              </a:cxn>
                              <a:cxn ang="0">
                                <a:pos x="connsiteX149" y="connsiteY149"/>
                              </a:cxn>
                              <a:cxn ang="0">
                                <a:pos x="connsiteX150" y="connsiteY150"/>
                              </a:cxn>
                              <a:cxn ang="0">
                                <a:pos x="connsiteX151" y="connsiteY151"/>
                              </a:cxn>
                              <a:cxn ang="0">
                                <a:pos x="connsiteX152" y="connsiteY152"/>
                              </a:cxn>
                              <a:cxn ang="0">
                                <a:pos x="connsiteX153" y="connsiteY153"/>
                              </a:cxn>
                              <a:cxn ang="0">
                                <a:pos x="connsiteX154" y="connsiteY154"/>
                              </a:cxn>
                              <a:cxn ang="0">
                                <a:pos x="connsiteX155" y="connsiteY155"/>
                              </a:cxn>
                              <a:cxn ang="0">
                                <a:pos x="connsiteX156" y="connsiteY156"/>
                              </a:cxn>
                              <a:cxn ang="0">
                                <a:pos x="connsiteX157" y="connsiteY157"/>
                              </a:cxn>
                              <a:cxn ang="0">
                                <a:pos x="connsiteX158" y="connsiteY158"/>
                              </a:cxn>
                              <a:cxn ang="0">
                                <a:pos x="connsiteX159" y="connsiteY159"/>
                              </a:cxn>
                              <a:cxn ang="0">
                                <a:pos x="connsiteX160" y="connsiteY160"/>
                              </a:cxn>
                              <a:cxn ang="0">
                                <a:pos x="connsiteX161" y="connsiteY161"/>
                              </a:cxn>
                              <a:cxn ang="0">
                                <a:pos x="connsiteX162" y="connsiteY162"/>
                              </a:cxn>
                              <a:cxn ang="0">
                                <a:pos x="connsiteX163" y="connsiteY163"/>
                              </a:cxn>
                              <a:cxn ang="0">
                                <a:pos x="connsiteX164" y="connsiteY164"/>
                              </a:cxn>
                              <a:cxn ang="0">
                                <a:pos x="connsiteX165" y="connsiteY165"/>
                              </a:cxn>
                              <a:cxn ang="0">
                                <a:pos x="connsiteX166" y="connsiteY166"/>
                              </a:cxn>
                              <a:cxn ang="0">
                                <a:pos x="connsiteX167" y="connsiteY167"/>
                              </a:cxn>
                              <a:cxn ang="0">
                                <a:pos x="connsiteX168" y="connsiteY168"/>
                              </a:cxn>
                              <a:cxn ang="0">
                                <a:pos x="connsiteX169" y="connsiteY169"/>
                              </a:cxn>
                              <a:cxn ang="0">
                                <a:pos x="connsiteX170" y="connsiteY170"/>
                              </a:cxn>
                              <a:cxn ang="0">
                                <a:pos x="connsiteX171" y="connsiteY171"/>
                              </a:cxn>
                              <a:cxn ang="0">
                                <a:pos x="connsiteX172" y="connsiteY172"/>
                              </a:cxn>
                              <a:cxn ang="0">
                                <a:pos x="connsiteX173" y="connsiteY173"/>
                              </a:cxn>
                              <a:cxn ang="0">
                                <a:pos x="connsiteX174" y="connsiteY174"/>
                              </a:cxn>
                              <a:cxn ang="0">
                                <a:pos x="connsiteX175" y="connsiteY175"/>
                              </a:cxn>
                              <a:cxn ang="0">
                                <a:pos x="connsiteX176" y="connsiteY176"/>
                              </a:cxn>
                              <a:cxn ang="0">
                                <a:pos x="connsiteX177" y="connsiteY177"/>
                              </a:cxn>
                              <a:cxn ang="0">
                                <a:pos x="connsiteX178" y="connsiteY178"/>
                              </a:cxn>
                              <a:cxn ang="0">
                                <a:pos x="connsiteX179" y="connsiteY179"/>
                              </a:cxn>
                              <a:cxn ang="0">
                                <a:pos x="connsiteX180" y="connsiteY180"/>
                              </a:cxn>
                              <a:cxn ang="0">
                                <a:pos x="connsiteX181" y="connsiteY181"/>
                              </a:cxn>
                              <a:cxn ang="0">
                                <a:pos x="connsiteX182" y="connsiteY182"/>
                              </a:cxn>
                              <a:cxn ang="0">
                                <a:pos x="connsiteX183" y="connsiteY183"/>
                              </a:cxn>
                              <a:cxn ang="0">
                                <a:pos x="connsiteX184" y="connsiteY184"/>
                              </a:cxn>
                              <a:cxn ang="0">
                                <a:pos x="connsiteX185" y="connsiteY185"/>
                              </a:cxn>
                              <a:cxn ang="0">
                                <a:pos x="connsiteX186" y="connsiteY186"/>
                              </a:cxn>
                              <a:cxn ang="0">
                                <a:pos x="connsiteX187" y="connsiteY187"/>
                              </a:cxn>
                              <a:cxn ang="0">
                                <a:pos x="connsiteX188" y="connsiteY188"/>
                              </a:cxn>
                              <a:cxn ang="0">
                                <a:pos x="connsiteX189" y="connsiteY189"/>
                              </a:cxn>
                              <a:cxn ang="0">
                                <a:pos x="connsiteX190" y="connsiteY190"/>
                              </a:cxn>
                              <a:cxn ang="0">
                                <a:pos x="connsiteX191" y="connsiteY191"/>
                              </a:cxn>
                              <a:cxn ang="0">
                                <a:pos x="connsiteX192" y="connsiteY192"/>
                              </a:cxn>
                              <a:cxn ang="0">
                                <a:pos x="connsiteX193" y="connsiteY193"/>
                              </a:cxn>
                              <a:cxn ang="0">
                                <a:pos x="connsiteX194" y="connsiteY194"/>
                              </a:cxn>
                              <a:cxn ang="0">
                                <a:pos x="connsiteX195" y="connsiteY195"/>
                              </a:cxn>
                              <a:cxn ang="0">
                                <a:pos x="connsiteX196" y="connsiteY196"/>
                              </a:cxn>
                              <a:cxn ang="0">
                                <a:pos x="connsiteX197" y="connsiteY197"/>
                              </a:cxn>
                              <a:cxn ang="0">
                                <a:pos x="connsiteX198" y="connsiteY198"/>
                              </a:cxn>
                              <a:cxn ang="0">
                                <a:pos x="connsiteX199" y="connsiteY199"/>
                              </a:cxn>
                              <a:cxn ang="0">
                                <a:pos x="connsiteX200" y="connsiteY200"/>
                              </a:cxn>
                              <a:cxn ang="0">
                                <a:pos x="connsiteX201" y="connsiteY201"/>
                              </a:cxn>
                              <a:cxn ang="0">
                                <a:pos x="connsiteX202" y="connsiteY202"/>
                              </a:cxn>
                              <a:cxn ang="0">
                                <a:pos x="connsiteX203" y="connsiteY203"/>
                              </a:cxn>
                              <a:cxn ang="0">
                                <a:pos x="connsiteX204" y="connsiteY204"/>
                              </a:cxn>
                              <a:cxn ang="0">
                                <a:pos x="connsiteX205" y="connsiteY205"/>
                              </a:cxn>
                              <a:cxn ang="0">
                                <a:pos x="connsiteX206" y="connsiteY206"/>
                              </a:cxn>
                              <a:cxn ang="0">
                                <a:pos x="connsiteX207" y="connsiteY207"/>
                              </a:cxn>
                              <a:cxn ang="0">
                                <a:pos x="connsiteX208" y="connsiteY208"/>
                              </a:cxn>
                              <a:cxn ang="0">
                                <a:pos x="connsiteX209" y="connsiteY209"/>
                              </a:cxn>
                              <a:cxn ang="0">
                                <a:pos x="connsiteX210" y="connsiteY210"/>
                              </a:cxn>
                              <a:cxn ang="0">
                                <a:pos x="connsiteX211" y="connsiteY211"/>
                              </a:cxn>
                              <a:cxn ang="0">
                                <a:pos x="connsiteX212" y="connsiteY212"/>
                              </a:cxn>
                              <a:cxn ang="0">
                                <a:pos x="connsiteX213" y="connsiteY213"/>
                              </a:cxn>
                              <a:cxn ang="0">
                                <a:pos x="connsiteX214" y="connsiteY214"/>
                              </a:cxn>
                              <a:cxn ang="0">
                                <a:pos x="connsiteX215" y="connsiteY215"/>
                              </a:cxn>
                              <a:cxn ang="0">
                                <a:pos x="connsiteX216" y="connsiteY216"/>
                              </a:cxn>
                              <a:cxn ang="0">
                                <a:pos x="connsiteX217" y="connsiteY217"/>
                              </a:cxn>
                              <a:cxn ang="0">
                                <a:pos x="connsiteX218" y="connsiteY218"/>
                              </a:cxn>
                              <a:cxn ang="0">
                                <a:pos x="connsiteX219" y="connsiteY219"/>
                              </a:cxn>
                              <a:cxn ang="0">
                                <a:pos x="connsiteX220" y="connsiteY220"/>
                              </a:cxn>
                              <a:cxn ang="0">
                                <a:pos x="connsiteX221" y="connsiteY221"/>
                              </a:cxn>
                              <a:cxn ang="0">
                                <a:pos x="connsiteX222" y="connsiteY222"/>
                              </a:cxn>
                              <a:cxn ang="0">
                                <a:pos x="connsiteX223" y="connsiteY223"/>
                              </a:cxn>
                              <a:cxn ang="0">
                                <a:pos x="connsiteX224" y="connsiteY224"/>
                              </a:cxn>
                              <a:cxn ang="0">
                                <a:pos x="connsiteX225" y="connsiteY225"/>
                              </a:cxn>
                              <a:cxn ang="0">
                                <a:pos x="connsiteX226" y="connsiteY226"/>
                              </a:cxn>
                              <a:cxn ang="0">
                                <a:pos x="connsiteX227" y="connsiteY227"/>
                              </a:cxn>
                              <a:cxn ang="0">
                                <a:pos x="connsiteX228" y="connsiteY228"/>
                              </a:cxn>
                              <a:cxn ang="0">
                                <a:pos x="connsiteX229" y="connsiteY229"/>
                              </a:cxn>
                              <a:cxn ang="0">
                                <a:pos x="connsiteX230" y="connsiteY230"/>
                              </a:cxn>
                              <a:cxn ang="0">
                                <a:pos x="connsiteX231" y="connsiteY231"/>
                              </a:cxn>
                              <a:cxn ang="0">
                                <a:pos x="connsiteX232" y="connsiteY232"/>
                              </a:cxn>
                              <a:cxn ang="0">
                                <a:pos x="connsiteX233" y="connsiteY233"/>
                              </a:cxn>
                              <a:cxn ang="0">
                                <a:pos x="connsiteX234" y="connsiteY234"/>
                              </a:cxn>
                              <a:cxn ang="0">
                                <a:pos x="connsiteX235" y="connsiteY235"/>
                              </a:cxn>
                              <a:cxn ang="0">
                                <a:pos x="connsiteX236" y="connsiteY236"/>
                              </a:cxn>
                              <a:cxn ang="0">
                                <a:pos x="connsiteX237" y="connsiteY237"/>
                              </a:cxn>
                              <a:cxn ang="0">
                                <a:pos x="connsiteX238" y="connsiteY238"/>
                              </a:cxn>
                              <a:cxn ang="0">
                                <a:pos x="connsiteX239" y="connsiteY239"/>
                              </a:cxn>
                              <a:cxn ang="0">
                                <a:pos x="connsiteX240" y="connsiteY240"/>
                              </a:cxn>
                              <a:cxn ang="0">
                                <a:pos x="connsiteX241" y="connsiteY241"/>
                              </a:cxn>
                              <a:cxn ang="0">
                                <a:pos x="connsiteX242" y="connsiteY242"/>
                              </a:cxn>
                              <a:cxn ang="0">
                                <a:pos x="connsiteX243" y="connsiteY243"/>
                              </a:cxn>
                              <a:cxn ang="0">
                                <a:pos x="connsiteX244" y="connsiteY244"/>
                              </a:cxn>
                              <a:cxn ang="0">
                                <a:pos x="connsiteX245" y="connsiteY245"/>
                              </a:cxn>
                              <a:cxn ang="0">
                                <a:pos x="connsiteX246" y="connsiteY246"/>
                              </a:cxn>
                              <a:cxn ang="0">
                                <a:pos x="connsiteX247" y="connsiteY247"/>
                              </a:cxn>
                              <a:cxn ang="0">
                                <a:pos x="connsiteX248" y="connsiteY248"/>
                              </a:cxn>
                              <a:cxn ang="0">
                                <a:pos x="connsiteX249" y="connsiteY249"/>
                              </a:cxn>
                              <a:cxn ang="0">
                                <a:pos x="connsiteX250" y="connsiteY250"/>
                              </a:cxn>
                              <a:cxn ang="0">
                                <a:pos x="connsiteX251" y="connsiteY251"/>
                              </a:cxn>
                              <a:cxn ang="0">
                                <a:pos x="connsiteX252" y="connsiteY252"/>
                              </a:cxn>
                              <a:cxn ang="0">
                                <a:pos x="connsiteX253" y="connsiteY253"/>
                              </a:cxn>
                              <a:cxn ang="0">
                                <a:pos x="connsiteX254" y="connsiteY254"/>
                              </a:cxn>
                              <a:cxn ang="0">
                                <a:pos x="connsiteX255" y="connsiteY255"/>
                              </a:cxn>
                              <a:cxn ang="0">
                                <a:pos x="connsiteX256" y="connsiteY256"/>
                              </a:cxn>
                              <a:cxn ang="0">
                                <a:pos x="connsiteX257" y="connsiteY257"/>
                              </a:cxn>
                              <a:cxn ang="0">
                                <a:pos x="connsiteX258" y="connsiteY258"/>
                              </a:cxn>
                              <a:cxn ang="0">
                                <a:pos x="connsiteX259" y="connsiteY259"/>
                              </a:cxn>
                              <a:cxn ang="0">
                                <a:pos x="connsiteX260" y="connsiteY260"/>
                              </a:cxn>
                              <a:cxn ang="0">
                                <a:pos x="connsiteX261" y="connsiteY261"/>
                              </a:cxn>
                              <a:cxn ang="0">
                                <a:pos x="connsiteX262" y="connsiteY262"/>
                              </a:cxn>
                              <a:cxn ang="0">
                                <a:pos x="connsiteX263" y="connsiteY263"/>
                              </a:cxn>
                              <a:cxn ang="0">
                                <a:pos x="connsiteX264" y="connsiteY264"/>
                              </a:cxn>
                              <a:cxn ang="0">
                                <a:pos x="connsiteX265" y="connsiteY265"/>
                              </a:cxn>
                              <a:cxn ang="0">
                                <a:pos x="connsiteX266" y="connsiteY266"/>
                              </a:cxn>
                              <a:cxn ang="0">
                                <a:pos x="connsiteX267" y="connsiteY267"/>
                              </a:cxn>
                              <a:cxn ang="0">
                                <a:pos x="connsiteX268" y="connsiteY268"/>
                              </a:cxn>
                              <a:cxn ang="0">
                                <a:pos x="connsiteX269" y="connsiteY269"/>
                              </a:cxn>
                              <a:cxn ang="0">
                                <a:pos x="connsiteX270" y="connsiteY270"/>
                              </a:cxn>
                              <a:cxn ang="0">
                                <a:pos x="connsiteX271" y="connsiteY271"/>
                              </a:cxn>
                              <a:cxn ang="0">
                                <a:pos x="connsiteX272" y="connsiteY272"/>
                              </a:cxn>
                              <a:cxn ang="0">
                                <a:pos x="connsiteX273" y="connsiteY273"/>
                              </a:cxn>
                              <a:cxn ang="0">
                                <a:pos x="connsiteX274" y="connsiteY274"/>
                              </a:cxn>
                              <a:cxn ang="0">
                                <a:pos x="connsiteX275" y="connsiteY275"/>
                              </a:cxn>
                              <a:cxn ang="0">
                                <a:pos x="connsiteX276" y="connsiteY276"/>
                              </a:cxn>
                              <a:cxn ang="0">
                                <a:pos x="connsiteX277" y="connsiteY277"/>
                              </a:cxn>
                              <a:cxn ang="0">
                                <a:pos x="connsiteX278" y="connsiteY278"/>
                              </a:cxn>
                              <a:cxn ang="0">
                                <a:pos x="connsiteX279" y="connsiteY279"/>
                              </a:cxn>
                              <a:cxn ang="0">
                                <a:pos x="connsiteX280" y="connsiteY280"/>
                              </a:cxn>
                              <a:cxn ang="0">
                                <a:pos x="connsiteX281" y="connsiteY281"/>
                              </a:cxn>
                              <a:cxn ang="0">
                                <a:pos x="connsiteX282" y="connsiteY282"/>
                              </a:cxn>
                              <a:cxn ang="0">
                                <a:pos x="connsiteX283" y="connsiteY283"/>
                              </a:cxn>
                              <a:cxn ang="0">
                                <a:pos x="connsiteX284" y="connsiteY284"/>
                              </a:cxn>
                              <a:cxn ang="0">
                                <a:pos x="connsiteX285" y="connsiteY285"/>
                              </a:cxn>
                              <a:cxn ang="0">
                                <a:pos x="connsiteX286" y="connsiteY286"/>
                              </a:cxn>
                              <a:cxn ang="0">
                                <a:pos x="connsiteX287" y="connsiteY287"/>
                              </a:cxn>
                              <a:cxn ang="0">
                                <a:pos x="connsiteX288" y="connsiteY288"/>
                              </a:cxn>
                              <a:cxn ang="0">
                                <a:pos x="connsiteX289" y="connsiteY289"/>
                              </a:cxn>
                              <a:cxn ang="0">
                                <a:pos x="connsiteX290" y="connsiteY290"/>
                              </a:cxn>
                              <a:cxn ang="0">
                                <a:pos x="connsiteX291" y="connsiteY291"/>
                              </a:cxn>
                              <a:cxn ang="0">
                                <a:pos x="connsiteX292" y="connsiteY292"/>
                              </a:cxn>
                              <a:cxn ang="0">
                                <a:pos x="connsiteX293" y="connsiteY293"/>
                              </a:cxn>
                              <a:cxn ang="0">
                                <a:pos x="connsiteX294" y="connsiteY294"/>
                              </a:cxn>
                              <a:cxn ang="0">
                                <a:pos x="connsiteX295" y="connsiteY295"/>
                              </a:cxn>
                              <a:cxn ang="0">
                                <a:pos x="connsiteX296" y="connsiteY296"/>
                              </a:cxn>
                              <a:cxn ang="0">
                                <a:pos x="connsiteX297" y="connsiteY297"/>
                              </a:cxn>
                              <a:cxn ang="0">
                                <a:pos x="connsiteX298" y="connsiteY298"/>
                              </a:cxn>
                              <a:cxn ang="0">
                                <a:pos x="connsiteX299" y="connsiteY299"/>
                              </a:cxn>
                              <a:cxn ang="0">
                                <a:pos x="connsiteX300" y="connsiteY300"/>
                              </a:cxn>
                              <a:cxn ang="0">
                                <a:pos x="connsiteX301" y="connsiteY301"/>
                              </a:cxn>
                              <a:cxn ang="0">
                                <a:pos x="connsiteX302" y="connsiteY302"/>
                              </a:cxn>
                              <a:cxn ang="0">
                                <a:pos x="connsiteX303" y="connsiteY303"/>
                              </a:cxn>
                              <a:cxn ang="0">
                                <a:pos x="connsiteX304" y="connsiteY304"/>
                              </a:cxn>
                              <a:cxn ang="0">
                                <a:pos x="connsiteX305" y="connsiteY305"/>
                              </a:cxn>
                              <a:cxn ang="0">
                                <a:pos x="connsiteX306" y="connsiteY306"/>
                              </a:cxn>
                              <a:cxn ang="0">
                                <a:pos x="connsiteX307" y="connsiteY307"/>
                              </a:cxn>
                              <a:cxn ang="0">
                                <a:pos x="connsiteX308" y="connsiteY308"/>
                              </a:cxn>
                              <a:cxn ang="0">
                                <a:pos x="connsiteX309" y="connsiteY309"/>
                              </a:cxn>
                              <a:cxn ang="0">
                                <a:pos x="connsiteX310" y="connsiteY310"/>
                              </a:cxn>
                              <a:cxn ang="0">
                                <a:pos x="connsiteX311" y="connsiteY311"/>
                              </a:cxn>
                              <a:cxn ang="0">
                                <a:pos x="connsiteX312" y="connsiteY312"/>
                              </a:cxn>
                              <a:cxn ang="0">
                                <a:pos x="connsiteX313" y="connsiteY313"/>
                              </a:cxn>
                              <a:cxn ang="0">
                                <a:pos x="connsiteX314" y="connsiteY314"/>
                              </a:cxn>
                              <a:cxn ang="0">
                                <a:pos x="connsiteX315" y="connsiteY315"/>
                              </a:cxn>
                              <a:cxn ang="0">
                                <a:pos x="connsiteX316" y="connsiteY316"/>
                              </a:cxn>
                              <a:cxn ang="0">
                                <a:pos x="connsiteX317" y="connsiteY317"/>
                              </a:cxn>
                              <a:cxn ang="0">
                                <a:pos x="connsiteX318" y="connsiteY318"/>
                              </a:cxn>
                              <a:cxn ang="0">
                                <a:pos x="connsiteX319" y="connsiteY319"/>
                              </a:cxn>
                            </a:cxnLst>
                            <a:rect l="l" t="t" r="r" b="b"/>
                            <a:pathLst>
                              <a:path w="984928" h="511721">
                                <a:moveTo>
                                  <a:pt x="977792" y="193994"/>
                                </a:moveTo>
                                <a:cubicBezTo>
                                  <a:pt x="976603" y="195183"/>
                                  <a:pt x="975413" y="197562"/>
                                  <a:pt x="975413" y="197562"/>
                                </a:cubicBezTo>
                                <a:cubicBezTo>
                                  <a:pt x="973034" y="198752"/>
                                  <a:pt x="961140" y="207078"/>
                                  <a:pt x="962330" y="209456"/>
                                </a:cubicBezTo>
                                <a:cubicBezTo>
                                  <a:pt x="962330" y="211835"/>
                                  <a:pt x="964709" y="220161"/>
                                  <a:pt x="962330" y="221351"/>
                                </a:cubicBezTo>
                                <a:cubicBezTo>
                                  <a:pt x="959951" y="222540"/>
                                  <a:pt x="948056" y="227298"/>
                                  <a:pt x="948056" y="228487"/>
                                </a:cubicBezTo>
                                <a:cubicBezTo>
                                  <a:pt x="948056" y="230866"/>
                                  <a:pt x="944488" y="246329"/>
                                  <a:pt x="948056" y="249897"/>
                                </a:cubicBezTo>
                                <a:cubicBezTo>
                                  <a:pt x="951624" y="253466"/>
                                  <a:pt x="958761" y="261792"/>
                                  <a:pt x="956382" y="264171"/>
                                </a:cubicBezTo>
                                <a:cubicBezTo>
                                  <a:pt x="955193" y="266549"/>
                                  <a:pt x="951624" y="270118"/>
                                  <a:pt x="949245" y="272497"/>
                                </a:cubicBezTo>
                                <a:cubicBezTo>
                                  <a:pt x="946867" y="273686"/>
                                  <a:pt x="943298" y="274875"/>
                                  <a:pt x="942109" y="277254"/>
                                </a:cubicBezTo>
                                <a:cubicBezTo>
                                  <a:pt x="940920" y="279633"/>
                                  <a:pt x="938541" y="283202"/>
                                  <a:pt x="936162" y="282012"/>
                                </a:cubicBezTo>
                                <a:cubicBezTo>
                                  <a:pt x="933783" y="280823"/>
                                  <a:pt x="933783" y="278444"/>
                                  <a:pt x="930215" y="277254"/>
                                </a:cubicBezTo>
                                <a:cubicBezTo>
                                  <a:pt x="926647" y="277254"/>
                                  <a:pt x="919509" y="282012"/>
                                  <a:pt x="914752" y="280823"/>
                                </a:cubicBezTo>
                                <a:cubicBezTo>
                                  <a:pt x="909994" y="279633"/>
                                  <a:pt x="894532" y="272497"/>
                                  <a:pt x="892153" y="276065"/>
                                </a:cubicBezTo>
                                <a:cubicBezTo>
                                  <a:pt x="889774" y="279633"/>
                                  <a:pt x="887395" y="295096"/>
                                  <a:pt x="886205" y="304611"/>
                                </a:cubicBezTo>
                                <a:cubicBezTo>
                                  <a:pt x="885016" y="314127"/>
                                  <a:pt x="882637" y="333158"/>
                                  <a:pt x="885016" y="334347"/>
                                </a:cubicBezTo>
                                <a:cubicBezTo>
                                  <a:pt x="887395" y="335537"/>
                                  <a:pt x="893342" y="336726"/>
                                  <a:pt x="892153" y="337915"/>
                                </a:cubicBezTo>
                                <a:cubicBezTo>
                                  <a:pt x="890963" y="339105"/>
                                  <a:pt x="888584" y="345052"/>
                                  <a:pt x="886205" y="346241"/>
                                </a:cubicBezTo>
                                <a:cubicBezTo>
                                  <a:pt x="885016" y="347431"/>
                                  <a:pt x="881448" y="349810"/>
                                  <a:pt x="877879" y="346241"/>
                                </a:cubicBezTo>
                                <a:cubicBezTo>
                                  <a:pt x="873122" y="342673"/>
                                  <a:pt x="873122" y="347431"/>
                                  <a:pt x="869554" y="347431"/>
                                </a:cubicBezTo>
                                <a:cubicBezTo>
                                  <a:pt x="865985" y="347431"/>
                                  <a:pt x="857659" y="347431"/>
                                  <a:pt x="854091" y="349810"/>
                                </a:cubicBezTo>
                                <a:cubicBezTo>
                                  <a:pt x="850522" y="350999"/>
                                  <a:pt x="849333" y="354568"/>
                                  <a:pt x="845765" y="354568"/>
                                </a:cubicBezTo>
                                <a:cubicBezTo>
                                  <a:pt x="842196" y="354568"/>
                                  <a:pt x="841007" y="350999"/>
                                  <a:pt x="836249" y="353378"/>
                                </a:cubicBezTo>
                                <a:cubicBezTo>
                                  <a:pt x="831492" y="355757"/>
                                  <a:pt x="830302" y="362894"/>
                                  <a:pt x="832681" y="364083"/>
                                </a:cubicBezTo>
                                <a:cubicBezTo>
                                  <a:pt x="833871" y="365272"/>
                                  <a:pt x="851712" y="365272"/>
                                  <a:pt x="849333" y="366462"/>
                                </a:cubicBezTo>
                                <a:cubicBezTo>
                                  <a:pt x="848143" y="367651"/>
                                  <a:pt x="844575" y="371220"/>
                                  <a:pt x="845765" y="374788"/>
                                </a:cubicBezTo>
                                <a:cubicBezTo>
                                  <a:pt x="846954" y="379546"/>
                                  <a:pt x="855280" y="402145"/>
                                  <a:pt x="857659" y="404524"/>
                                </a:cubicBezTo>
                                <a:cubicBezTo>
                                  <a:pt x="860038" y="406903"/>
                                  <a:pt x="864796" y="410471"/>
                                  <a:pt x="863607" y="415229"/>
                                </a:cubicBezTo>
                                <a:cubicBezTo>
                                  <a:pt x="862417" y="419987"/>
                                  <a:pt x="857659" y="422365"/>
                                  <a:pt x="858849" y="425934"/>
                                </a:cubicBezTo>
                                <a:cubicBezTo>
                                  <a:pt x="860038" y="428313"/>
                                  <a:pt x="863607" y="430691"/>
                                  <a:pt x="862417" y="431881"/>
                                </a:cubicBezTo>
                                <a:cubicBezTo>
                                  <a:pt x="861228" y="433070"/>
                                  <a:pt x="855280" y="436639"/>
                                  <a:pt x="855280" y="437828"/>
                                </a:cubicBezTo>
                                <a:cubicBezTo>
                                  <a:pt x="855280" y="440207"/>
                                  <a:pt x="857659" y="443775"/>
                                  <a:pt x="855280" y="444965"/>
                                </a:cubicBezTo>
                                <a:cubicBezTo>
                                  <a:pt x="852901" y="446154"/>
                                  <a:pt x="846954" y="448533"/>
                                  <a:pt x="841007" y="444965"/>
                                </a:cubicBezTo>
                                <a:cubicBezTo>
                                  <a:pt x="836249" y="441396"/>
                                  <a:pt x="832681" y="433070"/>
                                  <a:pt x="830302" y="433070"/>
                                </a:cubicBezTo>
                                <a:cubicBezTo>
                                  <a:pt x="827924" y="433070"/>
                                  <a:pt x="823166" y="433070"/>
                                  <a:pt x="820786" y="431881"/>
                                </a:cubicBezTo>
                                <a:cubicBezTo>
                                  <a:pt x="818407" y="430691"/>
                                  <a:pt x="805324" y="425934"/>
                                  <a:pt x="800566" y="427123"/>
                                </a:cubicBezTo>
                                <a:cubicBezTo>
                                  <a:pt x="795809" y="428313"/>
                                  <a:pt x="793430" y="431881"/>
                                  <a:pt x="789861" y="430691"/>
                                </a:cubicBezTo>
                                <a:cubicBezTo>
                                  <a:pt x="785103" y="429502"/>
                                  <a:pt x="776777" y="425934"/>
                                  <a:pt x="773209" y="425934"/>
                                </a:cubicBezTo>
                                <a:cubicBezTo>
                                  <a:pt x="769641" y="427123"/>
                                  <a:pt x="768452" y="431881"/>
                                  <a:pt x="763694" y="431881"/>
                                </a:cubicBezTo>
                                <a:cubicBezTo>
                                  <a:pt x="758936" y="431881"/>
                                  <a:pt x="755368" y="429502"/>
                                  <a:pt x="752989" y="430691"/>
                                </a:cubicBezTo>
                                <a:cubicBezTo>
                                  <a:pt x="750610" y="431881"/>
                                  <a:pt x="748231" y="435449"/>
                                  <a:pt x="744663" y="435449"/>
                                </a:cubicBezTo>
                                <a:cubicBezTo>
                                  <a:pt x="741094" y="435449"/>
                                  <a:pt x="717306" y="425934"/>
                                  <a:pt x="713737" y="427123"/>
                                </a:cubicBezTo>
                                <a:cubicBezTo>
                                  <a:pt x="710169" y="427123"/>
                                  <a:pt x="705411" y="430691"/>
                                  <a:pt x="701843" y="430691"/>
                                </a:cubicBezTo>
                                <a:cubicBezTo>
                                  <a:pt x="699464" y="429502"/>
                                  <a:pt x="688760" y="425934"/>
                                  <a:pt x="688760" y="429502"/>
                                </a:cubicBezTo>
                                <a:cubicBezTo>
                                  <a:pt x="687570" y="431881"/>
                                  <a:pt x="693517" y="450912"/>
                                  <a:pt x="688760" y="449722"/>
                                </a:cubicBezTo>
                                <a:cubicBezTo>
                                  <a:pt x="684001" y="448533"/>
                                  <a:pt x="674486" y="449722"/>
                                  <a:pt x="667350" y="449722"/>
                                </a:cubicBezTo>
                                <a:cubicBezTo>
                                  <a:pt x="660213" y="449722"/>
                                  <a:pt x="650697" y="452101"/>
                                  <a:pt x="648318" y="449722"/>
                                </a:cubicBezTo>
                                <a:cubicBezTo>
                                  <a:pt x="644750" y="447343"/>
                                  <a:pt x="637614" y="443775"/>
                                  <a:pt x="635235" y="444965"/>
                                </a:cubicBezTo>
                                <a:cubicBezTo>
                                  <a:pt x="632856" y="446154"/>
                                  <a:pt x="632856" y="450912"/>
                                  <a:pt x="631667" y="453291"/>
                                </a:cubicBezTo>
                                <a:cubicBezTo>
                                  <a:pt x="630477" y="454480"/>
                                  <a:pt x="628098" y="455670"/>
                                  <a:pt x="626909" y="456859"/>
                                </a:cubicBezTo>
                                <a:cubicBezTo>
                                  <a:pt x="626909" y="456859"/>
                                  <a:pt x="625720" y="456859"/>
                                  <a:pt x="625720" y="456859"/>
                                </a:cubicBezTo>
                                <a:cubicBezTo>
                                  <a:pt x="622151" y="465185"/>
                                  <a:pt x="612635" y="472322"/>
                                  <a:pt x="606688" y="479458"/>
                                </a:cubicBezTo>
                                <a:cubicBezTo>
                                  <a:pt x="600741" y="486595"/>
                                  <a:pt x="595984" y="498489"/>
                                  <a:pt x="588847" y="504436"/>
                                </a:cubicBezTo>
                                <a:cubicBezTo>
                                  <a:pt x="579331" y="513952"/>
                                  <a:pt x="574573" y="497300"/>
                                  <a:pt x="562679" y="497300"/>
                                </a:cubicBezTo>
                                <a:cubicBezTo>
                                  <a:pt x="561490" y="497300"/>
                                  <a:pt x="557922" y="500868"/>
                                  <a:pt x="556732" y="500868"/>
                                </a:cubicBezTo>
                                <a:cubicBezTo>
                                  <a:pt x="554353" y="502058"/>
                                  <a:pt x="550785" y="500868"/>
                                  <a:pt x="548406" y="502058"/>
                                </a:cubicBezTo>
                                <a:cubicBezTo>
                                  <a:pt x="542459" y="503247"/>
                                  <a:pt x="537701" y="505626"/>
                                  <a:pt x="531754" y="505626"/>
                                </a:cubicBezTo>
                                <a:cubicBezTo>
                                  <a:pt x="530564" y="499679"/>
                                  <a:pt x="528186" y="493732"/>
                                  <a:pt x="525807" y="487784"/>
                                </a:cubicBezTo>
                                <a:cubicBezTo>
                                  <a:pt x="522239" y="480648"/>
                                  <a:pt x="518670" y="480648"/>
                                  <a:pt x="512723" y="477079"/>
                                </a:cubicBezTo>
                                <a:cubicBezTo>
                                  <a:pt x="500829" y="471132"/>
                                  <a:pt x="507965" y="453291"/>
                                  <a:pt x="503208" y="440207"/>
                                </a:cubicBezTo>
                                <a:cubicBezTo>
                                  <a:pt x="500829" y="440207"/>
                                  <a:pt x="498450" y="439017"/>
                                  <a:pt x="496071" y="440207"/>
                                </a:cubicBezTo>
                                <a:cubicBezTo>
                                  <a:pt x="484177" y="412850"/>
                                  <a:pt x="458009" y="414039"/>
                                  <a:pt x="430652" y="415229"/>
                                </a:cubicBezTo>
                                <a:cubicBezTo>
                                  <a:pt x="417568" y="416418"/>
                                  <a:pt x="405674" y="424744"/>
                                  <a:pt x="392590" y="421176"/>
                                </a:cubicBezTo>
                                <a:cubicBezTo>
                                  <a:pt x="387832" y="419987"/>
                                  <a:pt x="383075" y="415229"/>
                                  <a:pt x="378317" y="412850"/>
                                </a:cubicBezTo>
                                <a:cubicBezTo>
                                  <a:pt x="374748" y="410471"/>
                                  <a:pt x="365233" y="408092"/>
                                  <a:pt x="362854" y="404524"/>
                                </a:cubicBezTo>
                                <a:cubicBezTo>
                                  <a:pt x="361665" y="403334"/>
                                  <a:pt x="361665" y="402145"/>
                                  <a:pt x="361665" y="400956"/>
                                </a:cubicBezTo>
                                <a:cubicBezTo>
                                  <a:pt x="360475" y="395008"/>
                                  <a:pt x="362854" y="386682"/>
                                  <a:pt x="364044" y="381925"/>
                                </a:cubicBezTo>
                                <a:cubicBezTo>
                                  <a:pt x="366423" y="372409"/>
                                  <a:pt x="366423" y="371220"/>
                                  <a:pt x="362854" y="362894"/>
                                </a:cubicBezTo>
                                <a:cubicBezTo>
                                  <a:pt x="355718" y="346241"/>
                                  <a:pt x="366423" y="337915"/>
                                  <a:pt x="369991" y="323642"/>
                                </a:cubicBezTo>
                                <a:cubicBezTo>
                                  <a:pt x="365233" y="326021"/>
                                  <a:pt x="362854" y="335537"/>
                                  <a:pt x="356907" y="336726"/>
                                </a:cubicBezTo>
                                <a:cubicBezTo>
                                  <a:pt x="353339" y="337915"/>
                                  <a:pt x="341444" y="328400"/>
                                  <a:pt x="340255" y="337915"/>
                                </a:cubicBezTo>
                                <a:cubicBezTo>
                                  <a:pt x="343823" y="339105"/>
                                  <a:pt x="348581" y="339105"/>
                                  <a:pt x="352149" y="341484"/>
                                </a:cubicBezTo>
                                <a:cubicBezTo>
                                  <a:pt x="352149" y="341484"/>
                                  <a:pt x="353339" y="343863"/>
                                  <a:pt x="354528" y="343863"/>
                                </a:cubicBezTo>
                                <a:cubicBezTo>
                                  <a:pt x="354528" y="348620"/>
                                  <a:pt x="348581" y="353378"/>
                                  <a:pt x="345012" y="354568"/>
                                </a:cubicBezTo>
                                <a:cubicBezTo>
                                  <a:pt x="336687" y="358136"/>
                                  <a:pt x="337876" y="353378"/>
                                  <a:pt x="330739" y="350999"/>
                                </a:cubicBezTo>
                                <a:cubicBezTo>
                                  <a:pt x="329550" y="356946"/>
                                  <a:pt x="324792" y="365272"/>
                                  <a:pt x="320035" y="367651"/>
                                </a:cubicBezTo>
                                <a:cubicBezTo>
                                  <a:pt x="320035" y="364083"/>
                                  <a:pt x="316466" y="359325"/>
                                  <a:pt x="312898" y="359325"/>
                                </a:cubicBezTo>
                                <a:cubicBezTo>
                                  <a:pt x="312898" y="361704"/>
                                  <a:pt x="312898" y="365272"/>
                                  <a:pt x="312898" y="368841"/>
                                </a:cubicBezTo>
                                <a:cubicBezTo>
                                  <a:pt x="312898" y="368841"/>
                                  <a:pt x="312898" y="368841"/>
                                  <a:pt x="312898" y="368841"/>
                                </a:cubicBezTo>
                                <a:cubicBezTo>
                                  <a:pt x="312898" y="372409"/>
                                  <a:pt x="311708" y="375977"/>
                                  <a:pt x="309329" y="377167"/>
                                </a:cubicBezTo>
                                <a:cubicBezTo>
                                  <a:pt x="306951" y="379546"/>
                                  <a:pt x="261752" y="381925"/>
                                  <a:pt x="249858" y="386682"/>
                                </a:cubicBezTo>
                                <a:cubicBezTo>
                                  <a:pt x="249858" y="392630"/>
                                  <a:pt x="260563" y="453291"/>
                                  <a:pt x="261752" y="466374"/>
                                </a:cubicBezTo>
                                <a:cubicBezTo>
                                  <a:pt x="262942" y="473511"/>
                                  <a:pt x="265321" y="478269"/>
                                  <a:pt x="266510" y="485405"/>
                                </a:cubicBezTo>
                                <a:cubicBezTo>
                                  <a:pt x="267699" y="490163"/>
                                  <a:pt x="271268" y="502058"/>
                                  <a:pt x="268889" y="506815"/>
                                </a:cubicBezTo>
                                <a:cubicBezTo>
                                  <a:pt x="267699" y="509194"/>
                                  <a:pt x="267699" y="510384"/>
                                  <a:pt x="266510" y="510384"/>
                                </a:cubicBezTo>
                                <a:cubicBezTo>
                                  <a:pt x="259373" y="516331"/>
                                  <a:pt x="246290" y="500868"/>
                                  <a:pt x="241532" y="494921"/>
                                </a:cubicBezTo>
                                <a:cubicBezTo>
                                  <a:pt x="230827" y="481837"/>
                                  <a:pt x="209417" y="475890"/>
                                  <a:pt x="193954" y="484216"/>
                                </a:cubicBezTo>
                                <a:cubicBezTo>
                                  <a:pt x="190386" y="485405"/>
                                  <a:pt x="178492" y="496110"/>
                                  <a:pt x="174923" y="497300"/>
                                </a:cubicBezTo>
                                <a:cubicBezTo>
                                  <a:pt x="174923" y="497300"/>
                                  <a:pt x="174923" y="497300"/>
                                  <a:pt x="173734" y="497300"/>
                                </a:cubicBezTo>
                                <a:cubicBezTo>
                                  <a:pt x="170166" y="494921"/>
                                  <a:pt x="176113" y="472322"/>
                                  <a:pt x="176113" y="467564"/>
                                </a:cubicBezTo>
                                <a:cubicBezTo>
                                  <a:pt x="170166" y="467564"/>
                                  <a:pt x="161840" y="461617"/>
                                  <a:pt x="157082" y="466374"/>
                                </a:cubicBezTo>
                                <a:cubicBezTo>
                                  <a:pt x="152324" y="460427"/>
                                  <a:pt x="149945" y="453291"/>
                                  <a:pt x="140430" y="454480"/>
                                </a:cubicBezTo>
                                <a:cubicBezTo>
                                  <a:pt x="136861" y="450912"/>
                                  <a:pt x="138051" y="446154"/>
                                  <a:pt x="136861" y="442586"/>
                                </a:cubicBezTo>
                                <a:cubicBezTo>
                                  <a:pt x="135672" y="439017"/>
                                  <a:pt x="132104" y="435449"/>
                                  <a:pt x="129725" y="431881"/>
                                </a:cubicBezTo>
                                <a:cubicBezTo>
                                  <a:pt x="123778" y="423555"/>
                                  <a:pt x="119020" y="421176"/>
                                  <a:pt x="111883" y="414039"/>
                                </a:cubicBezTo>
                                <a:cubicBezTo>
                                  <a:pt x="111883" y="406903"/>
                                  <a:pt x="138051" y="410471"/>
                                  <a:pt x="142809" y="409282"/>
                                </a:cubicBezTo>
                                <a:cubicBezTo>
                                  <a:pt x="142809" y="403334"/>
                                  <a:pt x="139240" y="408092"/>
                                  <a:pt x="135672" y="404524"/>
                                </a:cubicBezTo>
                                <a:cubicBezTo>
                                  <a:pt x="132104" y="400956"/>
                                  <a:pt x="135672" y="397387"/>
                                  <a:pt x="129725" y="397387"/>
                                </a:cubicBezTo>
                                <a:cubicBezTo>
                                  <a:pt x="129725" y="393819"/>
                                  <a:pt x="129725" y="392630"/>
                                  <a:pt x="132104" y="391440"/>
                                </a:cubicBezTo>
                                <a:cubicBezTo>
                                  <a:pt x="129725" y="378356"/>
                                  <a:pt x="142809" y="380735"/>
                                  <a:pt x="149945" y="379546"/>
                                </a:cubicBezTo>
                                <a:cubicBezTo>
                                  <a:pt x="155892" y="378356"/>
                                  <a:pt x="157082" y="377167"/>
                                  <a:pt x="164219" y="378356"/>
                                </a:cubicBezTo>
                                <a:cubicBezTo>
                                  <a:pt x="170166" y="379546"/>
                                  <a:pt x="172544" y="381925"/>
                                  <a:pt x="179681" y="381925"/>
                                </a:cubicBezTo>
                                <a:cubicBezTo>
                                  <a:pt x="179681" y="380735"/>
                                  <a:pt x="179681" y="379546"/>
                                  <a:pt x="179681" y="378356"/>
                                </a:cubicBezTo>
                                <a:cubicBezTo>
                                  <a:pt x="170166" y="379546"/>
                                  <a:pt x="167787" y="372409"/>
                                  <a:pt x="168976" y="364083"/>
                                </a:cubicBezTo>
                                <a:cubicBezTo>
                                  <a:pt x="171355" y="362894"/>
                                  <a:pt x="174923" y="361704"/>
                                  <a:pt x="176113" y="359325"/>
                                </a:cubicBezTo>
                                <a:cubicBezTo>
                                  <a:pt x="174923" y="359325"/>
                                  <a:pt x="173734" y="358136"/>
                                  <a:pt x="172544" y="356946"/>
                                </a:cubicBezTo>
                                <a:cubicBezTo>
                                  <a:pt x="170166" y="352189"/>
                                  <a:pt x="173734" y="346241"/>
                                  <a:pt x="172544" y="340294"/>
                                </a:cubicBezTo>
                                <a:cubicBezTo>
                                  <a:pt x="171355" y="333158"/>
                                  <a:pt x="168976" y="327211"/>
                                  <a:pt x="163029" y="324832"/>
                                </a:cubicBezTo>
                                <a:cubicBezTo>
                                  <a:pt x="155892" y="322453"/>
                                  <a:pt x="151135" y="322453"/>
                                  <a:pt x="146377" y="324832"/>
                                </a:cubicBezTo>
                                <a:cubicBezTo>
                                  <a:pt x="140430" y="327211"/>
                                  <a:pt x="139240" y="331968"/>
                                  <a:pt x="130914" y="327211"/>
                                </a:cubicBezTo>
                                <a:cubicBezTo>
                                  <a:pt x="130914" y="318885"/>
                                  <a:pt x="119020" y="321263"/>
                                  <a:pt x="113073" y="322453"/>
                                </a:cubicBezTo>
                                <a:cubicBezTo>
                                  <a:pt x="110694" y="327211"/>
                                  <a:pt x="104747" y="329589"/>
                                  <a:pt x="99989" y="329589"/>
                                </a:cubicBezTo>
                                <a:cubicBezTo>
                                  <a:pt x="98800" y="337915"/>
                                  <a:pt x="86905" y="342673"/>
                                  <a:pt x="76200" y="343863"/>
                                </a:cubicBezTo>
                                <a:cubicBezTo>
                                  <a:pt x="76200" y="342673"/>
                                  <a:pt x="76200" y="340294"/>
                                  <a:pt x="75011" y="340294"/>
                                </a:cubicBezTo>
                                <a:cubicBezTo>
                                  <a:pt x="73821" y="340294"/>
                                  <a:pt x="70253" y="335537"/>
                                  <a:pt x="67874" y="336726"/>
                                </a:cubicBezTo>
                                <a:cubicBezTo>
                                  <a:pt x="65495" y="337915"/>
                                  <a:pt x="63117" y="339105"/>
                                  <a:pt x="60738" y="339105"/>
                                </a:cubicBezTo>
                                <a:cubicBezTo>
                                  <a:pt x="58359" y="337915"/>
                                  <a:pt x="57169" y="336726"/>
                                  <a:pt x="55980" y="335537"/>
                                </a:cubicBezTo>
                                <a:cubicBezTo>
                                  <a:pt x="54790" y="334347"/>
                                  <a:pt x="51222" y="331968"/>
                                  <a:pt x="52412" y="330779"/>
                                </a:cubicBezTo>
                                <a:cubicBezTo>
                                  <a:pt x="53601" y="329589"/>
                                  <a:pt x="63117" y="330779"/>
                                  <a:pt x="63117" y="328400"/>
                                </a:cubicBezTo>
                                <a:cubicBezTo>
                                  <a:pt x="63117" y="327211"/>
                                  <a:pt x="58359" y="318885"/>
                                  <a:pt x="53601" y="312937"/>
                                </a:cubicBezTo>
                                <a:cubicBezTo>
                                  <a:pt x="48843" y="306990"/>
                                  <a:pt x="41707" y="299854"/>
                                  <a:pt x="40517" y="299854"/>
                                </a:cubicBezTo>
                                <a:cubicBezTo>
                                  <a:pt x="38138" y="299854"/>
                                  <a:pt x="34570" y="299854"/>
                                  <a:pt x="33381" y="298664"/>
                                </a:cubicBezTo>
                                <a:cubicBezTo>
                                  <a:pt x="32191" y="297475"/>
                                  <a:pt x="25055" y="296285"/>
                                  <a:pt x="23865" y="296285"/>
                                </a:cubicBezTo>
                                <a:cubicBezTo>
                                  <a:pt x="22676" y="297475"/>
                                  <a:pt x="21486" y="301043"/>
                                  <a:pt x="20297" y="299854"/>
                                </a:cubicBezTo>
                                <a:cubicBezTo>
                                  <a:pt x="19107" y="298664"/>
                                  <a:pt x="14350" y="293906"/>
                                  <a:pt x="14350" y="291528"/>
                                </a:cubicBezTo>
                                <a:cubicBezTo>
                                  <a:pt x="15539" y="289149"/>
                                  <a:pt x="14350" y="286770"/>
                                  <a:pt x="13160" y="284391"/>
                                </a:cubicBezTo>
                                <a:cubicBezTo>
                                  <a:pt x="11971" y="282012"/>
                                  <a:pt x="-1113" y="279633"/>
                                  <a:pt x="76" y="276065"/>
                                </a:cubicBezTo>
                                <a:cubicBezTo>
                                  <a:pt x="76" y="273686"/>
                                  <a:pt x="4834" y="267739"/>
                                  <a:pt x="6023" y="262981"/>
                                </a:cubicBezTo>
                                <a:cubicBezTo>
                                  <a:pt x="6023" y="258223"/>
                                  <a:pt x="7213" y="251087"/>
                                  <a:pt x="6023" y="249897"/>
                                </a:cubicBezTo>
                                <a:cubicBezTo>
                                  <a:pt x="4834" y="248708"/>
                                  <a:pt x="1266" y="242761"/>
                                  <a:pt x="1266" y="240382"/>
                                </a:cubicBezTo>
                                <a:cubicBezTo>
                                  <a:pt x="1266" y="238003"/>
                                  <a:pt x="76" y="236813"/>
                                  <a:pt x="2455" y="235624"/>
                                </a:cubicBezTo>
                                <a:cubicBezTo>
                                  <a:pt x="4834" y="234435"/>
                                  <a:pt x="6023" y="233245"/>
                                  <a:pt x="8403" y="230866"/>
                                </a:cubicBezTo>
                                <a:cubicBezTo>
                                  <a:pt x="10782" y="228487"/>
                                  <a:pt x="14350" y="224919"/>
                                  <a:pt x="13160" y="223730"/>
                                </a:cubicBezTo>
                                <a:cubicBezTo>
                                  <a:pt x="13160" y="222540"/>
                                  <a:pt x="13160" y="216593"/>
                                  <a:pt x="14350" y="216593"/>
                                </a:cubicBezTo>
                                <a:cubicBezTo>
                                  <a:pt x="15539" y="215404"/>
                                  <a:pt x="16729" y="214214"/>
                                  <a:pt x="17918" y="215404"/>
                                </a:cubicBezTo>
                                <a:cubicBezTo>
                                  <a:pt x="19107" y="216593"/>
                                  <a:pt x="22676" y="221351"/>
                                  <a:pt x="25055" y="222540"/>
                                </a:cubicBezTo>
                                <a:cubicBezTo>
                                  <a:pt x="26244" y="223730"/>
                                  <a:pt x="32191" y="228487"/>
                                  <a:pt x="32191" y="229677"/>
                                </a:cubicBezTo>
                                <a:cubicBezTo>
                                  <a:pt x="32191" y="230866"/>
                                  <a:pt x="32191" y="232056"/>
                                  <a:pt x="33381" y="233245"/>
                                </a:cubicBezTo>
                                <a:cubicBezTo>
                                  <a:pt x="34570" y="234435"/>
                                  <a:pt x="38138" y="238003"/>
                                  <a:pt x="40517" y="238003"/>
                                </a:cubicBezTo>
                                <a:cubicBezTo>
                                  <a:pt x="44086" y="238003"/>
                                  <a:pt x="48843" y="239192"/>
                                  <a:pt x="47654" y="235624"/>
                                </a:cubicBezTo>
                                <a:cubicBezTo>
                                  <a:pt x="46465" y="232056"/>
                                  <a:pt x="45275" y="228487"/>
                                  <a:pt x="46465" y="228487"/>
                                </a:cubicBezTo>
                                <a:cubicBezTo>
                                  <a:pt x="47654" y="228487"/>
                                  <a:pt x="48843" y="226109"/>
                                  <a:pt x="48843" y="223730"/>
                                </a:cubicBezTo>
                                <a:cubicBezTo>
                                  <a:pt x="48843" y="222540"/>
                                  <a:pt x="47654" y="216593"/>
                                  <a:pt x="46465" y="214214"/>
                                </a:cubicBezTo>
                                <a:cubicBezTo>
                                  <a:pt x="44086" y="211835"/>
                                  <a:pt x="42896" y="207078"/>
                                  <a:pt x="44086" y="205888"/>
                                </a:cubicBezTo>
                                <a:cubicBezTo>
                                  <a:pt x="45275" y="204699"/>
                                  <a:pt x="60738" y="204699"/>
                                  <a:pt x="60738" y="203509"/>
                                </a:cubicBezTo>
                                <a:cubicBezTo>
                                  <a:pt x="60738" y="201130"/>
                                  <a:pt x="61927" y="198752"/>
                                  <a:pt x="60738" y="196373"/>
                                </a:cubicBezTo>
                                <a:cubicBezTo>
                                  <a:pt x="59548" y="195183"/>
                                  <a:pt x="55980" y="190426"/>
                                  <a:pt x="58359" y="188047"/>
                                </a:cubicBezTo>
                                <a:cubicBezTo>
                                  <a:pt x="60738" y="185668"/>
                                  <a:pt x="65495" y="182100"/>
                                  <a:pt x="67874" y="182100"/>
                                </a:cubicBezTo>
                                <a:cubicBezTo>
                                  <a:pt x="70253" y="182100"/>
                                  <a:pt x="72632" y="183289"/>
                                  <a:pt x="72632" y="182100"/>
                                </a:cubicBezTo>
                                <a:cubicBezTo>
                                  <a:pt x="72632" y="180910"/>
                                  <a:pt x="71442" y="174963"/>
                                  <a:pt x="72632" y="173773"/>
                                </a:cubicBezTo>
                                <a:cubicBezTo>
                                  <a:pt x="73821" y="172584"/>
                                  <a:pt x="77390" y="170205"/>
                                  <a:pt x="77390" y="171395"/>
                                </a:cubicBezTo>
                                <a:cubicBezTo>
                                  <a:pt x="78579" y="172584"/>
                                  <a:pt x="82148" y="174963"/>
                                  <a:pt x="82148" y="172584"/>
                                </a:cubicBezTo>
                                <a:cubicBezTo>
                                  <a:pt x="82148" y="171395"/>
                                  <a:pt x="83337" y="159500"/>
                                  <a:pt x="84526" y="159500"/>
                                </a:cubicBezTo>
                                <a:cubicBezTo>
                                  <a:pt x="85716" y="159500"/>
                                  <a:pt x="88095" y="163069"/>
                                  <a:pt x="90473" y="163069"/>
                                </a:cubicBezTo>
                                <a:cubicBezTo>
                                  <a:pt x="94042" y="163069"/>
                                  <a:pt x="97610" y="165447"/>
                                  <a:pt x="96421" y="166637"/>
                                </a:cubicBezTo>
                                <a:cubicBezTo>
                                  <a:pt x="96421" y="169016"/>
                                  <a:pt x="92852" y="170205"/>
                                  <a:pt x="92852" y="171395"/>
                                </a:cubicBezTo>
                                <a:cubicBezTo>
                                  <a:pt x="92852" y="173773"/>
                                  <a:pt x="95231" y="176152"/>
                                  <a:pt x="95231" y="176152"/>
                                </a:cubicBezTo>
                                <a:cubicBezTo>
                                  <a:pt x="95231" y="176152"/>
                                  <a:pt x="96421" y="173773"/>
                                  <a:pt x="97610" y="173773"/>
                                </a:cubicBezTo>
                                <a:cubicBezTo>
                                  <a:pt x="98800" y="173773"/>
                                  <a:pt x="99989" y="170205"/>
                                  <a:pt x="99989" y="170205"/>
                                </a:cubicBezTo>
                                <a:cubicBezTo>
                                  <a:pt x="99989" y="170205"/>
                                  <a:pt x="103557" y="165447"/>
                                  <a:pt x="103557" y="166637"/>
                                </a:cubicBezTo>
                                <a:cubicBezTo>
                                  <a:pt x="103557" y="167826"/>
                                  <a:pt x="103557" y="172584"/>
                                  <a:pt x="105936" y="170205"/>
                                </a:cubicBezTo>
                                <a:cubicBezTo>
                                  <a:pt x="107125" y="169016"/>
                                  <a:pt x="109504" y="164258"/>
                                  <a:pt x="110694" y="164258"/>
                                </a:cubicBezTo>
                                <a:cubicBezTo>
                                  <a:pt x="111883" y="164258"/>
                                  <a:pt x="115452" y="164258"/>
                                  <a:pt x="115452" y="163069"/>
                                </a:cubicBezTo>
                                <a:cubicBezTo>
                                  <a:pt x="115452" y="161879"/>
                                  <a:pt x="116641" y="160690"/>
                                  <a:pt x="117831" y="159500"/>
                                </a:cubicBezTo>
                                <a:cubicBezTo>
                                  <a:pt x="119020" y="159500"/>
                                  <a:pt x="122588" y="158311"/>
                                  <a:pt x="123778" y="160690"/>
                                </a:cubicBezTo>
                                <a:cubicBezTo>
                                  <a:pt x="123778" y="163069"/>
                                  <a:pt x="126157" y="166637"/>
                                  <a:pt x="127346" y="167826"/>
                                </a:cubicBezTo>
                                <a:cubicBezTo>
                                  <a:pt x="128536" y="169016"/>
                                  <a:pt x="132104" y="171395"/>
                                  <a:pt x="134483" y="170205"/>
                                </a:cubicBezTo>
                                <a:cubicBezTo>
                                  <a:pt x="136861" y="167826"/>
                                  <a:pt x="143998" y="166637"/>
                                  <a:pt x="143998" y="167826"/>
                                </a:cubicBezTo>
                                <a:cubicBezTo>
                                  <a:pt x="145188" y="169016"/>
                                  <a:pt x="143998" y="171395"/>
                                  <a:pt x="146377" y="171395"/>
                                </a:cubicBezTo>
                                <a:cubicBezTo>
                                  <a:pt x="148756" y="171395"/>
                                  <a:pt x="151135" y="172584"/>
                                  <a:pt x="152324" y="173773"/>
                                </a:cubicBezTo>
                                <a:cubicBezTo>
                                  <a:pt x="153514" y="174963"/>
                                  <a:pt x="153514" y="177342"/>
                                  <a:pt x="154703" y="178531"/>
                                </a:cubicBezTo>
                                <a:cubicBezTo>
                                  <a:pt x="157082" y="179721"/>
                                  <a:pt x="160650" y="177342"/>
                                  <a:pt x="163029" y="179721"/>
                                </a:cubicBezTo>
                                <a:cubicBezTo>
                                  <a:pt x="165408" y="182100"/>
                                  <a:pt x="166597" y="184478"/>
                                  <a:pt x="168976" y="186857"/>
                                </a:cubicBezTo>
                                <a:cubicBezTo>
                                  <a:pt x="171355" y="189236"/>
                                  <a:pt x="176113" y="188047"/>
                                  <a:pt x="177302" y="190426"/>
                                </a:cubicBezTo>
                                <a:cubicBezTo>
                                  <a:pt x="178492" y="192804"/>
                                  <a:pt x="177302" y="201130"/>
                                  <a:pt x="179681" y="199941"/>
                                </a:cubicBezTo>
                                <a:cubicBezTo>
                                  <a:pt x="182060" y="199941"/>
                                  <a:pt x="184439" y="197562"/>
                                  <a:pt x="184439" y="193994"/>
                                </a:cubicBezTo>
                                <a:cubicBezTo>
                                  <a:pt x="184439" y="190426"/>
                                  <a:pt x="184439" y="188047"/>
                                  <a:pt x="185628" y="186857"/>
                                </a:cubicBezTo>
                                <a:cubicBezTo>
                                  <a:pt x="186818" y="185668"/>
                                  <a:pt x="190386" y="183289"/>
                                  <a:pt x="190386" y="185668"/>
                                </a:cubicBezTo>
                                <a:cubicBezTo>
                                  <a:pt x="191575" y="188047"/>
                                  <a:pt x="191575" y="191615"/>
                                  <a:pt x="193954" y="190426"/>
                                </a:cubicBezTo>
                                <a:cubicBezTo>
                                  <a:pt x="196333" y="190426"/>
                                  <a:pt x="202280" y="189236"/>
                                  <a:pt x="203470" y="192804"/>
                                </a:cubicBezTo>
                                <a:cubicBezTo>
                                  <a:pt x="204659" y="195183"/>
                                  <a:pt x="203470" y="197562"/>
                                  <a:pt x="205849" y="197562"/>
                                </a:cubicBezTo>
                                <a:cubicBezTo>
                                  <a:pt x="208227" y="197562"/>
                                  <a:pt x="216554" y="193994"/>
                                  <a:pt x="216554" y="191615"/>
                                </a:cubicBezTo>
                                <a:cubicBezTo>
                                  <a:pt x="216554" y="189236"/>
                                  <a:pt x="215364" y="183289"/>
                                  <a:pt x="216554" y="183289"/>
                                </a:cubicBezTo>
                                <a:cubicBezTo>
                                  <a:pt x="217743" y="183289"/>
                                  <a:pt x="220122" y="184478"/>
                                  <a:pt x="221311" y="183289"/>
                                </a:cubicBezTo>
                                <a:cubicBezTo>
                                  <a:pt x="221311" y="182100"/>
                                  <a:pt x="221311" y="178531"/>
                                  <a:pt x="222501" y="178531"/>
                                </a:cubicBezTo>
                                <a:cubicBezTo>
                                  <a:pt x="223690" y="177342"/>
                                  <a:pt x="227258" y="176152"/>
                                  <a:pt x="227258" y="177342"/>
                                </a:cubicBezTo>
                                <a:cubicBezTo>
                                  <a:pt x="227258" y="178531"/>
                                  <a:pt x="227258" y="180910"/>
                                  <a:pt x="228448" y="180910"/>
                                </a:cubicBezTo>
                                <a:cubicBezTo>
                                  <a:pt x="229637" y="180910"/>
                                  <a:pt x="232016" y="176152"/>
                                  <a:pt x="233206" y="176152"/>
                                </a:cubicBezTo>
                                <a:cubicBezTo>
                                  <a:pt x="234395" y="176152"/>
                                  <a:pt x="239153" y="174963"/>
                                  <a:pt x="240342" y="177342"/>
                                </a:cubicBezTo>
                                <a:cubicBezTo>
                                  <a:pt x="241532" y="179721"/>
                                  <a:pt x="243910" y="185668"/>
                                  <a:pt x="247479" y="185668"/>
                                </a:cubicBezTo>
                                <a:cubicBezTo>
                                  <a:pt x="249858" y="185668"/>
                                  <a:pt x="254616" y="186857"/>
                                  <a:pt x="254616" y="184478"/>
                                </a:cubicBezTo>
                                <a:cubicBezTo>
                                  <a:pt x="254616" y="183289"/>
                                  <a:pt x="252237" y="177342"/>
                                  <a:pt x="254616" y="177342"/>
                                </a:cubicBezTo>
                                <a:cubicBezTo>
                                  <a:pt x="256994" y="177342"/>
                                  <a:pt x="262942" y="178531"/>
                                  <a:pt x="264131" y="177342"/>
                                </a:cubicBezTo>
                                <a:cubicBezTo>
                                  <a:pt x="265321" y="176152"/>
                                  <a:pt x="265321" y="174963"/>
                                  <a:pt x="267699" y="174963"/>
                                </a:cubicBezTo>
                                <a:cubicBezTo>
                                  <a:pt x="270078" y="174963"/>
                                  <a:pt x="277215" y="178531"/>
                                  <a:pt x="277215" y="179721"/>
                                </a:cubicBezTo>
                                <a:cubicBezTo>
                                  <a:pt x="276025" y="180910"/>
                                  <a:pt x="271268" y="183289"/>
                                  <a:pt x="271268" y="184478"/>
                                </a:cubicBezTo>
                                <a:cubicBezTo>
                                  <a:pt x="272457" y="185668"/>
                                  <a:pt x="274836" y="191615"/>
                                  <a:pt x="278404" y="192804"/>
                                </a:cubicBezTo>
                                <a:cubicBezTo>
                                  <a:pt x="280783" y="192804"/>
                                  <a:pt x="284352" y="190426"/>
                                  <a:pt x="285541" y="191615"/>
                                </a:cubicBezTo>
                                <a:cubicBezTo>
                                  <a:pt x="286730" y="192804"/>
                                  <a:pt x="290299" y="193994"/>
                                  <a:pt x="291488" y="192804"/>
                                </a:cubicBezTo>
                                <a:cubicBezTo>
                                  <a:pt x="292677" y="192804"/>
                                  <a:pt x="295056" y="191615"/>
                                  <a:pt x="297435" y="191615"/>
                                </a:cubicBezTo>
                                <a:cubicBezTo>
                                  <a:pt x="299814" y="192804"/>
                                  <a:pt x="303382" y="196373"/>
                                  <a:pt x="306951" y="196373"/>
                                </a:cubicBezTo>
                                <a:cubicBezTo>
                                  <a:pt x="310519" y="196373"/>
                                  <a:pt x="312898" y="195183"/>
                                  <a:pt x="312898" y="192804"/>
                                </a:cubicBezTo>
                                <a:cubicBezTo>
                                  <a:pt x="312898" y="190426"/>
                                  <a:pt x="312898" y="182100"/>
                                  <a:pt x="316466" y="183289"/>
                                </a:cubicBezTo>
                                <a:cubicBezTo>
                                  <a:pt x="318845" y="184478"/>
                                  <a:pt x="323603" y="189236"/>
                                  <a:pt x="327171" y="189236"/>
                                </a:cubicBezTo>
                                <a:cubicBezTo>
                                  <a:pt x="329550" y="189236"/>
                                  <a:pt x="337876" y="186857"/>
                                  <a:pt x="340255" y="186857"/>
                                </a:cubicBezTo>
                                <a:cubicBezTo>
                                  <a:pt x="342634" y="186857"/>
                                  <a:pt x="342634" y="183289"/>
                                  <a:pt x="342634" y="179721"/>
                                </a:cubicBezTo>
                                <a:cubicBezTo>
                                  <a:pt x="342634" y="176152"/>
                                  <a:pt x="343823" y="161879"/>
                                  <a:pt x="340255" y="160690"/>
                                </a:cubicBezTo>
                                <a:cubicBezTo>
                                  <a:pt x="336687" y="159500"/>
                                  <a:pt x="330739" y="160690"/>
                                  <a:pt x="329550" y="159500"/>
                                </a:cubicBezTo>
                                <a:cubicBezTo>
                                  <a:pt x="328360" y="157121"/>
                                  <a:pt x="325982" y="152364"/>
                                  <a:pt x="324792" y="152364"/>
                                </a:cubicBezTo>
                                <a:cubicBezTo>
                                  <a:pt x="323603" y="152364"/>
                                  <a:pt x="320035" y="152364"/>
                                  <a:pt x="318845" y="151174"/>
                                </a:cubicBezTo>
                                <a:cubicBezTo>
                                  <a:pt x="317656" y="149985"/>
                                  <a:pt x="317656" y="148795"/>
                                  <a:pt x="316466" y="148795"/>
                                </a:cubicBezTo>
                                <a:cubicBezTo>
                                  <a:pt x="315277" y="148795"/>
                                  <a:pt x="311708" y="149985"/>
                                  <a:pt x="310519" y="148795"/>
                                </a:cubicBezTo>
                                <a:cubicBezTo>
                                  <a:pt x="310519" y="147606"/>
                                  <a:pt x="305761" y="140469"/>
                                  <a:pt x="309329" y="140469"/>
                                </a:cubicBezTo>
                                <a:cubicBezTo>
                                  <a:pt x="312898" y="140469"/>
                                  <a:pt x="315277" y="141659"/>
                                  <a:pt x="315277" y="140469"/>
                                </a:cubicBezTo>
                                <a:cubicBezTo>
                                  <a:pt x="315277" y="138090"/>
                                  <a:pt x="314087" y="134522"/>
                                  <a:pt x="315277" y="134522"/>
                                </a:cubicBezTo>
                                <a:cubicBezTo>
                                  <a:pt x="316466" y="134522"/>
                                  <a:pt x="317656" y="130954"/>
                                  <a:pt x="317656" y="129764"/>
                                </a:cubicBezTo>
                                <a:cubicBezTo>
                                  <a:pt x="317656" y="128575"/>
                                  <a:pt x="314087" y="126196"/>
                                  <a:pt x="314087" y="123817"/>
                                </a:cubicBezTo>
                                <a:cubicBezTo>
                                  <a:pt x="312898" y="121438"/>
                                  <a:pt x="314087" y="117870"/>
                                  <a:pt x="315277" y="116681"/>
                                </a:cubicBezTo>
                                <a:cubicBezTo>
                                  <a:pt x="316466" y="115491"/>
                                  <a:pt x="318845" y="114302"/>
                                  <a:pt x="320035" y="111923"/>
                                </a:cubicBezTo>
                                <a:cubicBezTo>
                                  <a:pt x="321224" y="109544"/>
                                  <a:pt x="324792" y="105976"/>
                                  <a:pt x="327171" y="105976"/>
                                </a:cubicBezTo>
                                <a:cubicBezTo>
                                  <a:pt x="329550" y="105976"/>
                                  <a:pt x="342634" y="108354"/>
                                  <a:pt x="342634" y="104786"/>
                                </a:cubicBezTo>
                                <a:cubicBezTo>
                                  <a:pt x="342634" y="101218"/>
                                  <a:pt x="342634" y="98839"/>
                                  <a:pt x="340255" y="98839"/>
                                </a:cubicBezTo>
                                <a:cubicBezTo>
                                  <a:pt x="337876" y="97650"/>
                                  <a:pt x="336687" y="97650"/>
                                  <a:pt x="334308" y="95271"/>
                                </a:cubicBezTo>
                                <a:cubicBezTo>
                                  <a:pt x="333118" y="92892"/>
                                  <a:pt x="330739" y="92892"/>
                                  <a:pt x="329550" y="92892"/>
                                </a:cubicBezTo>
                                <a:cubicBezTo>
                                  <a:pt x="328360" y="94081"/>
                                  <a:pt x="325982" y="96460"/>
                                  <a:pt x="324792" y="96460"/>
                                </a:cubicBezTo>
                                <a:cubicBezTo>
                                  <a:pt x="323603" y="96460"/>
                                  <a:pt x="323603" y="94081"/>
                                  <a:pt x="321224" y="94081"/>
                                </a:cubicBezTo>
                                <a:cubicBezTo>
                                  <a:pt x="318845" y="94081"/>
                                  <a:pt x="314087" y="95271"/>
                                  <a:pt x="314087" y="92892"/>
                                </a:cubicBezTo>
                                <a:cubicBezTo>
                                  <a:pt x="314087" y="90513"/>
                                  <a:pt x="315277" y="88134"/>
                                  <a:pt x="317656" y="88134"/>
                                </a:cubicBezTo>
                                <a:cubicBezTo>
                                  <a:pt x="320035" y="88134"/>
                                  <a:pt x="324792" y="89324"/>
                                  <a:pt x="324792" y="86945"/>
                                </a:cubicBezTo>
                                <a:cubicBezTo>
                                  <a:pt x="324792" y="84566"/>
                                  <a:pt x="324792" y="83376"/>
                                  <a:pt x="321224" y="83376"/>
                                </a:cubicBezTo>
                                <a:cubicBezTo>
                                  <a:pt x="317656" y="82187"/>
                                  <a:pt x="312898" y="82187"/>
                                  <a:pt x="312898" y="80998"/>
                                </a:cubicBezTo>
                                <a:cubicBezTo>
                                  <a:pt x="312898" y="78619"/>
                                  <a:pt x="309329" y="72671"/>
                                  <a:pt x="314087" y="72671"/>
                                </a:cubicBezTo>
                                <a:cubicBezTo>
                                  <a:pt x="317656" y="72671"/>
                                  <a:pt x="320035" y="72671"/>
                                  <a:pt x="320035" y="71482"/>
                                </a:cubicBezTo>
                                <a:cubicBezTo>
                                  <a:pt x="320035" y="70293"/>
                                  <a:pt x="323603" y="67914"/>
                                  <a:pt x="324792" y="67914"/>
                                </a:cubicBezTo>
                                <a:cubicBezTo>
                                  <a:pt x="324792" y="67914"/>
                                  <a:pt x="324792" y="70293"/>
                                  <a:pt x="327171" y="70293"/>
                                </a:cubicBezTo>
                                <a:cubicBezTo>
                                  <a:pt x="329550" y="70293"/>
                                  <a:pt x="334308" y="71482"/>
                                  <a:pt x="334308" y="71482"/>
                                </a:cubicBezTo>
                                <a:cubicBezTo>
                                  <a:pt x="334308" y="71482"/>
                                  <a:pt x="336687" y="75050"/>
                                  <a:pt x="337876" y="73861"/>
                                </a:cubicBezTo>
                                <a:cubicBezTo>
                                  <a:pt x="339065" y="72671"/>
                                  <a:pt x="340255" y="67914"/>
                                  <a:pt x="340255" y="67914"/>
                                </a:cubicBezTo>
                                <a:cubicBezTo>
                                  <a:pt x="340255" y="67914"/>
                                  <a:pt x="345012" y="66724"/>
                                  <a:pt x="345012" y="66724"/>
                                </a:cubicBezTo>
                                <a:cubicBezTo>
                                  <a:pt x="345012" y="66724"/>
                                  <a:pt x="348581" y="70293"/>
                                  <a:pt x="350960" y="70293"/>
                                </a:cubicBezTo>
                                <a:cubicBezTo>
                                  <a:pt x="353339" y="70293"/>
                                  <a:pt x="353339" y="64345"/>
                                  <a:pt x="354528" y="64345"/>
                                </a:cubicBezTo>
                                <a:cubicBezTo>
                                  <a:pt x="356907" y="63156"/>
                                  <a:pt x="365233" y="63156"/>
                                  <a:pt x="366423" y="61967"/>
                                </a:cubicBezTo>
                                <a:cubicBezTo>
                                  <a:pt x="368801" y="60777"/>
                                  <a:pt x="380696" y="59588"/>
                                  <a:pt x="381885" y="58398"/>
                                </a:cubicBezTo>
                                <a:cubicBezTo>
                                  <a:pt x="383075" y="57209"/>
                                  <a:pt x="386643" y="51262"/>
                                  <a:pt x="390211" y="51262"/>
                                </a:cubicBezTo>
                                <a:cubicBezTo>
                                  <a:pt x="393779" y="51262"/>
                                  <a:pt x="396158" y="52451"/>
                                  <a:pt x="398537" y="51262"/>
                                </a:cubicBezTo>
                                <a:cubicBezTo>
                                  <a:pt x="399727" y="50072"/>
                                  <a:pt x="402106" y="45315"/>
                                  <a:pt x="404484" y="46504"/>
                                </a:cubicBezTo>
                                <a:cubicBezTo>
                                  <a:pt x="406863" y="47693"/>
                                  <a:pt x="410431" y="48883"/>
                                  <a:pt x="410431" y="48883"/>
                                </a:cubicBezTo>
                                <a:cubicBezTo>
                                  <a:pt x="410431" y="48883"/>
                                  <a:pt x="408053" y="41746"/>
                                  <a:pt x="410431" y="40557"/>
                                </a:cubicBezTo>
                                <a:cubicBezTo>
                                  <a:pt x="414000" y="39367"/>
                                  <a:pt x="417568" y="40557"/>
                                  <a:pt x="418758" y="39367"/>
                                </a:cubicBezTo>
                                <a:cubicBezTo>
                                  <a:pt x="419947" y="38178"/>
                                  <a:pt x="421137" y="33420"/>
                                  <a:pt x="423515" y="35799"/>
                                </a:cubicBezTo>
                                <a:cubicBezTo>
                                  <a:pt x="424705" y="36988"/>
                                  <a:pt x="425894" y="39367"/>
                                  <a:pt x="429462" y="38178"/>
                                </a:cubicBezTo>
                                <a:cubicBezTo>
                                  <a:pt x="431841" y="36988"/>
                                  <a:pt x="440167" y="33420"/>
                                  <a:pt x="443736" y="32231"/>
                                </a:cubicBezTo>
                                <a:cubicBezTo>
                                  <a:pt x="446114" y="29852"/>
                                  <a:pt x="453251" y="25094"/>
                                  <a:pt x="456820" y="25094"/>
                                </a:cubicBezTo>
                                <a:cubicBezTo>
                                  <a:pt x="460388" y="25094"/>
                                  <a:pt x="463956" y="19147"/>
                                  <a:pt x="467525" y="20336"/>
                                </a:cubicBezTo>
                                <a:cubicBezTo>
                                  <a:pt x="471093" y="20336"/>
                                  <a:pt x="475850" y="20336"/>
                                  <a:pt x="475850" y="17957"/>
                                </a:cubicBezTo>
                                <a:cubicBezTo>
                                  <a:pt x="475850" y="15579"/>
                                  <a:pt x="469903" y="9631"/>
                                  <a:pt x="474661" y="9631"/>
                                </a:cubicBezTo>
                                <a:cubicBezTo>
                                  <a:pt x="478229" y="8442"/>
                                  <a:pt x="484177" y="10821"/>
                                  <a:pt x="484177" y="8442"/>
                                </a:cubicBezTo>
                                <a:cubicBezTo>
                                  <a:pt x="484177" y="7252"/>
                                  <a:pt x="484177" y="-1074"/>
                                  <a:pt x="488934" y="116"/>
                                </a:cubicBezTo>
                                <a:cubicBezTo>
                                  <a:pt x="492503" y="1305"/>
                                  <a:pt x="499639" y="2495"/>
                                  <a:pt x="502018" y="2495"/>
                                </a:cubicBezTo>
                                <a:cubicBezTo>
                                  <a:pt x="504397" y="2495"/>
                                  <a:pt x="512723" y="1305"/>
                                  <a:pt x="515102" y="3684"/>
                                </a:cubicBezTo>
                                <a:cubicBezTo>
                                  <a:pt x="517481" y="6063"/>
                                  <a:pt x="519860" y="7252"/>
                                  <a:pt x="523428" y="6063"/>
                                </a:cubicBezTo>
                                <a:cubicBezTo>
                                  <a:pt x="525807" y="6063"/>
                                  <a:pt x="534133" y="3684"/>
                                  <a:pt x="534133" y="4874"/>
                                </a:cubicBezTo>
                                <a:cubicBezTo>
                                  <a:pt x="535322" y="6063"/>
                                  <a:pt x="534133" y="8442"/>
                                  <a:pt x="535322" y="9631"/>
                                </a:cubicBezTo>
                                <a:cubicBezTo>
                                  <a:pt x="536512" y="10821"/>
                                  <a:pt x="538891" y="13200"/>
                                  <a:pt x="540080" y="14389"/>
                                </a:cubicBezTo>
                                <a:cubicBezTo>
                                  <a:pt x="541269" y="16768"/>
                                  <a:pt x="540080" y="17957"/>
                                  <a:pt x="542459" y="19147"/>
                                </a:cubicBezTo>
                                <a:cubicBezTo>
                                  <a:pt x="544838" y="20336"/>
                                  <a:pt x="548406" y="21526"/>
                                  <a:pt x="548406" y="23905"/>
                                </a:cubicBezTo>
                                <a:cubicBezTo>
                                  <a:pt x="548406" y="26283"/>
                                  <a:pt x="544838" y="28662"/>
                                  <a:pt x="546027" y="31041"/>
                                </a:cubicBezTo>
                                <a:cubicBezTo>
                                  <a:pt x="547216" y="33420"/>
                                  <a:pt x="548406" y="35799"/>
                                  <a:pt x="547216" y="36988"/>
                                </a:cubicBezTo>
                                <a:cubicBezTo>
                                  <a:pt x="546027" y="36988"/>
                                  <a:pt x="541269" y="36988"/>
                                  <a:pt x="542459" y="39367"/>
                                </a:cubicBezTo>
                                <a:cubicBezTo>
                                  <a:pt x="543648" y="41746"/>
                                  <a:pt x="544838" y="45315"/>
                                  <a:pt x="547216" y="45315"/>
                                </a:cubicBezTo>
                                <a:cubicBezTo>
                                  <a:pt x="549595" y="45315"/>
                                  <a:pt x="553164" y="40557"/>
                                  <a:pt x="554353" y="41746"/>
                                </a:cubicBezTo>
                                <a:cubicBezTo>
                                  <a:pt x="555543" y="42936"/>
                                  <a:pt x="559111" y="45315"/>
                                  <a:pt x="559111" y="45315"/>
                                </a:cubicBezTo>
                                <a:cubicBezTo>
                                  <a:pt x="559111" y="45315"/>
                                  <a:pt x="562679" y="36988"/>
                                  <a:pt x="563869" y="36988"/>
                                </a:cubicBezTo>
                                <a:cubicBezTo>
                                  <a:pt x="565058" y="38178"/>
                                  <a:pt x="563869" y="41746"/>
                                  <a:pt x="567437" y="41746"/>
                                </a:cubicBezTo>
                                <a:cubicBezTo>
                                  <a:pt x="571005" y="41746"/>
                                  <a:pt x="567437" y="29852"/>
                                  <a:pt x="568626" y="31041"/>
                                </a:cubicBezTo>
                                <a:cubicBezTo>
                                  <a:pt x="569816" y="31041"/>
                                  <a:pt x="579331" y="35799"/>
                                  <a:pt x="579331" y="38178"/>
                                </a:cubicBezTo>
                                <a:cubicBezTo>
                                  <a:pt x="579331" y="40557"/>
                                  <a:pt x="578142" y="46504"/>
                                  <a:pt x="579331" y="47693"/>
                                </a:cubicBezTo>
                                <a:cubicBezTo>
                                  <a:pt x="580520" y="48883"/>
                                  <a:pt x="584089" y="54830"/>
                                  <a:pt x="586468" y="53641"/>
                                </a:cubicBezTo>
                                <a:cubicBezTo>
                                  <a:pt x="588847" y="52451"/>
                                  <a:pt x="591226" y="52451"/>
                                  <a:pt x="588847" y="50072"/>
                                </a:cubicBezTo>
                                <a:cubicBezTo>
                                  <a:pt x="587658" y="47693"/>
                                  <a:pt x="584089" y="45315"/>
                                  <a:pt x="586468" y="44125"/>
                                </a:cubicBezTo>
                                <a:cubicBezTo>
                                  <a:pt x="588847" y="42936"/>
                                  <a:pt x="592415" y="44125"/>
                                  <a:pt x="595984" y="45315"/>
                                </a:cubicBezTo>
                                <a:cubicBezTo>
                                  <a:pt x="599552" y="46504"/>
                                  <a:pt x="600741" y="47693"/>
                                  <a:pt x="601931" y="46504"/>
                                </a:cubicBezTo>
                                <a:cubicBezTo>
                                  <a:pt x="604309" y="45315"/>
                                  <a:pt x="606688" y="42936"/>
                                  <a:pt x="607878" y="44125"/>
                                </a:cubicBezTo>
                                <a:cubicBezTo>
                                  <a:pt x="609067" y="45315"/>
                                  <a:pt x="607878" y="48883"/>
                                  <a:pt x="605499" y="51262"/>
                                </a:cubicBezTo>
                                <a:cubicBezTo>
                                  <a:pt x="604309" y="53641"/>
                                  <a:pt x="603120" y="57209"/>
                                  <a:pt x="604309" y="60777"/>
                                </a:cubicBezTo>
                                <a:cubicBezTo>
                                  <a:pt x="605499" y="64345"/>
                                  <a:pt x="607878" y="66724"/>
                                  <a:pt x="609067" y="65535"/>
                                </a:cubicBezTo>
                                <a:cubicBezTo>
                                  <a:pt x="610256" y="65535"/>
                                  <a:pt x="613825" y="59588"/>
                                  <a:pt x="618583" y="59588"/>
                                </a:cubicBezTo>
                                <a:cubicBezTo>
                                  <a:pt x="623341" y="59588"/>
                                  <a:pt x="635235" y="65535"/>
                                  <a:pt x="635235" y="61967"/>
                                </a:cubicBezTo>
                                <a:cubicBezTo>
                                  <a:pt x="635235" y="59588"/>
                                  <a:pt x="635235" y="53641"/>
                                  <a:pt x="637614" y="53641"/>
                                </a:cubicBezTo>
                                <a:cubicBezTo>
                                  <a:pt x="639992" y="52451"/>
                                  <a:pt x="648318" y="53641"/>
                                  <a:pt x="651887" y="48883"/>
                                </a:cubicBezTo>
                                <a:cubicBezTo>
                                  <a:pt x="655455" y="44125"/>
                                  <a:pt x="657834" y="36988"/>
                                  <a:pt x="662592" y="34610"/>
                                </a:cubicBezTo>
                                <a:cubicBezTo>
                                  <a:pt x="667350" y="32231"/>
                                  <a:pt x="669728" y="31041"/>
                                  <a:pt x="672107" y="28662"/>
                                </a:cubicBezTo>
                                <a:cubicBezTo>
                                  <a:pt x="673297" y="26283"/>
                                  <a:pt x="679244" y="25094"/>
                                  <a:pt x="681622" y="23905"/>
                                </a:cubicBezTo>
                                <a:cubicBezTo>
                                  <a:pt x="684001" y="22715"/>
                                  <a:pt x="688760" y="22715"/>
                                  <a:pt x="688760" y="25094"/>
                                </a:cubicBezTo>
                                <a:cubicBezTo>
                                  <a:pt x="688760" y="27473"/>
                                  <a:pt x="688760" y="29852"/>
                                  <a:pt x="686380" y="32231"/>
                                </a:cubicBezTo>
                                <a:cubicBezTo>
                                  <a:pt x="684001" y="33420"/>
                                  <a:pt x="681622" y="32231"/>
                                  <a:pt x="681622" y="34610"/>
                                </a:cubicBezTo>
                                <a:cubicBezTo>
                                  <a:pt x="681622" y="35799"/>
                                  <a:pt x="681622" y="39367"/>
                                  <a:pt x="686380" y="41746"/>
                                </a:cubicBezTo>
                                <a:cubicBezTo>
                                  <a:pt x="691139" y="44125"/>
                                  <a:pt x="725632" y="69103"/>
                                  <a:pt x="731579" y="75050"/>
                                </a:cubicBezTo>
                                <a:cubicBezTo>
                                  <a:pt x="737526" y="80998"/>
                                  <a:pt x="789861" y="152364"/>
                                  <a:pt x="793430" y="153553"/>
                                </a:cubicBezTo>
                                <a:cubicBezTo>
                                  <a:pt x="796998" y="154743"/>
                                  <a:pt x="805324" y="151174"/>
                                  <a:pt x="804135" y="148795"/>
                                </a:cubicBezTo>
                                <a:cubicBezTo>
                                  <a:pt x="802945" y="146417"/>
                                  <a:pt x="804135" y="136901"/>
                                  <a:pt x="806513" y="136901"/>
                                </a:cubicBezTo>
                                <a:cubicBezTo>
                                  <a:pt x="808892" y="138090"/>
                                  <a:pt x="814839" y="140469"/>
                                  <a:pt x="814839" y="142848"/>
                                </a:cubicBezTo>
                                <a:cubicBezTo>
                                  <a:pt x="814839" y="145227"/>
                                  <a:pt x="818407" y="149985"/>
                                  <a:pt x="818407" y="149985"/>
                                </a:cubicBezTo>
                                <a:cubicBezTo>
                                  <a:pt x="818407" y="149985"/>
                                  <a:pt x="819597" y="153553"/>
                                  <a:pt x="824355" y="153553"/>
                                </a:cubicBezTo>
                                <a:cubicBezTo>
                                  <a:pt x="829113" y="153553"/>
                                  <a:pt x="831492" y="148795"/>
                                  <a:pt x="836249" y="149985"/>
                                </a:cubicBezTo>
                                <a:cubicBezTo>
                                  <a:pt x="841007" y="151174"/>
                                  <a:pt x="846954" y="153553"/>
                                  <a:pt x="846954" y="153553"/>
                                </a:cubicBezTo>
                                <a:lnTo>
                                  <a:pt x="854091" y="151174"/>
                                </a:lnTo>
                                <a:cubicBezTo>
                                  <a:pt x="854091" y="151174"/>
                                  <a:pt x="857659" y="152364"/>
                                  <a:pt x="858849" y="148795"/>
                                </a:cubicBezTo>
                                <a:cubicBezTo>
                                  <a:pt x="860038" y="146417"/>
                                  <a:pt x="857659" y="141659"/>
                                  <a:pt x="860038" y="141659"/>
                                </a:cubicBezTo>
                                <a:cubicBezTo>
                                  <a:pt x="862417" y="141659"/>
                                  <a:pt x="885016" y="141659"/>
                                  <a:pt x="888584" y="145227"/>
                                </a:cubicBezTo>
                                <a:cubicBezTo>
                                  <a:pt x="892153" y="149985"/>
                                  <a:pt x="895721" y="159500"/>
                                  <a:pt x="900479" y="160690"/>
                                </a:cubicBezTo>
                                <a:cubicBezTo>
                                  <a:pt x="905237" y="161879"/>
                                  <a:pt x="918320" y="166637"/>
                                  <a:pt x="918320" y="170205"/>
                                </a:cubicBezTo>
                                <a:cubicBezTo>
                                  <a:pt x="918320" y="172584"/>
                                  <a:pt x="919509" y="180910"/>
                                  <a:pt x="921888" y="183289"/>
                                </a:cubicBezTo>
                                <a:cubicBezTo>
                                  <a:pt x="925457" y="185668"/>
                                  <a:pt x="932594" y="191615"/>
                                  <a:pt x="934973" y="189236"/>
                                </a:cubicBezTo>
                                <a:cubicBezTo>
                                  <a:pt x="937351" y="186857"/>
                                  <a:pt x="938541" y="185668"/>
                                  <a:pt x="944488" y="185668"/>
                                </a:cubicBezTo>
                                <a:cubicBezTo>
                                  <a:pt x="950435" y="184478"/>
                                  <a:pt x="958761" y="185668"/>
                                  <a:pt x="958761" y="183289"/>
                                </a:cubicBezTo>
                                <a:cubicBezTo>
                                  <a:pt x="958761" y="180910"/>
                                  <a:pt x="965898" y="172584"/>
                                  <a:pt x="967087" y="176152"/>
                                </a:cubicBezTo>
                                <a:cubicBezTo>
                                  <a:pt x="967087" y="179721"/>
                                  <a:pt x="963519" y="188047"/>
                                  <a:pt x="967087" y="188047"/>
                                </a:cubicBezTo>
                                <a:cubicBezTo>
                                  <a:pt x="970656" y="189236"/>
                                  <a:pt x="976603" y="191615"/>
                                  <a:pt x="976603" y="191615"/>
                                </a:cubicBezTo>
                                <a:cubicBezTo>
                                  <a:pt x="976603" y="192804"/>
                                  <a:pt x="983739" y="192804"/>
                                  <a:pt x="984928" y="193994"/>
                                </a:cubicBezTo>
                                <a:cubicBezTo>
                                  <a:pt x="976603" y="192804"/>
                                  <a:pt x="977792" y="193994"/>
                                  <a:pt x="977792" y="193994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346" name="Freeform 345">
                            <a:extLst>
                              <a:ext uri="{FF2B5EF4-FFF2-40B4-BE49-F238E27FC236}">
                                <a16:creationId xmlns:a16="http://schemas.microsoft.com/office/drawing/2014/main" id="{CA490547-1577-261C-D6B7-983EF5A417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68933" y="3322169"/>
                            <a:ext cx="526324" cy="423905"/>
                          </a:xfrm>
                          <a:custGeom>
                            <a:avLst/>
                            <a:gdLst>
                              <a:gd name="connsiteX0" fmla="*/ 524541 w 526324"/>
                              <a:gd name="connsiteY0" fmla="*/ 378240 h 423905"/>
                              <a:gd name="connsiteX1" fmla="*/ 518594 w 526324"/>
                              <a:gd name="connsiteY1" fmla="*/ 377051 h 423905"/>
                              <a:gd name="connsiteX2" fmla="*/ 511457 w 526324"/>
                              <a:gd name="connsiteY2" fmla="*/ 377051 h 423905"/>
                              <a:gd name="connsiteX3" fmla="*/ 504320 w 526324"/>
                              <a:gd name="connsiteY3" fmla="*/ 378240 h 423905"/>
                              <a:gd name="connsiteX4" fmla="*/ 499563 w 526324"/>
                              <a:gd name="connsiteY4" fmla="*/ 381809 h 423905"/>
                              <a:gd name="connsiteX5" fmla="*/ 492426 w 526324"/>
                              <a:gd name="connsiteY5" fmla="*/ 388945 h 423905"/>
                              <a:gd name="connsiteX6" fmla="*/ 488858 w 526324"/>
                              <a:gd name="connsiteY6" fmla="*/ 399650 h 423905"/>
                              <a:gd name="connsiteX7" fmla="*/ 490047 w 526324"/>
                              <a:gd name="connsiteY7" fmla="*/ 410355 h 423905"/>
                              <a:gd name="connsiteX8" fmla="*/ 488858 w 526324"/>
                              <a:gd name="connsiteY8" fmla="*/ 421060 h 423905"/>
                              <a:gd name="connsiteX9" fmla="*/ 478153 w 526324"/>
                              <a:gd name="connsiteY9" fmla="*/ 423439 h 423905"/>
                              <a:gd name="connsiteX10" fmla="*/ 471016 w 526324"/>
                              <a:gd name="connsiteY10" fmla="*/ 419871 h 423905"/>
                              <a:gd name="connsiteX11" fmla="*/ 463880 w 526324"/>
                              <a:gd name="connsiteY11" fmla="*/ 415113 h 423905"/>
                              <a:gd name="connsiteX12" fmla="*/ 457932 w 526324"/>
                              <a:gd name="connsiteY12" fmla="*/ 418681 h 423905"/>
                              <a:gd name="connsiteX13" fmla="*/ 448417 w 526324"/>
                              <a:gd name="connsiteY13" fmla="*/ 417492 h 423905"/>
                              <a:gd name="connsiteX14" fmla="*/ 438901 w 526324"/>
                              <a:gd name="connsiteY14" fmla="*/ 416302 h 423905"/>
                              <a:gd name="connsiteX15" fmla="*/ 430576 w 526324"/>
                              <a:gd name="connsiteY15" fmla="*/ 412734 h 423905"/>
                              <a:gd name="connsiteX16" fmla="*/ 419870 w 526324"/>
                              <a:gd name="connsiteY16" fmla="*/ 412734 h 423905"/>
                              <a:gd name="connsiteX17" fmla="*/ 415113 w 526324"/>
                              <a:gd name="connsiteY17" fmla="*/ 412734 h 423905"/>
                              <a:gd name="connsiteX18" fmla="*/ 411545 w 526324"/>
                              <a:gd name="connsiteY18" fmla="*/ 409166 h 423905"/>
                              <a:gd name="connsiteX19" fmla="*/ 403218 w 526324"/>
                              <a:gd name="connsiteY19" fmla="*/ 411544 h 423905"/>
                              <a:gd name="connsiteX20" fmla="*/ 394893 w 526324"/>
                              <a:gd name="connsiteY20" fmla="*/ 409166 h 423905"/>
                              <a:gd name="connsiteX21" fmla="*/ 382998 w 526324"/>
                              <a:gd name="connsiteY21" fmla="*/ 407976 h 423905"/>
                              <a:gd name="connsiteX22" fmla="*/ 377051 w 526324"/>
                              <a:gd name="connsiteY22" fmla="*/ 406787 h 423905"/>
                              <a:gd name="connsiteX23" fmla="*/ 372293 w 526324"/>
                              <a:gd name="connsiteY23" fmla="*/ 404408 h 423905"/>
                              <a:gd name="connsiteX24" fmla="*/ 358020 w 526324"/>
                              <a:gd name="connsiteY24" fmla="*/ 368725 h 423905"/>
                              <a:gd name="connsiteX25" fmla="*/ 347315 w 526324"/>
                              <a:gd name="connsiteY25" fmla="*/ 365157 h 423905"/>
                              <a:gd name="connsiteX26" fmla="*/ 336610 w 526324"/>
                              <a:gd name="connsiteY26" fmla="*/ 369914 h 423905"/>
                              <a:gd name="connsiteX27" fmla="*/ 325905 w 526324"/>
                              <a:gd name="connsiteY27" fmla="*/ 374672 h 423905"/>
                              <a:gd name="connsiteX28" fmla="*/ 314011 w 526324"/>
                              <a:gd name="connsiteY28" fmla="*/ 380619 h 423905"/>
                              <a:gd name="connsiteX29" fmla="*/ 300927 w 526324"/>
                              <a:gd name="connsiteY29" fmla="*/ 381809 h 423905"/>
                              <a:gd name="connsiteX30" fmla="*/ 290222 w 526324"/>
                              <a:gd name="connsiteY30" fmla="*/ 379430 h 423905"/>
                              <a:gd name="connsiteX31" fmla="*/ 279517 w 526324"/>
                              <a:gd name="connsiteY31" fmla="*/ 379430 h 423905"/>
                              <a:gd name="connsiteX32" fmla="*/ 273570 w 526324"/>
                              <a:gd name="connsiteY32" fmla="*/ 373483 h 423905"/>
                              <a:gd name="connsiteX33" fmla="*/ 264055 w 526324"/>
                              <a:gd name="connsiteY33" fmla="*/ 371104 h 423905"/>
                              <a:gd name="connsiteX34" fmla="*/ 256918 w 526324"/>
                              <a:gd name="connsiteY34" fmla="*/ 366346 h 423905"/>
                              <a:gd name="connsiteX35" fmla="*/ 253350 w 526324"/>
                              <a:gd name="connsiteY35" fmla="*/ 358020 h 423905"/>
                              <a:gd name="connsiteX36" fmla="*/ 245024 w 526324"/>
                              <a:gd name="connsiteY36" fmla="*/ 353262 h 423905"/>
                              <a:gd name="connsiteX37" fmla="*/ 235508 w 526324"/>
                              <a:gd name="connsiteY37" fmla="*/ 348505 h 423905"/>
                              <a:gd name="connsiteX38" fmla="*/ 215288 w 526324"/>
                              <a:gd name="connsiteY38" fmla="*/ 343747 h 423905"/>
                              <a:gd name="connsiteX39" fmla="*/ 209341 w 526324"/>
                              <a:gd name="connsiteY39" fmla="*/ 331852 h 423905"/>
                              <a:gd name="connsiteX40" fmla="*/ 201014 w 526324"/>
                              <a:gd name="connsiteY40" fmla="*/ 321148 h 423905"/>
                              <a:gd name="connsiteX41" fmla="*/ 203393 w 526324"/>
                              <a:gd name="connsiteY41" fmla="*/ 317579 h 423905"/>
                              <a:gd name="connsiteX42" fmla="*/ 195067 w 526324"/>
                              <a:gd name="connsiteY42" fmla="*/ 311632 h 423905"/>
                              <a:gd name="connsiteX43" fmla="*/ 190310 w 526324"/>
                              <a:gd name="connsiteY43" fmla="*/ 300927 h 423905"/>
                              <a:gd name="connsiteX44" fmla="*/ 177226 w 526324"/>
                              <a:gd name="connsiteY44" fmla="*/ 283086 h 423905"/>
                              <a:gd name="connsiteX45" fmla="*/ 174847 w 526324"/>
                              <a:gd name="connsiteY45" fmla="*/ 285464 h 423905"/>
                              <a:gd name="connsiteX46" fmla="*/ 162953 w 526324"/>
                              <a:gd name="connsiteY46" fmla="*/ 286654 h 423905"/>
                              <a:gd name="connsiteX47" fmla="*/ 152248 w 526324"/>
                              <a:gd name="connsiteY47" fmla="*/ 278328 h 423905"/>
                              <a:gd name="connsiteX48" fmla="*/ 148679 w 526324"/>
                              <a:gd name="connsiteY48" fmla="*/ 287843 h 423905"/>
                              <a:gd name="connsiteX49" fmla="*/ 140353 w 526324"/>
                              <a:gd name="connsiteY49" fmla="*/ 281896 h 423905"/>
                              <a:gd name="connsiteX50" fmla="*/ 139164 w 526324"/>
                              <a:gd name="connsiteY50" fmla="*/ 281896 h 423905"/>
                              <a:gd name="connsiteX51" fmla="*/ 133217 w 526324"/>
                              <a:gd name="connsiteY51" fmla="*/ 277138 h 423905"/>
                              <a:gd name="connsiteX52" fmla="*/ 128459 w 526324"/>
                              <a:gd name="connsiteY52" fmla="*/ 271191 h 423905"/>
                              <a:gd name="connsiteX53" fmla="*/ 127270 w 526324"/>
                              <a:gd name="connsiteY53" fmla="*/ 265244 h 423905"/>
                              <a:gd name="connsiteX54" fmla="*/ 127270 w 526324"/>
                              <a:gd name="connsiteY54" fmla="*/ 261676 h 423905"/>
                              <a:gd name="connsiteX55" fmla="*/ 123701 w 526324"/>
                              <a:gd name="connsiteY55" fmla="*/ 239077 h 423905"/>
                              <a:gd name="connsiteX56" fmla="*/ 120133 w 526324"/>
                              <a:gd name="connsiteY56" fmla="*/ 230751 h 423905"/>
                              <a:gd name="connsiteX57" fmla="*/ 104670 w 526324"/>
                              <a:gd name="connsiteY57" fmla="*/ 216477 h 423905"/>
                              <a:gd name="connsiteX58" fmla="*/ 85639 w 526324"/>
                              <a:gd name="connsiteY58" fmla="*/ 204583 h 423905"/>
                              <a:gd name="connsiteX59" fmla="*/ 74934 w 526324"/>
                              <a:gd name="connsiteY59" fmla="*/ 204583 h 423905"/>
                              <a:gd name="connsiteX60" fmla="*/ 72556 w 526324"/>
                              <a:gd name="connsiteY60" fmla="*/ 191499 h 423905"/>
                              <a:gd name="connsiteX61" fmla="*/ 55904 w 526324"/>
                              <a:gd name="connsiteY61" fmla="*/ 176036 h 423905"/>
                              <a:gd name="connsiteX62" fmla="*/ 60661 w 526324"/>
                              <a:gd name="connsiteY62" fmla="*/ 145111 h 423905"/>
                              <a:gd name="connsiteX63" fmla="*/ 66608 w 526324"/>
                              <a:gd name="connsiteY63" fmla="*/ 143922 h 423905"/>
                              <a:gd name="connsiteX64" fmla="*/ 64229 w 526324"/>
                              <a:gd name="connsiteY64" fmla="*/ 128459 h 423905"/>
                              <a:gd name="connsiteX65" fmla="*/ 73745 w 526324"/>
                              <a:gd name="connsiteY65" fmla="*/ 123701 h 423905"/>
                              <a:gd name="connsiteX66" fmla="*/ 40441 w 526324"/>
                              <a:gd name="connsiteY66" fmla="*/ 110617 h 423905"/>
                              <a:gd name="connsiteX67" fmla="*/ 35683 w 526324"/>
                              <a:gd name="connsiteY67" fmla="*/ 103481 h 423905"/>
                              <a:gd name="connsiteX68" fmla="*/ 29736 w 526324"/>
                              <a:gd name="connsiteY68" fmla="*/ 98723 h 423905"/>
                              <a:gd name="connsiteX69" fmla="*/ 22599 w 526324"/>
                              <a:gd name="connsiteY69" fmla="*/ 83260 h 423905"/>
                              <a:gd name="connsiteX70" fmla="*/ 22599 w 526324"/>
                              <a:gd name="connsiteY70" fmla="*/ 80882 h 423905"/>
                              <a:gd name="connsiteX71" fmla="*/ 15463 w 526324"/>
                              <a:gd name="connsiteY71" fmla="*/ 64230 h 423905"/>
                              <a:gd name="connsiteX72" fmla="*/ 8326 w 526324"/>
                              <a:gd name="connsiteY72" fmla="*/ 59472 h 423905"/>
                              <a:gd name="connsiteX73" fmla="*/ 10705 w 526324"/>
                              <a:gd name="connsiteY73" fmla="*/ 49956 h 423905"/>
                              <a:gd name="connsiteX74" fmla="*/ 4758 w 526324"/>
                              <a:gd name="connsiteY74" fmla="*/ 30925 h 423905"/>
                              <a:gd name="connsiteX75" fmla="*/ 3568 w 526324"/>
                              <a:gd name="connsiteY75" fmla="*/ 20220 h 423905"/>
                              <a:gd name="connsiteX76" fmla="*/ 0 w 526324"/>
                              <a:gd name="connsiteY76" fmla="*/ 10705 h 423905"/>
                              <a:gd name="connsiteX77" fmla="*/ 7137 w 526324"/>
                              <a:gd name="connsiteY77" fmla="*/ 9516 h 423905"/>
                              <a:gd name="connsiteX78" fmla="*/ 9515 w 526324"/>
                              <a:gd name="connsiteY78" fmla="*/ 0 h 423905"/>
                              <a:gd name="connsiteX79" fmla="*/ 10705 w 526324"/>
                              <a:gd name="connsiteY79" fmla="*/ 0 h 423905"/>
                              <a:gd name="connsiteX80" fmla="*/ 14273 w 526324"/>
                              <a:gd name="connsiteY80" fmla="*/ 2379 h 423905"/>
                              <a:gd name="connsiteX81" fmla="*/ 17842 w 526324"/>
                              <a:gd name="connsiteY81" fmla="*/ 4758 h 423905"/>
                              <a:gd name="connsiteX82" fmla="*/ 32115 w 526324"/>
                              <a:gd name="connsiteY82" fmla="*/ 19031 h 423905"/>
                              <a:gd name="connsiteX83" fmla="*/ 66608 w 526324"/>
                              <a:gd name="connsiteY83" fmla="*/ 27357 h 423905"/>
                              <a:gd name="connsiteX84" fmla="*/ 72556 w 526324"/>
                              <a:gd name="connsiteY84" fmla="*/ 20220 h 423905"/>
                              <a:gd name="connsiteX85" fmla="*/ 80881 w 526324"/>
                              <a:gd name="connsiteY85" fmla="*/ 14273 h 423905"/>
                              <a:gd name="connsiteX86" fmla="*/ 88018 w 526324"/>
                              <a:gd name="connsiteY86" fmla="*/ 8326 h 423905"/>
                              <a:gd name="connsiteX87" fmla="*/ 96344 w 526324"/>
                              <a:gd name="connsiteY87" fmla="*/ 3568 h 423905"/>
                              <a:gd name="connsiteX88" fmla="*/ 104670 w 526324"/>
                              <a:gd name="connsiteY88" fmla="*/ 14273 h 423905"/>
                              <a:gd name="connsiteX89" fmla="*/ 108239 w 526324"/>
                              <a:gd name="connsiteY89" fmla="*/ 22599 h 423905"/>
                              <a:gd name="connsiteX90" fmla="*/ 114186 w 526324"/>
                              <a:gd name="connsiteY90" fmla="*/ 39251 h 423905"/>
                              <a:gd name="connsiteX91" fmla="*/ 120133 w 526324"/>
                              <a:gd name="connsiteY91" fmla="*/ 42820 h 423905"/>
                              <a:gd name="connsiteX92" fmla="*/ 123701 w 526324"/>
                              <a:gd name="connsiteY92" fmla="*/ 46388 h 423905"/>
                              <a:gd name="connsiteX93" fmla="*/ 123701 w 526324"/>
                              <a:gd name="connsiteY93" fmla="*/ 61851 h 423905"/>
                              <a:gd name="connsiteX94" fmla="*/ 130838 w 526324"/>
                              <a:gd name="connsiteY94" fmla="*/ 66608 h 423905"/>
                              <a:gd name="connsiteX95" fmla="*/ 140353 w 526324"/>
                              <a:gd name="connsiteY95" fmla="*/ 68987 h 423905"/>
                              <a:gd name="connsiteX96" fmla="*/ 151058 w 526324"/>
                              <a:gd name="connsiteY96" fmla="*/ 67798 h 423905"/>
                              <a:gd name="connsiteX97" fmla="*/ 159384 w 526324"/>
                              <a:gd name="connsiteY97" fmla="*/ 71366 h 423905"/>
                              <a:gd name="connsiteX98" fmla="*/ 178415 w 526324"/>
                              <a:gd name="connsiteY98" fmla="*/ 85639 h 423905"/>
                              <a:gd name="connsiteX99" fmla="*/ 205772 w 526324"/>
                              <a:gd name="connsiteY99" fmla="*/ 92776 h 423905"/>
                              <a:gd name="connsiteX100" fmla="*/ 231940 w 526324"/>
                              <a:gd name="connsiteY100" fmla="*/ 88018 h 423905"/>
                              <a:gd name="connsiteX101" fmla="*/ 246213 w 526324"/>
                              <a:gd name="connsiteY101" fmla="*/ 86829 h 423905"/>
                              <a:gd name="connsiteX102" fmla="*/ 259297 w 526324"/>
                              <a:gd name="connsiteY102" fmla="*/ 88018 h 423905"/>
                              <a:gd name="connsiteX103" fmla="*/ 254539 w 526324"/>
                              <a:gd name="connsiteY103" fmla="*/ 70177 h 423905"/>
                              <a:gd name="connsiteX104" fmla="*/ 255729 w 526324"/>
                              <a:gd name="connsiteY104" fmla="*/ 70177 h 423905"/>
                              <a:gd name="connsiteX105" fmla="*/ 272381 w 526324"/>
                              <a:gd name="connsiteY105" fmla="*/ 65419 h 423905"/>
                              <a:gd name="connsiteX106" fmla="*/ 275949 w 526324"/>
                              <a:gd name="connsiteY106" fmla="*/ 58282 h 423905"/>
                              <a:gd name="connsiteX107" fmla="*/ 281896 w 526324"/>
                              <a:gd name="connsiteY107" fmla="*/ 53525 h 423905"/>
                              <a:gd name="connsiteX108" fmla="*/ 296169 w 526324"/>
                              <a:gd name="connsiteY108" fmla="*/ 45199 h 423905"/>
                              <a:gd name="connsiteX109" fmla="*/ 315200 w 526324"/>
                              <a:gd name="connsiteY109" fmla="*/ 45199 h 423905"/>
                              <a:gd name="connsiteX110" fmla="*/ 316390 w 526324"/>
                              <a:gd name="connsiteY110" fmla="*/ 41630 h 423905"/>
                              <a:gd name="connsiteX111" fmla="*/ 333042 w 526324"/>
                              <a:gd name="connsiteY111" fmla="*/ 41630 h 423905"/>
                              <a:gd name="connsiteX112" fmla="*/ 348504 w 526324"/>
                              <a:gd name="connsiteY112" fmla="*/ 49956 h 423905"/>
                              <a:gd name="connsiteX113" fmla="*/ 348504 w 526324"/>
                              <a:gd name="connsiteY113" fmla="*/ 51146 h 423905"/>
                              <a:gd name="connsiteX114" fmla="*/ 368725 w 526324"/>
                              <a:gd name="connsiteY114" fmla="*/ 58282 h 423905"/>
                              <a:gd name="connsiteX115" fmla="*/ 379430 w 526324"/>
                              <a:gd name="connsiteY115" fmla="*/ 58282 h 423905"/>
                              <a:gd name="connsiteX116" fmla="*/ 388945 w 526324"/>
                              <a:gd name="connsiteY116" fmla="*/ 61851 h 423905"/>
                              <a:gd name="connsiteX117" fmla="*/ 390135 w 526324"/>
                              <a:gd name="connsiteY117" fmla="*/ 70177 h 423905"/>
                              <a:gd name="connsiteX118" fmla="*/ 400840 w 526324"/>
                              <a:gd name="connsiteY118" fmla="*/ 70177 h 423905"/>
                              <a:gd name="connsiteX119" fmla="*/ 412734 w 526324"/>
                              <a:gd name="connsiteY119" fmla="*/ 80882 h 423905"/>
                              <a:gd name="connsiteX120" fmla="*/ 418681 w 526324"/>
                              <a:gd name="connsiteY120" fmla="*/ 88018 h 423905"/>
                              <a:gd name="connsiteX121" fmla="*/ 429386 w 526324"/>
                              <a:gd name="connsiteY121" fmla="*/ 88018 h 423905"/>
                              <a:gd name="connsiteX122" fmla="*/ 435333 w 526324"/>
                              <a:gd name="connsiteY122" fmla="*/ 103481 h 423905"/>
                              <a:gd name="connsiteX123" fmla="*/ 440091 w 526324"/>
                              <a:gd name="connsiteY123" fmla="*/ 116565 h 423905"/>
                              <a:gd name="connsiteX124" fmla="*/ 438901 w 526324"/>
                              <a:gd name="connsiteY124" fmla="*/ 123701 h 423905"/>
                              <a:gd name="connsiteX125" fmla="*/ 438901 w 526324"/>
                              <a:gd name="connsiteY125" fmla="*/ 132027 h 423905"/>
                              <a:gd name="connsiteX126" fmla="*/ 440091 w 526324"/>
                              <a:gd name="connsiteY126" fmla="*/ 139164 h 423905"/>
                              <a:gd name="connsiteX127" fmla="*/ 428197 w 526324"/>
                              <a:gd name="connsiteY127" fmla="*/ 145111 h 423905"/>
                              <a:gd name="connsiteX128" fmla="*/ 434144 w 526324"/>
                              <a:gd name="connsiteY128" fmla="*/ 153437 h 423905"/>
                              <a:gd name="connsiteX129" fmla="*/ 431765 w 526324"/>
                              <a:gd name="connsiteY129" fmla="*/ 158195 h 423905"/>
                              <a:gd name="connsiteX130" fmla="*/ 430576 w 526324"/>
                              <a:gd name="connsiteY130" fmla="*/ 161763 h 423905"/>
                              <a:gd name="connsiteX131" fmla="*/ 442470 w 526324"/>
                              <a:gd name="connsiteY131" fmla="*/ 177226 h 423905"/>
                              <a:gd name="connsiteX132" fmla="*/ 434144 w 526324"/>
                              <a:gd name="connsiteY132" fmla="*/ 192688 h 423905"/>
                              <a:gd name="connsiteX133" fmla="*/ 442470 w 526324"/>
                              <a:gd name="connsiteY133" fmla="*/ 209341 h 423905"/>
                              <a:gd name="connsiteX134" fmla="*/ 444849 w 526324"/>
                              <a:gd name="connsiteY134" fmla="*/ 217667 h 423905"/>
                              <a:gd name="connsiteX135" fmla="*/ 443659 w 526324"/>
                              <a:gd name="connsiteY135" fmla="*/ 221235 h 423905"/>
                              <a:gd name="connsiteX136" fmla="*/ 443659 w 526324"/>
                              <a:gd name="connsiteY136" fmla="*/ 224803 h 423905"/>
                              <a:gd name="connsiteX137" fmla="*/ 444849 w 526324"/>
                              <a:gd name="connsiteY137" fmla="*/ 234319 h 423905"/>
                              <a:gd name="connsiteX138" fmla="*/ 454364 w 526324"/>
                              <a:gd name="connsiteY138" fmla="*/ 236698 h 423905"/>
                              <a:gd name="connsiteX139" fmla="*/ 468637 w 526324"/>
                              <a:gd name="connsiteY139" fmla="*/ 239077 h 423905"/>
                              <a:gd name="connsiteX140" fmla="*/ 473395 w 526324"/>
                              <a:gd name="connsiteY140" fmla="*/ 255729 h 423905"/>
                              <a:gd name="connsiteX141" fmla="*/ 473395 w 526324"/>
                              <a:gd name="connsiteY141" fmla="*/ 265244 h 423905"/>
                              <a:gd name="connsiteX142" fmla="*/ 468637 w 526324"/>
                              <a:gd name="connsiteY142" fmla="*/ 271191 h 423905"/>
                              <a:gd name="connsiteX143" fmla="*/ 466259 w 526324"/>
                              <a:gd name="connsiteY143" fmla="*/ 275949 h 423905"/>
                              <a:gd name="connsiteX144" fmla="*/ 459122 w 526324"/>
                              <a:gd name="connsiteY144" fmla="*/ 284275 h 423905"/>
                              <a:gd name="connsiteX145" fmla="*/ 453175 w 526324"/>
                              <a:gd name="connsiteY145" fmla="*/ 292601 h 423905"/>
                              <a:gd name="connsiteX146" fmla="*/ 454364 w 526324"/>
                              <a:gd name="connsiteY146" fmla="*/ 292601 h 423905"/>
                              <a:gd name="connsiteX147" fmla="*/ 460312 w 526324"/>
                              <a:gd name="connsiteY147" fmla="*/ 303306 h 423905"/>
                              <a:gd name="connsiteX148" fmla="*/ 467448 w 526324"/>
                              <a:gd name="connsiteY148" fmla="*/ 312821 h 423905"/>
                              <a:gd name="connsiteX149" fmla="*/ 474585 w 526324"/>
                              <a:gd name="connsiteY149" fmla="*/ 322337 h 423905"/>
                              <a:gd name="connsiteX150" fmla="*/ 484100 w 526324"/>
                              <a:gd name="connsiteY150" fmla="*/ 329473 h 423905"/>
                              <a:gd name="connsiteX151" fmla="*/ 495995 w 526324"/>
                              <a:gd name="connsiteY151" fmla="*/ 331852 h 423905"/>
                              <a:gd name="connsiteX152" fmla="*/ 500752 w 526324"/>
                              <a:gd name="connsiteY152" fmla="*/ 335421 h 423905"/>
                              <a:gd name="connsiteX153" fmla="*/ 506699 w 526324"/>
                              <a:gd name="connsiteY153" fmla="*/ 336610 h 423905"/>
                              <a:gd name="connsiteX154" fmla="*/ 506699 w 526324"/>
                              <a:gd name="connsiteY154" fmla="*/ 343747 h 423905"/>
                              <a:gd name="connsiteX155" fmla="*/ 507889 w 526324"/>
                              <a:gd name="connsiteY155" fmla="*/ 349694 h 423905"/>
                              <a:gd name="connsiteX156" fmla="*/ 510268 w 526324"/>
                              <a:gd name="connsiteY156" fmla="*/ 362778 h 423905"/>
                              <a:gd name="connsiteX157" fmla="*/ 517404 w 526324"/>
                              <a:gd name="connsiteY157" fmla="*/ 362778 h 423905"/>
                              <a:gd name="connsiteX158" fmla="*/ 523351 w 526324"/>
                              <a:gd name="connsiteY158" fmla="*/ 366346 h 423905"/>
                              <a:gd name="connsiteX159" fmla="*/ 524541 w 526324"/>
                              <a:gd name="connsiteY159" fmla="*/ 373483 h 423905"/>
                              <a:gd name="connsiteX160" fmla="*/ 524541 w 526324"/>
                              <a:gd name="connsiteY160" fmla="*/ 378240 h 42390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  <a:cxn ang="0">
                                <a:pos x="connsiteX63" y="connsiteY63"/>
                              </a:cxn>
                              <a:cxn ang="0">
                                <a:pos x="connsiteX64" y="connsiteY64"/>
                              </a:cxn>
                              <a:cxn ang="0">
                                <a:pos x="connsiteX65" y="connsiteY65"/>
                              </a:cxn>
                              <a:cxn ang="0">
                                <a:pos x="connsiteX66" y="connsiteY66"/>
                              </a:cxn>
                              <a:cxn ang="0">
                                <a:pos x="connsiteX67" y="connsiteY67"/>
                              </a:cxn>
                              <a:cxn ang="0">
                                <a:pos x="connsiteX68" y="connsiteY68"/>
                              </a:cxn>
                              <a:cxn ang="0">
                                <a:pos x="connsiteX69" y="connsiteY69"/>
                              </a:cxn>
                              <a:cxn ang="0">
                                <a:pos x="connsiteX70" y="connsiteY70"/>
                              </a:cxn>
                              <a:cxn ang="0">
                                <a:pos x="connsiteX71" y="connsiteY71"/>
                              </a:cxn>
                              <a:cxn ang="0">
                                <a:pos x="connsiteX72" y="connsiteY72"/>
                              </a:cxn>
                              <a:cxn ang="0">
                                <a:pos x="connsiteX73" y="connsiteY73"/>
                              </a:cxn>
                              <a:cxn ang="0">
                                <a:pos x="connsiteX74" y="connsiteY74"/>
                              </a:cxn>
                              <a:cxn ang="0">
                                <a:pos x="connsiteX75" y="connsiteY75"/>
                              </a:cxn>
                              <a:cxn ang="0">
                                <a:pos x="connsiteX76" y="connsiteY76"/>
                              </a:cxn>
                              <a:cxn ang="0">
                                <a:pos x="connsiteX77" y="connsiteY77"/>
                              </a:cxn>
                              <a:cxn ang="0">
                                <a:pos x="connsiteX78" y="connsiteY78"/>
                              </a:cxn>
                              <a:cxn ang="0">
                                <a:pos x="connsiteX79" y="connsiteY79"/>
                              </a:cxn>
                              <a:cxn ang="0">
                                <a:pos x="connsiteX80" y="connsiteY80"/>
                              </a:cxn>
                              <a:cxn ang="0">
                                <a:pos x="connsiteX81" y="connsiteY81"/>
                              </a:cxn>
                              <a:cxn ang="0">
                                <a:pos x="connsiteX82" y="connsiteY82"/>
                              </a:cxn>
                              <a:cxn ang="0">
                                <a:pos x="connsiteX83" y="connsiteY83"/>
                              </a:cxn>
                              <a:cxn ang="0">
                                <a:pos x="connsiteX84" y="connsiteY84"/>
                              </a:cxn>
                              <a:cxn ang="0">
                                <a:pos x="connsiteX85" y="connsiteY85"/>
                              </a:cxn>
                              <a:cxn ang="0">
                                <a:pos x="connsiteX86" y="connsiteY86"/>
                              </a:cxn>
                              <a:cxn ang="0">
                                <a:pos x="connsiteX87" y="connsiteY87"/>
                              </a:cxn>
                              <a:cxn ang="0">
                                <a:pos x="connsiteX88" y="connsiteY88"/>
                              </a:cxn>
                              <a:cxn ang="0">
                                <a:pos x="connsiteX89" y="connsiteY89"/>
                              </a:cxn>
                              <a:cxn ang="0">
                                <a:pos x="connsiteX90" y="connsiteY90"/>
                              </a:cxn>
                              <a:cxn ang="0">
                                <a:pos x="connsiteX91" y="connsiteY91"/>
                              </a:cxn>
                              <a:cxn ang="0">
                                <a:pos x="connsiteX92" y="connsiteY92"/>
                              </a:cxn>
                              <a:cxn ang="0">
                                <a:pos x="connsiteX93" y="connsiteY93"/>
                              </a:cxn>
                              <a:cxn ang="0">
                                <a:pos x="connsiteX94" y="connsiteY94"/>
                              </a:cxn>
                              <a:cxn ang="0">
                                <a:pos x="connsiteX95" y="connsiteY95"/>
                              </a:cxn>
                              <a:cxn ang="0">
                                <a:pos x="connsiteX96" y="connsiteY96"/>
                              </a:cxn>
                              <a:cxn ang="0">
                                <a:pos x="connsiteX97" y="connsiteY97"/>
                              </a:cxn>
                              <a:cxn ang="0">
                                <a:pos x="connsiteX98" y="connsiteY98"/>
                              </a:cxn>
                              <a:cxn ang="0">
                                <a:pos x="connsiteX99" y="connsiteY99"/>
                              </a:cxn>
                              <a:cxn ang="0">
                                <a:pos x="connsiteX100" y="connsiteY100"/>
                              </a:cxn>
                              <a:cxn ang="0">
                                <a:pos x="connsiteX101" y="connsiteY101"/>
                              </a:cxn>
                              <a:cxn ang="0">
                                <a:pos x="connsiteX102" y="connsiteY102"/>
                              </a:cxn>
                              <a:cxn ang="0">
                                <a:pos x="connsiteX103" y="connsiteY103"/>
                              </a:cxn>
                              <a:cxn ang="0">
                                <a:pos x="connsiteX104" y="connsiteY104"/>
                              </a:cxn>
                              <a:cxn ang="0">
                                <a:pos x="connsiteX105" y="connsiteY105"/>
                              </a:cxn>
                              <a:cxn ang="0">
                                <a:pos x="connsiteX106" y="connsiteY106"/>
                              </a:cxn>
                              <a:cxn ang="0">
                                <a:pos x="connsiteX107" y="connsiteY107"/>
                              </a:cxn>
                              <a:cxn ang="0">
                                <a:pos x="connsiteX108" y="connsiteY108"/>
                              </a:cxn>
                              <a:cxn ang="0">
                                <a:pos x="connsiteX109" y="connsiteY109"/>
                              </a:cxn>
                              <a:cxn ang="0">
                                <a:pos x="connsiteX110" y="connsiteY110"/>
                              </a:cxn>
                              <a:cxn ang="0">
                                <a:pos x="connsiteX111" y="connsiteY111"/>
                              </a:cxn>
                              <a:cxn ang="0">
                                <a:pos x="connsiteX112" y="connsiteY112"/>
                              </a:cxn>
                              <a:cxn ang="0">
                                <a:pos x="connsiteX113" y="connsiteY113"/>
                              </a:cxn>
                              <a:cxn ang="0">
                                <a:pos x="connsiteX114" y="connsiteY114"/>
                              </a:cxn>
                              <a:cxn ang="0">
                                <a:pos x="connsiteX115" y="connsiteY115"/>
                              </a:cxn>
                              <a:cxn ang="0">
                                <a:pos x="connsiteX116" y="connsiteY116"/>
                              </a:cxn>
                              <a:cxn ang="0">
                                <a:pos x="connsiteX117" y="connsiteY117"/>
                              </a:cxn>
                              <a:cxn ang="0">
                                <a:pos x="connsiteX118" y="connsiteY118"/>
                              </a:cxn>
                              <a:cxn ang="0">
                                <a:pos x="connsiteX119" y="connsiteY119"/>
                              </a:cxn>
                              <a:cxn ang="0">
                                <a:pos x="connsiteX120" y="connsiteY120"/>
                              </a:cxn>
                              <a:cxn ang="0">
                                <a:pos x="connsiteX121" y="connsiteY121"/>
                              </a:cxn>
                              <a:cxn ang="0">
                                <a:pos x="connsiteX122" y="connsiteY122"/>
                              </a:cxn>
                              <a:cxn ang="0">
                                <a:pos x="connsiteX123" y="connsiteY123"/>
                              </a:cxn>
                              <a:cxn ang="0">
                                <a:pos x="connsiteX124" y="connsiteY124"/>
                              </a:cxn>
                              <a:cxn ang="0">
                                <a:pos x="connsiteX125" y="connsiteY125"/>
                              </a:cxn>
                              <a:cxn ang="0">
                                <a:pos x="connsiteX126" y="connsiteY126"/>
                              </a:cxn>
                              <a:cxn ang="0">
                                <a:pos x="connsiteX127" y="connsiteY127"/>
                              </a:cxn>
                              <a:cxn ang="0">
                                <a:pos x="connsiteX128" y="connsiteY128"/>
                              </a:cxn>
                              <a:cxn ang="0">
                                <a:pos x="connsiteX129" y="connsiteY129"/>
                              </a:cxn>
                              <a:cxn ang="0">
                                <a:pos x="connsiteX130" y="connsiteY130"/>
                              </a:cxn>
                              <a:cxn ang="0">
                                <a:pos x="connsiteX131" y="connsiteY131"/>
                              </a:cxn>
                              <a:cxn ang="0">
                                <a:pos x="connsiteX132" y="connsiteY132"/>
                              </a:cxn>
                              <a:cxn ang="0">
                                <a:pos x="connsiteX133" y="connsiteY133"/>
                              </a:cxn>
                              <a:cxn ang="0">
                                <a:pos x="connsiteX134" y="connsiteY134"/>
                              </a:cxn>
                              <a:cxn ang="0">
                                <a:pos x="connsiteX135" y="connsiteY135"/>
                              </a:cxn>
                              <a:cxn ang="0">
                                <a:pos x="connsiteX136" y="connsiteY136"/>
                              </a:cxn>
                              <a:cxn ang="0">
                                <a:pos x="connsiteX137" y="connsiteY137"/>
                              </a:cxn>
                              <a:cxn ang="0">
                                <a:pos x="connsiteX138" y="connsiteY138"/>
                              </a:cxn>
                              <a:cxn ang="0">
                                <a:pos x="connsiteX139" y="connsiteY139"/>
                              </a:cxn>
                              <a:cxn ang="0">
                                <a:pos x="connsiteX140" y="connsiteY140"/>
                              </a:cxn>
                              <a:cxn ang="0">
                                <a:pos x="connsiteX141" y="connsiteY141"/>
                              </a:cxn>
                              <a:cxn ang="0">
                                <a:pos x="connsiteX142" y="connsiteY142"/>
                              </a:cxn>
                              <a:cxn ang="0">
                                <a:pos x="connsiteX143" y="connsiteY143"/>
                              </a:cxn>
                              <a:cxn ang="0">
                                <a:pos x="connsiteX144" y="connsiteY144"/>
                              </a:cxn>
                              <a:cxn ang="0">
                                <a:pos x="connsiteX145" y="connsiteY145"/>
                              </a:cxn>
                              <a:cxn ang="0">
                                <a:pos x="connsiteX146" y="connsiteY146"/>
                              </a:cxn>
                              <a:cxn ang="0">
                                <a:pos x="connsiteX147" y="connsiteY147"/>
                              </a:cxn>
                              <a:cxn ang="0">
                                <a:pos x="connsiteX148" y="connsiteY148"/>
                              </a:cxn>
                              <a:cxn ang="0">
                                <a:pos x="connsiteX149" y="connsiteY149"/>
                              </a:cxn>
                              <a:cxn ang="0">
                                <a:pos x="connsiteX150" y="connsiteY150"/>
                              </a:cxn>
                              <a:cxn ang="0">
                                <a:pos x="connsiteX151" y="connsiteY151"/>
                              </a:cxn>
                              <a:cxn ang="0">
                                <a:pos x="connsiteX152" y="connsiteY152"/>
                              </a:cxn>
                              <a:cxn ang="0">
                                <a:pos x="connsiteX153" y="connsiteY153"/>
                              </a:cxn>
                              <a:cxn ang="0">
                                <a:pos x="connsiteX154" y="connsiteY154"/>
                              </a:cxn>
                              <a:cxn ang="0">
                                <a:pos x="connsiteX155" y="connsiteY155"/>
                              </a:cxn>
                              <a:cxn ang="0">
                                <a:pos x="connsiteX156" y="connsiteY156"/>
                              </a:cxn>
                              <a:cxn ang="0">
                                <a:pos x="connsiteX157" y="connsiteY157"/>
                              </a:cxn>
                              <a:cxn ang="0">
                                <a:pos x="connsiteX158" y="connsiteY158"/>
                              </a:cxn>
                              <a:cxn ang="0">
                                <a:pos x="connsiteX159" y="connsiteY159"/>
                              </a:cxn>
                              <a:cxn ang="0">
                                <a:pos x="connsiteX160" y="connsiteY160"/>
                              </a:cxn>
                            </a:cxnLst>
                            <a:rect l="l" t="t" r="r" b="b"/>
                            <a:pathLst>
                              <a:path w="526324" h="423905">
                                <a:moveTo>
                                  <a:pt x="524541" y="378240"/>
                                </a:moveTo>
                                <a:cubicBezTo>
                                  <a:pt x="522162" y="380619"/>
                                  <a:pt x="520972" y="378240"/>
                                  <a:pt x="518594" y="377051"/>
                                </a:cubicBezTo>
                                <a:cubicBezTo>
                                  <a:pt x="516215" y="375861"/>
                                  <a:pt x="513836" y="375861"/>
                                  <a:pt x="511457" y="377051"/>
                                </a:cubicBezTo>
                                <a:cubicBezTo>
                                  <a:pt x="509078" y="378240"/>
                                  <a:pt x="506699" y="378240"/>
                                  <a:pt x="504320" y="378240"/>
                                </a:cubicBezTo>
                                <a:cubicBezTo>
                                  <a:pt x="501942" y="379430"/>
                                  <a:pt x="500752" y="381809"/>
                                  <a:pt x="499563" y="381809"/>
                                </a:cubicBezTo>
                                <a:cubicBezTo>
                                  <a:pt x="495995" y="384188"/>
                                  <a:pt x="493616" y="384188"/>
                                  <a:pt x="492426" y="388945"/>
                                </a:cubicBezTo>
                                <a:cubicBezTo>
                                  <a:pt x="491237" y="392514"/>
                                  <a:pt x="492426" y="397271"/>
                                  <a:pt x="488858" y="399650"/>
                                </a:cubicBezTo>
                                <a:cubicBezTo>
                                  <a:pt x="487668" y="403219"/>
                                  <a:pt x="490047" y="406787"/>
                                  <a:pt x="490047" y="410355"/>
                                </a:cubicBezTo>
                                <a:cubicBezTo>
                                  <a:pt x="490047" y="413923"/>
                                  <a:pt x="487668" y="416302"/>
                                  <a:pt x="488858" y="421060"/>
                                </a:cubicBezTo>
                                <a:cubicBezTo>
                                  <a:pt x="486479" y="423439"/>
                                  <a:pt x="481721" y="424628"/>
                                  <a:pt x="478153" y="423439"/>
                                </a:cubicBezTo>
                                <a:cubicBezTo>
                                  <a:pt x="475774" y="423439"/>
                                  <a:pt x="472206" y="421060"/>
                                  <a:pt x="471016" y="419871"/>
                                </a:cubicBezTo>
                                <a:cubicBezTo>
                                  <a:pt x="468637" y="418681"/>
                                  <a:pt x="467448" y="413923"/>
                                  <a:pt x="463880" y="415113"/>
                                </a:cubicBezTo>
                                <a:cubicBezTo>
                                  <a:pt x="463880" y="419871"/>
                                  <a:pt x="460312" y="418681"/>
                                  <a:pt x="457932" y="418681"/>
                                </a:cubicBezTo>
                                <a:cubicBezTo>
                                  <a:pt x="455553" y="418681"/>
                                  <a:pt x="450796" y="417492"/>
                                  <a:pt x="448417" y="417492"/>
                                </a:cubicBezTo>
                                <a:cubicBezTo>
                                  <a:pt x="446038" y="417492"/>
                                  <a:pt x="442470" y="416302"/>
                                  <a:pt x="438901" y="416302"/>
                                </a:cubicBezTo>
                                <a:cubicBezTo>
                                  <a:pt x="435333" y="415113"/>
                                  <a:pt x="432954" y="413923"/>
                                  <a:pt x="430576" y="412734"/>
                                </a:cubicBezTo>
                                <a:cubicBezTo>
                                  <a:pt x="427007" y="411544"/>
                                  <a:pt x="423439" y="412734"/>
                                  <a:pt x="419870" y="412734"/>
                                </a:cubicBezTo>
                                <a:cubicBezTo>
                                  <a:pt x="418681" y="412734"/>
                                  <a:pt x="416302" y="412734"/>
                                  <a:pt x="415113" y="412734"/>
                                </a:cubicBezTo>
                                <a:cubicBezTo>
                                  <a:pt x="413923" y="412734"/>
                                  <a:pt x="412734" y="410355"/>
                                  <a:pt x="411545" y="409166"/>
                                </a:cubicBezTo>
                                <a:cubicBezTo>
                                  <a:pt x="407976" y="406787"/>
                                  <a:pt x="406787" y="410355"/>
                                  <a:pt x="403218" y="411544"/>
                                </a:cubicBezTo>
                                <a:cubicBezTo>
                                  <a:pt x="398461" y="412734"/>
                                  <a:pt x="398461" y="410355"/>
                                  <a:pt x="394893" y="409166"/>
                                </a:cubicBezTo>
                                <a:cubicBezTo>
                                  <a:pt x="391324" y="407976"/>
                                  <a:pt x="386566" y="407976"/>
                                  <a:pt x="382998" y="407976"/>
                                </a:cubicBezTo>
                                <a:cubicBezTo>
                                  <a:pt x="381809" y="407976"/>
                                  <a:pt x="378240" y="407976"/>
                                  <a:pt x="377051" y="406787"/>
                                </a:cubicBezTo>
                                <a:cubicBezTo>
                                  <a:pt x="375862" y="406787"/>
                                  <a:pt x="374672" y="404408"/>
                                  <a:pt x="372293" y="404408"/>
                                </a:cubicBezTo>
                                <a:cubicBezTo>
                                  <a:pt x="371104" y="392514"/>
                                  <a:pt x="363967" y="379430"/>
                                  <a:pt x="358020" y="368725"/>
                                </a:cubicBezTo>
                                <a:cubicBezTo>
                                  <a:pt x="353262" y="368725"/>
                                  <a:pt x="352073" y="363967"/>
                                  <a:pt x="347315" y="365157"/>
                                </a:cubicBezTo>
                                <a:cubicBezTo>
                                  <a:pt x="343747" y="366346"/>
                                  <a:pt x="340178" y="368725"/>
                                  <a:pt x="336610" y="369914"/>
                                </a:cubicBezTo>
                                <a:cubicBezTo>
                                  <a:pt x="333042" y="372293"/>
                                  <a:pt x="329474" y="372293"/>
                                  <a:pt x="325905" y="374672"/>
                                </a:cubicBezTo>
                                <a:cubicBezTo>
                                  <a:pt x="322337" y="377051"/>
                                  <a:pt x="317579" y="378240"/>
                                  <a:pt x="314011" y="380619"/>
                                </a:cubicBezTo>
                                <a:cubicBezTo>
                                  <a:pt x="312821" y="391324"/>
                                  <a:pt x="305685" y="384188"/>
                                  <a:pt x="300927" y="381809"/>
                                </a:cubicBezTo>
                                <a:cubicBezTo>
                                  <a:pt x="297359" y="379430"/>
                                  <a:pt x="294980" y="379430"/>
                                  <a:pt x="290222" y="379430"/>
                                </a:cubicBezTo>
                                <a:cubicBezTo>
                                  <a:pt x="287843" y="379430"/>
                                  <a:pt x="281896" y="380619"/>
                                  <a:pt x="279517" y="379430"/>
                                </a:cubicBezTo>
                                <a:cubicBezTo>
                                  <a:pt x="275949" y="378240"/>
                                  <a:pt x="275949" y="374672"/>
                                  <a:pt x="273570" y="373483"/>
                                </a:cubicBezTo>
                                <a:cubicBezTo>
                                  <a:pt x="271191" y="371104"/>
                                  <a:pt x="266433" y="372293"/>
                                  <a:pt x="264055" y="371104"/>
                                </a:cubicBezTo>
                                <a:cubicBezTo>
                                  <a:pt x="261676" y="369914"/>
                                  <a:pt x="258108" y="368725"/>
                                  <a:pt x="256918" y="366346"/>
                                </a:cubicBezTo>
                                <a:cubicBezTo>
                                  <a:pt x="253350" y="363967"/>
                                  <a:pt x="253350" y="362778"/>
                                  <a:pt x="253350" y="358020"/>
                                </a:cubicBezTo>
                                <a:cubicBezTo>
                                  <a:pt x="253350" y="352073"/>
                                  <a:pt x="249781" y="354452"/>
                                  <a:pt x="245024" y="353262"/>
                                </a:cubicBezTo>
                                <a:cubicBezTo>
                                  <a:pt x="241455" y="352073"/>
                                  <a:pt x="239077" y="349694"/>
                                  <a:pt x="235508" y="348505"/>
                                </a:cubicBezTo>
                                <a:cubicBezTo>
                                  <a:pt x="231940" y="347315"/>
                                  <a:pt x="214098" y="349694"/>
                                  <a:pt x="215288" y="343747"/>
                                </a:cubicBezTo>
                                <a:cubicBezTo>
                                  <a:pt x="211719" y="341368"/>
                                  <a:pt x="210530" y="335421"/>
                                  <a:pt x="209341" y="331852"/>
                                </a:cubicBezTo>
                                <a:cubicBezTo>
                                  <a:pt x="206962" y="325905"/>
                                  <a:pt x="203393" y="325905"/>
                                  <a:pt x="201014" y="321148"/>
                                </a:cubicBezTo>
                                <a:cubicBezTo>
                                  <a:pt x="203393" y="321148"/>
                                  <a:pt x="204583" y="319958"/>
                                  <a:pt x="203393" y="317579"/>
                                </a:cubicBezTo>
                                <a:cubicBezTo>
                                  <a:pt x="197446" y="317579"/>
                                  <a:pt x="196257" y="317579"/>
                                  <a:pt x="195067" y="311632"/>
                                </a:cubicBezTo>
                                <a:cubicBezTo>
                                  <a:pt x="193878" y="306874"/>
                                  <a:pt x="192689" y="304495"/>
                                  <a:pt x="190310" y="300927"/>
                                </a:cubicBezTo>
                                <a:cubicBezTo>
                                  <a:pt x="186741" y="294980"/>
                                  <a:pt x="183173" y="286654"/>
                                  <a:pt x="177226" y="283086"/>
                                </a:cubicBezTo>
                                <a:cubicBezTo>
                                  <a:pt x="176036" y="284275"/>
                                  <a:pt x="174847" y="284275"/>
                                  <a:pt x="174847" y="285464"/>
                                </a:cubicBezTo>
                                <a:cubicBezTo>
                                  <a:pt x="168900" y="285464"/>
                                  <a:pt x="167710" y="290222"/>
                                  <a:pt x="162953" y="286654"/>
                                </a:cubicBezTo>
                                <a:cubicBezTo>
                                  <a:pt x="158195" y="283086"/>
                                  <a:pt x="158195" y="277138"/>
                                  <a:pt x="152248" y="278328"/>
                                </a:cubicBezTo>
                                <a:cubicBezTo>
                                  <a:pt x="153437" y="283086"/>
                                  <a:pt x="155816" y="286654"/>
                                  <a:pt x="148679" y="287843"/>
                                </a:cubicBezTo>
                                <a:cubicBezTo>
                                  <a:pt x="141543" y="289033"/>
                                  <a:pt x="146300" y="281896"/>
                                  <a:pt x="140353" y="281896"/>
                                </a:cubicBezTo>
                                <a:cubicBezTo>
                                  <a:pt x="140353" y="281896"/>
                                  <a:pt x="139164" y="281896"/>
                                  <a:pt x="139164" y="281896"/>
                                </a:cubicBezTo>
                                <a:cubicBezTo>
                                  <a:pt x="137975" y="278328"/>
                                  <a:pt x="135596" y="278328"/>
                                  <a:pt x="133217" y="277138"/>
                                </a:cubicBezTo>
                                <a:cubicBezTo>
                                  <a:pt x="130838" y="275949"/>
                                  <a:pt x="129648" y="273570"/>
                                  <a:pt x="128459" y="271191"/>
                                </a:cubicBezTo>
                                <a:cubicBezTo>
                                  <a:pt x="127270" y="267623"/>
                                  <a:pt x="127270" y="265244"/>
                                  <a:pt x="127270" y="265244"/>
                                </a:cubicBezTo>
                                <a:cubicBezTo>
                                  <a:pt x="127270" y="264055"/>
                                  <a:pt x="127270" y="262865"/>
                                  <a:pt x="127270" y="261676"/>
                                </a:cubicBezTo>
                                <a:cubicBezTo>
                                  <a:pt x="115375" y="260486"/>
                                  <a:pt x="114186" y="246213"/>
                                  <a:pt x="123701" y="239077"/>
                                </a:cubicBezTo>
                                <a:cubicBezTo>
                                  <a:pt x="122512" y="236698"/>
                                  <a:pt x="120133" y="233129"/>
                                  <a:pt x="120133" y="230751"/>
                                </a:cubicBezTo>
                                <a:cubicBezTo>
                                  <a:pt x="112996" y="227182"/>
                                  <a:pt x="110617" y="220045"/>
                                  <a:pt x="104670" y="216477"/>
                                </a:cubicBezTo>
                                <a:cubicBezTo>
                                  <a:pt x="97534" y="212909"/>
                                  <a:pt x="92776" y="208151"/>
                                  <a:pt x="85639" y="204583"/>
                                </a:cubicBezTo>
                                <a:cubicBezTo>
                                  <a:pt x="80881" y="202204"/>
                                  <a:pt x="78503" y="206962"/>
                                  <a:pt x="74934" y="204583"/>
                                </a:cubicBezTo>
                                <a:cubicBezTo>
                                  <a:pt x="70177" y="202204"/>
                                  <a:pt x="73745" y="195067"/>
                                  <a:pt x="72556" y="191499"/>
                                </a:cubicBezTo>
                                <a:cubicBezTo>
                                  <a:pt x="70177" y="185552"/>
                                  <a:pt x="60661" y="178415"/>
                                  <a:pt x="55904" y="176036"/>
                                </a:cubicBezTo>
                                <a:cubicBezTo>
                                  <a:pt x="53525" y="164142"/>
                                  <a:pt x="60661" y="157005"/>
                                  <a:pt x="60661" y="145111"/>
                                </a:cubicBezTo>
                                <a:cubicBezTo>
                                  <a:pt x="63040" y="143922"/>
                                  <a:pt x="64229" y="143922"/>
                                  <a:pt x="66608" y="143922"/>
                                </a:cubicBezTo>
                                <a:cubicBezTo>
                                  <a:pt x="66608" y="137975"/>
                                  <a:pt x="65419" y="134406"/>
                                  <a:pt x="64229" y="128459"/>
                                </a:cubicBezTo>
                                <a:cubicBezTo>
                                  <a:pt x="67798" y="126080"/>
                                  <a:pt x="71366" y="126080"/>
                                  <a:pt x="73745" y="123701"/>
                                </a:cubicBezTo>
                                <a:cubicBezTo>
                                  <a:pt x="65419" y="116565"/>
                                  <a:pt x="48767" y="118944"/>
                                  <a:pt x="40441" y="110617"/>
                                </a:cubicBezTo>
                                <a:cubicBezTo>
                                  <a:pt x="39251" y="108239"/>
                                  <a:pt x="38062" y="105860"/>
                                  <a:pt x="35683" y="103481"/>
                                </a:cubicBezTo>
                                <a:cubicBezTo>
                                  <a:pt x="34494" y="102291"/>
                                  <a:pt x="30925" y="99913"/>
                                  <a:pt x="29736" y="98723"/>
                                </a:cubicBezTo>
                                <a:cubicBezTo>
                                  <a:pt x="27357" y="93965"/>
                                  <a:pt x="32115" y="82071"/>
                                  <a:pt x="22599" y="83260"/>
                                </a:cubicBezTo>
                                <a:cubicBezTo>
                                  <a:pt x="22599" y="82071"/>
                                  <a:pt x="22599" y="82071"/>
                                  <a:pt x="22599" y="80882"/>
                                </a:cubicBezTo>
                                <a:cubicBezTo>
                                  <a:pt x="22599" y="74934"/>
                                  <a:pt x="20221" y="67798"/>
                                  <a:pt x="15463" y="64230"/>
                                </a:cubicBezTo>
                                <a:cubicBezTo>
                                  <a:pt x="14273" y="63040"/>
                                  <a:pt x="9515" y="61851"/>
                                  <a:pt x="8326" y="59472"/>
                                </a:cubicBezTo>
                                <a:cubicBezTo>
                                  <a:pt x="7137" y="57093"/>
                                  <a:pt x="10705" y="52335"/>
                                  <a:pt x="10705" y="49956"/>
                                </a:cubicBezTo>
                                <a:cubicBezTo>
                                  <a:pt x="11894" y="40441"/>
                                  <a:pt x="5947" y="39251"/>
                                  <a:pt x="4758" y="30925"/>
                                </a:cubicBezTo>
                                <a:cubicBezTo>
                                  <a:pt x="4758" y="27357"/>
                                  <a:pt x="4758" y="23789"/>
                                  <a:pt x="3568" y="20220"/>
                                </a:cubicBezTo>
                                <a:cubicBezTo>
                                  <a:pt x="2379" y="16652"/>
                                  <a:pt x="0" y="15463"/>
                                  <a:pt x="0" y="10705"/>
                                </a:cubicBezTo>
                                <a:cubicBezTo>
                                  <a:pt x="2379" y="10705"/>
                                  <a:pt x="4758" y="9516"/>
                                  <a:pt x="7137" y="9516"/>
                                </a:cubicBezTo>
                                <a:cubicBezTo>
                                  <a:pt x="7137" y="5947"/>
                                  <a:pt x="5947" y="1190"/>
                                  <a:pt x="9515" y="0"/>
                                </a:cubicBezTo>
                                <a:cubicBezTo>
                                  <a:pt x="9515" y="0"/>
                                  <a:pt x="10705" y="0"/>
                                  <a:pt x="10705" y="0"/>
                                </a:cubicBezTo>
                                <a:cubicBezTo>
                                  <a:pt x="11894" y="0"/>
                                  <a:pt x="13084" y="1190"/>
                                  <a:pt x="14273" y="2379"/>
                                </a:cubicBezTo>
                                <a:cubicBezTo>
                                  <a:pt x="15463" y="3568"/>
                                  <a:pt x="16652" y="4758"/>
                                  <a:pt x="17842" y="4758"/>
                                </a:cubicBezTo>
                                <a:cubicBezTo>
                                  <a:pt x="20221" y="11894"/>
                                  <a:pt x="22599" y="16652"/>
                                  <a:pt x="32115" y="19031"/>
                                </a:cubicBezTo>
                                <a:cubicBezTo>
                                  <a:pt x="32115" y="30925"/>
                                  <a:pt x="59472" y="32115"/>
                                  <a:pt x="66608" y="27357"/>
                                </a:cubicBezTo>
                                <a:cubicBezTo>
                                  <a:pt x="68987" y="26168"/>
                                  <a:pt x="70177" y="22599"/>
                                  <a:pt x="72556" y="20220"/>
                                </a:cubicBezTo>
                                <a:cubicBezTo>
                                  <a:pt x="74934" y="19031"/>
                                  <a:pt x="78503" y="16652"/>
                                  <a:pt x="80881" y="14273"/>
                                </a:cubicBezTo>
                                <a:cubicBezTo>
                                  <a:pt x="83260" y="11894"/>
                                  <a:pt x="85639" y="9516"/>
                                  <a:pt x="88018" y="8326"/>
                                </a:cubicBezTo>
                                <a:cubicBezTo>
                                  <a:pt x="91587" y="7137"/>
                                  <a:pt x="95155" y="8326"/>
                                  <a:pt x="96344" y="3568"/>
                                </a:cubicBezTo>
                                <a:cubicBezTo>
                                  <a:pt x="99912" y="5947"/>
                                  <a:pt x="103481" y="9516"/>
                                  <a:pt x="104670" y="14273"/>
                                </a:cubicBezTo>
                                <a:cubicBezTo>
                                  <a:pt x="98723" y="16652"/>
                                  <a:pt x="105860" y="21410"/>
                                  <a:pt x="108239" y="22599"/>
                                </a:cubicBezTo>
                                <a:cubicBezTo>
                                  <a:pt x="95155" y="28547"/>
                                  <a:pt x="108239" y="35683"/>
                                  <a:pt x="114186" y="39251"/>
                                </a:cubicBezTo>
                                <a:cubicBezTo>
                                  <a:pt x="116564" y="40441"/>
                                  <a:pt x="118944" y="41630"/>
                                  <a:pt x="120133" y="42820"/>
                                </a:cubicBezTo>
                                <a:cubicBezTo>
                                  <a:pt x="121323" y="44009"/>
                                  <a:pt x="123701" y="45199"/>
                                  <a:pt x="123701" y="46388"/>
                                </a:cubicBezTo>
                                <a:cubicBezTo>
                                  <a:pt x="127270" y="51146"/>
                                  <a:pt x="123701" y="55903"/>
                                  <a:pt x="123701" y="61851"/>
                                </a:cubicBezTo>
                                <a:cubicBezTo>
                                  <a:pt x="129648" y="60661"/>
                                  <a:pt x="128459" y="64230"/>
                                  <a:pt x="130838" y="66608"/>
                                </a:cubicBezTo>
                                <a:cubicBezTo>
                                  <a:pt x="133217" y="67798"/>
                                  <a:pt x="137975" y="68987"/>
                                  <a:pt x="140353" y="68987"/>
                                </a:cubicBezTo>
                                <a:cubicBezTo>
                                  <a:pt x="143922" y="68987"/>
                                  <a:pt x="147490" y="67798"/>
                                  <a:pt x="151058" y="67798"/>
                                </a:cubicBezTo>
                                <a:cubicBezTo>
                                  <a:pt x="153437" y="67798"/>
                                  <a:pt x="157006" y="71366"/>
                                  <a:pt x="159384" y="71366"/>
                                </a:cubicBezTo>
                                <a:cubicBezTo>
                                  <a:pt x="158195" y="82071"/>
                                  <a:pt x="170089" y="83260"/>
                                  <a:pt x="178415" y="85639"/>
                                </a:cubicBezTo>
                                <a:cubicBezTo>
                                  <a:pt x="187931" y="88018"/>
                                  <a:pt x="195067" y="92776"/>
                                  <a:pt x="205772" y="92776"/>
                                </a:cubicBezTo>
                                <a:cubicBezTo>
                                  <a:pt x="214098" y="92776"/>
                                  <a:pt x="223614" y="89208"/>
                                  <a:pt x="231940" y="88018"/>
                                </a:cubicBezTo>
                                <a:cubicBezTo>
                                  <a:pt x="236698" y="86829"/>
                                  <a:pt x="241455" y="85639"/>
                                  <a:pt x="246213" y="86829"/>
                                </a:cubicBezTo>
                                <a:cubicBezTo>
                                  <a:pt x="250971" y="88018"/>
                                  <a:pt x="254539" y="90397"/>
                                  <a:pt x="259297" y="88018"/>
                                </a:cubicBezTo>
                                <a:cubicBezTo>
                                  <a:pt x="259297" y="80882"/>
                                  <a:pt x="256918" y="76124"/>
                                  <a:pt x="254539" y="70177"/>
                                </a:cubicBezTo>
                                <a:cubicBezTo>
                                  <a:pt x="254539" y="70177"/>
                                  <a:pt x="254539" y="70177"/>
                                  <a:pt x="255729" y="70177"/>
                                </a:cubicBezTo>
                                <a:cubicBezTo>
                                  <a:pt x="259297" y="64230"/>
                                  <a:pt x="267623" y="68987"/>
                                  <a:pt x="272381" y="65419"/>
                                </a:cubicBezTo>
                                <a:cubicBezTo>
                                  <a:pt x="274760" y="64230"/>
                                  <a:pt x="274760" y="60661"/>
                                  <a:pt x="275949" y="58282"/>
                                </a:cubicBezTo>
                                <a:cubicBezTo>
                                  <a:pt x="278328" y="54714"/>
                                  <a:pt x="279517" y="55903"/>
                                  <a:pt x="281896" y="53525"/>
                                </a:cubicBezTo>
                                <a:cubicBezTo>
                                  <a:pt x="286654" y="51146"/>
                                  <a:pt x="291412" y="47577"/>
                                  <a:pt x="296169" y="45199"/>
                                </a:cubicBezTo>
                                <a:cubicBezTo>
                                  <a:pt x="302116" y="41630"/>
                                  <a:pt x="308064" y="46388"/>
                                  <a:pt x="315200" y="45199"/>
                                </a:cubicBezTo>
                                <a:cubicBezTo>
                                  <a:pt x="315200" y="44009"/>
                                  <a:pt x="315200" y="42820"/>
                                  <a:pt x="316390" y="41630"/>
                                </a:cubicBezTo>
                                <a:cubicBezTo>
                                  <a:pt x="316390" y="34494"/>
                                  <a:pt x="330663" y="39251"/>
                                  <a:pt x="333042" y="41630"/>
                                </a:cubicBezTo>
                                <a:cubicBezTo>
                                  <a:pt x="337799" y="44009"/>
                                  <a:pt x="342557" y="48767"/>
                                  <a:pt x="348504" y="49956"/>
                                </a:cubicBezTo>
                                <a:cubicBezTo>
                                  <a:pt x="348504" y="49956"/>
                                  <a:pt x="348504" y="49956"/>
                                  <a:pt x="348504" y="51146"/>
                                </a:cubicBezTo>
                                <a:cubicBezTo>
                                  <a:pt x="354452" y="52335"/>
                                  <a:pt x="362778" y="60661"/>
                                  <a:pt x="368725" y="58282"/>
                                </a:cubicBezTo>
                                <a:cubicBezTo>
                                  <a:pt x="373483" y="57093"/>
                                  <a:pt x="375862" y="55903"/>
                                  <a:pt x="379430" y="58282"/>
                                </a:cubicBezTo>
                                <a:cubicBezTo>
                                  <a:pt x="382998" y="60661"/>
                                  <a:pt x="384187" y="63040"/>
                                  <a:pt x="388945" y="61851"/>
                                </a:cubicBezTo>
                                <a:cubicBezTo>
                                  <a:pt x="387756" y="65419"/>
                                  <a:pt x="386566" y="67798"/>
                                  <a:pt x="390135" y="70177"/>
                                </a:cubicBezTo>
                                <a:cubicBezTo>
                                  <a:pt x="393703" y="71366"/>
                                  <a:pt x="397271" y="70177"/>
                                  <a:pt x="400840" y="70177"/>
                                </a:cubicBezTo>
                                <a:cubicBezTo>
                                  <a:pt x="406787" y="71366"/>
                                  <a:pt x="410355" y="76124"/>
                                  <a:pt x="412734" y="80882"/>
                                </a:cubicBezTo>
                                <a:cubicBezTo>
                                  <a:pt x="415113" y="84450"/>
                                  <a:pt x="415113" y="86829"/>
                                  <a:pt x="418681" y="88018"/>
                                </a:cubicBezTo>
                                <a:cubicBezTo>
                                  <a:pt x="422249" y="89208"/>
                                  <a:pt x="425818" y="86829"/>
                                  <a:pt x="429386" y="88018"/>
                                </a:cubicBezTo>
                                <a:cubicBezTo>
                                  <a:pt x="437712" y="89208"/>
                                  <a:pt x="435333" y="97534"/>
                                  <a:pt x="435333" y="103481"/>
                                </a:cubicBezTo>
                                <a:cubicBezTo>
                                  <a:pt x="435333" y="108239"/>
                                  <a:pt x="436523" y="112996"/>
                                  <a:pt x="440091" y="116565"/>
                                </a:cubicBezTo>
                                <a:cubicBezTo>
                                  <a:pt x="438901" y="118944"/>
                                  <a:pt x="438901" y="122512"/>
                                  <a:pt x="438901" y="123701"/>
                                </a:cubicBezTo>
                                <a:cubicBezTo>
                                  <a:pt x="438901" y="126080"/>
                                  <a:pt x="438901" y="129649"/>
                                  <a:pt x="438901" y="132027"/>
                                </a:cubicBezTo>
                                <a:cubicBezTo>
                                  <a:pt x="438901" y="134406"/>
                                  <a:pt x="441280" y="136785"/>
                                  <a:pt x="440091" y="139164"/>
                                </a:cubicBezTo>
                                <a:cubicBezTo>
                                  <a:pt x="438901" y="141543"/>
                                  <a:pt x="431765" y="146301"/>
                                  <a:pt x="428197" y="145111"/>
                                </a:cubicBezTo>
                                <a:cubicBezTo>
                                  <a:pt x="428197" y="148679"/>
                                  <a:pt x="434144" y="148679"/>
                                  <a:pt x="434144" y="153437"/>
                                </a:cubicBezTo>
                                <a:cubicBezTo>
                                  <a:pt x="434144" y="154627"/>
                                  <a:pt x="431765" y="157005"/>
                                  <a:pt x="431765" y="158195"/>
                                </a:cubicBezTo>
                                <a:cubicBezTo>
                                  <a:pt x="430576" y="160574"/>
                                  <a:pt x="430576" y="159384"/>
                                  <a:pt x="430576" y="161763"/>
                                </a:cubicBezTo>
                                <a:cubicBezTo>
                                  <a:pt x="430576" y="170089"/>
                                  <a:pt x="432954" y="177226"/>
                                  <a:pt x="442470" y="177226"/>
                                </a:cubicBezTo>
                                <a:cubicBezTo>
                                  <a:pt x="442470" y="183173"/>
                                  <a:pt x="434144" y="185552"/>
                                  <a:pt x="434144" y="192688"/>
                                </a:cubicBezTo>
                                <a:cubicBezTo>
                                  <a:pt x="434144" y="197446"/>
                                  <a:pt x="440091" y="203393"/>
                                  <a:pt x="442470" y="209341"/>
                                </a:cubicBezTo>
                                <a:cubicBezTo>
                                  <a:pt x="443659" y="211719"/>
                                  <a:pt x="444849" y="215288"/>
                                  <a:pt x="444849" y="217667"/>
                                </a:cubicBezTo>
                                <a:cubicBezTo>
                                  <a:pt x="444849" y="220045"/>
                                  <a:pt x="443659" y="220045"/>
                                  <a:pt x="443659" y="221235"/>
                                </a:cubicBezTo>
                                <a:cubicBezTo>
                                  <a:pt x="443659" y="222424"/>
                                  <a:pt x="443659" y="223614"/>
                                  <a:pt x="443659" y="224803"/>
                                </a:cubicBezTo>
                                <a:cubicBezTo>
                                  <a:pt x="443659" y="227182"/>
                                  <a:pt x="443659" y="233129"/>
                                  <a:pt x="444849" y="234319"/>
                                </a:cubicBezTo>
                                <a:cubicBezTo>
                                  <a:pt x="447228" y="237887"/>
                                  <a:pt x="450796" y="236698"/>
                                  <a:pt x="454364" y="236698"/>
                                </a:cubicBezTo>
                                <a:cubicBezTo>
                                  <a:pt x="459122" y="236698"/>
                                  <a:pt x="463880" y="236698"/>
                                  <a:pt x="468637" y="239077"/>
                                </a:cubicBezTo>
                                <a:cubicBezTo>
                                  <a:pt x="469827" y="243834"/>
                                  <a:pt x="472206" y="249781"/>
                                  <a:pt x="473395" y="255729"/>
                                </a:cubicBezTo>
                                <a:cubicBezTo>
                                  <a:pt x="473395" y="258107"/>
                                  <a:pt x="474585" y="262865"/>
                                  <a:pt x="473395" y="265244"/>
                                </a:cubicBezTo>
                                <a:cubicBezTo>
                                  <a:pt x="472206" y="267623"/>
                                  <a:pt x="469827" y="268812"/>
                                  <a:pt x="468637" y="271191"/>
                                </a:cubicBezTo>
                                <a:cubicBezTo>
                                  <a:pt x="468637" y="271191"/>
                                  <a:pt x="468637" y="273570"/>
                                  <a:pt x="466259" y="275949"/>
                                </a:cubicBezTo>
                                <a:cubicBezTo>
                                  <a:pt x="462690" y="278328"/>
                                  <a:pt x="460312" y="281896"/>
                                  <a:pt x="459122" y="284275"/>
                                </a:cubicBezTo>
                                <a:cubicBezTo>
                                  <a:pt x="457932" y="286654"/>
                                  <a:pt x="454364" y="290222"/>
                                  <a:pt x="453175" y="292601"/>
                                </a:cubicBezTo>
                                <a:cubicBezTo>
                                  <a:pt x="453175" y="292601"/>
                                  <a:pt x="453175" y="292601"/>
                                  <a:pt x="454364" y="292601"/>
                                </a:cubicBezTo>
                                <a:cubicBezTo>
                                  <a:pt x="454364" y="296169"/>
                                  <a:pt x="459122" y="300927"/>
                                  <a:pt x="460312" y="303306"/>
                                </a:cubicBezTo>
                                <a:cubicBezTo>
                                  <a:pt x="462690" y="306874"/>
                                  <a:pt x="465069" y="309253"/>
                                  <a:pt x="467448" y="312821"/>
                                </a:cubicBezTo>
                                <a:cubicBezTo>
                                  <a:pt x="469827" y="316390"/>
                                  <a:pt x="472206" y="319958"/>
                                  <a:pt x="474585" y="322337"/>
                                </a:cubicBezTo>
                                <a:cubicBezTo>
                                  <a:pt x="476964" y="324716"/>
                                  <a:pt x="484100" y="324716"/>
                                  <a:pt x="484100" y="329473"/>
                                </a:cubicBezTo>
                                <a:cubicBezTo>
                                  <a:pt x="487668" y="331852"/>
                                  <a:pt x="492426" y="329473"/>
                                  <a:pt x="495995" y="331852"/>
                                </a:cubicBezTo>
                                <a:cubicBezTo>
                                  <a:pt x="497184" y="333042"/>
                                  <a:pt x="498373" y="334231"/>
                                  <a:pt x="500752" y="335421"/>
                                </a:cubicBezTo>
                                <a:cubicBezTo>
                                  <a:pt x="501942" y="336610"/>
                                  <a:pt x="505510" y="335421"/>
                                  <a:pt x="506699" y="336610"/>
                                </a:cubicBezTo>
                                <a:cubicBezTo>
                                  <a:pt x="506699" y="337800"/>
                                  <a:pt x="506699" y="342557"/>
                                  <a:pt x="506699" y="343747"/>
                                </a:cubicBezTo>
                                <a:cubicBezTo>
                                  <a:pt x="506699" y="346125"/>
                                  <a:pt x="507889" y="347315"/>
                                  <a:pt x="507889" y="349694"/>
                                </a:cubicBezTo>
                                <a:cubicBezTo>
                                  <a:pt x="509078" y="354452"/>
                                  <a:pt x="507889" y="358020"/>
                                  <a:pt x="510268" y="362778"/>
                                </a:cubicBezTo>
                                <a:cubicBezTo>
                                  <a:pt x="512647" y="362778"/>
                                  <a:pt x="515025" y="361588"/>
                                  <a:pt x="517404" y="362778"/>
                                </a:cubicBezTo>
                                <a:cubicBezTo>
                                  <a:pt x="518594" y="362778"/>
                                  <a:pt x="522162" y="365157"/>
                                  <a:pt x="523351" y="366346"/>
                                </a:cubicBezTo>
                                <a:cubicBezTo>
                                  <a:pt x="524541" y="367536"/>
                                  <a:pt x="524541" y="372293"/>
                                  <a:pt x="524541" y="373483"/>
                                </a:cubicBezTo>
                                <a:cubicBezTo>
                                  <a:pt x="526920" y="373483"/>
                                  <a:pt x="526920" y="377051"/>
                                  <a:pt x="524541" y="37824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347" name="Freeform 346">
                            <a:extLst>
                              <a:ext uri="{FF2B5EF4-FFF2-40B4-BE49-F238E27FC236}">
                                <a16:creationId xmlns:a16="http://schemas.microsoft.com/office/drawing/2014/main" id="{4ABC4A93-8EBD-3B3F-01C0-B37EA8D5E7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003461" y="2829870"/>
                            <a:ext cx="244499" cy="199698"/>
                          </a:xfrm>
                          <a:custGeom>
                            <a:avLst/>
                            <a:gdLst>
                              <a:gd name="connsiteX0" fmla="*/ 242120 w 244499"/>
                              <a:gd name="connsiteY0" fmla="*/ 150931 h 199698"/>
                              <a:gd name="connsiteX1" fmla="*/ 232605 w 244499"/>
                              <a:gd name="connsiteY1" fmla="*/ 156879 h 199698"/>
                              <a:gd name="connsiteX2" fmla="*/ 229037 w 244499"/>
                              <a:gd name="connsiteY2" fmla="*/ 168773 h 199698"/>
                              <a:gd name="connsiteX3" fmla="*/ 224279 w 244499"/>
                              <a:gd name="connsiteY3" fmla="*/ 171152 h 199698"/>
                              <a:gd name="connsiteX4" fmla="*/ 220711 w 244499"/>
                              <a:gd name="connsiteY4" fmla="*/ 175910 h 199698"/>
                              <a:gd name="connsiteX5" fmla="*/ 212385 w 244499"/>
                              <a:gd name="connsiteY5" fmla="*/ 198509 h 199698"/>
                              <a:gd name="connsiteX6" fmla="*/ 208816 w 244499"/>
                              <a:gd name="connsiteY6" fmla="*/ 199698 h 199698"/>
                              <a:gd name="connsiteX7" fmla="*/ 199301 w 244499"/>
                              <a:gd name="connsiteY7" fmla="*/ 193751 h 199698"/>
                              <a:gd name="connsiteX8" fmla="*/ 189785 w 244499"/>
                              <a:gd name="connsiteY8" fmla="*/ 191372 h 199698"/>
                              <a:gd name="connsiteX9" fmla="*/ 186217 w 244499"/>
                              <a:gd name="connsiteY9" fmla="*/ 193751 h 199698"/>
                              <a:gd name="connsiteX10" fmla="*/ 181459 w 244499"/>
                              <a:gd name="connsiteY10" fmla="*/ 192562 h 199698"/>
                              <a:gd name="connsiteX11" fmla="*/ 174322 w 244499"/>
                              <a:gd name="connsiteY11" fmla="*/ 194941 h 199698"/>
                              <a:gd name="connsiteX12" fmla="*/ 164807 w 244499"/>
                              <a:gd name="connsiteY12" fmla="*/ 193751 h 199698"/>
                              <a:gd name="connsiteX13" fmla="*/ 156481 w 244499"/>
                              <a:gd name="connsiteY13" fmla="*/ 193751 h 199698"/>
                              <a:gd name="connsiteX14" fmla="*/ 152913 w 244499"/>
                              <a:gd name="connsiteY14" fmla="*/ 196130 h 199698"/>
                              <a:gd name="connsiteX15" fmla="*/ 150534 w 244499"/>
                              <a:gd name="connsiteY15" fmla="*/ 199698 h 199698"/>
                              <a:gd name="connsiteX16" fmla="*/ 145776 w 244499"/>
                              <a:gd name="connsiteY16" fmla="*/ 198509 h 199698"/>
                              <a:gd name="connsiteX17" fmla="*/ 139829 w 244499"/>
                              <a:gd name="connsiteY17" fmla="*/ 185425 h 199698"/>
                              <a:gd name="connsiteX18" fmla="*/ 130314 w 244499"/>
                              <a:gd name="connsiteY18" fmla="*/ 187804 h 199698"/>
                              <a:gd name="connsiteX19" fmla="*/ 123177 w 244499"/>
                              <a:gd name="connsiteY19" fmla="*/ 181857 h 199698"/>
                              <a:gd name="connsiteX20" fmla="*/ 108904 w 244499"/>
                              <a:gd name="connsiteY20" fmla="*/ 171152 h 199698"/>
                              <a:gd name="connsiteX21" fmla="*/ 100578 w 244499"/>
                              <a:gd name="connsiteY21" fmla="*/ 167583 h 199698"/>
                              <a:gd name="connsiteX22" fmla="*/ 89873 w 244499"/>
                              <a:gd name="connsiteY22" fmla="*/ 168773 h 199698"/>
                              <a:gd name="connsiteX23" fmla="*/ 85115 w 244499"/>
                              <a:gd name="connsiteY23" fmla="*/ 160447 h 199698"/>
                              <a:gd name="connsiteX24" fmla="*/ 79168 w 244499"/>
                              <a:gd name="connsiteY24" fmla="*/ 161636 h 199698"/>
                              <a:gd name="connsiteX25" fmla="*/ 73221 w 244499"/>
                              <a:gd name="connsiteY25" fmla="*/ 159257 h 199698"/>
                              <a:gd name="connsiteX26" fmla="*/ 62516 w 244499"/>
                              <a:gd name="connsiteY26" fmla="*/ 154500 h 199698"/>
                              <a:gd name="connsiteX27" fmla="*/ 64895 w 244499"/>
                              <a:gd name="connsiteY27" fmla="*/ 162826 h 199698"/>
                              <a:gd name="connsiteX28" fmla="*/ 62516 w 244499"/>
                              <a:gd name="connsiteY28" fmla="*/ 164015 h 199698"/>
                              <a:gd name="connsiteX29" fmla="*/ 58947 w 244499"/>
                              <a:gd name="connsiteY29" fmla="*/ 166394 h 199698"/>
                              <a:gd name="connsiteX30" fmla="*/ 56568 w 244499"/>
                              <a:gd name="connsiteY30" fmla="*/ 160447 h 199698"/>
                              <a:gd name="connsiteX31" fmla="*/ 54190 w 244499"/>
                              <a:gd name="connsiteY31" fmla="*/ 155689 h 199698"/>
                              <a:gd name="connsiteX32" fmla="*/ 55379 w 244499"/>
                              <a:gd name="connsiteY32" fmla="*/ 149742 h 199698"/>
                              <a:gd name="connsiteX33" fmla="*/ 44674 w 244499"/>
                              <a:gd name="connsiteY33" fmla="*/ 140227 h 199698"/>
                              <a:gd name="connsiteX34" fmla="*/ 36348 w 244499"/>
                              <a:gd name="connsiteY34" fmla="*/ 139037 h 199698"/>
                              <a:gd name="connsiteX35" fmla="*/ 28022 w 244499"/>
                              <a:gd name="connsiteY35" fmla="*/ 140227 h 199698"/>
                              <a:gd name="connsiteX36" fmla="*/ 26833 w 244499"/>
                              <a:gd name="connsiteY36" fmla="*/ 140227 h 199698"/>
                              <a:gd name="connsiteX37" fmla="*/ 23264 w 244499"/>
                              <a:gd name="connsiteY37" fmla="*/ 121196 h 199698"/>
                              <a:gd name="connsiteX38" fmla="*/ 12560 w 244499"/>
                              <a:gd name="connsiteY38" fmla="*/ 104544 h 199698"/>
                              <a:gd name="connsiteX39" fmla="*/ 12560 w 244499"/>
                              <a:gd name="connsiteY39" fmla="*/ 95028 h 199698"/>
                              <a:gd name="connsiteX40" fmla="*/ 10181 w 244499"/>
                              <a:gd name="connsiteY40" fmla="*/ 90270 h 199698"/>
                              <a:gd name="connsiteX41" fmla="*/ 10181 w 244499"/>
                              <a:gd name="connsiteY41" fmla="*/ 85513 h 199698"/>
                              <a:gd name="connsiteX42" fmla="*/ 665 w 244499"/>
                              <a:gd name="connsiteY42" fmla="*/ 71239 h 199698"/>
                              <a:gd name="connsiteX43" fmla="*/ 7802 w 244499"/>
                              <a:gd name="connsiteY43" fmla="*/ 66481 h 199698"/>
                              <a:gd name="connsiteX44" fmla="*/ 7802 w 244499"/>
                              <a:gd name="connsiteY44" fmla="*/ 56966 h 199698"/>
                              <a:gd name="connsiteX45" fmla="*/ 7802 w 244499"/>
                              <a:gd name="connsiteY45" fmla="*/ 46261 h 199698"/>
                              <a:gd name="connsiteX46" fmla="*/ 10181 w 244499"/>
                              <a:gd name="connsiteY46" fmla="*/ 39125 h 199698"/>
                              <a:gd name="connsiteX47" fmla="*/ 24454 w 244499"/>
                              <a:gd name="connsiteY47" fmla="*/ 28420 h 199698"/>
                              <a:gd name="connsiteX48" fmla="*/ 33969 w 244499"/>
                              <a:gd name="connsiteY48" fmla="*/ 23662 h 199698"/>
                              <a:gd name="connsiteX49" fmla="*/ 43485 w 244499"/>
                              <a:gd name="connsiteY49" fmla="*/ 21283 h 199698"/>
                              <a:gd name="connsiteX50" fmla="*/ 49432 w 244499"/>
                              <a:gd name="connsiteY50" fmla="*/ 14146 h 199698"/>
                              <a:gd name="connsiteX51" fmla="*/ 57758 w 244499"/>
                              <a:gd name="connsiteY51" fmla="*/ 10578 h 199698"/>
                              <a:gd name="connsiteX52" fmla="*/ 69652 w 244499"/>
                              <a:gd name="connsiteY52" fmla="*/ 4631 h 199698"/>
                              <a:gd name="connsiteX53" fmla="*/ 85115 w 244499"/>
                              <a:gd name="connsiteY53" fmla="*/ 2252 h 199698"/>
                              <a:gd name="connsiteX54" fmla="*/ 97009 w 244499"/>
                              <a:gd name="connsiteY54" fmla="*/ 2252 h 199698"/>
                              <a:gd name="connsiteX55" fmla="*/ 110093 w 244499"/>
                              <a:gd name="connsiteY55" fmla="*/ 8199 h 199698"/>
                              <a:gd name="connsiteX56" fmla="*/ 99388 w 244499"/>
                              <a:gd name="connsiteY56" fmla="*/ 9389 h 199698"/>
                              <a:gd name="connsiteX57" fmla="*/ 106525 w 244499"/>
                              <a:gd name="connsiteY57" fmla="*/ 17715 h 199698"/>
                              <a:gd name="connsiteX58" fmla="*/ 119609 w 244499"/>
                              <a:gd name="connsiteY58" fmla="*/ 15336 h 199698"/>
                              <a:gd name="connsiteX59" fmla="*/ 129124 w 244499"/>
                              <a:gd name="connsiteY59" fmla="*/ 9389 h 199698"/>
                              <a:gd name="connsiteX60" fmla="*/ 124366 w 244499"/>
                              <a:gd name="connsiteY60" fmla="*/ 16525 h 199698"/>
                              <a:gd name="connsiteX61" fmla="*/ 117230 w 244499"/>
                              <a:gd name="connsiteY61" fmla="*/ 21283 h 199698"/>
                              <a:gd name="connsiteX62" fmla="*/ 125556 w 244499"/>
                              <a:gd name="connsiteY62" fmla="*/ 18904 h 199698"/>
                              <a:gd name="connsiteX63" fmla="*/ 141018 w 244499"/>
                              <a:gd name="connsiteY63" fmla="*/ 10578 h 199698"/>
                              <a:gd name="connsiteX64" fmla="*/ 162428 w 244499"/>
                              <a:gd name="connsiteY64" fmla="*/ 11768 h 199698"/>
                              <a:gd name="connsiteX65" fmla="*/ 183838 w 244499"/>
                              <a:gd name="connsiteY65" fmla="*/ 10578 h 199698"/>
                              <a:gd name="connsiteX66" fmla="*/ 194543 w 244499"/>
                              <a:gd name="connsiteY66" fmla="*/ 9389 h 199698"/>
                              <a:gd name="connsiteX67" fmla="*/ 198111 w 244499"/>
                              <a:gd name="connsiteY67" fmla="*/ 7010 h 199698"/>
                              <a:gd name="connsiteX68" fmla="*/ 198111 w 244499"/>
                              <a:gd name="connsiteY68" fmla="*/ 9389 h 199698"/>
                              <a:gd name="connsiteX69" fmla="*/ 201680 w 244499"/>
                              <a:gd name="connsiteY69" fmla="*/ 8199 h 199698"/>
                              <a:gd name="connsiteX70" fmla="*/ 205248 w 244499"/>
                              <a:gd name="connsiteY70" fmla="*/ 11768 h 199698"/>
                              <a:gd name="connsiteX71" fmla="*/ 213574 w 244499"/>
                              <a:gd name="connsiteY71" fmla="*/ 14146 h 199698"/>
                              <a:gd name="connsiteX72" fmla="*/ 215953 w 244499"/>
                              <a:gd name="connsiteY72" fmla="*/ 29609 h 199698"/>
                              <a:gd name="connsiteX73" fmla="*/ 217142 w 244499"/>
                              <a:gd name="connsiteY73" fmla="*/ 33177 h 199698"/>
                              <a:gd name="connsiteX74" fmla="*/ 219521 w 244499"/>
                              <a:gd name="connsiteY74" fmla="*/ 40314 h 199698"/>
                              <a:gd name="connsiteX75" fmla="*/ 225468 w 244499"/>
                              <a:gd name="connsiteY75" fmla="*/ 51019 h 199698"/>
                              <a:gd name="connsiteX76" fmla="*/ 226658 w 244499"/>
                              <a:gd name="connsiteY76" fmla="*/ 51019 h 199698"/>
                              <a:gd name="connsiteX77" fmla="*/ 232605 w 244499"/>
                              <a:gd name="connsiteY77" fmla="*/ 66481 h 199698"/>
                              <a:gd name="connsiteX78" fmla="*/ 232605 w 244499"/>
                              <a:gd name="connsiteY78" fmla="*/ 77187 h 199698"/>
                              <a:gd name="connsiteX79" fmla="*/ 226658 w 244499"/>
                              <a:gd name="connsiteY79" fmla="*/ 81944 h 199698"/>
                              <a:gd name="connsiteX80" fmla="*/ 227847 w 244499"/>
                              <a:gd name="connsiteY80" fmla="*/ 98596 h 199698"/>
                              <a:gd name="connsiteX81" fmla="*/ 232605 w 244499"/>
                              <a:gd name="connsiteY81" fmla="*/ 105733 h 199698"/>
                              <a:gd name="connsiteX82" fmla="*/ 244499 w 244499"/>
                              <a:gd name="connsiteY82" fmla="*/ 137848 h 199698"/>
                              <a:gd name="connsiteX83" fmla="*/ 244499 w 244499"/>
                              <a:gd name="connsiteY83" fmla="*/ 140227 h 199698"/>
                              <a:gd name="connsiteX84" fmla="*/ 242120 w 244499"/>
                              <a:gd name="connsiteY84" fmla="*/ 150931 h 19969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  <a:cxn ang="0">
                                <a:pos x="connsiteX63" y="connsiteY63"/>
                              </a:cxn>
                              <a:cxn ang="0">
                                <a:pos x="connsiteX64" y="connsiteY64"/>
                              </a:cxn>
                              <a:cxn ang="0">
                                <a:pos x="connsiteX65" y="connsiteY65"/>
                              </a:cxn>
                              <a:cxn ang="0">
                                <a:pos x="connsiteX66" y="connsiteY66"/>
                              </a:cxn>
                              <a:cxn ang="0">
                                <a:pos x="connsiteX67" y="connsiteY67"/>
                              </a:cxn>
                              <a:cxn ang="0">
                                <a:pos x="connsiteX68" y="connsiteY68"/>
                              </a:cxn>
                              <a:cxn ang="0">
                                <a:pos x="connsiteX69" y="connsiteY69"/>
                              </a:cxn>
                              <a:cxn ang="0">
                                <a:pos x="connsiteX70" y="connsiteY70"/>
                              </a:cxn>
                              <a:cxn ang="0">
                                <a:pos x="connsiteX71" y="connsiteY71"/>
                              </a:cxn>
                              <a:cxn ang="0">
                                <a:pos x="connsiteX72" y="connsiteY72"/>
                              </a:cxn>
                              <a:cxn ang="0">
                                <a:pos x="connsiteX73" y="connsiteY73"/>
                              </a:cxn>
                              <a:cxn ang="0">
                                <a:pos x="connsiteX74" y="connsiteY74"/>
                              </a:cxn>
                              <a:cxn ang="0">
                                <a:pos x="connsiteX75" y="connsiteY75"/>
                              </a:cxn>
                              <a:cxn ang="0">
                                <a:pos x="connsiteX76" y="connsiteY76"/>
                              </a:cxn>
                              <a:cxn ang="0">
                                <a:pos x="connsiteX77" y="connsiteY77"/>
                              </a:cxn>
                              <a:cxn ang="0">
                                <a:pos x="connsiteX78" y="connsiteY78"/>
                              </a:cxn>
                              <a:cxn ang="0">
                                <a:pos x="connsiteX79" y="connsiteY79"/>
                              </a:cxn>
                              <a:cxn ang="0">
                                <a:pos x="connsiteX80" y="connsiteY80"/>
                              </a:cxn>
                              <a:cxn ang="0">
                                <a:pos x="connsiteX81" y="connsiteY81"/>
                              </a:cxn>
                              <a:cxn ang="0">
                                <a:pos x="connsiteX82" y="connsiteY82"/>
                              </a:cxn>
                              <a:cxn ang="0">
                                <a:pos x="connsiteX83" y="connsiteY83"/>
                              </a:cxn>
                              <a:cxn ang="0">
                                <a:pos x="connsiteX84" y="connsiteY84"/>
                              </a:cxn>
                            </a:cxnLst>
                            <a:rect l="l" t="t" r="r" b="b"/>
                            <a:pathLst>
                              <a:path w="244499" h="199698">
                                <a:moveTo>
                                  <a:pt x="242120" y="150931"/>
                                </a:moveTo>
                                <a:cubicBezTo>
                                  <a:pt x="238552" y="152121"/>
                                  <a:pt x="236173" y="155689"/>
                                  <a:pt x="232605" y="156879"/>
                                </a:cubicBezTo>
                                <a:cubicBezTo>
                                  <a:pt x="232605" y="161636"/>
                                  <a:pt x="232605" y="165205"/>
                                  <a:pt x="229037" y="168773"/>
                                </a:cubicBezTo>
                                <a:cubicBezTo>
                                  <a:pt x="227847" y="169962"/>
                                  <a:pt x="225468" y="169962"/>
                                  <a:pt x="224279" y="171152"/>
                                </a:cubicBezTo>
                                <a:cubicBezTo>
                                  <a:pt x="223089" y="172341"/>
                                  <a:pt x="221900" y="174720"/>
                                  <a:pt x="220711" y="175910"/>
                                </a:cubicBezTo>
                                <a:cubicBezTo>
                                  <a:pt x="213574" y="183046"/>
                                  <a:pt x="214764" y="188993"/>
                                  <a:pt x="212385" y="198509"/>
                                </a:cubicBezTo>
                                <a:cubicBezTo>
                                  <a:pt x="211195" y="198509"/>
                                  <a:pt x="210006" y="198509"/>
                                  <a:pt x="208816" y="199698"/>
                                </a:cubicBezTo>
                                <a:cubicBezTo>
                                  <a:pt x="206437" y="197319"/>
                                  <a:pt x="201680" y="194941"/>
                                  <a:pt x="199301" y="193751"/>
                                </a:cubicBezTo>
                                <a:cubicBezTo>
                                  <a:pt x="196922" y="192562"/>
                                  <a:pt x="193354" y="191372"/>
                                  <a:pt x="189785" y="191372"/>
                                </a:cubicBezTo>
                                <a:cubicBezTo>
                                  <a:pt x="188596" y="191372"/>
                                  <a:pt x="187406" y="192562"/>
                                  <a:pt x="186217" y="193751"/>
                                </a:cubicBezTo>
                                <a:cubicBezTo>
                                  <a:pt x="183838" y="193751"/>
                                  <a:pt x="183838" y="192562"/>
                                  <a:pt x="181459" y="192562"/>
                                </a:cubicBezTo>
                                <a:cubicBezTo>
                                  <a:pt x="177891" y="191372"/>
                                  <a:pt x="177891" y="193751"/>
                                  <a:pt x="174322" y="194941"/>
                                </a:cubicBezTo>
                                <a:cubicBezTo>
                                  <a:pt x="171944" y="196130"/>
                                  <a:pt x="168375" y="194941"/>
                                  <a:pt x="164807" y="193751"/>
                                </a:cubicBezTo>
                                <a:cubicBezTo>
                                  <a:pt x="161239" y="192562"/>
                                  <a:pt x="160049" y="192562"/>
                                  <a:pt x="156481" y="193751"/>
                                </a:cubicBezTo>
                                <a:cubicBezTo>
                                  <a:pt x="155292" y="193751"/>
                                  <a:pt x="154102" y="194941"/>
                                  <a:pt x="152913" y="196130"/>
                                </a:cubicBezTo>
                                <a:cubicBezTo>
                                  <a:pt x="151723" y="197319"/>
                                  <a:pt x="152913" y="199698"/>
                                  <a:pt x="150534" y="199698"/>
                                </a:cubicBezTo>
                                <a:cubicBezTo>
                                  <a:pt x="149345" y="199698"/>
                                  <a:pt x="146966" y="199698"/>
                                  <a:pt x="145776" y="198509"/>
                                </a:cubicBezTo>
                                <a:cubicBezTo>
                                  <a:pt x="145776" y="192562"/>
                                  <a:pt x="146966" y="186615"/>
                                  <a:pt x="139829" y="185425"/>
                                </a:cubicBezTo>
                                <a:cubicBezTo>
                                  <a:pt x="136261" y="185425"/>
                                  <a:pt x="133882" y="187804"/>
                                  <a:pt x="130314" y="187804"/>
                                </a:cubicBezTo>
                                <a:cubicBezTo>
                                  <a:pt x="125556" y="187804"/>
                                  <a:pt x="125556" y="185425"/>
                                  <a:pt x="123177" y="181857"/>
                                </a:cubicBezTo>
                                <a:cubicBezTo>
                                  <a:pt x="119609" y="177099"/>
                                  <a:pt x="114851" y="173531"/>
                                  <a:pt x="108904" y="171152"/>
                                </a:cubicBezTo>
                                <a:cubicBezTo>
                                  <a:pt x="106525" y="169962"/>
                                  <a:pt x="102956" y="167583"/>
                                  <a:pt x="100578" y="167583"/>
                                </a:cubicBezTo>
                                <a:cubicBezTo>
                                  <a:pt x="97009" y="167583"/>
                                  <a:pt x="93441" y="169962"/>
                                  <a:pt x="89873" y="168773"/>
                                </a:cubicBezTo>
                                <a:cubicBezTo>
                                  <a:pt x="85115" y="167583"/>
                                  <a:pt x="83926" y="164015"/>
                                  <a:pt x="85115" y="160447"/>
                                </a:cubicBezTo>
                                <a:cubicBezTo>
                                  <a:pt x="82736" y="160447"/>
                                  <a:pt x="81547" y="161636"/>
                                  <a:pt x="79168" y="161636"/>
                                </a:cubicBezTo>
                                <a:cubicBezTo>
                                  <a:pt x="76789" y="161636"/>
                                  <a:pt x="75600" y="160447"/>
                                  <a:pt x="73221" y="159257"/>
                                </a:cubicBezTo>
                                <a:cubicBezTo>
                                  <a:pt x="70842" y="158068"/>
                                  <a:pt x="66084" y="155689"/>
                                  <a:pt x="62516" y="154500"/>
                                </a:cubicBezTo>
                                <a:cubicBezTo>
                                  <a:pt x="62516" y="156879"/>
                                  <a:pt x="66084" y="159257"/>
                                  <a:pt x="64895" y="162826"/>
                                </a:cubicBezTo>
                                <a:cubicBezTo>
                                  <a:pt x="63705" y="162826"/>
                                  <a:pt x="63705" y="164015"/>
                                  <a:pt x="62516" y="164015"/>
                                </a:cubicBezTo>
                                <a:cubicBezTo>
                                  <a:pt x="63705" y="167583"/>
                                  <a:pt x="61326" y="167583"/>
                                  <a:pt x="58947" y="166394"/>
                                </a:cubicBezTo>
                                <a:cubicBezTo>
                                  <a:pt x="56568" y="165205"/>
                                  <a:pt x="57758" y="162826"/>
                                  <a:pt x="56568" y="160447"/>
                                </a:cubicBezTo>
                                <a:cubicBezTo>
                                  <a:pt x="55379" y="158068"/>
                                  <a:pt x="54190" y="158068"/>
                                  <a:pt x="54190" y="155689"/>
                                </a:cubicBezTo>
                                <a:cubicBezTo>
                                  <a:pt x="54190" y="153310"/>
                                  <a:pt x="56568" y="152121"/>
                                  <a:pt x="55379" y="149742"/>
                                </a:cubicBezTo>
                                <a:cubicBezTo>
                                  <a:pt x="50621" y="149742"/>
                                  <a:pt x="39916" y="146174"/>
                                  <a:pt x="44674" y="140227"/>
                                </a:cubicBezTo>
                                <a:cubicBezTo>
                                  <a:pt x="41106" y="140227"/>
                                  <a:pt x="38727" y="139037"/>
                                  <a:pt x="36348" y="139037"/>
                                </a:cubicBezTo>
                                <a:cubicBezTo>
                                  <a:pt x="32780" y="139037"/>
                                  <a:pt x="31590" y="140227"/>
                                  <a:pt x="28022" y="140227"/>
                                </a:cubicBezTo>
                                <a:cubicBezTo>
                                  <a:pt x="26833" y="140227"/>
                                  <a:pt x="26833" y="140227"/>
                                  <a:pt x="26833" y="140227"/>
                                </a:cubicBezTo>
                                <a:cubicBezTo>
                                  <a:pt x="26833" y="133090"/>
                                  <a:pt x="26833" y="125953"/>
                                  <a:pt x="23264" y="121196"/>
                                </a:cubicBezTo>
                                <a:cubicBezTo>
                                  <a:pt x="19696" y="116438"/>
                                  <a:pt x="13749" y="111680"/>
                                  <a:pt x="12560" y="104544"/>
                                </a:cubicBezTo>
                                <a:cubicBezTo>
                                  <a:pt x="12560" y="100975"/>
                                  <a:pt x="14938" y="98596"/>
                                  <a:pt x="12560" y="95028"/>
                                </a:cubicBezTo>
                                <a:cubicBezTo>
                                  <a:pt x="12560" y="93839"/>
                                  <a:pt x="10181" y="92649"/>
                                  <a:pt x="10181" y="90270"/>
                                </a:cubicBezTo>
                                <a:cubicBezTo>
                                  <a:pt x="10181" y="89081"/>
                                  <a:pt x="10181" y="86702"/>
                                  <a:pt x="10181" y="85513"/>
                                </a:cubicBezTo>
                                <a:cubicBezTo>
                                  <a:pt x="8991" y="80755"/>
                                  <a:pt x="-2903" y="75997"/>
                                  <a:pt x="665" y="71239"/>
                                </a:cubicBezTo>
                                <a:cubicBezTo>
                                  <a:pt x="1854" y="68861"/>
                                  <a:pt x="6612" y="68861"/>
                                  <a:pt x="7802" y="66481"/>
                                </a:cubicBezTo>
                                <a:cubicBezTo>
                                  <a:pt x="10181" y="62913"/>
                                  <a:pt x="8991" y="60534"/>
                                  <a:pt x="7802" y="56966"/>
                                </a:cubicBezTo>
                                <a:cubicBezTo>
                                  <a:pt x="6612" y="52208"/>
                                  <a:pt x="6612" y="49829"/>
                                  <a:pt x="7802" y="46261"/>
                                </a:cubicBezTo>
                                <a:cubicBezTo>
                                  <a:pt x="7802" y="43882"/>
                                  <a:pt x="8991" y="41503"/>
                                  <a:pt x="10181" y="39125"/>
                                </a:cubicBezTo>
                                <a:cubicBezTo>
                                  <a:pt x="12560" y="30798"/>
                                  <a:pt x="17317" y="30798"/>
                                  <a:pt x="24454" y="28420"/>
                                </a:cubicBezTo>
                                <a:cubicBezTo>
                                  <a:pt x="28022" y="27230"/>
                                  <a:pt x="30401" y="26041"/>
                                  <a:pt x="33969" y="23662"/>
                                </a:cubicBezTo>
                                <a:cubicBezTo>
                                  <a:pt x="36348" y="22472"/>
                                  <a:pt x="41106" y="22472"/>
                                  <a:pt x="43485" y="21283"/>
                                </a:cubicBezTo>
                                <a:cubicBezTo>
                                  <a:pt x="45864" y="18904"/>
                                  <a:pt x="44674" y="15336"/>
                                  <a:pt x="49432" y="14146"/>
                                </a:cubicBezTo>
                                <a:cubicBezTo>
                                  <a:pt x="53000" y="12957"/>
                                  <a:pt x="56568" y="14146"/>
                                  <a:pt x="57758" y="10578"/>
                                </a:cubicBezTo>
                                <a:cubicBezTo>
                                  <a:pt x="61326" y="8199"/>
                                  <a:pt x="64895" y="4631"/>
                                  <a:pt x="69652" y="4631"/>
                                </a:cubicBezTo>
                                <a:cubicBezTo>
                                  <a:pt x="75600" y="3442"/>
                                  <a:pt x="79168" y="4631"/>
                                  <a:pt x="85115" y="2252"/>
                                </a:cubicBezTo>
                                <a:cubicBezTo>
                                  <a:pt x="89873" y="-1316"/>
                                  <a:pt x="92252" y="-127"/>
                                  <a:pt x="97009" y="2252"/>
                                </a:cubicBezTo>
                                <a:cubicBezTo>
                                  <a:pt x="99388" y="3442"/>
                                  <a:pt x="108904" y="4631"/>
                                  <a:pt x="110093" y="8199"/>
                                </a:cubicBezTo>
                                <a:cubicBezTo>
                                  <a:pt x="106525" y="9389"/>
                                  <a:pt x="101767" y="4631"/>
                                  <a:pt x="99388" y="9389"/>
                                </a:cubicBezTo>
                                <a:cubicBezTo>
                                  <a:pt x="97009" y="14146"/>
                                  <a:pt x="101767" y="17715"/>
                                  <a:pt x="106525" y="17715"/>
                                </a:cubicBezTo>
                                <a:cubicBezTo>
                                  <a:pt x="110093" y="17715"/>
                                  <a:pt x="116040" y="16525"/>
                                  <a:pt x="119609" y="15336"/>
                                </a:cubicBezTo>
                                <a:cubicBezTo>
                                  <a:pt x="123177" y="14146"/>
                                  <a:pt x="126745" y="9389"/>
                                  <a:pt x="129124" y="9389"/>
                                </a:cubicBezTo>
                                <a:cubicBezTo>
                                  <a:pt x="127935" y="11768"/>
                                  <a:pt x="125556" y="14146"/>
                                  <a:pt x="124366" y="16525"/>
                                </a:cubicBezTo>
                                <a:cubicBezTo>
                                  <a:pt x="121987" y="18904"/>
                                  <a:pt x="118419" y="18904"/>
                                  <a:pt x="117230" y="21283"/>
                                </a:cubicBezTo>
                                <a:cubicBezTo>
                                  <a:pt x="120798" y="21283"/>
                                  <a:pt x="123177" y="20094"/>
                                  <a:pt x="125556" y="18904"/>
                                </a:cubicBezTo>
                                <a:cubicBezTo>
                                  <a:pt x="131503" y="15336"/>
                                  <a:pt x="135071" y="10578"/>
                                  <a:pt x="141018" y="10578"/>
                                </a:cubicBezTo>
                                <a:cubicBezTo>
                                  <a:pt x="148155" y="10578"/>
                                  <a:pt x="155292" y="11768"/>
                                  <a:pt x="162428" y="11768"/>
                                </a:cubicBezTo>
                                <a:cubicBezTo>
                                  <a:pt x="169565" y="11768"/>
                                  <a:pt x="176701" y="11768"/>
                                  <a:pt x="183838" y="10578"/>
                                </a:cubicBezTo>
                                <a:cubicBezTo>
                                  <a:pt x="187406" y="10578"/>
                                  <a:pt x="190975" y="10578"/>
                                  <a:pt x="194543" y="9389"/>
                                </a:cubicBezTo>
                                <a:cubicBezTo>
                                  <a:pt x="195733" y="9389"/>
                                  <a:pt x="196922" y="8199"/>
                                  <a:pt x="198111" y="7010"/>
                                </a:cubicBezTo>
                                <a:cubicBezTo>
                                  <a:pt x="198111" y="8199"/>
                                  <a:pt x="198111" y="8199"/>
                                  <a:pt x="198111" y="9389"/>
                                </a:cubicBezTo>
                                <a:cubicBezTo>
                                  <a:pt x="199301" y="9389"/>
                                  <a:pt x="200490" y="7010"/>
                                  <a:pt x="201680" y="8199"/>
                                </a:cubicBezTo>
                                <a:cubicBezTo>
                                  <a:pt x="202869" y="8199"/>
                                  <a:pt x="204058" y="10578"/>
                                  <a:pt x="205248" y="11768"/>
                                </a:cubicBezTo>
                                <a:cubicBezTo>
                                  <a:pt x="207627" y="14146"/>
                                  <a:pt x="211195" y="11768"/>
                                  <a:pt x="213574" y="14146"/>
                                </a:cubicBezTo>
                                <a:cubicBezTo>
                                  <a:pt x="214764" y="18904"/>
                                  <a:pt x="214764" y="24851"/>
                                  <a:pt x="215953" y="29609"/>
                                </a:cubicBezTo>
                                <a:cubicBezTo>
                                  <a:pt x="215953" y="30798"/>
                                  <a:pt x="217142" y="31988"/>
                                  <a:pt x="217142" y="33177"/>
                                </a:cubicBezTo>
                                <a:cubicBezTo>
                                  <a:pt x="217142" y="35556"/>
                                  <a:pt x="218332" y="39125"/>
                                  <a:pt x="219521" y="40314"/>
                                </a:cubicBezTo>
                                <a:cubicBezTo>
                                  <a:pt x="221900" y="43882"/>
                                  <a:pt x="224279" y="47451"/>
                                  <a:pt x="225468" y="51019"/>
                                </a:cubicBezTo>
                                <a:cubicBezTo>
                                  <a:pt x="225468" y="51019"/>
                                  <a:pt x="225468" y="51019"/>
                                  <a:pt x="226658" y="51019"/>
                                </a:cubicBezTo>
                                <a:cubicBezTo>
                                  <a:pt x="227847" y="55777"/>
                                  <a:pt x="231416" y="61724"/>
                                  <a:pt x="232605" y="66481"/>
                                </a:cubicBezTo>
                                <a:cubicBezTo>
                                  <a:pt x="232605" y="68861"/>
                                  <a:pt x="233794" y="74808"/>
                                  <a:pt x="232605" y="77187"/>
                                </a:cubicBezTo>
                                <a:cubicBezTo>
                                  <a:pt x="231416" y="79565"/>
                                  <a:pt x="227847" y="80755"/>
                                  <a:pt x="226658" y="81944"/>
                                </a:cubicBezTo>
                                <a:cubicBezTo>
                                  <a:pt x="221900" y="87891"/>
                                  <a:pt x="225468" y="93839"/>
                                  <a:pt x="227847" y="98596"/>
                                </a:cubicBezTo>
                                <a:cubicBezTo>
                                  <a:pt x="229037" y="102165"/>
                                  <a:pt x="230226" y="103354"/>
                                  <a:pt x="232605" y="105733"/>
                                </a:cubicBezTo>
                                <a:cubicBezTo>
                                  <a:pt x="229037" y="117627"/>
                                  <a:pt x="232605" y="130711"/>
                                  <a:pt x="244499" y="137848"/>
                                </a:cubicBezTo>
                                <a:cubicBezTo>
                                  <a:pt x="244499" y="137848"/>
                                  <a:pt x="244499" y="140227"/>
                                  <a:pt x="244499" y="140227"/>
                                </a:cubicBezTo>
                                <a:cubicBezTo>
                                  <a:pt x="237363" y="137848"/>
                                  <a:pt x="243310" y="146174"/>
                                  <a:pt x="242120" y="15093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>
                              <a:lumMod val="75000"/>
                            </a:schemeClr>
                          </a:solidFill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348" name="Freeform 347">
                            <a:extLst>
                              <a:ext uri="{FF2B5EF4-FFF2-40B4-BE49-F238E27FC236}">
                                <a16:creationId xmlns:a16="http://schemas.microsoft.com/office/drawing/2014/main" id="{88100113-A5DD-274E-73F8-C1D6D445B86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575929" y="2965339"/>
                            <a:ext cx="294979" cy="280706"/>
                          </a:xfrm>
                          <a:custGeom>
                            <a:avLst/>
                            <a:gdLst>
                              <a:gd name="connsiteX0" fmla="*/ 294980 w 294979"/>
                              <a:gd name="connsiteY0" fmla="*/ 70177 h 280706"/>
                              <a:gd name="connsiteX1" fmla="*/ 290222 w 294979"/>
                              <a:gd name="connsiteY1" fmla="*/ 78503 h 280706"/>
                              <a:gd name="connsiteX2" fmla="*/ 289033 w 294979"/>
                              <a:gd name="connsiteY2" fmla="*/ 78503 h 280706"/>
                              <a:gd name="connsiteX3" fmla="*/ 286654 w 294979"/>
                              <a:gd name="connsiteY3" fmla="*/ 86829 h 280706"/>
                              <a:gd name="connsiteX4" fmla="*/ 281896 w 294979"/>
                              <a:gd name="connsiteY4" fmla="*/ 92776 h 280706"/>
                              <a:gd name="connsiteX5" fmla="*/ 283085 w 294979"/>
                              <a:gd name="connsiteY5" fmla="*/ 109428 h 280706"/>
                              <a:gd name="connsiteX6" fmla="*/ 286654 w 294979"/>
                              <a:gd name="connsiteY6" fmla="*/ 111807 h 280706"/>
                              <a:gd name="connsiteX7" fmla="*/ 287843 w 294979"/>
                              <a:gd name="connsiteY7" fmla="*/ 112996 h 280706"/>
                              <a:gd name="connsiteX8" fmla="*/ 279517 w 294979"/>
                              <a:gd name="connsiteY8" fmla="*/ 115375 h 280706"/>
                              <a:gd name="connsiteX9" fmla="*/ 272381 w 294979"/>
                              <a:gd name="connsiteY9" fmla="*/ 115375 h 280706"/>
                              <a:gd name="connsiteX10" fmla="*/ 268812 w 294979"/>
                              <a:gd name="connsiteY10" fmla="*/ 114186 h 280706"/>
                              <a:gd name="connsiteX11" fmla="*/ 265244 w 294979"/>
                              <a:gd name="connsiteY11" fmla="*/ 114186 h 280706"/>
                              <a:gd name="connsiteX12" fmla="*/ 270002 w 294979"/>
                              <a:gd name="connsiteY12" fmla="*/ 124891 h 280706"/>
                              <a:gd name="connsiteX13" fmla="*/ 260486 w 294979"/>
                              <a:gd name="connsiteY13" fmla="*/ 133217 h 280706"/>
                              <a:gd name="connsiteX14" fmla="*/ 255729 w 294979"/>
                              <a:gd name="connsiteY14" fmla="*/ 136785 h 280706"/>
                              <a:gd name="connsiteX15" fmla="*/ 253350 w 294979"/>
                              <a:gd name="connsiteY15" fmla="*/ 141543 h 280706"/>
                              <a:gd name="connsiteX16" fmla="*/ 248592 w 294979"/>
                              <a:gd name="connsiteY16" fmla="*/ 145111 h 280706"/>
                              <a:gd name="connsiteX17" fmla="*/ 247402 w 294979"/>
                              <a:gd name="connsiteY17" fmla="*/ 152248 h 280706"/>
                              <a:gd name="connsiteX18" fmla="*/ 246213 w 294979"/>
                              <a:gd name="connsiteY18" fmla="*/ 158195 h 280706"/>
                              <a:gd name="connsiteX19" fmla="*/ 240266 w 294979"/>
                              <a:gd name="connsiteY19" fmla="*/ 159384 h 280706"/>
                              <a:gd name="connsiteX20" fmla="*/ 242645 w 294979"/>
                              <a:gd name="connsiteY20" fmla="*/ 164142 h 280706"/>
                              <a:gd name="connsiteX21" fmla="*/ 248592 w 294979"/>
                              <a:gd name="connsiteY21" fmla="*/ 162953 h 280706"/>
                              <a:gd name="connsiteX22" fmla="*/ 253350 w 294979"/>
                              <a:gd name="connsiteY22" fmla="*/ 159384 h 280706"/>
                              <a:gd name="connsiteX23" fmla="*/ 254539 w 294979"/>
                              <a:gd name="connsiteY23" fmla="*/ 153437 h 280706"/>
                              <a:gd name="connsiteX24" fmla="*/ 265244 w 294979"/>
                              <a:gd name="connsiteY24" fmla="*/ 160574 h 280706"/>
                              <a:gd name="connsiteX25" fmla="*/ 268812 w 294979"/>
                              <a:gd name="connsiteY25" fmla="*/ 170089 h 280706"/>
                              <a:gd name="connsiteX26" fmla="*/ 267623 w 294979"/>
                              <a:gd name="connsiteY26" fmla="*/ 174847 h 280706"/>
                              <a:gd name="connsiteX27" fmla="*/ 271191 w 294979"/>
                              <a:gd name="connsiteY27" fmla="*/ 183173 h 280706"/>
                              <a:gd name="connsiteX28" fmla="*/ 260486 w 294979"/>
                              <a:gd name="connsiteY28" fmla="*/ 197446 h 280706"/>
                              <a:gd name="connsiteX29" fmla="*/ 260486 w 294979"/>
                              <a:gd name="connsiteY29" fmla="*/ 198636 h 280706"/>
                              <a:gd name="connsiteX30" fmla="*/ 267623 w 294979"/>
                              <a:gd name="connsiteY30" fmla="*/ 215288 h 280706"/>
                              <a:gd name="connsiteX31" fmla="*/ 281896 w 294979"/>
                              <a:gd name="connsiteY31" fmla="*/ 224803 h 280706"/>
                              <a:gd name="connsiteX32" fmla="*/ 284275 w 294979"/>
                              <a:gd name="connsiteY32" fmla="*/ 235508 h 280706"/>
                              <a:gd name="connsiteX33" fmla="*/ 273570 w 294979"/>
                              <a:gd name="connsiteY33" fmla="*/ 247403 h 280706"/>
                              <a:gd name="connsiteX34" fmla="*/ 260486 w 294979"/>
                              <a:gd name="connsiteY34" fmla="*/ 260486 h 280706"/>
                              <a:gd name="connsiteX35" fmla="*/ 224803 w 294979"/>
                              <a:gd name="connsiteY35" fmla="*/ 248592 h 280706"/>
                              <a:gd name="connsiteX36" fmla="*/ 221235 w 294979"/>
                              <a:gd name="connsiteY36" fmla="*/ 250971 h 280706"/>
                              <a:gd name="connsiteX37" fmla="*/ 203393 w 294979"/>
                              <a:gd name="connsiteY37" fmla="*/ 247403 h 280706"/>
                              <a:gd name="connsiteX38" fmla="*/ 190310 w 294979"/>
                              <a:gd name="connsiteY38" fmla="*/ 250971 h 280706"/>
                              <a:gd name="connsiteX39" fmla="*/ 181983 w 294979"/>
                              <a:gd name="connsiteY39" fmla="*/ 264055 h 280706"/>
                              <a:gd name="connsiteX40" fmla="*/ 180794 w 294979"/>
                              <a:gd name="connsiteY40" fmla="*/ 271191 h 280706"/>
                              <a:gd name="connsiteX41" fmla="*/ 181983 w 294979"/>
                              <a:gd name="connsiteY41" fmla="*/ 280707 h 280706"/>
                              <a:gd name="connsiteX42" fmla="*/ 180794 w 294979"/>
                              <a:gd name="connsiteY42" fmla="*/ 280707 h 280706"/>
                              <a:gd name="connsiteX43" fmla="*/ 165331 w 294979"/>
                              <a:gd name="connsiteY43" fmla="*/ 275949 h 280706"/>
                              <a:gd name="connsiteX44" fmla="*/ 149869 w 294979"/>
                              <a:gd name="connsiteY44" fmla="*/ 272381 h 280706"/>
                              <a:gd name="connsiteX45" fmla="*/ 139164 w 294979"/>
                              <a:gd name="connsiteY45" fmla="*/ 271191 h 280706"/>
                              <a:gd name="connsiteX46" fmla="*/ 127269 w 294979"/>
                              <a:gd name="connsiteY46" fmla="*/ 272381 h 280706"/>
                              <a:gd name="connsiteX47" fmla="*/ 107049 w 294979"/>
                              <a:gd name="connsiteY47" fmla="*/ 270002 h 280706"/>
                              <a:gd name="connsiteX48" fmla="*/ 102291 w 294979"/>
                              <a:gd name="connsiteY48" fmla="*/ 271191 h 280706"/>
                              <a:gd name="connsiteX49" fmla="*/ 98723 w 294979"/>
                              <a:gd name="connsiteY49" fmla="*/ 268812 h 280706"/>
                              <a:gd name="connsiteX50" fmla="*/ 90397 w 294979"/>
                              <a:gd name="connsiteY50" fmla="*/ 264055 h 280706"/>
                              <a:gd name="connsiteX51" fmla="*/ 79692 w 294979"/>
                              <a:gd name="connsiteY51" fmla="*/ 262865 h 280706"/>
                              <a:gd name="connsiteX52" fmla="*/ 78502 w 294979"/>
                              <a:gd name="connsiteY52" fmla="*/ 253350 h 280706"/>
                              <a:gd name="connsiteX53" fmla="*/ 67798 w 294979"/>
                              <a:gd name="connsiteY53" fmla="*/ 249781 h 280706"/>
                              <a:gd name="connsiteX54" fmla="*/ 67798 w 294979"/>
                              <a:gd name="connsiteY54" fmla="*/ 247403 h 280706"/>
                              <a:gd name="connsiteX55" fmla="*/ 78502 w 294979"/>
                              <a:gd name="connsiteY55" fmla="*/ 229561 h 280706"/>
                              <a:gd name="connsiteX56" fmla="*/ 83260 w 294979"/>
                              <a:gd name="connsiteY56" fmla="*/ 209341 h 280706"/>
                              <a:gd name="connsiteX57" fmla="*/ 79692 w 294979"/>
                              <a:gd name="connsiteY57" fmla="*/ 199825 h 280706"/>
                              <a:gd name="connsiteX58" fmla="*/ 82071 w 294979"/>
                              <a:gd name="connsiteY58" fmla="*/ 186741 h 280706"/>
                              <a:gd name="connsiteX59" fmla="*/ 98723 w 294979"/>
                              <a:gd name="connsiteY59" fmla="*/ 196257 h 280706"/>
                              <a:gd name="connsiteX60" fmla="*/ 95155 w 294979"/>
                              <a:gd name="connsiteY60" fmla="*/ 185552 h 280706"/>
                              <a:gd name="connsiteX61" fmla="*/ 79692 w 294979"/>
                              <a:gd name="connsiteY61" fmla="*/ 178415 h 280706"/>
                              <a:gd name="connsiteX62" fmla="*/ 84450 w 294979"/>
                              <a:gd name="connsiteY62" fmla="*/ 158195 h 280706"/>
                              <a:gd name="connsiteX63" fmla="*/ 78502 w 294979"/>
                              <a:gd name="connsiteY63" fmla="*/ 155816 h 280706"/>
                              <a:gd name="connsiteX64" fmla="*/ 72555 w 294979"/>
                              <a:gd name="connsiteY64" fmla="*/ 153437 h 280706"/>
                              <a:gd name="connsiteX65" fmla="*/ 65419 w 294979"/>
                              <a:gd name="connsiteY65" fmla="*/ 143922 h 280706"/>
                              <a:gd name="connsiteX66" fmla="*/ 59472 w 294979"/>
                              <a:gd name="connsiteY66" fmla="*/ 136785 h 280706"/>
                              <a:gd name="connsiteX67" fmla="*/ 61850 w 294979"/>
                              <a:gd name="connsiteY67" fmla="*/ 132027 h 280706"/>
                              <a:gd name="connsiteX68" fmla="*/ 59472 w 294979"/>
                              <a:gd name="connsiteY68" fmla="*/ 127270 h 280706"/>
                              <a:gd name="connsiteX69" fmla="*/ 68987 w 294979"/>
                              <a:gd name="connsiteY69" fmla="*/ 126080 h 280706"/>
                              <a:gd name="connsiteX70" fmla="*/ 52335 w 294979"/>
                              <a:gd name="connsiteY70" fmla="*/ 123701 h 280706"/>
                              <a:gd name="connsiteX71" fmla="*/ 46388 w 294979"/>
                              <a:gd name="connsiteY71" fmla="*/ 114186 h 280706"/>
                              <a:gd name="connsiteX72" fmla="*/ 44009 w 294979"/>
                              <a:gd name="connsiteY72" fmla="*/ 109428 h 280706"/>
                              <a:gd name="connsiteX73" fmla="*/ 29736 w 294979"/>
                              <a:gd name="connsiteY73" fmla="*/ 109428 h 280706"/>
                              <a:gd name="connsiteX74" fmla="*/ 10705 w 294979"/>
                              <a:gd name="connsiteY74" fmla="*/ 107049 h 280706"/>
                              <a:gd name="connsiteX75" fmla="*/ 2379 w 294979"/>
                              <a:gd name="connsiteY75" fmla="*/ 101102 h 280706"/>
                              <a:gd name="connsiteX76" fmla="*/ 10705 w 294979"/>
                              <a:gd name="connsiteY76" fmla="*/ 96344 h 280706"/>
                              <a:gd name="connsiteX77" fmla="*/ 4758 w 294979"/>
                              <a:gd name="connsiteY77" fmla="*/ 91586 h 280706"/>
                              <a:gd name="connsiteX78" fmla="*/ 9515 w 294979"/>
                              <a:gd name="connsiteY78" fmla="*/ 88018 h 280706"/>
                              <a:gd name="connsiteX79" fmla="*/ 0 w 294979"/>
                              <a:gd name="connsiteY79" fmla="*/ 88018 h 280706"/>
                              <a:gd name="connsiteX80" fmla="*/ 19031 w 294979"/>
                              <a:gd name="connsiteY80" fmla="*/ 78503 h 280706"/>
                              <a:gd name="connsiteX81" fmla="*/ 33304 w 294979"/>
                              <a:gd name="connsiteY81" fmla="*/ 71366 h 280706"/>
                              <a:gd name="connsiteX82" fmla="*/ 51146 w 294979"/>
                              <a:gd name="connsiteY82" fmla="*/ 82071 h 280706"/>
                              <a:gd name="connsiteX83" fmla="*/ 65419 w 294979"/>
                              <a:gd name="connsiteY83" fmla="*/ 78503 h 280706"/>
                              <a:gd name="connsiteX84" fmla="*/ 79692 w 294979"/>
                              <a:gd name="connsiteY84" fmla="*/ 77313 h 280706"/>
                              <a:gd name="connsiteX85" fmla="*/ 76124 w 294979"/>
                              <a:gd name="connsiteY85" fmla="*/ 58282 h 280706"/>
                              <a:gd name="connsiteX86" fmla="*/ 68987 w 294979"/>
                              <a:gd name="connsiteY86" fmla="*/ 53525 h 280706"/>
                              <a:gd name="connsiteX87" fmla="*/ 66608 w 294979"/>
                              <a:gd name="connsiteY87" fmla="*/ 44009 h 280706"/>
                              <a:gd name="connsiteX88" fmla="*/ 80881 w 294979"/>
                              <a:gd name="connsiteY88" fmla="*/ 44009 h 280706"/>
                              <a:gd name="connsiteX89" fmla="*/ 86829 w 294979"/>
                              <a:gd name="connsiteY89" fmla="*/ 54714 h 280706"/>
                              <a:gd name="connsiteX90" fmla="*/ 93965 w 294979"/>
                              <a:gd name="connsiteY90" fmla="*/ 55903 h 280706"/>
                              <a:gd name="connsiteX91" fmla="*/ 99912 w 294979"/>
                              <a:gd name="connsiteY91" fmla="*/ 58282 h 280706"/>
                              <a:gd name="connsiteX92" fmla="*/ 115375 w 294979"/>
                              <a:gd name="connsiteY92" fmla="*/ 55903 h 280706"/>
                              <a:gd name="connsiteX93" fmla="*/ 115375 w 294979"/>
                              <a:gd name="connsiteY93" fmla="*/ 44009 h 280706"/>
                              <a:gd name="connsiteX94" fmla="*/ 141543 w 294979"/>
                              <a:gd name="connsiteY94" fmla="*/ 35683 h 280706"/>
                              <a:gd name="connsiteX95" fmla="*/ 149869 w 294979"/>
                              <a:gd name="connsiteY95" fmla="*/ 9516 h 280706"/>
                              <a:gd name="connsiteX96" fmla="*/ 155816 w 294979"/>
                              <a:gd name="connsiteY96" fmla="*/ 2379 h 280706"/>
                              <a:gd name="connsiteX97" fmla="*/ 166521 w 294979"/>
                              <a:gd name="connsiteY97" fmla="*/ 2379 h 280706"/>
                              <a:gd name="connsiteX98" fmla="*/ 171279 w 294979"/>
                              <a:gd name="connsiteY98" fmla="*/ 0 h 280706"/>
                              <a:gd name="connsiteX99" fmla="*/ 172468 w 294979"/>
                              <a:gd name="connsiteY99" fmla="*/ 2379 h 280706"/>
                              <a:gd name="connsiteX100" fmla="*/ 173657 w 294979"/>
                              <a:gd name="connsiteY100" fmla="*/ 10705 h 280706"/>
                              <a:gd name="connsiteX101" fmla="*/ 179604 w 294979"/>
                              <a:gd name="connsiteY101" fmla="*/ 13084 h 280706"/>
                              <a:gd name="connsiteX102" fmla="*/ 180794 w 294979"/>
                              <a:gd name="connsiteY102" fmla="*/ 19031 h 280706"/>
                              <a:gd name="connsiteX103" fmla="*/ 190310 w 294979"/>
                              <a:gd name="connsiteY103" fmla="*/ 23789 h 280706"/>
                              <a:gd name="connsiteX104" fmla="*/ 197446 w 294979"/>
                              <a:gd name="connsiteY104" fmla="*/ 30925 h 280706"/>
                              <a:gd name="connsiteX105" fmla="*/ 199825 w 294979"/>
                              <a:gd name="connsiteY105" fmla="*/ 35683 h 280706"/>
                              <a:gd name="connsiteX106" fmla="*/ 205772 w 294979"/>
                              <a:gd name="connsiteY106" fmla="*/ 34494 h 280706"/>
                              <a:gd name="connsiteX107" fmla="*/ 211719 w 294979"/>
                              <a:gd name="connsiteY107" fmla="*/ 35683 h 280706"/>
                              <a:gd name="connsiteX108" fmla="*/ 212909 w 294979"/>
                              <a:gd name="connsiteY108" fmla="*/ 38062 h 280706"/>
                              <a:gd name="connsiteX109" fmla="*/ 215287 w 294979"/>
                              <a:gd name="connsiteY109" fmla="*/ 39251 h 280706"/>
                              <a:gd name="connsiteX110" fmla="*/ 223614 w 294979"/>
                              <a:gd name="connsiteY110" fmla="*/ 46388 h 280706"/>
                              <a:gd name="connsiteX111" fmla="*/ 228371 w 294979"/>
                              <a:gd name="connsiteY111" fmla="*/ 47577 h 280706"/>
                              <a:gd name="connsiteX112" fmla="*/ 231940 w 294979"/>
                              <a:gd name="connsiteY112" fmla="*/ 51146 h 280706"/>
                              <a:gd name="connsiteX113" fmla="*/ 235508 w 294979"/>
                              <a:gd name="connsiteY113" fmla="*/ 48767 h 280706"/>
                              <a:gd name="connsiteX114" fmla="*/ 235508 w 294979"/>
                              <a:gd name="connsiteY114" fmla="*/ 48767 h 280706"/>
                              <a:gd name="connsiteX115" fmla="*/ 235508 w 294979"/>
                              <a:gd name="connsiteY115" fmla="*/ 49956 h 280706"/>
                              <a:gd name="connsiteX116" fmla="*/ 236698 w 294979"/>
                              <a:gd name="connsiteY116" fmla="*/ 51146 h 280706"/>
                              <a:gd name="connsiteX117" fmla="*/ 236698 w 294979"/>
                              <a:gd name="connsiteY117" fmla="*/ 53525 h 280706"/>
                              <a:gd name="connsiteX118" fmla="*/ 241455 w 294979"/>
                              <a:gd name="connsiteY118" fmla="*/ 54714 h 280706"/>
                              <a:gd name="connsiteX119" fmla="*/ 245023 w 294979"/>
                              <a:gd name="connsiteY119" fmla="*/ 57093 h 280706"/>
                              <a:gd name="connsiteX120" fmla="*/ 248592 w 294979"/>
                              <a:gd name="connsiteY120" fmla="*/ 53525 h 280706"/>
                              <a:gd name="connsiteX121" fmla="*/ 252160 w 294979"/>
                              <a:gd name="connsiteY121" fmla="*/ 61851 h 280706"/>
                              <a:gd name="connsiteX122" fmla="*/ 261676 w 294979"/>
                              <a:gd name="connsiteY122" fmla="*/ 65419 h 280706"/>
                              <a:gd name="connsiteX123" fmla="*/ 272381 w 294979"/>
                              <a:gd name="connsiteY123" fmla="*/ 65419 h 280706"/>
                              <a:gd name="connsiteX124" fmla="*/ 277138 w 294979"/>
                              <a:gd name="connsiteY124" fmla="*/ 65419 h 280706"/>
                              <a:gd name="connsiteX125" fmla="*/ 281896 w 294979"/>
                              <a:gd name="connsiteY125" fmla="*/ 67798 h 280706"/>
                              <a:gd name="connsiteX126" fmla="*/ 294980 w 294979"/>
                              <a:gd name="connsiteY126" fmla="*/ 70177 h 280706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  <a:cxn ang="0">
                                <a:pos x="connsiteX63" y="connsiteY63"/>
                              </a:cxn>
                              <a:cxn ang="0">
                                <a:pos x="connsiteX64" y="connsiteY64"/>
                              </a:cxn>
                              <a:cxn ang="0">
                                <a:pos x="connsiteX65" y="connsiteY65"/>
                              </a:cxn>
                              <a:cxn ang="0">
                                <a:pos x="connsiteX66" y="connsiteY66"/>
                              </a:cxn>
                              <a:cxn ang="0">
                                <a:pos x="connsiteX67" y="connsiteY67"/>
                              </a:cxn>
                              <a:cxn ang="0">
                                <a:pos x="connsiteX68" y="connsiteY68"/>
                              </a:cxn>
                              <a:cxn ang="0">
                                <a:pos x="connsiteX69" y="connsiteY69"/>
                              </a:cxn>
                              <a:cxn ang="0">
                                <a:pos x="connsiteX70" y="connsiteY70"/>
                              </a:cxn>
                              <a:cxn ang="0">
                                <a:pos x="connsiteX71" y="connsiteY71"/>
                              </a:cxn>
                              <a:cxn ang="0">
                                <a:pos x="connsiteX72" y="connsiteY72"/>
                              </a:cxn>
                              <a:cxn ang="0">
                                <a:pos x="connsiteX73" y="connsiteY73"/>
                              </a:cxn>
                              <a:cxn ang="0">
                                <a:pos x="connsiteX74" y="connsiteY74"/>
                              </a:cxn>
                              <a:cxn ang="0">
                                <a:pos x="connsiteX75" y="connsiteY75"/>
                              </a:cxn>
                              <a:cxn ang="0">
                                <a:pos x="connsiteX76" y="connsiteY76"/>
                              </a:cxn>
                              <a:cxn ang="0">
                                <a:pos x="connsiteX77" y="connsiteY77"/>
                              </a:cxn>
                              <a:cxn ang="0">
                                <a:pos x="connsiteX78" y="connsiteY78"/>
                              </a:cxn>
                              <a:cxn ang="0">
                                <a:pos x="connsiteX79" y="connsiteY79"/>
                              </a:cxn>
                              <a:cxn ang="0">
                                <a:pos x="connsiteX80" y="connsiteY80"/>
                              </a:cxn>
                              <a:cxn ang="0">
                                <a:pos x="connsiteX81" y="connsiteY81"/>
                              </a:cxn>
                              <a:cxn ang="0">
                                <a:pos x="connsiteX82" y="connsiteY82"/>
                              </a:cxn>
                              <a:cxn ang="0">
                                <a:pos x="connsiteX83" y="connsiteY83"/>
                              </a:cxn>
                              <a:cxn ang="0">
                                <a:pos x="connsiteX84" y="connsiteY84"/>
                              </a:cxn>
                              <a:cxn ang="0">
                                <a:pos x="connsiteX85" y="connsiteY85"/>
                              </a:cxn>
                              <a:cxn ang="0">
                                <a:pos x="connsiteX86" y="connsiteY86"/>
                              </a:cxn>
                              <a:cxn ang="0">
                                <a:pos x="connsiteX87" y="connsiteY87"/>
                              </a:cxn>
                              <a:cxn ang="0">
                                <a:pos x="connsiteX88" y="connsiteY88"/>
                              </a:cxn>
                              <a:cxn ang="0">
                                <a:pos x="connsiteX89" y="connsiteY89"/>
                              </a:cxn>
                              <a:cxn ang="0">
                                <a:pos x="connsiteX90" y="connsiteY90"/>
                              </a:cxn>
                              <a:cxn ang="0">
                                <a:pos x="connsiteX91" y="connsiteY91"/>
                              </a:cxn>
                              <a:cxn ang="0">
                                <a:pos x="connsiteX92" y="connsiteY92"/>
                              </a:cxn>
                              <a:cxn ang="0">
                                <a:pos x="connsiteX93" y="connsiteY93"/>
                              </a:cxn>
                              <a:cxn ang="0">
                                <a:pos x="connsiteX94" y="connsiteY94"/>
                              </a:cxn>
                              <a:cxn ang="0">
                                <a:pos x="connsiteX95" y="connsiteY95"/>
                              </a:cxn>
                              <a:cxn ang="0">
                                <a:pos x="connsiteX96" y="connsiteY96"/>
                              </a:cxn>
                              <a:cxn ang="0">
                                <a:pos x="connsiteX97" y="connsiteY97"/>
                              </a:cxn>
                              <a:cxn ang="0">
                                <a:pos x="connsiteX98" y="connsiteY98"/>
                              </a:cxn>
                              <a:cxn ang="0">
                                <a:pos x="connsiteX99" y="connsiteY99"/>
                              </a:cxn>
                              <a:cxn ang="0">
                                <a:pos x="connsiteX100" y="connsiteY100"/>
                              </a:cxn>
                              <a:cxn ang="0">
                                <a:pos x="connsiteX101" y="connsiteY101"/>
                              </a:cxn>
                              <a:cxn ang="0">
                                <a:pos x="connsiteX102" y="connsiteY102"/>
                              </a:cxn>
                              <a:cxn ang="0">
                                <a:pos x="connsiteX103" y="connsiteY103"/>
                              </a:cxn>
                              <a:cxn ang="0">
                                <a:pos x="connsiteX104" y="connsiteY104"/>
                              </a:cxn>
                              <a:cxn ang="0">
                                <a:pos x="connsiteX105" y="connsiteY105"/>
                              </a:cxn>
                              <a:cxn ang="0">
                                <a:pos x="connsiteX106" y="connsiteY106"/>
                              </a:cxn>
                              <a:cxn ang="0">
                                <a:pos x="connsiteX107" y="connsiteY107"/>
                              </a:cxn>
                              <a:cxn ang="0">
                                <a:pos x="connsiteX108" y="connsiteY108"/>
                              </a:cxn>
                              <a:cxn ang="0">
                                <a:pos x="connsiteX109" y="connsiteY109"/>
                              </a:cxn>
                              <a:cxn ang="0">
                                <a:pos x="connsiteX110" y="connsiteY110"/>
                              </a:cxn>
                              <a:cxn ang="0">
                                <a:pos x="connsiteX111" y="connsiteY111"/>
                              </a:cxn>
                              <a:cxn ang="0">
                                <a:pos x="connsiteX112" y="connsiteY112"/>
                              </a:cxn>
                              <a:cxn ang="0">
                                <a:pos x="connsiteX113" y="connsiteY113"/>
                              </a:cxn>
                              <a:cxn ang="0">
                                <a:pos x="connsiteX114" y="connsiteY114"/>
                              </a:cxn>
                              <a:cxn ang="0">
                                <a:pos x="connsiteX115" y="connsiteY115"/>
                              </a:cxn>
                              <a:cxn ang="0">
                                <a:pos x="connsiteX116" y="connsiteY116"/>
                              </a:cxn>
                              <a:cxn ang="0">
                                <a:pos x="connsiteX117" y="connsiteY117"/>
                              </a:cxn>
                              <a:cxn ang="0">
                                <a:pos x="connsiteX118" y="connsiteY118"/>
                              </a:cxn>
                              <a:cxn ang="0">
                                <a:pos x="connsiteX119" y="connsiteY119"/>
                              </a:cxn>
                              <a:cxn ang="0">
                                <a:pos x="connsiteX120" y="connsiteY120"/>
                              </a:cxn>
                              <a:cxn ang="0">
                                <a:pos x="connsiteX121" y="connsiteY121"/>
                              </a:cxn>
                              <a:cxn ang="0">
                                <a:pos x="connsiteX122" y="connsiteY122"/>
                              </a:cxn>
                              <a:cxn ang="0">
                                <a:pos x="connsiteX123" y="connsiteY123"/>
                              </a:cxn>
                              <a:cxn ang="0">
                                <a:pos x="connsiteX124" y="connsiteY124"/>
                              </a:cxn>
                              <a:cxn ang="0">
                                <a:pos x="connsiteX125" y="connsiteY125"/>
                              </a:cxn>
                              <a:cxn ang="0">
                                <a:pos x="connsiteX126" y="connsiteY126"/>
                              </a:cxn>
                            </a:cxnLst>
                            <a:rect l="l" t="t" r="r" b="b"/>
                            <a:pathLst>
                              <a:path w="294979" h="280706">
                                <a:moveTo>
                                  <a:pt x="294980" y="70177"/>
                                </a:moveTo>
                                <a:cubicBezTo>
                                  <a:pt x="293790" y="73745"/>
                                  <a:pt x="290222" y="74934"/>
                                  <a:pt x="290222" y="78503"/>
                                </a:cubicBezTo>
                                <a:cubicBezTo>
                                  <a:pt x="290222" y="78503"/>
                                  <a:pt x="290222" y="78503"/>
                                  <a:pt x="289033" y="78503"/>
                                </a:cubicBezTo>
                                <a:cubicBezTo>
                                  <a:pt x="289033" y="80882"/>
                                  <a:pt x="287843" y="84450"/>
                                  <a:pt x="286654" y="86829"/>
                                </a:cubicBezTo>
                                <a:cubicBezTo>
                                  <a:pt x="285464" y="89208"/>
                                  <a:pt x="283085" y="90397"/>
                                  <a:pt x="281896" y="92776"/>
                                </a:cubicBezTo>
                                <a:cubicBezTo>
                                  <a:pt x="279517" y="97534"/>
                                  <a:pt x="280706" y="105860"/>
                                  <a:pt x="283085" y="109428"/>
                                </a:cubicBezTo>
                                <a:cubicBezTo>
                                  <a:pt x="283085" y="109428"/>
                                  <a:pt x="285464" y="110617"/>
                                  <a:pt x="286654" y="111807"/>
                                </a:cubicBezTo>
                                <a:cubicBezTo>
                                  <a:pt x="286654" y="111807"/>
                                  <a:pt x="287843" y="112996"/>
                                  <a:pt x="287843" y="112996"/>
                                </a:cubicBezTo>
                                <a:cubicBezTo>
                                  <a:pt x="285464" y="114186"/>
                                  <a:pt x="283085" y="115375"/>
                                  <a:pt x="279517" y="115375"/>
                                </a:cubicBezTo>
                                <a:cubicBezTo>
                                  <a:pt x="277138" y="115375"/>
                                  <a:pt x="274759" y="115375"/>
                                  <a:pt x="272381" y="115375"/>
                                </a:cubicBezTo>
                                <a:cubicBezTo>
                                  <a:pt x="271191" y="115375"/>
                                  <a:pt x="271191" y="114186"/>
                                  <a:pt x="268812" y="114186"/>
                                </a:cubicBezTo>
                                <a:cubicBezTo>
                                  <a:pt x="267623" y="114186"/>
                                  <a:pt x="266433" y="114186"/>
                                  <a:pt x="265244" y="114186"/>
                                </a:cubicBezTo>
                                <a:cubicBezTo>
                                  <a:pt x="260486" y="118944"/>
                                  <a:pt x="270002" y="121322"/>
                                  <a:pt x="270002" y="124891"/>
                                </a:cubicBezTo>
                                <a:cubicBezTo>
                                  <a:pt x="266433" y="127270"/>
                                  <a:pt x="262865" y="129649"/>
                                  <a:pt x="260486" y="133217"/>
                                </a:cubicBezTo>
                                <a:cubicBezTo>
                                  <a:pt x="258107" y="135596"/>
                                  <a:pt x="258107" y="135596"/>
                                  <a:pt x="255729" y="136785"/>
                                </a:cubicBezTo>
                                <a:cubicBezTo>
                                  <a:pt x="253350" y="137975"/>
                                  <a:pt x="254539" y="140353"/>
                                  <a:pt x="253350" y="141543"/>
                                </a:cubicBezTo>
                                <a:cubicBezTo>
                                  <a:pt x="252160" y="142732"/>
                                  <a:pt x="249781" y="143922"/>
                                  <a:pt x="248592" y="145111"/>
                                </a:cubicBezTo>
                                <a:cubicBezTo>
                                  <a:pt x="247402" y="147490"/>
                                  <a:pt x="248592" y="149869"/>
                                  <a:pt x="247402" y="152248"/>
                                </a:cubicBezTo>
                                <a:cubicBezTo>
                                  <a:pt x="247402" y="153437"/>
                                  <a:pt x="247402" y="157005"/>
                                  <a:pt x="246213" y="158195"/>
                                </a:cubicBezTo>
                                <a:cubicBezTo>
                                  <a:pt x="245023" y="160574"/>
                                  <a:pt x="242645" y="159384"/>
                                  <a:pt x="240266" y="159384"/>
                                </a:cubicBezTo>
                                <a:cubicBezTo>
                                  <a:pt x="240266" y="161763"/>
                                  <a:pt x="241455" y="164142"/>
                                  <a:pt x="242645" y="164142"/>
                                </a:cubicBezTo>
                                <a:cubicBezTo>
                                  <a:pt x="245023" y="165332"/>
                                  <a:pt x="246213" y="164142"/>
                                  <a:pt x="248592" y="162953"/>
                                </a:cubicBezTo>
                                <a:cubicBezTo>
                                  <a:pt x="250971" y="161763"/>
                                  <a:pt x="252160" y="161763"/>
                                  <a:pt x="253350" y="159384"/>
                                </a:cubicBezTo>
                                <a:cubicBezTo>
                                  <a:pt x="253350" y="157005"/>
                                  <a:pt x="252160" y="154627"/>
                                  <a:pt x="254539" y="153437"/>
                                </a:cubicBezTo>
                                <a:cubicBezTo>
                                  <a:pt x="260486" y="151058"/>
                                  <a:pt x="264054" y="155816"/>
                                  <a:pt x="265244" y="160574"/>
                                </a:cubicBezTo>
                                <a:cubicBezTo>
                                  <a:pt x="266433" y="164142"/>
                                  <a:pt x="267623" y="167710"/>
                                  <a:pt x="268812" y="170089"/>
                                </a:cubicBezTo>
                                <a:cubicBezTo>
                                  <a:pt x="268812" y="171279"/>
                                  <a:pt x="267623" y="172468"/>
                                  <a:pt x="267623" y="174847"/>
                                </a:cubicBezTo>
                                <a:cubicBezTo>
                                  <a:pt x="267623" y="179605"/>
                                  <a:pt x="270002" y="178415"/>
                                  <a:pt x="271191" y="183173"/>
                                </a:cubicBezTo>
                                <a:cubicBezTo>
                                  <a:pt x="274759" y="191499"/>
                                  <a:pt x="266433" y="193878"/>
                                  <a:pt x="260486" y="197446"/>
                                </a:cubicBezTo>
                                <a:cubicBezTo>
                                  <a:pt x="260486" y="197446"/>
                                  <a:pt x="260486" y="198636"/>
                                  <a:pt x="260486" y="198636"/>
                                </a:cubicBezTo>
                                <a:cubicBezTo>
                                  <a:pt x="270002" y="199825"/>
                                  <a:pt x="266433" y="208151"/>
                                  <a:pt x="267623" y="215288"/>
                                </a:cubicBezTo>
                                <a:cubicBezTo>
                                  <a:pt x="268812" y="220045"/>
                                  <a:pt x="274759" y="224803"/>
                                  <a:pt x="281896" y="224803"/>
                                </a:cubicBezTo>
                                <a:cubicBezTo>
                                  <a:pt x="281896" y="229561"/>
                                  <a:pt x="281896" y="233129"/>
                                  <a:pt x="284275" y="235508"/>
                                </a:cubicBezTo>
                                <a:cubicBezTo>
                                  <a:pt x="280706" y="240266"/>
                                  <a:pt x="278328" y="243834"/>
                                  <a:pt x="273570" y="247403"/>
                                </a:cubicBezTo>
                                <a:cubicBezTo>
                                  <a:pt x="267623" y="250971"/>
                                  <a:pt x="261676" y="252160"/>
                                  <a:pt x="260486" y="260486"/>
                                </a:cubicBezTo>
                                <a:cubicBezTo>
                                  <a:pt x="250971" y="264055"/>
                                  <a:pt x="230750" y="256918"/>
                                  <a:pt x="224803" y="248592"/>
                                </a:cubicBezTo>
                                <a:cubicBezTo>
                                  <a:pt x="222424" y="249781"/>
                                  <a:pt x="222424" y="248592"/>
                                  <a:pt x="221235" y="250971"/>
                                </a:cubicBezTo>
                                <a:cubicBezTo>
                                  <a:pt x="215287" y="252160"/>
                                  <a:pt x="208151" y="248592"/>
                                  <a:pt x="203393" y="247403"/>
                                </a:cubicBezTo>
                                <a:cubicBezTo>
                                  <a:pt x="197446" y="246213"/>
                                  <a:pt x="195067" y="247403"/>
                                  <a:pt x="190310" y="250971"/>
                                </a:cubicBezTo>
                                <a:cubicBezTo>
                                  <a:pt x="184362" y="255729"/>
                                  <a:pt x="183173" y="258107"/>
                                  <a:pt x="181983" y="264055"/>
                                </a:cubicBezTo>
                                <a:cubicBezTo>
                                  <a:pt x="180794" y="267623"/>
                                  <a:pt x="180794" y="267623"/>
                                  <a:pt x="180794" y="271191"/>
                                </a:cubicBezTo>
                                <a:cubicBezTo>
                                  <a:pt x="180794" y="274760"/>
                                  <a:pt x="181983" y="277138"/>
                                  <a:pt x="181983" y="280707"/>
                                </a:cubicBezTo>
                                <a:cubicBezTo>
                                  <a:pt x="181983" y="280707"/>
                                  <a:pt x="181983" y="280707"/>
                                  <a:pt x="180794" y="280707"/>
                                </a:cubicBezTo>
                                <a:cubicBezTo>
                                  <a:pt x="174847" y="279517"/>
                                  <a:pt x="172468" y="275949"/>
                                  <a:pt x="165331" y="275949"/>
                                </a:cubicBezTo>
                                <a:cubicBezTo>
                                  <a:pt x="159384" y="275949"/>
                                  <a:pt x="153437" y="277138"/>
                                  <a:pt x="149869" y="272381"/>
                                </a:cubicBezTo>
                                <a:cubicBezTo>
                                  <a:pt x="146300" y="273570"/>
                                  <a:pt x="142732" y="272381"/>
                                  <a:pt x="139164" y="271191"/>
                                </a:cubicBezTo>
                                <a:cubicBezTo>
                                  <a:pt x="134406" y="271191"/>
                                  <a:pt x="130838" y="271191"/>
                                  <a:pt x="127269" y="272381"/>
                                </a:cubicBezTo>
                                <a:cubicBezTo>
                                  <a:pt x="121322" y="273570"/>
                                  <a:pt x="111807" y="277138"/>
                                  <a:pt x="107049" y="270002"/>
                                </a:cubicBezTo>
                                <a:cubicBezTo>
                                  <a:pt x="105860" y="270002"/>
                                  <a:pt x="102291" y="271191"/>
                                  <a:pt x="102291" y="271191"/>
                                </a:cubicBezTo>
                                <a:cubicBezTo>
                                  <a:pt x="101102" y="271191"/>
                                  <a:pt x="99912" y="268812"/>
                                  <a:pt x="98723" y="268812"/>
                                </a:cubicBezTo>
                                <a:cubicBezTo>
                                  <a:pt x="96344" y="267623"/>
                                  <a:pt x="93965" y="265244"/>
                                  <a:pt x="90397" y="264055"/>
                                </a:cubicBezTo>
                                <a:cubicBezTo>
                                  <a:pt x="88018" y="262865"/>
                                  <a:pt x="80881" y="264055"/>
                                  <a:pt x="79692" y="262865"/>
                                </a:cubicBezTo>
                                <a:cubicBezTo>
                                  <a:pt x="77313" y="260486"/>
                                  <a:pt x="78502" y="256918"/>
                                  <a:pt x="78502" y="253350"/>
                                </a:cubicBezTo>
                                <a:cubicBezTo>
                                  <a:pt x="76124" y="252160"/>
                                  <a:pt x="68987" y="252160"/>
                                  <a:pt x="67798" y="249781"/>
                                </a:cubicBezTo>
                                <a:cubicBezTo>
                                  <a:pt x="67798" y="248592"/>
                                  <a:pt x="67798" y="248592"/>
                                  <a:pt x="67798" y="247403"/>
                                </a:cubicBezTo>
                                <a:cubicBezTo>
                                  <a:pt x="77313" y="247403"/>
                                  <a:pt x="77313" y="235508"/>
                                  <a:pt x="78502" y="229561"/>
                                </a:cubicBezTo>
                                <a:cubicBezTo>
                                  <a:pt x="79692" y="224803"/>
                                  <a:pt x="77313" y="210530"/>
                                  <a:pt x="83260" y="209341"/>
                                </a:cubicBezTo>
                                <a:cubicBezTo>
                                  <a:pt x="80881" y="204583"/>
                                  <a:pt x="78502" y="206962"/>
                                  <a:pt x="79692" y="199825"/>
                                </a:cubicBezTo>
                                <a:cubicBezTo>
                                  <a:pt x="79692" y="197446"/>
                                  <a:pt x="79692" y="189120"/>
                                  <a:pt x="82071" y="186741"/>
                                </a:cubicBezTo>
                                <a:cubicBezTo>
                                  <a:pt x="86829" y="178415"/>
                                  <a:pt x="93965" y="195067"/>
                                  <a:pt x="98723" y="196257"/>
                                </a:cubicBezTo>
                                <a:cubicBezTo>
                                  <a:pt x="98723" y="192688"/>
                                  <a:pt x="96344" y="189120"/>
                                  <a:pt x="95155" y="185552"/>
                                </a:cubicBezTo>
                                <a:cubicBezTo>
                                  <a:pt x="90397" y="181984"/>
                                  <a:pt x="85639" y="178415"/>
                                  <a:pt x="79692" y="178415"/>
                                </a:cubicBezTo>
                                <a:cubicBezTo>
                                  <a:pt x="85639" y="172468"/>
                                  <a:pt x="80881" y="164142"/>
                                  <a:pt x="84450" y="158195"/>
                                </a:cubicBezTo>
                                <a:cubicBezTo>
                                  <a:pt x="82071" y="158195"/>
                                  <a:pt x="80881" y="157005"/>
                                  <a:pt x="78502" y="155816"/>
                                </a:cubicBezTo>
                                <a:cubicBezTo>
                                  <a:pt x="77313" y="155816"/>
                                  <a:pt x="73745" y="154627"/>
                                  <a:pt x="72555" y="153437"/>
                                </a:cubicBezTo>
                                <a:cubicBezTo>
                                  <a:pt x="67798" y="151058"/>
                                  <a:pt x="66608" y="148679"/>
                                  <a:pt x="65419" y="143922"/>
                                </a:cubicBezTo>
                                <a:cubicBezTo>
                                  <a:pt x="59472" y="143922"/>
                                  <a:pt x="59472" y="141543"/>
                                  <a:pt x="59472" y="136785"/>
                                </a:cubicBezTo>
                                <a:cubicBezTo>
                                  <a:pt x="59472" y="135596"/>
                                  <a:pt x="61850" y="134406"/>
                                  <a:pt x="61850" y="132027"/>
                                </a:cubicBezTo>
                                <a:cubicBezTo>
                                  <a:pt x="61850" y="130838"/>
                                  <a:pt x="59472" y="128459"/>
                                  <a:pt x="59472" y="127270"/>
                                </a:cubicBezTo>
                                <a:cubicBezTo>
                                  <a:pt x="61850" y="126080"/>
                                  <a:pt x="66608" y="124891"/>
                                  <a:pt x="68987" y="126080"/>
                                </a:cubicBezTo>
                                <a:cubicBezTo>
                                  <a:pt x="67798" y="118944"/>
                                  <a:pt x="58282" y="124891"/>
                                  <a:pt x="52335" y="123701"/>
                                </a:cubicBezTo>
                                <a:cubicBezTo>
                                  <a:pt x="52335" y="118944"/>
                                  <a:pt x="53525" y="110617"/>
                                  <a:pt x="46388" y="114186"/>
                                </a:cubicBezTo>
                                <a:cubicBezTo>
                                  <a:pt x="46388" y="111807"/>
                                  <a:pt x="45198" y="110617"/>
                                  <a:pt x="44009" y="109428"/>
                                </a:cubicBezTo>
                                <a:cubicBezTo>
                                  <a:pt x="42819" y="116565"/>
                                  <a:pt x="34494" y="111807"/>
                                  <a:pt x="29736" y="109428"/>
                                </a:cubicBezTo>
                                <a:cubicBezTo>
                                  <a:pt x="22599" y="105860"/>
                                  <a:pt x="17842" y="104670"/>
                                  <a:pt x="10705" y="107049"/>
                                </a:cubicBezTo>
                                <a:cubicBezTo>
                                  <a:pt x="11894" y="98723"/>
                                  <a:pt x="4758" y="104670"/>
                                  <a:pt x="2379" y="101102"/>
                                </a:cubicBezTo>
                                <a:cubicBezTo>
                                  <a:pt x="-1190" y="96344"/>
                                  <a:pt x="9515" y="96344"/>
                                  <a:pt x="10705" y="96344"/>
                                </a:cubicBezTo>
                                <a:cubicBezTo>
                                  <a:pt x="10705" y="92776"/>
                                  <a:pt x="8326" y="91586"/>
                                  <a:pt x="4758" y="91586"/>
                                </a:cubicBezTo>
                                <a:cubicBezTo>
                                  <a:pt x="4758" y="89208"/>
                                  <a:pt x="7136" y="88018"/>
                                  <a:pt x="9515" y="88018"/>
                                </a:cubicBezTo>
                                <a:cubicBezTo>
                                  <a:pt x="5947" y="88018"/>
                                  <a:pt x="2379" y="88018"/>
                                  <a:pt x="0" y="88018"/>
                                </a:cubicBezTo>
                                <a:cubicBezTo>
                                  <a:pt x="1189" y="83260"/>
                                  <a:pt x="19031" y="73745"/>
                                  <a:pt x="19031" y="78503"/>
                                </a:cubicBezTo>
                                <a:cubicBezTo>
                                  <a:pt x="23789" y="77313"/>
                                  <a:pt x="32115" y="78503"/>
                                  <a:pt x="33304" y="71366"/>
                                </a:cubicBezTo>
                                <a:cubicBezTo>
                                  <a:pt x="41630" y="70177"/>
                                  <a:pt x="46388" y="76124"/>
                                  <a:pt x="51146" y="82071"/>
                                </a:cubicBezTo>
                                <a:cubicBezTo>
                                  <a:pt x="55903" y="79692"/>
                                  <a:pt x="59472" y="78503"/>
                                  <a:pt x="65419" y="78503"/>
                                </a:cubicBezTo>
                                <a:cubicBezTo>
                                  <a:pt x="70177" y="78503"/>
                                  <a:pt x="74934" y="79692"/>
                                  <a:pt x="79692" y="77313"/>
                                </a:cubicBezTo>
                                <a:cubicBezTo>
                                  <a:pt x="76124" y="71366"/>
                                  <a:pt x="79692" y="64230"/>
                                  <a:pt x="76124" y="58282"/>
                                </a:cubicBezTo>
                                <a:cubicBezTo>
                                  <a:pt x="74934" y="55903"/>
                                  <a:pt x="70177" y="55903"/>
                                  <a:pt x="68987" y="53525"/>
                                </a:cubicBezTo>
                                <a:cubicBezTo>
                                  <a:pt x="67798" y="51146"/>
                                  <a:pt x="67798" y="47577"/>
                                  <a:pt x="66608" y="44009"/>
                                </a:cubicBezTo>
                                <a:cubicBezTo>
                                  <a:pt x="71366" y="45199"/>
                                  <a:pt x="76124" y="42820"/>
                                  <a:pt x="80881" y="44009"/>
                                </a:cubicBezTo>
                                <a:cubicBezTo>
                                  <a:pt x="86829" y="46388"/>
                                  <a:pt x="82071" y="52335"/>
                                  <a:pt x="86829" y="54714"/>
                                </a:cubicBezTo>
                                <a:cubicBezTo>
                                  <a:pt x="86829" y="54714"/>
                                  <a:pt x="93965" y="54714"/>
                                  <a:pt x="93965" y="55903"/>
                                </a:cubicBezTo>
                                <a:cubicBezTo>
                                  <a:pt x="96344" y="55903"/>
                                  <a:pt x="97533" y="57093"/>
                                  <a:pt x="99912" y="58282"/>
                                </a:cubicBezTo>
                                <a:cubicBezTo>
                                  <a:pt x="103481" y="58282"/>
                                  <a:pt x="111807" y="58282"/>
                                  <a:pt x="115375" y="55903"/>
                                </a:cubicBezTo>
                                <a:cubicBezTo>
                                  <a:pt x="122512" y="51146"/>
                                  <a:pt x="112996" y="49956"/>
                                  <a:pt x="115375" y="44009"/>
                                </a:cubicBezTo>
                                <a:cubicBezTo>
                                  <a:pt x="117754" y="35683"/>
                                  <a:pt x="135596" y="40441"/>
                                  <a:pt x="141543" y="35683"/>
                                </a:cubicBezTo>
                                <a:cubicBezTo>
                                  <a:pt x="151058" y="28547"/>
                                  <a:pt x="149869" y="20220"/>
                                  <a:pt x="149869" y="9516"/>
                                </a:cubicBezTo>
                                <a:cubicBezTo>
                                  <a:pt x="152248" y="8326"/>
                                  <a:pt x="154627" y="4758"/>
                                  <a:pt x="155816" y="2379"/>
                                </a:cubicBezTo>
                                <a:cubicBezTo>
                                  <a:pt x="160574" y="2379"/>
                                  <a:pt x="162952" y="3568"/>
                                  <a:pt x="166521" y="2379"/>
                                </a:cubicBezTo>
                                <a:cubicBezTo>
                                  <a:pt x="168900" y="1190"/>
                                  <a:pt x="170089" y="0"/>
                                  <a:pt x="171279" y="0"/>
                                </a:cubicBezTo>
                                <a:cubicBezTo>
                                  <a:pt x="171279" y="1190"/>
                                  <a:pt x="172468" y="1190"/>
                                  <a:pt x="172468" y="2379"/>
                                </a:cubicBezTo>
                                <a:cubicBezTo>
                                  <a:pt x="173657" y="4758"/>
                                  <a:pt x="173657" y="8326"/>
                                  <a:pt x="173657" y="10705"/>
                                </a:cubicBezTo>
                                <a:cubicBezTo>
                                  <a:pt x="174847" y="11894"/>
                                  <a:pt x="178415" y="11894"/>
                                  <a:pt x="179604" y="13084"/>
                                </a:cubicBezTo>
                                <a:cubicBezTo>
                                  <a:pt x="180794" y="14273"/>
                                  <a:pt x="179604" y="16652"/>
                                  <a:pt x="180794" y="19031"/>
                                </a:cubicBezTo>
                                <a:cubicBezTo>
                                  <a:pt x="183173" y="22599"/>
                                  <a:pt x="187931" y="22599"/>
                                  <a:pt x="190310" y="23789"/>
                                </a:cubicBezTo>
                                <a:cubicBezTo>
                                  <a:pt x="192688" y="24978"/>
                                  <a:pt x="196257" y="28547"/>
                                  <a:pt x="197446" y="30925"/>
                                </a:cubicBezTo>
                                <a:cubicBezTo>
                                  <a:pt x="198635" y="33304"/>
                                  <a:pt x="197446" y="34494"/>
                                  <a:pt x="199825" y="35683"/>
                                </a:cubicBezTo>
                                <a:cubicBezTo>
                                  <a:pt x="201014" y="36873"/>
                                  <a:pt x="204583" y="36873"/>
                                  <a:pt x="205772" y="34494"/>
                                </a:cubicBezTo>
                                <a:cubicBezTo>
                                  <a:pt x="208151" y="34494"/>
                                  <a:pt x="209340" y="34494"/>
                                  <a:pt x="211719" y="35683"/>
                                </a:cubicBezTo>
                                <a:cubicBezTo>
                                  <a:pt x="212909" y="35683"/>
                                  <a:pt x="212909" y="36873"/>
                                  <a:pt x="212909" y="38062"/>
                                </a:cubicBezTo>
                                <a:cubicBezTo>
                                  <a:pt x="214098" y="39251"/>
                                  <a:pt x="215287" y="38062"/>
                                  <a:pt x="215287" y="39251"/>
                                </a:cubicBezTo>
                                <a:cubicBezTo>
                                  <a:pt x="217666" y="41630"/>
                                  <a:pt x="220045" y="45199"/>
                                  <a:pt x="223614" y="46388"/>
                                </a:cubicBezTo>
                                <a:cubicBezTo>
                                  <a:pt x="225993" y="46388"/>
                                  <a:pt x="225993" y="45199"/>
                                  <a:pt x="228371" y="47577"/>
                                </a:cubicBezTo>
                                <a:cubicBezTo>
                                  <a:pt x="229561" y="48767"/>
                                  <a:pt x="229561" y="51146"/>
                                  <a:pt x="231940" y="51146"/>
                                </a:cubicBezTo>
                                <a:cubicBezTo>
                                  <a:pt x="231940" y="51146"/>
                                  <a:pt x="235508" y="48767"/>
                                  <a:pt x="235508" y="48767"/>
                                </a:cubicBezTo>
                                <a:cubicBezTo>
                                  <a:pt x="235508" y="48767"/>
                                  <a:pt x="235508" y="48767"/>
                                  <a:pt x="235508" y="48767"/>
                                </a:cubicBezTo>
                                <a:cubicBezTo>
                                  <a:pt x="235508" y="48767"/>
                                  <a:pt x="235508" y="49956"/>
                                  <a:pt x="235508" y="49956"/>
                                </a:cubicBezTo>
                                <a:cubicBezTo>
                                  <a:pt x="235508" y="49956"/>
                                  <a:pt x="236698" y="51146"/>
                                  <a:pt x="236698" y="51146"/>
                                </a:cubicBezTo>
                                <a:cubicBezTo>
                                  <a:pt x="236698" y="52335"/>
                                  <a:pt x="236698" y="53525"/>
                                  <a:pt x="236698" y="53525"/>
                                </a:cubicBezTo>
                                <a:cubicBezTo>
                                  <a:pt x="237887" y="55903"/>
                                  <a:pt x="239076" y="54714"/>
                                  <a:pt x="241455" y="54714"/>
                                </a:cubicBezTo>
                                <a:cubicBezTo>
                                  <a:pt x="242645" y="55903"/>
                                  <a:pt x="243834" y="58282"/>
                                  <a:pt x="245023" y="57093"/>
                                </a:cubicBezTo>
                                <a:cubicBezTo>
                                  <a:pt x="245023" y="54714"/>
                                  <a:pt x="247402" y="54714"/>
                                  <a:pt x="248592" y="53525"/>
                                </a:cubicBezTo>
                                <a:cubicBezTo>
                                  <a:pt x="249781" y="55903"/>
                                  <a:pt x="252160" y="58282"/>
                                  <a:pt x="252160" y="61851"/>
                                </a:cubicBezTo>
                                <a:cubicBezTo>
                                  <a:pt x="255729" y="63040"/>
                                  <a:pt x="256918" y="65419"/>
                                  <a:pt x="261676" y="65419"/>
                                </a:cubicBezTo>
                                <a:cubicBezTo>
                                  <a:pt x="265244" y="65419"/>
                                  <a:pt x="268812" y="65419"/>
                                  <a:pt x="272381" y="65419"/>
                                </a:cubicBezTo>
                                <a:cubicBezTo>
                                  <a:pt x="274759" y="65419"/>
                                  <a:pt x="274759" y="64230"/>
                                  <a:pt x="277138" y="65419"/>
                                </a:cubicBezTo>
                                <a:cubicBezTo>
                                  <a:pt x="278328" y="65419"/>
                                  <a:pt x="279517" y="66608"/>
                                  <a:pt x="281896" y="67798"/>
                                </a:cubicBezTo>
                                <a:cubicBezTo>
                                  <a:pt x="290222" y="67798"/>
                                  <a:pt x="293790" y="65419"/>
                                  <a:pt x="294980" y="7017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>
                              <a:lumMod val="75000"/>
                            </a:schemeClr>
                          </a:solidFill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349" name="Freeform 348">
                            <a:extLst>
                              <a:ext uri="{FF2B5EF4-FFF2-40B4-BE49-F238E27FC236}">
                                <a16:creationId xmlns:a16="http://schemas.microsoft.com/office/drawing/2014/main" id="{AD80A1E6-B37E-20FD-5201-FDA92262954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7944" y="3254372"/>
                            <a:ext cx="82541" cy="158434"/>
                          </a:xfrm>
                          <a:custGeom>
                            <a:avLst/>
                            <a:gdLst>
                              <a:gd name="connsiteX0" fmla="*/ 82302 w 82541"/>
                              <a:gd name="connsiteY0" fmla="*/ 23789 h 158434"/>
                              <a:gd name="connsiteX1" fmla="*/ 68029 w 82541"/>
                              <a:gd name="connsiteY1" fmla="*/ 40441 h 158434"/>
                              <a:gd name="connsiteX2" fmla="*/ 64461 w 82541"/>
                              <a:gd name="connsiteY2" fmla="*/ 63040 h 158434"/>
                              <a:gd name="connsiteX3" fmla="*/ 64461 w 82541"/>
                              <a:gd name="connsiteY3" fmla="*/ 73745 h 158434"/>
                              <a:gd name="connsiteX4" fmla="*/ 50187 w 82541"/>
                              <a:gd name="connsiteY4" fmla="*/ 77313 h 158434"/>
                              <a:gd name="connsiteX5" fmla="*/ 60892 w 82541"/>
                              <a:gd name="connsiteY5" fmla="*/ 95155 h 158434"/>
                              <a:gd name="connsiteX6" fmla="*/ 57324 w 82541"/>
                              <a:gd name="connsiteY6" fmla="*/ 111807 h 158434"/>
                              <a:gd name="connsiteX7" fmla="*/ 63271 w 82541"/>
                              <a:gd name="connsiteY7" fmla="*/ 121322 h 158434"/>
                              <a:gd name="connsiteX8" fmla="*/ 53756 w 82541"/>
                              <a:gd name="connsiteY8" fmla="*/ 139164 h 158434"/>
                              <a:gd name="connsiteX9" fmla="*/ 54945 w 82541"/>
                              <a:gd name="connsiteY9" fmla="*/ 154627 h 158434"/>
                              <a:gd name="connsiteX10" fmla="*/ 38293 w 82541"/>
                              <a:gd name="connsiteY10" fmla="*/ 158195 h 158434"/>
                              <a:gd name="connsiteX11" fmla="*/ 27588 w 82541"/>
                              <a:gd name="connsiteY11" fmla="*/ 153437 h 158434"/>
                              <a:gd name="connsiteX12" fmla="*/ 16883 w 82541"/>
                              <a:gd name="connsiteY12" fmla="*/ 157005 h 158434"/>
                              <a:gd name="connsiteX13" fmla="*/ 19262 w 82541"/>
                              <a:gd name="connsiteY13" fmla="*/ 135596 h 158434"/>
                              <a:gd name="connsiteX14" fmla="*/ 20452 w 82541"/>
                              <a:gd name="connsiteY14" fmla="*/ 114186 h 158434"/>
                              <a:gd name="connsiteX15" fmla="*/ 9747 w 82541"/>
                              <a:gd name="connsiteY15" fmla="*/ 115375 h 158434"/>
                              <a:gd name="connsiteX16" fmla="*/ 16883 w 82541"/>
                              <a:gd name="connsiteY16" fmla="*/ 101102 h 158434"/>
                              <a:gd name="connsiteX17" fmla="*/ 1421 w 82541"/>
                              <a:gd name="connsiteY17" fmla="*/ 105860 h 158434"/>
                              <a:gd name="connsiteX18" fmla="*/ 9747 w 82541"/>
                              <a:gd name="connsiteY18" fmla="*/ 79692 h 158434"/>
                              <a:gd name="connsiteX19" fmla="*/ 15694 w 82541"/>
                              <a:gd name="connsiteY19" fmla="*/ 68987 h 158434"/>
                              <a:gd name="connsiteX20" fmla="*/ 18073 w 82541"/>
                              <a:gd name="connsiteY20" fmla="*/ 54714 h 158434"/>
                              <a:gd name="connsiteX21" fmla="*/ 24020 w 82541"/>
                              <a:gd name="connsiteY21" fmla="*/ 44009 h 158434"/>
                              <a:gd name="connsiteX22" fmla="*/ 24020 w 82541"/>
                              <a:gd name="connsiteY22" fmla="*/ 29736 h 158434"/>
                              <a:gd name="connsiteX23" fmla="*/ 24020 w 82541"/>
                              <a:gd name="connsiteY23" fmla="*/ 14273 h 158434"/>
                              <a:gd name="connsiteX24" fmla="*/ 20452 w 82541"/>
                              <a:gd name="connsiteY24" fmla="*/ 1190 h 158434"/>
                              <a:gd name="connsiteX25" fmla="*/ 21641 w 82541"/>
                              <a:gd name="connsiteY25" fmla="*/ 0 h 158434"/>
                              <a:gd name="connsiteX26" fmla="*/ 34725 w 82541"/>
                              <a:gd name="connsiteY26" fmla="*/ 1190 h 158434"/>
                              <a:gd name="connsiteX27" fmla="*/ 37104 w 82541"/>
                              <a:gd name="connsiteY27" fmla="*/ 10705 h 158434"/>
                              <a:gd name="connsiteX28" fmla="*/ 46619 w 82541"/>
                              <a:gd name="connsiteY28" fmla="*/ 8326 h 158434"/>
                              <a:gd name="connsiteX29" fmla="*/ 58514 w 82541"/>
                              <a:gd name="connsiteY29" fmla="*/ 8326 h 158434"/>
                              <a:gd name="connsiteX30" fmla="*/ 66839 w 82541"/>
                              <a:gd name="connsiteY30" fmla="*/ 4758 h 158434"/>
                              <a:gd name="connsiteX31" fmla="*/ 77544 w 82541"/>
                              <a:gd name="connsiteY31" fmla="*/ 5947 h 158434"/>
                              <a:gd name="connsiteX32" fmla="*/ 78734 w 82541"/>
                              <a:gd name="connsiteY32" fmla="*/ 15463 h 158434"/>
                              <a:gd name="connsiteX33" fmla="*/ 82302 w 82541"/>
                              <a:gd name="connsiteY33" fmla="*/ 23789 h 158434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</a:cxnLst>
                            <a:rect l="l" t="t" r="r" b="b"/>
                            <a:pathLst>
                              <a:path w="82541" h="158434">
                                <a:moveTo>
                                  <a:pt x="82302" y="23789"/>
                                </a:moveTo>
                                <a:cubicBezTo>
                                  <a:pt x="75166" y="24978"/>
                                  <a:pt x="69218" y="34494"/>
                                  <a:pt x="68029" y="40441"/>
                                </a:cubicBezTo>
                                <a:cubicBezTo>
                                  <a:pt x="66839" y="48767"/>
                                  <a:pt x="75166" y="59472"/>
                                  <a:pt x="64461" y="63040"/>
                                </a:cubicBezTo>
                                <a:cubicBezTo>
                                  <a:pt x="63271" y="68987"/>
                                  <a:pt x="69218" y="68987"/>
                                  <a:pt x="64461" y="73745"/>
                                </a:cubicBezTo>
                                <a:cubicBezTo>
                                  <a:pt x="60892" y="78503"/>
                                  <a:pt x="56135" y="77313"/>
                                  <a:pt x="50187" y="77313"/>
                                </a:cubicBezTo>
                                <a:cubicBezTo>
                                  <a:pt x="48998" y="82071"/>
                                  <a:pt x="57324" y="92776"/>
                                  <a:pt x="60892" y="95155"/>
                                </a:cubicBezTo>
                                <a:cubicBezTo>
                                  <a:pt x="60892" y="102291"/>
                                  <a:pt x="60892" y="105860"/>
                                  <a:pt x="57324" y="111807"/>
                                </a:cubicBezTo>
                                <a:cubicBezTo>
                                  <a:pt x="53756" y="117754"/>
                                  <a:pt x="53756" y="122512"/>
                                  <a:pt x="63271" y="121322"/>
                                </a:cubicBezTo>
                                <a:cubicBezTo>
                                  <a:pt x="62082" y="128459"/>
                                  <a:pt x="56135" y="133217"/>
                                  <a:pt x="53756" y="139164"/>
                                </a:cubicBezTo>
                                <a:cubicBezTo>
                                  <a:pt x="51377" y="143922"/>
                                  <a:pt x="53756" y="149869"/>
                                  <a:pt x="54945" y="154627"/>
                                </a:cubicBezTo>
                                <a:cubicBezTo>
                                  <a:pt x="48998" y="155816"/>
                                  <a:pt x="43051" y="159384"/>
                                  <a:pt x="38293" y="158195"/>
                                </a:cubicBezTo>
                                <a:cubicBezTo>
                                  <a:pt x="34725" y="157005"/>
                                  <a:pt x="31156" y="154627"/>
                                  <a:pt x="27588" y="153437"/>
                                </a:cubicBezTo>
                                <a:cubicBezTo>
                                  <a:pt x="22831" y="153437"/>
                                  <a:pt x="20452" y="159384"/>
                                  <a:pt x="16883" y="157005"/>
                                </a:cubicBezTo>
                                <a:cubicBezTo>
                                  <a:pt x="10936" y="153437"/>
                                  <a:pt x="18073" y="142732"/>
                                  <a:pt x="19262" y="135596"/>
                                </a:cubicBezTo>
                                <a:cubicBezTo>
                                  <a:pt x="20452" y="129648"/>
                                  <a:pt x="22831" y="117754"/>
                                  <a:pt x="20452" y="114186"/>
                                </a:cubicBezTo>
                                <a:cubicBezTo>
                                  <a:pt x="19262" y="110617"/>
                                  <a:pt x="13315" y="116565"/>
                                  <a:pt x="9747" y="115375"/>
                                </a:cubicBezTo>
                                <a:cubicBezTo>
                                  <a:pt x="4989" y="112996"/>
                                  <a:pt x="20452" y="104670"/>
                                  <a:pt x="16883" y="101102"/>
                                </a:cubicBezTo>
                                <a:cubicBezTo>
                                  <a:pt x="15694" y="99912"/>
                                  <a:pt x="3800" y="108239"/>
                                  <a:pt x="1421" y="105860"/>
                                </a:cubicBezTo>
                                <a:cubicBezTo>
                                  <a:pt x="-3337" y="98723"/>
                                  <a:pt x="4989" y="88018"/>
                                  <a:pt x="9747" y="79692"/>
                                </a:cubicBezTo>
                                <a:cubicBezTo>
                                  <a:pt x="10936" y="76124"/>
                                  <a:pt x="14504" y="72556"/>
                                  <a:pt x="15694" y="68987"/>
                                </a:cubicBezTo>
                                <a:cubicBezTo>
                                  <a:pt x="18073" y="64229"/>
                                  <a:pt x="16883" y="59472"/>
                                  <a:pt x="18073" y="54714"/>
                                </a:cubicBezTo>
                                <a:cubicBezTo>
                                  <a:pt x="19262" y="49956"/>
                                  <a:pt x="22831" y="48767"/>
                                  <a:pt x="24020" y="44009"/>
                                </a:cubicBezTo>
                                <a:cubicBezTo>
                                  <a:pt x="24020" y="40441"/>
                                  <a:pt x="24020" y="34494"/>
                                  <a:pt x="24020" y="29736"/>
                                </a:cubicBezTo>
                                <a:cubicBezTo>
                                  <a:pt x="24020" y="24978"/>
                                  <a:pt x="25209" y="19031"/>
                                  <a:pt x="24020" y="14273"/>
                                </a:cubicBezTo>
                                <a:cubicBezTo>
                                  <a:pt x="22831" y="9516"/>
                                  <a:pt x="20452" y="5947"/>
                                  <a:pt x="20452" y="1190"/>
                                </a:cubicBezTo>
                                <a:cubicBezTo>
                                  <a:pt x="20452" y="1190"/>
                                  <a:pt x="21641" y="0"/>
                                  <a:pt x="21641" y="0"/>
                                </a:cubicBezTo>
                                <a:cubicBezTo>
                                  <a:pt x="25209" y="1190"/>
                                  <a:pt x="31156" y="1190"/>
                                  <a:pt x="34725" y="1190"/>
                                </a:cubicBezTo>
                                <a:cubicBezTo>
                                  <a:pt x="33535" y="4758"/>
                                  <a:pt x="35914" y="7137"/>
                                  <a:pt x="37104" y="10705"/>
                                </a:cubicBezTo>
                                <a:cubicBezTo>
                                  <a:pt x="41861" y="13084"/>
                                  <a:pt x="43051" y="9516"/>
                                  <a:pt x="46619" y="8326"/>
                                </a:cubicBezTo>
                                <a:cubicBezTo>
                                  <a:pt x="50187" y="7137"/>
                                  <a:pt x="54945" y="9516"/>
                                  <a:pt x="58514" y="8326"/>
                                </a:cubicBezTo>
                                <a:cubicBezTo>
                                  <a:pt x="62082" y="7137"/>
                                  <a:pt x="63271" y="4758"/>
                                  <a:pt x="66839" y="4758"/>
                                </a:cubicBezTo>
                                <a:cubicBezTo>
                                  <a:pt x="70408" y="3568"/>
                                  <a:pt x="75166" y="4758"/>
                                  <a:pt x="77544" y="5947"/>
                                </a:cubicBezTo>
                                <a:cubicBezTo>
                                  <a:pt x="78734" y="9516"/>
                                  <a:pt x="77544" y="11894"/>
                                  <a:pt x="78734" y="15463"/>
                                </a:cubicBezTo>
                                <a:cubicBezTo>
                                  <a:pt x="79923" y="17842"/>
                                  <a:pt x="83492" y="19031"/>
                                  <a:pt x="82302" y="23789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350" name="Graphic 27">
                            <a:extLst>
                              <a:ext uri="{FF2B5EF4-FFF2-40B4-BE49-F238E27FC236}">
                                <a16:creationId xmlns:a16="http://schemas.microsoft.com/office/drawing/2014/main" id="{EF779D26-8951-106D-BEB7-7F0FF5D6C42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69601" y="3204281"/>
                            <a:ext cx="317506" cy="238021"/>
                            <a:chOff x="5469601" y="3204281"/>
                            <a:chExt cx="317506" cy="238021"/>
                          </a:xfrm>
                          <a:grpFill/>
                        </p:grpSpPr>
                        <p:sp>
                          <p:nvSpPr>
                            <p:cNvPr id="351" name="Freeform 350">
                              <a:extLst>
                                <a:ext uri="{FF2B5EF4-FFF2-40B4-BE49-F238E27FC236}">
                                  <a16:creationId xmlns:a16="http://schemas.microsoft.com/office/drawing/2014/main" id="{5BF709FB-6F8A-F1C9-6AB1-E2A947BF639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69601" y="3204281"/>
                              <a:ext cx="293069" cy="238021"/>
                            </a:xfrm>
                            <a:custGeom>
                              <a:avLst/>
                              <a:gdLst>
                                <a:gd name="connsiteX0" fmla="*/ 285933 w 293069"/>
                                <a:gd name="connsiteY0" fmla="*/ 67932 h 238021"/>
                                <a:gd name="connsiteX1" fmla="*/ 290691 w 293069"/>
                                <a:gd name="connsiteY1" fmla="*/ 57227 h 238021"/>
                                <a:gd name="connsiteX2" fmla="*/ 293069 w 293069"/>
                                <a:gd name="connsiteY2" fmla="*/ 47712 h 238021"/>
                                <a:gd name="connsiteX3" fmla="*/ 291880 w 293069"/>
                                <a:gd name="connsiteY3" fmla="*/ 41765 h 238021"/>
                                <a:gd name="connsiteX4" fmla="*/ 276417 w 293069"/>
                                <a:gd name="connsiteY4" fmla="*/ 37007 h 238021"/>
                                <a:gd name="connsiteX5" fmla="*/ 260955 w 293069"/>
                                <a:gd name="connsiteY5" fmla="*/ 33439 h 238021"/>
                                <a:gd name="connsiteX6" fmla="*/ 250250 w 293069"/>
                                <a:gd name="connsiteY6" fmla="*/ 32249 h 238021"/>
                                <a:gd name="connsiteX7" fmla="*/ 238355 w 293069"/>
                                <a:gd name="connsiteY7" fmla="*/ 33439 h 238021"/>
                                <a:gd name="connsiteX8" fmla="*/ 218135 w 293069"/>
                                <a:gd name="connsiteY8" fmla="*/ 31059 h 238021"/>
                                <a:gd name="connsiteX9" fmla="*/ 213377 w 293069"/>
                                <a:gd name="connsiteY9" fmla="*/ 32249 h 238021"/>
                                <a:gd name="connsiteX10" fmla="*/ 209809 w 293069"/>
                                <a:gd name="connsiteY10" fmla="*/ 29870 h 238021"/>
                                <a:gd name="connsiteX11" fmla="*/ 201483 w 293069"/>
                                <a:gd name="connsiteY11" fmla="*/ 25112 h 238021"/>
                                <a:gd name="connsiteX12" fmla="*/ 190778 w 293069"/>
                                <a:gd name="connsiteY12" fmla="*/ 23923 h 238021"/>
                                <a:gd name="connsiteX13" fmla="*/ 189589 w 293069"/>
                                <a:gd name="connsiteY13" fmla="*/ 14407 h 238021"/>
                                <a:gd name="connsiteX14" fmla="*/ 178884 w 293069"/>
                                <a:gd name="connsiteY14" fmla="*/ 10839 h 238021"/>
                                <a:gd name="connsiteX15" fmla="*/ 175315 w 293069"/>
                                <a:gd name="connsiteY15" fmla="*/ 12029 h 238021"/>
                                <a:gd name="connsiteX16" fmla="*/ 164611 w 293069"/>
                                <a:gd name="connsiteY16" fmla="*/ 10839 h 238021"/>
                                <a:gd name="connsiteX17" fmla="*/ 139632 w 293069"/>
                                <a:gd name="connsiteY17" fmla="*/ 10839 h 238021"/>
                                <a:gd name="connsiteX18" fmla="*/ 112275 w 293069"/>
                                <a:gd name="connsiteY18" fmla="*/ 10839 h 238021"/>
                                <a:gd name="connsiteX19" fmla="*/ 95623 w 293069"/>
                                <a:gd name="connsiteY19" fmla="*/ 6081 h 238021"/>
                                <a:gd name="connsiteX20" fmla="*/ 80161 w 293069"/>
                                <a:gd name="connsiteY20" fmla="*/ 134 h 238021"/>
                                <a:gd name="connsiteX21" fmla="*/ 63509 w 293069"/>
                                <a:gd name="connsiteY21" fmla="*/ 4892 h 238021"/>
                                <a:gd name="connsiteX22" fmla="*/ 49235 w 293069"/>
                                <a:gd name="connsiteY22" fmla="*/ 7271 h 238021"/>
                                <a:gd name="connsiteX23" fmla="*/ 34962 w 293069"/>
                                <a:gd name="connsiteY23" fmla="*/ 2513 h 238021"/>
                                <a:gd name="connsiteX24" fmla="*/ 23068 w 293069"/>
                                <a:gd name="connsiteY24" fmla="*/ 7271 h 238021"/>
                                <a:gd name="connsiteX25" fmla="*/ 17121 w 293069"/>
                                <a:gd name="connsiteY25" fmla="*/ 13218 h 238021"/>
                                <a:gd name="connsiteX26" fmla="*/ 2847 w 293069"/>
                                <a:gd name="connsiteY26" fmla="*/ 14407 h 238021"/>
                                <a:gd name="connsiteX27" fmla="*/ 1658 w 293069"/>
                                <a:gd name="connsiteY27" fmla="*/ 26302 h 238021"/>
                                <a:gd name="connsiteX28" fmla="*/ 5226 w 293069"/>
                                <a:gd name="connsiteY28" fmla="*/ 31059 h 238021"/>
                                <a:gd name="connsiteX29" fmla="*/ 7605 w 293069"/>
                                <a:gd name="connsiteY29" fmla="*/ 37007 h 238021"/>
                                <a:gd name="connsiteX30" fmla="*/ 9984 w 293069"/>
                                <a:gd name="connsiteY30" fmla="*/ 34628 h 238021"/>
                                <a:gd name="connsiteX31" fmla="*/ 12363 w 293069"/>
                                <a:gd name="connsiteY31" fmla="*/ 47712 h 238021"/>
                                <a:gd name="connsiteX32" fmla="*/ 9984 w 293069"/>
                                <a:gd name="connsiteY32" fmla="*/ 50091 h 238021"/>
                                <a:gd name="connsiteX33" fmla="*/ 23068 w 293069"/>
                                <a:gd name="connsiteY33" fmla="*/ 51280 h 238021"/>
                                <a:gd name="connsiteX34" fmla="*/ 25446 w 293069"/>
                                <a:gd name="connsiteY34" fmla="*/ 60795 h 238021"/>
                                <a:gd name="connsiteX35" fmla="*/ 34962 w 293069"/>
                                <a:gd name="connsiteY35" fmla="*/ 58417 h 238021"/>
                                <a:gd name="connsiteX36" fmla="*/ 46857 w 293069"/>
                                <a:gd name="connsiteY36" fmla="*/ 58417 h 238021"/>
                                <a:gd name="connsiteX37" fmla="*/ 55182 w 293069"/>
                                <a:gd name="connsiteY37" fmla="*/ 54848 h 238021"/>
                                <a:gd name="connsiteX38" fmla="*/ 65887 w 293069"/>
                                <a:gd name="connsiteY38" fmla="*/ 56038 h 238021"/>
                                <a:gd name="connsiteX39" fmla="*/ 67077 w 293069"/>
                                <a:gd name="connsiteY39" fmla="*/ 65553 h 238021"/>
                                <a:gd name="connsiteX40" fmla="*/ 70645 w 293069"/>
                                <a:gd name="connsiteY40" fmla="*/ 75069 h 238021"/>
                                <a:gd name="connsiteX41" fmla="*/ 56372 w 293069"/>
                                <a:gd name="connsiteY41" fmla="*/ 91721 h 238021"/>
                                <a:gd name="connsiteX42" fmla="*/ 52804 w 293069"/>
                                <a:gd name="connsiteY42" fmla="*/ 114320 h 238021"/>
                                <a:gd name="connsiteX43" fmla="*/ 52804 w 293069"/>
                                <a:gd name="connsiteY43" fmla="*/ 125025 h 238021"/>
                                <a:gd name="connsiteX44" fmla="*/ 38530 w 293069"/>
                                <a:gd name="connsiteY44" fmla="*/ 128593 h 238021"/>
                                <a:gd name="connsiteX45" fmla="*/ 49235 w 293069"/>
                                <a:gd name="connsiteY45" fmla="*/ 146435 h 238021"/>
                                <a:gd name="connsiteX46" fmla="*/ 45667 w 293069"/>
                                <a:gd name="connsiteY46" fmla="*/ 163087 h 238021"/>
                                <a:gd name="connsiteX47" fmla="*/ 51614 w 293069"/>
                                <a:gd name="connsiteY47" fmla="*/ 172602 h 238021"/>
                                <a:gd name="connsiteX48" fmla="*/ 42098 w 293069"/>
                                <a:gd name="connsiteY48" fmla="*/ 190444 h 238021"/>
                                <a:gd name="connsiteX49" fmla="*/ 43288 w 293069"/>
                                <a:gd name="connsiteY49" fmla="*/ 205907 h 238021"/>
                                <a:gd name="connsiteX50" fmla="*/ 49235 w 293069"/>
                                <a:gd name="connsiteY50" fmla="*/ 205907 h 238021"/>
                                <a:gd name="connsiteX51" fmla="*/ 59940 w 293069"/>
                                <a:gd name="connsiteY51" fmla="*/ 211854 h 238021"/>
                                <a:gd name="connsiteX52" fmla="*/ 64698 w 293069"/>
                                <a:gd name="connsiteY52" fmla="*/ 222559 h 238021"/>
                                <a:gd name="connsiteX53" fmla="*/ 70645 w 293069"/>
                                <a:gd name="connsiteY53" fmla="*/ 230885 h 238021"/>
                                <a:gd name="connsiteX54" fmla="*/ 77782 w 293069"/>
                                <a:gd name="connsiteY54" fmla="*/ 238021 h 238021"/>
                                <a:gd name="connsiteX55" fmla="*/ 88487 w 293069"/>
                                <a:gd name="connsiteY55" fmla="*/ 235642 h 238021"/>
                                <a:gd name="connsiteX56" fmla="*/ 95623 w 293069"/>
                                <a:gd name="connsiteY56" fmla="*/ 228506 h 238021"/>
                                <a:gd name="connsiteX57" fmla="*/ 107517 w 293069"/>
                                <a:gd name="connsiteY57" fmla="*/ 226127 h 238021"/>
                                <a:gd name="connsiteX58" fmla="*/ 113465 w 293069"/>
                                <a:gd name="connsiteY58" fmla="*/ 217801 h 238021"/>
                                <a:gd name="connsiteX59" fmla="*/ 128927 w 293069"/>
                                <a:gd name="connsiteY59" fmla="*/ 215422 h 238021"/>
                                <a:gd name="connsiteX60" fmla="*/ 144390 w 293069"/>
                                <a:gd name="connsiteY60" fmla="*/ 217801 h 238021"/>
                                <a:gd name="connsiteX61" fmla="*/ 152716 w 293069"/>
                                <a:gd name="connsiteY61" fmla="*/ 217801 h 238021"/>
                                <a:gd name="connsiteX62" fmla="*/ 159853 w 293069"/>
                                <a:gd name="connsiteY62" fmla="*/ 215422 h 238021"/>
                                <a:gd name="connsiteX63" fmla="*/ 166989 w 293069"/>
                                <a:gd name="connsiteY63" fmla="*/ 214233 h 238021"/>
                                <a:gd name="connsiteX64" fmla="*/ 172936 w 293069"/>
                                <a:gd name="connsiteY64" fmla="*/ 217801 h 238021"/>
                                <a:gd name="connsiteX65" fmla="*/ 180073 w 293069"/>
                                <a:gd name="connsiteY65" fmla="*/ 203528 h 238021"/>
                                <a:gd name="connsiteX66" fmla="*/ 203862 w 293069"/>
                                <a:gd name="connsiteY66" fmla="*/ 194012 h 238021"/>
                                <a:gd name="connsiteX67" fmla="*/ 203862 w 293069"/>
                                <a:gd name="connsiteY67" fmla="*/ 190444 h 238021"/>
                                <a:gd name="connsiteX68" fmla="*/ 208619 w 293069"/>
                                <a:gd name="connsiteY68" fmla="*/ 177360 h 238021"/>
                                <a:gd name="connsiteX69" fmla="*/ 212188 w 293069"/>
                                <a:gd name="connsiteY69" fmla="*/ 171413 h 238021"/>
                                <a:gd name="connsiteX70" fmla="*/ 213377 w 293069"/>
                                <a:gd name="connsiteY70" fmla="*/ 164276 h 238021"/>
                                <a:gd name="connsiteX71" fmla="*/ 225272 w 293069"/>
                                <a:gd name="connsiteY71" fmla="*/ 157140 h 238021"/>
                                <a:gd name="connsiteX72" fmla="*/ 220514 w 293069"/>
                                <a:gd name="connsiteY72" fmla="*/ 146435 h 238021"/>
                                <a:gd name="connsiteX73" fmla="*/ 213377 w 293069"/>
                                <a:gd name="connsiteY73" fmla="*/ 134540 h 238021"/>
                                <a:gd name="connsiteX74" fmla="*/ 218135 w 293069"/>
                                <a:gd name="connsiteY74" fmla="*/ 120267 h 238021"/>
                                <a:gd name="connsiteX75" fmla="*/ 227650 w 293069"/>
                                <a:gd name="connsiteY75" fmla="*/ 109562 h 238021"/>
                                <a:gd name="connsiteX76" fmla="*/ 233598 w 293069"/>
                                <a:gd name="connsiteY76" fmla="*/ 98857 h 238021"/>
                                <a:gd name="connsiteX77" fmla="*/ 243113 w 293069"/>
                                <a:gd name="connsiteY77" fmla="*/ 94100 h 238021"/>
                                <a:gd name="connsiteX78" fmla="*/ 246681 w 293069"/>
                                <a:gd name="connsiteY78" fmla="*/ 84584 h 238021"/>
                                <a:gd name="connsiteX79" fmla="*/ 269281 w 293069"/>
                                <a:gd name="connsiteY79" fmla="*/ 79826 h 238021"/>
                                <a:gd name="connsiteX80" fmla="*/ 276417 w 293069"/>
                                <a:gd name="connsiteY80" fmla="*/ 72690 h 238021"/>
                                <a:gd name="connsiteX81" fmla="*/ 285933 w 293069"/>
                                <a:gd name="connsiteY81" fmla="*/ 67932 h 23802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  <a:cxn ang="0">
                                  <a:pos x="connsiteX56" y="connsiteY56"/>
                                </a:cxn>
                                <a:cxn ang="0">
                                  <a:pos x="connsiteX57" y="connsiteY57"/>
                                </a:cxn>
                                <a:cxn ang="0">
                                  <a:pos x="connsiteX58" y="connsiteY58"/>
                                </a:cxn>
                                <a:cxn ang="0">
                                  <a:pos x="connsiteX59" y="connsiteY59"/>
                                </a:cxn>
                                <a:cxn ang="0">
                                  <a:pos x="connsiteX60" y="connsiteY60"/>
                                </a:cxn>
                                <a:cxn ang="0">
                                  <a:pos x="connsiteX61" y="connsiteY61"/>
                                </a:cxn>
                                <a:cxn ang="0">
                                  <a:pos x="connsiteX62" y="connsiteY62"/>
                                </a:cxn>
                                <a:cxn ang="0">
                                  <a:pos x="connsiteX63" y="connsiteY63"/>
                                </a:cxn>
                                <a:cxn ang="0">
                                  <a:pos x="connsiteX64" y="connsiteY64"/>
                                </a:cxn>
                                <a:cxn ang="0">
                                  <a:pos x="connsiteX65" y="connsiteY65"/>
                                </a:cxn>
                                <a:cxn ang="0">
                                  <a:pos x="connsiteX66" y="connsiteY66"/>
                                </a:cxn>
                                <a:cxn ang="0">
                                  <a:pos x="connsiteX67" y="connsiteY67"/>
                                </a:cxn>
                                <a:cxn ang="0">
                                  <a:pos x="connsiteX68" y="connsiteY68"/>
                                </a:cxn>
                                <a:cxn ang="0">
                                  <a:pos x="connsiteX69" y="connsiteY69"/>
                                </a:cxn>
                                <a:cxn ang="0">
                                  <a:pos x="connsiteX70" y="connsiteY70"/>
                                </a:cxn>
                                <a:cxn ang="0">
                                  <a:pos x="connsiteX71" y="connsiteY71"/>
                                </a:cxn>
                                <a:cxn ang="0">
                                  <a:pos x="connsiteX72" y="connsiteY72"/>
                                </a:cxn>
                                <a:cxn ang="0">
                                  <a:pos x="connsiteX73" y="connsiteY73"/>
                                </a:cxn>
                                <a:cxn ang="0">
                                  <a:pos x="connsiteX74" y="connsiteY74"/>
                                </a:cxn>
                                <a:cxn ang="0">
                                  <a:pos x="connsiteX75" y="connsiteY75"/>
                                </a:cxn>
                                <a:cxn ang="0">
                                  <a:pos x="connsiteX76" y="connsiteY76"/>
                                </a:cxn>
                                <a:cxn ang="0">
                                  <a:pos x="connsiteX77" y="connsiteY77"/>
                                </a:cxn>
                                <a:cxn ang="0">
                                  <a:pos x="connsiteX78" y="connsiteY78"/>
                                </a:cxn>
                                <a:cxn ang="0">
                                  <a:pos x="connsiteX79" y="connsiteY79"/>
                                </a:cxn>
                                <a:cxn ang="0">
                                  <a:pos x="connsiteX80" y="connsiteY80"/>
                                </a:cxn>
                                <a:cxn ang="0">
                                  <a:pos x="connsiteX81" y="connsiteY81"/>
                                </a:cxn>
                              </a:cxnLst>
                              <a:rect l="l" t="t" r="r" b="b"/>
                              <a:pathLst>
                                <a:path w="293069" h="238021">
                                  <a:moveTo>
                                    <a:pt x="285933" y="67932"/>
                                  </a:moveTo>
                                  <a:cubicBezTo>
                                    <a:pt x="288312" y="65553"/>
                                    <a:pt x="290691" y="60795"/>
                                    <a:pt x="290691" y="57227"/>
                                  </a:cubicBezTo>
                                  <a:cubicBezTo>
                                    <a:pt x="290691" y="53659"/>
                                    <a:pt x="287122" y="50091"/>
                                    <a:pt x="293069" y="47712"/>
                                  </a:cubicBezTo>
                                  <a:cubicBezTo>
                                    <a:pt x="293069" y="45333"/>
                                    <a:pt x="293069" y="44143"/>
                                    <a:pt x="291880" y="41765"/>
                                  </a:cubicBezTo>
                                  <a:cubicBezTo>
                                    <a:pt x="285933" y="40575"/>
                                    <a:pt x="283554" y="37007"/>
                                    <a:pt x="276417" y="37007"/>
                                  </a:cubicBezTo>
                                  <a:cubicBezTo>
                                    <a:pt x="270470" y="37007"/>
                                    <a:pt x="264523" y="38196"/>
                                    <a:pt x="260955" y="33439"/>
                                  </a:cubicBezTo>
                                  <a:cubicBezTo>
                                    <a:pt x="257386" y="34628"/>
                                    <a:pt x="253818" y="33439"/>
                                    <a:pt x="250250" y="32249"/>
                                  </a:cubicBezTo>
                                  <a:cubicBezTo>
                                    <a:pt x="245492" y="32249"/>
                                    <a:pt x="241924" y="32249"/>
                                    <a:pt x="238355" y="33439"/>
                                  </a:cubicBezTo>
                                  <a:cubicBezTo>
                                    <a:pt x="232408" y="34628"/>
                                    <a:pt x="222893" y="38196"/>
                                    <a:pt x="218135" y="31059"/>
                                  </a:cubicBezTo>
                                  <a:cubicBezTo>
                                    <a:pt x="216946" y="31059"/>
                                    <a:pt x="213377" y="32249"/>
                                    <a:pt x="213377" y="32249"/>
                                  </a:cubicBezTo>
                                  <a:cubicBezTo>
                                    <a:pt x="212188" y="32249"/>
                                    <a:pt x="210998" y="29870"/>
                                    <a:pt x="209809" y="29870"/>
                                  </a:cubicBezTo>
                                  <a:cubicBezTo>
                                    <a:pt x="207430" y="28681"/>
                                    <a:pt x="205051" y="26302"/>
                                    <a:pt x="201483" y="25112"/>
                                  </a:cubicBezTo>
                                  <a:cubicBezTo>
                                    <a:pt x="199104" y="23923"/>
                                    <a:pt x="191967" y="25112"/>
                                    <a:pt x="190778" y="23923"/>
                                  </a:cubicBezTo>
                                  <a:cubicBezTo>
                                    <a:pt x="188399" y="21544"/>
                                    <a:pt x="189589" y="17976"/>
                                    <a:pt x="189589" y="14407"/>
                                  </a:cubicBezTo>
                                  <a:cubicBezTo>
                                    <a:pt x="187210" y="13218"/>
                                    <a:pt x="180073" y="13218"/>
                                    <a:pt x="178884" y="10839"/>
                                  </a:cubicBezTo>
                                  <a:cubicBezTo>
                                    <a:pt x="177694" y="10839"/>
                                    <a:pt x="176505" y="12029"/>
                                    <a:pt x="175315" y="12029"/>
                                  </a:cubicBezTo>
                                  <a:cubicBezTo>
                                    <a:pt x="169368" y="14407"/>
                                    <a:pt x="170558" y="13218"/>
                                    <a:pt x="164611" y="10839"/>
                                  </a:cubicBezTo>
                                  <a:cubicBezTo>
                                    <a:pt x="156284" y="7271"/>
                                    <a:pt x="146769" y="16786"/>
                                    <a:pt x="139632" y="10839"/>
                                  </a:cubicBezTo>
                                  <a:cubicBezTo>
                                    <a:pt x="128927" y="1324"/>
                                    <a:pt x="120601" y="12029"/>
                                    <a:pt x="112275" y="10839"/>
                                  </a:cubicBezTo>
                                  <a:cubicBezTo>
                                    <a:pt x="106328" y="9650"/>
                                    <a:pt x="101570" y="7271"/>
                                    <a:pt x="95623" y="6081"/>
                                  </a:cubicBezTo>
                                  <a:cubicBezTo>
                                    <a:pt x="89676" y="4892"/>
                                    <a:pt x="87297" y="1324"/>
                                    <a:pt x="80161" y="134"/>
                                  </a:cubicBezTo>
                                  <a:cubicBezTo>
                                    <a:pt x="74213" y="-1055"/>
                                    <a:pt x="69456" y="6081"/>
                                    <a:pt x="63509" y="4892"/>
                                  </a:cubicBezTo>
                                  <a:cubicBezTo>
                                    <a:pt x="56372" y="3703"/>
                                    <a:pt x="57561" y="7271"/>
                                    <a:pt x="49235" y="7271"/>
                                  </a:cubicBezTo>
                                  <a:cubicBezTo>
                                    <a:pt x="44477" y="7271"/>
                                    <a:pt x="45667" y="-3434"/>
                                    <a:pt x="34962" y="2513"/>
                                  </a:cubicBezTo>
                                  <a:cubicBezTo>
                                    <a:pt x="31394" y="4892"/>
                                    <a:pt x="23068" y="3703"/>
                                    <a:pt x="23068" y="7271"/>
                                  </a:cubicBezTo>
                                  <a:cubicBezTo>
                                    <a:pt x="24257" y="15597"/>
                                    <a:pt x="21878" y="14407"/>
                                    <a:pt x="17121" y="13218"/>
                                  </a:cubicBezTo>
                                  <a:cubicBezTo>
                                    <a:pt x="12363" y="13218"/>
                                    <a:pt x="7605" y="10839"/>
                                    <a:pt x="2847" y="14407"/>
                                  </a:cubicBezTo>
                                  <a:cubicBezTo>
                                    <a:pt x="-721" y="17976"/>
                                    <a:pt x="-721" y="21544"/>
                                    <a:pt x="1658" y="26302"/>
                                  </a:cubicBezTo>
                                  <a:cubicBezTo>
                                    <a:pt x="2847" y="27491"/>
                                    <a:pt x="5226" y="29870"/>
                                    <a:pt x="5226" y="31059"/>
                                  </a:cubicBezTo>
                                  <a:cubicBezTo>
                                    <a:pt x="6415" y="33439"/>
                                    <a:pt x="5226" y="37007"/>
                                    <a:pt x="7605" y="37007"/>
                                  </a:cubicBezTo>
                                  <a:cubicBezTo>
                                    <a:pt x="8794" y="37007"/>
                                    <a:pt x="8794" y="34628"/>
                                    <a:pt x="9984" y="34628"/>
                                  </a:cubicBezTo>
                                  <a:cubicBezTo>
                                    <a:pt x="13552" y="34628"/>
                                    <a:pt x="12363" y="44143"/>
                                    <a:pt x="12363" y="47712"/>
                                  </a:cubicBezTo>
                                  <a:cubicBezTo>
                                    <a:pt x="11173" y="47712"/>
                                    <a:pt x="11173" y="48901"/>
                                    <a:pt x="9984" y="50091"/>
                                  </a:cubicBezTo>
                                  <a:cubicBezTo>
                                    <a:pt x="13552" y="51280"/>
                                    <a:pt x="19499" y="51280"/>
                                    <a:pt x="23068" y="51280"/>
                                  </a:cubicBezTo>
                                  <a:cubicBezTo>
                                    <a:pt x="21878" y="54848"/>
                                    <a:pt x="24257" y="57227"/>
                                    <a:pt x="25446" y="60795"/>
                                  </a:cubicBezTo>
                                  <a:cubicBezTo>
                                    <a:pt x="30204" y="63174"/>
                                    <a:pt x="31394" y="59606"/>
                                    <a:pt x="34962" y="58417"/>
                                  </a:cubicBezTo>
                                  <a:cubicBezTo>
                                    <a:pt x="38530" y="57227"/>
                                    <a:pt x="43288" y="59606"/>
                                    <a:pt x="46857" y="58417"/>
                                  </a:cubicBezTo>
                                  <a:cubicBezTo>
                                    <a:pt x="50425" y="57227"/>
                                    <a:pt x="51614" y="54848"/>
                                    <a:pt x="55182" y="54848"/>
                                  </a:cubicBezTo>
                                  <a:cubicBezTo>
                                    <a:pt x="58751" y="53659"/>
                                    <a:pt x="63509" y="54848"/>
                                    <a:pt x="65887" y="56038"/>
                                  </a:cubicBezTo>
                                  <a:cubicBezTo>
                                    <a:pt x="67077" y="59606"/>
                                    <a:pt x="65887" y="61985"/>
                                    <a:pt x="67077" y="65553"/>
                                  </a:cubicBezTo>
                                  <a:cubicBezTo>
                                    <a:pt x="68266" y="69122"/>
                                    <a:pt x="71834" y="70311"/>
                                    <a:pt x="70645" y="75069"/>
                                  </a:cubicBezTo>
                                  <a:cubicBezTo>
                                    <a:pt x="63509" y="76258"/>
                                    <a:pt x="57561" y="85774"/>
                                    <a:pt x="56372" y="91721"/>
                                  </a:cubicBezTo>
                                  <a:cubicBezTo>
                                    <a:pt x="55182" y="100047"/>
                                    <a:pt x="63509" y="110752"/>
                                    <a:pt x="52804" y="114320"/>
                                  </a:cubicBezTo>
                                  <a:cubicBezTo>
                                    <a:pt x="51614" y="120267"/>
                                    <a:pt x="57561" y="120267"/>
                                    <a:pt x="52804" y="125025"/>
                                  </a:cubicBezTo>
                                  <a:cubicBezTo>
                                    <a:pt x="49235" y="129783"/>
                                    <a:pt x="44477" y="128593"/>
                                    <a:pt x="38530" y="128593"/>
                                  </a:cubicBezTo>
                                  <a:cubicBezTo>
                                    <a:pt x="37341" y="133351"/>
                                    <a:pt x="45667" y="144056"/>
                                    <a:pt x="49235" y="146435"/>
                                  </a:cubicBezTo>
                                  <a:cubicBezTo>
                                    <a:pt x="49235" y="153571"/>
                                    <a:pt x="49235" y="157140"/>
                                    <a:pt x="45667" y="163087"/>
                                  </a:cubicBezTo>
                                  <a:cubicBezTo>
                                    <a:pt x="42098" y="169034"/>
                                    <a:pt x="42098" y="173792"/>
                                    <a:pt x="51614" y="172602"/>
                                  </a:cubicBezTo>
                                  <a:cubicBezTo>
                                    <a:pt x="50425" y="179739"/>
                                    <a:pt x="44477" y="184497"/>
                                    <a:pt x="42098" y="190444"/>
                                  </a:cubicBezTo>
                                  <a:cubicBezTo>
                                    <a:pt x="39720" y="195202"/>
                                    <a:pt x="42098" y="201149"/>
                                    <a:pt x="43288" y="205907"/>
                                  </a:cubicBezTo>
                                  <a:cubicBezTo>
                                    <a:pt x="45667" y="205907"/>
                                    <a:pt x="46857" y="205907"/>
                                    <a:pt x="49235" y="205907"/>
                                  </a:cubicBezTo>
                                  <a:cubicBezTo>
                                    <a:pt x="51614" y="205907"/>
                                    <a:pt x="58751" y="210664"/>
                                    <a:pt x="59940" y="211854"/>
                                  </a:cubicBezTo>
                                  <a:cubicBezTo>
                                    <a:pt x="61130" y="214233"/>
                                    <a:pt x="63509" y="218990"/>
                                    <a:pt x="64698" y="222559"/>
                                  </a:cubicBezTo>
                                  <a:cubicBezTo>
                                    <a:pt x="65887" y="224937"/>
                                    <a:pt x="68266" y="228506"/>
                                    <a:pt x="70645" y="230885"/>
                                  </a:cubicBezTo>
                                  <a:cubicBezTo>
                                    <a:pt x="74213" y="234453"/>
                                    <a:pt x="76592" y="232074"/>
                                    <a:pt x="77782" y="238021"/>
                                  </a:cubicBezTo>
                                  <a:cubicBezTo>
                                    <a:pt x="81350" y="238021"/>
                                    <a:pt x="86108" y="238021"/>
                                    <a:pt x="88487" y="235642"/>
                                  </a:cubicBezTo>
                                  <a:cubicBezTo>
                                    <a:pt x="92055" y="234453"/>
                                    <a:pt x="92055" y="230885"/>
                                    <a:pt x="95623" y="228506"/>
                                  </a:cubicBezTo>
                                  <a:cubicBezTo>
                                    <a:pt x="99192" y="226127"/>
                                    <a:pt x="103949" y="228506"/>
                                    <a:pt x="107517" y="226127"/>
                                  </a:cubicBezTo>
                                  <a:cubicBezTo>
                                    <a:pt x="109896" y="224937"/>
                                    <a:pt x="113465" y="220180"/>
                                    <a:pt x="113465" y="217801"/>
                                  </a:cubicBezTo>
                                  <a:cubicBezTo>
                                    <a:pt x="119412" y="218990"/>
                                    <a:pt x="122980" y="214233"/>
                                    <a:pt x="128927" y="215422"/>
                                  </a:cubicBezTo>
                                  <a:cubicBezTo>
                                    <a:pt x="134875" y="216611"/>
                                    <a:pt x="137253" y="218990"/>
                                    <a:pt x="144390" y="217801"/>
                                  </a:cubicBezTo>
                                  <a:cubicBezTo>
                                    <a:pt x="146769" y="217801"/>
                                    <a:pt x="150337" y="217801"/>
                                    <a:pt x="152716" y="217801"/>
                                  </a:cubicBezTo>
                                  <a:cubicBezTo>
                                    <a:pt x="158663" y="217801"/>
                                    <a:pt x="156284" y="216611"/>
                                    <a:pt x="159853" y="215422"/>
                                  </a:cubicBezTo>
                                  <a:cubicBezTo>
                                    <a:pt x="162231" y="214233"/>
                                    <a:pt x="162231" y="211854"/>
                                    <a:pt x="166989" y="214233"/>
                                  </a:cubicBezTo>
                                  <a:cubicBezTo>
                                    <a:pt x="169368" y="215422"/>
                                    <a:pt x="168179" y="218990"/>
                                    <a:pt x="172936" y="217801"/>
                                  </a:cubicBezTo>
                                  <a:cubicBezTo>
                                    <a:pt x="175315" y="213043"/>
                                    <a:pt x="178884" y="209475"/>
                                    <a:pt x="180073" y="203528"/>
                                  </a:cubicBezTo>
                                  <a:cubicBezTo>
                                    <a:pt x="189589" y="202338"/>
                                    <a:pt x="193157" y="195202"/>
                                    <a:pt x="203862" y="194012"/>
                                  </a:cubicBezTo>
                                  <a:cubicBezTo>
                                    <a:pt x="203862" y="192823"/>
                                    <a:pt x="203862" y="191633"/>
                                    <a:pt x="203862" y="190444"/>
                                  </a:cubicBezTo>
                                  <a:cubicBezTo>
                                    <a:pt x="206241" y="185686"/>
                                    <a:pt x="206241" y="180928"/>
                                    <a:pt x="208619" y="177360"/>
                                  </a:cubicBezTo>
                                  <a:cubicBezTo>
                                    <a:pt x="209809" y="174981"/>
                                    <a:pt x="210998" y="173792"/>
                                    <a:pt x="212188" y="171413"/>
                                  </a:cubicBezTo>
                                  <a:cubicBezTo>
                                    <a:pt x="212188" y="170224"/>
                                    <a:pt x="213377" y="165466"/>
                                    <a:pt x="213377" y="164276"/>
                                  </a:cubicBezTo>
                                  <a:cubicBezTo>
                                    <a:pt x="215756" y="161897"/>
                                    <a:pt x="222893" y="161897"/>
                                    <a:pt x="225272" y="157140"/>
                                  </a:cubicBezTo>
                                  <a:cubicBezTo>
                                    <a:pt x="227650" y="153571"/>
                                    <a:pt x="224082" y="150003"/>
                                    <a:pt x="220514" y="146435"/>
                                  </a:cubicBezTo>
                                  <a:cubicBezTo>
                                    <a:pt x="216946" y="142866"/>
                                    <a:pt x="214567" y="140488"/>
                                    <a:pt x="213377" y="134540"/>
                                  </a:cubicBezTo>
                                  <a:cubicBezTo>
                                    <a:pt x="213377" y="128593"/>
                                    <a:pt x="215756" y="125025"/>
                                    <a:pt x="218135" y="120267"/>
                                  </a:cubicBezTo>
                                  <a:cubicBezTo>
                                    <a:pt x="221703" y="115509"/>
                                    <a:pt x="222893" y="113131"/>
                                    <a:pt x="227650" y="109562"/>
                                  </a:cubicBezTo>
                                  <a:cubicBezTo>
                                    <a:pt x="231219" y="105994"/>
                                    <a:pt x="234787" y="103615"/>
                                    <a:pt x="233598" y="98857"/>
                                  </a:cubicBezTo>
                                  <a:cubicBezTo>
                                    <a:pt x="239545" y="98857"/>
                                    <a:pt x="240734" y="100047"/>
                                    <a:pt x="243113" y="94100"/>
                                  </a:cubicBezTo>
                                  <a:cubicBezTo>
                                    <a:pt x="244302" y="88152"/>
                                    <a:pt x="241924" y="88152"/>
                                    <a:pt x="246681" y="84584"/>
                                  </a:cubicBezTo>
                                  <a:cubicBezTo>
                                    <a:pt x="253818" y="79826"/>
                                    <a:pt x="263333" y="83395"/>
                                    <a:pt x="269281" y="79826"/>
                                  </a:cubicBezTo>
                                  <a:cubicBezTo>
                                    <a:pt x="272849" y="78637"/>
                                    <a:pt x="274038" y="75069"/>
                                    <a:pt x="276417" y="72690"/>
                                  </a:cubicBezTo>
                                  <a:cubicBezTo>
                                    <a:pt x="281175" y="71500"/>
                                    <a:pt x="284744" y="70311"/>
                                    <a:pt x="285933" y="6793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52" name="Freeform 351">
                              <a:extLst>
                                <a:ext uri="{FF2B5EF4-FFF2-40B4-BE49-F238E27FC236}">
                                  <a16:creationId xmlns:a16="http://schemas.microsoft.com/office/drawing/2014/main" id="{3AF57B28-9404-E020-9750-BC5082D0C5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74311" y="3321860"/>
                              <a:ext cx="12796" cy="8463"/>
                            </a:xfrm>
                            <a:custGeom>
                              <a:avLst/>
                              <a:gdLst>
                                <a:gd name="connsiteX0" fmla="*/ 7391 w 12796"/>
                                <a:gd name="connsiteY0" fmla="*/ 309 h 8463"/>
                                <a:gd name="connsiteX1" fmla="*/ 1443 w 12796"/>
                                <a:gd name="connsiteY1" fmla="*/ 5067 h 8463"/>
                                <a:gd name="connsiteX2" fmla="*/ 7391 w 12796"/>
                                <a:gd name="connsiteY2" fmla="*/ 6257 h 8463"/>
                                <a:gd name="connsiteX3" fmla="*/ 12148 w 12796"/>
                                <a:gd name="connsiteY3" fmla="*/ 7446 h 8463"/>
                                <a:gd name="connsiteX4" fmla="*/ 7391 w 12796"/>
                                <a:gd name="connsiteY4" fmla="*/ 309 h 8463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2796" h="8463">
                                  <a:moveTo>
                                    <a:pt x="7391" y="309"/>
                                  </a:moveTo>
                                  <a:cubicBezTo>
                                    <a:pt x="5012" y="-880"/>
                                    <a:pt x="-3314" y="1499"/>
                                    <a:pt x="1443" y="5067"/>
                                  </a:cubicBezTo>
                                  <a:cubicBezTo>
                                    <a:pt x="1443" y="5067"/>
                                    <a:pt x="6201" y="5067"/>
                                    <a:pt x="7391" y="6257"/>
                                  </a:cubicBezTo>
                                  <a:cubicBezTo>
                                    <a:pt x="8580" y="7446"/>
                                    <a:pt x="12148" y="9825"/>
                                    <a:pt x="12148" y="7446"/>
                                  </a:cubicBezTo>
                                  <a:cubicBezTo>
                                    <a:pt x="14527" y="6257"/>
                                    <a:pt x="9770" y="1499"/>
                                    <a:pt x="7391" y="30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53" name="Freeform 352">
                              <a:extLst>
                                <a:ext uri="{FF2B5EF4-FFF2-40B4-BE49-F238E27FC236}">
                                  <a16:creationId xmlns:a16="http://schemas.microsoft.com/office/drawing/2014/main" id="{F25721BD-0D9E-D0AB-C486-00F7FFA11C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49791" y="3331982"/>
                              <a:ext cx="16764" cy="12253"/>
                            </a:xfrm>
                            <a:custGeom>
                              <a:avLst/>
                              <a:gdLst>
                                <a:gd name="connsiteX0" fmla="*/ 16448 w 16764"/>
                                <a:gd name="connsiteY0" fmla="*/ 892 h 12253"/>
                                <a:gd name="connsiteX1" fmla="*/ 3364 w 16764"/>
                                <a:gd name="connsiteY1" fmla="*/ 892 h 12253"/>
                                <a:gd name="connsiteX2" fmla="*/ 985 w 16764"/>
                                <a:gd name="connsiteY2" fmla="*/ 8029 h 12253"/>
                                <a:gd name="connsiteX3" fmla="*/ 10501 w 16764"/>
                                <a:gd name="connsiteY3" fmla="*/ 11597 h 12253"/>
                                <a:gd name="connsiteX4" fmla="*/ 12880 w 16764"/>
                                <a:gd name="connsiteY4" fmla="*/ 5650 h 12253"/>
                                <a:gd name="connsiteX5" fmla="*/ 16448 w 16764"/>
                                <a:gd name="connsiteY5" fmla="*/ 892 h 12253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16764" h="12253">
                                  <a:moveTo>
                                    <a:pt x="16448" y="892"/>
                                  </a:moveTo>
                                  <a:cubicBezTo>
                                    <a:pt x="14069" y="-297"/>
                                    <a:pt x="5743" y="-297"/>
                                    <a:pt x="3364" y="892"/>
                                  </a:cubicBezTo>
                                  <a:cubicBezTo>
                                    <a:pt x="985" y="2081"/>
                                    <a:pt x="-1393" y="5650"/>
                                    <a:pt x="985" y="8029"/>
                                  </a:cubicBezTo>
                                  <a:cubicBezTo>
                                    <a:pt x="3364" y="9218"/>
                                    <a:pt x="9311" y="13976"/>
                                    <a:pt x="10501" y="11597"/>
                                  </a:cubicBezTo>
                                  <a:cubicBezTo>
                                    <a:pt x="11690" y="10407"/>
                                    <a:pt x="10501" y="8029"/>
                                    <a:pt x="12880" y="5650"/>
                                  </a:cubicBezTo>
                                  <a:cubicBezTo>
                                    <a:pt x="15259" y="4460"/>
                                    <a:pt x="17637" y="2081"/>
                                    <a:pt x="16448" y="89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54" name="Freeform 353">
                              <a:extLst>
                                <a:ext uri="{FF2B5EF4-FFF2-40B4-BE49-F238E27FC236}">
                                  <a16:creationId xmlns:a16="http://schemas.microsoft.com/office/drawing/2014/main" id="{3FF6A124-CA9B-8B9D-0047-C9017E7257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4019" y="3352313"/>
                              <a:ext cx="9271" cy="7376"/>
                            </a:xfrm>
                            <a:custGeom>
                              <a:avLst/>
                              <a:gdLst>
                                <a:gd name="connsiteX0" fmla="*/ 7726 w 9271"/>
                                <a:gd name="connsiteY0" fmla="*/ 781 h 7376"/>
                                <a:gd name="connsiteX1" fmla="*/ 590 w 9271"/>
                                <a:gd name="connsiteY1" fmla="*/ 1971 h 7376"/>
                                <a:gd name="connsiteX2" fmla="*/ 6537 w 9271"/>
                                <a:gd name="connsiteY2" fmla="*/ 6729 h 7376"/>
                                <a:gd name="connsiteX3" fmla="*/ 7726 w 9271"/>
                                <a:gd name="connsiteY3" fmla="*/ 781 h 737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9271" h="7376">
                                  <a:moveTo>
                                    <a:pt x="7726" y="781"/>
                                  </a:moveTo>
                                  <a:cubicBezTo>
                                    <a:pt x="5347" y="-408"/>
                                    <a:pt x="1779" y="-408"/>
                                    <a:pt x="590" y="1971"/>
                                  </a:cubicBezTo>
                                  <a:cubicBezTo>
                                    <a:pt x="-600" y="4350"/>
                                    <a:pt x="-600" y="9107"/>
                                    <a:pt x="6537" y="6729"/>
                                  </a:cubicBezTo>
                                  <a:cubicBezTo>
                                    <a:pt x="7726" y="6729"/>
                                    <a:pt x="11295" y="1971"/>
                                    <a:pt x="7726" y="781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355" name="Freeform 354">
                            <a:extLst>
                              <a:ext uri="{FF2B5EF4-FFF2-40B4-BE49-F238E27FC236}">
                                <a16:creationId xmlns:a16="http://schemas.microsoft.com/office/drawing/2014/main" id="{097FBC92-AE4D-D66C-844C-20D0F6B709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46125" y="2809523"/>
                            <a:ext cx="106461" cy="138467"/>
                          </a:xfrm>
                          <a:custGeom>
                            <a:avLst/>
                            <a:gdLst>
                              <a:gd name="connsiteX0" fmla="*/ 101257 w 106461"/>
                              <a:gd name="connsiteY0" fmla="*/ 86829 h 138467"/>
                              <a:gd name="connsiteX1" fmla="*/ 98879 w 106461"/>
                              <a:gd name="connsiteY1" fmla="*/ 97534 h 138467"/>
                              <a:gd name="connsiteX2" fmla="*/ 97689 w 106461"/>
                              <a:gd name="connsiteY2" fmla="*/ 102291 h 138467"/>
                              <a:gd name="connsiteX3" fmla="*/ 95310 w 106461"/>
                              <a:gd name="connsiteY3" fmla="*/ 108238 h 138467"/>
                              <a:gd name="connsiteX4" fmla="*/ 91742 w 106461"/>
                              <a:gd name="connsiteY4" fmla="*/ 109428 h 138467"/>
                              <a:gd name="connsiteX5" fmla="*/ 95310 w 106461"/>
                              <a:gd name="connsiteY5" fmla="*/ 117754 h 138467"/>
                              <a:gd name="connsiteX6" fmla="*/ 84605 w 106461"/>
                              <a:gd name="connsiteY6" fmla="*/ 117754 h 138467"/>
                              <a:gd name="connsiteX7" fmla="*/ 84605 w 106461"/>
                              <a:gd name="connsiteY7" fmla="*/ 120133 h 138467"/>
                              <a:gd name="connsiteX8" fmla="*/ 79848 w 106461"/>
                              <a:gd name="connsiteY8" fmla="*/ 117754 h 138467"/>
                              <a:gd name="connsiteX9" fmla="*/ 76280 w 106461"/>
                              <a:gd name="connsiteY9" fmla="*/ 120133 h 138467"/>
                              <a:gd name="connsiteX10" fmla="*/ 66764 w 106461"/>
                              <a:gd name="connsiteY10" fmla="*/ 124891 h 138467"/>
                              <a:gd name="connsiteX11" fmla="*/ 59627 w 106461"/>
                              <a:gd name="connsiteY11" fmla="*/ 127270 h 138467"/>
                              <a:gd name="connsiteX12" fmla="*/ 59627 w 106461"/>
                              <a:gd name="connsiteY12" fmla="*/ 130838 h 138467"/>
                              <a:gd name="connsiteX13" fmla="*/ 52491 w 106461"/>
                              <a:gd name="connsiteY13" fmla="*/ 132027 h 138467"/>
                              <a:gd name="connsiteX14" fmla="*/ 51301 w 106461"/>
                              <a:gd name="connsiteY14" fmla="*/ 127270 h 138467"/>
                              <a:gd name="connsiteX15" fmla="*/ 48922 w 106461"/>
                              <a:gd name="connsiteY15" fmla="*/ 127270 h 138467"/>
                              <a:gd name="connsiteX16" fmla="*/ 48922 w 106461"/>
                              <a:gd name="connsiteY16" fmla="*/ 132027 h 138467"/>
                              <a:gd name="connsiteX17" fmla="*/ 41786 w 106461"/>
                              <a:gd name="connsiteY17" fmla="*/ 135596 h 138467"/>
                              <a:gd name="connsiteX18" fmla="*/ 34649 w 106461"/>
                              <a:gd name="connsiteY18" fmla="*/ 137974 h 138467"/>
                              <a:gd name="connsiteX19" fmla="*/ 25134 w 106461"/>
                              <a:gd name="connsiteY19" fmla="*/ 136785 h 138467"/>
                              <a:gd name="connsiteX20" fmla="*/ 16808 w 106461"/>
                              <a:gd name="connsiteY20" fmla="*/ 136785 h 138467"/>
                              <a:gd name="connsiteX21" fmla="*/ 15618 w 106461"/>
                              <a:gd name="connsiteY21" fmla="*/ 134406 h 138467"/>
                              <a:gd name="connsiteX22" fmla="*/ 21566 w 106461"/>
                              <a:gd name="connsiteY22" fmla="*/ 130838 h 138467"/>
                              <a:gd name="connsiteX23" fmla="*/ 19187 w 106461"/>
                              <a:gd name="connsiteY23" fmla="*/ 129648 h 138467"/>
                              <a:gd name="connsiteX24" fmla="*/ 17997 w 106461"/>
                              <a:gd name="connsiteY24" fmla="*/ 130838 h 138467"/>
                              <a:gd name="connsiteX25" fmla="*/ 7292 w 106461"/>
                              <a:gd name="connsiteY25" fmla="*/ 133217 h 138467"/>
                              <a:gd name="connsiteX26" fmla="*/ 12050 w 106461"/>
                              <a:gd name="connsiteY26" fmla="*/ 128459 h 138467"/>
                              <a:gd name="connsiteX27" fmla="*/ 17997 w 106461"/>
                              <a:gd name="connsiteY27" fmla="*/ 124891 h 138467"/>
                              <a:gd name="connsiteX28" fmla="*/ 14429 w 106461"/>
                              <a:gd name="connsiteY28" fmla="*/ 126080 h 138467"/>
                              <a:gd name="connsiteX29" fmla="*/ 4914 w 106461"/>
                              <a:gd name="connsiteY29" fmla="*/ 124891 h 138467"/>
                              <a:gd name="connsiteX30" fmla="*/ 2534 w 106461"/>
                              <a:gd name="connsiteY30" fmla="*/ 122512 h 138467"/>
                              <a:gd name="connsiteX31" fmla="*/ 3724 w 106461"/>
                              <a:gd name="connsiteY31" fmla="*/ 118944 h 138467"/>
                              <a:gd name="connsiteX32" fmla="*/ 14429 w 106461"/>
                              <a:gd name="connsiteY32" fmla="*/ 114186 h 138467"/>
                              <a:gd name="connsiteX33" fmla="*/ 7292 w 106461"/>
                              <a:gd name="connsiteY33" fmla="*/ 112996 h 138467"/>
                              <a:gd name="connsiteX34" fmla="*/ 155 w 106461"/>
                              <a:gd name="connsiteY34" fmla="*/ 114186 h 138467"/>
                              <a:gd name="connsiteX35" fmla="*/ 7292 w 106461"/>
                              <a:gd name="connsiteY35" fmla="*/ 108238 h 138467"/>
                              <a:gd name="connsiteX36" fmla="*/ 15618 w 106461"/>
                              <a:gd name="connsiteY36" fmla="*/ 110617 h 138467"/>
                              <a:gd name="connsiteX37" fmla="*/ 15618 w 106461"/>
                              <a:gd name="connsiteY37" fmla="*/ 103481 h 138467"/>
                              <a:gd name="connsiteX38" fmla="*/ 20376 w 106461"/>
                              <a:gd name="connsiteY38" fmla="*/ 102291 h 138467"/>
                              <a:gd name="connsiteX39" fmla="*/ 25134 w 106461"/>
                              <a:gd name="connsiteY39" fmla="*/ 101102 h 138467"/>
                              <a:gd name="connsiteX40" fmla="*/ 31081 w 106461"/>
                              <a:gd name="connsiteY40" fmla="*/ 101102 h 138467"/>
                              <a:gd name="connsiteX41" fmla="*/ 35839 w 106461"/>
                              <a:gd name="connsiteY41" fmla="*/ 98723 h 138467"/>
                              <a:gd name="connsiteX42" fmla="*/ 40597 w 106461"/>
                              <a:gd name="connsiteY42" fmla="*/ 96344 h 138467"/>
                              <a:gd name="connsiteX43" fmla="*/ 33460 w 106461"/>
                              <a:gd name="connsiteY43" fmla="*/ 97534 h 138467"/>
                              <a:gd name="connsiteX44" fmla="*/ 23944 w 106461"/>
                              <a:gd name="connsiteY44" fmla="*/ 96344 h 138467"/>
                              <a:gd name="connsiteX45" fmla="*/ 15618 w 106461"/>
                              <a:gd name="connsiteY45" fmla="*/ 98723 h 138467"/>
                              <a:gd name="connsiteX46" fmla="*/ 25134 w 106461"/>
                              <a:gd name="connsiteY46" fmla="*/ 90397 h 138467"/>
                              <a:gd name="connsiteX47" fmla="*/ 27513 w 106461"/>
                              <a:gd name="connsiteY47" fmla="*/ 89208 h 138467"/>
                              <a:gd name="connsiteX48" fmla="*/ 26323 w 106461"/>
                              <a:gd name="connsiteY48" fmla="*/ 88018 h 138467"/>
                              <a:gd name="connsiteX49" fmla="*/ 28702 w 106461"/>
                              <a:gd name="connsiteY49" fmla="*/ 83260 h 138467"/>
                              <a:gd name="connsiteX50" fmla="*/ 31081 w 106461"/>
                              <a:gd name="connsiteY50" fmla="*/ 79692 h 138467"/>
                              <a:gd name="connsiteX51" fmla="*/ 35839 w 106461"/>
                              <a:gd name="connsiteY51" fmla="*/ 80881 h 138467"/>
                              <a:gd name="connsiteX52" fmla="*/ 37028 w 106461"/>
                              <a:gd name="connsiteY52" fmla="*/ 77313 h 138467"/>
                              <a:gd name="connsiteX53" fmla="*/ 26323 w 106461"/>
                              <a:gd name="connsiteY53" fmla="*/ 77313 h 138467"/>
                              <a:gd name="connsiteX54" fmla="*/ 22755 w 106461"/>
                              <a:gd name="connsiteY54" fmla="*/ 70177 h 138467"/>
                              <a:gd name="connsiteX55" fmla="*/ 15618 w 106461"/>
                              <a:gd name="connsiteY55" fmla="*/ 68987 h 138467"/>
                              <a:gd name="connsiteX56" fmla="*/ 14429 w 106461"/>
                              <a:gd name="connsiteY56" fmla="*/ 63040 h 138467"/>
                              <a:gd name="connsiteX57" fmla="*/ 12050 w 106461"/>
                              <a:gd name="connsiteY57" fmla="*/ 59472 h 138467"/>
                              <a:gd name="connsiteX58" fmla="*/ 19187 w 106461"/>
                              <a:gd name="connsiteY58" fmla="*/ 59472 h 138467"/>
                              <a:gd name="connsiteX59" fmla="*/ 17997 w 106461"/>
                              <a:gd name="connsiteY59" fmla="*/ 58282 h 138467"/>
                              <a:gd name="connsiteX60" fmla="*/ 25134 w 106461"/>
                              <a:gd name="connsiteY60" fmla="*/ 49956 h 138467"/>
                              <a:gd name="connsiteX61" fmla="*/ 23944 w 106461"/>
                              <a:gd name="connsiteY61" fmla="*/ 49956 h 138467"/>
                              <a:gd name="connsiteX62" fmla="*/ 23944 w 106461"/>
                              <a:gd name="connsiteY62" fmla="*/ 51146 h 138467"/>
                              <a:gd name="connsiteX63" fmla="*/ 15618 w 106461"/>
                              <a:gd name="connsiteY63" fmla="*/ 49956 h 138467"/>
                              <a:gd name="connsiteX64" fmla="*/ 13239 w 106461"/>
                              <a:gd name="connsiteY64" fmla="*/ 45198 h 138467"/>
                              <a:gd name="connsiteX65" fmla="*/ 17997 w 106461"/>
                              <a:gd name="connsiteY65" fmla="*/ 46388 h 138467"/>
                              <a:gd name="connsiteX66" fmla="*/ 19187 w 106461"/>
                              <a:gd name="connsiteY66" fmla="*/ 42820 h 138467"/>
                              <a:gd name="connsiteX67" fmla="*/ 19187 w 106461"/>
                              <a:gd name="connsiteY67" fmla="*/ 41630 h 138467"/>
                              <a:gd name="connsiteX68" fmla="*/ 17997 w 106461"/>
                              <a:gd name="connsiteY68" fmla="*/ 41630 h 138467"/>
                              <a:gd name="connsiteX69" fmla="*/ 17997 w 106461"/>
                              <a:gd name="connsiteY69" fmla="*/ 39251 h 138467"/>
                              <a:gd name="connsiteX70" fmla="*/ 16808 w 106461"/>
                              <a:gd name="connsiteY70" fmla="*/ 40441 h 138467"/>
                              <a:gd name="connsiteX71" fmla="*/ 15618 w 106461"/>
                              <a:gd name="connsiteY71" fmla="*/ 34494 h 138467"/>
                              <a:gd name="connsiteX72" fmla="*/ 21566 w 106461"/>
                              <a:gd name="connsiteY72" fmla="*/ 34494 h 138467"/>
                              <a:gd name="connsiteX73" fmla="*/ 27513 w 106461"/>
                              <a:gd name="connsiteY73" fmla="*/ 33304 h 138467"/>
                              <a:gd name="connsiteX74" fmla="*/ 34649 w 106461"/>
                              <a:gd name="connsiteY74" fmla="*/ 34494 h 138467"/>
                              <a:gd name="connsiteX75" fmla="*/ 38218 w 106461"/>
                              <a:gd name="connsiteY75" fmla="*/ 39251 h 138467"/>
                              <a:gd name="connsiteX76" fmla="*/ 38218 w 106461"/>
                              <a:gd name="connsiteY76" fmla="*/ 36872 h 138467"/>
                              <a:gd name="connsiteX77" fmla="*/ 42975 w 106461"/>
                              <a:gd name="connsiteY77" fmla="*/ 39251 h 138467"/>
                              <a:gd name="connsiteX78" fmla="*/ 48922 w 106461"/>
                              <a:gd name="connsiteY78" fmla="*/ 38062 h 138467"/>
                              <a:gd name="connsiteX79" fmla="*/ 48922 w 106461"/>
                              <a:gd name="connsiteY79" fmla="*/ 35683 h 138467"/>
                              <a:gd name="connsiteX80" fmla="*/ 56059 w 106461"/>
                              <a:gd name="connsiteY80" fmla="*/ 32115 h 138467"/>
                              <a:gd name="connsiteX81" fmla="*/ 58438 w 106461"/>
                              <a:gd name="connsiteY81" fmla="*/ 28546 h 138467"/>
                              <a:gd name="connsiteX82" fmla="*/ 60817 w 106461"/>
                              <a:gd name="connsiteY82" fmla="*/ 26168 h 138467"/>
                              <a:gd name="connsiteX83" fmla="*/ 53680 w 106461"/>
                              <a:gd name="connsiteY83" fmla="*/ 26168 h 138467"/>
                              <a:gd name="connsiteX84" fmla="*/ 48922 w 106461"/>
                              <a:gd name="connsiteY84" fmla="*/ 22599 h 138467"/>
                              <a:gd name="connsiteX85" fmla="*/ 54870 w 106461"/>
                              <a:gd name="connsiteY85" fmla="*/ 20220 h 138467"/>
                              <a:gd name="connsiteX86" fmla="*/ 54870 w 106461"/>
                              <a:gd name="connsiteY86" fmla="*/ 17842 h 138467"/>
                              <a:gd name="connsiteX87" fmla="*/ 57249 w 106461"/>
                              <a:gd name="connsiteY87" fmla="*/ 16652 h 138467"/>
                              <a:gd name="connsiteX88" fmla="*/ 57249 w 106461"/>
                              <a:gd name="connsiteY88" fmla="*/ 14273 h 138467"/>
                              <a:gd name="connsiteX89" fmla="*/ 54870 w 106461"/>
                              <a:gd name="connsiteY89" fmla="*/ 11894 h 138467"/>
                              <a:gd name="connsiteX90" fmla="*/ 53680 w 106461"/>
                              <a:gd name="connsiteY90" fmla="*/ 10705 h 138467"/>
                              <a:gd name="connsiteX91" fmla="*/ 58438 w 106461"/>
                              <a:gd name="connsiteY91" fmla="*/ 5947 h 138467"/>
                              <a:gd name="connsiteX92" fmla="*/ 60817 w 106461"/>
                              <a:gd name="connsiteY92" fmla="*/ 3568 h 138467"/>
                              <a:gd name="connsiteX93" fmla="*/ 65574 w 106461"/>
                              <a:gd name="connsiteY93" fmla="*/ 3568 h 138467"/>
                              <a:gd name="connsiteX94" fmla="*/ 70332 w 106461"/>
                              <a:gd name="connsiteY94" fmla="*/ 4758 h 138467"/>
                              <a:gd name="connsiteX95" fmla="*/ 70332 w 106461"/>
                              <a:gd name="connsiteY95" fmla="*/ 1189 h 138467"/>
                              <a:gd name="connsiteX96" fmla="*/ 72711 w 106461"/>
                              <a:gd name="connsiteY96" fmla="*/ 2379 h 138467"/>
                              <a:gd name="connsiteX97" fmla="*/ 72711 w 106461"/>
                              <a:gd name="connsiteY97" fmla="*/ 2379 h 138467"/>
                              <a:gd name="connsiteX98" fmla="*/ 73901 w 106461"/>
                              <a:gd name="connsiteY98" fmla="*/ 5947 h 138467"/>
                              <a:gd name="connsiteX99" fmla="*/ 73901 w 106461"/>
                              <a:gd name="connsiteY99" fmla="*/ 10705 h 138467"/>
                              <a:gd name="connsiteX100" fmla="*/ 77469 w 106461"/>
                              <a:gd name="connsiteY100" fmla="*/ 1189 h 138467"/>
                              <a:gd name="connsiteX101" fmla="*/ 82227 w 106461"/>
                              <a:gd name="connsiteY101" fmla="*/ 0 h 138467"/>
                              <a:gd name="connsiteX102" fmla="*/ 85795 w 106461"/>
                              <a:gd name="connsiteY102" fmla="*/ 2379 h 138467"/>
                              <a:gd name="connsiteX103" fmla="*/ 86984 w 106461"/>
                              <a:gd name="connsiteY103" fmla="*/ 3568 h 138467"/>
                              <a:gd name="connsiteX104" fmla="*/ 86984 w 106461"/>
                              <a:gd name="connsiteY104" fmla="*/ 4758 h 138467"/>
                              <a:gd name="connsiteX105" fmla="*/ 82227 w 106461"/>
                              <a:gd name="connsiteY105" fmla="*/ 9515 h 138467"/>
                              <a:gd name="connsiteX106" fmla="*/ 82227 w 106461"/>
                              <a:gd name="connsiteY106" fmla="*/ 9515 h 138467"/>
                              <a:gd name="connsiteX107" fmla="*/ 82227 w 106461"/>
                              <a:gd name="connsiteY107" fmla="*/ 9515 h 138467"/>
                              <a:gd name="connsiteX108" fmla="*/ 78658 w 106461"/>
                              <a:gd name="connsiteY108" fmla="*/ 11894 h 138467"/>
                              <a:gd name="connsiteX109" fmla="*/ 76280 w 106461"/>
                              <a:gd name="connsiteY109" fmla="*/ 14273 h 138467"/>
                              <a:gd name="connsiteX110" fmla="*/ 75090 w 106461"/>
                              <a:gd name="connsiteY110" fmla="*/ 19031 h 138467"/>
                              <a:gd name="connsiteX111" fmla="*/ 70332 w 106461"/>
                              <a:gd name="connsiteY111" fmla="*/ 20220 h 138467"/>
                              <a:gd name="connsiteX112" fmla="*/ 67953 w 106461"/>
                              <a:gd name="connsiteY112" fmla="*/ 23789 h 138467"/>
                              <a:gd name="connsiteX113" fmla="*/ 66764 w 106461"/>
                              <a:gd name="connsiteY113" fmla="*/ 26168 h 138467"/>
                              <a:gd name="connsiteX114" fmla="*/ 66764 w 106461"/>
                              <a:gd name="connsiteY114" fmla="*/ 28546 h 138467"/>
                              <a:gd name="connsiteX115" fmla="*/ 65574 w 106461"/>
                              <a:gd name="connsiteY115" fmla="*/ 30925 h 138467"/>
                              <a:gd name="connsiteX116" fmla="*/ 66764 w 106461"/>
                              <a:gd name="connsiteY116" fmla="*/ 33304 h 138467"/>
                              <a:gd name="connsiteX117" fmla="*/ 67953 w 106461"/>
                              <a:gd name="connsiteY117" fmla="*/ 35683 h 138467"/>
                              <a:gd name="connsiteX118" fmla="*/ 70332 w 106461"/>
                              <a:gd name="connsiteY118" fmla="*/ 36872 h 138467"/>
                              <a:gd name="connsiteX119" fmla="*/ 73901 w 106461"/>
                              <a:gd name="connsiteY119" fmla="*/ 39251 h 138467"/>
                              <a:gd name="connsiteX120" fmla="*/ 77469 w 106461"/>
                              <a:gd name="connsiteY120" fmla="*/ 41630 h 138467"/>
                              <a:gd name="connsiteX121" fmla="*/ 79848 w 106461"/>
                              <a:gd name="connsiteY121" fmla="*/ 41630 h 138467"/>
                              <a:gd name="connsiteX122" fmla="*/ 79848 w 106461"/>
                              <a:gd name="connsiteY122" fmla="*/ 39251 h 138467"/>
                              <a:gd name="connsiteX123" fmla="*/ 81037 w 106461"/>
                              <a:gd name="connsiteY123" fmla="*/ 35683 h 138467"/>
                              <a:gd name="connsiteX124" fmla="*/ 82227 w 106461"/>
                              <a:gd name="connsiteY124" fmla="*/ 32115 h 138467"/>
                              <a:gd name="connsiteX125" fmla="*/ 85795 w 106461"/>
                              <a:gd name="connsiteY125" fmla="*/ 33304 h 138467"/>
                              <a:gd name="connsiteX126" fmla="*/ 89363 w 106461"/>
                              <a:gd name="connsiteY126" fmla="*/ 34494 h 138467"/>
                              <a:gd name="connsiteX127" fmla="*/ 90553 w 106461"/>
                              <a:gd name="connsiteY127" fmla="*/ 36872 h 138467"/>
                              <a:gd name="connsiteX128" fmla="*/ 91742 w 106461"/>
                              <a:gd name="connsiteY128" fmla="*/ 39251 h 138467"/>
                              <a:gd name="connsiteX129" fmla="*/ 92932 w 106461"/>
                              <a:gd name="connsiteY129" fmla="*/ 41630 h 138467"/>
                              <a:gd name="connsiteX130" fmla="*/ 95310 w 106461"/>
                              <a:gd name="connsiteY130" fmla="*/ 42820 h 138467"/>
                              <a:gd name="connsiteX131" fmla="*/ 96500 w 106461"/>
                              <a:gd name="connsiteY131" fmla="*/ 44009 h 138467"/>
                              <a:gd name="connsiteX132" fmla="*/ 98879 w 106461"/>
                              <a:gd name="connsiteY132" fmla="*/ 44009 h 138467"/>
                              <a:gd name="connsiteX133" fmla="*/ 102447 w 106461"/>
                              <a:gd name="connsiteY133" fmla="*/ 46388 h 138467"/>
                              <a:gd name="connsiteX134" fmla="*/ 102447 w 106461"/>
                              <a:gd name="connsiteY134" fmla="*/ 47577 h 138467"/>
                              <a:gd name="connsiteX135" fmla="*/ 100068 w 106461"/>
                              <a:gd name="connsiteY135" fmla="*/ 48767 h 138467"/>
                              <a:gd name="connsiteX136" fmla="*/ 102447 w 106461"/>
                              <a:gd name="connsiteY136" fmla="*/ 52335 h 138467"/>
                              <a:gd name="connsiteX137" fmla="*/ 103636 w 106461"/>
                              <a:gd name="connsiteY137" fmla="*/ 52335 h 138467"/>
                              <a:gd name="connsiteX138" fmla="*/ 103636 w 106461"/>
                              <a:gd name="connsiteY138" fmla="*/ 58282 h 138467"/>
                              <a:gd name="connsiteX139" fmla="*/ 106015 w 106461"/>
                              <a:gd name="connsiteY139" fmla="*/ 63040 h 138467"/>
                              <a:gd name="connsiteX140" fmla="*/ 102447 w 106461"/>
                              <a:gd name="connsiteY140" fmla="*/ 70177 h 138467"/>
                              <a:gd name="connsiteX141" fmla="*/ 101257 w 106461"/>
                              <a:gd name="connsiteY141" fmla="*/ 86829 h 13846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  <a:cxn ang="0">
                                <a:pos x="connsiteX63" y="connsiteY63"/>
                              </a:cxn>
                              <a:cxn ang="0">
                                <a:pos x="connsiteX64" y="connsiteY64"/>
                              </a:cxn>
                              <a:cxn ang="0">
                                <a:pos x="connsiteX65" y="connsiteY65"/>
                              </a:cxn>
                              <a:cxn ang="0">
                                <a:pos x="connsiteX66" y="connsiteY66"/>
                              </a:cxn>
                              <a:cxn ang="0">
                                <a:pos x="connsiteX67" y="connsiteY67"/>
                              </a:cxn>
                              <a:cxn ang="0">
                                <a:pos x="connsiteX68" y="connsiteY68"/>
                              </a:cxn>
                              <a:cxn ang="0">
                                <a:pos x="connsiteX69" y="connsiteY69"/>
                              </a:cxn>
                              <a:cxn ang="0">
                                <a:pos x="connsiteX70" y="connsiteY70"/>
                              </a:cxn>
                              <a:cxn ang="0">
                                <a:pos x="connsiteX71" y="connsiteY71"/>
                              </a:cxn>
                              <a:cxn ang="0">
                                <a:pos x="connsiteX72" y="connsiteY72"/>
                              </a:cxn>
                              <a:cxn ang="0">
                                <a:pos x="connsiteX73" y="connsiteY73"/>
                              </a:cxn>
                              <a:cxn ang="0">
                                <a:pos x="connsiteX74" y="connsiteY74"/>
                              </a:cxn>
                              <a:cxn ang="0">
                                <a:pos x="connsiteX75" y="connsiteY75"/>
                              </a:cxn>
                              <a:cxn ang="0">
                                <a:pos x="connsiteX76" y="connsiteY76"/>
                              </a:cxn>
                              <a:cxn ang="0">
                                <a:pos x="connsiteX77" y="connsiteY77"/>
                              </a:cxn>
                              <a:cxn ang="0">
                                <a:pos x="connsiteX78" y="connsiteY78"/>
                              </a:cxn>
                              <a:cxn ang="0">
                                <a:pos x="connsiteX79" y="connsiteY79"/>
                              </a:cxn>
                              <a:cxn ang="0">
                                <a:pos x="connsiteX80" y="connsiteY80"/>
                              </a:cxn>
                              <a:cxn ang="0">
                                <a:pos x="connsiteX81" y="connsiteY81"/>
                              </a:cxn>
                              <a:cxn ang="0">
                                <a:pos x="connsiteX82" y="connsiteY82"/>
                              </a:cxn>
                              <a:cxn ang="0">
                                <a:pos x="connsiteX83" y="connsiteY83"/>
                              </a:cxn>
                              <a:cxn ang="0">
                                <a:pos x="connsiteX84" y="connsiteY84"/>
                              </a:cxn>
                              <a:cxn ang="0">
                                <a:pos x="connsiteX85" y="connsiteY85"/>
                              </a:cxn>
                              <a:cxn ang="0">
                                <a:pos x="connsiteX86" y="connsiteY86"/>
                              </a:cxn>
                              <a:cxn ang="0">
                                <a:pos x="connsiteX87" y="connsiteY87"/>
                              </a:cxn>
                              <a:cxn ang="0">
                                <a:pos x="connsiteX88" y="connsiteY88"/>
                              </a:cxn>
                              <a:cxn ang="0">
                                <a:pos x="connsiteX89" y="connsiteY89"/>
                              </a:cxn>
                              <a:cxn ang="0">
                                <a:pos x="connsiteX90" y="connsiteY90"/>
                              </a:cxn>
                              <a:cxn ang="0">
                                <a:pos x="connsiteX91" y="connsiteY91"/>
                              </a:cxn>
                              <a:cxn ang="0">
                                <a:pos x="connsiteX92" y="connsiteY92"/>
                              </a:cxn>
                              <a:cxn ang="0">
                                <a:pos x="connsiteX93" y="connsiteY93"/>
                              </a:cxn>
                              <a:cxn ang="0">
                                <a:pos x="connsiteX94" y="connsiteY94"/>
                              </a:cxn>
                              <a:cxn ang="0">
                                <a:pos x="connsiteX95" y="connsiteY95"/>
                              </a:cxn>
                              <a:cxn ang="0">
                                <a:pos x="connsiteX96" y="connsiteY96"/>
                              </a:cxn>
                              <a:cxn ang="0">
                                <a:pos x="connsiteX97" y="connsiteY97"/>
                              </a:cxn>
                              <a:cxn ang="0">
                                <a:pos x="connsiteX98" y="connsiteY98"/>
                              </a:cxn>
                              <a:cxn ang="0">
                                <a:pos x="connsiteX99" y="connsiteY99"/>
                              </a:cxn>
                              <a:cxn ang="0">
                                <a:pos x="connsiteX100" y="connsiteY100"/>
                              </a:cxn>
                              <a:cxn ang="0">
                                <a:pos x="connsiteX101" y="connsiteY101"/>
                              </a:cxn>
                              <a:cxn ang="0">
                                <a:pos x="connsiteX102" y="connsiteY102"/>
                              </a:cxn>
                              <a:cxn ang="0">
                                <a:pos x="connsiteX103" y="connsiteY103"/>
                              </a:cxn>
                              <a:cxn ang="0">
                                <a:pos x="connsiteX104" y="connsiteY104"/>
                              </a:cxn>
                              <a:cxn ang="0">
                                <a:pos x="connsiteX105" y="connsiteY105"/>
                              </a:cxn>
                              <a:cxn ang="0">
                                <a:pos x="connsiteX106" y="connsiteY106"/>
                              </a:cxn>
                              <a:cxn ang="0">
                                <a:pos x="connsiteX107" y="connsiteY107"/>
                              </a:cxn>
                              <a:cxn ang="0">
                                <a:pos x="connsiteX108" y="connsiteY108"/>
                              </a:cxn>
                              <a:cxn ang="0">
                                <a:pos x="connsiteX109" y="connsiteY109"/>
                              </a:cxn>
                              <a:cxn ang="0">
                                <a:pos x="connsiteX110" y="connsiteY110"/>
                              </a:cxn>
                              <a:cxn ang="0">
                                <a:pos x="connsiteX111" y="connsiteY111"/>
                              </a:cxn>
                              <a:cxn ang="0">
                                <a:pos x="connsiteX112" y="connsiteY112"/>
                              </a:cxn>
                              <a:cxn ang="0">
                                <a:pos x="connsiteX113" y="connsiteY113"/>
                              </a:cxn>
                              <a:cxn ang="0">
                                <a:pos x="connsiteX114" y="connsiteY114"/>
                              </a:cxn>
                              <a:cxn ang="0">
                                <a:pos x="connsiteX115" y="connsiteY115"/>
                              </a:cxn>
                              <a:cxn ang="0">
                                <a:pos x="connsiteX116" y="connsiteY116"/>
                              </a:cxn>
                              <a:cxn ang="0">
                                <a:pos x="connsiteX117" y="connsiteY117"/>
                              </a:cxn>
                              <a:cxn ang="0">
                                <a:pos x="connsiteX118" y="connsiteY118"/>
                              </a:cxn>
                              <a:cxn ang="0">
                                <a:pos x="connsiteX119" y="connsiteY119"/>
                              </a:cxn>
                              <a:cxn ang="0">
                                <a:pos x="connsiteX120" y="connsiteY120"/>
                              </a:cxn>
                              <a:cxn ang="0">
                                <a:pos x="connsiteX121" y="connsiteY121"/>
                              </a:cxn>
                              <a:cxn ang="0">
                                <a:pos x="connsiteX122" y="connsiteY122"/>
                              </a:cxn>
                              <a:cxn ang="0">
                                <a:pos x="connsiteX123" y="connsiteY123"/>
                              </a:cxn>
                              <a:cxn ang="0">
                                <a:pos x="connsiteX124" y="connsiteY124"/>
                              </a:cxn>
                              <a:cxn ang="0">
                                <a:pos x="connsiteX125" y="connsiteY125"/>
                              </a:cxn>
                              <a:cxn ang="0">
                                <a:pos x="connsiteX126" y="connsiteY126"/>
                              </a:cxn>
                              <a:cxn ang="0">
                                <a:pos x="connsiteX127" y="connsiteY127"/>
                              </a:cxn>
                              <a:cxn ang="0">
                                <a:pos x="connsiteX128" y="connsiteY128"/>
                              </a:cxn>
                              <a:cxn ang="0">
                                <a:pos x="connsiteX129" y="connsiteY129"/>
                              </a:cxn>
                              <a:cxn ang="0">
                                <a:pos x="connsiteX130" y="connsiteY130"/>
                              </a:cxn>
                              <a:cxn ang="0">
                                <a:pos x="connsiteX131" y="connsiteY131"/>
                              </a:cxn>
                              <a:cxn ang="0">
                                <a:pos x="connsiteX132" y="connsiteY132"/>
                              </a:cxn>
                              <a:cxn ang="0">
                                <a:pos x="connsiteX133" y="connsiteY133"/>
                              </a:cxn>
                              <a:cxn ang="0">
                                <a:pos x="connsiteX134" y="connsiteY134"/>
                              </a:cxn>
                              <a:cxn ang="0">
                                <a:pos x="connsiteX135" y="connsiteY135"/>
                              </a:cxn>
                              <a:cxn ang="0">
                                <a:pos x="connsiteX136" y="connsiteY136"/>
                              </a:cxn>
                              <a:cxn ang="0">
                                <a:pos x="connsiteX137" y="connsiteY137"/>
                              </a:cxn>
                              <a:cxn ang="0">
                                <a:pos x="connsiteX138" y="connsiteY138"/>
                              </a:cxn>
                              <a:cxn ang="0">
                                <a:pos x="connsiteX139" y="connsiteY139"/>
                              </a:cxn>
                              <a:cxn ang="0">
                                <a:pos x="connsiteX140" y="connsiteY140"/>
                              </a:cxn>
                              <a:cxn ang="0">
                                <a:pos x="connsiteX141" y="connsiteY141"/>
                              </a:cxn>
                            </a:cxnLst>
                            <a:rect l="l" t="t" r="r" b="b"/>
                            <a:pathLst>
                              <a:path w="106461" h="138467">
                                <a:moveTo>
                                  <a:pt x="101257" y="86829"/>
                                </a:moveTo>
                                <a:cubicBezTo>
                                  <a:pt x="101257" y="90397"/>
                                  <a:pt x="103636" y="96344"/>
                                  <a:pt x="98879" y="97534"/>
                                </a:cubicBezTo>
                                <a:cubicBezTo>
                                  <a:pt x="98879" y="99912"/>
                                  <a:pt x="95310" y="99912"/>
                                  <a:pt x="97689" y="102291"/>
                                </a:cubicBezTo>
                                <a:cubicBezTo>
                                  <a:pt x="97689" y="102291"/>
                                  <a:pt x="98879" y="105860"/>
                                  <a:pt x="95310" y="108238"/>
                                </a:cubicBezTo>
                                <a:cubicBezTo>
                                  <a:pt x="94121" y="109428"/>
                                  <a:pt x="92932" y="109428"/>
                                  <a:pt x="91742" y="109428"/>
                                </a:cubicBezTo>
                                <a:cubicBezTo>
                                  <a:pt x="89363" y="111807"/>
                                  <a:pt x="92932" y="115375"/>
                                  <a:pt x="95310" y="117754"/>
                                </a:cubicBezTo>
                                <a:cubicBezTo>
                                  <a:pt x="91742" y="118944"/>
                                  <a:pt x="88174" y="117754"/>
                                  <a:pt x="84605" y="117754"/>
                                </a:cubicBezTo>
                                <a:cubicBezTo>
                                  <a:pt x="84605" y="117754"/>
                                  <a:pt x="84605" y="118944"/>
                                  <a:pt x="84605" y="120133"/>
                                </a:cubicBezTo>
                                <a:cubicBezTo>
                                  <a:pt x="82227" y="121322"/>
                                  <a:pt x="82227" y="116564"/>
                                  <a:pt x="79848" y="117754"/>
                                </a:cubicBezTo>
                                <a:cubicBezTo>
                                  <a:pt x="77469" y="118944"/>
                                  <a:pt x="79848" y="120133"/>
                                  <a:pt x="76280" y="120133"/>
                                </a:cubicBezTo>
                                <a:cubicBezTo>
                                  <a:pt x="72711" y="120133"/>
                                  <a:pt x="66764" y="118944"/>
                                  <a:pt x="66764" y="124891"/>
                                </a:cubicBezTo>
                                <a:cubicBezTo>
                                  <a:pt x="64385" y="124891"/>
                                  <a:pt x="63196" y="127270"/>
                                  <a:pt x="59627" y="127270"/>
                                </a:cubicBezTo>
                                <a:cubicBezTo>
                                  <a:pt x="59627" y="128459"/>
                                  <a:pt x="59627" y="129648"/>
                                  <a:pt x="59627" y="130838"/>
                                </a:cubicBezTo>
                                <a:cubicBezTo>
                                  <a:pt x="57249" y="130838"/>
                                  <a:pt x="54870" y="132027"/>
                                  <a:pt x="52491" y="132027"/>
                                </a:cubicBezTo>
                                <a:cubicBezTo>
                                  <a:pt x="52491" y="129648"/>
                                  <a:pt x="51301" y="128459"/>
                                  <a:pt x="51301" y="127270"/>
                                </a:cubicBezTo>
                                <a:cubicBezTo>
                                  <a:pt x="50112" y="127270"/>
                                  <a:pt x="48922" y="127270"/>
                                  <a:pt x="48922" y="127270"/>
                                </a:cubicBezTo>
                                <a:cubicBezTo>
                                  <a:pt x="48922" y="129648"/>
                                  <a:pt x="50112" y="130838"/>
                                  <a:pt x="48922" y="132027"/>
                                </a:cubicBezTo>
                                <a:cubicBezTo>
                                  <a:pt x="46544" y="133217"/>
                                  <a:pt x="45354" y="135596"/>
                                  <a:pt x="41786" y="135596"/>
                                </a:cubicBezTo>
                                <a:cubicBezTo>
                                  <a:pt x="39407" y="136785"/>
                                  <a:pt x="37028" y="137974"/>
                                  <a:pt x="34649" y="137974"/>
                                </a:cubicBezTo>
                                <a:cubicBezTo>
                                  <a:pt x="31081" y="139164"/>
                                  <a:pt x="28702" y="137974"/>
                                  <a:pt x="25134" y="136785"/>
                                </a:cubicBezTo>
                                <a:cubicBezTo>
                                  <a:pt x="21566" y="135596"/>
                                  <a:pt x="19187" y="136785"/>
                                  <a:pt x="16808" y="136785"/>
                                </a:cubicBezTo>
                                <a:cubicBezTo>
                                  <a:pt x="16808" y="135596"/>
                                  <a:pt x="15618" y="134406"/>
                                  <a:pt x="15618" y="134406"/>
                                </a:cubicBezTo>
                                <a:cubicBezTo>
                                  <a:pt x="17997" y="134406"/>
                                  <a:pt x="20376" y="133217"/>
                                  <a:pt x="21566" y="130838"/>
                                </a:cubicBezTo>
                                <a:cubicBezTo>
                                  <a:pt x="20376" y="129648"/>
                                  <a:pt x="20376" y="129648"/>
                                  <a:pt x="19187" y="129648"/>
                                </a:cubicBezTo>
                                <a:cubicBezTo>
                                  <a:pt x="19187" y="130838"/>
                                  <a:pt x="17997" y="130838"/>
                                  <a:pt x="17997" y="130838"/>
                                </a:cubicBezTo>
                                <a:cubicBezTo>
                                  <a:pt x="14429" y="130838"/>
                                  <a:pt x="10861" y="133217"/>
                                  <a:pt x="7292" y="133217"/>
                                </a:cubicBezTo>
                                <a:cubicBezTo>
                                  <a:pt x="8482" y="130838"/>
                                  <a:pt x="10861" y="129648"/>
                                  <a:pt x="12050" y="128459"/>
                                </a:cubicBezTo>
                                <a:cubicBezTo>
                                  <a:pt x="13239" y="127270"/>
                                  <a:pt x="15618" y="124891"/>
                                  <a:pt x="17997" y="124891"/>
                                </a:cubicBezTo>
                                <a:cubicBezTo>
                                  <a:pt x="16808" y="124891"/>
                                  <a:pt x="14429" y="124891"/>
                                  <a:pt x="14429" y="126080"/>
                                </a:cubicBezTo>
                                <a:cubicBezTo>
                                  <a:pt x="12050" y="127270"/>
                                  <a:pt x="6103" y="130838"/>
                                  <a:pt x="4914" y="124891"/>
                                </a:cubicBezTo>
                                <a:cubicBezTo>
                                  <a:pt x="3724" y="124891"/>
                                  <a:pt x="1345" y="124891"/>
                                  <a:pt x="2534" y="122512"/>
                                </a:cubicBezTo>
                                <a:cubicBezTo>
                                  <a:pt x="3724" y="122512"/>
                                  <a:pt x="3724" y="121322"/>
                                  <a:pt x="3724" y="118944"/>
                                </a:cubicBezTo>
                                <a:cubicBezTo>
                                  <a:pt x="6103" y="118944"/>
                                  <a:pt x="14429" y="117754"/>
                                  <a:pt x="14429" y="114186"/>
                                </a:cubicBezTo>
                                <a:cubicBezTo>
                                  <a:pt x="12050" y="114186"/>
                                  <a:pt x="9671" y="112996"/>
                                  <a:pt x="7292" y="112996"/>
                                </a:cubicBezTo>
                                <a:cubicBezTo>
                                  <a:pt x="4914" y="112996"/>
                                  <a:pt x="-1034" y="115375"/>
                                  <a:pt x="155" y="114186"/>
                                </a:cubicBezTo>
                                <a:cubicBezTo>
                                  <a:pt x="1345" y="110617"/>
                                  <a:pt x="6103" y="109428"/>
                                  <a:pt x="7292" y="108238"/>
                                </a:cubicBezTo>
                                <a:cubicBezTo>
                                  <a:pt x="12050" y="107049"/>
                                  <a:pt x="10861" y="111807"/>
                                  <a:pt x="15618" y="110617"/>
                                </a:cubicBezTo>
                                <a:cubicBezTo>
                                  <a:pt x="16808" y="108238"/>
                                  <a:pt x="14429" y="105860"/>
                                  <a:pt x="15618" y="103481"/>
                                </a:cubicBezTo>
                                <a:cubicBezTo>
                                  <a:pt x="16808" y="103481"/>
                                  <a:pt x="19187" y="103481"/>
                                  <a:pt x="20376" y="102291"/>
                                </a:cubicBezTo>
                                <a:cubicBezTo>
                                  <a:pt x="20376" y="99912"/>
                                  <a:pt x="23944" y="101102"/>
                                  <a:pt x="25134" y="101102"/>
                                </a:cubicBezTo>
                                <a:cubicBezTo>
                                  <a:pt x="27513" y="101102"/>
                                  <a:pt x="28702" y="102291"/>
                                  <a:pt x="31081" y="101102"/>
                                </a:cubicBezTo>
                                <a:cubicBezTo>
                                  <a:pt x="32270" y="101102"/>
                                  <a:pt x="34649" y="98723"/>
                                  <a:pt x="35839" y="98723"/>
                                </a:cubicBezTo>
                                <a:cubicBezTo>
                                  <a:pt x="38218" y="97534"/>
                                  <a:pt x="39407" y="98723"/>
                                  <a:pt x="40597" y="96344"/>
                                </a:cubicBezTo>
                                <a:cubicBezTo>
                                  <a:pt x="37028" y="96344"/>
                                  <a:pt x="34649" y="92776"/>
                                  <a:pt x="33460" y="97534"/>
                                </a:cubicBezTo>
                                <a:cubicBezTo>
                                  <a:pt x="29891" y="97534"/>
                                  <a:pt x="26323" y="96344"/>
                                  <a:pt x="23944" y="96344"/>
                                </a:cubicBezTo>
                                <a:cubicBezTo>
                                  <a:pt x="20376" y="96344"/>
                                  <a:pt x="19187" y="99912"/>
                                  <a:pt x="15618" y="98723"/>
                                </a:cubicBezTo>
                                <a:cubicBezTo>
                                  <a:pt x="17997" y="95155"/>
                                  <a:pt x="22755" y="93965"/>
                                  <a:pt x="25134" y="90397"/>
                                </a:cubicBezTo>
                                <a:cubicBezTo>
                                  <a:pt x="26323" y="90397"/>
                                  <a:pt x="27513" y="89208"/>
                                  <a:pt x="27513" y="89208"/>
                                </a:cubicBezTo>
                                <a:cubicBezTo>
                                  <a:pt x="27513" y="89208"/>
                                  <a:pt x="26323" y="88018"/>
                                  <a:pt x="26323" y="88018"/>
                                </a:cubicBezTo>
                                <a:cubicBezTo>
                                  <a:pt x="26323" y="85639"/>
                                  <a:pt x="28702" y="85639"/>
                                  <a:pt x="28702" y="83260"/>
                                </a:cubicBezTo>
                                <a:cubicBezTo>
                                  <a:pt x="29891" y="80881"/>
                                  <a:pt x="28702" y="79692"/>
                                  <a:pt x="31081" y="79692"/>
                                </a:cubicBezTo>
                                <a:cubicBezTo>
                                  <a:pt x="33460" y="79692"/>
                                  <a:pt x="34649" y="82071"/>
                                  <a:pt x="35839" y="80881"/>
                                </a:cubicBezTo>
                                <a:cubicBezTo>
                                  <a:pt x="38218" y="79692"/>
                                  <a:pt x="38218" y="78503"/>
                                  <a:pt x="37028" y="77313"/>
                                </a:cubicBezTo>
                                <a:cubicBezTo>
                                  <a:pt x="33460" y="77313"/>
                                  <a:pt x="29891" y="78503"/>
                                  <a:pt x="26323" y="77313"/>
                                </a:cubicBezTo>
                                <a:cubicBezTo>
                                  <a:pt x="21566" y="76124"/>
                                  <a:pt x="22755" y="73745"/>
                                  <a:pt x="22755" y="70177"/>
                                </a:cubicBezTo>
                                <a:cubicBezTo>
                                  <a:pt x="20376" y="70177"/>
                                  <a:pt x="16808" y="70177"/>
                                  <a:pt x="15618" y="68987"/>
                                </a:cubicBezTo>
                                <a:cubicBezTo>
                                  <a:pt x="10861" y="67798"/>
                                  <a:pt x="14429" y="66608"/>
                                  <a:pt x="14429" y="63040"/>
                                </a:cubicBezTo>
                                <a:cubicBezTo>
                                  <a:pt x="13239" y="61851"/>
                                  <a:pt x="12050" y="61851"/>
                                  <a:pt x="12050" y="59472"/>
                                </a:cubicBezTo>
                                <a:cubicBezTo>
                                  <a:pt x="14429" y="60661"/>
                                  <a:pt x="16808" y="60661"/>
                                  <a:pt x="19187" y="59472"/>
                                </a:cubicBezTo>
                                <a:cubicBezTo>
                                  <a:pt x="19187" y="59472"/>
                                  <a:pt x="17997" y="58282"/>
                                  <a:pt x="17997" y="58282"/>
                                </a:cubicBezTo>
                                <a:cubicBezTo>
                                  <a:pt x="17997" y="53525"/>
                                  <a:pt x="28702" y="54714"/>
                                  <a:pt x="25134" y="49956"/>
                                </a:cubicBezTo>
                                <a:cubicBezTo>
                                  <a:pt x="25134" y="49956"/>
                                  <a:pt x="23944" y="49956"/>
                                  <a:pt x="23944" y="49956"/>
                                </a:cubicBezTo>
                                <a:cubicBezTo>
                                  <a:pt x="23944" y="49956"/>
                                  <a:pt x="23944" y="51146"/>
                                  <a:pt x="23944" y="51146"/>
                                </a:cubicBezTo>
                                <a:cubicBezTo>
                                  <a:pt x="21566" y="51146"/>
                                  <a:pt x="17997" y="51146"/>
                                  <a:pt x="15618" y="49956"/>
                                </a:cubicBezTo>
                                <a:cubicBezTo>
                                  <a:pt x="13239" y="48767"/>
                                  <a:pt x="10861" y="45198"/>
                                  <a:pt x="13239" y="45198"/>
                                </a:cubicBezTo>
                                <a:cubicBezTo>
                                  <a:pt x="13239" y="45198"/>
                                  <a:pt x="16808" y="44009"/>
                                  <a:pt x="17997" y="46388"/>
                                </a:cubicBezTo>
                                <a:cubicBezTo>
                                  <a:pt x="21566" y="47577"/>
                                  <a:pt x="21566" y="44009"/>
                                  <a:pt x="19187" y="42820"/>
                                </a:cubicBezTo>
                                <a:cubicBezTo>
                                  <a:pt x="19187" y="42820"/>
                                  <a:pt x="19187" y="41630"/>
                                  <a:pt x="19187" y="41630"/>
                                </a:cubicBezTo>
                                <a:cubicBezTo>
                                  <a:pt x="19187" y="41630"/>
                                  <a:pt x="17997" y="41630"/>
                                  <a:pt x="17997" y="41630"/>
                                </a:cubicBezTo>
                                <a:cubicBezTo>
                                  <a:pt x="17997" y="40441"/>
                                  <a:pt x="17997" y="40441"/>
                                  <a:pt x="17997" y="39251"/>
                                </a:cubicBezTo>
                                <a:cubicBezTo>
                                  <a:pt x="16808" y="40441"/>
                                  <a:pt x="16808" y="39251"/>
                                  <a:pt x="16808" y="40441"/>
                                </a:cubicBezTo>
                                <a:cubicBezTo>
                                  <a:pt x="15618" y="40441"/>
                                  <a:pt x="15618" y="36872"/>
                                  <a:pt x="15618" y="34494"/>
                                </a:cubicBezTo>
                                <a:cubicBezTo>
                                  <a:pt x="16808" y="33304"/>
                                  <a:pt x="19187" y="35683"/>
                                  <a:pt x="21566" y="34494"/>
                                </a:cubicBezTo>
                                <a:cubicBezTo>
                                  <a:pt x="23944" y="34494"/>
                                  <a:pt x="25134" y="33304"/>
                                  <a:pt x="27513" y="33304"/>
                                </a:cubicBezTo>
                                <a:cubicBezTo>
                                  <a:pt x="29891" y="33304"/>
                                  <a:pt x="32270" y="34494"/>
                                  <a:pt x="34649" y="34494"/>
                                </a:cubicBezTo>
                                <a:cubicBezTo>
                                  <a:pt x="34649" y="36872"/>
                                  <a:pt x="35839" y="38062"/>
                                  <a:pt x="38218" y="39251"/>
                                </a:cubicBezTo>
                                <a:cubicBezTo>
                                  <a:pt x="38218" y="38062"/>
                                  <a:pt x="38218" y="36872"/>
                                  <a:pt x="38218" y="36872"/>
                                </a:cubicBezTo>
                                <a:cubicBezTo>
                                  <a:pt x="40597" y="36872"/>
                                  <a:pt x="41786" y="38062"/>
                                  <a:pt x="42975" y="39251"/>
                                </a:cubicBezTo>
                                <a:cubicBezTo>
                                  <a:pt x="44165" y="39251"/>
                                  <a:pt x="46544" y="38062"/>
                                  <a:pt x="48922" y="38062"/>
                                </a:cubicBezTo>
                                <a:cubicBezTo>
                                  <a:pt x="48922" y="36872"/>
                                  <a:pt x="48922" y="36872"/>
                                  <a:pt x="48922" y="35683"/>
                                </a:cubicBezTo>
                                <a:cubicBezTo>
                                  <a:pt x="50112" y="35683"/>
                                  <a:pt x="54870" y="33304"/>
                                  <a:pt x="56059" y="32115"/>
                                </a:cubicBezTo>
                                <a:cubicBezTo>
                                  <a:pt x="57249" y="32115"/>
                                  <a:pt x="57249" y="29736"/>
                                  <a:pt x="58438" y="28546"/>
                                </a:cubicBezTo>
                                <a:cubicBezTo>
                                  <a:pt x="59627" y="27357"/>
                                  <a:pt x="60817" y="28546"/>
                                  <a:pt x="60817" y="26168"/>
                                </a:cubicBezTo>
                                <a:cubicBezTo>
                                  <a:pt x="57249" y="27357"/>
                                  <a:pt x="56059" y="26168"/>
                                  <a:pt x="53680" y="26168"/>
                                </a:cubicBezTo>
                                <a:cubicBezTo>
                                  <a:pt x="52491" y="26168"/>
                                  <a:pt x="48922" y="24978"/>
                                  <a:pt x="48922" y="22599"/>
                                </a:cubicBezTo>
                                <a:cubicBezTo>
                                  <a:pt x="51301" y="21410"/>
                                  <a:pt x="52491" y="20220"/>
                                  <a:pt x="54870" y="20220"/>
                                </a:cubicBezTo>
                                <a:cubicBezTo>
                                  <a:pt x="54870" y="19031"/>
                                  <a:pt x="54870" y="19031"/>
                                  <a:pt x="54870" y="17842"/>
                                </a:cubicBezTo>
                                <a:cubicBezTo>
                                  <a:pt x="56059" y="17842"/>
                                  <a:pt x="57249" y="16652"/>
                                  <a:pt x="57249" y="16652"/>
                                </a:cubicBezTo>
                                <a:cubicBezTo>
                                  <a:pt x="57249" y="15463"/>
                                  <a:pt x="57249" y="15463"/>
                                  <a:pt x="57249" y="14273"/>
                                </a:cubicBezTo>
                                <a:cubicBezTo>
                                  <a:pt x="56059" y="14273"/>
                                  <a:pt x="54870" y="13084"/>
                                  <a:pt x="54870" y="11894"/>
                                </a:cubicBezTo>
                                <a:cubicBezTo>
                                  <a:pt x="54870" y="11894"/>
                                  <a:pt x="54870" y="11894"/>
                                  <a:pt x="53680" y="10705"/>
                                </a:cubicBezTo>
                                <a:cubicBezTo>
                                  <a:pt x="54870" y="8326"/>
                                  <a:pt x="57249" y="8326"/>
                                  <a:pt x="58438" y="5947"/>
                                </a:cubicBezTo>
                                <a:cubicBezTo>
                                  <a:pt x="59627" y="4758"/>
                                  <a:pt x="58438" y="4758"/>
                                  <a:pt x="60817" y="3568"/>
                                </a:cubicBezTo>
                                <a:cubicBezTo>
                                  <a:pt x="62006" y="3568"/>
                                  <a:pt x="64385" y="3568"/>
                                  <a:pt x="65574" y="3568"/>
                                </a:cubicBezTo>
                                <a:cubicBezTo>
                                  <a:pt x="65574" y="5947"/>
                                  <a:pt x="69143" y="7137"/>
                                  <a:pt x="70332" y="4758"/>
                                </a:cubicBezTo>
                                <a:cubicBezTo>
                                  <a:pt x="71522" y="3568"/>
                                  <a:pt x="69143" y="2379"/>
                                  <a:pt x="70332" y="1189"/>
                                </a:cubicBezTo>
                                <a:cubicBezTo>
                                  <a:pt x="71522" y="0"/>
                                  <a:pt x="72711" y="1189"/>
                                  <a:pt x="72711" y="2379"/>
                                </a:cubicBezTo>
                                <a:cubicBezTo>
                                  <a:pt x="72711" y="2379"/>
                                  <a:pt x="72711" y="2379"/>
                                  <a:pt x="72711" y="2379"/>
                                </a:cubicBezTo>
                                <a:cubicBezTo>
                                  <a:pt x="73901" y="3568"/>
                                  <a:pt x="73901" y="4758"/>
                                  <a:pt x="73901" y="5947"/>
                                </a:cubicBezTo>
                                <a:cubicBezTo>
                                  <a:pt x="73901" y="7137"/>
                                  <a:pt x="72711" y="8326"/>
                                  <a:pt x="73901" y="10705"/>
                                </a:cubicBezTo>
                                <a:cubicBezTo>
                                  <a:pt x="78658" y="7137"/>
                                  <a:pt x="73901" y="4758"/>
                                  <a:pt x="77469" y="1189"/>
                                </a:cubicBezTo>
                                <a:cubicBezTo>
                                  <a:pt x="78658" y="0"/>
                                  <a:pt x="79848" y="0"/>
                                  <a:pt x="82227" y="0"/>
                                </a:cubicBezTo>
                                <a:cubicBezTo>
                                  <a:pt x="83416" y="0"/>
                                  <a:pt x="83416" y="1189"/>
                                  <a:pt x="85795" y="2379"/>
                                </a:cubicBezTo>
                                <a:cubicBezTo>
                                  <a:pt x="85795" y="2379"/>
                                  <a:pt x="85795" y="2379"/>
                                  <a:pt x="86984" y="3568"/>
                                </a:cubicBezTo>
                                <a:cubicBezTo>
                                  <a:pt x="86984" y="3568"/>
                                  <a:pt x="86984" y="4758"/>
                                  <a:pt x="86984" y="4758"/>
                                </a:cubicBezTo>
                                <a:cubicBezTo>
                                  <a:pt x="85795" y="5947"/>
                                  <a:pt x="82227" y="8326"/>
                                  <a:pt x="82227" y="9515"/>
                                </a:cubicBezTo>
                                <a:cubicBezTo>
                                  <a:pt x="82227" y="9515"/>
                                  <a:pt x="82227" y="9515"/>
                                  <a:pt x="82227" y="9515"/>
                                </a:cubicBezTo>
                                <a:cubicBezTo>
                                  <a:pt x="82227" y="9515"/>
                                  <a:pt x="82227" y="9515"/>
                                  <a:pt x="82227" y="9515"/>
                                </a:cubicBezTo>
                                <a:cubicBezTo>
                                  <a:pt x="81037" y="10705"/>
                                  <a:pt x="79848" y="10705"/>
                                  <a:pt x="78658" y="11894"/>
                                </a:cubicBezTo>
                                <a:cubicBezTo>
                                  <a:pt x="77469" y="13084"/>
                                  <a:pt x="76280" y="13084"/>
                                  <a:pt x="76280" y="14273"/>
                                </a:cubicBezTo>
                                <a:cubicBezTo>
                                  <a:pt x="76280" y="15463"/>
                                  <a:pt x="75090" y="16652"/>
                                  <a:pt x="75090" y="19031"/>
                                </a:cubicBezTo>
                                <a:cubicBezTo>
                                  <a:pt x="72711" y="19031"/>
                                  <a:pt x="71522" y="19031"/>
                                  <a:pt x="70332" y="20220"/>
                                </a:cubicBezTo>
                                <a:cubicBezTo>
                                  <a:pt x="69143" y="20220"/>
                                  <a:pt x="67953" y="22599"/>
                                  <a:pt x="67953" y="23789"/>
                                </a:cubicBezTo>
                                <a:cubicBezTo>
                                  <a:pt x="67953" y="24978"/>
                                  <a:pt x="66764" y="24978"/>
                                  <a:pt x="66764" y="26168"/>
                                </a:cubicBezTo>
                                <a:cubicBezTo>
                                  <a:pt x="65574" y="27357"/>
                                  <a:pt x="66764" y="27357"/>
                                  <a:pt x="66764" y="28546"/>
                                </a:cubicBezTo>
                                <a:cubicBezTo>
                                  <a:pt x="66764" y="29736"/>
                                  <a:pt x="65574" y="29736"/>
                                  <a:pt x="65574" y="30925"/>
                                </a:cubicBezTo>
                                <a:cubicBezTo>
                                  <a:pt x="65574" y="30925"/>
                                  <a:pt x="66764" y="32115"/>
                                  <a:pt x="66764" y="33304"/>
                                </a:cubicBezTo>
                                <a:cubicBezTo>
                                  <a:pt x="66764" y="33304"/>
                                  <a:pt x="67953" y="34494"/>
                                  <a:pt x="67953" y="35683"/>
                                </a:cubicBezTo>
                                <a:cubicBezTo>
                                  <a:pt x="67953" y="35683"/>
                                  <a:pt x="69143" y="36872"/>
                                  <a:pt x="70332" y="36872"/>
                                </a:cubicBezTo>
                                <a:cubicBezTo>
                                  <a:pt x="71522" y="38062"/>
                                  <a:pt x="72711" y="38062"/>
                                  <a:pt x="73901" y="39251"/>
                                </a:cubicBezTo>
                                <a:cubicBezTo>
                                  <a:pt x="75090" y="40441"/>
                                  <a:pt x="76280" y="41630"/>
                                  <a:pt x="77469" y="41630"/>
                                </a:cubicBezTo>
                                <a:cubicBezTo>
                                  <a:pt x="78658" y="41630"/>
                                  <a:pt x="79848" y="41630"/>
                                  <a:pt x="79848" y="41630"/>
                                </a:cubicBezTo>
                                <a:cubicBezTo>
                                  <a:pt x="81037" y="41630"/>
                                  <a:pt x="79848" y="40441"/>
                                  <a:pt x="79848" y="39251"/>
                                </a:cubicBezTo>
                                <a:cubicBezTo>
                                  <a:pt x="79848" y="38062"/>
                                  <a:pt x="81037" y="36872"/>
                                  <a:pt x="81037" y="35683"/>
                                </a:cubicBezTo>
                                <a:cubicBezTo>
                                  <a:pt x="81037" y="34494"/>
                                  <a:pt x="81037" y="33304"/>
                                  <a:pt x="82227" y="32115"/>
                                </a:cubicBezTo>
                                <a:cubicBezTo>
                                  <a:pt x="83416" y="30925"/>
                                  <a:pt x="84605" y="32115"/>
                                  <a:pt x="85795" y="33304"/>
                                </a:cubicBezTo>
                                <a:cubicBezTo>
                                  <a:pt x="86984" y="34494"/>
                                  <a:pt x="88174" y="34494"/>
                                  <a:pt x="89363" y="34494"/>
                                </a:cubicBezTo>
                                <a:cubicBezTo>
                                  <a:pt x="89363" y="35683"/>
                                  <a:pt x="89363" y="35683"/>
                                  <a:pt x="90553" y="36872"/>
                                </a:cubicBezTo>
                                <a:cubicBezTo>
                                  <a:pt x="90553" y="38062"/>
                                  <a:pt x="91742" y="39251"/>
                                  <a:pt x="91742" y="39251"/>
                                </a:cubicBezTo>
                                <a:cubicBezTo>
                                  <a:pt x="91742" y="40441"/>
                                  <a:pt x="91742" y="40441"/>
                                  <a:pt x="92932" y="41630"/>
                                </a:cubicBezTo>
                                <a:cubicBezTo>
                                  <a:pt x="94121" y="42820"/>
                                  <a:pt x="94121" y="41630"/>
                                  <a:pt x="95310" y="42820"/>
                                </a:cubicBezTo>
                                <a:cubicBezTo>
                                  <a:pt x="95310" y="44009"/>
                                  <a:pt x="95310" y="44009"/>
                                  <a:pt x="96500" y="44009"/>
                                </a:cubicBezTo>
                                <a:cubicBezTo>
                                  <a:pt x="97689" y="44009"/>
                                  <a:pt x="97689" y="44009"/>
                                  <a:pt x="98879" y="44009"/>
                                </a:cubicBezTo>
                                <a:cubicBezTo>
                                  <a:pt x="100068" y="45198"/>
                                  <a:pt x="102447" y="45198"/>
                                  <a:pt x="102447" y="46388"/>
                                </a:cubicBezTo>
                                <a:cubicBezTo>
                                  <a:pt x="102447" y="46388"/>
                                  <a:pt x="102447" y="47577"/>
                                  <a:pt x="102447" y="47577"/>
                                </a:cubicBezTo>
                                <a:cubicBezTo>
                                  <a:pt x="101257" y="47577"/>
                                  <a:pt x="98879" y="45198"/>
                                  <a:pt x="100068" y="48767"/>
                                </a:cubicBezTo>
                                <a:cubicBezTo>
                                  <a:pt x="100068" y="49956"/>
                                  <a:pt x="101257" y="51146"/>
                                  <a:pt x="102447" y="52335"/>
                                </a:cubicBezTo>
                                <a:cubicBezTo>
                                  <a:pt x="102447" y="52335"/>
                                  <a:pt x="103636" y="52335"/>
                                  <a:pt x="103636" y="52335"/>
                                </a:cubicBezTo>
                                <a:cubicBezTo>
                                  <a:pt x="103636" y="54714"/>
                                  <a:pt x="103636" y="55903"/>
                                  <a:pt x="103636" y="58282"/>
                                </a:cubicBezTo>
                                <a:cubicBezTo>
                                  <a:pt x="103636" y="59472"/>
                                  <a:pt x="104826" y="60661"/>
                                  <a:pt x="106015" y="63040"/>
                                </a:cubicBezTo>
                                <a:cubicBezTo>
                                  <a:pt x="107205" y="66608"/>
                                  <a:pt x="106015" y="67798"/>
                                  <a:pt x="102447" y="70177"/>
                                </a:cubicBezTo>
                                <a:cubicBezTo>
                                  <a:pt x="102447" y="79692"/>
                                  <a:pt x="102447" y="82071"/>
                                  <a:pt x="101257" y="86829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>
                              <a:lumMod val="75000"/>
                            </a:schemeClr>
                          </a:solidFill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356" name="Graphic 27">
                            <a:extLst>
                              <a:ext uri="{FF2B5EF4-FFF2-40B4-BE49-F238E27FC236}">
                                <a16:creationId xmlns:a16="http://schemas.microsoft.com/office/drawing/2014/main" id="{49082685-E8D4-6D63-1AF3-DD31DB5808E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520026" y="2601372"/>
                            <a:ext cx="208484" cy="410057"/>
                            <a:chOff x="5520026" y="2601372"/>
                            <a:chExt cx="208484" cy="410057"/>
                          </a:xfrm>
                          <a:grpFill/>
                        </p:grpSpPr>
                        <p:sp>
                          <p:nvSpPr>
                            <p:cNvPr id="357" name="Freeform 356">
                              <a:extLst>
                                <a:ext uri="{FF2B5EF4-FFF2-40B4-BE49-F238E27FC236}">
                                  <a16:creationId xmlns:a16="http://schemas.microsoft.com/office/drawing/2014/main" id="{7305237F-5DFF-63FB-0E5A-AE93AB877E8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76651" y="2848541"/>
                              <a:ext cx="9982" cy="13795"/>
                            </a:xfrm>
                            <a:custGeom>
                              <a:avLst/>
                              <a:gdLst>
                                <a:gd name="connsiteX0" fmla="*/ 2846 w 9982"/>
                                <a:gd name="connsiteY0" fmla="*/ 13317 h 13795"/>
                                <a:gd name="connsiteX1" fmla="*/ 9983 w 9982"/>
                                <a:gd name="connsiteY1" fmla="*/ 6180 h 13795"/>
                                <a:gd name="connsiteX2" fmla="*/ 8793 w 9982"/>
                                <a:gd name="connsiteY2" fmla="*/ 233 h 13795"/>
                                <a:gd name="connsiteX3" fmla="*/ 1657 w 9982"/>
                                <a:gd name="connsiteY3" fmla="*/ 6180 h 13795"/>
                                <a:gd name="connsiteX4" fmla="*/ 2846 w 9982"/>
                                <a:gd name="connsiteY4" fmla="*/ 13317 h 1379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9982" h="13795">
                                  <a:moveTo>
                                    <a:pt x="2846" y="13317"/>
                                  </a:moveTo>
                                  <a:cubicBezTo>
                                    <a:pt x="5225" y="12128"/>
                                    <a:pt x="9983" y="9749"/>
                                    <a:pt x="9983" y="6180"/>
                                  </a:cubicBezTo>
                                  <a:cubicBezTo>
                                    <a:pt x="9983" y="2612"/>
                                    <a:pt x="9983" y="-956"/>
                                    <a:pt x="8793" y="233"/>
                                  </a:cubicBezTo>
                                  <a:cubicBezTo>
                                    <a:pt x="7604" y="1423"/>
                                    <a:pt x="2846" y="4991"/>
                                    <a:pt x="1657" y="6180"/>
                                  </a:cubicBezTo>
                                  <a:cubicBezTo>
                                    <a:pt x="467" y="8559"/>
                                    <a:pt x="-1911" y="15696"/>
                                    <a:pt x="2846" y="1331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58" name="Freeform 357">
                              <a:extLst>
                                <a:ext uri="{FF2B5EF4-FFF2-40B4-BE49-F238E27FC236}">
                                  <a16:creationId xmlns:a16="http://schemas.microsoft.com/office/drawing/2014/main" id="{FF22F1B8-B2A3-7076-E5AE-9B65049BB3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55621" y="2980802"/>
                              <a:ext cx="8568" cy="4997"/>
                            </a:xfrm>
                            <a:custGeom>
                              <a:avLst/>
                              <a:gdLst>
                                <a:gd name="connsiteX0" fmla="*/ 3569 w 8568"/>
                                <a:gd name="connsiteY0" fmla="*/ 0 h 4997"/>
                                <a:gd name="connsiteX1" fmla="*/ 0 w 8568"/>
                                <a:gd name="connsiteY1" fmla="*/ 1190 h 4997"/>
                                <a:gd name="connsiteX2" fmla="*/ 5947 w 8568"/>
                                <a:gd name="connsiteY2" fmla="*/ 4758 h 4997"/>
                                <a:gd name="connsiteX3" fmla="*/ 8326 w 8568"/>
                                <a:gd name="connsiteY3" fmla="*/ 0 h 4997"/>
                                <a:gd name="connsiteX4" fmla="*/ 3569 w 8568"/>
                                <a:gd name="connsiteY4" fmla="*/ 0 h 499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8568" h="4997">
                                  <a:moveTo>
                                    <a:pt x="3569" y="0"/>
                                  </a:moveTo>
                                  <a:cubicBezTo>
                                    <a:pt x="2379" y="0"/>
                                    <a:pt x="0" y="1190"/>
                                    <a:pt x="0" y="1190"/>
                                  </a:cubicBezTo>
                                  <a:cubicBezTo>
                                    <a:pt x="0" y="2379"/>
                                    <a:pt x="0" y="5947"/>
                                    <a:pt x="5947" y="4758"/>
                                  </a:cubicBezTo>
                                  <a:cubicBezTo>
                                    <a:pt x="5947" y="4758"/>
                                    <a:pt x="9516" y="1190"/>
                                    <a:pt x="8326" y="0"/>
                                  </a:cubicBezTo>
                                  <a:cubicBezTo>
                                    <a:pt x="8326" y="0"/>
                                    <a:pt x="4758" y="0"/>
                                    <a:pt x="3569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59" name="Freeform 358">
                              <a:extLst>
                                <a:ext uri="{FF2B5EF4-FFF2-40B4-BE49-F238E27FC236}">
                                  <a16:creationId xmlns:a16="http://schemas.microsoft.com/office/drawing/2014/main" id="{2DE35561-9959-C08D-C147-960B936F03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07464" y="2952255"/>
                              <a:ext cx="5250" cy="2378"/>
                            </a:xfrm>
                            <a:custGeom>
                              <a:avLst/>
                              <a:gdLst>
                                <a:gd name="connsiteX0" fmla="*/ 1682 w 5250"/>
                                <a:gd name="connsiteY0" fmla="*/ 0 h 2378"/>
                                <a:gd name="connsiteX1" fmla="*/ 493 w 5250"/>
                                <a:gd name="connsiteY1" fmla="*/ 1189 h 2378"/>
                                <a:gd name="connsiteX2" fmla="*/ 2872 w 5250"/>
                                <a:gd name="connsiteY2" fmla="*/ 2379 h 2378"/>
                                <a:gd name="connsiteX3" fmla="*/ 5251 w 5250"/>
                                <a:gd name="connsiteY3" fmla="*/ 1189 h 2378"/>
                                <a:gd name="connsiteX4" fmla="*/ 1682 w 5250"/>
                                <a:gd name="connsiteY4" fmla="*/ 0 h 237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5250" h="2378">
                                  <a:moveTo>
                                    <a:pt x="1682" y="0"/>
                                  </a:moveTo>
                                  <a:cubicBezTo>
                                    <a:pt x="493" y="0"/>
                                    <a:pt x="-697" y="0"/>
                                    <a:pt x="493" y="1189"/>
                                  </a:cubicBezTo>
                                  <a:cubicBezTo>
                                    <a:pt x="493" y="2379"/>
                                    <a:pt x="1682" y="2379"/>
                                    <a:pt x="2872" y="2379"/>
                                  </a:cubicBezTo>
                                  <a:cubicBezTo>
                                    <a:pt x="2872" y="2379"/>
                                    <a:pt x="5251" y="2379"/>
                                    <a:pt x="5251" y="1189"/>
                                  </a:cubicBezTo>
                                  <a:cubicBezTo>
                                    <a:pt x="4061" y="0"/>
                                    <a:pt x="2872" y="0"/>
                                    <a:pt x="1682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0" name="Freeform 359">
                              <a:extLst>
                                <a:ext uri="{FF2B5EF4-FFF2-40B4-BE49-F238E27FC236}">
                                  <a16:creationId xmlns:a16="http://schemas.microsoft.com/office/drawing/2014/main" id="{146DD49A-D000-19A7-77E1-D3EBB657A7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45004" y="2699203"/>
                              <a:ext cx="183505" cy="312226"/>
                            </a:xfrm>
                            <a:custGeom>
                              <a:avLst/>
                              <a:gdLst>
                                <a:gd name="connsiteX0" fmla="*/ 183173 w 183505"/>
                                <a:gd name="connsiteY0" fmla="*/ 213801 h 312226"/>
                                <a:gd name="connsiteX1" fmla="*/ 180794 w 183505"/>
                                <a:gd name="connsiteY1" fmla="*/ 206664 h 312226"/>
                                <a:gd name="connsiteX2" fmla="*/ 176036 w 183505"/>
                                <a:gd name="connsiteY2" fmla="*/ 201907 h 312226"/>
                                <a:gd name="connsiteX3" fmla="*/ 168900 w 183505"/>
                                <a:gd name="connsiteY3" fmla="*/ 198338 h 312226"/>
                                <a:gd name="connsiteX4" fmla="*/ 160574 w 183505"/>
                                <a:gd name="connsiteY4" fmla="*/ 199528 h 312226"/>
                                <a:gd name="connsiteX5" fmla="*/ 152248 w 183505"/>
                                <a:gd name="connsiteY5" fmla="*/ 200717 h 312226"/>
                                <a:gd name="connsiteX6" fmla="*/ 152248 w 183505"/>
                                <a:gd name="connsiteY6" fmla="*/ 210233 h 312226"/>
                                <a:gd name="connsiteX7" fmla="*/ 151058 w 183505"/>
                                <a:gd name="connsiteY7" fmla="*/ 210233 h 312226"/>
                                <a:gd name="connsiteX8" fmla="*/ 142732 w 183505"/>
                                <a:gd name="connsiteY8" fmla="*/ 204285 h 312226"/>
                                <a:gd name="connsiteX9" fmla="*/ 147490 w 183505"/>
                                <a:gd name="connsiteY9" fmla="*/ 193581 h 312226"/>
                                <a:gd name="connsiteX10" fmla="*/ 143922 w 183505"/>
                                <a:gd name="connsiteY10" fmla="*/ 184065 h 312226"/>
                                <a:gd name="connsiteX11" fmla="*/ 139164 w 183505"/>
                                <a:gd name="connsiteY11" fmla="*/ 181686 h 312226"/>
                                <a:gd name="connsiteX12" fmla="*/ 136785 w 183505"/>
                                <a:gd name="connsiteY12" fmla="*/ 180497 h 312226"/>
                                <a:gd name="connsiteX13" fmla="*/ 135596 w 183505"/>
                                <a:gd name="connsiteY13" fmla="*/ 178118 h 312226"/>
                                <a:gd name="connsiteX14" fmla="*/ 124891 w 183505"/>
                                <a:gd name="connsiteY14" fmla="*/ 174550 h 312226"/>
                                <a:gd name="connsiteX15" fmla="*/ 129648 w 183505"/>
                                <a:gd name="connsiteY15" fmla="*/ 174550 h 312226"/>
                                <a:gd name="connsiteX16" fmla="*/ 134406 w 183505"/>
                                <a:gd name="connsiteY16" fmla="*/ 174550 h 312226"/>
                                <a:gd name="connsiteX17" fmla="*/ 142732 w 183505"/>
                                <a:gd name="connsiteY17" fmla="*/ 176928 h 312226"/>
                                <a:gd name="connsiteX18" fmla="*/ 137975 w 183505"/>
                                <a:gd name="connsiteY18" fmla="*/ 173360 h 312226"/>
                                <a:gd name="connsiteX19" fmla="*/ 135596 w 183505"/>
                                <a:gd name="connsiteY19" fmla="*/ 168602 h 312226"/>
                                <a:gd name="connsiteX20" fmla="*/ 133217 w 183505"/>
                                <a:gd name="connsiteY20" fmla="*/ 163845 h 312226"/>
                                <a:gd name="connsiteX21" fmla="*/ 134406 w 183505"/>
                                <a:gd name="connsiteY21" fmla="*/ 159087 h 312226"/>
                                <a:gd name="connsiteX22" fmla="*/ 129648 w 183505"/>
                                <a:gd name="connsiteY22" fmla="*/ 156708 h 312226"/>
                                <a:gd name="connsiteX23" fmla="*/ 127269 w 183505"/>
                                <a:gd name="connsiteY23" fmla="*/ 153140 h 312226"/>
                                <a:gd name="connsiteX24" fmla="*/ 124891 w 183505"/>
                                <a:gd name="connsiteY24" fmla="*/ 148382 h 312226"/>
                                <a:gd name="connsiteX25" fmla="*/ 121322 w 183505"/>
                                <a:gd name="connsiteY25" fmla="*/ 146003 h 312226"/>
                                <a:gd name="connsiteX26" fmla="*/ 117754 w 183505"/>
                                <a:gd name="connsiteY26" fmla="*/ 144814 h 312226"/>
                                <a:gd name="connsiteX27" fmla="*/ 115375 w 183505"/>
                                <a:gd name="connsiteY27" fmla="*/ 144814 h 312226"/>
                                <a:gd name="connsiteX28" fmla="*/ 111807 w 183505"/>
                                <a:gd name="connsiteY28" fmla="*/ 143624 h 312226"/>
                                <a:gd name="connsiteX29" fmla="*/ 110617 w 183505"/>
                                <a:gd name="connsiteY29" fmla="*/ 141245 h 312226"/>
                                <a:gd name="connsiteX30" fmla="*/ 107049 w 183505"/>
                                <a:gd name="connsiteY30" fmla="*/ 136488 h 312226"/>
                                <a:gd name="connsiteX31" fmla="*/ 102291 w 183505"/>
                                <a:gd name="connsiteY31" fmla="*/ 122215 h 312226"/>
                                <a:gd name="connsiteX32" fmla="*/ 98723 w 183505"/>
                                <a:gd name="connsiteY32" fmla="*/ 109131 h 312226"/>
                                <a:gd name="connsiteX33" fmla="*/ 95155 w 183505"/>
                                <a:gd name="connsiteY33" fmla="*/ 107941 h 312226"/>
                                <a:gd name="connsiteX34" fmla="*/ 92776 w 183505"/>
                                <a:gd name="connsiteY34" fmla="*/ 105562 h 312226"/>
                                <a:gd name="connsiteX35" fmla="*/ 88018 w 183505"/>
                                <a:gd name="connsiteY35" fmla="*/ 99615 h 312226"/>
                                <a:gd name="connsiteX36" fmla="*/ 79692 w 183505"/>
                                <a:gd name="connsiteY36" fmla="*/ 96047 h 312226"/>
                                <a:gd name="connsiteX37" fmla="*/ 76124 w 183505"/>
                                <a:gd name="connsiteY37" fmla="*/ 93668 h 312226"/>
                                <a:gd name="connsiteX38" fmla="*/ 71366 w 183505"/>
                                <a:gd name="connsiteY38" fmla="*/ 96047 h 312226"/>
                                <a:gd name="connsiteX39" fmla="*/ 53525 w 183505"/>
                                <a:gd name="connsiteY39" fmla="*/ 96047 h 312226"/>
                                <a:gd name="connsiteX40" fmla="*/ 53525 w 183505"/>
                                <a:gd name="connsiteY40" fmla="*/ 93668 h 312226"/>
                                <a:gd name="connsiteX41" fmla="*/ 60661 w 183505"/>
                                <a:gd name="connsiteY41" fmla="*/ 93668 h 312226"/>
                                <a:gd name="connsiteX42" fmla="*/ 66608 w 183505"/>
                                <a:gd name="connsiteY42" fmla="*/ 90100 h 312226"/>
                                <a:gd name="connsiteX43" fmla="*/ 68987 w 183505"/>
                                <a:gd name="connsiteY43" fmla="*/ 87721 h 312226"/>
                                <a:gd name="connsiteX44" fmla="*/ 72556 w 183505"/>
                                <a:gd name="connsiteY44" fmla="*/ 87721 h 312226"/>
                                <a:gd name="connsiteX45" fmla="*/ 73745 w 183505"/>
                                <a:gd name="connsiteY45" fmla="*/ 84152 h 312226"/>
                                <a:gd name="connsiteX46" fmla="*/ 71366 w 183505"/>
                                <a:gd name="connsiteY46" fmla="*/ 79395 h 312226"/>
                                <a:gd name="connsiteX47" fmla="*/ 65419 w 183505"/>
                                <a:gd name="connsiteY47" fmla="*/ 80584 h 312226"/>
                                <a:gd name="connsiteX48" fmla="*/ 73745 w 183505"/>
                                <a:gd name="connsiteY48" fmla="*/ 75826 h 312226"/>
                                <a:gd name="connsiteX49" fmla="*/ 80881 w 183505"/>
                                <a:gd name="connsiteY49" fmla="*/ 66311 h 312226"/>
                                <a:gd name="connsiteX50" fmla="*/ 86829 w 183505"/>
                                <a:gd name="connsiteY50" fmla="*/ 54417 h 312226"/>
                                <a:gd name="connsiteX51" fmla="*/ 88018 w 183505"/>
                                <a:gd name="connsiteY51" fmla="*/ 47280 h 312226"/>
                                <a:gd name="connsiteX52" fmla="*/ 91586 w 183505"/>
                                <a:gd name="connsiteY52" fmla="*/ 42522 h 312226"/>
                                <a:gd name="connsiteX53" fmla="*/ 89208 w 183505"/>
                                <a:gd name="connsiteY53" fmla="*/ 37765 h 312226"/>
                                <a:gd name="connsiteX54" fmla="*/ 83260 w 183505"/>
                                <a:gd name="connsiteY54" fmla="*/ 34196 h 312226"/>
                                <a:gd name="connsiteX55" fmla="*/ 66608 w 183505"/>
                                <a:gd name="connsiteY55" fmla="*/ 35386 h 312226"/>
                                <a:gd name="connsiteX56" fmla="*/ 55903 w 183505"/>
                                <a:gd name="connsiteY56" fmla="*/ 34196 h 312226"/>
                                <a:gd name="connsiteX57" fmla="*/ 42820 w 183505"/>
                                <a:gd name="connsiteY57" fmla="*/ 40143 h 312226"/>
                                <a:gd name="connsiteX58" fmla="*/ 48767 w 183505"/>
                                <a:gd name="connsiteY58" fmla="*/ 31817 h 312226"/>
                                <a:gd name="connsiteX59" fmla="*/ 48767 w 183505"/>
                                <a:gd name="connsiteY59" fmla="*/ 25870 h 312226"/>
                                <a:gd name="connsiteX60" fmla="*/ 55903 w 183505"/>
                                <a:gd name="connsiteY60" fmla="*/ 19923 h 312226"/>
                                <a:gd name="connsiteX61" fmla="*/ 61850 w 183505"/>
                                <a:gd name="connsiteY61" fmla="*/ 12786 h 312226"/>
                                <a:gd name="connsiteX62" fmla="*/ 65419 w 183505"/>
                                <a:gd name="connsiteY62" fmla="*/ 9218 h 312226"/>
                                <a:gd name="connsiteX63" fmla="*/ 63040 w 183505"/>
                                <a:gd name="connsiteY63" fmla="*/ 5650 h 312226"/>
                                <a:gd name="connsiteX64" fmla="*/ 64229 w 183505"/>
                                <a:gd name="connsiteY64" fmla="*/ 892 h 312226"/>
                                <a:gd name="connsiteX65" fmla="*/ 59472 w 183505"/>
                                <a:gd name="connsiteY65" fmla="*/ 892 h 312226"/>
                                <a:gd name="connsiteX66" fmla="*/ 54714 w 183505"/>
                                <a:gd name="connsiteY66" fmla="*/ 2082 h 312226"/>
                                <a:gd name="connsiteX67" fmla="*/ 48767 w 183505"/>
                                <a:gd name="connsiteY67" fmla="*/ 3271 h 312226"/>
                                <a:gd name="connsiteX68" fmla="*/ 36873 w 183505"/>
                                <a:gd name="connsiteY68" fmla="*/ 5650 h 312226"/>
                                <a:gd name="connsiteX69" fmla="*/ 35683 w 183505"/>
                                <a:gd name="connsiteY69" fmla="*/ 4460 h 312226"/>
                                <a:gd name="connsiteX70" fmla="*/ 35683 w 183505"/>
                                <a:gd name="connsiteY70" fmla="*/ 6839 h 312226"/>
                                <a:gd name="connsiteX71" fmla="*/ 33304 w 183505"/>
                                <a:gd name="connsiteY71" fmla="*/ 6839 h 312226"/>
                                <a:gd name="connsiteX72" fmla="*/ 32115 w 183505"/>
                                <a:gd name="connsiteY72" fmla="*/ 4460 h 312226"/>
                                <a:gd name="connsiteX73" fmla="*/ 27357 w 183505"/>
                                <a:gd name="connsiteY73" fmla="*/ 3271 h 312226"/>
                                <a:gd name="connsiteX74" fmla="*/ 24978 w 183505"/>
                                <a:gd name="connsiteY74" fmla="*/ 6839 h 312226"/>
                                <a:gd name="connsiteX75" fmla="*/ 23789 w 183505"/>
                                <a:gd name="connsiteY75" fmla="*/ 13976 h 312226"/>
                                <a:gd name="connsiteX76" fmla="*/ 20220 w 183505"/>
                                <a:gd name="connsiteY76" fmla="*/ 15165 h 312226"/>
                                <a:gd name="connsiteX77" fmla="*/ 20220 w 183505"/>
                                <a:gd name="connsiteY77" fmla="*/ 17544 h 312226"/>
                                <a:gd name="connsiteX78" fmla="*/ 20220 w 183505"/>
                                <a:gd name="connsiteY78" fmla="*/ 19923 h 312226"/>
                                <a:gd name="connsiteX79" fmla="*/ 17842 w 183505"/>
                                <a:gd name="connsiteY79" fmla="*/ 22302 h 312226"/>
                                <a:gd name="connsiteX80" fmla="*/ 22599 w 183505"/>
                                <a:gd name="connsiteY80" fmla="*/ 27060 h 312226"/>
                                <a:gd name="connsiteX81" fmla="*/ 16652 w 183505"/>
                                <a:gd name="connsiteY81" fmla="*/ 28249 h 312226"/>
                                <a:gd name="connsiteX82" fmla="*/ 13084 w 183505"/>
                                <a:gd name="connsiteY82" fmla="*/ 25870 h 312226"/>
                                <a:gd name="connsiteX83" fmla="*/ 11894 w 183505"/>
                                <a:gd name="connsiteY83" fmla="*/ 30628 h 312226"/>
                                <a:gd name="connsiteX84" fmla="*/ 9515 w 183505"/>
                                <a:gd name="connsiteY84" fmla="*/ 34196 h 312226"/>
                                <a:gd name="connsiteX85" fmla="*/ 10705 w 183505"/>
                                <a:gd name="connsiteY85" fmla="*/ 37765 h 312226"/>
                                <a:gd name="connsiteX86" fmla="*/ 13084 w 183505"/>
                                <a:gd name="connsiteY86" fmla="*/ 40143 h 312226"/>
                                <a:gd name="connsiteX87" fmla="*/ 10705 w 183505"/>
                                <a:gd name="connsiteY87" fmla="*/ 41333 h 312226"/>
                                <a:gd name="connsiteX88" fmla="*/ 9515 w 183505"/>
                                <a:gd name="connsiteY88" fmla="*/ 40143 h 312226"/>
                                <a:gd name="connsiteX89" fmla="*/ 10705 w 183505"/>
                                <a:gd name="connsiteY89" fmla="*/ 46091 h 312226"/>
                                <a:gd name="connsiteX90" fmla="*/ 13084 w 183505"/>
                                <a:gd name="connsiteY90" fmla="*/ 46091 h 312226"/>
                                <a:gd name="connsiteX91" fmla="*/ 11894 w 183505"/>
                                <a:gd name="connsiteY91" fmla="*/ 48469 h 312226"/>
                                <a:gd name="connsiteX92" fmla="*/ 16652 w 183505"/>
                                <a:gd name="connsiteY92" fmla="*/ 48469 h 312226"/>
                                <a:gd name="connsiteX93" fmla="*/ 16652 w 183505"/>
                                <a:gd name="connsiteY93" fmla="*/ 49659 h 312226"/>
                                <a:gd name="connsiteX94" fmla="*/ 14273 w 183505"/>
                                <a:gd name="connsiteY94" fmla="*/ 49659 h 312226"/>
                                <a:gd name="connsiteX95" fmla="*/ 10705 w 183505"/>
                                <a:gd name="connsiteY95" fmla="*/ 54417 h 312226"/>
                                <a:gd name="connsiteX96" fmla="*/ 13084 w 183505"/>
                                <a:gd name="connsiteY96" fmla="*/ 59174 h 312226"/>
                                <a:gd name="connsiteX97" fmla="*/ 9515 w 183505"/>
                                <a:gd name="connsiteY97" fmla="*/ 59174 h 312226"/>
                                <a:gd name="connsiteX98" fmla="*/ 7137 w 183505"/>
                                <a:gd name="connsiteY98" fmla="*/ 66311 h 312226"/>
                                <a:gd name="connsiteX99" fmla="*/ 0 w 183505"/>
                                <a:gd name="connsiteY99" fmla="*/ 68690 h 312226"/>
                                <a:gd name="connsiteX100" fmla="*/ 8326 w 183505"/>
                                <a:gd name="connsiteY100" fmla="*/ 69879 h 312226"/>
                                <a:gd name="connsiteX101" fmla="*/ 8326 w 183505"/>
                                <a:gd name="connsiteY101" fmla="*/ 73448 h 312226"/>
                                <a:gd name="connsiteX102" fmla="*/ 11894 w 183505"/>
                                <a:gd name="connsiteY102" fmla="*/ 75826 h 312226"/>
                                <a:gd name="connsiteX103" fmla="*/ 16652 w 183505"/>
                                <a:gd name="connsiteY103" fmla="*/ 72258 h 312226"/>
                                <a:gd name="connsiteX104" fmla="*/ 22599 w 183505"/>
                                <a:gd name="connsiteY104" fmla="*/ 68690 h 312226"/>
                                <a:gd name="connsiteX105" fmla="*/ 19031 w 183505"/>
                                <a:gd name="connsiteY105" fmla="*/ 77016 h 312226"/>
                                <a:gd name="connsiteX106" fmla="*/ 15463 w 183505"/>
                                <a:gd name="connsiteY106" fmla="*/ 85342 h 312226"/>
                                <a:gd name="connsiteX107" fmla="*/ 15463 w 183505"/>
                                <a:gd name="connsiteY107" fmla="*/ 90100 h 312226"/>
                                <a:gd name="connsiteX108" fmla="*/ 14273 w 183505"/>
                                <a:gd name="connsiteY108" fmla="*/ 93668 h 312226"/>
                                <a:gd name="connsiteX109" fmla="*/ 13084 w 183505"/>
                                <a:gd name="connsiteY109" fmla="*/ 103183 h 312226"/>
                                <a:gd name="connsiteX110" fmla="*/ 14273 w 183505"/>
                                <a:gd name="connsiteY110" fmla="*/ 104373 h 312226"/>
                                <a:gd name="connsiteX111" fmla="*/ 11894 w 183505"/>
                                <a:gd name="connsiteY111" fmla="*/ 113888 h 312226"/>
                                <a:gd name="connsiteX112" fmla="*/ 10705 w 183505"/>
                                <a:gd name="connsiteY112" fmla="*/ 118646 h 312226"/>
                                <a:gd name="connsiteX113" fmla="*/ 8326 w 183505"/>
                                <a:gd name="connsiteY113" fmla="*/ 122215 h 312226"/>
                                <a:gd name="connsiteX114" fmla="*/ 14273 w 183505"/>
                                <a:gd name="connsiteY114" fmla="*/ 122215 h 312226"/>
                                <a:gd name="connsiteX115" fmla="*/ 14273 w 183505"/>
                                <a:gd name="connsiteY115" fmla="*/ 113888 h 312226"/>
                                <a:gd name="connsiteX116" fmla="*/ 16652 w 183505"/>
                                <a:gd name="connsiteY116" fmla="*/ 105562 h 312226"/>
                                <a:gd name="connsiteX117" fmla="*/ 17842 w 183505"/>
                                <a:gd name="connsiteY117" fmla="*/ 101994 h 312226"/>
                                <a:gd name="connsiteX118" fmla="*/ 17842 w 183505"/>
                                <a:gd name="connsiteY118" fmla="*/ 97236 h 312226"/>
                                <a:gd name="connsiteX119" fmla="*/ 22599 w 183505"/>
                                <a:gd name="connsiteY119" fmla="*/ 91289 h 312226"/>
                                <a:gd name="connsiteX120" fmla="*/ 20220 w 183505"/>
                                <a:gd name="connsiteY120" fmla="*/ 97236 h 312226"/>
                                <a:gd name="connsiteX121" fmla="*/ 20220 w 183505"/>
                                <a:gd name="connsiteY121" fmla="*/ 101994 h 312226"/>
                                <a:gd name="connsiteX122" fmla="*/ 22599 w 183505"/>
                                <a:gd name="connsiteY122" fmla="*/ 98426 h 312226"/>
                                <a:gd name="connsiteX123" fmla="*/ 23789 w 183505"/>
                                <a:gd name="connsiteY123" fmla="*/ 98426 h 312226"/>
                                <a:gd name="connsiteX124" fmla="*/ 29736 w 183505"/>
                                <a:gd name="connsiteY124" fmla="*/ 99615 h 312226"/>
                                <a:gd name="connsiteX125" fmla="*/ 29736 w 183505"/>
                                <a:gd name="connsiteY125" fmla="*/ 91289 h 312226"/>
                                <a:gd name="connsiteX126" fmla="*/ 33304 w 183505"/>
                                <a:gd name="connsiteY126" fmla="*/ 100805 h 312226"/>
                                <a:gd name="connsiteX127" fmla="*/ 29736 w 183505"/>
                                <a:gd name="connsiteY127" fmla="*/ 109131 h 312226"/>
                                <a:gd name="connsiteX128" fmla="*/ 33304 w 183505"/>
                                <a:gd name="connsiteY128" fmla="*/ 117457 h 312226"/>
                                <a:gd name="connsiteX129" fmla="*/ 30925 w 183505"/>
                                <a:gd name="connsiteY129" fmla="*/ 121025 h 312226"/>
                                <a:gd name="connsiteX130" fmla="*/ 29736 w 183505"/>
                                <a:gd name="connsiteY130" fmla="*/ 125783 h 312226"/>
                                <a:gd name="connsiteX131" fmla="*/ 27357 w 183505"/>
                                <a:gd name="connsiteY131" fmla="*/ 130541 h 312226"/>
                                <a:gd name="connsiteX132" fmla="*/ 27357 w 183505"/>
                                <a:gd name="connsiteY132" fmla="*/ 135298 h 312226"/>
                                <a:gd name="connsiteX133" fmla="*/ 24978 w 183505"/>
                                <a:gd name="connsiteY133" fmla="*/ 135298 h 312226"/>
                                <a:gd name="connsiteX134" fmla="*/ 23789 w 183505"/>
                                <a:gd name="connsiteY134" fmla="*/ 140056 h 312226"/>
                                <a:gd name="connsiteX135" fmla="*/ 29736 w 183505"/>
                                <a:gd name="connsiteY135" fmla="*/ 147193 h 312226"/>
                                <a:gd name="connsiteX136" fmla="*/ 33304 w 183505"/>
                                <a:gd name="connsiteY136" fmla="*/ 141245 h 312226"/>
                                <a:gd name="connsiteX137" fmla="*/ 42820 w 183505"/>
                                <a:gd name="connsiteY137" fmla="*/ 146003 h 312226"/>
                                <a:gd name="connsiteX138" fmla="*/ 41630 w 183505"/>
                                <a:gd name="connsiteY138" fmla="*/ 141245 h 312226"/>
                                <a:gd name="connsiteX139" fmla="*/ 39251 w 183505"/>
                                <a:gd name="connsiteY139" fmla="*/ 137677 h 312226"/>
                                <a:gd name="connsiteX140" fmla="*/ 44009 w 183505"/>
                                <a:gd name="connsiteY140" fmla="*/ 140056 h 312226"/>
                                <a:gd name="connsiteX141" fmla="*/ 49956 w 183505"/>
                                <a:gd name="connsiteY141" fmla="*/ 141245 h 312226"/>
                                <a:gd name="connsiteX142" fmla="*/ 59472 w 183505"/>
                                <a:gd name="connsiteY142" fmla="*/ 135298 h 312226"/>
                                <a:gd name="connsiteX143" fmla="*/ 70177 w 183505"/>
                                <a:gd name="connsiteY143" fmla="*/ 134109 h 312226"/>
                                <a:gd name="connsiteX144" fmla="*/ 70177 w 183505"/>
                                <a:gd name="connsiteY144" fmla="*/ 135298 h 312226"/>
                                <a:gd name="connsiteX145" fmla="*/ 58282 w 183505"/>
                                <a:gd name="connsiteY145" fmla="*/ 148382 h 312226"/>
                                <a:gd name="connsiteX146" fmla="*/ 58282 w 183505"/>
                                <a:gd name="connsiteY146" fmla="*/ 150761 h 312226"/>
                                <a:gd name="connsiteX147" fmla="*/ 63040 w 183505"/>
                                <a:gd name="connsiteY147" fmla="*/ 160276 h 312226"/>
                                <a:gd name="connsiteX148" fmla="*/ 67798 w 183505"/>
                                <a:gd name="connsiteY148" fmla="*/ 166224 h 312226"/>
                                <a:gd name="connsiteX149" fmla="*/ 74934 w 183505"/>
                                <a:gd name="connsiteY149" fmla="*/ 163845 h 312226"/>
                                <a:gd name="connsiteX150" fmla="*/ 73745 w 183505"/>
                                <a:gd name="connsiteY150" fmla="*/ 172171 h 312226"/>
                                <a:gd name="connsiteX151" fmla="*/ 67798 w 183505"/>
                                <a:gd name="connsiteY151" fmla="*/ 173360 h 312226"/>
                                <a:gd name="connsiteX152" fmla="*/ 70177 w 183505"/>
                                <a:gd name="connsiteY152" fmla="*/ 179307 h 312226"/>
                                <a:gd name="connsiteX153" fmla="*/ 70177 w 183505"/>
                                <a:gd name="connsiteY153" fmla="*/ 185254 h 312226"/>
                                <a:gd name="connsiteX154" fmla="*/ 77313 w 183505"/>
                                <a:gd name="connsiteY154" fmla="*/ 194770 h 312226"/>
                                <a:gd name="connsiteX155" fmla="*/ 79692 w 183505"/>
                                <a:gd name="connsiteY155" fmla="*/ 195959 h 312226"/>
                                <a:gd name="connsiteX156" fmla="*/ 73745 w 183505"/>
                                <a:gd name="connsiteY156" fmla="*/ 194770 h 312226"/>
                                <a:gd name="connsiteX157" fmla="*/ 68987 w 183505"/>
                                <a:gd name="connsiteY157" fmla="*/ 192391 h 312226"/>
                                <a:gd name="connsiteX158" fmla="*/ 71366 w 183505"/>
                                <a:gd name="connsiteY158" fmla="*/ 198338 h 312226"/>
                                <a:gd name="connsiteX159" fmla="*/ 66608 w 183505"/>
                                <a:gd name="connsiteY159" fmla="*/ 194770 h 312226"/>
                                <a:gd name="connsiteX160" fmla="*/ 60661 w 183505"/>
                                <a:gd name="connsiteY160" fmla="*/ 195959 h 312226"/>
                                <a:gd name="connsiteX161" fmla="*/ 53525 w 183505"/>
                                <a:gd name="connsiteY161" fmla="*/ 195959 h 312226"/>
                                <a:gd name="connsiteX162" fmla="*/ 46388 w 183505"/>
                                <a:gd name="connsiteY162" fmla="*/ 197149 h 312226"/>
                                <a:gd name="connsiteX163" fmla="*/ 44009 w 183505"/>
                                <a:gd name="connsiteY163" fmla="*/ 193581 h 312226"/>
                                <a:gd name="connsiteX164" fmla="*/ 41630 w 183505"/>
                                <a:gd name="connsiteY164" fmla="*/ 190012 h 312226"/>
                                <a:gd name="connsiteX165" fmla="*/ 35683 w 183505"/>
                                <a:gd name="connsiteY165" fmla="*/ 197149 h 312226"/>
                                <a:gd name="connsiteX166" fmla="*/ 39251 w 183505"/>
                                <a:gd name="connsiteY166" fmla="*/ 204285 h 312226"/>
                                <a:gd name="connsiteX167" fmla="*/ 32115 w 183505"/>
                                <a:gd name="connsiteY167" fmla="*/ 210233 h 312226"/>
                                <a:gd name="connsiteX168" fmla="*/ 32115 w 183505"/>
                                <a:gd name="connsiteY168" fmla="*/ 212611 h 312226"/>
                                <a:gd name="connsiteX169" fmla="*/ 46388 w 183505"/>
                                <a:gd name="connsiteY169" fmla="*/ 213801 h 312226"/>
                                <a:gd name="connsiteX170" fmla="*/ 47577 w 183505"/>
                                <a:gd name="connsiteY170" fmla="*/ 214990 h 312226"/>
                                <a:gd name="connsiteX171" fmla="*/ 45198 w 183505"/>
                                <a:gd name="connsiteY171" fmla="*/ 220937 h 312226"/>
                                <a:gd name="connsiteX172" fmla="*/ 46388 w 183505"/>
                                <a:gd name="connsiteY172" fmla="*/ 226885 h 312226"/>
                                <a:gd name="connsiteX173" fmla="*/ 44009 w 183505"/>
                                <a:gd name="connsiteY173" fmla="*/ 232832 h 312226"/>
                                <a:gd name="connsiteX174" fmla="*/ 39251 w 183505"/>
                                <a:gd name="connsiteY174" fmla="*/ 235211 h 312226"/>
                                <a:gd name="connsiteX175" fmla="*/ 28546 w 183505"/>
                                <a:gd name="connsiteY175" fmla="*/ 241158 h 312226"/>
                                <a:gd name="connsiteX176" fmla="*/ 17842 w 183505"/>
                                <a:gd name="connsiteY176" fmla="*/ 247105 h 312226"/>
                                <a:gd name="connsiteX177" fmla="*/ 21410 w 183505"/>
                                <a:gd name="connsiteY177" fmla="*/ 247105 h 312226"/>
                                <a:gd name="connsiteX178" fmla="*/ 19031 w 183505"/>
                                <a:gd name="connsiteY178" fmla="*/ 250673 h 312226"/>
                                <a:gd name="connsiteX179" fmla="*/ 21410 w 183505"/>
                                <a:gd name="connsiteY179" fmla="*/ 253052 h 312226"/>
                                <a:gd name="connsiteX180" fmla="*/ 23789 w 183505"/>
                                <a:gd name="connsiteY180" fmla="*/ 253052 h 312226"/>
                                <a:gd name="connsiteX181" fmla="*/ 24978 w 183505"/>
                                <a:gd name="connsiteY181" fmla="*/ 254242 h 312226"/>
                                <a:gd name="connsiteX182" fmla="*/ 30925 w 183505"/>
                                <a:gd name="connsiteY182" fmla="*/ 253052 h 312226"/>
                                <a:gd name="connsiteX183" fmla="*/ 42820 w 183505"/>
                                <a:gd name="connsiteY183" fmla="*/ 253052 h 312226"/>
                                <a:gd name="connsiteX184" fmla="*/ 46388 w 183505"/>
                                <a:gd name="connsiteY184" fmla="*/ 253052 h 312226"/>
                                <a:gd name="connsiteX185" fmla="*/ 44009 w 183505"/>
                                <a:gd name="connsiteY185" fmla="*/ 256621 h 312226"/>
                                <a:gd name="connsiteX186" fmla="*/ 55903 w 183505"/>
                                <a:gd name="connsiteY186" fmla="*/ 256621 h 312226"/>
                                <a:gd name="connsiteX187" fmla="*/ 59472 w 183505"/>
                                <a:gd name="connsiteY187" fmla="*/ 261378 h 312226"/>
                                <a:gd name="connsiteX188" fmla="*/ 65419 w 183505"/>
                                <a:gd name="connsiteY188" fmla="*/ 262568 h 312226"/>
                                <a:gd name="connsiteX189" fmla="*/ 76124 w 183505"/>
                                <a:gd name="connsiteY189" fmla="*/ 257810 h 312226"/>
                                <a:gd name="connsiteX190" fmla="*/ 86829 w 183505"/>
                                <a:gd name="connsiteY190" fmla="*/ 251863 h 312226"/>
                                <a:gd name="connsiteX191" fmla="*/ 79692 w 183505"/>
                                <a:gd name="connsiteY191" fmla="*/ 260189 h 312226"/>
                                <a:gd name="connsiteX192" fmla="*/ 76124 w 183505"/>
                                <a:gd name="connsiteY192" fmla="*/ 264947 h 312226"/>
                                <a:gd name="connsiteX193" fmla="*/ 77313 w 183505"/>
                                <a:gd name="connsiteY193" fmla="*/ 270894 h 312226"/>
                                <a:gd name="connsiteX194" fmla="*/ 58282 w 183505"/>
                                <a:gd name="connsiteY194" fmla="*/ 269704 h 312226"/>
                                <a:gd name="connsiteX195" fmla="*/ 47577 w 183505"/>
                                <a:gd name="connsiteY195" fmla="*/ 268515 h 312226"/>
                                <a:gd name="connsiteX196" fmla="*/ 45198 w 183505"/>
                                <a:gd name="connsiteY196" fmla="*/ 272083 h 312226"/>
                                <a:gd name="connsiteX197" fmla="*/ 42820 w 183505"/>
                                <a:gd name="connsiteY197" fmla="*/ 275652 h 312226"/>
                                <a:gd name="connsiteX198" fmla="*/ 41630 w 183505"/>
                                <a:gd name="connsiteY198" fmla="*/ 275652 h 312226"/>
                                <a:gd name="connsiteX199" fmla="*/ 36873 w 183505"/>
                                <a:gd name="connsiteY199" fmla="*/ 279220 h 312226"/>
                                <a:gd name="connsiteX200" fmla="*/ 35683 w 183505"/>
                                <a:gd name="connsiteY200" fmla="*/ 286356 h 312226"/>
                                <a:gd name="connsiteX201" fmla="*/ 24978 w 183505"/>
                                <a:gd name="connsiteY201" fmla="*/ 294683 h 312226"/>
                                <a:gd name="connsiteX202" fmla="*/ 14273 w 183505"/>
                                <a:gd name="connsiteY202" fmla="*/ 304198 h 312226"/>
                                <a:gd name="connsiteX203" fmla="*/ 9515 w 183505"/>
                                <a:gd name="connsiteY203" fmla="*/ 307766 h 312226"/>
                                <a:gd name="connsiteX204" fmla="*/ 14273 w 183505"/>
                                <a:gd name="connsiteY204" fmla="*/ 308956 h 312226"/>
                                <a:gd name="connsiteX205" fmla="*/ 20220 w 183505"/>
                                <a:gd name="connsiteY205" fmla="*/ 311335 h 312226"/>
                                <a:gd name="connsiteX206" fmla="*/ 23789 w 183505"/>
                                <a:gd name="connsiteY206" fmla="*/ 311335 h 312226"/>
                                <a:gd name="connsiteX207" fmla="*/ 24978 w 183505"/>
                                <a:gd name="connsiteY207" fmla="*/ 308956 h 312226"/>
                                <a:gd name="connsiteX208" fmla="*/ 28546 w 183505"/>
                                <a:gd name="connsiteY208" fmla="*/ 304198 h 312226"/>
                                <a:gd name="connsiteX209" fmla="*/ 32115 w 183505"/>
                                <a:gd name="connsiteY209" fmla="*/ 303009 h 312226"/>
                                <a:gd name="connsiteX210" fmla="*/ 34494 w 183505"/>
                                <a:gd name="connsiteY210" fmla="*/ 300630 h 312226"/>
                                <a:gd name="connsiteX211" fmla="*/ 41630 w 183505"/>
                                <a:gd name="connsiteY211" fmla="*/ 299440 h 312226"/>
                                <a:gd name="connsiteX212" fmla="*/ 48767 w 183505"/>
                                <a:gd name="connsiteY212" fmla="*/ 299440 h 312226"/>
                                <a:gd name="connsiteX213" fmla="*/ 51146 w 183505"/>
                                <a:gd name="connsiteY213" fmla="*/ 301819 h 312226"/>
                                <a:gd name="connsiteX214" fmla="*/ 54714 w 183505"/>
                                <a:gd name="connsiteY214" fmla="*/ 303009 h 312226"/>
                                <a:gd name="connsiteX215" fmla="*/ 60661 w 183505"/>
                                <a:gd name="connsiteY215" fmla="*/ 301819 h 312226"/>
                                <a:gd name="connsiteX216" fmla="*/ 66608 w 183505"/>
                                <a:gd name="connsiteY216" fmla="*/ 288735 h 312226"/>
                                <a:gd name="connsiteX217" fmla="*/ 79692 w 183505"/>
                                <a:gd name="connsiteY217" fmla="*/ 283978 h 312226"/>
                                <a:gd name="connsiteX218" fmla="*/ 85639 w 183505"/>
                                <a:gd name="connsiteY218" fmla="*/ 287546 h 312226"/>
                                <a:gd name="connsiteX219" fmla="*/ 92776 w 183505"/>
                                <a:gd name="connsiteY219" fmla="*/ 288735 h 312226"/>
                                <a:gd name="connsiteX220" fmla="*/ 99912 w 183505"/>
                                <a:gd name="connsiteY220" fmla="*/ 288735 h 312226"/>
                                <a:gd name="connsiteX221" fmla="*/ 103481 w 183505"/>
                                <a:gd name="connsiteY221" fmla="*/ 283978 h 312226"/>
                                <a:gd name="connsiteX222" fmla="*/ 117754 w 183505"/>
                                <a:gd name="connsiteY222" fmla="*/ 281599 h 312226"/>
                                <a:gd name="connsiteX223" fmla="*/ 124891 w 183505"/>
                                <a:gd name="connsiteY223" fmla="*/ 280409 h 312226"/>
                                <a:gd name="connsiteX224" fmla="*/ 127269 w 183505"/>
                                <a:gd name="connsiteY224" fmla="*/ 281599 h 312226"/>
                                <a:gd name="connsiteX225" fmla="*/ 130838 w 183505"/>
                                <a:gd name="connsiteY225" fmla="*/ 280409 h 312226"/>
                                <a:gd name="connsiteX226" fmla="*/ 147490 w 183505"/>
                                <a:gd name="connsiteY226" fmla="*/ 279220 h 312226"/>
                                <a:gd name="connsiteX227" fmla="*/ 161763 w 183505"/>
                                <a:gd name="connsiteY227" fmla="*/ 275652 h 312226"/>
                                <a:gd name="connsiteX228" fmla="*/ 167710 w 183505"/>
                                <a:gd name="connsiteY228" fmla="*/ 273273 h 312226"/>
                                <a:gd name="connsiteX229" fmla="*/ 172468 w 183505"/>
                                <a:gd name="connsiteY229" fmla="*/ 268515 h 312226"/>
                                <a:gd name="connsiteX230" fmla="*/ 178415 w 183505"/>
                                <a:gd name="connsiteY230" fmla="*/ 264947 h 312226"/>
                                <a:gd name="connsiteX231" fmla="*/ 179605 w 183505"/>
                                <a:gd name="connsiteY231" fmla="*/ 257810 h 312226"/>
                                <a:gd name="connsiteX232" fmla="*/ 180794 w 183505"/>
                                <a:gd name="connsiteY232" fmla="*/ 254242 h 312226"/>
                                <a:gd name="connsiteX233" fmla="*/ 172468 w 183505"/>
                                <a:gd name="connsiteY233" fmla="*/ 256621 h 312226"/>
                                <a:gd name="connsiteX234" fmla="*/ 162952 w 183505"/>
                                <a:gd name="connsiteY234" fmla="*/ 257810 h 312226"/>
                                <a:gd name="connsiteX235" fmla="*/ 159384 w 183505"/>
                                <a:gd name="connsiteY235" fmla="*/ 253052 h 312226"/>
                                <a:gd name="connsiteX236" fmla="*/ 157005 w 183505"/>
                                <a:gd name="connsiteY236" fmla="*/ 253052 h 312226"/>
                                <a:gd name="connsiteX237" fmla="*/ 161763 w 183505"/>
                                <a:gd name="connsiteY237" fmla="*/ 250673 h 312226"/>
                                <a:gd name="connsiteX238" fmla="*/ 164142 w 183505"/>
                                <a:gd name="connsiteY238" fmla="*/ 249484 h 312226"/>
                                <a:gd name="connsiteX239" fmla="*/ 165331 w 183505"/>
                                <a:gd name="connsiteY239" fmla="*/ 247105 h 312226"/>
                                <a:gd name="connsiteX240" fmla="*/ 165331 w 183505"/>
                                <a:gd name="connsiteY240" fmla="*/ 245916 h 312226"/>
                                <a:gd name="connsiteX241" fmla="*/ 162952 w 183505"/>
                                <a:gd name="connsiteY241" fmla="*/ 244726 h 312226"/>
                                <a:gd name="connsiteX242" fmla="*/ 166521 w 183505"/>
                                <a:gd name="connsiteY242" fmla="*/ 239969 h 312226"/>
                                <a:gd name="connsiteX243" fmla="*/ 170089 w 183505"/>
                                <a:gd name="connsiteY243" fmla="*/ 243537 h 312226"/>
                                <a:gd name="connsiteX244" fmla="*/ 170089 w 183505"/>
                                <a:gd name="connsiteY244" fmla="*/ 235211 h 312226"/>
                                <a:gd name="connsiteX245" fmla="*/ 172468 w 183505"/>
                                <a:gd name="connsiteY245" fmla="*/ 232832 h 312226"/>
                                <a:gd name="connsiteX246" fmla="*/ 180794 w 183505"/>
                                <a:gd name="connsiteY246" fmla="*/ 230453 h 312226"/>
                                <a:gd name="connsiteX247" fmla="*/ 181983 w 183505"/>
                                <a:gd name="connsiteY247" fmla="*/ 222127 h 312226"/>
                                <a:gd name="connsiteX248" fmla="*/ 183173 w 183505"/>
                                <a:gd name="connsiteY248" fmla="*/ 213801 h 31222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  <a:cxn ang="0">
                                  <a:pos x="connsiteX56" y="connsiteY56"/>
                                </a:cxn>
                                <a:cxn ang="0">
                                  <a:pos x="connsiteX57" y="connsiteY57"/>
                                </a:cxn>
                                <a:cxn ang="0">
                                  <a:pos x="connsiteX58" y="connsiteY58"/>
                                </a:cxn>
                                <a:cxn ang="0">
                                  <a:pos x="connsiteX59" y="connsiteY59"/>
                                </a:cxn>
                                <a:cxn ang="0">
                                  <a:pos x="connsiteX60" y="connsiteY60"/>
                                </a:cxn>
                                <a:cxn ang="0">
                                  <a:pos x="connsiteX61" y="connsiteY61"/>
                                </a:cxn>
                                <a:cxn ang="0">
                                  <a:pos x="connsiteX62" y="connsiteY62"/>
                                </a:cxn>
                                <a:cxn ang="0">
                                  <a:pos x="connsiteX63" y="connsiteY63"/>
                                </a:cxn>
                                <a:cxn ang="0">
                                  <a:pos x="connsiteX64" y="connsiteY64"/>
                                </a:cxn>
                                <a:cxn ang="0">
                                  <a:pos x="connsiteX65" y="connsiteY65"/>
                                </a:cxn>
                                <a:cxn ang="0">
                                  <a:pos x="connsiteX66" y="connsiteY66"/>
                                </a:cxn>
                                <a:cxn ang="0">
                                  <a:pos x="connsiteX67" y="connsiteY67"/>
                                </a:cxn>
                                <a:cxn ang="0">
                                  <a:pos x="connsiteX68" y="connsiteY68"/>
                                </a:cxn>
                                <a:cxn ang="0">
                                  <a:pos x="connsiteX69" y="connsiteY69"/>
                                </a:cxn>
                                <a:cxn ang="0">
                                  <a:pos x="connsiteX70" y="connsiteY70"/>
                                </a:cxn>
                                <a:cxn ang="0">
                                  <a:pos x="connsiteX71" y="connsiteY71"/>
                                </a:cxn>
                                <a:cxn ang="0">
                                  <a:pos x="connsiteX72" y="connsiteY72"/>
                                </a:cxn>
                                <a:cxn ang="0">
                                  <a:pos x="connsiteX73" y="connsiteY73"/>
                                </a:cxn>
                                <a:cxn ang="0">
                                  <a:pos x="connsiteX74" y="connsiteY74"/>
                                </a:cxn>
                                <a:cxn ang="0">
                                  <a:pos x="connsiteX75" y="connsiteY75"/>
                                </a:cxn>
                                <a:cxn ang="0">
                                  <a:pos x="connsiteX76" y="connsiteY76"/>
                                </a:cxn>
                                <a:cxn ang="0">
                                  <a:pos x="connsiteX77" y="connsiteY77"/>
                                </a:cxn>
                                <a:cxn ang="0">
                                  <a:pos x="connsiteX78" y="connsiteY78"/>
                                </a:cxn>
                                <a:cxn ang="0">
                                  <a:pos x="connsiteX79" y="connsiteY79"/>
                                </a:cxn>
                                <a:cxn ang="0">
                                  <a:pos x="connsiteX80" y="connsiteY80"/>
                                </a:cxn>
                                <a:cxn ang="0">
                                  <a:pos x="connsiteX81" y="connsiteY81"/>
                                </a:cxn>
                                <a:cxn ang="0">
                                  <a:pos x="connsiteX82" y="connsiteY82"/>
                                </a:cxn>
                                <a:cxn ang="0">
                                  <a:pos x="connsiteX83" y="connsiteY83"/>
                                </a:cxn>
                                <a:cxn ang="0">
                                  <a:pos x="connsiteX84" y="connsiteY84"/>
                                </a:cxn>
                                <a:cxn ang="0">
                                  <a:pos x="connsiteX85" y="connsiteY85"/>
                                </a:cxn>
                                <a:cxn ang="0">
                                  <a:pos x="connsiteX86" y="connsiteY86"/>
                                </a:cxn>
                                <a:cxn ang="0">
                                  <a:pos x="connsiteX87" y="connsiteY87"/>
                                </a:cxn>
                                <a:cxn ang="0">
                                  <a:pos x="connsiteX88" y="connsiteY88"/>
                                </a:cxn>
                                <a:cxn ang="0">
                                  <a:pos x="connsiteX89" y="connsiteY89"/>
                                </a:cxn>
                                <a:cxn ang="0">
                                  <a:pos x="connsiteX90" y="connsiteY90"/>
                                </a:cxn>
                                <a:cxn ang="0">
                                  <a:pos x="connsiteX91" y="connsiteY91"/>
                                </a:cxn>
                                <a:cxn ang="0">
                                  <a:pos x="connsiteX92" y="connsiteY92"/>
                                </a:cxn>
                                <a:cxn ang="0">
                                  <a:pos x="connsiteX93" y="connsiteY93"/>
                                </a:cxn>
                                <a:cxn ang="0">
                                  <a:pos x="connsiteX94" y="connsiteY94"/>
                                </a:cxn>
                                <a:cxn ang="0">
                                  <a:pos x="connsiteX95" y="connsiteY95"/>
                                </a:cxn>
                                <a:cxn ang="0">
                                  <a:pos x="connsiteX96" y="connsiteY96"/>
                                </a:cxn>
                                <a:cxn ang="0">
                                  <a:pos x="connsiteX97" y="connsiteY97"/>
                                </a:cxn>
                                <a:cxn ang="0">
                                  <a:pos x="connsiteX98" y="connsiteY98"/>
                                </a:cxn>
                                <a:cxn ang="0">
                                  <a:pos x="connsiteX99" y="connsiteY99"/>
                                </a:cxn>
                                <a:cxn ang="0">
                                  <a:pos x="connsiteX100" y="connsiteY100"/>
                                </a:cxn>
                                <a:cxn ang="0">
                                  <a:pos x="connsiteX101" y="connsiteY101"/>
                                </a:cxn>
                                <a:cxn ang="0">
                                  <a:pos x="connsiteX102" y="connsiteY102"/>
                                </a:cxn>
                                <a:cxn ang="0">
                                  <a:pos x="connsiteX103" y="connsiteY103"/>
                                </a:cxn>
                                <a:cxn ang="0">
                                  <a:pos x="connsiteX104" y="connsiteY104"/>
                                </a:cxn>
                                <a:cxn ang="0">
                                  <a:pos x="connsiteX105" y="connsiteY105"/>
                                </a:cxn>
                                <a:cxn ang="0">
                                  <a:pos x="connsiteX106" y="connsiteY106"/>
                                </a:cxn>
                                <a:cxn ang="0">
                                  <a:pos x="connsiteX107" y="connsiteY107"/>
                                </a:cxn>
                                <a:cxn ang="0">
                                  <a:pos x="connsiteX108" y="connsiteY108"/>
                                </a:cxn>
                                <a:cxn ang="0">
                                  <a:pos x="connsiteX109" y="connsiteY109"/>
                                </a:cxn>
                                <a:cxn ang="0">
                                  <a:pos x="connsiteX110" y="connsiteY110"/>
                                </a:cxn>
                                <a:cxn ang="0">
                                  <a:pos x="connsiteX111" y="connsiteY111"/>
                                </a:cxn>
                                <a:cxn ang="0">
                                  <a:pos x="connsiteX112" y="connsiteY112"/>
                                </a:cxn>
                                <a:cxn ang="0">
                                  <a:pos x="connsiteX113" y="connsiteY113"/>
                                </a:cxn>
                                <a:cxn ang="0">
                                  <a:pos x="connsiteX114" y="connsiteY114"/>
                                </a:cxn>
                                <a:cxn ang="0">
                                  <a:pos x="connsiteX115" y="connsiteY115"/>
                                </a:cxn>
                                <a:cxn ang="0">
                                  <a:pos x="connsiteX116" y="connsiteY116"/>
                                </a:cxn>
                                <a:cxn ang="0">
                                  <a:pos x="connsiteX117" y="connsiteY117"/>
                                </a:cxn>
                                <a:cxn ang="0">
                                  <a:pos x="connsiteX118" y="connsiteY118"/>
                                </a:cxn>
                                <a:cxn ang="0">
                                  <a:pos x="connsiteX119" y="connsiteY119"/>
                                </a:cxn>
                                <a:cxn ang="0">
                                  <a:pos x="connsiteX120" y="connsiteY120"/>
                                </a:cxn>
                                <a:cxn ang="0">
                                  <a:pos x="connsiteX121" y="connsiteY121"/>
                                </a:cxn>
                                <a:cxn ang="0">
                                  <a:pos x="connsiteX122" y="connsiteY122"/>
                                </a:cxn>
                                <a:cxn ang="0">
                                  <a:pos x="connsiteX123" y="connsiteY123"/>
                                </a:cxn>
                                <a:cxn ang="0">
                                  <a:pos x="connsiteX124" y="connsiteY124"/>
                                </a:cxn>
                                <a:cxn ang="0">
                                  <a:pos x="connsiteX125" y="connsiteY125"/>
                                </a:cxn>
                                <a:cxn ang="0">
                                  <a:pos x="connsiteX126" y="connsiteY126"/>
                                </a:cxn>
                                <a:cxn ang="0">
                                  <a:pos x="connsiteX127" y="connsiteY127"/>
                                </a:cxn>
                                <a:cxn ang="0">
                                  <a:pos x="connsiteX128" y="connsiteY128"/>
                                </a:cxn>
                                <a:cxn ang="0">
                                  <a:pos x="connsiteX129" y="connsiteY129"/>
                                </a:cxn>
                                <a:cxn ang="0">
                                  <a:pos x="connsiteX130" y="connsiteY130"/>
                                </a:cxn>
                                <a:cxn ang="0">
                                  <a:pos x="connsiteX131" y="connsiteY131"/>
                                </a:cxn>
                                <a:cxn ang="0">
                                  <a:pos x="connsiteX132" y="connsiteY132"/>
                                </a:cxn>
                                <a:cxn ang="0">
                                  <a:pos x="connsiteX133" y="connsiteY133"/>
                                </a:cxn>
                                <a:cxn ang="0">
                                  <a:pos x="connsiteX134" y="connsiteY134"/>
                                </a:cxn>
                                <a:cxn ang="0">
                                  <a:pos x="connsiteX135" y="connsiteY135"/>
                                </a:cxn>
                                <a:cxn ang="0">
                                  <a:pos x="connsiteX136" y="connsiteY136"/>
                                </a:cxn>
                                <a:cxn ang="0">
                                  <a:pos x="connsiteX137" y="connsiteY137"/>
                                </a:cxn>
                                <a:cxn ang="0">
                                  <a:pos x="connsiteX138" y="connsiteY138"/>
                                </a:cxn>
                                <a:cxn ang="0">
                                  <a:pos x="connsiteX139" y="connsiteY139"/>
                                </a:cxn>
                                <a:cxn ang="0">
                                  <a:pos x="connsiteX140" y="connsiteY140"/>
                                </a:cxn>
                                <a:cxn ang="0">
                                  <a:pos x="connsiteX141" y="connsiteY141"/>
                                </a:cxn>
                                <a:cxn ang="0">
                                  <a:pos x="connsiteX142" y="connsiteY142"/>
                                </a:cxn>
                                <a:cxn ang="0">
                                  <a:pos x="connsiteX143" y="connsiteY143"/>
                                </a:cxn>
                                <a:cxn ang="0">
                                  <a:pos x="connsiteX144" y="connsiteY144"/>
                                </a:cxn>
                                <a:cxn ang="0">
                                  <a:pos x="connsiteX145" y="connsiteY145"/>
                                </a:cxn>
                                <a:cxn ang="0">
                                  <a:pos x="connsiteX146" y="connsiteY146"/>
                                </a:cxn>
                                <a:cxn ang="0">
                                  <a:pos x="connsiteX147" y="connsiteY147"/>
                                </a:cxn>
                                <a:cxn ang="0">
                                  <a:pos x="connsiteX148" y="connsiteY148"/>
                                </a:cxn>
                                <a:cxn ang="0">
                                  <a:pos x="connsiteX149" y="connsiteY149"/>
                                </a:cxn>
                                <a:cxn ang="0">
                                  <a:pos x="connsiteX150" y="connsiteY150"/>
                                </a:cxn>
                                <a:cxn ang="0">
                                  <a:pos x="connsiteX151" y="connsiteY151"/>
                                </a:cxn>
                                <a:cxn ang="0">
                                  <a:pos x="connsiteX152" y="connsiteY152"/>
                                </a:cxn>
                                <a:cxn ang="0">
                                  <a:pos x="connsiteX153" y="connsiteY153"/>
                                </a:cxn>
                                <a:cxn ang="0">
                                  <a:pos x="connsiteX154" y="connsiteY154"/>
                                </a:cxn>
                                <a:cxn ang="0">
                                  <a:pos x="connsiteX155" y="connsiteY155"/>
                                </a:cxn>
                                <a:cxn ang="0">
                                  <a:pos x="connsiteX156" y="connsiteY156"/>
                                </a:cxn>
                                <a:cxn ang="0">
                                  <a:pos x="connsiteX157" y="connsiteY157"/>
                                </a:cxn>
                                <a:cxn ang="0">
                                  <a:pos x="connsiteX158" y="connsiteY158"/>
                                </a:cxn>
                                <a:cxn ang="0">
                                  <a:pos x="connsiteX159" y="connsiteY159"/>
                                </a:cxn>
                                <a:cxn ang="0">
                                  <a:pos x="connsiteX160" y="connsiteY160"/>
                                </a:cxn>
                                <a:cxn ang="0">
                                  <a:pos x="connsiteX161" y="connsiteY161"/>
                                </a:cxn>
                                <a:cxn ang="0">
                                  <a:pos x="connsiteX162" y="connsiteY162"/>
                                </a:cxn>
                                <a:cxn ang="0">
                                  <a:pos x="connsiteX163" y="connsiteY163"/>
                                </a:cxn>
                                <a:cxn ang="0">
                                  <a:pos x="connsiteX164" y="connsiteY164"/>
                                </a:cxn>
                                <a:cxn ang="0">
                                  <a:pos x="connsiteX165" y="connsiteY165"/>
                                </a:cxn>
                                <a:cxn ang="0">
                                  <a:pos x="connsiteX166" y="connsiteY166"/>
                                </a:cxn>
                                <a:cxn ang="0">
                                  <a:pos x="connsiteX167" y="connsiteY167"/>
                                </a:cxn>
                                <a:cxn ang="0">
                                  <a:pos x="connsiteX168" y="connsiteY168"/>
                                </a:cxn>
                                <a:cxn ang="0">
                                  <a:pos x="connsiteX169" y="connsiteY169"/>
                                </a:cxn>
                                <a:cxn ang="0">
                                  <a:pos x="connsiteX170" y="connsiteY170"/>
                                </a:cxn>
                                <a:cxn ang="0">
                                  <a:pos x="connsiteX171" y="connsiteY171"/>
                                </a:cxn>
                                <a:cxn ang="0">
                                  <a:pos x="connsiteX172" y="connsiteY172"/>
                                </a:cxn>
                                <a:cxn ang="0">
                                  <a:pos x="connsiteX173" y="connsiteY173"/>
                                </a:cxn>
                                <a:cxn ang="0">
                                  <a:pos x="connsiteX174" y="connsiteY174"/>
                                </a:cxn>
                                <a:cxn ang="0">
                                  <a:pos x="connsiteX175" y="connsiteY175"/>
                                </a:cxn>
                                <a:cxn ang="0">
                                  <a:pos x="connsiteX176" y="connsiteY176"/>
                                </a:cxn>
                                <a:cxn ang="0">
                                  <a:pos x="connsiteX177" y="connsiteY177"/>
                                </a:cxn>
                                <a:cxn ang="0">
                                  <a:pos x="connsiteX178" y="connsiteY178"/>
                                </a:cxn>
                                <a:cxn ang="0">
                                  <a:pos x="connsiteX179" y="connsiteY179"/>
                                </a:cxn>
                                <a:cxn ang="0">
                                  <a:pos x="connsiteX180" y="connsiteY180"/>
                                </a:cxn>
                                <a:cxn ang="0">
                                  <a:pos x="connsiteX181" y="connsiteY181"/>
                                </a:cxn>
                                <a:cxn ang="0">
                                  <a:pos x="connsiteX182" y="connsiteY182"/>
                                </a:cxn>
                                <a:cxn ang="0">
                                  <a:pos x="connsiteX183" y="connsiteY183"/>
                                </a:cxn>
                                <a:cxn ang="0">
                                  <a:pos x="connsiteX184" y="connsiteY184"/>
                                </a:cxn>
                                <a:cxn ang="0">
                                  <a:pos x="connsiteX185" y="connsiteY185"/>
                                </a:cxn>
                                <a:cxn ang="0">
                                  <a:pos x="connsiteX186" y="connsiteY186"/>
                                </a:cxn>
                                <a:cxn ang="0">
                                  <a:pos x="connsiteX187" y="connsiteY187"/>
                                </a:cxn>
                                <a:cxn ang="0">
                                  <a:pos x="connsiteX188" y="connsiteY188"/>
                                </a:cxn>
                                <a:cxn ang="0">
                                  <a:pos x="connsiteX189" y="connsiteY189"/>
                                </a:cxn>
                                <a:cxn ang="0">
                                  <a:pos x="connsiteX190" y="connsiteY190"/>
                                </a:cxn>
                                <a:cxn ang="0">
                                  <a:pos x="connsiteX191" y="connsiteY191"/>
                                </a:cxn>
                                <a:cxn ang="0">
                                  <a:pos x="connsiteX192" y="connsiteY192"/>
                                </a:cxn>
                                <a:cxn ang="0">
                                  <a:pos x="connsiteX193" y="connsiteY193"/>
                                </a:cxn>
                                <a:cxn ang="0">
                                  <a:pos x="connsiteX194" y="connsiteY194"/>
                                </a:cxn>
                                <a:cxn ang="0">
                                  <a:pos x="connsiteX195" y="connsiteY195"/>
                                </a:cxn>
                                <a:cxn ang="0">
                                  <a:pos x="connsiteX196" y="connsiteY196"/>
                                </a:cxn>
                                <a:cxn ang="0">
                                  <a:pos x="connsiteX197" y="connsiteY197"/>
                                </a:cxn>
                                <a:cxn ang="0">
                                  <a:pos x="connsiteX198" y="connsiteY198"/>
                                </a:cxn>
                                <a:cxn ang="0">
                                  <a:pos x="connsiteX199" y="connsiteY199"/>
                                </a:cxn>
                                <a:cxn ang="0">
                                  <a:pos x="connsiteX200" y="connsiteY200"/>
                                </a:cxn>
                                <a:cxn ang="0">
                                  <a:pos x="connsiteX201" y="connsiteY201"/>
                                </a:cxn>
                                <a:cxn ang="0">
                                  <a:pos x="connsiteX202" y="connsiteY202"/>
                                </a:cxn>
                                <a:cxn ang="0">
                                  <a:pos x="connsiteX203" y="connsiteY203"/>
                                </a:cxn>
                                <a:cxn ang="0">
                                  <a:pos x="connsiteX204" y="connsiteY204"/>
                                </a:cxn>
                                <a:cxn ang="0">
                                  <a:pos x="connsiteX205" y="connsiteY205"/>
                                </a:cxn>
                                <a:cxn ang="0">
                                  <a:pos x="connsiteX206" y="connsiteY206"/>
                                </a:cxn>
                                <a:cxn ang="0">
                                  <a:pos x="connsiteX207" y="connsiteY207"/>
                                </a:cxn>
                                <a:cxn ang="0">
                                  <a:pos x="connsiteX208" y="connsiteY208"/>
                                </a:cxn>
                                <a:cxn ang="0">
                                  <a:pos x="connsiteX209" y="connsiteY209"/>
                                </a:cxn>
                                <a:cxn ang="0">
                                  <a:pos x="connsiteX210" y="connsiteY210"/>
                                </a:cxn>
                                <a:cxn ang="0">
                                  <a:pos x="connsiteX211" y="connsiteY211"/>
                                </a:cxn>
                                <a:cxn ang="0">
                                  <a:pos x="connsiteX212" y="connsiteY212"/>
                                </a:cxn>
                                <a:cxn ang="0">
                                  <a:pos x="connsiteX213" y="connsiteY213"/>
                                </a:cxn>
                                <a:cxn ang="0">
                                  <a:pos x="connsiteX214" y="connsiteY214"/>
                                </a:cxn>
                                <a:cxn ang="0">
                                  <a:pos x="connsiteX215" y="connsiteY215"/>
                                </a:cxn>
                                <a:cxn ang="0">
                                  <a:pos x="connsiteX216" y="connsiteY216"/>
                                </a:cxn>
                                <a:cxn ang="0">
                                  <a:pos x="connsiteX217" y="connsiteY217"/>
                                </a:cxn>
                                <a:cxn ang="0">
                                  <a:pos x="connsiteX218" y="connsiteY218"/>
                                </a:cxn>
                                <a:cxn ang="0">
                                  <a:pos x="connsiteX219" y="connsiteY219"/>
                                </a:cxn>
                                <a:cxn ang="0">
                                  <a:pos x="connsiteX220" y="connsiteY220"/>
                                </a:cxn>
                                <a:cxn ang="0">
                                  <a:pos x="connsiteX221" y="connsiteY221"/>
                                </a:cxn>
                                <a:cxn ang="0">
                                  <a:pos x="connsiteX222" y="connsiteY222"/>
                                </a:cxn>
                                <a:cxn ang="0">
                                  <a:pos x="connsiteX223" y="connsiteY223"/>
                                </a:cxn>
                                <a:cxn ang="0">
                                  <a:pos x="connsiteX224" y="connsiteY224"/>
                                </a:cxn>
                                <a:cxn ang="0">
                                  <a:pos x="connsiteX225" y="connsiteY225"/>
                                </a:cxn>
                                <a:cxn ang="0">
                                  <a:pos x="connsiteX226" y="connsiteY226"/>
                                </a:cxn>
                                <a:cxn ang="0">
                                  <a:pos x="connsiteX227" y="connsiteY227"/>
                                </a:cxn>
                                <a:cxn ang="0">
                                  <a:pos x="connsiteX228" y="connsiteY228"/>
                                </a:cxn>
                                <a:cxn ang="0">
                                  <a:pos x="connsiteX229" y="connsiteY229"/>
                                </a:cxn>
                                <a:cxn ang="0">
                                  <a:pos x="connsiteX230" y="connsiteY230"/>
                                </a:cxn>
                                <a:cxn ang="0">
                                  <a:pos x="connsiteX231" y="connsiteY231"/>
                                </a:cxn>
                                <a:cxn ang="0">
                                  <a:pos x="connsiteX232" y="connsiteY232"/>
                                </a:cxn>
                                <a:cxn ang="0">
                                  <a:pos x="connsiteX233" y="connsiteY233"/>
                                </a:cxn>
                                <a:cxn ang="0">
                                  <a:pos x="connsiteX234" y="connsiteY234"/>
                                </a:cxn>
                                <a:cxn ang="0">
                                  <a:pos x="connsiteX235" y="connsiteY235"/>
                                </a:cxn>
                                <a:cxn ang="0">
                                  <a:pos x="connsiteX236" y="connsiteY236"/>
                                </a:cxn>
                                <a:cxn ang="0">
                                  <a:pos x="connsiteX237" y="connsiteY237"/>
                                </a:cxn>
                                <a:cxn ang="0">
                                  <a:pos x="connsiteX238" y="connsiteY238"/>
                                </a:cxn>
                                <a:cxn ang="0">
                                  <a:pos x="connsiteX239" y="connsiteY239"/>
                                </a:cxn>
                                <a:cxn ang="0">
                                  <a:pos x="connsiteX240" y="connsiteY240"/>
                                </a:cxn>
                                <a:cxn ang="0">
                                  <a:pos x="connsiteX241" y="connsiteY241"/>
                                </a:cxn>
                                <a:cxn ang="0">
                                  <a:pos x="connsiteX242" y="connsiteY242"/>
                                </a:cxn>
                                <a:cxn ang="0">
                                  <a:pos x="connsiteX243" y="connsiteY243"/>
                                </a:cxn>
                                <a:cxn ang="0">
                                  <a:pos x="connsiteX244" y="connsiteY244"/>
                                </a:cxn>
                                <a:cxn ang="0">
                                  <a:pos x="connsiteX245" y="connsiteY245"/>
                                </a:cxn>
                                <a:cxn ang="0">
                                  <a:pos x="connsiteX246" y="connsiteY246"/>
                                </a:cxn>
                                <a:cxn ang="0">
                                  <a:pos x="connsiteX247" y="connsiteY247"/>
                                </a:cxn>
                                <a:cxn ang="0">
                                  <a:pos x="connsiteX248" y="connsiteY248"/>
                                </a:cxn>
                              </a:cxnLst>
                              <a:rect l="l" t="t" r="r" b="b"/>
                              <a:pathLst>
                                <a:path w="183505" h="312226">
                                  <a:moveTo>
                                    <a:pt x="183173" y="213801"/>
                                  </a:moveTo>
                                  <a:cubicBezTo>
                                    <a:pt x="180794" y="210233"/>
                                    <a:pt x="180794" y="210233"/>
                                    <a:pt x="180794" y="206664"/>
                                  </a:cubicBezTo>
                                  <a:cubicBezTo>
                                    <a:pt x="180794" y="204285"/>
                                    <a:pt x="177226" y="203096"/>
                                    <a:pt x="176036" y="201907"/>
                                  </a:cubicBezTo>
                                  <a:cubicBezTo>
                                    <a:pt x="174847" y="199528"/>
                                    <a:pt x="171279" y="198338"/>
                                    <a:pt x="168900" y="198338"/>
                                  </a:cubicBezTo>
                                  <a:cubicBezTo>
                                    <a:pt x="165331" y="198338"/>
                                    <a:pt x="162952" y="199528"/>
                                    <a:pt x="160574" y="199528"/>
                                  </a:cubicBezTo>
                                  <a:cubicBezTo>
                                    <a:pt x="158195" y="199528"/>
                                    <a:pt x="153437" y="198338"/>
                                    <a:pt x="152248" y="200717"/>
                                  </a:cubicBezTo>
                                  <a:cubicBezTo>
                                    <a:pt x="151058" y="203096"/>
                                    <a:pt x="154627" y="207854"/>
                                    <a:pt x="152248" y="210233"/>
                                  </a:cubicBezTo>
                                  <a:cubicBezTo>
                                    <a:pt x="152248" y="210233"/>
                                    <a:pt x="151058" y="210233"/>
                                    <a:pt x="151058" y="210233"/>
                                  </a:cubicBezTo>
                                  <a:cubicBezTo>
                                    <a:pt x="149869" y="209043"/>
                                    <a:pt x="145111" y="205475"/>
                                    <a:pt x="142732" y="204285"/>
                                  </a:cubicBezTo>
                                  <a:cubicBezTo>
                                    <a:pt x="140353" y="203096"/>
                                    <a:pt x="147490" y="197149"/>
                                    <a:pt x="147490" y="193581"/>
                                  </a:cubicBezTo>
                                  <a:cubicBezTo>
                                    <a:pt x="148679" y="190012"/>
                                    <a:pt x="146300" y="186444"/>
                                    <a:pt x="143922" y="184065"/>
                                  </a:cubicBezTo>
                                  <a:cubicBezTo>
                                    <a:pt x="142732" y="182876"/>
                                    <a:pt x="141543" y="181686"/>
                                    <a:pt x="139164" y="181686"/>
                                  </a:cubicBezTo>
                                  <a:cubicBezTo>
                                    <a:pt x="137975" y="181686"/>
                                    <a:pt x="137975" y="180497"/>
                                    <a:pt x="136785" y="180497"/>
                                  </a:cubicBezTo>
                                  <a:cubicBezTo>
                                    <a:pt x="136785" y="180497"/>
                                    <a:pt x="135596" y="179307"/>
                                    <a:pt x="135596" y="178118"/>
                                  </a:cubicBezTo>
                                  <a:cubicBezTo>
                                    <a:pt x="133217" y="176928"/>
                                    <a:pt x="124891" y="178118"/>
                                    <a:pt x="124891" y="174550"/>
                                  </a:cubicBezTo>
                                  <a:cubicBezTo>
                                    <a:pt x="124891" y="172171"/>
                                    <a:pt x="127269" y="174550"/>
                                    <a:pt x="129648" y="174550"/>
                                  </a:cubicBezTo>
                                  <a:cubicBezTo>
                                    <a:pt x="130838" y="174550"/>
                                    <a:pt x="133217" y="174550"/>
                                    <a:pt x="134406" y="174550"/>
                                  </a:cubicBezTo>
                                  <a:cubicBezTo>
                                    <a:pt x="136785" y="174550"/>
                                    <a:pt x="141543" y="180497"/>
                                    <a:pt x="142732" y="176928"/>
                                  </a:cubicBezTo>
                                  <a:cubicBezTo>
                                    <a:pt x="142732" y="174550"/>
                                    <a:pt x="139164" y="174550"/>
                                    <a:pt x="137975" y="173360"/>
                                  </a:cubicBezTo>
                                  <a:cubicBezTo>
                                    <a:pt x="136785" y="172171"/>
                                    <a:pt x="136785" y="169792"/>
                                    <a:pt x="135596" y="168602"/>
                                  </a:cubicBezTo>
                                  <a:cubicBezTo>
                                    <a:pt x="134406" y="166224"/>
                                    <a:pt x="133217" y="166224"/>
                                    <a:pt x="133217" y="163845"/>
                                  </a:cubicBezTo>
                                  <a:cubicBezTo>
                                    <a:pt x="133217" y="162655"/>
                                    <a:pt x="135596" y="161466"/>
                                    <a:pt x="134406" y="159087"/>
                                  </a:cubicBezTo>
                                  <a:cubicBezTo>
                                    <a:pt x="133217" y="157898"/>
                                    <a:pt x="130838" y="157898"/>
                                    <a:pt x="129648" y="156708"/>
                                  </a:cubicBezTo>
                                  <a:cubicBezTo>
                                    <a:pt x="128459" y="155519"/>
                                    <a:pt x="127269" y="154329"/>
                                    <a:pt x="127269" y="153140"/>
                                  </a:cubicBezTo>
                                  <a:cubicBezTo>
                                    <a:pt x="127269" y="151950"/>
                                    <a:pt x="126080" y="149571"/>
                                    <a:pt x="124891" y="148382"/>
                                  </a:cubicBezTo>
                                  <a:cubicBezTo>
                                    <a:pt x="123701" y="147193"/>
                                    <a:pt x="122512" y="146003"/>
                                    <a:pt x="121322" y="146003"/>
                                  </a:cubicBezTo>
                                  <a:cubicBezTo>
                                    <a:pt x="118944" y="144814"/>
                                    <a:pt x="118944" y="144814"/>
                                    <a:pt x="117754" y="144814"/>
                                  </a:cubicBezTo>
                                  <a:cubicBezTo>
                                    <a:pt x="116564" y="144814"/>
                                    <a:pt x="116564" y="144814"/>
                                    <a:pt x="115375" y="144814"/>
                                  </a:cubicBezTo>
                                  <a:cubicBezTo>
                                    <a:pt x="114186" y="143624"/>
                                    <a:pt x="112996" y="144814"/>
                                    <a:pt x="111807" y="143624"/>
                                  </a:cubicBezTo>
                                  <a:cubicBezTo>
                                    <a:pt x="110617" y="142435"/>
                                    <a:pt x="110617" y="142435"/>
                                    <a:pt x="110617" y="141245"/>
                                  </a:cubicBezTo>
                                  <a:cubicBezTo>
                                    <a:pt x="109428" y="138867"/>
                                    <a:pt x="108239" y="138867"/>
                                    <a:pt x="107049" y="136488"/>
                                  </a:cubicBezTo>
                                  <a:cubicBezTo>
                                    <a:pt x="105860" y="131730"/>
                                    <a:pt x="102291" y="126972"/>
                                    <a:pt x="102291" y="122215"/>
                                  </a:cubicBezTo>
                                  <a:cubicBezTo>
                                    <a:pt x="102291" y="118646"/>
                                    <a:pt x="102291" y="111509"/>
                                    <a:pt x="98723" y="109131"/>
                                  </a:cubicBezTo>
                                  <a:cubicBezTo>
                                    <a:pt x="97533" y="109131"/>
                                    <a:pt x="96344" y="109131"/>
                                    <a:pt x="95155" y="107941"/>
                                  </a:cubicBezTo>
                                  <a:cubicBezTo>
                                    <a:pt x="93965" y="107941"/>
                                    <a:pt x="92776" y="105562"/>
                                    <a:pt x="92776" y="105562"/>
                                  </a:cubicBezTo>
                                  <a:cubicBezTo>
                                    <a:pt x="91586" y="103183"/>
                                    <a:pt x="90397" y="100805"/>
                                    <a:pt x="88018" y="99615"/>
                                  </a:cubicBezTo>
                                  <a:cubicBezTo>
                                    <a:pt x="85639" y="97236"/>
                                    <a:pt x="83260" y="97236"/>
                                    <a:pt x="79692" y="96047"/>
                                  </a:cubicBezTo>
                                  <a:cubicBezTo>
                                    <a:pt x="78503" y="96047"/>
                                    <a:pt x="76124" y="93668"/>
                                    <a:pt x="76124" y="93668"/>
                                  </a:cubicBezTo>
                                  <a:cubicBezTo>
                                    <a:pt x="74934" y="93668"/>
                                    <a:pt x="72556" y="94857"/>
                                    <a:pt x="71366" y="96047"/>
                                  </a:cubicBezTo>
                                  <a:cubicBezTo>
                                    <a:pt x="65419" y="98426"/>
                                    <a:pt x="59472" y="96047"/>
                                    <a:pt x="53525" y="96047"/>
                                  </a:cubicBezTo>
                                  <a:cubicBezTo>
                                    <a:pt x="53525" y="94857"/>
                                    <a:pt x="53525" y="94857"/>
                                    <a:pt x="53525" y="93668"/>
                                  </a:cubicBezTo>
                                  <a:cubicBezTo>
                                    <a:pt x="55903" y="93668"/>
                                    <a:pt x="58282" y="94857"/>
                                    <a:pt x="60661" y="93668"/>
                                  </a:cubicBezTo>
                                  <a:cubicBezTo>
                                    <a:pt x="63040" y="93668"/>
                                    <a:pt x="64229" y="92479"/>
                                    <a:pt x="66608" y="90100"/>
                                  </a:cubicBezTo>
                                  <a:cubicBezTo>
                                    <a:pt x="67798" y="88910"/>
                                    <a:pt x="67798" y="88910"/>
                                    <a:pt x="68987" y="87721"/>
                                  </a:cubicBezTo>
                                  <a:cubicBezTo>
                                    <a:pt x="70177" y="87721"/>
                                    <a:pt x="71366" y="87721"/>
                                    <a:pt x="72556" y="87721"/>
                                  </a:cubicBezTo>
                                  <a:cubicBezTo>
                                    <a:pt x="74934" y="86531"/>
                                    <a:pt x="77313" y="84152"/>
                                    <a:pt x="73745" y="84152"/>
                                  </a:cubicBezTo>
                                  <a:cubicBezTo>
                                    <a:pt x="73745" y="82963"/>
                                    <a:pt x="72556" y="80584"/>
                                    <a:pt x="71366" y="79395"/>
                                  </a:cubicBezTo>
                                  <a:cubicBezTo>
                                    <a:pt x="68987" y="78205"/>
                                    <a:pt x="67798" y="81774"/>
                                    <a:pt x="65419" y="80584"/>
                                  </a:cubicBezTo>
                                  <a:cubicBezTo>
                                    <a:pt x="60661" y="75826"/>
                                    <a:pt x="72556" y="77016"/>
                                    <a:pt x="73745" y="75826"/>
                                  </a:cubicBezTo>
                                  <a:cubicBezTo>
                                    <a:pt x="76124" y="74637"/>
                                    <a:pt x="79692" y="68690"/>
                                    <a:pt x="80881" y="66311"/>
                                  </a:cubicBezTo>
                                  <a:cubicBezTo>
                                    <a:pt x="84450" y="65122"/>
                                    <a:pt x="86829" y="56796"/>
                                    <a:pt x="86829" y="54417"/>
                                  </a:cubicBezTo>
                                  <a:cubicBezTo>
                                    <a:pt x="86829" y="52038"/>
                                    <a:pt x="86829" y="49659"/>
                                    <a:pt x="88018" y="47280"/>
                                  </a:cubicBezTo>
                                  <a:cubicBezTo>
                                    <a:pt x="89208" y="44901"/>
                                    <a:pt x="90397" y="43712"/>
                                    <a:pt x="91586" y="42522"/>
                                  </a:cubicBezTo>
                                  <a:cubicBezTo>
                                    <a:pt x="93965" y="38954"/>
                                    <a:pt x="91586" y="40143"/>
                                    <a:pt x="89208" y="37765"/>
                                  </a:cubicBezTo>
                                  <a:cubicBezTo>
                                    <a:pt x="86829" y="35386"/>
                                    <a:pt x="86829" y="34196"/>
                                    <a:pt x="83260" y="34196"/>
                                  </a:cubicBezTo>
                                  <a:cubicBezTo>
                                    <a:pt x="77313" y="34196"/>
                                    <a:pt x="72556" y="35386"/>
                                    <a:pt x="66608" y="35386"/>
                                  </a:cubicBezTo>
                                  <a:cubicBezTo>
                                    <a:pt x="63040" y="35386"/>
                                    <a:pt x="59472" y="34196"/>
                                    <a:pt x="55903" y="34196"/>
                                  </a:cubicBezTo>
                                  <a:cubicBezTo>
                                    <a:pt x="53525" y="37765"/>
                                    <a:pt x="39251" y="43712"/>
                                    <a:pt x="42820" y="40143"/>
                                  </a:cubicBezTo>
                                  <a:cubicBezTo>
                                    <a:pt x="45198" y="37765"/>
                                    <a:pt x="48767" y="34196"/>
                                    <a:pt x="48767" y="31817"/>
                                  </a:cubicBezTo>
                                  <a:cubicBezTo>
                                    <a:pt x="44009" y="33007"/>
                                    <a:pt x="47577" y="27060"/>
                                    <a:pt x="48767" y="25870"/>
                                  </a:cubicBezTo>
                                  <a:cubicBezTo>
                                    <a:pt x="51146" y="23491"/>
                                    <a:pt x="53525" y="22302"/>
                                    <a:pt x="55903" y="19923"/>
                                  </a:cubicBezTo>
                                  <a:cubicBezTo>
                                    <a:pt x="58282" y="17544"/>
                                    <a:pt x="59472" y="15165"/>
                                    <a:pt x="61850" y="12786"/>
                                  </a:cubicBezTo>
                                  <a:cubicBezTo>
                                    <a:pt x="63040" y="11597"/>
                                    <a:pt x="65419" y="10408"/>
                                    <a:pt x="65419" y="9218"/>
                                  </a:cubicBezTo>
                                  <a:cubicBezTo>
                                    <a:pt x="66608" y="6839"/>
                                    <a:pt x="65419" y="4460"/>
                                    <a:pt x="63040" y="5650"/>
                                  </a:cubicBezTo>
                                  <a:cubicBezTo>
                                    <a:pt x="63040" y="4460"/>
                                    <a:pt x="65419" y="2082"/>
                                    <a:pt x="64229" y="892"/>
                                  </a:cubicBezTo>
                                  <a:cubicBezTo>
                                    <a:pt x="63040" y="-297"/>
                                    <a:pt x="60661" y="-297"/>
                                    <a:pt x="59472" y="892"/>
                                  </a:cubicBezTo>
                                  <a:cubicBezTo>
                                    <a:pt x="59472" y="3271"/>
                                    <a:pt x="55903" y="2082"/>
                                    <a:pt x="54714" y="2082"/>
                                  </a:cubicBezTo>
                                  <a:cubicBezTo>
                                    <a:pt x="52335" y="2082"/>
                                    <a:pt x="51146" y="3271"/>
                                    <a:pt x="48767" y="3271"/>
                                  </a:cubicBezTo>
                                  <a:cubicBezTo>
                                    <a:pt x="44009" y="3271"/>
                                    <a:pt x="41630" y="3271"/>
                                    <a:pt x="36873" y="5650"/>
                                  </a:cubicBezTo>
                                  <a:cubicBezTo>
                                    <a:pt x="36873" y="5650"/>
                                    <a:pt x="35683" y="4460"/>
                                    <a:pt x="35683" y="4460"/>
                                  </a:cubicBezTo>
                                  <a:cubicBezTo>
                                    <a:pt x="35683" y="4460"/>
                                    <a:pt x="35683" y="5650"/>
                                    <a:pt x="35683" y="6839"/>
                                  </a:cubicBezTo>
                                  <a:cubicBezTo>
                                    <a:pt x="34494" y="6839"/>
                                    <a:pt x="34494" y="6839"/>
                                    <a:pt x="33304" y="6839"/>
                                  </a:cubicBezTo>
                                  <a:cubicBezTo>
                                    <a:pt x="33304" y="5650"/>
                                    <a:pt x="32115" y="5650"/>
                                    <a:pt x="32115" y="4460"/>
                                  </a:cubicBezTo>
                                  <a:cubicBezTo>
                                    <a:pt x="30925" y="4460"/>
                                    <a:pt x="28546" y="3271"/>
                                    <a:pt x="27357" y="3271"/>
                                  </a:cubicBezTo>
                                  <a:cubicBezTo>
                                    <a:pt x="26167" y="3271"/>
                                    <a:pt x="27357" y="5650"/>
                                    <a:pt x="24978" y="6839"/>
                                  </a:cubicBezTo>
                                  <a:cubicBezTo>
                                    <a:pt x="24978" y="9218"/>
                                    <a:pt x="24978" y="12786"/>
                                    <a:pt x="23789" y="13976"/>
                                  </a:cubicBezTo>
                                  <a:cubicBezTo>
                                    <a:pt x="22599" y="15165"/>
                                    <a:pt x="21410" y="13976"/>
                                    <a:pt x="20220" y="15165"/>
                                  </a:cubicBezTo>
                                  <a:cubicBezTo>
                                    <a:pt x="19031" y="17544"/>
                                    <a:pt x="20220" y="16355"/>
                                    <a:pt x="20220" y="17544"/>
                                  </a:cubicBezTo>
                                  <a:cubicBezTo>
                                    <a:pt x="20220" y="18734"/>
                                    <a:pt x="20220" y="18734"/>
                                    <a:pt x="20220" y="19923"/>
                                  </a:cubicBezTo>
                                  <a:cubicBezTo>
                                    <a:pt x="20220" y="21113"/>
                                    <a:pt x="17842" y="22302"/>
                                    <a:pt x="17842" y="22302"/>
                                  </a:cubicBezTo>
                                  <a:cubicBezTo>
                                    <a:pt x="17842" y="23491"/>
                                    <a:pt x="21410" y="25870"/>
                                    <a:pt x="22599" y="27060"/>
                                  </a:cubicBezTo>
                                  <a:cubicBezTo>
                                    <a:pt x="22599" y="29439"/>
                                    <a:pt x="17842" y="28249"/>
                                    <a:pt x="16652" y="28249"/>
                                  </a:cubicBezTo>
                                  <a:cubicBezTo>
                                    <a:pt x="15463" y="28249"/>
                                    <a:pt x="15463" y="25870"/>
                                    <a:pt x="13084" y="25870"/>
                                  </a:cubicBezTo>
                                  <a:cubicBezTo>
                                    <a:pt x="11894" y="25870"/>
                                    <a:pt x="11894" y="29439"/>
                                    <a:pt x="11894" y="30628"/>
                                  </a:cubicBezTo>
                                  <a:cubicBezTo>
                                    <a:pt x="9515" y="27060"/>
                                    <a:pt x="8326" y="33007"/>
                                    <a:pt x="9515" y="34196"/>
                                  </a:cubicBezTo>
                                  <a:cubicBezTo>
                                    <a:pt x="11894" y="35386"/>
                                    <a:pt x="9515" y="36575"/>
                                    <a:pt x="10705" y="37765"/>
                                  </a:cubicBezTo>
                                  <a:cubicBezTo>
                                    <a:pt x="10705" y="38954"/>
                                    <a:pt x="11894" y="40143"/>
                                    <a:pt x="13084" y="40143"/>
                                  </a:cubicBezTo>
                                  <a:cubicBezTo>
                                    <a:pt x="11894" y="41333"/>
                                    <a:pt x="11894" y="41333"/>
                                    <a:pt x="10705" y="41333"/>
                                  </a:cubicBezTo>
                                  <a:cubicBezTo>
                                    <a:pt x="10705" y="41333"/>
                                    <a:pt x="10705" y="40143"/>
                                    <a:pt x="9515" y="40143"/>
                                  </a:cubicBezTo>
                                  <a:cubicBezTo>
                                    <a:pt x="9515" y="42522"/>
                                    <a:pt x="9515" y="44901"/>
                                    <a:pt x="10705" y="46091"/>
                                  </a:cubicBezTo>
                                  <a:cubicBezTo>
                                    <a:pt x="11894" y="46091"/>
                                    <a:pt x="13084" y="46091"/>
                                    <a:pt x="13084" y="46091"/>
                                  </a:cubicBezTo>
                                  <a:cubicBezTo>
                                    <a:pt x="13084" y="47280"/>
                                    <a:pt x="13084" y="48469"/>
                                    <a:pt x="11894" y="48469"/>
                                  </a:cubicBezTo>
                                  <a:cubicBezTo>
                                    <a:pt x="13084" y="48469"/>
                                    <a:pt x="14273" y="48469"/>
                                    <a:pt x="16652" y="48469"/>
                                  </a:cubicBezTo>
                                  <a:cubicBezTo>
                                    <a:pt x="16652" y="48469"/>
                                    <a:pt x="16652" y="49659"/>
                                    <a:pt x="16652" y="49659"/>
                                  </a:cubicBezTo>
                                  <a:cubicBezTo>
                                    <a:pt x="15463" y="49659"/>
                                    <a:pt x="14273" y="50848"/>
                                    <a:pt x="14273" y="49659"/>
                                  </a:cubicBezTo>
                                  <a:cubicBezTo>
                                    <a:pt x="14273" y="52038"/>
                                    <a:pt x="13084" y="53227"/>
                                    <a:pt x="10705" y="54417"/>
                                  </a:cubicBezTo>
                                  <a:cubicBezTo>
                                    <a:pt x="9515" y="56796"/>
                                    <a:pt x="13084" y="56796"/>
                                    <a:pt x="13084" y="59174"/>
                                  </a:cubicBezTo>
                                  <a:cubicBezTo>
                                    <a:pt x="11894" y="59174"/>
                                    <a:pt x="10705" y="59174"/>
                                    <a:pt x="9515" y="59174"/>
                                  </a:cubicBezTo>
                                  <a:cubicBezTo>
                                    <a:pt x="9515" y="61553"/>
                                    <a:pt x="9515" y="65122"/>
                                    <a:pt x="7137" y="66311"/>
                                  </a:cubicBezTo>
                                  <a:cubicBezTo>
                                    <a:pt x="4758" y="67500"/>
                                    <a:pt x="1190" y="65122"/>
                                    <a:pt x="0" y="68690"/>
                                  </a:cubicBezTo>
                                  <a:cubicBezTo>
                                    <a:pt x="1190" y="68690"/>
                                    <a:pt x="7137" y="68690"/>
                                    <a:pt x="8326" y="69879"/>
                                  </a:cubicBezTo>
                                  <a:cubicBezTo>
                                    <a:pt x="9515" y="71069"/>
                                    <a:pt x="8326" y="72258"/>
                                    <a:pt x="8326" y="73448"/>
                                  </a:cubicBezTo>
                                  <a:cubicBezTo>
                                    <a:pt x="8326" y="73448"/>
                                    <a:pt x="10705" y="74637"/>
                                    <a:pt x="11894" y="75826"/>
                                  </a:cubicBezTo>
                                  <a:cubicBezTo>
                                    <a:pt x="15463" y="75826"/>
                                    <a:pt x="14273" y="74637"/>
                                    <a:pt x="16652" y="72258"/>
                                  </a:cubicBezTo>
                                  <a:cubicBezTo>
                                    <a:pt x="17842" y="71069"/>
                                    <a:pt x="21410" y="69879"/>
                                    <a:pt x="22599" y="68690"/>
                                  </a:cubicBezTo>
                                  <a:cubicBezTo>
                                    <a:pt x="22599" y="71069"/>
                                    <a:pt x="20220" y="74637"/>
                                    <a:pt x="19031" y="77016"/>
                                  </a:cubicBezTo>
                                  <a:cubicBezTo>
                                    <a:pt x="17842" y="79395"/>
                                    <a:pt x="16652" y="81774"/>
                                    <a:pt x="15463" y="85342"/>
                                  </a:cubicBezTo>
                                  <a:cubicBezTo>
                                    <a:pt x="14273" y="86531"/>
                                    <a:pt x="15463" y="87721"/>
                                    <a:pt x="15463" y="90100"/>
                                  </a:cubicBezTo>
                                  <a:cubicBezTo>
                                    <a:pt x="15463" y="91289"/>
                                    <a:pt x="14273" y="92479"/>
                                    <a:pt x="14273" y="93668"/>
                                  </a:cubicBezTo>
                                  <a:cubicBezTo>
                                    <a:pt x="13084" y="96047"/>
                                    <a:pt x="15463" y="100805"/>
                                    <a:pt x="13084" y="103183"/>
                                  </a:cubicBezTo>
                                  <a:cubicBezTo>
                                    <a:pt x="13084" y="103183"/>
                                    <a:pt x="14273" y="104373"/>
                                    <a:pt x="14273" y="104373"/>
                                  </a:cubicBezTo>
                                  <a:cubicBezTo>
                                    <a:pt x="14273" y="106752"/>
                                    <a:pt x="11894" y="110320"/>
                                    <a:pt x="11894" y="113888"/>
                                  </a:cubicBezTo>
                                  <a:cubicBezTo>
                                    <a:pt x="11894" y="115078"/>
                                    <a:pt x="11894" y="117457"/>
                                    <a:pt x="10705" y="118646"/>
                                  </a:cubicBezTo>
                                  <a:cubicBezTo>
                                    <a:pt x="10705" y="119835"/>
                                    <a:pt x="9515" y="121025"/>
                                    <a:pt x="8326" y="122215"/>
                                  </a:cubicBezTo>
                                  <a:cubicBezTo>
                                    <a:pt x="10705" y="123404"/>
                                    <a:pt x="11894" y="121025"/>
                                    <a:pt x="14273" y="122215"/>
                                  </a:cubicBezTo>
                                  <a:cubicBezTo>
                                    <a:pt x="14273" y="118646"/>
                                    <a:pt x="13084" y="117457"/>
                                    <a:pt x="14273" y="113888"/>
                                  </a:cubicBezTo>
                                  <a:cubicBezTo>
                                    <a:pt x="15463" y="111509"/>
                                    <a:pt x="16652" y="107941"/>
                                    <a:pt x="16652" y="105562"/>
                                  </a:cubicBezTo>
                                  <a:cubicBezTo>
                                    <a:pt x="17842" y="103183"/>
                                    <a:pt x="17842" y="104373"/>
                                    <a:pt x="17842" y="101994"/>
                                  </a:cubicBezTo>
                                  <a:cubicBezTo>
                                    <a:pt x="17842" y="100805"/>
                                    <a:pt x="16652" y="98426"/>
                                    <a:pt x="17842" y="97236"/>
                                  </a:cubicBezTo>
                                  <a:cubicBezTo>
                                    <a:pt x="17842" y="96047"/>
                                    <a:pt x="21410" y="91289"/>
                                    <a:pt x="22599" y="91289"/>
                                  </a:cubicBezTo>
                                  <a:cubicBezTo>
                                    <a:pt x="22599" y="92479"/>
                                    <a:pt x="21410" y="96047"/>
                                    <a:pt x="20220" y="97236"/>
                                  </a:cubicBezTo>
                                  <a:cubicBezTo>
                                    <a:pt x="20220" y="98426"/>
                                    <a:pt x="20220" y="100805"/>
                                    <a:pt x="20220" y="101994"/>
                                  </a:cubicBezTo>
                                  <a:cubicBezTo>
                                    <a:pt x="22599" y="101994"/>
                                    <a:pt x="22599" y="99615"/>
                                    <a:pt x="22599" y="98426"/>
                                  </a:cubicBezTo>
                                  <a:cubicBezTo>
                                    <a:pt x="22599" y="98426"/>
                                    <a:pt x="23789" y="98426"/>
                                    <a:pt x="23789" y="98426"/>
                                  </a:cubicBezTo>
                                  <a:cubicBezTo>
                                    <a:pt x="23789" y="100805"/>
                                    <a:pt x="27357" y="103183"/>
                                    <a:pt x="29736" y="99615"/>
                                  </a:cubicBezTo>
                                  <a:cubicBezTo>
                                    <a:pt x="30925" y="97236"/>
                                    <a:pt x="28546" y="93668"/>
                                    <a:pt x="29736" y="91289"/>
                                  </a:cubicBezTo>
                                  <a:cubicBezTo>
                                    <a:pt x="30925" y="94857"/>
                                    <a:pt x="30925" y="97236"/>
                                    <a:pt x="33304" y="100805"/>
                                  </a:cubicBezTo>
                                  <a:cubicBezTo>
                                    <a:pt x="29736" y="101994"/>
                                    <a:pt x="28546" y="104373"/>
                                    <a:pt x="29736" y="109131"/>
                                  </a:cubicBezTo>
                                  <a:cubicBezTo>
                                    <a:pt x="29736" y="112699"/>
                                    <a:pt x="34494" y="113888"/>
                                    <a:pt x="33304" y="117457"/>
                                  </a:cubicBezTo>
                                  <a:cubicBezTo>
                                    <a:pt x="33304" y="119835"/>
                                    <a:pt x="32115" y="119835"/>
                                    <a:pt x="30925" y="121025"/>
                                  </a:cubicBezTo>
                                  <a:cubicBezTo>
                                    <a:pt x="29736" y="122215"/>
                                    <a:pt x="29736" y="123404"/>
                                    <a:pt x="29736" y="125783"/>
                                  </a:cubicBezTo>
                                  <a:cubicBezTo>
                                    <a:pt x="28546" y="126972"/>
                                    <a:pt x="27357" y="128162"/>
                                    <a:pt x="27357" y="130541"/>
                                  </a:cubicBezTo>
                                  <a:cubicBezTo>
                                    <a:pt x="27357" y="131730"/>
                                    <a:pt x="27357" y="134109"/>
                                    <a:pt x="27357" y="135298"/>
                                  </a:cubicBezTo>
                                  <a:cubicBezTo>
                                    <a:pt x="26167" y="135298"/>
                                    <a:pt x="24978" y="135298"/>
                                    <a:pt x="24978" y="135298"/>
                                  </a:cubicBezTo>
                                  <a:cubicBezTo>
                                    <a:pt x="23789" y="136488"/>
                                    <a:pt x="23789" y="138867"/>
                                    <a:pt x="23789" y="140056"/>
                                  </a:cubicBezTo>
                                  <a:cubicBezTo>
                                    <a:pt x="26167" y="141245"/>
                                    <a:pt x="27357" y="146003"/>
                                    <a:pt x="29736" y="147193"/>
                                  </a:cubicBezTo>
                                  <a:cubicBezTo>
                                    <a:pt x="29736" y="143624"/>
                                    <a:pt x="27357" y="136488"/>
                                    <a:pt x="33304" y="141245"/>
                                  </a:cubicBezTo>
                                  <a:cubicBezTo>
                                    <a:pt x="35683" y="142435"/>
                                    <a:pt x="39251" y="146003"/>
                                    <a:pt x="42820" y="146003"/>
                                  </a:cubicBezTo>
                                  <a:cubicBezTo>
                                    <a:pt x="42820" y="143624"/>
                                    <a:pt x="41630" y="142435"/>
                                    <a:pt x="41630" y="141245"/>
                                  </a:cubicBezTo>
                                  <a:cubicBezTo>
                                    <a:pt x="40441" y="141245"/>
                                    <a:pt x="39251" y="140056"/>
                                    <a:pt x="39251" y="137677"/>
                                  </a:cubicBezTo>
                                  <a:cubicBezTo>
                                    <a:pt x="41630" y="136488"/>
                                    <a:pt x="41630" y="138867"/>
                                    <a:pt x="44009" y="140056"/>
                                  </a:cubicBezTo>
                                  <a:cubicBezTo>
                                    <a:pt x="45198" y="141245"/>
                                    <a:pt x="48767" y="141245"/>
                                    <a:pt x="49956" y="141245"/>
                                  </a:cubicBezTo>
                                  <a:cubicBezTo>
                                    <a:pt x="52335" y="141245"/>
                                    <a:pt x="59472" y="138867"/>
                                    <a:pt x="59472" y="135298"/>
                                  </a:cubicBezTo>
                                  <a:cubicBezTo>
                                    <a:pt x="63040" y="135298"/>
                                    <a:pt x="66608" y="134109"/>
                                    <a:pt x="70177" y="134109"/>
                                  </a:cubicBezTo>
                                  <a:cubicBezTo>
                                    <a:pt x="70177" y="134109"/>
                                    <a:pt x="70177" y="135298"/>
                                    <a:pt x="70177" y="135298"/>
                                  </a:cubicBezTo>
                                  <a:cubicBezTo>
                                    <a:pt x="61850" y="135298"/>
                                    <a:pt x="61850" y="142435"/>
                                    <a:pt x="58282" y="148382"/>
                                  </a:cubicBezTo>
                                  <a:cubicBezTo>
                                    <a:pt x="58282" y="148382"/>
                                    <a:pt x="58282" y="149571"/>
                                    <a:pt x="58282" y="150761"/>
                                  </a:cubicBezTo>
                                  <a:cubicBezTo>
                                    <a:pt x="58282" y="154329"/>
                                    <a:pt x="60661" y="159087"/>
                                    <a:pt x="63040" y="160276"/>
                                  </a:cubicBezTo>
                                  <a:cubicBezTo>
                                    <a:pt x="66608" y="162655"/>
                                    <a:pt x="65419" y="162655"/>
                                    <a:pt x="67798" y="166224"/>
                                  </a:cubicBezTo>
                                  <a:cubicBezTo>
                                    <a:pt x="70177" y="168602"/>
                                    <a:pt x="72556" y="160276"/>
                                    <a:pt x="74934" y="163845"/>
                                  </a:cubicBezTo>
                                  <a:cubicBezTo>
                                    <a:pt x="76124" y="165034"/>
                                    <a:pt x="74934" y="170981"/>
                                    <a:pt x="73745" y="172171"/>
                                  </a:cubicBezTo>
                                  <a:cubicBezTo>
                                    <a:pt x="72556" y="173360"/>
                                    <a:pt x="68987" y="172171"/>
                                    <a:pt x="67798" y="173360"/>
                                  </a:cubicBezTo>
                                  <a:cubicBezTo>
                                    <a:pt x="66608" y="175739"/>
                                    <a:pt x="70177" y="176928"/>
                                    <a:pt x="70177" y="179307"/>
                                  </a:cubicBezTo>
                                  <a:cubicBezTo>
                                    <a:pt x="70177" y="181686"/>
                                    <a:pt x="68987" y="182876"/>
                                    <a:pt x="70177" y="185254"/>
                                  </a:cubicBezTo>
                                  <a:cubicBezTo>
                                    <a:pt x="71366" y="188823"/>
                                    <a:pt x="73745" y="192391"/>
                                    <a:pt x="77313" y="194770"/>
                                  </a:cubicBezTo>
                                  <a:cubicBezTo>
                                    <a:pt x="78503" y="194770"/>
                                    <a:pt x="79692" y="194770"/>
                                    <a:pt x="79692" y="195959"/>
                                  </a:cubicBezTo>
                                  <a:cubicBezTo>
                                    <a:pt x="79692" y="198338"/>
                                    <a:pt x="76124" y="195959"/>
                                    <a:pt x="73745" y="194770"/>
                                  </a:cubicBezTo>
                                  <a:cubicBezTo>
                                    <a:pt x="72556" y="193581"/>
                                    <a:pt x="71366" y="191202"/>
                                    <a:pt x="68987" y="192391"/>
                                  </a:cubicBezTo>
                                  <a:cubicBezTo>
                                    <a:pt x="67798" y="193581"/>
                                    <a:pt x="73745" y="197149"/>
                                    <a:pt x="71366" y="198338"/>
                                  </a:cubicBezTo>
                                  <a:cubicBezTo>
                                    <a:pt x="68987" y="198338"/>
                                    <a:pt x="68987" y="195959"/>
                                    <a:pt x="66608" y="194770"/>
                                  </a:cubicBezTo>
                                  <a:cubicBezTo>
                                    <a:pt x="64229" y="193581"/>
                                    <a:pt x="64229" y="194770"/>
                                    <a:pt x="60661" y="195959"/>
                                  </a:cubicBezTo>
                                  <a:cubicBezTo>
                                    <a:pt x="58282" y="197149"/>
                                    <a:pt x="55903" y="195959"/>
                                    <a:pt x="53525" y="195959"/>
                                  </a:cubicBezTo>
                                  <a:cubicBezTo>
                                    <a:pt x="51146" y="197149"/>
                                    <a:pt x="48767" y="200717"/>
                                    <a:pt x="46388" y="197149"/>
                                  </a:cubicBezTo>
                                  <a:cubicBezTo>
                                    <a:pt x="45198" y="194770"/>
                                    <a:pt x="45198" y="194770"/>
                                    <a:pt x="44009" y="193581"/>
                                  </a:cubicBezTo>
                                  <a:cubicBezTo>
                                    <a:pt x="41630" y="192391"/>
                                    <a:pt x="42820" y="192391"/>
                                    <a:pt x="41630" y="190012"/>
                                  </a:cubicBezTo>
                                  <a:cubicBezTo>
                                    <a:pt x="39251" y="186444"/>
                                    <a:pt x="33304" y="195959"/>
                                    <a:pt x="35683" y="197149"/>
                                  </a:cubicBezTo>
                                  <a:cubicBezTo>
                                    <a:pt x="40441" y="199528"/>
                                    <a:pt x="41630" y="200717"/>
                                    <a:pt x="39251" y="204285"/>
                                  </a:cubicBezTo>
                                  <a:cubicBezTo>
                                    <a:pt x="38062" y="206664"/>
                                    <a:pt x="33304" y="207854"/>
                                    <a:pt x="32115" y="210233"/>
                                  </a:cubicBezTo>
                                  <a:cubicBezTo>
                                    <a:pt x="32115" y="211422"/>
                                    <a:pt x="32115" y="212611"/>
                                    <a:pt x="32115" y="212611"/>
                                  </a:cubicBezTo>
                                  <a:cubicBezTo>
                                    <a:pt x="35683" y="217369"/>
                                    <a:pt x="40441" y="204285"/>
                                    <a:pt x="46388" y="213801"/>
                                  </a:cubicBezTo>
                                  <a:cubicBezTo>
                                    <a:pt x="46388" y="214990"/>
                                    <a:pt x="47577" y="214990"/>
                                    <a:pt x="47577" y="214990"/>
                                  </a:cubicBezTo>
                                  <a:cubicBezTo>
                                    <a:pt x="48767" y="217369"/>
                                    <a:pt x="45198" y="217369"/>
                                    <a:pt x="45198" y="220937"/>
                                  </a:cubicBezTo>
                                  <a:cubicBezTo>
                                    <a:pt x="45198" y="223316"/>
                                    <a:pt x="46388" y="223316"/>
                                    <a:pt x="46388" y="226885"/>
                                  </a:cubicBezTo>
                                  <a:cubicBezTo>
                                    <a:pt x="46388" y="229264"/>
                                    <a:pt x="46388" y="230453"/>
                                    <a:pt x="44009" y="232832"/>
                                  </a:cubicBezTo>
                                  <a:cubicBezTo>
                                    <a:pt x="42820" y="235211"/>
                                    <a:pt x="41630" y="234021"/>
                                    <a:pt x="39251" y="235211"/>
                                  </a:cubicBezTo>
                                  <a:cubicBezTo>
                                    <a:pt x="35683" y="237590"/>
                                    <a:pt x="33304" y="239969"/>
                                    <a:pt x="28546" y="241158"/>
                                  </a:cubicBezTo>
                                  <a:cubicBezTo>
                                    <a:pt x="24978" y="241158"/>
                                    <a:pt x="19031" y="242347"/>
                                    <a:pt x="17842" y="247105"/>
                                  </a:cubicBezTo>
                                  <a:cubicBezTo>
                                    <a:pt x="19031" y="247105"/>
                                    <a:pt x="20220" y="247105"/>
                                    <a:pt x="21410" y="247105"/>
                                  </a:cubicBezTo>
                                  <a:cubicBezTo>
                                    <a:pt x="21410" y="249484"/>
                                    <a:pt x="20220" y="250673"/>
                                    <a:pt x="19031" y="250673"/>
                                  </a:cubicBezTo>
                                  <a:cubicBezTo>
                                    <a:pt x="19031" y="251863"/>
                                    <a:pt x="20220" y="251863"/>
                                    <a:pt x="21410" y="253052"/>
                                  </a:cubicBezTo>
                                  <a:cubicBezTo>
                                    <a:pt x="22599" y="253052"/>
                                    <a:pt x="22599" y="253052"/>
                                    <a:pt x="23789" y="253052"/>
                                  </a:cubicBezTo>
                                  <a:cubicBezTo>
                                    <a:pt x="23789" y="253052"/>
                                    <a:pt x="24978" y="254242"/>
                                    <a:pt x="24978" y="254242"/>
                                  </a:cubicBezTo>
                                  <a:cubicBezTo>
                                    <a:pt x="27357" y="255431"/>
                                    <a:pt x="28546" y="254242"/>
                                    <a:pt x="30925" y="253052"/>
                                  </a:cubicBezTo>
                                  <a:cubicBezTo>
                                    <a:pt x="33304" y="253052"/>
                                    <a:pt x="42820" y="248295"/>
                                    <a:pt x="42820" y="253052"/>
                                  </a:cubicBezTo>
                                  <a:cubicBezTo>
                                    <a:pt x="44009" y="253052"/>
                                    <a:pt x="45198" y="253052"/>
                                    <a:pt x="46388" y="253052"/>
                                  </a:cubicBezTo>
                                  <a:cubicBezTo>
                                    <a:pt x="45198" y="254242"/>
                                    <a:pt x="44009" y="255431"/>
                                    <a:pt x="44009" y="256621"/>
                                  </a:cubicBezTo>
                                  <a:cubicBezTo>
                                    <a:pt x="48767" y="259000"/>
                                    <a:pt x="52335" y="253052"/>
                                    <a:pt x="55903" y="256621"/>
                                  </a:cubicBezTo>
                                  <a:cubicBezTo>
                                    <a:pt x="57093" y="257810"/>
                                    <a:pt x="58282" y="260189"/>
                                    <a:pt x="59472" y="261378"/>
                                  </a:cubicBezTo>
                                  <a:cubicBezTo>
                                    <a:pt x="61850" y="262568"/>
                                    <a:pt x="63040" y="262568"/>
                                    <a:pt x="65419" y="262568"/>
                                  </a:cubicBezTo>
                                  <a:cubicBezTo>
                                    <a:pt x="70177" y="262568"/>
                                    <a:pt x="71366" y="259000"/>
                                    <a:pt x="76124" y="257810"/>
                                  </a:cubicBezTo>
                                  <a:cubicBezTo>
                                    <a:pt x="78503" y="256621"/>
                                    <a:pt x="84450" y="251863"/>
                                    <a:pt x="86829" y="251863"/>
                                  </a:cubicBezTo>
                                  <a:cubicBezTo>
                                    <a:pt x="86829" y="255431"/>
                                    <a:pt x="82071" y="257810"/>
                                    <a:pt x="79692" y="260189"/>
                                  </a:cubicBezTo>
                                  <a:cubicBezTo>
                                    <a:pt x="78503" y="261378"/>
                                    <a:pt x="76124" y="262568"/>
                                    <a:pt x="76124" y="264947"/>
                                  </a:cubicBezTo>
                                  <a:cubicBezTo>
                                    <a:pt x="74934" y="267326"/>
                                    <a:pt x="77313" y="268515"/>
                                    <a:pt x="77313" y="270894"/>
                                  </a:cubicBezTo>
                                  <a:cubicBezTo>
                                    <a:pt x="70177" y="272083"/>
                                    <a:pt x="65419" y="269704"/>
                                    <a:pt x="58282" y="269704"/>
                                  </a:cubicBezTo>
                                  <a:cubicBezTo>
                                    <a:pt x="57093" y="267326"/>
                                    <a:pt x="49956" y="267326"/>
                                    <a:pt x="47577" y="268515"/>
                                  </a:cubicBezTo>
                                  <a:cubicBezTo>
                                    <a:pt x="46388" y="269704"/>
                                    <a:pt x="46388" y="270894"/>
                                    <a:pt x="45198" y="272083"/>
                                  </a:cubicBezTo>
                                  <a:cubicBezTo>
                                    <a:pt x="44009" y="273273"/>
                                    <a:pt x="42820" y="274462"/>
                                    <a:pt x="42820" y="275652"/>
                                  </a:cubicBezTo>
                                  <a:cubicBezTo>
                                    <a:pt x="42820" y="275652"/>
                                    <a:pt x="42820" y="275652"/>
                                    <a:pt x="41630" y="275652"/>
                                  </a:cubicBezTo>
                                  <a:cubicBezTo>
                                    <a:pt x="39251" y="278030"/>
                                    <a:pt x="38062" y="275652"/>
                                    <a:pt x="36873" y="279220"/>
                                  </a:cubicBezTo>
                                  <a:cubicBezTo>
                                    <a:pt x="36873" y="281599"/>
                                    <a:pt x="36873" y="283978"/>
                                    <a:pt x="35683" y="286356"/>
                                  </a:cubicBezTo>
                                  <a:cubicBezTo>
                                    <a:pt x="32115" y="289925"/>
                                    <a:pt x="27357" y="291114"/>
                                    <a:pt x="24978" y="294683"/>
                                  </a:cubicBezTo>
                                  <a:cubicBezTo>
                                    <a:pt x="22599" y="298251"/>
                                    <a:pt x="17842" y="301819"/>
                                    <a:pt x="14273" y="304198"/>
                                  </a:cubicBezTo>
                                  <a:cubicBezTo>
                                    <a:pt x="11894" y="305387"/>
                                    <a:pt x="9515" y="304198"/>
                                    <a:pt x="9515" y="307766"/>
                                  </a:cubicBezTo>
                                  <a:cubicBezTo>
                                    <a:pt x="9515" y="310145"/>
                                    <a:pt x="13084" y="312524"/>
                                    <a:pt x="14273" y="308956"/>
                                  </a:cubicBezTo>
                                  <a:cubicBezTo>
                                    <a:pt x="16652" y="310145"/>
                                    <a:pt x="17842" y="311335"/>
                                    <a:pt x="20220" y="311335"/>
                                  </a:cubicBezTo>
                                  <a:cubicBezTo>
                                    <a:pt x="21410" y="312524"/>
                                    <a:pt x="21410" y="312524"/>
                                    <a:pt x="23789" y="311335"/>
                                  </a:cubicBezTo>
                                  <a:cubicBezTo>
                                    <a:pt x="24978" y="311335"/>
                                    <a:pt x="24978" y="308956"/>
                                    <a:pt x="24978" y="308956"/>
                                  </a:cubicBezTo>
                                  <a:cubicBezTo>
                                    <a:pt x="26167" y="306577"/>
                                    <a:pt x="26167" y="305387"/>
                                    <a:pt x="28546" y="304198"/>
                                  </a:cubicBezTo>
                                  <a:cubicBezTo>
                                    <a:pt x="29736" y="304198"/>
                                    <a:pt x="30925" y="304198"/>
                                    <a:pt x="32115" y="303009"/>
                                  </a:cubicBezTo>
                                  <a:cubicBezTo>
                                    <a:pt x="33304" y="303009"/>
                                    <a:pt x="33304" y="301819"/>
                                    <a:pt x="34494" y="300630"/>
                                  </a:cubicBezTo>
                                  <a:cubicBezTo>
                                    <a:pt x="36873" y="299440"/>
                                    <a:pt x="39251" y="300630"/>
                                    <a:pt x="41630" y="299440"/>
                                  </a:cubicBezTo>
                                  <a:cubicBezTo>
                                    <a:pt x="44009" y="299440"/>
                                    <a:pt x="46388" y="298251"/>
                                    <a:pt x="48767" y="299440"/>
                                  </a:cubicBezTo>
                                  <a:cubicBezTo>
                                    <a:pt x="49956" y="299440"/>
                                    <a:pt x="49956" y="300630"/>
                                    <a:pt x="51146" y="301819"/>
                                  </a:cubicBezTo>
                                  <a:cubicBezTo>
                                    <a:pt x="52335" y="301819"/>
                                    <a:pt x="53525" y="301819"/>
                                    <a:pt x="54714" y="303009"/>
                                  </a:cubicBezTo>
                                  <a:cubicBezTo>
                                    <a:pt x="58282" y="304198"/>
                                    <a:pt x="58282" y="305387"/>
                                    <a:pt x="60661" y="301819"/>
                                  </a:cubicBezTo>
                                  <a:cubicBezTo>
                                    <a:pt x="63040" y="298251"/>
                                    <a:pt x="63040" y="292304"/>
                                    <a:pt x="66608" y="288735"/>
                                  </a:cubicBezTo>
                                  <a:cubicBezTo>
                                    <a:pt x="68987" y="286356"/>
                                    <a:pt x="76124" y="283978"/>
                                    <a:pt x="79692" y="283978"/>
                                  </a:cubicBezTo>
                                  <a:cubicBezTo>
                                    <a:pt x="83260" y="283978"/>
                                    <a:pt x="83260" y="285167"/>
                                    <a:pt x="85639" y="287546"/>
                                  </a:cubicBezTo>
                                  <a:cubicBezTo>
                                    <a:pt x="88018" y="288735"/>
                                    <a:pt x="90397" y="288735"/>
                                    <a:pt x="92776" y="288735"/>
                                  </a:cubicBezTo>
                                  <a:cubicBezTo>
                                    <a:pt x="95155" y="288735"/>
                                    <a:pt x="97533" y="289925"/>
                                    <a:pt x="99912" y="288735"/>
                                  </a:cubicBezTo>
                                  <a:cubicBezTo>
                                    <a:pt x="102291" y="287546"/>
                                    <a:pt x="102291" y="285167"/>
                                    <a:pt x="103481" y="283978"/>
                                  </a:cubicBezTo>
                                  <a:cubicBezTo>
                                    <a:pt x="105860" y="281599"/>
                                    <a:pt x="114186" y="282788"/>
                                    <a:pt x="117754" y="281599"/>
                                  </a:cubicBezTo>
                                  <a:cubicBezTo>
                                    <a:pt x="120133" y="281599"/>
                                    <a:pt x="122512" y="279220"/>
                                    <a:pt x="124891" y="280409"/>
                                  </a:cubicBezTo>
                                  <a:cubicBezTo>
                                    <a:pt x="126080" y="280409"/>
                                    <a:pt x="124891" y="281599"/>
                                    <a:pt x="127269" y="281599"/>
                                  </a:cubicBezTo>
                                  <a:cubicBezTo>
                                    <a:pt x="128459" y="281599"/>
                                    <a:pt x="129648" y="280409"/>
                                    <a:pt x="130838" y="280409"/>
                                  </a:cubicBezTo>
                                  <a:cubicBezTo>
                                    <a:pt x="135596" y="279220"/>
                                    <a:pt x="141543" y="279220"/>
                                    <a:pt x="147490" y="279220"/>
                                  </a:cubicBezTo>
                                  <a:cubicBezTo>
                                    <a:pt x="153437" y="279220"/>
                                    <a:pt x="157005" y="279220"/>
                                    <a:pt x="161763" y="275652"/>
                                  </a:cubicBezTo>
                                  <a:cubicBezTo>
                                    <a:pt x="164142" y="274462"/>
                                    <a:pt x="165331" y="274462"/>
                                    <a:pt x="167710" y="273273"/>
                                  </a:cubicBezTo>
                                  <a:cubicBezTo>
                                    <a:pt x="170089" y="272083"/>
                                    <a:pt x="171279" y="270894"/>
                                    <a:pt x="172468" y="268515"/>
                                  </a:cubicBezTo>
                                  <a:cubicBezTo>
                                    <a:pt x="173658" y="267326"/>
                                    <a:pt x="177226" y="266136"/>
                                    <a:pt x="178415" y="264947"/>
                                  </a:cubicBezTo>
                                  <a:cubicBezTo>
                                    <a:pt x="179605" y="262568"/>
                                    <a:pt x="179605" y="260189"/>
                                    <a:pt x="179605" y="257810"/>
                                  </a:cubicBezTo>
                                  <a:cubicBezTo>
                                    <a:pt x="180794" y="256621"/>
                                    <a:pt x="180794" y="255431"/>
                                    <a:pt x="180794" y="254242"/>
                                  </a:cubicBezTo>
                                  <a:cubicBezTo>
                                    <a:pt x="178415" y="254242"/>
                                    <a:pt x="173658" y="254242"/>
                                    <a:pt x="172468" y="256621"/>
                                  </a:cubicBezTo>
                                  <a:cubicBezTo>
                                    <a:pt x="170089" y="257810"/>
                                    <a:pt x="166521" y="257810"/>
                                    <a:pt x="162952" y="257810"/>
                                  </a:cubicBezTo>
                                  <a:cubicBezTo>
                                    <a:pt x="161763" y="256621"/>
                                    <a:pt x="160574" y="254242"/>
                                    <a:pt x="159384" y="253052"/>
                                  </a:cubicBezTo>
                                  <a:cubicBezTo>
                                    <a:pt x="158195" y="253052"/>
                                    <a:pt x="158195" y="253052"/>
                                    <a:pt x="157005" y="253052"/>
                                  </a:cubicBezTo>
                                  <a:cubicBezTo>
                                    <a:pt x="157005" y="250673"/>
                                    <a:pt x="159384" y="250673"/>
                                    <a:pt x="161763" y="250673"/>
                                  </a:cubicBezTo>
                                  <a:cubicBezTo>
                                    <a:pt x="162952" y="250673"/>
                                    <a:pt x="162952" y="250673"/>
                                    <a:pt x="164142" y="249484"/>
                                  </a:cubicBezTo>
                                  <a:cubicBezTo>
                                    <a:pt x="165331" y="248295"/>
                                    <a:pt x="164142" y="247105"/>
                                    <a:pt x="165331" y="247105"/>
                                  </a:cubicBezTo>
                                  <a:cubicBezTo>
                                    <a:pt x="165331" y="247105"/>
                                    <a:pt x="165331" y="245916"/>
                                    <a:pt x="165331" y="245916"/>
                                  </a:cubicBezTo>
                                  <a:cubicBezTo>
                                    <a:pt x="164142" y="244726"/>
                                    <a:pt x="162952" y="244726"/>
                                    <a:pt x="162952" y="244726"/>
                                  </a:cubicBezTo>
                                  <a:cubicBezTo>
                                    <a:pt x="164142" y="243537"/>
                                    <a:pt x="165331" y="242347"/>
                                    <a:pt x="166521" y="239969"/>
                                  </a:cubicBezTo>
                                  <a:cubicBezTo>
                                    <a:pt x="167710" y="241158"/>
                                    <a:pt x="167710" y="242347"/>
                                    <a:pt x="170089" y="243537"/>
                                  </a:cubicBezTo>
                                  <a:cubicBezTo>
                                    <a:pt x="174847" y="239969"/>
                                    <a:pt x="176036" y="236400"/>
                                    <a:pt x="170089" y="235211"/>
                                  </a:cubicBezTo>
                                  <a:cubicBezTo>
                                    <a:pt x="170089" y="234021"/>
                                    <a:pt x="171279" y="232832"/>
                                    <a:pt x="172468" y="232832"/>
                                  </a:cubicBezTo>
                                  <a:cubicBezTo>
                                    <a:pt x="176036" y="236400"/>
                                    <a:pt x="177226" y="232832"/>
                                    <a:pt x="180794" y="230453"/>
                                  </a:cubicBezTo>
                                  <a:cubicBezTo>
                                    <a:pt x="180794" y="228074"/>
                                    <a:pt x="180794" y="224506"/>
                                    <a:pt x="181983" y="222127"/>
                                  </a:cubicBezTo>
                                  <a:cubicBezTo>
                                    <a:pt x="181983" y="218559"/>
                                    <a:pt x="184362" y="216180"/>
                                    <a:pt x="183173" y="213801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1" name="Freeform 360">
                              <a:extLst>
                                <a:ext uri="{FF2B5EF4-FFF2-40B4-BE49-F238E27FC236}">
                                  <a16:creationId xmlns:a16="http://schemas.microsoft.com/office/drawing/2014/main" id="{CC78AEC3-585F-5D41-0107-C06D984339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37375" y="2727452"/>
                              <a:ext cx="20415" cy="25294"/>
                            </a:xfrm>
                            <a:custGeom>
                              <a:avLst/>
                              <a:gdLst>
                                <a:gd name="connsiteX0" fmla="*/ 5250 w 20415"/>
                                <a:gd name="connsiteY0" fmla="*/ 14273 h 25294"/>
                                <a:gd name="connsiteX1" fmla="*/ 6440 w 20415"/>
                                <a:gd name="connsiteY1" fmla="*/ 17842 h 25294"/>
                                <a:gd name="connsiteX2" fmla="*/ 7629 w 20415"/>
                                <a:gd name="connsiteY2" fmla="*/ 21410 h 25294"/>
                                <a:gd name="connsiteX3" fmla="*/ 14766 w 20415"/>
                                <a:gd name="connsiteY3" fmla="*/ 21410 h 25294"/>
                                <a:gd name="connsiteX4" fmla="*/ 15955 w 20415"/>
                                <a:gd name="connsiteY4" fmla="*/ 24978 h 25294"/>
                                <a:gd name="connsiteX5" fmla="*/ 18334 w 20415"/>
                                <a:gd name="connsiteY5" fmla="*/ 22599 h 25294"/>
                                <a:gd name="connsiteX6" fmla="*/ 19524 w 20415"/>
                                <a:gd name="connsiteY6" fmla="*/ 19031 h 25294"/>
                                <a:gd name="connsiteX7" fmla="*/ 19524 w 20415"/>
                                <a:gd name="connsiteY7" fmla="*/ 16652 h 25294"/>
                                <a:gd name="connsiteX8" fmla="*/ 14766 w 20415"/>
                                <a:gd name="connsiteY8" fmla="*/ 15463 h 25294"/>
                                <a:gd name="connsiteX9" fmla="*/ 12387 w 20415"/>
                                <a:gd name="connsiteY9" fmla="*/ 11894 h 25294"/>
                                <a:gd name="connsiteX10" fmla="*/ 12387 w 20415"/>
                                <a:gd name="connsiteY10" fmla="*/ 3568 h 25294"/>
                                <a:gd name="connsiteX11" fmla="*/ 11198 w 20415"/>
                                <a:gd name="connsiteY11" fmla="*/ 0 h 25294"/>
                                <a:gd name="connsiteX12" fmla="*/ 7629 w 20415"/>
                                <a:gd name="connsiteY12" fmla="*/ 1190 h 25294"/>
                                <a:gd name="connsiteX13" fmla="*/ 7629 w 20415"/>
                                <a:gd name="connsiteY13" fmla="*/ 5947 h 25294"/>
                                <a:gd name="connsiteX14" fmla="*/ 4061 w 20415"/>
                                <a:gd name="connsiteY14" fmla="*/ 3568 h 25294"/>
                                <a:gd name="connsiteX15" fmla="*/ 2872 w 20415"/>
                                <a:gd name="connsiteY15" fmla="*/ 4758 h 25294"/>
                                <a:gd name="connsiteX16" fmla="*/ 493 w 20415"/>
                                <a:gd name="connsiteY16" fmla="*/ 7137 h 25294"/>
                                <a:gd name="connsiteX17" fmla="*/ 1682 w 20415"/>
                                <a:gd name="connsiteY17" fmla="*/ 9516 h 25294"/>
                                <a:gd name="connsiteX18" fmla="*/ 5250 w 20415"/>
                                <a:gd name="connsiteY18" fmla="*/ 14273 h 2529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</a:cxnLst>
                              <a:rect l="l" t="t" r="r" b="b"/>
                              <a:pathLst>
                                <a:path w="20415" h="25294">
                                  <a:moveTo>
                                    <a:pt x="5250" y="14273"/>
                                  </a:moveTo>
                                  <a:cubicBezTo>
                                    <a:pt x="5250" y="15463"/>
                                    <a:pt x="5250" y="16652"/>
                                    <a:pt x="6440" y="17842"/>
                                  </a:cubicBezTo>
                                  <a:cubicBezTo>
                                    <a:pt x="7629" y="19031"/>
                                    <a:pt x="6440" y="21410"/>
                                    <a:pt x="7629" y="21410"/>
                                  </a:cubicBezTo>
                                  <a:cubicBezTo>
                                    <a:pt x="8819" y="21410"/>
                                    <a:pt x="14766" y="19031"/>
                                    <a:pt x="14766" y="21410"/>
                                  </a:cubicBezTo>
                                  <a:cubicBezTo>
                                    <a:pt x="14766" y="23789"/>
                                    <a:pt x="13577" y="26168"/>
                                    <a:pt x="15955" y="24978"/>
                                  </a:cubicBezTo>
                                  <a:cubicBezTo>
                                    <a:pt x="15955" y="24978"/>
                                    <a:pt x="17145" y="24978"/>
                                    <a:pt x="18334" y="22599"/>
                                  </a:cubicBezTo>
                                  <a:cubicBezTo>
                                    <a:pt x="18334" y="21410"/>
                                    <a:pt x="19524" y="20220"/>
                                    <a:pt x="19524" y="19031"/>
                                  </a:cubicBezTo>
                                  <a:cubicBezTo>
                                    <a:pt x="20713" y="17842"/>
                                    <a:pt x="20713" y="16652"/>
                                    <a:pt x="19524" y="16652"/>
                                  </a:cubicBezTo>
                                  <a:cubicBezTo>
                                    <a:pt x="18334" y="16652"/>
                                    <a:pt x="15955" y="16652"/>
                                    <a:pt x="14766" y="15463"/>
                                  </a:cubicBezTo>
                                  <a:cubicBezTo>
                                    <a:pt x="13577" y="14273"/>
                                    <a:pt x="12387" y="14273"/>
                                    <a:pt x="12387" y="11894"/>
                                  </a:cubicBezTo>
                                  <a:cubicBezTo>
                                    <a:pt x="12387" y="9516"/>
                                    <a:pt x="13577" y="4758"/>
                                    <a:pt x="12387" y="3568"/>
                                  </a:cubicBezTo>
                                  <a:cubicBezTo>
                                    <a:pt x="11198" y="2379"/>
                                    <a:pt x="12387" y="0"/>
                                    <a:pt x="11198" y="0"/>
                                  </a:cubicBezTo>
                                  <a:cubicBezTo>
                                    <a:pt x="10008" y="0"/>
                                    <a:pt x="7629" y="0"/>
                                    <a:pt x="7629" y="1190"/>
                                  </a:cubicBezTo>
                                  <a:cubicBezTo>
                                    <a:pt x="7629" y="3568"/>
                                    <a:pt x="8819" y="7137"/>
                                    <a:pt x="7629" y="5947"/>
                                  </a:cubicBezTo>
                                  <a:cubicBezTo>
                                    <a:pt x="6440" y="4758"/>
                                    <a:pt x="4061" y="3568"/>
                                    <a:pt x="4061" y="3568"/>
                                  </a:cubicBezTo>
                                  <a:cubicBezTo>
                                    <a:pt x="2872" y="3568"/>
                                    <a:pt x="2872" y="3568"/>
                                    <a:pt x="2872" y="4758"/>
                                  </a:cubicBezTo>
                                  <a:cubicBezTo>
                                    <a:pt x="2872" y="5947"/>
                                    <a:pt x="1682" y="5947"/>
                                    <a:pt x="493" y="7137"/>
                                  </a:cubicBezTo>
                                  <a:cubicBezTo>
                                    <a:pt x="-697" y="8326"/>
                                    <a:pt x="493" y="9516"/>
                                    <a:pt x="1682" y="9516"/>
                                  </a:cubicBezTo>
                                  <a:cubicBezTo>
                                    <a:pt x="1682" y="13084"/>
                                    <a:pt x="5250" y="13084"/>
                                    <a:pt x="5250" y="14273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2" name="Freeform 361">
                              <a:extLst>
                                <a:ext uri="{FF2B5EF4-FFF2-40B4-BE49-F238E27FC236}">
                                  <a16:creationId xmlns:a16="http://schemas.microsoft.com/office/drawing/2014/main" id="{D870ACA0-A854-2A6C-980C-C4CB4099A1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46854" y="2758377"/>
                              <a:ext cx="2907" cy="2081"/>
                            </a:xfrm>
                            <a:custGeom>
                              <a:avLst/>
                              <a:gdLst>
                                <a:gd name="connsiteX0" fmla="*/ 529 w 2907"/>
                                <a:gd name="connsiteY0" fmla="*/ 1189 h 2081"/>
                                <a:gd name="connsiteX1" fmla="*/ 2908 w 2907"/>
                                <a:gd name="connsiteY1" fmla="*/ 1189 h 2081"/>
                                <a:gd name="connsiteX2" fmla="*/ 2908 w 2907"/>
                                <a:gd name="connsiteY2" fmla="*/ 0 h 2081"/>
                                <a:gd name="connsiteX3" fmla="*/ 529 w 2907"/>
                                <a:gd name="connsiteY3" fmla="*/ 0 h 2081"/>
                                <a:gd name="connsiteX4" fmla="*/ 529 w 2907"/>
                                <a:gd name="connsiteY4" fmla="*/ 1189 h 208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2907" h="2081">
                                  <a:moveTo>
                                    <a:pt x="529" y="1189"/>
                                  </a:moveTo>
                                  <a:cubicBezTo>
                                    <a:pt x="1718" y="2379"/>
                                    <a:pt x="2908" y="2379"/>
                                    <a:pt x="2908" y="1189"/>
                                  </a:cubicBezTo>
                                  <a:cubicBezTo>
                                    <a:pt x="2908" y="1189"/>
                                    <a:pt x="2908" y="0"/>
                                    <a:pt x="2908" y="0"/>
                                  </a:cubicBezTo>
                                  <a:cubicBezTo>
                                    <a:pt x="2908" y="0"/>
                                    <a:pt x="1718" y="0"/>
                                    <a:pt x="529" y="0"/>
                                  </a:cubicBezTo>
                                  <a:cubicBezTo>
                                    <a:pt x="529" y="0"/>
                                    <a:pt x="-661" y="1189"/>
                                    <a:pt x="529" y="118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3" name="Freeform 362">
                              <a:extLst>
                                <a:ext uri="{FF2B5EF4-FFF2-40B4-BE49-F238E27FC236}">
                                  <a16:creationId xmlns:a16="http://schemas.microsoft.com/office/drawing/2014/main" id="{3C779FFB-C4F9-E736-878A-CBC1EB2036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43815" y="2751937"/>
                              <a:ext cx="3568" cy="4953"/>
                            </a:xfrm>
                            <a:custGeom>
                              <a:avLst/>
                              <a:gdLst>
                                <a:gd name="connsiteX0" fmla="*/ 3568 w 3568"/>
                                <a:gd name="connsiteY0" fmla="*/ 1682 h 4953"/>
                                <a:gd name="connsiteX1" fmla="*/ 1190 w 3568"/>
                                <a:gd name="connsiteY1" fmla="*/ 493 h 4953"/>
                                <a:gd name="connsiteX2" fmla="*/ 0 w 3568"/>
                                <a:gd name="connsiteY2" fmla="*/ 4061 h 4953"/>
                                <a:gd name="connsiteX3" fmla="*/ 2379 w 3568"/>
                                <a:gd name="connsiteY3" fmla="*/ 4061 h 4953"/>
                                <a:gd name="connsiteX4" fmla="*/ 3568 w 3568"/>
                                <a:gd name="connsiteY4" fmla="*/ 1682 h 4953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3568" h="4953">
                                  <a:moveTo>
                                    <a:pt x="3568" y="1682"/>
                                  </a:moveTo>
                                  <a:cubicBezTo>
                                    <a:pt x="3568" y="493"/>
                                    <a:pt x="1190" y="-697"/>
                                    <a:pt x="1190" y="493"/>
                                  </a:cubicBezTo>
                                  <a:cubicBezTo>
                                    <a:pt x="1190" y="493"/>
                                    <a:pt x="0" y="2872"/>
                                    <a:pt x="0" y="4061"/>
                                  </a:cubicBezTo>
                                  <a:cubicBezTo>
                                    <a:pt x="1190" y="5250"/>
                                    <a:pt x="1190" y="5250"/>
                                    <a:pt x="2379" y="4061"/>
                                  </a:cubicBezTo>
                                  <a:cubicBezTo>
                                    <a:pt x="2379" y="4061"/>
                                    <a:pt x="3568" y="2872"/>
                                    <a:pt x="3568" y="168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4" name="Freeform 363">
                              <a:extLst>
                                <a:ext uri="{FF2B5EF4-FFF2-40B4-BE49-F238E27FC236}">
                                  <a16:creationId xmlns:a16="http://schemas.microsoft.com/office/drawing/2014/main" id="{B28F9C57-8DBC-DA43-1B6D-4D1F729FAF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44978" y="2767569"/>
                              <a:ext cx="14298" cy="13344"/>
                            </a:xfrm>
                            <a:custGeom>
                              <a:avLst/>
                              <a:gdLst>
                                <a:gd name="connsiteX0" fmla="*/ 2404 w 14298"/>
                                <a:gd name="connsiteY0" fmla="*/ 8650 h 13344"/>
                                <a:gd name="connsiteX1" fmla="*/ 2404 w 14298"/>
                                <a:gd name="connsiteY1" fmla="*/ 12219 h 13344"/>
                                <a:gd name="connsiteX2" fmla="*/ 7162 w 14298"/>
                                <a:gd name="connsiteY2" fmla="*/ 11029 h 13344"/>
                                <a:gd name="connsiteX3" fmla="*/ 13110 w 14298"/>
                                <a:gd name="connsiteY3" fmla="*/ 11029 h 13344"/>
                                <a:gd name="connsiteX4" fmla="*/ 14299 w 14298"/>
                                <a:gd name="connsiteY4" fmla="*/ 7461 h 13344"/>
                                <a:gd name="connsiteX5" fmla="*/ 11920 w 14298"/>
                                <a:gd name="connsiteY5" fmla="*/ 3892 h 13344"/>
                                <a:gd name="connsiteX6" fmla="*/ 8352 w 14298"/>
                                <a:gd name="connsiteY6" fmla="*/ 2703 h 13344"/>
                                <a:gd name="connsiteX7" fmla="*/ 5973 w 14298"/>
                                <a:gd name="connsiteY7" fmla="*/ 324 h 13344"/>
                                <a:gd name="connsiteX8" fmla="*/ 1215 w 14298"/>
                                <a:gd name="connsiteY8" fmla="*/ 2703 h 13344"/>
                                <a:gd name="connsiteX9" fmla="*/ 7162 w 14298"/>
                                <a:gd name="connsiteY9" fmla="*/ 6271 h 13344"/>
                                <a:gd name="connsiteX10" fmla="*/ 2404 w 14298"/>
                                <a:gd name="connsiteY10" fmla="*/ 8650 h 1334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14298" h="13344">
                                  <a:moveTo>
                                    <a:pt x="2404" y="8650"/>
                                  </a:moveTo>
                                  <a:cubicBezTo>
                                    <a:pt x="1215" y="9840"/>
                                    <a:pt x="-2353" y="15787"/>
                                    <a:pt x="2404" y="12219"/>
                                  </a:cubicBezTo>
                                  <a:cubicBezTo>
                                    <a:pt x="2404" y="12219"/>
                                    <a:pt x="4783" y="11029"/>
                                    <a:pt x="7162" y="11029"/>
                                  </a:cubicBezTo>
                                  <a:cubicBezTo>
                                    <a:pt x="9541" y="11029"/>
                                    <a:pt x="11920" y="12219"/>
                                    <a:pt x="13110" y="11029"/>
                                  </a:cubicBezTo>
                                  <a:cubicBezTo>
                                    <a:pt x="14299" y="9840"/>
                                    <a:pt x="14299" y="8650"/>
                                    <a:pt x="14299" y="7461"/>
                                  </a:cubicBezTo>
                                  <a:cubicBezTo>
                                    <a:pt x="14299" y="6271"/>
                                    <a:pt x="11920" y="3892"/>
                                    <a:pt x="11920" y="3892"/>
                                  </a:cubicBezTo>
                                  <a:cubicBezTo>
                                    <a:pt x="10731" y="3892"/>
                                    <a:pt x="9541" y="3892"/>
                                    <a:pt x="8352" y="2703"/>
                                  </a:cubicBezTo>
                                  <a:cubicBezTo>
                                    <a:pt x="7162" y="1514"/>
                                    <a:pt x="5973" y="-865"/>
                                    <a:pt x="5973" y="324"/>
                                  </a:cubicBezTo>
                                  <a:cubicBezTo>
                                    <a:pt x="4783" y="324"/>
                                    <a:pt x="26" y="1514"/>
                                    <a:pt x="1215" y="2703"/>
                                  </a:cubicBezTo>
                                  <a:cubicBezTo>
                                    <a:pt x="2404" y="3892"/>
                                    <a:pt x="7162" y="5082"/>
                                    <a:pt x="7162" y="6271"/>
                                  </a:cubicBezTo>
                                  <a:cubicBezTo>
                                    <a:pt x="4783" y="6271"/>
                                    <a:pt x="3594" y="8650"/>
                                    <a:pt x="2404" y="865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5" name="Freeform 364">
                              <a:extLst>
                                <a:ext uri="{FF2B5EF4-FFF2-40B4-BE49-F238E27FC236}">
                                  <a16:creationId xmlns:a16="http://schemas.microsoft.com/office/drawing/2014/main" id="{41095CB2-165E-1F36-36DB-69097D8DD9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39057" y="2765514"/>
                              <a:ext cx="3901" cy="5081"/>
                            </a:xfrm>
                            <a:custGeom>
                              <a:avLst/>
                              <a:gdLst>
                                <a:gd name="connsiteX0" fmla="*/ 3568 w 3901"/>
                                <a:gd name="connsiteY0" fmla="*/ 0 h 5081"/>
                                <a:gd name="connsiteX1" fmla="*/ 0 w 3901"/>
                                <a:gd name="connsiteY1" fmla="*/ 2379 h 5081"/>
                                <a:gd name="connsiteX2" fmla="*/ 2379 w 3901"/>
                                <a:gd name="connsiteY2" fmla="*/ 4758 h 5081"/>
                                <a:gd name="connsiteX3" fmla="*/ 3568 w 3901"/>
                                <a:gd name="connsiteY3" fmla="*/ 0 h 508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3901" h="5081">
                                  <a:moveTo>
                                    <a:pt x="3568" y="0"/>
                                  </a:moveTo>
                                  <a:cubicBezTo>
                                    <a:pt x="2379" y="0"/>
                                    <a:pt x="0" y="0"/>
                                    <a:pt x="0" y="2379"/>
                                  </a:cubicBezTo>
                                  <a:cubicBezTo>
                                    <a:pt x="0" y="3568"/>
                                    <a:pt x="1190" y="5947"/>
                                    <a:pt x="2379" y="4758"/>
                                  </a:cubicBezTo>
                                  <a:cubicBezTo>
                                    <a:pt x="2379" y="3568"/>
                                    <a:pt x="4758" y="0"/>
                                    <a:pt x="3568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6" name="Freeform 365">
                              <a:extLst>
                                <a:ext uri="{FF2B5EF4-FFF2-40B4-BE49-F238E27FC236}">
                                  <a16:creationId xmlns:a16="http://schemas.microsoft.com/office/drawing/2014/main" id="{0BC1AC8C-9F23-3169-EF36-98E46084275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30731" y="2770272"/>
                              <a:ext cx="3901" cy="4368"/>
                            </a:xfrm>
                            <a:custGeom>
                              <a:avLst/>
                              <a:gdLst>
                                <a:gd name="connsiteX0" fmla="*/ 0 w 3901"/>
                                <a:gd name="connsiteY0" fmla="*/ 1189 h 4368"/>
                                <a:gd name="connsiteX1" fmla="*/ 2379 w 3901"/>
                                <a:gd name="connsiteY1" fmla="*/ 3568 h 4368"/>
                                <a:gd name="connsiteX2" fmla="*/ 3569 w 3901"/>
                                <a:gd name="connsiteY2" fmla="*/ 0 h 4368"/>
                                <a:gd name="connsiteX3" fmla="*/ 0 w 3901"/>
                                <a:gd name="connsiteY3" fmla="*/ 1189 h 43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3901" h="4368">
                                  <a:moveTo>
                                    <a:pt x="0" y="1189"/>
                                  </a:moveTo>
                                  <a:cubicBezTo>
                                    <a:pt x="0" y="2379"/>
                                    <a:pt x="0" y="5947"/>
                                    <a:pt x="2379" y="3568"/>
                                  </a:cubicBezTo>
                                  <a:cubicBezTo>
                                    <a:pt x="2379" y="3568"/>
                                    <a:pt x="4758" y="1189"/>
                                    <a:pt x="3569" y="0"/>
                                  </a:cubicBezTo>
                                  <a:cubicBezTo>
                                    <a:pt x="3569" y="0"/>
                                    <a:pt x="1190" y="0"/>
                                    <a:pt x="0" y="118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7" name="Freeform 366">
                              <a:extLst>
                                <a:ext uri="{FF2B5EF4-FFF2-40B4-BE49-F238E27FC236}">
                                  <a16:creationId xmlns:a16="http://schemas.microsoft.com/office/drawing/2014/main" id="{6F6EE5E9-9467-5D29-4F48-8C5F06042E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31681" y="2721505"/>
                              <a:ext cx="8722" cy="7376"/>
                            </a:xfrm>
                            <a:custGeom>
                              <a:avLst/>
                              <a:gdLst>
                                <a:gd name="connsiteX0" fmla="*/ 3808 w 8722"/>
                                <a:gd name="connsiteY0" fmla="*/ 0 h 7376"/>
                                <a:gd name="connsiteX1" fmla="*/ 239 w 8722"/>
                                <a:gd name="connsiteY1" fmla="*/ 3568 h 7376"/>
                                <a:gd name="connsiteX2" fmla="*/ 3808 w 8722"/>
                                <a:gd name="connsiteY2" fmla="*/ 7137 h 7376"/>
                                <a:gd name="connsiteX3" fmla="*/ 8566 w 8722"/>
                                <a:gd name="connsiteY3" fmla="*/ 2379 h 7376"/>
                                <a:gd name="connsiteX4" fmla="*/ 3808 w 8722"/>
                                <a:gd name="connsiteY4" fmla="*/ 0 h 737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8722" h="7376">
                                  <a:moveTo>
                                    <a:pt x="3808" y="0"/>
                                  </a:moveTo>
                                  <a:cubicBezTo>
                                    <a:pt x="2618" y="0"/>
                                    <a:pt x="-950" y="1190"/>
                                    <a:pt x="239" y="3568"/>
                                  </a:cubicBezTo>
                                  <a:cubicBezTo>
                                    <a:pt x="1429" y="4758"/>
                                    <a:pt x="239" y="8326"/>
                                    <a:pt x="3808" y="7137"/>
                                  </a:cubicBezTo>
                                  <a:cubicBezTo>
                                    <a:pt x="3808" y="7137"/>
                                    <a:pt x="9755" y="3568"/>
                                    <a:pt x="8566" y="2379"/>
                                  </a:cubicBezTo>
                                  <a:cubicBezTo>
                                    <a:pt x="6187" y="1190"/>
                                    <a:pt x="4997" y="0"/>
                                    <a:pt x="3808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8" name="Freeform 367">
                              <a:extLst>
                                <a:ext uri="{FF2B5EF4-FFF2-40B4-BE49-F238E27FC236}">
                                  <a16:creationId xmlns:a16="http://schemas.microsoft.com/office/drawing/2014/main" id="{B3382E30-D297-1C11-35CA-25C521B3087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31427" y="2701284"/>
                              <a:ext cx="20713" cy="19364"/>
                            </a:xfrm>
                            <a:custGeom>
                              <a:avLst/>
                              <a:gdLst>
                                <a:gd name="connsiteX0" fmla="*/ 2872 w 20713"/>
                                <a:gd name="connsiteY0" fmla="*/ 17842 h 19364"/>
                                <a:gd name="connsiteX1" fmla="*/ 7629 w 20713"/>
                                <a:gd name="connsiteY1" fmla="*/ 17842 h 19364"/>
                                <a:gd name="connsiteX2" fmla="*/ 13577 w 20713"/>
                                <a:gd name="connsiteY2" fmla="*/ 19031 h 19364"/>
                                <a:gd name="connsiteX3" fmla="*/ 14766 w 20713"/>
                                <a:gd name="connsiteY3" fmla="*/ 10705 h 19364"/>
                                <a:gd name="connsiteX4" fmla="*/ 20713 w 20713"/>
                                <a:gd name="connsiteY4" fmla="*/ 4758 h 19364"/>
                                <a:gd name="connsiteX5" fmla="*/ 18334 w 20713"/>
                                <a:gd name="connsiteY5" fmla="*/ 0 h 19364"/>
                                <a:gd name="connsiteX6" fmla="*/ 11198 w 20713"/>
                                <a:gd name="connsiteY6" fmla="*/ 4758 h 19364"/>
                                <a:gd name="connsiteX7" fmla="*/ 6440 w 20713"/>
                                <a:gd name="connsiteY7" fmla="*/ 11894 h 19364"/>
                                <a:gd name="connsiteX8" fmla="*/ 1682 w 20713"/>
                                <a:gd name="connsiteY8" fmla="*/ 9516 h 19364"/>
                                <a:gd name="connsiteX9" fmla="*/ 493 w 20713"/>
                                <a:gd name="connsiteY9" fmla="*/ 14273 h 19364"/>
                                <a:gd name="connsiteX10" fmla="*/ 2872 w 20713"/>
                                <a:gd name="connsiteY10" fmla="*/ 17842 h 1936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20713" h="19364">
                                  <a:moveTo>
                                    <a:pt x="2872" y="17842"/>
                                  </a:moveTo>
                                  <a:cubicBezTo>
                                    <a:pt x="4061" y="17842"/>
                                    <a:pt x="5250" y="16652"/>
                                    <a:pt x="7629" y="17842"/>
                                  </a:cubicBezTo>
                                  <a:cubicBezTo>
                                    <a:pt x="7629" y="17842"/>
                                    <a:pt x="12387" y="20220"/>
                                    <a:pt x="13577" y="19031"/>
                                  </a:cubicBezTo>
                                  <a:cubicBezTo>
                                    <a:pt x="14766" y="17842"/>
                                    <a:pt x="13577" y="13084"/>
                                    <a:pt x="14766" y="10705"/>
                                  </a:cubicBezTo>
                                  <a:cubicBezTo>
                                    <a:pt x="15955" y="9516"/>
                                    <a:pt x="20713" y="7137"/>
                                    <a:pt x="20713" y="4758"/>
                                  </a:cubicBezTo>
                                  <a:cubicBezTo>
                                    <a:pt x="20713" y="2379"/>
                                    <a:pt x="20713" y="0"/>
                                    <a:pt x="18334" y="0"/>
                                  </a:cubicBezTo>
                                  <a:cubicBezTo>
                                    <a:pt x="17145" y="0"/>
                                    <a:pt x="12387" y="2379"/>
                                    <a:pt x="11198" y="4758"/>
                                  </a:cubicBezTo>
                                  <a:cubicBezTo>
                                    <a:pt x="10008" y="5947"/>
                                    <a:pt x="8819" y="11894"/>
                                    <a:pt x="6440" y="11894"/>
                                  </a:cubicBezTo>
                                  <a:cubicBezTo>
                                    <a:pt x="5250" y="11894"/>
                                    <a:pt x="2872" y="9516"/>
                                    <a:pt x="1682" y="9516"/>
                                  </a:cubicBezTo>
                                  <a:cubicBezTo>
                                    <a:pt x="493" y="9516"/>
                                    <a:pt x="-697" y="10705"/>
                                    <a:pt x="493" y="14273"/>
                                  </a:cubicBezTo>
                                  <a:cubicBezTo>
                                    <a:pt x="493" y="15463"/>
                                    <a:pt x="1682" y="17842"/>
                                    <a:pt x="2872" y="1784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69" name="Freeform 368">
                              <a:extLst>
                                <a:ext uri="{FF2B5EF4-FFF2-40B4-BE49-F238E27FC236}">
                                  <a16:creationId xmlns:a16="http://schemas.microsoft.com/office/drawing/2014/main" id="{86D74BB6-8FEA-ACBD-6175-208A54E7B2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22081" y="2729831"/>
                              <a:ext cx="8650" cy="4757"/>
                            </a:xfrm>
                            <a:custGeom>
                              <a:avLst/>
                              <a:gdLst>
                                <a:gd name="connsiteX0" fmla="*/ 2703 w 8650"/>
                                <a:gd name="connsiteY0" fmla="*/ 0 h 4757"/>
                                <a:gd name="connsiteX1" fmla="*/ 324 w 8650"/>
                                <a:gd name="connsiteY1" fmla="*/ 2379 h 4757"/>
                                <a:gd name="connsiteX2" fmla="*/ 2703 w 8650"/>
                                <a:gd name="connsiteY2" fmla="*/ 4758 h 4757"/>
                                <a:gd name="connsiteX3" fmla="*/ 7461 w 8650"/>
                                <a:gd name="connsiteY3" fmla="*/ 4758 h 4757"/>
                                <a:gd name="connsiteX4" fmla="*/ 8650 w 8650"/>
                                <a:gd name="connsiteY4" fmla="*/ 1190 h 4757"/>
                                <a:gd name="connsiteX5" fmla="*/ 2703 w 8650"/>
                                <a:gd name="connsiteY5" fmla="*/ 0 h 47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8650" h="4757">
                                  <a:moveTo>
                                    <a:pt x="2703" y="0"/>
                                  </a:moveTo>
                                  <a:cubicBezTo>
                                    <a:pt x="324" y="0"/>
                                    <a:pt x="1513" y="1190"/>
                                    <a:pt x="324" y="2379"/>
                                  </a:cubicBezTo>
                                  <a:cubicBezTo>
                                    <a:pt x="-865" y="3568"/>
                                    <a:pt x="1513" y="3568"/>
                                    <a:pt x="2703" y="4758"/>
                                  </a:cubicBezTo>
                                  <a:cubicBezTo>
                                    <a:pt x="3892" y="4758"/>
                                    <a:pt x="6271" y="4758"/>
                                    <a:pt x="7461" y="4758"/>
                                  </a:cubicBezTo>
                                  <a:cubicBezTo>
                                    <a:pt x="8650" y="4758"/>
                                    <a:pt x="8650" y="2379"/>
                                    <a:pt x="8650" y="1190"/>
                                  </a:cubicBezTo>
                                  <a:cubicBezTo>
                                    <a:pt x="8650" y="0"/>
                                    <a:pt x="2703" y="0"/>
                                    <a:pt x="2703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0" name="Freeform 369">
                              <a:extLst>
                                <a:ext uri="{FF2B5EF4-FFF2-40B4-BE49-F238E27FC236}">
                                  <a16:creationId xmlns:a16="http://schemas.microsoft.com/office/drawing/2014/main" id="{33EC11CE-B985-762F-D9EE-E0639AD4BC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23594" y="2735778"/>
                              <a:ext cx="4758" cy="14406"/>
                            </a:xfrm>
                            <a:custGeom>
                              <a:avLst/>
                              <a:gdLst>
                                <a:gd name="connsiteX0" fmla="*/ 3569 w 4758"/>
                                <a:gd name="connsiteY0" fmla="*/ 0 h 14406"/>
                                <a:gd name="connsiteX1" fmla="*/ 1190 w 4758"/>
                                <a:gd name="connsiteY1" fmla="*/ 3568 h 14406"/>
                                <a:gd name="connsiteX2" fmla="*/ 0 w 4758"/>
                                <a:gd name="connsiteY2" fmla="*/ 9516 h 14406"/>
                                <a:gd name="connsiteX3" fmla="*/ 2379 w 4758"/>
                                <a:gd name="connsiteY3" fmla="*/ 14273 h 14406"/>
                                <a:gd name="connsiteX4" fmla="*/ 3569 w 4758"/>
                                <a:gd name="connsiteY4" fmla="*/ 5947 h 14406"/>
                                <a:gd name="connsiteX5" fmla="*/ 4758 w 4758"/>
                                <a:gd name="connsiteY5" fmla="*/ 2379 h 14406"/>
                                <a:gd name="connsiteX6" fmla="*/ 3569 w 4758"/>
                                <a:gd name="connsiteY6" fmla="*/ 0 h 1440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4758" h="14406">
                                  <a:moveTo>
                                    <a:pt x="3569" y="0"/>
                                  </a:moveTo>
                                  <a:cubicBezTo>
                                    <a:pt x="0" y="0"/>
                                    <a:pt x="1190" y="2379"/>
                                    <a:pt x="1190" y="3568"/>
                                  </a:cubicBezTo>
                                  <a:cubicBezTo>
                                    <a:pt x="1190" y="4758"/>
                                    <a:pt x="0" y="7137"/>
                                    <a:pt x="0" y="9516"/>
                                  </a:cubicBezTo>
                                  <a:cubicBezTo>
                                    <a:pt x="0" y="11894"/>
                                    <a:pt x="1190" y="13084"/>
                                    <a:pt x="2379" y="14273"/>
                                  </a:cubicBezTo>
                                  <a:cubicBezTo>
                                    <a:pt x="3569" y="15463"/>
                                    <a:pt x="3569" y="8326"/>
                                    <a:pt x="3569" y="5947"/>
                                  </a:cubicBezTo>
                                  <a:cubicBezTo>
                                    <a:pt x="2379" y="4758"/>
                                    <a:pt x="4758" y="3568"/>
                                    <a:pt x="4758" y="2379"/>
                                  </a:cubicBezTo>
                                  <a:cubicBezTo>
                                    <a:pt x="4758" y="1190"/>
                                    <a:pt x="3569" y="0"/>
                                    <a:pt x="3569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1" name="Freeform 370">
                              <a:extLst>
                                <a:ext uri="{FF2B5EF4-FFF2-40B4-BE49-F238E27FC236}">
                                  <a16:creationId xmlns:a16="http://schemas.microsoft.com/office/drawing/2014/main" id="{0F2778DF-830E-5B6F-0C9D-3547420DAD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20026" y="2752191"/>
                              <a:ext cx="4096" cy="4699"/>
                            </a:xfrm>
                            <a:custGeom>
                              <a:avLst/>
                              <a:gdLst>
                                <a:gd name="connsiteX0" fmla="*/ 0 w 4096"/>
                                <a:gd name="connsiteY0" fmla="*/ 3808 h 4699"/>
                                <a:gd name="connsiteX1" fmla="*/ 3568 w 4096"/>
                                <a:gd name="connsiteY1" fmla="*/ 3808 h 4699"/>
                                <a:gd name="connsiteX2" fmla="*/ 3568 w 4096"/>
                                <a:gd name="connsiteY2" fmla="*/ 239 h 4699"/>
                                <a:gd name="connsiteX3" fmla="*/ 0 w 4096"/>
                                <a:gd name="connsiteY3" fmla="*/ 3808 h 469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4096" h="4699">
                                  <a:moveTo>
                                    <a:pt x="0" y="3808"/>
                                  </a:moveTo>
                                  <a:cubicBezTo>
                                    <a:pt x="0" y="4997"/>
                                    <a:pt x="2379" y="4997"/>
                                    <a:pt x="3568" y="3808"/>
                                  </a:cubicBezTo>
                                  <a:cubicBezTo>
                                    <a:pt x="4758" y="3808"/>
                                    <a:pt x="3568" y="239"/>
                                    <a:pt x="3568" y="239"/>
                                  </a:cubicBezTo>
                                  <a:cubicBezTo>
                                    <a:pt x="0" y="-950"/>
                                    <a:pt x="0" y="2618"/>
                                    <a:pt x="0" y="380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2" name="Freeform 371">
                              <a:extLst>
                                <a:ext uri="{FF2B5EF4-FFF2-40B4-BE49-F238E27FC236}">
                                  <a16:creationId xmlns:a16="http://schemas.microsoft.com/office/drawing/2014/main" id="{DDEFB35B-44D1-3F2C-BBA9-0AEA654664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6854" y="2677496"/>
                              <a:ext cx="10044" cy="9383"/>
                            </a:xfrm>
                            <a:custGeom>
                              <a:avLst/>
                              <a:gdLst>
                                <a:gd name="connsiteX0" fmla="*/ 2379 w 10044"/>
                                <a:gd name="connsiteY0" fmla="*/ 8326 h 9383"/>
                                <a:gd name="connsiteX1" fmla="*/ 9516 w 10044"/>
                                <a:gd name="connsiteY1" fmla="*/ 8326 h 9383"/>
                                <a:gd name="connsiteX2" fmla="*/ 9516 w 10044"/>
                                <a:gd name="connsiteY2" fmla="*/ 3568 h 9383"/>
                                <a:gd name="connsiteX3" fmla="*/ 5947 w 10044"/>
                                <a:gd name="connsiteY3" fmla="*/ 2379 h 9383"/>
                                <a:gd name="connsiteX4" fmla="*/ 4758 w 10044"/>
                                <a:gd name="connsiteY4" fmla="*/ 0 h 9383"/>
                                <a:gd name="connsiteX5" fmla="*/ 0 w 10044"/>
                                <a:gd name="connsiteY5" fmla="*/ 0 h 9383"/>
                                <a:gd name="connsiteX6" fmla="*/ 0 w 10044"/>
                                <a:gd name="connsiteY6" fmla="*/ 4758 h 9383"/>
                                <a:gd name="connsiteX7" fmla="*/ 2379 w 10044"/>
                                <a:gd name="connsiteY7" fmla="*/ 8326 h 9383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10044" h="9383">
                                  <a:moveTo>
                                    <a:pt x="2379" y="8326"/>
                                  </a:moveTo>
                                  <a:cubicBezTo>
                                    <a:pt x="4758" y="8326"/>
                                    <a:pt x="8326" y="10705"/>
                                    <a:pt x="9516" y="8326"/>
                                  </a:cubicBezTo>
                                  <a:cubicBezTo>
                                    <a:pt x="9516" y="8326"/>
                                    <a:pt x="10705" y="4758"/>
                                    <a:pt x="9516" y="3568"/>
                                  </a:cubicBezTo>
                                  <a:cubicBezTo>
                                    <a:pt x="8326" y="3568"/>
                                    <a:pt x="5947" y="3568"/>
                                    <a:pt x="5947" y="2379"/>
                                  </a:cubicBezTo>
                                  <a:cubicBezTo>
                                    <a:pt x="5947" y="1190"/>
                                    <a:pt x="4758" y="0"/>
                                    <a:pt x="4758" y="0"/>
                                  </a:cubicBezTo>
                                  <a:cubicBezTo>
                                    <a:pt x="3569" y="0"/>
                                    <a:pt x="0" y="0"/>
                                    <a:pt x="0" y="0"/>
                                  </a:cubicBezTo>
                                  <a:cubicBezTo>
                                    <a:pt x="0" y="1190"/>
                                    <a:pt x="0" y="3568"/>
                                    <a:pt x="0" y="4758"/>
                                  </a:cubicBezTo>
                                  <a:cubicBezTo>
                                    <a:pt x="0" y="7137"/>
                                    <a:pt x="0" y="8326"/>
                                    <a:pt x="2379" y="832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3" name="Freeform 372">
                              <a:extLst>
                                <a:ext uri="{FF2B5EF4-FFF2-40B4-BE49-F238E27FC236}">
                                  <a16:creationId xmlns:a16="http://schemas.microsoft.com/office/drawing/2014/main" id="{37E45046-2A9C-F006-8065-0F22507343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10423" y="2675117"/>
                              <a:ext cx="2907" cy="3568"/>
                            </a:xfrm>
                            <a:custGeom>
                              <a:avLst/>
                              <a:gdLst>
                                <a:gd name="connsiteX0" fmla="*/ 2379 w 2907"/>
                                <a:gd name="connsiteY0" fmla="*/ 3568 h 3568"/>
                                <a:gd name="connsiteX1" fmla="*/ 2379 w 2907"/>
                                <a:gd name="connsiteY1" fmla="*/ 1189 h 3568"/>
                                <a:gd name="connsiteX2" fmla="*/ 0 w 2907"/>
                                <a:gd name="connsiteY2" fmla="*/ 0 h 3568"/>
                                <a:gd name="connsiteX3" fmla="*/ 2379 w 2907"/>
                                <a:gd name="connsiteY3" fmla="*/ 3568 h 35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2907" h="3568">
                                  <a:moveTo>
                                    <a:pt x="2379" y="3568"/>
                                  </a:moveTo>
                                  <a:cubicBezTo>
                                    <a:pt x="2379" y="3568"/>
                                    <a:pt x="3568" y="2379"/>
                                    <a:pt x="2379" y="1189"/>
                                  </a:cubicBezTo>
                                  <a:cubicBezTo>
                                    <a:pt x="2379" y="0"/>
                                    <a:pt x="0" y="0"/>
                                    <a:pt x="0" y="0"/>
                                  </a:cubicBezTo>
                                  <a:cubicBezTo>
                                    <a:pt x="0" y="0"/>
                                    <a:pt x="1190" y="3568"/>
                                    <a:pt x="2379" y="356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4" name="Freeform 373">
                              <a:extLst>
                                <a:ext uri="{FF2B5EF4-FFF2-40B4-BE49-F238E27FC236}">
                                  <a16:creationId xmlns:a16="http://schemas.microsoft.com/office/drawing/2014/main" id="{1FBD9962-A47C-6C88-6EC0-A98701B847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04476" y="2687011"/>
                              <a:ext cx="4096" cy="4096"/>
                            </a:xfrm>
                            <a:custGeom>
                              <a:avLst/>
                              <a:gdLst>
                                <a:gd name="connsiteX0" fmla="*/ 1190 w 4096"/>
                                <a:gd name="connsiteY0" fmla="*/ 3568 h 4096"/>
                                <a:gd name="connsiteX1" fmla="*/ 3568 w 4096"/>
                                <a:gd name="connsiteY1" fmla="*/ 3568 h 4096"/>
                                <a:gd name="connsiteX2" fmla="*/ 3568 w 4096"/>
                                <a:gd name="connsiteY2" fmla="*/ 1189 h 4096"/>
                                <a:gd name="connsiteX3" fmla="*/ 0 w 4096"/>
                                <a:gd name="connsiteY3" fmla="*/ 0 h 4096"/>
                                <a:gd name="connsiteX4" fmla="*/ 1190 w 4096"/>
                                <a:gd name="connsiteY4" fmla="*/ 3568 h 409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4096" h="4096">
                                  <a:moveTo>
                                    <a:pt x="1190" y="3568"/>
                                  </a:moveTo>
                                  <a:cubicBezTo>
                                    <a:pt x="2379" y="3568"/>
                                    <a:pt x="2379" y="4758"/>
                                    <a:pt x="3568" y="3568"/>
                                  </a:cubicBezTo>
                                  <a:cubicBezTo>
                                    <a:pt x="3568" y="3568"/>
                                    <a:pt x="4758" y="1189"/>
                                    <a:pt x="3568" y="1189"/>
                                  </a:cubicBezTo>
                                  <a:cubicBezTo>
                                    <a:pt x="2379" y="1189"/>
                                    <a:pt x="0" y="0"/>
                                    <a:pt x="0" y="0"/>
                                  </a:cubicBezTo>
                                  <a:cubicBezTo>
                                    <a:pt x="0" y="1189"/>
                                    <a:pt x="0" y="2379"/>
                                    <a:pt x="1190" y="356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5" name="Freeform 374">
                              <a:extLst>
                                <a:ext uri="{FF2B5EF4-FFF2-40B4-BE49-F238E27FC236}">
                                  <a16:creationId xmlns:a16="http://schemas.microsoft.com/office/drawing/2014/main" id="{4EF230C8-9B76-93B2-4B1D-DAC8850818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64035" y="2802386"/>
                              <a:ext cx="8325" cy="12290"/>
                            </a:xfrm>
                            <a:custGeom>
                              <a:avLst/>
                              <a:gdLst>
                                <a:gd name="connsiteX0" fmla="*/ 4758 w 8325"/>
                                <a:gd name="connsiteY0" fmla="*/ 0 h 12290"/>
                                <a:gd name="connsiteX1" fmla="*/ 1189 w 8325"/>
                                <a:gd name="connsiteY1" fmla="*/ 1190 h 12290"/>
                                <a:gd name="connsiteX2" fmla="*/ 0 w 8325"/>
                                <a:gd name="connsiteY2" fmla="*/ 5947 h 12290"/>
                                <a:gd name="connsiteX3" fmla="*/ 1189 w 8325"/>
                                <a:gd name="connsiteY3" fmla="*/ 10705 h 12290"/>
                                <a:gd name="connsiteX4" fmla="*/ 5947 w 8325"/>
                                <a:gd name="connsiteY4" fmla="*/ 10705 h 12290"/>
                                <a:gd name="connsiteX5" fmla="*/ 8326 w 8325"/>
                                <a:gd name="connsiteY5" fmla="*/ 7137 h 12290"/>
                                <a:gd name="connsiteX6" fmla="*/ 5947 w 8325"/>
                                <a:gd name="connsiteY6" fmla="*/ 3568 h 12290"/>
                                <a:gd name="connsiteX7" fmla="*/ 4758 w 8325"/>
                                <a:gd name="connsiteY7" fmla="*/ 0 h 1229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8325" h="12290">
                                  <a:moveTo>
                                    <a:pt x="4758" y="0"/>
                                  </a:moveTo>
                                  <a:cubicBezTo>
                                    <a:pt x="3568" y="0"/>
                                    <a:pt x="2379" y="0"/>
                                    <a:pt x="1189" y="1190"/>
                                  </a:cubicBezTo>
                                  <a:cubicBezTo>
                                    <a:pt x="0" y="2379"/>
                                    <a:pt x="0" y="4758"/>
                                    <a:pt x="0" y="5947"/>
                                  </a:cubicBezTo>
                                  <a:cubicBezTo>
                                    <a:pt x="0" y="7137"/>
                                    <a:pt x="1189" y="10705"/>
                                    <a:pt x="1189" y="10705"/>
                                  </a:cubicBezTo>
                                  <a:cubicBezTo>
                                    <a:pt x="2379" y="10705"/>
                                    <a:pt x="3568" y="14273"/>
                                    <a:pt x="5947" y="10705"/>
                                  </a:cubicBezTo>
                                  <a:cubicBezTo>
                                    <a:pt x="5947" y="10705"/>
                                    <a:pt x="8326" y="8326"/>
                                    <a:pt x="8326" y="7137"/>
                                  </a:cubicBezTo>
                                  <a:cubicBezTo>
                                    <a:pt x="8326" y="5947"/>
                                    <a:pt x="5947" y="4758"/>
                                    <a:pt x="5947" y="3568"/>
                                  </a:cubicBezTo>
                                  <a:cubicBezTo>
                                    <a:pt x="5947" y="2379"/>
                                    <a:pt x="5947" y="0"/>
                                    <a:pt x="4758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6" name="Freeform 375">
                              <a:extLst>
                                <a:ext uri="{FF2B5EF4-FFF2-40B4-BE49-F238E27FC236}">
                                  <a16:creationId xmlns:a16="http://schemas.microsoft.com/office/drawing/2014/main" id="{D0F3102D-E67B-863D-A02E-606FCB708A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70390" y="2796439"/>
                              <a:ext cx="3160" cy="4914"/>
                            </a:xfrm>
                            <a:custGeom>
                              <a:avLst/>
                              <a:gdLst>
                                <a:gd name="connsiteX0" fmla="*/ 1971 w 3160"/>
                                <a:gd name="connsiteY0" fmla="*/ 4758 h 4914"/>
                                <a:gd name="connsiteX1" fmla="*/ 3160 w 3160"/>
                                <a:gd name="connsiteY1" fmla="*/ 1190 h 4914"/>
                                <a:gd name="connsiteX2" fmla="*/ 781 w 3160"/>
                                <a:gd name="connsiteY2" fmla="*/ 0 h 4914"/>
                                <a:gd name="connsiteX3" fmla="*/ 1971 w 3160"/>
                                <a:gd name="connsiteY3" fmla="*/ 4758 h 491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3160" h="4914">
                                  <a:moveTo>
                                    <a:pt x="1971" y="4758"/>
                                  </a:moveTo>
                                  <a:cubicBezTo>
                                    <a:pt x="1971" y="4758"/>
                                    <a:pt x="3160" y="1190"/>
                                    <a:pt x="3160" y="1190"/>
                                  </a:cubicBezTo>
                                  <a:cubicBezTo>
                                    <a:pt x="1971" y="0"/>
                                    <a:pt x="781" y="0"/>
                                    <a:pt x="781" y="0"/>
                                  </a:cubicBezTo>
                                  <a:cubicBezTo>
                                    <a:pt x="-408" y="0"/>
                                    <a:pt x="-408" y="5947"/>
                                    <a:pt x="1971" y="475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7" name="Freeform 376">
                              <a:extLst>
                                <a:ext uri="{FF2B5EF4-FFF2-40B4-BE49-F238E27FC236}">
                                  <a16:creationId xmlns:a16="http://schemas.microsoft.com/office/drawing/2014/main" id="{3E297581-60E6-C680-AB00-762038BBF53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51612" y="2786924"/>
                              <a:ext cx="6475" cy="11587"/>
                            </a:xfrm>
                            <a:custGeom>
                              <a:avLst/>
                              <a:gdLst>
                                <a:gd name="connsiteX0" fmla="*/ 6476 w 6475"/>
                                <a:gd name="connsiteY0" fmla="*/ 0 h 11587"/>
                                <a:gd name="connsiteX1" fmla="*/ 529 w 6475"/>
                                <a:gd name="connsiteY1" fmla="*/ 5947 h 11587"/>
                                <a:gd name="connsiteX2" fmla="*/ 529 w 6475"/>
                                <a:gd name="connsiteY2" fmla="*/ 10705 h 11587"/>
                                <a:gd name="connsiteX3" fmla="*/ 5286 w 6475"/>
                                <a:gd name="connsiteY3" fmla="*/ 4758 h 11587"/>
                                <a:gd name="connsiteX4" fmla="*/ 6476 w 6475"/>
                                <a:gd name="connsiteY4" fmla="*/ 0 h 1158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6475" h="11587">
                                  <a:moveTo>
                                    <a:pt x="6476" y="0"/>
                                  </a:moveTo>
                                  <a:cubicBezTo>
                                    <a:pt x="6476" y="0"/>
                                    <a:pt x="1718" y="4758"/>
                                    <a:pt x="529" y="5947"/>
                                  </a:cubicBezTo>
                                  <a:cubicBezTo>
                                    <a:pt x="-661" y="7137"/>
                                    <a:pt x="529" y="9516"/>
                                    <a:pt x="529" y="10705"/>
                                  </a:cubicBezTo>
                                  <a:cubicBezTo>
                                    <a:pt x="1718" y="14273"/>
                                    <a:pt x="5286" y="5947"/>
                                    <a:pt x="5286" y="4758"/>
                                  </a:cubicBezTo>
                                  <a:cubicBezTo>
                                    <a:pt x="5286" y="2379"/>
                                    <a:pt x="6476" y="0"/>
                                    <a:pt x="6476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8" name="Freeform 377">
                              <a:extLst>
                                <a:ext uri="{FF2B5EF4-FFF2-40B4-BE49-F238E27FC236}">
                                  <a16:creationId xmlns:a16="http://schemas.microsoft.com/office/drawing/2014/main" id="{2251DDBF-59B2-64AD-04F8-8EDAE5EDD7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41435" y="2793814"/>
                              <a:ext cx="9107" cy="10004"/>
                            </a:xfrm>
                            <a:custGeom>
                              <a:avLst/>
                              <a:gdLst>
                                <a:gd name="connsiteX0" fmla="*/ 4758 w 9107"/>
                                <a:gd name="connsiteY0" fmla="*/ 246 h 10004"/>
                                <a:gd name="connsiteX1" fmla="*/ 2379 w 9107"/>
                                <a:gd name="connsiteY1" fmla="*/ 2625 h 10004"/>
                                <a:gd name="connsiteX2" fmla="*/ 0 w 9107"/>
                                <a:gd name="connsiteY2" fmla="*/ 3815 h 10004"/>
                                <a:gd name="connsiteX3" fmla="*/ 1190 w 9107"/>
                                <a:gd name="connsiteY3" fmla="*/ 8572 h 10004"/>
                                <a:gd name="connsiteX4" fmla="*/ 4758 w 9107"/>
                                <a:gd name="connsiteY4" fmla="*/ 7383 h 10004"/>
                                <a:gd name="connsiteX5" fmla="*/ 7137 w 9107"/>
                                <a:gd name="connsiteY5" fmla="*/ 9762 h 10004"/>
                                <a:gd name="connsiteX6" fmla="*/ 8326 w 9107"/>
                                <a:gd name="connsiteY6" fmla="*/ 1436 h 10004"/>
                                <a:gd name="connsiteX7" fmla="*/ 4758 w 9107"/>
                                <a:gd name="connsiteY7" fmla="*/ 246 h 1000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9107" h="10004">
                                  <a:moveTo>
                                    <a:pt x="4758" y="246"/>
                                  </a:moveTo>
                                  <a:cubicBezTo>
                                    <a:pt x="3569" y="1436"/>
                                    <a:pt x="2379" y="2625"/>
                                    <a:pt x="2379" y="2625"/>
                                  </a:cubicBezTo>
                                  <a:cubicBezTo>
                                    <a:pt x="1190" y="2625"/>
                                    <a:pt x="0" y="2625"/>
                                    <a:pt x="0" y="3815"/>
                                  </a:cubicBezTo>
                                  <a:cubicBezTo>
                                    <a:pt x="0" y="5004"/>
                                    <a:pt x="0" y="9762"/>
                                    <a:pt x="1190" y="8572"/>
                                  </a:cubicBezTo>
                                  <a:cubicBezTo>
                                    <a:pt x="2379" y="8572"/>
                                    <a:pt x="4758" y="6194"/>
                                    <a:pt x="4758" y="7383"/>
                                  </a:cubicBezTo>
                                  <a:cubicBezTo>
                                    <a:pt x="4758" y="7383"/>
                                    <a:pt x="4758" y="10951"/>
                                    <a:pt x="7137" y="9762"/>
                                  </a:cubicBezTo>
                                  <a:cubicBezTo>
                                    <a:pt x="9516" y="8572"/>
                                    <a:pt x="9516" y="5004"/>
                                    <a:pt x="8326" y="1436"/>
                                  </a:cubicBezTo>
                                  <a:cubicBezTo>
                                    <a:pt x="7137" y="2625"/>
                                    <a:pt x="4758" y="-943"/>
                                    <a:pt x="4758" y="24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79" name="Freeform 378">
                              <a:extLst>
                                <a:ext uri="{FF2B5EF4-FFF2-40B4-BE49-F238E27FC236}">
                                  <a16:creationId xmlns:a16="http://schemas.microsoft.com/office/drawing/2014/main" id="{CCE3DBC5-DA5D-2390-7D87-6A1F5351A16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54108" y="2633487"/>
                              <a:ext cx="3231" cy="2907"/>
                            </a:xfrm>
                            <a:custGeom>
                              <a:avLst/>
                              <a:gdLst>
                                <a:gd name="connsiteX0" fmla="*/ 324 w 3231"/>
                                <a:gd name="connsiteY0" fmla="*/ 2379 h 2907"/>
                                <a:gd name="connsiteX1" fmla="*/ 2703 w 3231"/>
                                <a:gd name="connsiteY1" fmla="*/ 2379 h 2907"/>
                                <a:gd name="connsiteX2" fmla="*/ 2703 w 3231"/>
                                <a:gd name="connsiteY2" fmla="*/ 0 h 2907"/>
                                <a:gd name="connsiteX3" fmla="*/ 324 w 3231"/>
                                <a:gd name="connsiteY3" fmla="*/ 2379 h 290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3231" h="2907">
                                  <a:moveTo>
                                    <a:pt x="324" y="2379"/>
                                  </a:moveTo>
                                  <a:cubicBezTo>
                                    <a:pt x="1514" y="2379"/>
                                    <a:pt x="2703" y="3568"/>
                                    <a:pt x="2703" y="2379"/>
                                  </a:cubicBezTo>
                                  <a:cubicBezTo>
                                    <a:pt x="2703" y="2379"/>
                                    <a:pt x="3893" y="0"/>
                                    <a:pt x="2703" y="0"/>
                                  </a:cubicBezTo>
                                  <a:cubicBezTo>
                                    <a:pt x="1514" y="0"/>
                                    <a:pt x="-865" y="2379"/>
                                    <a:pt x="324" y="237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0" name="Freeform 379">
                              <a:extLst>
                                <a:ext uri="{FF2B5EF4-FFF2-40B4-BE49-F238E27FC236}">
                                  <a16:creationId xmlns:a16="http://schemas.microsoft.com/office/drawing/2014/main" id="{696737EC-E7C6-908B-6EF6-E628F9935BB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46106" y="2617700"/>
                              <a:ext cx="14515" cy="13408"/>
                            </a:xfrm>
                            <a:custGeom>
                              <a:avLst/>
                              <a:gdLst>
                                <a:gd name="connsiteX0" fmla="*/ 2379 w 14515"/>
                                <a:gd name="connsiteY0" fmla="*/ 9840 h 13408"/>
                                <a:gd name="connsiteX1" fmla="*/ 9515 w 14515"/>
                                <a:gd name="connsiteY1" fmla="*/ 9840 h 13408"/>
                                <a:gd name="connsiteX2" fmla="*/ 11894 w 14515"/>
                                <a:gd name="connsiteY2" fmla="*/ 13408 h 13408"/>
                                <a:gd name="connsiteX3" fmla="*/ 11894 w 14515"/>
                                <a:gd name="connsiteY3" fmla="*/ 9840 h 13408"/>
                                <a:gd name="connsiteX4" fmla="*/ 14273 w 14515"/>
                                <a:gd name="connsiteY4" fmla="*/ 2703 h 13408"/>
                                <a:gd name="connsiteX5" fmla="*/ 9515 w 14515"/>
                                <a:gd name="connsiteY5" fmla="*/ 324 h 13408"/>
                                <a:gd name="connsiteX6" fmla="*/ 7137 w 14515"/>
                                <a:gd name="connsiteY6" fmla="*/ 6271 h 13408"/>
                                <a:gd name="connsiteX7" fmla="*/ 0 w 14515"/>
                                <a:gd name="connsiteY7" fmla="*/ 5082 h 13408"/>
                                <a:gd name="connsiteX8" fmla="*/ 2379 w 14515"/>
                                <a:gd name="connsiteY8" fmla="*/ 9840 h 1340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</a:cxnLst>
                              <a:rect l="l" t="t" r="r" b="b"/>
                              <a:pathLst>
                                <a:path w="14515" h="13408">
                                  <a:moveTo>
                                    <a:pt x="2379" y="9840"/>
                                  </a:moveTo>
                                  <a:cubicBezTo>
                                    <a:pt x="4758" y="9840"/>
                                    <a:pt x="9515" y="8650"/>
                                    <a:pt x="9515" y="9840"/>
                                  </a:cubicBezTo>
                                  <a:cubicBezTo>
                                    <a:pt x="9515" y="11029"/>
                                    <a:pt x="10705" y="13408"/>
                                    <a:pt x="11894" y="13408"/>
                                  </a:cubicBezTo>
                                  <a:cubicBezTo>
                                    <a:pt x="13084" y="13408"/>
                                    <a:pt x="13084" y="12219"/>
                                    <a:pt x="11894" y="9840"/>
                                  </a:cubicBezTo>
                                  <a:cubicBezTo>
                                    <a:pt x="11894" y="8650"/>
                                    <a:pt x="15463" y="5082"/>
                                    <a:pt x="14273" y="2703"/>
                                  </a:cubicBezTo>
                                  <a:cubicBezTo>
                                    <a:pt x="13084" y="1514"/>
                                    <a:pt x="10705" y="-865"/>
                                    <a:pt x="9515" y="324"/>
                                  </a:cubicBezTo>
                                  <a:cubicBezTo>
                                    <a:pt x="8326" y="1514"/>
                                    <a:pt x="8326" y="6271"/>
                                    <a:pt x="7137" y="6271"/>
                                  </a:cubicBezTo>
                                  <a:cubicBezTo>
                                    <a:pt x="5947" y="6271"/>
                                    <a:pt x="1190" y="3893"/>
                                    <a:pt x="0" y="5082"/>
                                  </a:cubicBezTo>
                                  <a:cubicBezTo>
                                    <a:pt x="0" y="6271"/>
                                    <a:pt x="0" y="9840"/>
                                    <a:pt x="2379" y="984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1" name="Freeform 380">
                              <a:extLst>
                                <a:ext uri="{FF2B5EF4-FFF2-40B4-BE49-F238E27FC236}">
                                  <a16:creationId xmlns:a16="http://schemas.microsoft.com/office/drawing/2014/main" id="{7F6B331A-13FB-EB45-25C9-63A4D29907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48327" y="2612077"/>
                              <a:ext cx="4915" cy="6302"/>
                            </a:xfrm>
                            <a:custGeom>
                              <a:avLst/>
                              <a:gdLst>
                                <a:gd name="connsiteX0" fmla="*/ 4915 w 4915"/>
                                <a:gd name="connsiteY0" fmla="*/ 4758 h 6302"/>
                                <a:gd name="connsiteX1" fmla="*/ 4915 w 4915"/>
                                <a:gd name="connsiteY1" fmla="*/ 0 h 6302"/>
                                <a:gd name="connsiteX2" fmla="*/ 157 w 4915"/>
                                <a:gd name="connsiteY2" fmla="*/ 3568 h 6302"/>
                                <a:gd name="connsiteX3" fmla="*/ 4915 w 4915"/>
                                <a:gd name="connsiteY3" fmla="*/ 4758 h 630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4915" h="6302">
                                  <a:moveTo>
                                    <a:pt x="4915" y="4758"/>
                                  </a:moveTo>
                                  <a:cubicBezTo>
                                    <a:pt x="4915" y="4758"/>
                                    <a:pt x="4915" y="0"/>
                                    <a:pt x="4915" y="0"/>
                                  </a:cubicBezTo>
                                  <a:cubicBezTo>
                                    <a:pt x="4915" y="0"/>
                                    <a:pt x="-1032" y="1190"/>
                                    <a:pt x="157" y="3568"/>
                                  </a:cubicBezTo>
                                  <a:cubicBezTo>
                                    <a:pt x="157" y="4758"/>
                                    <a:pt x="4915" y="8326"/>
                                    <a:pt x="4915" y="475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2" name="Freeform 381">
                              <a:extLst>
                                <a:ext uri="{FF2B5EF4-FFF2-40B4-BE49-F238E27FC236}">
                                  <a16:creationId xmlns:a16="http://schemas.microsoft.com/office/drawing/2014/main" id="{105E99C8-4A32-5FDA-319C-2DFD1B87A5B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56621" y="2603751"/>
                              <a:ext cx="4947" cy="9515"/>
                            </a:xfrm>
                            <a:custGeom>
                              <a:avLst/>
                              <a:gdLst>
                                <a:gd name="connsiteX0" fmla="*/ 2569 w 4947"/>
                                <a:gd name="connsiteY0" fmla="*/ 9516 h 9515"/>
                                <a:gd name="connsiteX1" fmla="*/ 4948 w 4947"/>
                                <a:gd name="connsiteY1" fmla="*/ 7137 h 9515"/>
                                <a:gd name="connsiteX2" fmla="*/ 2569 w 4947"/>
                                <a:gd name="connsiteY2" fmla="*/ 0 h 9515"/>
                                <a:gd name="connsiteX3" fmla="*/ 190 w 4947"/>
                                <a:gd name="connsiteY3" fmla="*/ 5947 h 9515"/>
                                <a:gd name="connsiteX4" fmla="*/ 2569 w 4947"/>
                                <a:gd name="connsiteY4" fmla="*/ 9516 h 951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4947" h="9515">
                                  <a:moveTo>
                                    <a:pt x="2569" y="9516"/>
                                  </a:moveTo>
                                  <a:cubicBezTo>
                                    <a:pt x="2569" y="9516"/>
                                    <a:pt x="4948" y="9516"/>
                                    <a:pt x="4948" y="7137"/>
                                  </a:cubicBezTo>
                                  <a:cubicBezTo>
                                    <a:pt x="4948" y="4758"/>
                                    <a:pt x="2569" y="0"/>
                                    <a:pt x="2569" y="0"/>
                                  </a:cubicBezTo>
                                  <a:cubicBezTo>
                                    <a:pt x="2569" y="0"/>
                                    <a:pt x="1380" y="4758"/>
                                    <a:pt x="190" y="5947"/>
                                  </a:cubicBezTo>
                                  <a:cubicBezTo>
                                    <a:pt x="190" y="8326"/>
                                    <a:pt x="-999" y="9516"/>
                                    <a:pt x="2569" y="951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3" name="Freeform 382">
                              <a:extLst>
                                <a:ext uri="{FF2B5EF4-FFF2-40B4-BE49-F238E27FC236}">
                                  <a16:creationId xmlns:a16="http://schemas.microsoft.com/office/drawing/2014/main" id="{5DB9A3C2-B61A-BB54-DF4D-3D233651DD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662434" y="2601372"/>
                              <a:ext cx="3231" cy="4034"/>
                            </a:xfrm>
                            <a:custGeom>
                              <a:avLst/>
                              <a:gdLst>
                                <a:gd name="connsiteX0" fmla="*/ 2703 w 3231"/>
                                <a:gd name="connsiteY0" fmla="*/ 3568 h 4034"/>
                                <a:gd name="connsiteX1" fmla="*/ 2703 w 3231"/>
                                <a:gd name="connsiteY1" fmla="*/ 0 h 4034"/>
                                <a:gd name="connsiteX2" fmla="*/ 324 w 3231"/>
                                <a:gd name="connsiteY2" fmla="*/ 1189 h 4034"/>
                                <a:gd name="connsiteX3" fmla="*/ 2703 w 3231"/>
                                <a:gd name="connsiteY3" fmla="*/ 3568 h 403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3231" h="4034">
                                  <a:moveTo>
                                    <a:pt x="2703" y="3568"/>
                                  </a:moveTo>
                                  <a:cubicBezTo>
                                    <a:pt x="2703" y="3568"/>
                                    <a:pt x="3892" y="0"/>
                                    <a:pt x="2703" y="0"/>
                                  </a:cubicBezTo>
                                  <a:cubicBezTo>
                                    <a:pt x="1514" y="0"/>
                                    <a:pt x="-865" y="0"/>
                                    <a:pt x="324" y="1189"/>
                                  </a:cubicBezTo>
                                  <a:cubicBezTo>
                                    <a:pt x="1514" y="3568"/>
                                    <a:pt x="1514" y="4758"/>
                                    <a:pt x="2703" y="356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grpSp>
                        <p:nvGrpSpPr>
                          <p:cNvPr id="384" name="Graphic 27">
                            <a:extLst>
                              <a:ext uri="{FF2B5EF4-FFF2-40B4-BE49-F238E27FC236}">
                                <a16:creationId xmlns:a16="http://schemas.microsoft.com/office/drawing/2014/main" id="{45BAD9BE-02D2-A4EB-1694-598C3714238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50921" y="1499170"/>
                            <a:ext cx="367898" cy="314620"/>
                            <a:chOff x="5850921" y="1499170"/>
                            <a:chExt cx="367898" cy="314620"/>
                          </a:xfrm>
                          <a:grpFill/>
                        </p:grpSpPr>
                        <p:sp>
                          <p:nvSpPr>
                            <p:cNvPr id="385" name="Freeform 384">
                              <a:extLst>
                                <a:ext uri="{FF2B5EF4-FFF2-40B4-BE49-F238E27FC236}">
                                  <a16:creationId xmlns:a16="http://schemas.microsoft.com/office/drawing/2014/main" id="{BF9E7589-860E-F9D5-F399-C4FD17E4CCE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71526" y="1522554"/>
                              <a:ext cx="156301" cy="102588"/>
                            </a:xfrm>
                            <a:custGeom>
                              <a:avLst/>
                              <a:gdLst>
                                <a:gd name="connsiteX0" fmla="*/ 140839 w 156301"/>
                                <a:gd name="connsiteY0" fmla="*/ 22599 h 102588"/>
                                <a:gd name="connsiteX1" fmla="*/ 126566 w 156301"/>
                                <a:gd name="connsiteY1" fmla="*/ 20220 h 102588"/>
                                <a:gd name="connsiteX2" fmla="*/ 112292 w 156301"/>
                                <a:gd name="connsiteY2" fmla="*/ 17842 h 102588"/>
                                <a:gd name="connsiteX3" fmla="*/ 111103 w 156301"/>
                                <a:gd name="connsiteY3" fmla="*/ 14273 h 102588"/>
                                <a:gd name="connsiteX4" fmla="*/ 106345 w 156301"/>
                                <a:gd name="connsiteY4" fmla="*/ 9515 h 102588"/>
                                <a:gd name="connsiteX5" fmla="*/ 100398 w 156301"/>
                                <a:gd name="connsiteY5" fmla="*/ 14273 h 102588"/>
                                <a:gd name="connsiteX6" fmla="*/ 98019 w 156301"/>
                                <a:gd name="connsiteY6" fmla="*/ 10705 h 102588"/>
                                <a:gd name="connsiteX7" fmla="*/ 93261 w 156301"/>
                                <a:gd name="connsiteY7" fmla="*/ 17842 h 102588"/>
                                <a:gd name="connsiteX8" fmla="*/ 92072 w 156301"/>
                                <a:gd name="connsiteY8" fmla="*/ 26168 h 102588"/>
                                <a:gd name="connsiteX9" fmla="*/ 86125 w 156301"/>
                                <a:gd name="connsiteY9" fmla="*/ 24978 h 102588"/>
                                <a:gd name="connsiteX10" fmla="*/ 81367 w 156301"/>
                                <a:gd name="connsiteY10" fmla="*/ 22599 h 102588"/>
                                <a:gd name="connsiteX11" fmla="*/ 82556 w 156301"/>
                                <a:gd name="connsiteY11" fmla="*/ 13084 h 102588"/>
                                <a:gd name="connsiteX12" fmla="*/ 70662 w 156301"/>
                                <a:gd name="connsiteY12" fmla="*/ 0 h 102588"/>
                                <a:gd name="connsiteX13" fmla="*/ 74230 w 156301"/>
                                <a:gd name="connsiteY13" fmla="*/ 9515 h 102588"/>
                                <a:gd name="connsiteX14" fmla="*/ 69472 w 156301"/>
                                <a:gd name="connsiteY14" fmla="*/ 8326 h 102588"/>
                                <a:gd name="connsiteX15" fmla="*/ 71851 w 156301"/>
                                <a:gd name="connsiteY15" fmla="*/ 24978 h 102588"/>
                                <a:gd name="connsiteX16" fmla="*/ 75420 w 156301"/>
                                <a:gd name="connsiteY16" fmla="*/ 40441 h 102588"/>
                                <a:gd name="connsiteX17" fmla="*/ 64715 w 156301"/>
                                <a:gd name="connsiteY17" fmla="*/ 34494 h 102588"/>
                                <a:gd name="connsiteX18" fmla="*/ 62336 w 156301"/>
                                <a:gd name="connsiteY18" fmla="*/ 24978 h 102588"/>
                                <a:gd name="connsiteX19" fmla="*/ 45684 w 156301"/>
                                <a:gd name="connsiteY19" fmla="*/ 28546 h 102588"/>
                                <a:gd name="connsiteX20" fmla="*/ 42116 w 156301"/>
                                <a:gd name="connsiteY20" fmla="*/ 21410 h 102588"/>
                                <a:gd name="connsiteX21" fmla="*/ 38547 w 156301"/>
                                <a:gd name="connsiteY21" fmla="*/ 14273 h 102588"/>
                                <a:gd name="connsiteX22" fmla="*/ 30221 w 156301"/>
                                <a:gd name="connsiteY22" fmla="*/ 3568 h 102588"/>
                                <a:gd name="connsiteX23" fmla="*/ 24274 w 156301"/>
                                <a:gd name="connsiteY23" fmla="*/ 2379 h 102588"/>
                                <a:gd name="connsiteX24" fmla="*/ 20706 w 156301"/>
                                <a:gd name="connsiteY24" fmla="*/ 14273 h 102588"/>
                                <a:gd name="connsiteX25" fmla="*/ 26653 w 156301"/>
                                <a:gd name="connsiteY25" fmla="*/ 26168 h 102588"/>
                                <a:gd name="connsiteX26" fmla="*/ 19516 w 156301"/>
                                <a:gd name="connsiteY26" fmla="*/ 19031 h 102588"/>
                                <a:gd name="connsiteX27" fmla="*/ 17137 w 156301"/>
                                <a:gd name="connsiteY27" fmla="*/ 39251 h 102588"/>
                                <a:gd name="connsiteX28" fmla="*/ 14759 w 156301"/>
                                <a:gd name="connsiteY28" fmla="*/ 29736 h 102588"/>
                                <a:gd name="connsiteX29" fmla="*/ 1675 w 156301"/>
                                <a:gd name="connsiteY29" fmla="*/ 28546 h 102588"/>
                                <a:gd name="connsiteX30" fmla="*/ 6433 w 156301"/>
                                <a:gd name="connsiteY30" fmla="*/ 36872 h 102588"/>
                                <a:gd name="connsiteX31" fmla="*/ 5243 w 156301"/>
                                <a:gd name="connsiteY31" fmla="*/ 38062 h 102588"/>
                                <a:gd name="connsiteX32" fmla="*/ 12380 w 156301"/>
                                <a:gd name="connsiteY32" fmla="*/ 42820 h 102588"/>
                                <a:gd name="connsiteX33" fmla="*/ 6433 w 156301"/>
                                <a:gd name="connsiteY33" fmla="*/ 48767 h 102588"/>
                                <a:gd name="connsiteX34" fmla="*/ 19516 w 156301"/>
                                <a:gd name="connsiteY34" fmla="*/ 61851 h 102588"/>
                                <a:gd name="connsiteX35" fmla="*/ 43305 w 156301"/>
                                <a:gd name="connsiteY35" fmla="*/ 63040 h 102588"/>
                                <a:gd name="connsiteX36" fmla="*/ 68283 w 156301"/>
                                <a:gd name="connsiteY36" fmla="*/ 58282 h 102588"/>
                                <a:gd name="connsiteX37" fmla="*/ 49252 w 156301"/>
                                <a:gd name="connsiteY37" fmla="*/ 65419 h 102588"/>
                                <a:gd name="connsiteX38" fmla="*/ 59957 w 156301"/>
                                <a:gd name="connsiteY38" fmla="*/ 73745 h 102588"/>
                                <a:gd name="connsiteX39" fmla="*/ 46873 w 156301"/>
                                <a:gd name="connsiteY39" fmla="*/ 73745 h 102588"/>
                                <a:gd name="connsiteX40" fmla="*/ 39737 w 156301"/>
                                <a:gd name="connsiteY40" fmla="*/ 78503 h 102588"/>
                                <a:gd name="connsiteX41" fmla="*/ 54010 w 156301"/>
                                <a:gd name="connsiteY41" fmla="*/ 82071 h 102588"/>
                                <a:gd name="connsiteX42" fmla="*/ 56389 w 156301"/>
                                <a:gd name="connsiteY42" fmla="*/ 91586 h 102588"/>
                                <a:gd name="connsiteX43" fmla="*/ 73041 w 156301"/>
                                <a:gd name="connsiteY43" fmla="*/ 91586 h 102588"/>
                                <a:gd name="connsiteX44" fmla="*/ 90882 w 156301"/>
                                <a:gd name="connsiteY44" fmla="*/ 88018 h 102588"/>
                                <a:gd name="connsiteX45" fmla="*/ 92072 w 156301"/>
                                <a:gd name="connsiteY45" fmla="*/ 101102 h 102588"/>
                                <a:gd name="connsiteX46" fmla="*/ 112292 w 156301"/>
                                <a:gd name="connsiteY46" fmla="*/ 98723 h 102588"/>
                                <a:gd name="connsiteX47" fmla="*/ 113482 w 156301"/>
                                <a:gd name="connsiteY47" fmla="*/ 88018 h 102588"/>
                                <a:gd name="connsiteX48" fmla="*/ 124187 w 156301"/>
                                <a:gd name="connsiteY48" fmla="*/ 88018 h 102588"/>
                                <a:gd name="connsiteX49" fmla="*/ 133702 w 156301"/>
                                <a:gd name="connsiteY49" fmla="*/ 89208 h 102588"/>
                                <a:gd name="connsiteX50" fmla="*/ 139649 w 156301"/>
                                <a:gd name="connsiteY50" fmla="*/ 84450 h 102588"/>
                                <a:gd name="connsiteX51" fmla="*/ 138460 w 156301"/>
                                <a:gd name="connsiteY51" fmla="*/ 77313 h 102588"/>
                                <a:gd name="connsiteX52" fmla="*/ 142028 w 156301"/>
                                <a:gd name="connsiteY52" fmla="*/ 65419 h 102588"/>
                                <a:gd name="connsiteX53" fmla="*/ 156301 w 156301"/>
                                <a:gd name="connsiteY53" fmla="*/ 42820 h 102588"/>
                                <a:gd name="connsiteX54" fmla="*/ 155112 w 156301"/>
                                <a:gd name="connsiteY54" fmla="*/ 28546 h 102588"/>
                                <a:gd name="connsiteX55" fmla="*/ 140839 w 156301"/>
                                <a:gd name="connsiteY55" fmla="*/ 22599 h 10258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</a:cxnLst>
                              <a:rect l="l" t="t" r="r" b="b"/>
                              <a:pathLst>
                                <a:path w="156301" h="102588">
                                  <a:moveTo>
                                    <a:pt x="140839" y="22599"/>
                                  </a:moveTo>
                                  <a:cubicBezTo>
                                    <a:pt x="136081" y="21410"/>
                                    <a:pt x="131323" y="21410"/>
                                    <a:pt x="126566" y="20220"/>
                                  </a:cubicBezTo>
                                  <a:cubicBezTo>
                                    <a:pt x="121808" y="19031"/>
                                    <a:pt x="117050" y="16652"/>
                                    <a:pt x="112292" y="17842"/>
                                  </a:cubicBezTo>
                                  <a:cubicBezTo>
                                    <a:pt x="112292" y="16652"/>
                                    <a:pt x="111103" y="15463"/>
                                    <a:pt x="111103" y="14273"/>
                                  </a:cubicBezTo>
                                  <a:cubicBezTo>
                                    <a:pt x="107535" y="15463"/>
                                    <a:pt x="105156" y="13084"/>
                                    <a:pt x="106345" y="9515"/>
                                  </a:cubicBezTo>
                                  <a:cubicBezTo>
                                    <a:pt x="102777" y="9515"/>
                                    <a:pt x="101587" y="11894"/>
                                    <a:pt x="100398" y="14273"/>
                                  </a:cubicBezTo>
                                  <a:cubicBezTo>
                                    <a:pt x="100398" y="13084"/>
                                    <a:pt x="98019" y="11894"/>
                                    <a:pt x="98019" y="10705"/>
                                  </a:cubicBezTo>
                                  <a:cubicBezTo>
                                    <a:pt x="94451" y="13084"/>
                                    <a:pt x="95640" y="15463"/>
                                    <a:pt x="93261" y="17842"/>
                                  </a:cubicBezTo>
                                  <a:cubicBezTo>
                                    <a:pt x="93261" y="19031"/>
                                    <a:pt x="93261" y="24978"/>
                                    <a:pt x="92072" y="26168"/>
                                  </a:cubicBezTo>
                                  <a:cubicBezTo>
                                    <a:pt x="89693" y="28546"/>
                                    <a:pt x="86125" y="28546"/>
                                    <a:pt x="86125" y="24978"/>
                                  </a:cubicBezTo>
                                  <a:cubicBezTo>
                                    <a:pt x="83746" y="29736"/>
                                    <a:pt x="81367" y="26168"/>
                                    <a:pt x="81367" y="22599"/>
                                  </a:cubicBezTo>
                                  <a:cubicBezTo>
                                    <a:pt x="81367" y="19031"/>
                                    <a:pt x="83746" y="16652"/>
                                    <a:pt x="82556" y="13084"/>
                                  </a:cubicBezTo>
                                  <a:cubicBezTo>
                                    <a:pt x="81367" y="8326"/>
                                    <a:pt x="75420" y="0"/>
                                    <a:pt x="70662" y="0"/>
                                  </a:cubicBezTo>
                                  <a:cubicBezTo>
                                    <a:pt x="70662" y="3568"/>
                                    <a:pt x="73041" y="5947"/>
                                    <a:pt x="74230" y="9515"/>
                                  </a:cubicBezTo>
                                  <a:cubicBezTo>
                                    <a:pt x="73041" y="9515"/>
                                    <a:pt x="70662" y="9515"/>
                                    <a:pt x="69472" y="8326"/>
                                  </a:cubicBezTo>
                                  <a:cubicBezTo>
                                    <a:pt x="68283" y="13084"/>
                                    <a:pt x="70662" y="20220"/>
                                    <a:pt x="71851" y="24978"/>
                                  </a:cubicBezTo>
                                  <a:cubicBezTo>
                                    <a:pt x="71851" y="29736"/>
                                    <a:pt x="76609" y="34494"/>
                                    <a:pt x="75420" y="40441"/>
                                  </a:cubicBezTo>
                                  <a:cubicBezTo>
                                    <a:pt x="70662" y="41630"/>
                                    <a:pt x="67094" y="36872"/>
                                    <a:pt x="64715" y="34494"/>
                                  </a:cubicBezTo>
                                  <a:cubicBezTo>
                                    <a:pt x="58768" y="29736"/>
                                    <a:pt x="63525" y="32115"/>
                                    <a:pt x="62336" y="24978"/>
                                  </a:cubicBezTo>
                                  <a:cubicBezTo>
                                    <a:pt x="57578" y="24978"/>
                                    <a:pt x="50442" y="30925"/>
                                    <a:pt x="45684" y="28546"/>
                                  </a:cubicBezTo>
                                  <a:cubicBezTo>
                                    <a:pt x="44495" y="27357"/>
                                    <a:pt x="43305" y="23789"/>
                                    <a:pt x="42116" y="21410"/>
                                  </a:cubicBezTo>
                                  <a:cubicBezTo>
                                    <a:pt x="40926" y="19031"/>
                                    <a:pt x="37358" y="20220"/>
                                    <a:pt x="38547" y="14273"/>
                                  </a:cubicBezTo>
                                  <a:cubicBezTo>
                                    <a:pt x="31411" y="14273"/>
                                    <a:pt x="30221" y="9515"/>
                                    <a:pt x="30221" y="3568"/>
                                  </a:cubicBezTo>
                                  <a:cubicBezTo>
                                    <a:pt x="29032" y="2379"/>
                                    <a:pt x="26653" y="2379"/>
                                    <a:pt x="24274" y="2379"/>
                                  </a:cubicBezTo>
                                  <a:cubicBezTo>
                                    <a:pt x="23085" y="7137"/>
                                    <a:pt x="19516" y="10705"/>
                                    <a:pt x="20706" y="14273"/>
                                  </a:cubicBezTo>
                                  <a:cubicBezTo>
                                    <a:pt x="21895" y="19031"/>
                                    <a:pt x="27842" y="19031"/>
                                    <a:pt x="26653" y="26168"/>
                                  </a:cubicBezTo>
                                  <a:cubicBezTo>
                                    <a:pt x="21895" y="27357"/>
                                    <a:pt x="20706" y="22599"/>
                                    <a:pt x="19516" y="19031"/>
                                  </a:cubicBezTo>
                                  <a:cubicBezTo>
                                    <a:pt x="19516" y="24978"/>
                                    <a:pt x="26653" y="38062"/>
                                    <a:pt x="17137" y="39251"/>
                                  </a:cubicBezTo>
                                  <a:cubicBezTo>
                                    <a:pt x="15948" y="36872"/>
                                    <a:pt x="14759" y="33304"/>
                                    <a:pt x="14759" y="29736"/>
                                  </a:cubicBezTo>
                                  <a:cubicBezTo>
                                    <a:pt x="11190" y="30925"/>
                                    <a:pt x="4054" y="27357"/>
                                    <a:pt x="1675" y="28546"/>
                                  </a:cubicBezTo>
                                  <a:cubicBezTo>
                                    <a:pt x="-4272" y="33304"/>
                                    <a:pt x="7622" y="33304"/>
                                    <a:pt x="6433" y="36872"/>
                                  </a:cubicBezTo>
                                  <a:cubicBezTo>
                                    <a:pt x="6433" y="36872"/>
                                    <a:pt x="5243" y="36872"/>
                                    <a:pt x="5243" y="38062"/>
                                  </a:cubicBezTo>
                                  <a:cubicBezTo>
                                    <a:pt x="7622" y="39251"/>
                                    <a:pt x="12380" y="39251"/>
                                    <a:pt x="12380" y="42820"/>
                                  </a:cubicBezTo>
                                  <a:cubicBezTo>
                                    <a:pt x="12380" y="45198"/>
                                    <a:pt x="6433" y="45198"/>
                                    <a:pt x="6433" y="48767"/>
                                  </a:cubicBezTo>
                                  <a:cubicBezTo>
                                    <a:pt x="5243" y="55903"/>
                                    <a:pt x="18327" y="55903"/>
                                    <a:pt x="19516" y="61851"/>
                                  </a:cubicBezTo>
                                  <a:cubicBezTo>
                                    <a:pt x="26653" y="64230"/>
                                    <a:pt x="36168" y="65419"/>
                                    <a:pt x="43305" y="63040"/>
                                  </a:cubicBezTo>
                                  <a:cubicBezTo>
                                    <a:pt x="51631" y="59472"/>
                                    <a:pt x="59957" y="58282"/>
                                    <a:pt x="68283" y="58282"/>
                                  </a:cubicBezTo>
                                  <a:cubicBezTo>
                                    <a:pt x="69472" y="71366"/>
                                    <a:pt x="56389" y="65419"/>
                                    <a:pt x="49252" y="65419"/>
                                  </a:cubicBezTo>
                                  <a:cubicBezTo>
                                    <a:pt x="48063" y="73745"/>
                                    <a:pt x="59957" y="66608"/>
                                    <a:pt x="59957" y="73745"/>
                                  </a:cubicBezTo>
                                  <a:cubicBezTo>
                                    <a:pt x="56389" y="76124"/>
                                    <a:pt x="51631" y="73745"/>
                                    <a:pt x="46873" y="73745"/>
                                  </a:cubicBezTo>
                                  <a:cubicBezTo>
                                    <a:pt x="39737" y="61851"/>
                                    <a:pt x="24274" y="76124"/>
                                    <a:pt x="39737" y="78503"/>
                                  </a:cubicBezTo>
                                  <a:cubicBezTo>
                                    <a:pt x="44495" y="86829"/>
                                    <a:pt x="46873" y="84450"/>
                                    <a:pt x="54010" y="82071"/>
                                  </a:cubicBezTo>
                                  <a:cubicBezTo>
                                    <a:pt x="54010" y="85639"/>
                                    <a:pt x="55199" y="88018"/>
                                    <a:pt x="56389" y="91586"/>
                                  </a:cubicBezTo>
                                  <a:cubicBezTo>
                                    <a:pt x="61147" y="93965"/>
                                    <a:pt x="68283" y="91586"/>
                                    <a:pt x="73041" y="91586"/>
                                  </a:cubicBezTo>
                                  <a:cubicBezTo>
                                    <a:pt x="78988" y="91586"/>
                                    <a:pt x="83746" y="88018"/>
                                    <a:pt x="90882" y="88018"/>
                                  </a:cubicBezTo>
                                  <a:cubicBezTo>
                                    <a:pt x="92072" y="91586"/>
                                    <a:pt x="92072" y="96344"/>
                                    <a:pt x="92072" y="101102"/>
                                  </a:cubicBezTo>
                                  <a:cubicBezTo>
                                    <a:pt x="96830" y="102291"/>
                                    <a:pt x="109914" y="104670"/>
                                    <a:pt x="112292" y="98723"/>
                                  </a:cubicBezTo>
                                  <a:cubicBezTo>
                                    <a:pt x="114671" y="95155"/>
                                    <a:pt x="109914" y="91586"/>
                                    <a:pt x="113482" y="88018"/>
                                  </a:cubicBezTo>
                                  <a:cubicBezTo>
                                    <a:pt x="117050" y="85639"/>
                                    <a:pt x="120618" y="86829"/>
                                    <a:pt x="124187" y="88018"/>
                                  </a:cubicBezTo>
                                  <a:cubicBezTo>
                                    <a:pt x="133702" y="93965"/>
                                    <a:pt x="133702" y="89208"/>
                                    <a:pt x="133702" y="89208"/>
                                  </a:cubicBezTo>
                                  <a:cubicBezTo>
                                    <a:pt x="134891" y="86829"/>
                                    <a:pt x="138460" y="86829"/>
                                    <a:pt x="139649" y="84450"/>
                                  </a:cubicBezTo>
                                  <a:cubicBezTo>
                                    <a:pt x="140839" y="82071"/>
                                    <a:pt x="138460" y="79692"/>
                                    <a:pt x="138460" y="77313"/>
                                  </a:cubicBezTo>
                                  <a:cubicBezTo>
                                    <a:pt x="137270" y="71366"/>
                                    <a:pt x="138460" y="70177"/>
                                    <a:pt x="142028" y="65419"/>
                                  </a:cubicBezTo>
                                  <a:cubicBezTo>
                                    <a:pt x="147975" y="59472"/>
                                    <a:pt x="156301" y="51146"/>
                                    <a:pt x="156301" y="42820"/>
                                  </a:cubicBezTo>
                                  <a:cubicBezTo>
                                    <a:pt x="156301" y="39251"/>
                                    <a:pt x="156301" y="32115"/>
                                    <a:pt x="155112" y="28546"/>
                                  </a:cubicBezTo>
                                  <a:cubicBezTo>
                                    <a:pt x="150354" y="24978"/>
                                    <a:pt x="145597" y="23789"/>
                                    <a:pt x="140839" y="2259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6" name="Freeform 385">
                              <a:extLst>
                                <a:ext uri="{FF2B5EF4-FFF2-40B4-BE49-F238E27FC236}">
                                  <a16:creationId xmlns:a16="http://schemas.microsoft.com/office/drawing/2014/main" id="{3BECAB5F-E500-957D-F816-6F10B3B7CE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036928" y="1685267"/>
                              <a:ext cx="68300" cy="76703"/>
                            </a:xfrm>
                            <a:custGeom>
                              <a:avLst/>
                              <a:gdLst>
                                <a:gd name="connsiteX0" fmla="*/ 49269 w 68300"/>
                                <a:gd name="connsiteY0" fmla="*/ 33544 h 76703"/>
                                <a:gd name="connsiteX1" fmla="*/ 37375 w 68300"/>
                                <a:gd name="connsiteY1" fmla="*/ 14513 h 76703"/>
                                <a:gd name="connsiteX2" fmla="*/ 37375 w 68300"/>
                                <a:gd name="connsiteY2" fmla="*/ 6187 h 76703"/>
                                <a:gd name="connsiteX3" fmla="*/ 34996 w 68300"/>
                                <a:gd name="connsiteY3" fmla="*/ 239 h 76703"/>
                                <a:gd name="connsiteX4" fmla="*/ 29049 w 68300"/>
                                <a:gd name="connsiteY4" fmla="*/ 3808 h 76703"/>
                                <a:gd name="connsiteX5" fmla="*/ 4070 w 68300"/>
                                <a:gd name="connsiteY5" fmla="*/ 14513 h 76703"/>
                                <a:gd name="connsiteX6" fmla="*/ 11207 w 68300"/>
                                <a:gd name="connsiteY6" fmla="*/ 32354 h 76703"/>
                                <a:gd name="connsiteX7" fmla="*/ 5260 w 68300"/>
                                <a:gd name="connsiteY7" fmla="*/ 59711 h 76703"/>
                                <a:gd name="connsiteX8" fmla="*/ 4070 w 68300"/>
                                <a:gd name="connsiteY8" fmla="*/ 68037 h 76703"/>
                                <a:gd name="connsiteX9" fmla="*/ 18344 w 68300"/>
                                <a:gd name="connsiteY9" fmla="*/ 62090 h 76703"/>
                                <a:gd name="connsiteX10" fmla="*/ 24291 w 68300"/>
                                <a:gd name="connsiteY10" fmla="*/ 57332 h 76703"/>
                                <a:gd name="connsiteX11" fmla="*/ 30238 w 68300"/>
                                <a:gd name="connsiteY11" fmla="*/ 52575 h 76703"/>
                                <a:gd name="connsiteX12" fmla="*/ 34996 w 68300"/>
                                <a:gd name="connsiteY12" fmla="*/ 53764 h 76703"/>
                                <a:gd name="connsiteX13" fmla="*/ 36185 w 68300"/>
                                <a:gd name="connsiteY13" fmla="*/ 63279 h 76703"/>
                                <a:gd name="connsiteX14" fmla="*/ 40943 w 68300"/>
                                <a:gd name="connsiteY14" fmla="*/ 76363 h 76703"/>
                                <a:gd name="connsiteX15" fmla="*/ 43322 w 68300"/>
                                <a:gd name="connsiteY15" fmla="*/ 66848 h 76703"/>
                                <a:gd name="connsiteX16" fmla="*/ 49269 w 68300"/>
                                <a:gd name="connsiteY16" fmla="*/ 62090 h 76703"/>
                                <a:gd name="connsiteX17" fmla="*/ 57595 w 68300"/>
                                <a:gd name="connsiteY17" fmla="*/ 47817 h 76703"/>
                                <a:gd name="connsiteX18" fmla="*/ 68300 w 68300"/>
                                <a:gd name="connsiteY18" fmla="*/ 34733 h 76703"/>
                                <a:gd name="connsiteX19" fmla="*/ 57595 w 68300"/>
                                <a:gd name="connsiteY19" fmla="*/ 28786 h 76703"/>
                                <a:gd name="connsiteX20" fmla="*/ 49269 w 68300"/>
                                <a:gd name="connsiteY20" fmla="*/ 33544 h 76703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</a:cxnLst>
                              <a:rect l="l" t="t" r="r" b="b"/>
                              <a:pathLst>
                                <a:path w="68300" h="76703">
                                  <a:moveTo>
                                    <a:pt x="49269" y="33544"/>
                                  </a:moveTo>
                                  <a:cubicBezTo>
                                    <a:pt x="43322" y="34733"/>
                                    <a:pt x="36185" y="20460"/>
                                    <a:pt x="37375" y="14513"/>
                                  </a:cubicBezTo>
                                  <a:cubicBezTo>
                                    <a:pt x="46890" y="15702"/>
                                    <a:pt x="39753" y="9755"/>
                                    <a:pt x="37375" y="6187"/>
                                  </a:cubicBezTo>
                                  <a:cubicBezTo>
                                    <a:pt x="36185" y="3808"/>
                                    <a:pt x="38564" y="1429"/>
                                    <a:pt x="34996" y="239"/>
                                  </a:cubicBezTo>
                                  <a:cubicBezTo>
                                    <a:pt x="31428" y="-950"/>
                                    <a:pt x="31428" y="2618"/>
                                    <a:pt x="29049" y="3808"/>
                                  </a:cubicBezTo>
                                  <a:cubicBezTo>
                                    <a:pt x="20723" y="8565"/>
                                    <a:pt x="12397" y="7376"/>
                                    <a:pt x="4070" y="14513"/>
                                  </a:cubicBezTo>
                                  <a:cubicBezTo>
                                    <a:pt x="-7824" y="24028"/>
                                    <a:pt x="10018" y="20460"/>
                                    <a:pt x="11207" y="32354"/>
                                  </a:cubicBezTo>
                                  <a:cubicBezTo>
                                    <a:pt x="12397" y="43059"/>
                                    <a:pt x="8828" y="51385"/>
                                    <a:pt x="5260" y="59711"/>
                                  </a:cubicBezTo>
                                  <a:cubicBezTo>
                                    <a:pt x="4070" y="63279"/>
                                    <a:pt x="1692" y="64469"/>
                                    <a:pt x="4070" y="68037"/>
                                  </a:cubicBezTo>
                                  <a:cubicBezTo>
                                    <a:pt x="10018" y="69227"/>
                                    <a:pt x="14776" y="64469"/>
                                    <a:pt x="18344" y="62090"/>
                                  </a:cubicBezTo>
                                  <a:cubicBezTo>
                                    <a:pt x="20723" y="60901"/>
                                    <a:pt x="23101" y="59711"/>
                                    <a:pt x="24291" y="57332"/>
                                  </a:cubicBezTo>
                                  <a:cubicBezTo>
                                    <a:pt x="26670" y="56143"/>
                                    <a:pt x="29049" y="52575"/>
                                    <a:pt x="30238" y="52575"/>
                                  </a:cubicBezTo>
                                  <a:cubicBezTo>
                                    <a:pt x="33806" y="50196"/>
                                    <a:pt x="32617" y="49006"/>
                                    <a:pt x="34996" y="53764"/>
                                  </a:cubicBezTo>
                                  <a:cubicBezTo>
                                    <a:pt x="36185" y="56143"/>
                                    <a:pt x="36185" y="60901"/>
                                    <a:pt x="36185" y="63279"/>
                                  </a:cubicBezTo>
                                  <a:cubicBezTo>
                                    <a:pt x="36185" y="68037"/>
                                    <a:pt x="31428" y="78742"/>
                                    <a:pt x="40943" y="76363"/>
                                  </a:cubicBezTo>
                                  <a:cubicBezTo>
                                    <a:pt x="40943" y="72795"/>
                                    <a:pt x="40943" y="68037"/>
                                    <a:pt x="43322" y="66848"/>
                                  </a:cubicBezTo>
                                  <a:cubicBezTo>
                                    <a:pt x="43322" y="66848"/>
                                    <a:pt x="42132" y="64469"/>
                                    <a:pt x="49269" y="62090"/>
                                  </a:cubicBezTo>
                                  <a:cubicBezTo>
                                    <a:pt x="51648" y="60901"/>
                                    <a:pt x="56406" y="51385"/>
                                    <a:pt x="57595" y="47817"/>
                                  </a:cubicBezTo>
                                  <a:cubicBezTo>
                                    <a:pt x="59974" y="41870"/>
                                    <a:pt x="62353" y="38301"/>
                                    <a:pt x="68300" y="34733"/>
                                  </a:cubicBezTo>
                                  <a:cubicBezTo>
                                    <a:pt x="67111" y="33544"/>
                                    <a:pt x="59974" y="28786"/>
                                    <a:pt x="57595" y="28786"/>
                                  </a:cubicBezTo>
                                  <a:cubicBezTo>
                                    <a:pt x="52837" y="26407"/>
                                    <a:pt x="54027" y="32354"/>
                                    <a:pt x="49269" y="33544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7" name="Freeform 386">
                              <a:extLst>
                                <a:ext uri="{FF2B5EF4-FFF2-40B4-BE49-F238E27FC236}">
                                  <a16:creationId xmlns:a16="http://schemas.microsoft.com/office/drawing/2014/main" id="{0ECAA25E-5E59-FF29-6579-4C231510F5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023157" y="1664097"/>
                              <a:ext cx="37830" cy="30925"/>
                            </a:xfrm>
                            <a:custGeom>
                              <a:avLst/>
                              <a:gdLst>
                                <a:gd name="connsiteX0" fmla="*/ 22600 w 37830"/>
                                <a:gd name="connsiteY0" fmla="*/ 26168 h 30925"/>
                                <a:gd name="connsiteX1" fmla="*/ 36873 w 37830"/>
                                <a:gd name="connsiteY1" fmla="*/ 4758 h 30925"/>
                                <a:gd name="connsiteX2" fmla="*/ 27357 w 37830"/>
                                <a:gd name="connsiteY2" fmla="*/ 0 h 30925"/>
                                <a:gd name="connsiteX3" fmla="*/ 17842 w 37830"/>
                                <a:gd name="connsiteY3" fmla="*/ 4758 h 30925"/>
                                <a:gd name="connsiteX4" fmla="*/ 13084 w 37830"/>
                                <a:gd name="connsiteY4" fmla="*/ 3568 h 30925"/>
                                <a:gd name="connsiteX5" fmla="*/ 8326 w 37830"/>
                                <a:gd name="connsiteY5" fmla="*/ 7137 h 30925"/>
                                <a:gd name="connsiteX6" fmla="*/ 0 w 37830"/>
                                <a:gd name="connsiteY6" fmla="*/ 13084 h 30925"/>
                                <a:gd name="connsiteX7" fmla="*/ 10705 w 37830"/>
                                <a:gd name="connsiteY7" fmla="*/ 19031 h 30925"/>
                                <a:gd name="connsiteX8" fmla="*/ 17842 w 37830"/>
                                <a:gd name="connsiteY8" fmla="*/ 30925 h 30925"/>
                                <a:gd name="connsiteX9" fmla="*/ 22600 w 37830"/>
                                <a:gd name="connsiteY9" fmla="*/ 26168 h 3092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</a:cxnLst>
                              <a:rect l="l" t="t" r="r" b="b"/>
                              <a:pathLst>
                                <a:path w="37830" h="30925">
                                  <a:moveTo>
                                    <a:pt x="22600" y="26168"/>
                                  </a:moveTo>
                                  <a:cubicBezTo>
                                    <a:pt x="27357" y="22599"/>
                                    <a:pt x="41630" y="11894"/>
                                    <a:pt x="36873" y="4758"/>
                                  </a:cubicBezTo>
                                  <a:cubicBezTo>
                                    <a:pt x="35683" y="3568"/>
                                    <a:pt x="27357" y="0"/>
                                    <a:pt x="27357" y="0"/>
                                  </a:cubicBezTo>
                                  <a:cubicBezTo>
                                    <a:pt x="23789" y="0"/>
                                    <a:pt x="21410" y="3568"/>
                                    <a:pt x="17842" y="4758"/>
                                  </a:cubicBezTo>
                                  <a:cubicBezTo>
                                    <a:pt x="16652" y="4758"/>
                                    <a:pt x="15463" y="3568"/>
                                    <a:pt x="13084" y="3568"/>
                                  </a:cubicBezTo>
                                  <a:cubicBezTo>
                                    <a:pt x="13084" y="3568"/>
                                    <a:pt x="9516" y="7137"/>
                                    <a:pt x="8326" y="7137"/>
                                  </a:cubicBezTo>
                                  <a:cubicBezTo>
                                    <a:pt x="4758" y="9515"/>
                                    <a:pt x="0" y="7137"/>
                                    <a:pt x="0" y="13084"/>
                                  </a:cubicBezTo>
                                  <a:cubicBezTo>
                                    <a:pt x="7137" y="13084"/>
                                    <a:pt x="8326" y="13084"/>
                                    <a:pt x="10705" y="19031"/>
                                  </a:cubicBezTo>
                                  <a:cubicBezTo>
                                    <a:pt x="11894" y="22599"/>
                                    <a:pt x="11894" y="30925"/>
                                    <a:pt x="17842" y="30925"/>
                                  </a:cubicBezTo>
                                  <a:cubicBezTo>
                                    <a:pt x="23789" y="30925"/>
                                    <a:pt x="22600" y="26168"/>
                                    <a:pt x="22600" y="2616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8" name="Freeform 387">
                              <a:extLst>
                                <a:ext uri="{FF2B5EF4-FFF2-40B4-BE49-F238E27FC236}">
                                  <a16:creationId xmlns:a16="http://schemas.microsoft.com/office/drawing/2014/main" id="{0BD26B3F-C5B4-1A8B-EC11-23F11D4F82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50921" y="1564101"/>
                              <a:ext cx="185319" cy="249689"/>
                            </a:xfrm>
                            <a:custGeom>
                              <a:avLst/>
                              <a:gdLst>
                                <a:gd name="connsiteX0" fmla="*/ 159153 w 185319"/>
                                <a:gd name="connsiteY0" fmla="*/ 103564 h 249689"/>
                                <a:gd name="connsiteX1" fmla="*/ 178183 w 185319"/>
                                <a:gd name="connsiteY1" fmla="*/ 94049 h 249689"/>
                                <a:gd name="connsiteX2" fmla="*/ 185320 w 185319"/>
                                <a:gd name="connsiteY2" fmla="*/ 96428 h 249689"/>
                                <a:gd name="connsiteX3" fmla="*/ 179373 w 185319"/>
                                <a:gd name="connsiteY3" fmla="*/ 84533 h 249689"/>
                                <a:gd name="connsiteX4" fmla="*/ 166289 w 185319"/>
                                <a:gd name="connsiteY4" fmla="*/ 79776 h 249689"/>
                                <a:gd name="connsiteX5" fmla="*/ 148447 w 185319"/>
                                <a:gd name="connsiteY5" fmla="*/ 61934 h 249689"/>
                                <a:gd name="connsiteX6" fmla="*/ 138932 w 185319"/>
                                <a:gd name="connsiteY6" fmla="*/ 52419 h 249689"/>
                                <a:gd name="connsiteX7" fmla="*/ 134174 w 185319"/>
                                <a:gd name="connsiteY7" fmla="*/ 38145 h 249689"/>
                                <a:gd name="connsiteX8" fmla="*/ 127038 w 185319"/>
                                <a:gd name="connsiteY8" fmla="*/ 27440 h 249689"/>
                                <a:gd name="connsiteX9" fmla="*/ 123469 w 185319"/>
                                <a:gd name="connsiteY9" fmla="*/ 40524 h 249689"/>
                                <a:gd name="connsiteX10" fmla="*/ 119901 w 185319"/>
                                <a:gd name="connsiteY10" fmla="*/ 52419 h 249689"/>
                                <a:gd name="connsiteX11" fmla="*/ 119901 w 185319"/>
                                <a:gd name="connsiteY11" fmla="*/ 33388 h 249689"/>
                                <a:gd name="connsiteX12" fmla="*/ 115143 w 185319"/>
                                <a:gd name="connsiteY12" fmla="*/ 14357 h 249689"/>
                                <a:gd name="connsiteX13" fmla="*/ 109196 w 185319"/>
                                <a:gd name="connsiteY13" fmla="*/ 8409 h 249689"/>
                                <a:gd name="connsiteX14" fmla="*/ 102059 w 185319"/>
                                <a:gd name="connsiteY14" fmla="*/ 11978 h 249689"/>
                                <a:gd name="connsiteX15" fmla="*/ 87786 w 185319"/>
                                <a:gd name="connsiteY15" fmla="*/ 83 h 249689"/>
                                <a:gd name="connsiteX16" fmla="*/ 87786 w 185319"/>
                                <a:gd name="connsiteY16" fmla="*/ 14357 h 249689"/>
                                <a:gd name="connsiteX17" fmla="*/ 85407 w 185319"/>
                                <a:gd name="connsiteY17" fmla="*/ 28630 h 249689"/>
                                <a:gd name="connsiteX18" fmla="*/ 87786 w 185319"/>
                                <a:gd name="connsiteY18" fmla="*/ 41714 h 249689"/>
                                <a:gd name="connsiteX19" fmla="*/ 87786 w 185319"/>
                                <a:gd name="connsiteY19" fmla="*/ 57176 h 249689"/>
                                <a:gd name="connsiteX20" fmla="*/ 98491 w 185319"/>
                                <a:gd name="connsiteY20" fmla="*/ 82155 h 249689"/>
                                <a:gd name="connsiteX21" fmla="*/ 87786 w 185319"/>
                                <a:gd name="connsiteY21" fmla="*/ 76207 h 249689"/>
                                <a:gd name="connsiteX22" fmla="*/ 85407 w 185319"/>
                                <a:gd name="connsiteY22" fmla="*/ 70260 h 249689"/>
                                <a:gd name="connsiteX23" fmla="*/ 78271 w 185319"/>
                                <a:gd name="connsiteY23" fmla="*/ 69071 h 249689"/>
                                <a:gd name="connsiteX24" fmla="*/ 81839 w 185319"/>
                                <a:gd name="connsiteY24" fmla="*/ 55987 h 249689"/>
                                <a:gd name="connsiteX25" fmla="*/ 75892 w 185319"/>
                                <a:gd name="connsiteY25" fmla="*/ 42903 h 249689"/>
                                <a:gd name="connsiteX26" fmla="*/ 73513 w 185319"/>
                                <a:gd name="connsiteY26" fmla="*/ 28630 h 249689"/>
                                <a:gd name="connsiteX27" fmla="*/ 61619 w 185319"/>
                                <a:gd name="connsiteY27" fmla="*/ 21493 h 249689"/>
                                <a:gd name="connsiteX28" fmla="*/ 55672 w 185319"/>
                                <a:gd name="connsiteY28" fmla="*/ 35767 h 249689"/>
                                <a:gd name="connsiteX29" fmla="*/ 58051 w 185319"/>
                                <a:gd name="connsiteY29" fmla="*/ 50040 h 249689"/>
                                <a:gd name="connsiteX30" fmla="*/ 52103 w 185319"/>
                                <a:gd name="connsiteY30" fmla="*/ 54797 h 249689"/>
                                <a:gd name="connsiteX31" fmla="*/ 43777 w 185319"/>
                                <a:gd name="connsiteY31" fmla="*/ 44093 h 249689"/>
                                <a:gd name="connsiteX32" fmla="*/ 43777 w 185319"/>
                                <a:gd name="connsiteY32" fmla="*/ 41714 h 249689"/>
                                <a:gd name="connsiteX33" fmla="*/ 44967 w 185319"/>
                                <a:gd name="connsiteY33" fmla="*/ 35767 h 249689"/>
                                <a:gd name="connsiteX34" fmla="*/ 35451 w 185319"/>
                                <a:gd name="connsiteY34" fmla="*/ 38145 h 249689"/>
                                <a:gd name="connsiteX35" fmla="*/ 41398 w 185319"/>
                                <a:gd name="connsiteY35" fmla="*/ 25062 h 249689"/>
                                <a:gd name="connsiteX36" fmla="*/ 50914 w 185319"/>
                                <a:gd name="connsiteY36" fmla="*/ 21493 h 249689"/>
                                <a:gd name="connsiteX37" fmla="*/ 36641 w 185319"/>
                                <a:gd name="connsiteY37" fmla="*/ 15546 h 249689"/>
                                <a:gd name="connsiteX38" fmla="*/ 29504 w 185319"/>
                                <a:gd name="connsiteY38" fmla="*/ 22683 h 249689"/>
                                <a:gd name="connsiteX39" fmla="*/ 19989 w 185319"/>
                                <a:gd name="connsiteY39" fmla="*/ 19114 h 249689"/>
                                <a:gd name="connsiteX40" fmla="*/ 23557 w 185319"/>
                                <a:gd name="connsiteY40" fmla="*/ 33388 h 249689"/>
                                <a:gd name="connsiteX41" fmla="*/ 11662 w 185319"/>
                                <a:gd name="connsiteY41" fmla="*/ 23872 h 249689"/>
                                <a:gd name="connsiteX42" fmla="*/ 5715 w 185319"/>
                                <a:gd name="connsiteY42" fmla="*/ 34577 h 249689"/>
                                <a:gd name="connsiteX43" fmla="*/ 957 w 185319"/>
                                <a:gd name="connsiteY43" fmla="*/ 45282 h 249689"/>
                                <a:gd name="connsiteX44" fmla="*/ 4526 w 185319"/>
                                <a:gd name="connsiteY44" fmla="*/ 67881 h 249689"/>
                                <a:gd name="connsiteX45" fmla="*/ 16420 w 185319"/>
                                <a:gd name="connsiteY45" fmla="*/ 58366 h 249689"/>
                                <a:gd name="connsiteX46" fmla="*/ 21178 w 185319"/>
                                <a:gd name="connsiteY46" fmla="*/ 61934 h 249689"/>
                                <a:gd name="connsiteX47" fmla="*/ 18799 w 185319"/>
                                <a:gd name="connsiteY47" fmla="*/ 77397 h 249689"/>
                                <a:gd name="connsiteX48" fmla="*/ 28315 w 185319"/>
                                <a:gd name="connsiteY48" fmla="*/ 85723 h 249689"/>
                                <a:gd name="connsiteX49" fmla="*/ 12852 w 185319"/>
                                <a:gd name="connsiteY49" fmla="*/ 83344 h 249689"/>
                                <a:gd name="connsiteX50" fmla="*/ 16420 w 185319"/>
                                <a:gd name="connsiteY50" fmla="*/ 90481 h 249689"/>
                                <a:gd name="connsiteX51" fmla="*/ 19989 w 185319"/>
                                <a:gd name="connsiteY51" fmla="*/ 92859 h 249689"/>
                                <a:gd name="connsiteX52" fmla="*/ 19989 w 185319"/>
                                <a:gd name="connsiteY52" fmla="*/ 97617 h 249689"/>
                                <a:gd name="connsiteX53" fmla="*/ 30693 w 185319"/>
                                <a:gd name="connsiteY53" fmla="*/ 107133 h 249689"/>
                                <a:gd name="connsiteX54" fmla="*/ 41398 w 185319"/>
                                <a:gd name="connsiteY54" fmla="*/ 111890 h 249689"/>
                                <a:gd name="connsiteX55" fmla="*/ 41398 w 185319"/>
                                <a:gd name="connsiteY55" fmla="*/ 114269 h 249689"/>
                                <a:gd name="connsiteX56" fmla="*/ 31883 w 185319"/>
                                <a:gd name="connsiteY56" fmla="*/ 116648 h 249689"/>
                                <a:gd name="connsiteX57" fmla="*/ 37830 w 185319"/>
                                <a:gd name="connsiteY57" fmla="*/ 121406 h 249689"/>
                                <a:gd name="connsiteX58" fmla="*/ 47345 w 185319"/>
                                <a:gd name="connsiteY58" fmla="*/ 128542 h 249689"/>
                                <a:gd name="connsiteX59" fmla="*/ 50914 w 185319"/>
                                <a:gd name="connsiteY59" fmla="*/ 138058 h 249689"/>
                                <a:gd name="connsiteX60" fmla="*/ 63998 w 185319"/>
                                <a:gd name="connsiteY60" fmla="*/ 136869 h 249689"/>
                                <a:gd name="connsiteX61" fmla="*/ 68755 w 185319"/>
                                <a:gd name="connsiteY61" fmla="*/ 126164 h 249689"/>
                                <a:gd name="connsiteX62" fmla="*/ 72324 w 185319"/>
                                <a:gd name="connsiteY62" fmla="*/ 116648 h 249689"/>
                                <a:gd name="connsiteX63" fmla="*/ 67566 w 185319"/>
                                <a:gd name="connsiteY63" fmla="*/ 107133 h 249689"/>
                                <a:gd name="connsiteX64" fmla="*/ 67566 w 185319"/>
                                <a:gd name="connsiteY64" fmla="*/ 99996 h 249689"/>
                                <a:gd name="connsiteX65" fmla="*/ 71134 w 185319"/>
                                <a:gd name="connsiteY65" fmla="*/ 102375 h 249689"/>
                                <a:gd name="connsiteX66" fmla="*/ 77081 w 185319"/>
                                <a:gd name="connsiteY66" fmla="*/ 102375 h 249689"/>
                                <a:gd name="connsiteX67" fmla="*/ 78271 w 185319"/>
                                <a:gd name="connsiteY67" fmla="*/ 89291 h 249689"/>
                                <a:gd name="connsiteX68" fmla="*/ 83028 w 185319"/>
                                <a:gd name="connsiteY68" fmla="*/ 101185 h 249689"/>
                                <a:gd name="connsiteX69" fmla="*/ 83028 w 185319"/>
                                <a:gd name="connsiteY69" fmla="*/ 115459 h 249689"/>
                                <a:gd name="connsiteX70" fmla="*/ 94923 w 185319"/>
                                <a:gd name="connsiteY70" fmla="*/ 114269 h 249689"/>
                                <a:gd name="connsiteX71" fmla="*/ 97302 w 185319"/>
                                <a:gd name="connsiteY71" fmla="*/ 99996 h 249689"/>
                                <a:gd name="connsiteX72" fmla="*/ 100870 w 185319"/>
                                <a:gd name="connsiteY72" fmla="*/ 114269 h 249689"/>
                                <a:gd name="connsiteX73" fmla="*/ 116333 w 185319"/>
                                <a:gd name="connsiteY73" fmla="*/ 114269 h 249689"/>
                                <a:gd name="connsiteX74" fmla="*/ 116333 w 185319"/>
                                <a:gd name="connsiteY74" fmla="*/ 115459 h 249689"/>
                                <a:gd name="connsiteX75" fmla="*/ 88976 w 185319"/>
                                <a:gd name="connsiteY75" fmla="*/ 126164 h 249689"/>
                                <a:gd name="connsiteX76" fmla="*/ 87786 w 185319"/>
                                <a:gd name="connsiteY76" fmla="*/ 127353 h 249689"/>
                                <a:gd name="connsiteX77" fmla="*/ 87786 w 185319"/>
                                <a:gd name="connsiteY77" fmla="*/ 129732 h 249689"/>
                                <a:gd name="connsiteX78" fmla="*/ 78271 w 185319"/>
                                <a:gd name="connsiteY78" fmla="*/ 139247 h 249689"/>
                                <a:gd name="connsiteX79" fmla="*/ 72324 w 185319"/>
                                <a:gd name="connsiteY79" fmla="*/ 142816 h 249689"/>
                                <a:gd name="connsiteX80" fmla="*/ 68755 w 185319"/>
                                <a:gd name="connsiteY80" fmla="*/ 148763 h 249689"/>
                                <a:gd name="connsiteX81" fmla="*/ 60429 w 185319"/>
                                <a:gd name="connsiteY81" fmla="*/ 146384 h 249689"/>
                                <a:gd name="connsiteX82" fmla="*/ 58051 w 185319"/>
                                <a:gd name="connsiteY82" fmla="*/ 157089 h 249689"/>
                                <a:gd name="connsiteX83" fmla="*/ 73513 w 185319"/>
                                <a:gd name="connsiteY83" fmla="*/ 164225 h 249689"/>
                                <a:gd name="connsiteX84" fmla="*/ 92544 w 185319"/>
                                <a:gd name="connsiteY84" fmla="*/ 157089 h 249689"/>
                                <a:gd name="connsiteX85" fmla="*/ 104438 w 185319"/>
                                <a:gd name="connsiteY85" fmla="*/ 157089 h 249689"/>
                                <a:gd name="connsiteX86" fmla="*/ 115143 w 185319"/>
                                <a:gd name="connsiteY86" fmla="*/ 154710 h 249689"/>
                                <a:gd name="connsiteX87" fmla="*/ 98491 w 185319"/>
                                <a:gd name="connsiteY87" fmla="*/ 164225 h 249689"/>
                                <a:gd name="connsiteX88" fmla="*/ 79460 w 185319"/>
                                <a:gd name="connsiteY88" fmla="*/ 171362 h 249689"/>
                                <a:gd name="connsiteX89" fmla="*/ 96112 w 185319"/>
                                <a:gd name="connsiteY89" fmla="*/ 179688 h 249689"/>
                                <a:gd name="connsiteX90" fmla="*/ 71134 w 185319"/>
                                <a:gd name="connsiteY90" fmla="*/ 177309 h 249689"/>
                                <a:gd name="connsiteX91" fmla="*/ 63998 w 185319"/>
                                <a:gd name="connsiteY91" fmla="*/ 176120 h 249689"/>
                                <a:gd name="connsiteX92" fmla="*/ 66376 w 185319"/>
                                <a:gd name="connsiteY92" fmla="*/ 188014 h 249689"/>
                                <a:gd name="connsiteX93" fmla="*/ 79460 w 185319"/>
                                <a:gd name="connsiteY93" fmla="*/ 205856 h 249689"/>
                                <a:gd name="connsiteX94" fmla="*/ 92544 w 185319"/>
                                <a:gd name="connsiteY94" fmla="*/ 217750 h 249689"/>
                                <a:gd name="connsiteX95" fmla="*/ 111575 w 185319"/>
                                <a:gd name="connsiteY95" fmla="*/ 218940 h 249689"/>
                                <a:gd name="connsiteX96" fmla="*/ 111575 w 185319"/>
                                <a:gd name="connsiteY96" fmla="*/ 222508 h 249689"/>
                                <a:gd name="connsiteX97" fmla="*/ 102059 w 185319"/>
                                <a:gd name="connsiteY97" fmla="*/ 230834 h 249689"/>
                                <a:gd name="connsiteX98" fmla="*/ 111575 w 185319"/>
                                <a:gd name="connsiteY98" fmla="*/ 237970 h 249689"/>
                                <a:gd name="connsiteX99" fmla="*/ 128227 w 185319"/>
                                <a:gd name="connsiteY99" fmla="*/ 246296 h 249689"/>
                                <a:gd name="connsiteX100" fmla="*/ 129417 w 185319"/>
                                <a:gd name="connsiteY100" fmla="*/ 222508 h 249689"/>
                                <a:gd name="connsiteX101" fmla="*/ 134174 w 185319"/>
                                <a:gd name="connsiteY101" fmla="*/ 196340 h 249689"/>
                                <a:gd name="connsiteX102" fmla="*/ 137743 w 185319"/>
                                <a:gd name="connsiteY102" fmla="*/ 190393 h 249689"/>
                                <a:gd name="connsiteX103" fmla="*/ 135364 w 185319"/>
                                <a:gd name="connsiteY103" fmla="*/ 184446 h 249689"/>
                                <a:gd name="connsiteX104" fmla="*/ 144879 w 185319"/>
                                <a:gd name="connsiteY104" fmla="*/ 182067 h 249689"/>
                                <a:gd name="connsiteX105" fmla="*/ 144879 w 185319"/>
                                <a:gd name="connsiteY105" fmla="*/ 145195 h 249689"/>
                                <a:gd name="connsiteX106" fmla="*/ 150826 w 185319"/>
                                <a:gd name="connsiteY106" fmla="*/ 148763 h 249689"/>
                                <a:gd name="connsiteX107" fmla="*/ 150826 w 185319"/>
                                <a:gd name="connsiteY107" fmla="*/ 124974 h 249689"/>
                                <a:gd name="connsiteX108" fmla="*/ 159153 w 185319"/>
                                <a:gd name="connsiteY108" fmla="*/ 103564 h 24968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  <a:cxn ang="0">
                                  <a:pos x="connsiteX56" y="connsiteY56"/>
                                </a:cxn>
                                <a:cxn ang="0">
                                  <a:pos x="connsiteX57" y="connsiteY57"/>
                                </a:cxn>
                                <a:cxn ang="0">
                                  <a:pos x="connsiteX58" y="connsiteY58"/>
                                </a:cxn>
                                <a:cxn ang="0">
                                  <a:pos x="connsiteX59" y="connsiteY59"/>
                                </a:cxn>
                                <a:cxn ang="0">
                                  <a:pos x="connsiteX60" y="connsiteY60"/>
                                </a:cxn>
                                <a:cxn ang="0">
                                  <a:pos x="connsiteX61" y="connsiteY61"/>
                                </a:cxn>
                                <a:cxn ang="0">
                                  <a:pos x="connsiteX62" y="connsiteY62"/>
                                </a:cxn>
                                <a:cxn ang="0">
                                  <a:pos x="connsiteX63" y="connsiteY63"/>
                                </a:cxn>
                                <a:cxn ang="0">
                                  <a:pos x="connsiteX64" y="connsiteY64"/>
                                </a:cxn>
                                <a:cxn ang="0">
                                  <a:pos x="connsiteX65" y="connsiteY65"/>
                                </a:cxn>
                                <a:cxn ang="0">
                                  <a:pos x="connsiteX66" y="connsiteY66"/>
                                </a:cxn>
                                <a:cxn ang="0">
                                  <a:pos x="connsiteX67" y="connsiteY67"/>
                                </a:cxn>
                                <a:cxn ang="0">
                                  <a:pos x="connsiteX68" y="connsiteY68"/>
                                </a:cxn>
                                <a:cxn ang="0">
                                  <a:pos x="connsiteX69" y="connsiteY69"/>
                                </a:cxn>
                                <a:cxn ang="0">
                                  <a:pos x="connsiteX70" y="connsiteY70"/>
                                </a:cxn>
                                <a:cxn ang="0">
                                  <a:pos x="connsiteX71" y="connsiteY71"/>
                                </a:cxn>
                                <a:cxn ang="0">
                                  <a:pos x="connsiteX72" y="connsiteY72"/>
                                </a:cxn>
                                <a:cxn ang="0">
                                  <a:pos x="connsiteX73" y="connsiteY73"/>
                                </a:cxn>
                                <a:cxn ang="0">
                                  <a:pos x="connsiteX74" y="connsiteY74"/>
                                </a:cxn>
                                <a:cxn ang="0">
                                  <a:pos x="connsiteX75" y="connsiteY75"/>
                                </a:cxn>
                                <a:cxn ang="0">
                                  <a:pos x="connsiteX76" y="connsiteY76"/>
                                </a:cxn>
                                <a:cxn ang="0">
                                  <a:pos x="connsiteX77" y="connsiteY77"/>
                                </a:cxn>
                                <a:cxn ang="0">
                                  <a:pos x="connsiteX78" y="connsiteY78"/>
                                </a:cxn>
                                <a:cxn ang="0">
                                  <a:pos x="connsiteX79" y="connsiteY79"/>
                                </a:cxn>
                                <a:cxn ang="0">
                                  <a:pos x="connsiteX80" y="connsiteY80"/>
                                </a:cxn>
                                <a:cxn ang="0">
                                  <a:pos x="connsiteX81" y="connsiteY81"/>
                                </a:cxn>
                                <a:cxn ang="0">
                                  <a:pos x="connsiteX82" y="connsiteY82"/>
                                </a:cxn>
                                <a:cxn ang="0">
                                  <a:pos x="connsiteX83" y="connsiteY83"/>
                                </a:cxn>
                                <a:cxn ang="0">
                                  <a:pos x="connsiteX84" y="connsiteY84"/>
                                </a:cxn>
                                <a:cxn ang="0">
                                  <a:pos x="connsiteX85" y="connsiteY85"/>
                                </a:cxn>
                                <a:cxn ang="0">
                                  <a:pos x="connsiteX86" y="connsiteY86"/>
                                </a:cxn>
                                <a:cxn ang="0">
                                  <a:pos x="connsiteX87" y="connsiteY87"/>
                                </a:cxn>
                                <a:cxn ang="0">
                                  <a:pos x="connsiteX88" y="connsiteY88"/>
                                </a:cxn>
                                <a:cxn ang="0">
                                  <a:pos x="connsiteX89" y="connsiteY89"/>
                                </a:cxn>
                                <a:cxn ang="0">
                                  <a:pos x="connsiteX90" y="connsiteY90"/>
                                </a:cxn>
                                <a:cxn ang="0">
                                  <a:pos x="connsiteX91" y="connsiteY91"/>
                                </a:cxn>
                                <a:cxn ang="0">
                                  <a:pos x="connsiteX92" y="connsiteY92"/>
                                </a:cxn>
                                <a:cxn ang="0">
                                  <a:pos x="connsiteX93" y="connsiteY93"/>
                                </a:cxn>
                                <a:cxn ang="0">
                                  <a:pos x="connsiteX94" y="connsiteY94"/>
                                </a:cxn>
                                <a:cxn ang="0">
                                  <a:pos x="connsiteX95" y="connsiteY95"/>
                                </a:cxn>
                                <a:cxn ang="0">
                                  <a:pos x="connsiteX96" y="connsiteY96"/>
                                </a:cxn>
                                <a:cxn ang="0">
                                  <a:pos x="connsiteX97" y="connsiteY97"/>
                                </a:cxn>
                                <a:cxn ang="0">
                                  <a:pos x="connsiteX98" y="connsiteY98"/>
                                </a:cxn>
                                <a:cxn ang="0">
                                  <a:pos x="connsiteX99" y="connsiteY99"/>
                                </a:cxn>
                                <a:cxn ang="0">
                                  <a:pos x="connsiteX100" y="connsiteY100"/>
                                </a:cxn>
                                <a:cxn ang="0">
                                  <a:pos x="connsiteX101" y="connsiteY101"/>
                                </a:cxn>
                                <a:cxn ang="0">
                                  <a:pos x="connsiteX102" y="connsiteY102"/>
                                </a:cxn>
                                <a:cxn ang="0">
                                  <a:pos x="connsiteX103" y="connsiteY103"/>
                                </a:cxn>
                                <a:cxn ang="0">
                                  <a:pos x="connsiteX104" y="connsiteY104"/>
                                </a:cxn>
                                <a:cxn ang="0">
                                  <a:pos x="connsiteX105" y="connsiteY105"/>
                                </a:cxn>
                                <a:cxn ang="0">
                                  <a:pos x="connsiteX106" y="connsiteY106"/>
                                </a:cxn>
                                <a:cxn ang="0">
                                  <a:pos x="connsiteX107" y="connsiteY107"/>
                                </a:cxn>
                                <a:cxn ang="0">
                                  <a:pos x="connsiteX108" y="connsiteY108"/>
                                </a:cxn>
                              </a:cxnLst>
                              <a:rect l="l" t="t" r="r" b="b"/>
                              <a:pathLst>
                                <a:path w="185319" h="249689">
                                  <a:moveTo>
                                    <a:pt x="159153" y="103564"/>
                                  </a:moveTo>
                                  <a:cubicBezTo>
                                    <a:pt x="163910" y="98807"/>
                                    <a:pt x="174615" y="88102"/>
                                    <a:pt x="178183" y="94049"/>
                                  </a:cubicBezTo>
                                  <a:cubicBezTo>
                                    <a:pt x="181752" y="99996"/>
                                    <a:pt x="185320" y="96428"/>
                                    <a:pt x="185320" y="96428"/>
                                  </a:cubicBezTo>
                                  <a:cubicBezTo>
                                    <a:pt x="185320" y="89291"/>
                                    <a:pt x="185320" y="86912"/>
                                    <a:pt x="179373" y="84533"/>
                                  </a:cubicBezTo>
                                  <a:cubicBezTo>
                                    <a:pt x="174615" y="83344"/>
                                    <a:pt x="169857" y="82155"/>
                                    <a:pt x="166289" y="79776"/>
                                  </a:cubicBezTo>
                                  <a:cubicBezTo>
                                    <a:pt x="159153" y="75018"/>
                                    <a:pt x="155584" y="66692"/>
                                    <a:pt x="148447" y="61934"/>
                                  </a:cubicBezTo>
                                  <a:cubicBezTo>
                                    <a:pt x="143690" y="58366"/>
                                    <a:pt x="142500" y="59555"/>
                                    <a:pt x="138932" y="52419"/>
                                  </a:cubicBezTo>
                                  <a:cubicBezTo>
                                    <a:pt x="136553" y="47661"/>
                                    <a:pt x="135364" y="42903"/>
                                    <a:pt x="134174" y="38145"/>
                                  </a:cubicBezTo>
                                  <a:cubicBezTo>
                                    <a:pt x="132985" y="35767"/>
                                    <a:pt x="130606" y="27440"/>
                                    <a:pt x="127038" y="27440"/>
                                  </a:cubicBezTo>
                                  <a:cubicBezTo>
                                    <a:pt x="121090" y="27440"/>
                                    <a:pt x="123469" y="36956"/>
                                    <a:pt x="123469" y="40524"/>
                                  </a:cubicBezTo>
                                  <a:cubicBezTo>
                                    <a:pt x="123469" y="45282"/>
                                    <a:pt x="125848" y="51229"/>
                                    <a:pt x="119901" y="52419"/>
                                  </a:cubicBezTo>
                                  <a:cubicBezTo>
                                    <a:pt x="116333" y="45282"/>
                                    <a:pt x="118711" y="40524"/>
                                    <a:pt x="119901" y="33388"/>
                                  </a:cubicBezTo>
                                  <a:cubicBezTo>
                                    <a:pt x="121090" y="26251"/>
                                    <a:pt x="119901" y="20304"/>
                                    <a:pt x="115143" y="14357"/>
                                  </a:cubicBezTo>
                                  <a:cubicBezTo>
                                    <a:pt x="113954" y="13167"/>
                                    <a:pt x="111575" y="8409"/>
                                    <a:pt x="109196" y="8409"/>
                                  </a:cubicBezTo>
                                  <a:cubicBezTo>
                                    <a:pt x="105628" y="7220"/>
                                    <a:pt x="105628" y="11978"/>
                                    <a:pt x="102059" y="11978"/>
                                  </a:cubicBezTo>
                                  <a:cubicBezTo>
                                    <a:pt x="96112" y="10788"/>
                                    <a:pt x="97302" y="-1106"/>
                                    <a:pt x="87786" y="83"/>
                                  </a:cubicBezTo>
                                  <a:cubicBezTo>
                                    <a:pt x="85407" y="4841"/>
                                    <a:pt x="87786" y="9599"/>
                                    <a:pt x="87786" y="14357"/>
                                  </a:cubicBezTo>
                                  <a:cubicBezTo>
                                    <a:pt x="87786" y="19114"/>
                                    <a:pt x="85407" y="23872"/>
                                    <a:pt x="85407" y="28630"/>
                                  </a:cubicBezTo>
                                  <a:cubicBezTo>
                                    <a:pt x="85407" y="33388"/>
                                    <a:pt x="87786" y="35767"/>
                                    <a:pt x="87786" y="41714"/>
                                  </a:cubicBezTo>
                                  <a:cubicBezTo>
                                    <a:pt x="87786" y="46471"/>
                                    <a:pt x="86597" y="52419"/>
                                    <a:pt x="87786" y="57176"/>
                                  </a:cubicBezTo>
                                  <a:cubicBezTo>
                                    <a:pt x="88976" y="63123"/>
                                    <a:pt x="103249" y="76207"/>
                                    <a:pt x="98491" y="82155"/>
                                  </a:cubicBezTo>
                                  <a:cubicBezTo>
                                    <a:pt x="94923" y="86912"/>
                                    <a:pt x="88976" y="79776"/>
                                    <a:pt x="87786" y="76207"/>
                                  </a:cubicBezTo>
                                  <a:cubicBezTo>
                                    <a:pt x="86597" y="73828"/>
                                    <a:pt x="87786" y="72639"/>
                                    <a:pt x="85407" y="70260"/>
                                  </a:cubicBezTo>
                                  <a:cubicBezTo>
                                    <a:pt x="84218" y="69071"/>
                                    <a:pt x="80650" y="69071"/>
                                    <a:pt x="78271" y="69071"/>
                                  </a:cubicBezTo>
                                  <a:cubicBezTo>
                                    <a:pt x="77081" y="63123"/>
                                    <a:pt x="81839" y="60745"/>
                                    <a:pt x="81839" y="55987"/>
                                  </a:cubicBezTo>
                                  <a:cubicBezTo>
                                    <a:pt x="81839" y="51229"/>
                                    <a:pt x="77081" y="47661"/>
                                    <a:pt x="75892" y="42903"/>
                                  </a:cubicBezTo>
                                  <a:cubicBezTo>
                                    <a:pt x="74703" y="36956"/>
                                    <a:pt x="77081" y="33388"/>
                                    <a:pt x="73513" y="28630"/>
                                  </a:cubicBezTo>
                                  <a:cubicBezTo>
                                    <a:pt x="71134" y="26251"/>
                                    <a:pt x="63998" y="21493"/>
                                    <a:pt x="61619" y="21493"/>
                                  </a:cubicBezTo>
                                  <a:cubicBezTo>
                                    <a:pt x="60429" y="27440"/>
                                    <a:pt x="58051" y="31009"/>
                                    <a:pt x="55672" y="35767"/>
                                  </a:cubicBezTo>
                                  <a:cubicBezTo>
                                    <a:pt x="53293" y="41714"/>
                                    <a:pt x="56861" y="44093"/>
                                    <a:pt x="58051" y="50040"/>
                                  </a:cubicBezTo>
                                  <a:cubicBezTo>
                                    <a:pt x="59240" y="55987"/>
                                    <a:pt x="55672" y="61934"/>
                                    <a:pt x="52103" y="54797"/>
                                  </a:cubicBezTo>
                                  <a:cubicBezTo>
                                    <a:pt x="48535" y="48850"/>
                                    <a:pt x="54482" y="44093"/>
                                    <a:pt x="43777" y="44093"/>
                                  </a:cubicBezTo>
                                  <a:cubicBezTo>
                                    <a:pt x="43777" y="44093"/>
                                    <a:pt x="43777" y="42903"/>
                                    <a:pt x="43777" y="41714"/>
                                  </a:cubicBezTo>
                                  <a:cubicBezTo>
                                    <a:pt x="47345" y="40524"/>
                                    <a:pt x="48535" y="36956"/>
                                    <a:pt x="44967" y="35767"/>
                                  </a:cubicBezTo>
                                  <a:cubicBezTo>
                                    <a:pt x="41398" y="34577"/>
                                    <a:pt x="39020" y="38145"/>
                                    <a:pt x="35451" y="38145"/>
                                  </a:cubicBezTo>
                                  <a:cubicBezTo>
                                    <a:pt x="25936" y="35767"/>
                                    <a:pt x="39020" y="28630"/>
                                    <a:pt x="41398" y="25062"/>
                                  </a:cubicBezTo>
                                  <a:cubicBezTo>
                                    <a:pt x="44967" y="25062"/>
                                    <a:pt x="54482" y="31009"/>
                                    <a:pt x="50914" y="21493"/>
                                  </a:cubicBezTo>
                                  <a:cubicBezTo>
                                    <a:pt x="49724" y="15546"/>
                                    <a:pt x="42588" y="15546"/>
                                    <a:pt x="36641" y="15546"/>
                                  </a:cubicBezTo>
                                  <a:cubicBezTo>
                                    <a:pt x="34262" y="19114"/>
                                    <a:pt x="33072" y="21493"/>
                                    <a:pt x="29504" y="22683"/>
                                  </a:cubicBezTo>
                                  <a:cubicBezTo>
                                    <a:pt x="23557" y="23872"/>
                                    <a:pt x="23557" y="20304"/>
                                    <a:pt x="19989" y="19114"/>
                                  </a:cubicBezTo>
                                  <a:cubicBezTo>
                                    <a:pt x="19989" y="22683"/>
                                    <a:pt x="25936" y="31009"/>
                                    <a:pt x="23557" y="33388"/>
                                  </a:cubicBezTo>
                                  <a:cubicBezTo>
                                    <a:pt x="18799" y="36956"/>
                                    <a:pt x="15231" y="25062"/>
                                    <a:pt x="11662" y="23872"/>
                                  </a:cubicBezTo>
                                  <a:cubicBezTo>
                                    <a:pt x="4526" y="21493"/>
                                    <a:pt x="4526" y="31009"/>
                                    <a:pt x="5715" y="34577"/>
                                  </a:cubicBezTo>
                                  <a:cubicBezTo>
                                    <a:pt x="8094" y="41714"/>
                                    <a:pt x="9284" y="41714"/>
                                    <a:pt x="957" y="45282"/>
                                  </a:cubicBezTo>
                                  <a:cubicBezTo>
                                    <a:pt x="-1421" y="51229"/>
                                    <a:pt x="957" y="63123"/>
                                    <a:pt x="4526" y="67881"/>
                                  </a:cubicBezTo>
                                  <a:cubicBezTo>
                                    <a:pt x="12852" y="80965"/>
                                    <a:pt x="10473" y="60745"/>
                                    <a:pt x="16420" y="58366"/>
                                  </a:cubicBezTo>
                                  <a:cubicBezTo>
                                    <a:pt x="17609" y="60745"/>
                                    <a:pt x="17609" y="61934"/>
                                    <a:pt x="21178" y="61934"/>
                                  </a:cubicBezTo>
                                  <a:cubicBezTo>
                                    <a:pt x="22368" y="66692"/>
                                    <a:pt x="16420" y="71450"/>
                                    <a:pt x="18799" y="77397"/>
                                  </a:cubicBezTo>
                                  <a:cubicBezTo>
                                    <a:pt x="19989" y="79776"/>
                                    <a:pt x="25936" y="84533"/>
                                    <a:pt x="28315" y="85723"/>
                                  </a:cubicBezTo>
                                  <a:cubicBezTo>
                                    <a:pt x="23557" y="96428"/>
                                    <a:pt x="18799" y="83344"/>
                                    <a:pt x="12852" y="83344"/>
                                  </a:cubicBezTo>
                                  <a:cubicBezTo>
                                    <a:pt x="11662" y="88102"/>
                                    <a:pt x="14041" y="88102"/>
                                    <a:pt x="16420" y="90481"/>
                                  </a:cubicBezTo>
                                  <a:cubicBezTo>
                                    <a:pt x="17609" y="91670"/>
                                    <a:pt x="18799" y="91670"/>
                                    <a:pt x="19989" y="92859"/>
                                  </a:cubicBezTo>
                                  <a:cubicBezTo>
                                    <a:pt x="21178" y="94049"/>
                                    <a:pt x="19989" y="96428"/>
                                    <a:pt x="19989" y="97617"/>
                                  </a:cubicBezTo>
                                  <a:cubicBezTo>
                                    <a:pt x="22368" y="102375"/>
                                    <a:pt x="24746" y="104754"/>
                                    <a:pt x="30693" y="107133"/>
                                  </a:cubicBezTo>
                                  <a:cubicBezTo>
                                    <a:pt x="31883" y="111890"/>
                                    <a:pt x="37830" y="111890"/>
                                    <a:pt x="41398" y="111890"/>
                                  </a:cubicBezTo>
                                  <a:cubicBezTo>
                                    <a:pt x="41398" y="113080"/>
                                    <a:pt x="41398" y="113080"/>
                                    <a:pt x="41398" y="114269"/>
                                  </a:cubicBezTo>
                                  <a:cubicBezTo>
                                    <a:pt x="37830" y="115459"/>
                                    <a:pt x="35451" y="115459"/>
                                    <a:pt x="31883" y="116648"/>
                                  </a:cubicBezTo>
                                  <a:cubicBezTo>
                                    <a:pt x="30693" y="121406"/>
                                    <a:pt x="34262" y="121406"/>
                                    <a:pt x="37830" y="121406"/>
                                  </a:cubicBezTo>
                                  <a:cubicBezTo>
                                    <a:pt x="40209" y="127353"/>
                                    <a:pt x="41398" y="127353"/>
                                    <a:pt x="47345" y="128542"/>
                                  </a:cubicBezTo>
                                  <a:cubicBezTo>
                                    <a:pt x="47345" y="134490"/>
                                    <a:pt x="46156" y="136869"/>
                                    <a:pt x="50914" y="138058"/>
                                  </a:cubicBezTo>
                                  <a:cubicBezTo>
                                    <a:pt x="53293" y="139247"/>
                                    <a:pt x="61619" y="139247"/>
                                    <a:pt x="63998" y="136869"/>
                                  </a:cubicBezTo>
                                  <a:cubicBezTo>
                                    <a:pt x="67566" y="133300"/>
                                    <a:pt x="65187" y="129732"/>
                                    <a:pt x="68755" y="126164"/>
                                  </a:cubicBezTo>
                                  <a:cubicBezTo>
                                    <a:pt x="72324" y="123785"/>
                                    <a:pt x="77081" y="123785"/>
                                    <a:pt x="72324" y="116648"/>
                                  </a:cubicBezTo>
                                  <a:cubicBezTo>
                                    <a:pt x="69945" y="111890"/>
                                    <a:pt x="67566" y="114269"/>
                                    <a:pt x="67566" y="107133"/>
                                  </a:cubicBezTo>
                                  <a:cubicBezTo>
                                    <a:pt x="67566" y="105943"/>
                                    <a:pt x="66376" y="101185"/>
                                    <a:pt x="67566" y="99996"/>
                                  </a:cubicBezTo>
                                  <a:cubicBezTo>
                                    <a:pt x="71134" y="97617"/>
                                    <a:pt x="69945" y="102375"/>
                                    <a:pt x="71134" y="102375"/>
                                  </a:cubicBezTo>
                                  <a:cubicBezTo>
                                    <a:pt x="74703" y="104754"/>
                                    <a:pt x="74703" y="110701"/>
                                    <a:pt x="77081" y="102375"/>
                                  </a:cubicBezTo>
                                  <a:cubicBezTo>
                                    <a:pt x="78271" y="97617"/>
                                    <a:pt x="75892" y="92859"/>
                                    <a:pt x="78271" y="89291"/>
                                  </a:cubicBezTo>
                                  <a:cubicBezTo>
                                    <a:pt x="79460" y="94049"/>
                                    <a:pt x="81839" y="95238"/>
                                    <a:pt x="83028" y="101185"/>
                                  </a:cubicBezTo>
                                  <a:cubicBezTo>
                                    <a:pt x="83028" y="105943"/>
                                    <a:pt x="80650" y="111890"/>
                                    <a:pt x="83028" y="115459"/>
                                  </a:cubicBezTo>
                                  <a:cubicBezTo>
                                    <a:pt x="86597" y="121406"/>
                                    <a:pt x="91355" y="117838"/>
                                    <a:pt x="94923" y="114269"/>
                                  </a:cubicBezTo>
                                  <a:cubicBezTo>
                                    <a:pt x="98491" y="109511"/>
                                    <a:pt x="97302" y="107133"/>
                                    <a:pt x="97302" y="99996"/>
                                  </a:cubicBezTo>
                                  <a:cubicBezTo>
                                    <a:pt x="106817" y="94049"/>
                                    <a:pt x="99681" y="111890"/>
                                    <a:pt x="100870" y="114269"/>
                                  </a:cubicBezTo>
                                  <a:cubicBezTo>
                                    <a:pt x="103249" y="120216"/>
                                    <a:pt x="111575" y="115459"/>
                                    <a:pt x="116333" y="114269"/>
                                  </a:cubicBezTo>
                                  <a:cubicBezTo>
                                    <a:pt x="116333" y="114269"/>
                                    <a:pt x="116333" y="115459"/>
                                    <a:pt x="116333" y="115459"/>
                                  </a:cubicBezTo>
                                  <a:cubicBezTo>
                                    <a:pt x="108007" y="122595"/>
                                    <a:pt x="97302" y="120216"/>
                                    <a:pt x="88976" y="126164"/>
                                  </a:cubicBezTo>
                                  <a:cubicBezTo>
                                    <a:pt x="88976" y="127353"/>
                                    <a:pt x="88976" y="127353"/>
                                    <a:pt x="87786" y="127353"/>
                                  </a:cubicBezTo>
                                  <a:cubicBezTo>
                                    <a:pt x="87786" y="128542"/>
                                    <a:pt x="87786" y="128542"/>
                                    <a:pt x="87786" y="129732"/>
                                  </a:cubicBezTo>
                                  <a:cubicBezTo>
                                    <a:pt x="83028" y="132111"/>
                                    <a:pt x="81839" y="136869"/>
                                    <a:pt x="78271" y="139247"/>
                                  </a:cubicBezTo>
                                  <a:cubicBezTo>
                                    <a:pt x="77081" y="140437"/>
                                    <a:pt x="73513" y="141626"/>
                                    <a:pt x="72324" y="142816"/>
                                  </a:cubicBezTo>
                                  <a:cubicBezTo>
                                    <a:pt x="69945" y="144005"/>
                                    <a:pt x="69945" y="146384"/>
                                    <a:pt x="68755" y="148763"/>
                                  </a:cubicBezTo>
                                  <a:cubicBezTo>
                                    <a:pt x="66376" y="145195"/>
                                    <a:pt x="63998" y="145195"/>
                                    <a:pt x="60429" y="146384"/>
                                  </a:cubicBezTo>
                                  <a:cubicBezTo>
                                    <a:pt x="56861" y="148763"/>
                                    <a:pt x="58051" y="152331"/>
                                    <a:pt x="58051" y="157089"/>
                                  </a:cubicBezTo>
                                  <a:cubicBezTo>
                                    <a:pt x="59240" y="168983"/>
                                    <a:pt x="65187" y="167794"/>
                                    <a:pt x="73513" y="164225"/>
                                  </a:cubicBezTo>
                                  <a:cubicBezTo>
                                    <a:pt x="80650" y="161847"/>
                                    <a:pt x="85407" y="155899"/>
                                    <a:pt x="92544" y="157089"/>
                                  </a:cubicBezTo>
                                  <a:cubicBezTo>
                                    <a:pt x="97302" y="157089"/>
                                    <a:pt x="99681" y="158278"/>
                                    <a:pt x="104438" y="157089"/>
                                  </a:cubicBezTo>
                                  <a:cubicBezTo>
                                    <a:pt x="108007" y="155899"/>
                                    <a:pt x="110386" y="154710"/>
                                    <a:pt x="115143" y="154710"/>
                                  </a:cubicBezTo>
                                  <a:cubicBezTo>
                                    <a:pt x="111575" y="161847"/>
                                    <a:pt x="105628" y="163036"/>
                                    <a:pt x="98491" y="164225"/>
                                  </a:cubicBezTo>
                                  <a:cubicBezTo>
                                    <a:pt x="93734" y="165415"/>
                                    <a:pt x="80650" y="166604"/>
                                    <a:pt x="79460" y="171362"/>
                                  </a:cubicBezTo>
                                  <a:cubicBezTo>
                                    <a:pt x="83028" y="171362"/>
                                    <a:pt x="104438" y="173741"/>
                                    <a:pt x="96112" y="179688"/>
                                  </a:cubicBezTo>
                                  <a:cubicBezTo>
                                    <a:pt x="92544" y="182067"/>
                                    <a:pt x="74703" y="179688"/>
                                    <a:pt x="71134" y="177309"/>
                                  </a:cubicBezTo>
                                  <a:cubicBezTo>
                                    <a:pt x="68755" y="176120"/>
                                    <a:pt x="66376" y="170173"/>
                                    <a:pt x="63998" y="176120"/>
                                  </a:cubicBezTo>
                                  <a:cubicBezTo>
                                    <a:pt x="62808" y="179688"/>
                                    <a:pt x="65187" y="185635"/>
                                    <a:pt x="66376" y="188014"/>
                                  </a:cubicBezTo>
                                  <a:cubicBezTo>
                                    <a:pt x="67566" y="192772"/>
                                    <a:pt x="72324" y="205856"/>
                                    <a:pt x="79460" y="205856"/>
                                  </a:cubicBezTo>
                                  <a:cubicBezTo>
                                    <a:pt x="81839" y="211803"/>
                                    <a:pt x="86597" y="215371"/>
                                    <a:pt x="92544" y="217750"/>
                                  </a:cubicBezTo>
                                  <a:cubicBezTo>
                                    <a:pt x="98491" y="220129"/>
                                    <a:pt x="105628" y="215371"/>
                                    <a:pt x="111575" y="218940"/>
                                  </a:cubicBezTo>
                                  <a:cubicBezTo>
                                    <a:pt x="111575" y="220129"/>
                                    <a:pt x="111575" y="221318"/>
                                    <a:pt x="111575" y="222508"/>
                                  </a:cubicBezTo>
                                  <a:cubicBezTo>
                                    <a:pt x="108007" y="224887"/>
                                    <a:pt x="102059" y="226076"/>
                                    <a:pt x="102059" y="230834"/>
                                  </a:cubicBezTo>
                                  <a:cubicBezTo>
                                    <a:pt x="105628" y="233213"/>
                                    <a:pt x="106817" y="236781"/>
                                    <a:pt x="111575" y="237970"/>
                                  </a:cubicBezTo>
                                  <a:cubicBezTo>
                                    <a:pt x="109196" y="248675"/>
                                    <a:pt x="121090" y="253433"/>
                                    <a:pt x="128227" y="246296"/>
                                  </a:cubicBezTo>
                                  <a:cubicBezTo>
                                    <a:pt x="135364" y="239160"/>
                                    <a:pt x="128227" y="230834"/>
                                    <a:pt x="129417" y="222508"/>
                                  </a:cubicBezTo>
                                  <a:cubicBezTo>
                                    <a:pt x="130606" y="214182"/>
                                    <a:pt x="130606" y="202287"/>
                                    <a:pt x="134174" y="196340"/>
                                  </a:cubicBezTo>
                                  <a:cubicBezTo>
                                    <a:pt x="135364" y="193961"/>
                                    <a:pt x="137743" y="192772"/>
                                    <a:pt x="137743" y="190393"/>
                                  </a:cubicBezTo>
                                  <a:cubicBezTo>
                                    <a:pt x="137743" y="189204"/>
                                    <a:pt x="135364" y="185635"/>
                                    <a:pt x="135364" y="184446"/>
                                  </a:cubicBezTo>
                                  <a:cubicBezTo>
                                    <a:pt x="136553" y="178499"/>
                                    <a:pt x="140122" y="180878"/>
                                    <a:pt x="144879" y="182067"/>
                                  </a:cubicBezTo>
                                  <a:cubicBezTo>
                                    <a:pt x="146069" y="168983"/>
                                    <a:pt x="141311" y="155899"/>
                                    <a:pt x="144879" y="145195"/>
                                  </a:cubicBezTo>
                                  <a:cubicBezTo>
                                    <a:pt x="147258" y="145195"/>
                                    <a:pt x="149637" y="146384"/>
                                    <a:pt x="150826" y="148763"/>
                                  </a:cubicBezTo>
                                  <a:cubicBezTo>
                                    <a:pt x="150826" y="140437"/>
                                    <a:pt x="149637" y="133300"/>
                                    <a:pt x="150826" y="124974"/>
                                  </a:cubicBezTo>
                                  <a:cubicBezTo>
                                    <a:pt x="154395" y="117838"/>
                                    <a:pt x="157963" y="111890"/>
                                    <a:pt x="159153" y="103564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9" name="Freeform 388">
                              <a:extLst>
                                <a:ext uri="{FF2B5EF4-FFF2-40B4-BE49-F238E27FC236}">
                                  <a16:creationId xmlns:a16="http://schemas.microsoft.com/office/drawing/2014/main" id="{ADC22177-5E18-650E-19AE-C2D5E4E976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014291" y="1628833"/>
                              <a:ext cx="12996" cy="11475"/>
                            </a:xfrm>
                            <a:custGeom>
                              <a:avLst/>
                              <a:gdLst>
                                <a:gd name="connsiteX0" fmla="*/ 8866 w 12996"/>
                                <a:gd name="connsiteY0" fmla="*/ 11475 h 11475"/>
                                <a:gd name="connsiteX1" fmla="*/ 12435 w 12996"/>
                                <a:gd name="connsiteY1" fmla="*/ 5528 h 11475"/>
                                <a:gd name="connsiteX2" fmla="*/ 540 w 12996"/>
                                <a:gd name="connsiteY2" fmla="*/ 770 h 11475"/>
                                <a:gd name="connsiteX3" fmla="*/ 8866 w 12996"/>
                                <a:gd name="connsiteY3" fmla="*/ 11475 h 1147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996" h="11475">
                                  <a:moveTo>
                                    <a:pt x="8866" y="11475"/>
                                  </a:moveTo>
                                  <a:cubicBezTo>
                                    <a:pt x="8866" y="11475"/>
                                    <a:pt x="14813" y="9096"/>
                                    <a:pt x="12435" y="5528"/>
                                  </a:cubicBezTo>
                                  <a:cubicBezTo>
                                    <a:pt x="11245" y="1960"/>
                                    <a:pt x="1730" y="-1609"/>
                                    <a:pt x="540" y="770"/>
                                  </a:cubicBezTo>
                                  <a:cubicBezTo>
                                    <a:pt x="-649" y="770"/>
                                    <a:pt x="-649" y="11475"/>
                                    <a:pt x="8866" y="11475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0" name="Freeform 389">
                              <a:extLst>
                                <a:ext uri="{FF2B5EF4-FFF2-40B4-BE49-F238E27FC236}">
                                  <a16:creationId xmlns:a16="http://schemas.microsoft.com/office/drawing/2014/main" id="{066BC603-EFB2-D66D-ABFC-69AA5A5C3E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126313" y="1647445"/>
                              <a:ext cx="8807" cy="16806"/>
                            </a:xfrm>
                            <a:custGeom>
                              <a:avLst/>
                              <a:gdLst>
                                <a:gd name="connsiteX0" fmla="*/ 3892 w 8807"/>
                                <a:gd name="connsiteY0" fmla="*/ 4758 h 16806"/>
                                <a:gd name="connsiteX1" fmla="*/ 2703 w 8807"/>
                                <a:gd name="connsiteY1" fmla="*/ 0 h 16806"/>
                                <a:gd name="connsiteX2" fmla="*/ 324 w 8807"/>
                                <a:gd name="connsiteY2" fmla="*/ 8326 h 16806"/>
                                <a:gd name="connsiteX3" fmla="*/ 3892 w 8807"/>
                                <a:gd name="connsiteY3" fmla="*/ 16652 h 16806"/>
                                <a:gd name="connsiteX4" fmla="*/ 8650 w 8807"/>
                                <a:gd name="connsiteY4" fmla="*/ 10705 h 16806"/>
                                <a:gd name="connsiteX5" fmla="*/ 3892 w 8807"/>
                                <a:gd name="connsiteY5" fmla="*/ 4758 h 1680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8807" h="16806">
                                  <a:moveTo>
                                    <a:pt x="3892" y="4758"/>
                                  </a:moveTo>
                                  <a:cubicBezTo>
                                    <a:pt x="5082" y="2379"/>
                                    <a:pt x="3892" y="0"/>
                                    <a:pt x="2703" y="0"/>
                                  </a:cubicBezTo>
                                  <a:cubicBezTo>
                                    <a:pt x="1514" y="0"/>
                                    <a:pt x="-865" y="4758"/>
                                    <a:pt x="324" y="8326"/>
                                  </a:cubicBezTo>
                                  <a:cubicBezTo>
                                    <a:pt x="1514" y="11894"/>
                                    <a:pt x="324" y="17842"/>
                                    <a:pt x="3892" y="16652"/>
                                  </a:cubicBezTo>
                                  <a:cubicBezTo>
                                    <a:pt x="3892" y="16652"/>
                                    <a:pt x="9840" y="13084"/>
                                    <a:pt x="8650" y="10705"/>
                                  </a:cubicBezTo>
                                  <a:cubicBezTo>
                                    <a:pt x="5082" y="8326"/>
                                    <a:pt x="2703" y="5947"/>
                                    <a:pt x="3892" y="475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1" name="Freeform 390">
                              <a:extLst>
                                <a:ext uri="{FF2B5EF4-FFF2-40B4-BE49-F238E27FC236}">
                                  <a16:creationId xmlns:a16="http://schemas.microsoft.com/office/drawing/2014/main" id="{04BC7F4D-C08C-11E9-DFCB-7779D90C6D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147478" y="1634361"/>
                              <a:ext cx="26142" cy="12542"/>
                            </a:xfrm>
                            <a:custGeom>
                              <a:avLst/>
                              <a:gdLst>
                                <a:gd name="connsiteX0" fmla="*/ 24358 w 26142"/>
                                <a:gd name="connsiteY0" fmla="*/ 2379 h 12542"/>
                                <a:gd name="connsiteX1" fmla="*/ 13653 w 26142"/>
                                <a:gd name="connsiteY1" fmla="*/ 0 h 12542"/>
                                <a:gd name="connsiteX2" fmla="*/ 569 w 26142"/>
                                <a:gd name="connsiteY2" fmla="*/ 11894 h 12542"/>
                                <a:gd name="connsiteX3" fmla="*/ 7706 w 26142"/>
                                <a:gd name="connsiteY3" fmla="*/ 7137 h 12542"/>
                                <a:gd name="connsiteX4" fmla="*/ 16032 w 26142"/>
                                <a:gd name="connsiteY4" fmla="*/ 5947 h 12542"/>
                                <a:gd name="connsiteX5" fmla="*/ 24358 w 26142"/>
                                <a:gd name="connsiteY5" fmla="*/ 8326 h 12542"/>
                                <a:gd name="connsiteX6" fmla="*/ 24358 w 26142"/>
                                <a:gd name="connsiteY6" fmla="*/ 2379 h 1254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26142" h="12542">
                                  <a:moveTo>
                                    <a:pt x="24358" y="2379"/>
                                  </a:moveTo>
                                  <a:cubicBezTo>
                                    <a:pt x="21979" y="2379"/>
                                    <a:pt x="16032" y="0"/>
                                    <a:pt x="13653" y="0"/>
                                  </a:cubicBezTo>
                                  <a:cubicBezTo>
                                    <a:pt x="11275" y="0"/>
                                    <a:pt x="-2999" y="9515"/>
                                    <a:pt x="569" y="11894"/>
                                  </a:cubicBezTo>
                                  <a:cubicBezTo>
                                    <a:pt x="2948" y="14273"/>
                                    <a:pt x="4138" y="9515"/>
                                    <a:pt x="7706" y="7137"/>
                                  </a:cubicBezTo>
                                  <a:cubicBezTo>
                                    <a:pt x="7706" y="7137"/>
                                    <a:pt x="12464" y="3568"/>
                                    <a:pt x="16032" y="5947"/>
                                  </a:cubicBezTo>
                                  <a:cubicBezTo>
                                    <a:pt x="18411" y="8326"/>
                                    <a:pt x="21979" y="9515"/>
                                    <a:pt x="24358" y="8326"/>
                                  </a:cubicBezTo>
                                  <a:cubicBezTo>
                                    <a:pt x="26737" y="7137"/>
                                    <a:pt x="26737" y="2379"/>
                                    <a:pt x="24358" y="237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2" name="Freeform 391">
                              <a:extLst>
                                <a:ext uri="{FF2B5EF4-FFF2-40B4-BE49-F238E27FC236}">
                                  <a16:creationId xmlns:a16="http://schemas.microsoft.com/office/drawing/2014/main" id="{CA96F6ED-348D-2868-F739-A7E4A7FADB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57825" y="1653596"/>
                              <a:ext cx="27357" cy="48430"/>
                            </a:xfrm>
                            <a:custGeom>
                              <a:avLst/>
                              <a:gdLst>
                                <a:gd name="connsiteX0" fmla="*/ 14273 w 27357"/>
                                <a:gd name="connsiteY0" fmla="*/ 25963 h 48430"/>
                                <a:gd name="connsiteX1" fmla="*/ 8326 w 27357"/>
                                <a:gd name="connsiteY1" fmla="*/ 14069 h 48430"/>
                                <a:gd name="connsiteX2" fmla="*/ 5947 w 27357"/>
                                <a:gd name="connsiteY2" fmla="*/ 3364 h 48430"/>
                                <a:gd name="connsiteX3" fmla="*/ 1190 w 27357"/>
                                <a:gd name="connsiteY3" fmla="*/ 985 h 48430"/>
                                <a:gd name="connsiteX4" fmla="*/ 2379 w 27357"/>
                                <a:gd name="connsiteY4" fmla="*/ 14069 h 48430"/>
                                <a:gd name="connsiteX5" fmla="*/ 5947 w 27357"/>
                                <a:gd name="connsiteY5" fmla="*/ 25963 h 48430"/>
                                <a:gd name="connsiteX6" fmla="*/ 13084 w 27357"/>
                                <a:gd name="connsiteY6" fmla="*/ 31911 h 48430"/>
                                <a:gd name="connsiteX7" fmla="*/ 21410 w 27357"/>
                                <a:gd name="connsiteY7" fmla="*/ 42616 h 48430"/>
                                <a:gd name="connsiteX8" fmla="*/ 27357 w 27357"/>
                                <a:gd name="connsiteY8" fmla="*/ 46184 h 48430"/>
                                <a:gd name="connsiteX9" fmla="*/ 24978 w 27357"/>
                                <a:gd name="connsiteY9" fmla="*/ 37858 h 48430"/>
                                <a:gd name="connsiteX10" fmla="*/ 14273 w 27357"/>
                                <a:gd name="connsiteY10" fmla="*/ 25963 h 4843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27357" h="48430">
                                  <a:moveTo>
                                    <a:pt x="14273" y="25963"/>
                                  </a:moveTo>
                                  <a:cubicBezTo>
                                    <a:pt x="10705" y="22395"/>
                                    <a:pt x="8326" y="18827"/>
                                    <a:pt x="8326" y="14069"/>
                                  </a:cubicBezTo>
                                  <a:cubicBezTo>
                                    <a:pt x="8326" y="9311"/>
                                    <a:pt x="7137" y="5743"/>
                                    <a:pt x="5947" y="3364"/>
                                  </a:cubicBezTo>
                                  <a:cubicBezTo>
                                    <a:pt x="4758" y="985"/>
                                    <a:pt x="1190" y="-1393"/>
                                    <a:pt x="1190" y="985"/>
                                  </a:cubicBezTo>
                                  <a:cubicBezTo>
                                    <a:pt x="0" y="3364"/>
                                    <a:pt x="-1190" y="10501"/>
                                    <a:pt x="2379" y="14069"/>
                                  </a:cubicBezTo>
                                  <a:cubicBezTo>
                                    <a:pt x="5947" y="17637"/>
                                    <a:pt x="4758" y="23585"/>
                                    <a:pt x="5947" y="25963"/>
                                  </a:cubicBezTo>
                                  <a:cubicBezTo>
                                    <a:pt x="7137" y="29532"/>
                                    <a:pt x="9516" y="30721"/>
                                    <a:pt x="13084" y="31911"/>
                                  </a:cubicBezTo>
                                  <a:cubicBezTo>
                                    <a:pt x="16652" y="33100"/>
                                    <a:pt x="19031" y="37858"/>
                                    <a:pt x="21410" y="42616"/>
                                  </a:cubicBezTo>
                                  <a:cubicBezTo>
                                    <a:pt x="23789" y="47373"/>
                                    <a:pt x="27357" y="50942"/>
                                    <a:pt x="27357" y="46184"/>
                                  </a:cubicBezTo>
                                  <a:cubicBezTo>
                                    <a:pt x="27357" y="46184"/>
                                    <a:pt x="27357" y="40237"/>
                                    <a:pt x="24978" y="37858"/>
                                  </a:cubicBezTo>
                                  <a:cubicBezTo>
                                    <a:pt x="20221" y="34290"/>
                                    <a:pt x="17842" y="29532"/>
                                    <a:pt x="14273" y="25963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3" name="Freeform 392">
                              <a:extLst>
                                <a:ext uri="{FF2B5EF4-FFF2-40B4-BE49-F238E27FC236}">
                                  <a16:creationId xmlns:a16="http://schemas.microsoft.com/office/drawing/2014/main" id="{5DB7D34F-F300-0288-37D3-3A480E9BCB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191759" y="1521365"/>
                              <a:ext cx="27059" cy="20220"/>
                            </a:xfrm>
                            <a:custGeom>
                              <a:avLst/>
                              <a:gdLst>
                                <a:gd name="connsiteX0" fmla="*/ 25276 w 27059"/>
                                <a:gd name="connsiteY0" fmla="*/ 0 h 20220"/>
                                <a:gd name="connsiteX1" fmla="*/ 16949 w 27059"/>
                                <a:gd name="connsiteY1" fmla="*/ 3568 h 20220"/>
                                <a:gd name="connsiteX2" fmla="*/ 6245 w 27059"/>
                                <a:gd name="connsiteY2" fmla="*/ 13084 h 20220"/>
                                <a:gd name="connsiteX3" fmla="*/ 297 w 27059"/>
                                <a:gd name="connsiteY3" fmla="*/ 15463 h 20220"/>
                                <a:gd name="connsiteX4" fmla="*/ 1487 w 27059"/>
                                <a:gd name="connsiteY4" fmla="*/ 20220 h 20220"/>
                                <a:gd name="connsiteX5" fmla="*/ 13381 w 27059"/>
                                <a:gd name="connsiteY5" fmla="*/ 16652 h 20220"/>
                                <a:gd name="connsiteX6" fmla="*/ 25276 w 27059"/>
                                <a:gd name="connsiteY6" fmla="*/ 8326 h 20220"/>
                                <a:gd name="connsiteX7" fmla="*/ 25276 w 27059"/>
                                <a:gd name="connsiteY7" fmla="*/ 0 h 2022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27059" h="20220">
                                  <a:moveTo>
                                    <a:pt x="25276" y="0"/>
                                  </a:moveTo>
                                  <a:cubicBezTo>
                                    <a:pt x="22897" y="0"/>
                                    <a:pt x="20518" y="0"/>
                                    <a:pt x="16949" y="3568"/>
                                  </a:cubicBezTo>
                                  <a:cubicBezTo>
                                    <a:pt x="13381" y="7137"/>
                                    <a:pt x="9813" y="13084"/>
                                    <a:pt x="6245" y="13084"/>
                                  </a:cubicBezTo>
                                  <a:cubicBezTo>
                                    <a:pt x="2676" y="14273"/>
                                    <a:pt x="297" y="13084"/>
                                    <a:pt x="297" y="15463"/>
                                  </a:cubicBezTo>
                                  <a:cubicBezTo>
                                    <a:pt x="297" y="17842"/>
                                    <a:pt x="-892" y="20220"/>
                                    <a:pt x="1487" y="20220"/>
                                  </a:cubicBezTo>
                                  <a:cubicBezTo>
                                    <a:pt x="1487" y="20220"/>
                                    <a:pt x="9813" y="20220"/>
                                    <a:pt x="13381" y="16652"/>
                                  </a:cubicBezTo>
                                  <a:cubicBezTo>
                                    <a:pt x="18139" y="13084"/>
                                    <a:pt x="24086" y="8326"/>
                                    <a:pt x="25276" y="8326"/>
                                  </a:cubicBezTo>
                                  <a:cubicBezTo>
                                    <a:pt x="27654" y="7137"/>
                                    <a:pt x="27654" y="0"/>
                                    <a:pt x="25276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4" name="Freeform 393">
                              <a:extLst>
                                <a:ext uri="{FF2B5EF4-FFF2-40B4-BE49-F238E27FC236}">
                                  <a16:creationId xmlns:a16="http://schemas.microsoft.com/office/drawing/2014/main" id="{DA8A0E09-AEFD-BC7B-706D-6F5A525586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126935" y="1540396"/>
                              <a:ext cx="7172" cy="9110"/>
                            </a:xfrm>
                            <a:custGeom>
                              <a:avLst/>
                              <a:gdLst>
                                <a:gd name="connsiteX0" fmla="*/ 5650 w 7172"/>
                                <a:gd name="connsiteY0" fmla="*/ 8326 h 9110"/>
                                <a:gd name="connsiteX1" fmla="*/ 6839 w 7172"/>
                                <a:gd name="connsiteY1" fmla="*/ 4758 h 9110"/>
                                <a:gd name="connsiteX2" fmla="*/ 892 w 7172"/>
                                <a:gd name="connsiteY2" fmla="*/ 0 h 9110"/>
                                <a:gd name="connsiteX3" fmla="*/ 892 w 7172"/>
                                <a:gd name="connsiteY3" fmla="*/ 4758 h 9110"/>
                                <a:gd name="connsiteX4" fmla="*/ 5650 w 7172"/>
                                <a:gd name="connsiteY4" fmla="*/ 8326 h 911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7172" h="9110">
                                  <a:moveTo>
                                    <a:pt x="5650" y="8326"/>
                                  </a:moveTo>
                                  <a:cubicBezTo>
                                    <a:pt x="5650" y="8326"/>
                                    <a:pt x="8029" y="7137"/>
                                    <a:pt x="6839" y="4758"/>
                                  </a:cubicBezTo>
                                  <a:cubicBezTo>
                                    <a:pt x="5650" y="2379"/>
                                    <a:pt x="2082" y="0"/>
                                    <a:pt x="892" y="0"/>
                                  </a:cubicBezTo>
                                  <a:cubicBezTo>
                                    <a:pt x="-297" y="0"/>
                                    <a:pt x="-297" y="2379"/>
                                    <a:pt x="892" y="4758"/>
                                  </a:cubicBezTo>
                                  <a:cubicBezTo>
                                    <a:pt x="2082" y="7137"/>
                                    <a:pt x="3271" y="10705"/>
                                    <a:pt x="5650" y="832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5" name="Freeform 394">
                              <a:extLst>
                                <a:ext uri="{FF2B5EF4-FFF2-40B4-BE49-F238E27FC236}">
                                  <a16:creationId xmlns:a16="http://schemas.microsoft.com/office/drawing/2014/main" id="{61929F02-A21A-EDA6-E61C-2DEC647158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000970" y="1499170"/>
                              <a:ext cx="17707" cy="13319"/>
                            </a:xfrm>
                            <a:custGeom>
                              <a:avLst/>
                              <a:gdLst>
                                <a:gd name="connsiteX0" fmla="*/ 1966 w 17707"/>
                                <a:gd name="connsiteY0" fmla="*/ 6732 h 13319"/>
                                <a:gd name="connsiteX1" fmla="*/ 12671 w 17707"/>
                                <a:gd name="connsiteY1" fmla="*/ 12679 h 13319"/>
                                <a:gd name="connsiteX2" fmla="*/ 16239 w 17707"/>
                                <a:gd name="connsiteY2" fmla="*/ 4353 h 13319"/>
                                <a:gd name="connsiteX3" fmla="*/ 9103 w 17707"/>
                                <a:gd name="connsiteY3" fmla="*/ 4353 h 13319"/>
                                <a:gd name="connsiteX4" fmla="*/ 777 w 17707"/>
                                <a:gd name="connsiteY4" fmla="*/ 784 h 13319"/>
                                <a:gd name="connsiteX5" fmla="*/ 1966 w 17707"/>
                                <a:gd name="connsiteY5" fmla="*/ 6732 h 1331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17707" h="13319">
                                  <a:moveTo>
                                    <a:pt x="1966" y="6732"/>
                                  </a:moveTo>
                                  <a:cubicBezTo>
                                    <a:pt x="5534" y="10300"/>
                                    <a:pt x="9103" y="15058"/>
                                    <a:pt x="12671" y="12679"/>
                                  </a:cubicBezTo>
                                  <a:cubicBezTo>
                                    <a:pt x="12671" y="12679"/>
                                    <a:pt x="20997" y="5542"/>
                                    <a:pt x="16239" y="4353"/>
                                  </a:cubicBezTo>
                                  <a:cubicBezTo>
                                    <a:pt x="12671" y="4353"/>
                                    <a:pt x="10292" y="6732"/>
                                    <a:pt x="9103" y="4353"/>
                                  </a:cubicBezTo>
                                  <a:cubicBezTo>
                                    <a:pt x="6724" y="1974"/>
                                    <a:pt x="1966" y="-1594"/>
                                    <a:pt x="777" y="784"/>
                                  </a:cubicBezTo>
                                  <a:cubicBezTo>
                                    <a:pt x="777" y="3163"/>
                                    <a:pt x="-1602" y="4353"/>
                                    <a:pt x="1966" y="673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6" name="Freeform 395">
                              <a:extLst>
                                <a:ext uri="{FF2B5EF4-FFF2-40B4-BE49-F238E27FC236}">
                                  <a16:creationId xmlns:a16="http://schemas.microsoft.com/office/drawing/2014/main" id="{8636CDCD-0CC1-C273-8D96-34C092017A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71822" y="1537777"/>
                              <a:ext cx="10233" cy="11128"/>
                            </a:xfrm>
                            <a:custGeom>
                              <a:avLst/>
                              <a:gdLst>
                                <a:gd name="connsiteX0" fmla="*/ 9705 w 10233"/>
                                <a:gd name="connsiteY0" fmla="*/ 8565 h 11128"/>
                                <a:gd name="connsiteX1" fmla="*/ 9705 w 10233"/>
                                <a:gd name="connsiteY1" fmla="*/ 3808 h 11128"/>
                                <a:gd name="connsiteX2" fmla="*/ 4947 w 10233"/>
                                <a:gd name="connsiteY2" fmla="*/ 239 h 11128"/>
                                <a:gd name="connsiteX3" fmla="*/ 189 w 10233"/>
                                <a:gd name="connsiteY3" fmla="*/ 6187 h 11128"/>
                                <a:gd name="connsiteX4" fmla="*/ 9705 w 10233"/>
                                <a:gd name="connsiteY4" fmla="*/ 8565 h 1112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0233" h="11128">
                                  <a:moveTo>
                                    <a:pt x="9705" y="8565"/>
                                  </a:moveTo>
                                  <a:cubicBezTo>
                                    <a:pt x="9705" y="7376"/>
                                    <a:pt x="10894" y="4997"/>
                                    <a:pt x="9705" y="3808"/>
                                  </a:cubicBezTo>
                                  <a:cubicBezTo>
                                    <a:pt x="8516" y="2618"/>
                                    <a:pt x="6136" y="-950"/>
                                    <a:pt x="4947" y="239"/>
                                  </a:cubicBezTo>
                                  <a:cubicBezTo>
                                    <a:pt x="3757" y="1429"/>
                                    <a:pt x="-1000" y="3808"/>
                                    <a:pt x="189" y="6187"/>
                                  </a:cubicBezTo>
                                  <a:cubicBezTo>
                                    <a:pt x="1379" y="8565"/>
                                    <a:pt x="8516" y="14513"/>
                                    <a:pt x="9705" y="8565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grpSp>
                        <p:nvGrpSpPr>
                          <p:cNvPr id="397" name="Graphic 27">
                            <a:extLst>
                              <a:ext uri="{FF2B5EF4-FFF2-40B4-BE49-F238E27FC236}">
                                <a16:creationId xmlns:a16="http://schemas.microsoft.com/office/drawing/2014/main" id="{E8F899CB-DA09-EDF9-52DB-C00C41E6C9B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340491" y="4453322"/>
                            <a:ext cx="393702" cy="287454"/>
                            <a:chOff x="9340491" y="4453322"/>
                            <a:chExt cx="393702" cy="287454"/>
                          </a:xfrm>
                          <a:grpFill/>
                        </p:grpSpPr>
                        <p:sp>
                          <p:nvSpPr>
                            <p:cNvPr id="398" name="Freeform 397">
                              <a:extLst>
                                <a:ext uri="{FF2B5EF4-FFF2-40B4-BE49-F238E27FC236}">
                                  <a16:creationId xmlns:a16="http://schemas.microsoft.com/office/drawing/2014/main" id="{6245F980-068D-DF74-63F0-EB4859C2B4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703078" y="4567920"/>
                              <a:ext cx="31115" cy="37431"/>
                            </a:xfrm>
                            <a:custGeom>
                              <a:avLst/>
                              <a:gdLst>
                                <a:gd name="connsiteX0" fmla="*/ 27547 w 31115"/>
                                <a:gd name="connsiteY0" fmla="*/ 23376 h 37431"/>
                                <a:gd name="connsiteX1" fmla="*/ 14464 w 31115"/>
                                <a:gd name="connsiteY1" fmla="*/ 12671 h 37431"/>
                                <a:gd name="connsiteX2" fmla="*/ 9706 w 31115"/>
                                <a:gd name="connsiteY2" fmla="*/ 9103 h 37431"/>
                                <a:gd name="connsiteX3" fmla="*/ 6138 w 31115"/>
                                <a:gd name="connsiteY3" fmla="*/ 777 h 37431"/>
                                <a:gd name="connsiteX4" fmla="*/ 190 w 31115"/>
                                <a:gd name="connsiteY4" fmla="*/ 1966 h 37431"/>
                                <a:gd name="connsiteX5" fmla="*/ 2569 w 31115"/>
                                <a:gd name="connsiteY5" fmla="*/ 19808 h 37431"/>
                                <a:gd name="connsiteX6" fmla="*/ 9706 w 31115"/>
                                <a:gd name="connsiteY6" fmla="*/ 25755 h 37431"/>
                                <a:gd name="connsiteX7" fmla="*/ 15653 w 31115"/>
                                <a:gd name="connsiteY7" fmla="*/ 36460 h 37431"/>
                                <a:gd name="connsiteX8" fmla="*/ 31115 w 31115"/>
                                <a:gd name="connsiteY8" fmla="*/ 32892 h 37431"/>
                                <a:gd name="connsiteX9" fmla="*/ 27547 w 31115"/>
                                <a:gd name="connsiteY9" fmla="*/ 23376 h 3743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</a:cxnLst>
                              <a:rect l="l" t="t" r="r" b="b"/>
                              <a:pathLst>
                                <a:path w="31115" h="37431">
                                  <a:moveTo>
                                    <a:pt x="27547" y="23376"/>
                                  </a:moveTo>
                                  <a:cubicBezTo>
                                    <a:pt x="22789" y="19808"/>
                                    <a:pt x="18032" y="13861"/>
                                    <a:pt x="14464" y="12671"/>
                                  </a:cubicBezTo>
                                  <a:cubicBezTo>
                                    <a:pt x="12085" y="11482"/>
                                    <a:pt x="9706" y="12671"/>
                                    <a:pt x="9706" y="9103"/>
                                  </a:cubicBezTo>
                                  <a:cubicBezTo>
                                    <a:pt x="9706" y="5534"/>
                                    <a:pt x="7327" y="777"/>
                                    <a:pt x="6138" y="777"/>
                                  </a:cubicBezTo>
                                  <a:cubicBezTo>
                                    <a:pt x="3759" y="777"/>
                                    <a:pt x="190" y="-1602"/>
                                    <a:pt x="190" y="1966"/>
                                  </a:cubicBezTo>
                                  <a:cubicBezTo>
                                    <a:pt x="190" y="5534"/>
                                    <a:pt x="-999" y="17429"/>
                                    <a:pt x="2569" y="19808"/>
                                  </a:cubicBezTo>
                                  <a:cubicBezTo>
                                    <a:pt x="6138" y="20997"/>
                                    <a:pt x="8517" y="23376"/>
                                    <a:pt x="9706" y="25755"/>
                                  </a:cubicBezTo>
                                  <a:cubicBezTo>
                                    <a:pt x="9706" y="28134"/>
                                    <a:pt x="10895" y="36460"/>
                                    <a:pt x="15653" y="36460"/>
                                  </a:cubicBezTo>
                                  <a:cubicBezTo>
                                    <a:pt x="21600" y="37649"/>
                                    <a:pt x="29926" y="38839"/>
                                    <a:pt x="31115" y="32892"/>
                                  </a:cubicBezTo>
                                  <a:cubicBezTo>
                                    <a:pt x="29926" y="34081"/>
                                    <a:pt x="32305" y="28134"/>
                                    <a:pt x="27547" y="2337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9" name="Freeform 398">
                              <a:extLst>
                                <a:ext uri="{FF2B5EF4-FFF2-40B4-BE49-F238E27FC236}">
                                  <a16:creationId xmlns:a16="http://schemas.microsoft.com/office/drawing/2014/main" id="{68CA1B93-89A6-2769-C965-ECD8C091CF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695896" y="4557695"/>
                              <a:ext cx="6480" cy="8414"/>
                            </a:xfrm>
                            <a:custGeom>
                              <a:avLst/>
                              <a:gdLst>
                                <a:gd name="connsiteX0" fmla="*/ 4994 w 6480"/>
                                <a:gd name="connsiteY0" fmla="*/ 297 h 8414"/>
                                <a:gd name="connsiteX1" fmla="*/ 236 w 6480"/>
                                <a:gd name="connsiteY1" fmla="*/ 1487 h 8414"/>
                                <a:gd name="connsiteX2" fmla="*/ 6183 w 6480"/>
                                <a:gd name="connsiteY2" fmla="*/ 7434 h 8414"/>
                                <a:gd name="connsiteX3" fmla="*/ 4994 w 6480"/>
                                <a:gd name="connsiteY3" fmla="*/ 297 h 841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6480" h="8414">
                                  <a:moveTo>
                                    <a:pt x="4994" y="297"/>
                                  </a:moveTo>
                                  <a:cubicBezTo>
                                    <a:pt x="2615" y="297"/>
                                    <a:pt x="-953" y="-892"/>
                                    <a:pt x="236" y="1487"/>
                                  </a:cubicBezTo>
                                  <a:cubicBezTo>
                                    <a:pt x="1426" y="3866"/>
                                    <a:pt x="4994" y="11002"/>
                                    <a:pt x="6183" y="7434"/>
                                  </a:cubicBezTo>
                                  <a:cubicBezTo>
                                    <a:pt x="6183" y="7434"/>
                                    <a:pt x="7373" y="1487"/>
                                    <a:pt x="4994" y="29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0" name="Freeform 399">
                              <a:extLst>
                                <a:ext uri="{FF2B5EF4-FFF2-40B4-BE49-F238E27FC236}">
                                  <a16:creationId xmlns:a16="http://schemas.microsoft.com/office/drawing/2014/main" id="{56290BD4-ECE0-6EF9-6D8E-20B8EC5277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688995" y="4541340"/>
                              <a:ext cx="7379" cy="8440"/>
                            </a:xfrm>
                            <a:custGeom>
                              <a:avLst/>
                              <a:gdLst>
                                <a:gd name="connsiteX0" fmla="*/ 7136 w 7379"/>
                                <a:gd name="connsiteY0" fmla="*/ 0 h 8440"/>
                                <a:gd name="connsiteX1" fmla="*/ 0 w 7379"/>
                                <a:gd name="connsiteY1" fmla="*/ 4758 h 8440"/>
                                <a:gd name="connsiteX2" fmla="*/ 4758 w 7379"/>
                                <a:gd name="connsiteY2" fmla="*/ 7136 h 8440"/>
                                <a:gd name="connsiteX3" fmla="*/ 7136 w 7379"/>
                                <a:gd name="connsiteY3" fmla="*/ 0 h 844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7379" h="8440">
                                  <a:moveTo>
                                    <a:pt x="7136" y="0"/>
                                  </a:moveTo>
                                  <a:cubicBezTo>
                                    <a:pt x="4758" y="0"/>
                                    <a:pt x="1189" y="2379"/>
                                    <a:pt x="0" y="4758"/>
                                  </a:cubicBezTo>
                                  <a:cubicBezTo>
                                    <a:pt x="0" y="5947"/>
                                    <a:pt x="2379" y="10705"/>
                                    <a:pt x="4758" y="7136"/>
                                  </a:cubicBezTo>
                                  <a:cubicBezTo>
                                    <a:pt x="4758" y="7136"/>
                                    <a:pt x="8326" y="1189"/>
                                    <a:pt x="7136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1" name="Freeform 400">
                              <a:extLst>
                                <a:ext uri="{FF2B5EF4-FFF2-40B4-BE49-F238E27FC236}">
                                  <a16:creationId xmlns:a16="http://schemas.microsoft.com/office/drawing/2014/main" id="{592C8107-1BBD-42BA-D960-7A914DB97C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35592" y="4534121"/>
                              <a:ext cx="109394" cy="60266"/>
                            </a:xfrm>
                            <a:custGeom>
                              <a:avLst/>
                              <a:gdLst>
                                <a:gd name="connsiteX0" fmla="*/ 101068 w 109394"/>
                                <a:gd name="connsiteY0" fmla="*/ 22682 h 60266"/>
                                <a:gd name="connsiteX1" fmla="*/ 109394 w 109394"/>
                                <a:gd name="connsiteY1" fmla="*/ 15546 h 60266"/>
                                <a:gd name="connsiteX2" fmla="*/ 101068 w 109394"/>
                                <a:gd name="connsiteY2" fmla="*/ 83 h 60266"/>
                                <a:gd name="connsiteX3" fmla="*/ 97500 w 109394"/>
                                <a:gd name="connsiteY3" fmla="*/ 4841 h 60266"/>
                                <a:gd name="connsiteX4" fmla="*/ 90363 w 109394"/>
                                <a:gd name="connsiteY4" fmla="*/ 1273 h 60266"/>
                                <a:gd name="connsiteX5" fmla="*/ 86795 w 109394"/>
                                <a:gd name="connsiteY5" fmla="*/ 7220 h 60266"/>
                                <a:gd name="connsiteX6" fmla="*/ 89173 w 109394"/>
                                <a:gd name="connsiteY6" fmla="*/ 20303 h 60266"/>
                                <a:gd name="connsiteX7" fmla="*/ 79658 w 109394"/>
                                <a:gd name="connsiteY7" fmla="*/ 23872 h 60266"/>
                                <a:gd name="connsiteX8" fmla="*/ 68954 w 109394"/>
                                <a:gd name="connsiteY8" fmla="*/ 35766 h 60266"/>
                                <a:gd name="connsiteX9" fmla="*/ 63006 w 109394"/>
                                <a:gd name="connsiteY9" fmla="*/ 35766 h 60266"/>
                                <a:gd name="connsiteX10" fmla="*/ 54680 w 109394"/>
                                <a:gd name="connsiteY10" fmla="*/ 34577 h 60266"/>
                                <a:gd name="connsiteX11" fmla="*/ 47543 w 109394"/>
                                <a:gd name="connsiteY11" fmla="*/ 39334 h 60266"/>
                                <a:gd name="connsiteX12" fmla="*/ 45165 w 109394"/>
                                <a:gd name="connsiteY12" fmla="*/ 26250 h 60266"/>
                                <a:gd name="connsiteX13" fmla="*/ 38028 w 109394"/>
                                <a:gd name="connsiteY13" fmla="*/ 34577 h 60266"/>
                                <a:gd name="connsiteX14" fmla="*/ 28513 w 109394"/>
                                <a:gd name="connsiteY14" fmla="*/ 36956 h 60266"/>
                                <a:gd name="connsiteX15" fmla="*/ 16618 w 109394"/>
                                <a:gd name="connsiteY15" fmla="*/ 34577 h 60266"/>
                                <a:gd name="connsiteX16" fmla="*/ 5913 w 109394"/>
                                <a:gd name="connsiteY16" fmla="*/ 38145 h 60266"/>
                                <a:gd name="connsiteX17" fmla="*/ 3535 w 109394"/>
                                <a:gd name="connsiteY17" fmla="*/ 34577 h 60266"/>
                                <a:gd name="connsiteX18" fmla="*/ 2345 w 109394"/>
                                <a:gd name="connsiteY18" fmla="*/ 45282 h 60266"/>
                                <a:gd name="connsiteX19" fmla="*/ 13050 w 109394"/>
                                <a:gd name="connsiteY19" fmla="*/ 50039 h 60266"/>
                                <a:gd name="connsiteX20" fmla="*/ 20186 w 109394"/>
                                <a:gd name="connsiteY20" fmla="*/ 55986 h 60266"/>
                                <a:gd name="connsiteX21" fmla="*/ 26134 w 109394"/>
                                <a:gd name="connsiteY21" fmla="*/ 53608 h 60266"/>
                                <a:gd name="connsiteX22" fmla="*/ 33271 w 109394"/>
                                <a:gd name="connsiteY22" fmla="*/ 57176 h 60266"/>
                                <a:gd name="connsiteX23" fmla="*/ 43975 w 109394"/>
                                <a:gd name="connsiteY23" fmla="*/ 59555 h 60266"/>
                                <a:gd name="connsiteX24" fmla="*/ 57059 w 109394"/>
                                <a:gd name="connsiteY24" fmla="*/ 58365 h 60266"/>
                                <a:gd name="connsiteX25" fmla="*/ 63006 w 109394"/>
                                <a:gd name="connsiteY25" fmla="*/ 58365 h 60266"/>
                                <a:gd name="connsiteX26" fmla="*/ 70143 w 109394"/>
                                <a:gd name="connsiteY26" fmla="*/ 58365 h 60266"/>
                                <a:gd name="connsiteX27" fmla="*/ 72522 w 109394"/>
                                <a:gd name="connsiteY27" fmla="*/ 53608 h 60266"/>
                                <a:gd name="connsiteX28" fmla="*/ 82037 w 109394"/>
                                <a:gd name="connsiteY28" fmla="*/ 48850 h 60266"/>
                                <a:gd name="connsiteX29" fmla="*/ 85605 w 109394"/>
                                <a:gd name="connsiteY29" fmla="*/ 39334 h 60266"/>
                                <a:gd name="connsiteX30" fmla="*/ 99879 w 109394"/>
                                <a:gd name="connsiteY30" fmla="*/ 39334 h 60266"/>
                                <a:gd name="connsiteX31" fmla="*/ 95121 w 109394"/>
                                <a:gd name="connsiteY31" fmla="*/ 29819 h 60266"/>
                                <a:gd name="connsiteX32" fmla="*/ 101068 w 109394"/>
                                <a:gd name="connsiteY32" fmla="*/ 22682 h 6026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</a:cxnLst>
                              <a:rect l="l" t="t" r="r" b="b"/>
                              <a:pathLst>
                                <a:path w="109394" h="60266">
                                  <a:moveTo>
                                    <a:pt x="101068" y="22682"/>
                                  </a:moveTo>
                                  <a:cubicBezTo>
                                    <a:pt x="101068" y="22682"/>
                                    <a:pt x="109394" y="21493"/>
                                    <a:pt x="109394" y="15546"/>
                                  </a:cubicBezTo>
                                  <a:cubicBezTo>
                                    <a:pt x="109394" y="10788"/>
                                    <a:pt x="102258" y="-1106"/>
                                    <a:pt x="101068" y="83"/>
                                  </a:cubicBezTo>
                                  <a:cubicBezTo>
                                    <a:pt x="99879" y="1273"/>
                                    <a:pt x="99879" y="4841"/>
                                    <a:pt x="97500" y="4841"/>
                                  </a:cubicBezTo>
                                  <a:cubicBezTo>
                                    <a:pt x="95121" y="3651"/>
                                    <a:pt x="93932" y="1273"/>
                                    <a:pt x="90363" y="1273"/>
                                  </a:cubicBezTo>
                                  <a:cubicBezTo>
                                    <a:pt x="86795" y="2462"/>
                                    <a:pt x="85605" y="1273"/>
                                    <a:pt x="86795" y="7220"/>
                                  </a:cubicBezTo>
                                  <a:cubicBezTo>
                                    <a:pt x="87984" y="13167"/>
                                    <a:pt x="92742" y="17925"/>
                                    <a:pt x="89173" y="20303"/>
                                  </a:cubicBezTo>
                                  <a:cubicBezTo>
                                    <a:pt x="85605" y="22682"/>
                                    <a:pt x="83226" y="19114"/>
                                    <a:pt x="79658" y="23872"/>
                                  </a:cubicBezTo>
                                  <a:cubicBezTo>
                                    <a:pt x="76090" y="28629"/>
                                    <a:pt x="71332" y="34577"/>
                                    <a:pt x="68954" y="35766"/>
                                  </a:cubicBezTo>
                                  <a:cubicBezTo>
                                    <a:pt x="66575" y="36956"/>
                                    <a:pt x="64196" y="33387"/>
                                    <a:pt x="63006" y="35766"/>
                                  </a:cubicBezTo>
                                  <a:cubicBezTo>
                                    <a:pt x="61817" y="38145"/>
                                    <a:pt x="57059" y="32198"/>
                                    <a:pt x="54680" y="34577"/>
                                  </a:cubicBezTo>
                                  <a:cubicBezTo>
                                    <a:pt x="52301" y="36956"/>
                                    <a:pt x="47543" y="42903"/>
                                    <a:pt x="47543" y="39334"/>
                                  </a:cubicBezTo>
                                  <a:cubicBezTo>
                                    <a:pt x="47543" y="36956"/>
                                    <a:pt x="47543" y="26250"/>
                                    <a:pt x="45165" y="26250"/>
                                  </a:cubicBezTo>
                                  <a:cubicBezTo>
                                    <a:pt x="42786" y="26250"/>
                                    <a:pt x="41596" y="33387"/>
                                    <a:pt x="38028" y="34577"/>
                                  </a:cubicBezTo>
                                  <a:cubicBezTo>
                                    <a:pt x="34460" y="35766"/>
                                    <a:pt x="30892" y="35766"/>
                                    <a:pt x="28513" y="36956"/>
                                  </a:cubicBezTo>
                                  <a:cubicBezTo>
                                    <a:pt x="26134" y="38145"/>
                                    <a:pt x="21376" y="33387"/>
                                    <a:pt x="16618" y="34577"/>
                                  </a:cubicBezTo>
                                  <a:cubicBezTo>
                                    <a:pt x="11860" y="35766"/>
                                    <a:pt x="7103" y="39334"/>
                                    <a:pt x="5913" y="38145"/>
                                  </a:cubicBezTo>
                                  <a:cubicBezTo>
                                    <a:pt x="4724" y="36956"/>
                                    <a:pt x="4724" y="34577"/>
                                    <a:pt x="3535" y="34577"/>
                                  </a:cubicBezTo>
                                  <a:cubicBezTo>
                                    <a:pt x="1156" y="34577"/>
                                    <a:pt x="-2412" y="42903"/>
                                    <a:pt x="2345" y="45282"/>
                                  </a:cubicBezTo>
                                  <a:cubicBezTo>
                                    <a:pt x="7103" y="48850"/>
                                    <a:pt x="10671" y="46471"/>
                                    <a:pt x="13050" y="50039"/>
                                  </a:cubicBezTo>
                                  <a:cubicBezTo>
                                    <a:pt x="15429" y="53608"/>
                                    <a:pt x="17807" y="57176"/>
                                    <a:pt x="20186" y="55986"/>
                                  </a:cubicBezTo>
                                  <a:cubicBezTo>
                                    <a:pt x="22565" y="54797"/>
                                    <a:pt x="24944" y="53608"/>
                                    <a:pt x="26134" y="53608"/>
                                  </a:cubicBezTo>
                                  <a:cubicBezTo>
                                    <a:pt x="28513" y="53608"/>
                                    <a:pt x="33271" y="53608"/>
                                    <a:pt x="33271" y="57176"/>
                                  </a:cubicBezTo>
                                  <a:cubicBezTo>
                                    <a:pt x="33271" y="60744"/>
                                    <a:pt x="36839" y="60744"/>
                                    <a:pt x="43975" y="59555"/>
                                  </a:cubicBezTo>
                                  <a:cubicBezTo>
                                    <a:pt x="51112" y="58365"/>
                                    <a:pt x="55869" y="55986"/>
                                    <a:pt x="57059" y="58365"/>
                                  </a:cubicBezTo>
                                  <a:cubicBezTo>
                                    <a:pt x="58248" y="60744"/>
                                    <a:pt x="60627" y="58365"/>
                                    <a:pt x="63006" y="58365"/>
                                  </a:cubicBezTo>
                                  <a:cubicBezTo>
                                    <a:pt x="65385" y="58365"/>
                                    <a:pt x="70143" y="60744"/>
                                    <a:pt x="70143" y="58365"/>
                                  </a:cubicBezTo>
                                  <a:cubicBezTo>
                                    <a:pt x="70143" y="55986"/>
                                    <a:pt x="67764" y="52418"/>
                                    <a:pt x="72522" y="53608"/>
                                  </a:cubicBezTo>
                                  <a:cubicBezTo>
                                    <a:pt x="77279" y="54797"/>
                                    <a:pt x="79658" y="52418"/>
                                    <a:pt x="82037" y="48850"/>
                                  </a:cubicBezTo>
                                  <a:cubicBezTo>
                                    <a:pt x="84416" y="45282"/>
                                    <a:pt x="83226" y="38145"/>
                                    <a:pt x="85605" y="39334"/>
                                  </a:cubicBezTo>
                                  <a:cubicBezTo>
                                    <a:pt x="87984" y="40524"/>
                                    <a:pt x="98690" y="44092"/>
                                    <a:pt x="99879" y="39334"/>
                                  </a:cubicBezTo>
                                  <a:cubicBezTo>
                                    <a:pt x="101068" y="35766"/>
                                    <a:pt x="95121" y="33387"/>
                                    <a:pt x="95121" y="29819"/>
                                  </a:cubicBezTo>
                                  <a:cubicBezTo>
                                    <a:pt x="96311" y="25061"/>
                                    <a:pt x="95121" y="22682"/>
                                    <a:pt x="101068" y="2268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2" name="Freeform 401">
                              <a:extLst>
                                <a:ext uri="{FF2B5EF4-FFF2-40B4-BE49-F238E27FC236}">
                                  <a16:creationId xmlns:a16="http://schemas.microsoft.com/office/drawing/2014/main" id="{408F3E6B-ED13-D59F-F4C5-6382098F6F8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79121" y="4552045"/>
                              <a:ext cx="8772" cy="8982"/>
                            </a:xfrm>
                            <a:custGeom>
                              <a:avLst/>
                              <a:gdLst>
                                <a:gd name="connsiteX0" fmla="*/ 446 w 8772"/>
                                <a:gd name="connsiteY0" fmla="*/ 4758 h 8982"/>
                                <a:gd name="connsiteX1" fmla="*/ 7583 w 8772"/>
                                <a:gd name="connsiteY1" fmla="*/ 8326 h 8982"/>
                                <a:gd name="connsiteX2" fmla="*/ 8772 w 8772"/>
                                <a:gd name="connsiteY2" fmla="*/ 3568 h 8982"/>
                                <a:gd name="connsiteX3" fmla="*/ 4014 w 8772"/>
                                <a:gd name="connsiteY3" fmla="*/ 0 h 8982"/>
                                <a:gd name="connsiteX4" fmla="*/ 446 w 8772"/>
                                <a:gd name="connsiteY4" fmla="*/ 4758 h 898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8772" h="8982">
                                  <a:moveTo>
                                    <a:pt x="446" y="4758"/>
                                  </a:moveTo>
                                  <a:cubicBezTo>
                                    <a:pt x="1636" y="5947"/>
                                    <a:pt x="4014" y="10705"/>
                                    <a:pt x="7583" y="8326"/>
                                  </a:cubicBezTo>
                                  <a:cubicBezTo>
                                    <a:pt x="7583" y="8326"/>
                                    <a:pt x="8772" y="5947"/>
                                    <a:pt x="8772" y="3568"/>
                                  </a:cubicBezTo>
                                  <a:cubicBezTo>
                                    <a:pt x="7583" y="2379"/>
                                    <a:pt x="6393" y="0"/>
                                    <a:pt x="4014" y="0"/>
                                  </a:cubicBezTo>
                                  <a:cubicBezTo>
                                    <a:pt x="446" y="1190"/>
                                    <a:pt x="-743" y="3568"/>
                                    <a:pt x="446" y="475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3" name="Freeform 402">
                              <a:extLst>
                                <a:ext uri="{FF2B5EF4-FFF2-40B4-BE49-F238E27FC236}">
                                  <a16:creationId xmlns:a16="http://schemas.microsoft.com/office/drawing/2014/main" id="{FC6AF378-2D10-EF68-42EA-1688B4357F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602942" y="4493527"/>
                              <a:ext cx="59020" cy="60688"/>
                            </a:xfrm>
                            <a:custGeom>
                              <a:avLst/>
                              <a:gdLst>
                                <a:gd name="connsiteX0" fmla="*/ 53939 w 59020"/>
                                <a:gd name="connsiteY0" fmla="*/ 59708 h 60688"/>
                                <a:gd name="connsiteX1" fmla="*/ 56318 w 59020"/>
                                <a:gd name="connsiteY1" fmla="*/ 54950 h 60688"/>
                                <a:gd name="connsiteX2" fmla="*/ 58697 w 59020"/>
                                <a:gd name="connsiteY2" fmla="*/ 47814 h 60688"/>
                                <a:gd name="connsiteX3" fmla="*/ 55129 w 59020"/>
                                <a:gd name="connsiteY3" fmla="*/ 40677 h 60688"/>
                                <a:gd name="connsiteX4" fmla="*/ 53939 w 59020"/>
                                <a:gd name="connsiteY4" fmla="*/ 33540 h 60688"/>
                                <a:gd name="connsiteX5" fmla="*/ 49182 w 59020"/>
                                <a:gd name="connsiteY5" fmla="*/ 29972 h 60688"/>
                                <a:gd name="connsiteX6" fmla="*/ 38476 w 59020"/>
                                <a:gd name="connsiteY6" fmla="*/ 20456 h 60688"/>
                                <a:gd name="connsiteX7" fmla="*/ 30150 w 59020"/>
                                <a:gd name="connsiteY7" fmla="*/ 16888 h 60688"/>
                                <a:gd name="connsiteX8" fmla="*/ 20635 w 59020"/>
                                <a:gd name="connsiteY8" fmla="*/ 10941 h 60688"/>
                                <a:gd name="connsiteX9" fmla="*/ 8741 w 59020"/>
                                <a:gd name="connsiteY9" fmla="*/ 4994 h 60688"/>
                                <a:gd name="connsiteX10" fmla="*/ 414 w 59020"/>
                                <a:gd name="connsiteY10" fmla="*/ 236 h 60688"/>
                                <a:gd name="connsiteX11" fmla="*/ 6362 w 59020"/>
                                <a:gd name="connsiteY11" fmla="*/ 8562 h 60688"/>
                                <a:gd name="connsiteX12" fmla="*/ 30150 w 59020"/>
                                <a:gd name="connsiteY12" fmla="*/ 21646 h 60688"/>
                                <a:gd name="connsiteX13" fmla="*/ 37287 w 59020"/>
                                <a:gd name="connsiteY13" fmla="*/ 22835 h 60688"/>
                                <a:gd name="connsiteX14" fmla="*/ 47992 w 59020"/>
                                <a:gd name="connsiteY14" fmla="*/ 34730 h 60688"/>
                                <a:gd name="connsiteX15" fmla="*/ 46803 w 59020"/>
                                <a:gd name="connsiteY15" fmla="*/ 40677 h 60688"/>
                                <a:gd name="connsiteX16" fmla="*/ 49182 w 59020"/>
                                <a:gd name="connsiteY16" fmla="*/ 47814 h 60688"/>
                                <a:gd name="connsiteX17" fmla="*/ 47992 w 59020"/>
                                <a:gd name="connsiteY17" fmla="*/ 53761 h 60688"/>
                                <a:gd name="connsiteX18" fmla="*/ 53939 w 59020"/>
                                <a:gd name="connsiteY18" fmla="*/ 59708 h 6068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</a:cxnLst>
                              <a:rect l="l" t="t" r="r" b="b"/>
                              <a:pathLst>
                                <a:path w="59020" h="60688">
                                  <a:moveTo>
                                    <a:pt x="53939" y="59708"/>
                                  </a:moveTo>
                                  <a:cubicBezTo>
                                    <a:pt x="53939" y="59708"/>
                                    <a:pt x="56318" y="54950"/>
                                    <a:pt x="56318" y="54950"/>
                                  </a:cubicBezTo>
                                  <a:cubicBezTo>
                                    <a:pt x="57507" y="53761"/>
                                    <a:pt x="59886" y="50192"/>
                                    <a:pt x="58697" y="47814"/>
                                  </a:cubicBezTo>
                                  <a:cubicBezTo>
                                    <a:pt x="57507" y="45435"/>
                                    <a:pt x="53939" y="44245"/>
                                    <a:pt x="55129" y="40677"/>
                                  </a:cubicBezTo>
                                  <a:cubicBezTo>
                                    <a:pt x="55129" y="37108"/>
                                    <a:pt x="55129" y="34730"/>
                                    <a:pt x="53939" y="33540"/>
                                  </a:cubicBezTo>
                                  <a:cubicBezTo>
                                    <a:pt x="51560" y="33540"/>
                                    <a:pt x="50371" y="33540"/>
                                    <a:pt x="49182" y="29972"/>
                                  </a:cubicBezTo>
                                  <a:cubicBezTo>
                                    <a:pt x="47992" y="26404"/>
                                    <a:pt x="42045" y="22835"/>
                                    <a:pt x="38476" y="20456"/>
                                  </a:cubicBezTo>
                                  <a:cubicBezTo>
                                    <a:pt x="34908" y="18078"/>
                                    <a:pt x="33718" y="16888"/>
                                    <a:pt x="30150" y="16888"/>
                                  </a:cubicBezTo>
                                  <a:cubicBezTo>
                                    <a:pt x="26582" y="15699"/>
                                    <a:pt x="24203" y="13320"/>
                                    <a:pt x="20635" y="10941"/>
                                  </a:cubicBezTo>
                                  <a:cubicBezTo>
                                    <a:pt x="18256" y="8562"/>
                                    <a:pt x="9930" y="7373"/>
                                    <a:pt x="8741" y="4994"/>
                                  </a:cubicBezTo>
                                  <a:cubicBezTo>
                                    <a:pt x="6362" y="2615"/>
                                    <a:pt x="1604" y="-953"/>
                                    <a:pt x="414" y="236"/>
                                  </a:cubicBezTo>
                                  <a:cubicBezTo>
                                    <a:pt x="-775" y="2615"/>
                                    <a:pt x="414" y="6183"/>
                                    <a:pt x="6362" y="8562"/>
                                  </a:cubicBezTo>
                                  <a:cubicBezTo>
                                    <a:pt x="12309" y="10941"/>
                                    <a:pt x="25393" y="21646"/>
                                    <a:pt x="30150" y="21646"/>
                                  </a:cubicBezTo>
                                  <a:cubicBezTo>
                                    <a:pt x="34908" y="21646"/>
                                    <a:pt x="34908" y="20456"/>
                                    <a:pt x="37287" y="22835"/>
                                  </a:cubicBezTo>
                                  <a:cubicBezTo>
                                    <a:pt x="39666" y="25214"/>
                                    <a:pt x="47992" y="32351"/>
                                    <a:pt x="47992" y="34730"/>
                                  </a:cubicBezTo>
                                  <a:cubicBezTo>
                                    <a:pt x="47992" y="37108"/>
                                    <a:pt x="45613" y="38298"/>
                                    <a:pt x="46803" y="40677"/>
                                  </a:cubicBezTo>
                                  <a:cubicBezTo>
                                    <a:pt x="47992" y="43056"/>
                                    <a:pt x="50371" y="45435"/>
                                    <a:pt x="49182" y="47814"/>
                                  </a:cubicBezTo>
                                  <a:cubicBezTo>
                                    <a:pt x="47992" y="50192"/>
                                    <a:pt x="46803" y="51382"/>
                                    <a:pt x="47992" y="53761"/>
                                  </a:cubicBezTo>
                                  <a:cubicBezTo>
                                    <a:pt x="49182" y="56140"/>
                                    <a:pt x="51560" y="63276"/>
                                    <a:pt x="53939" y="5970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4" name="Freeform 403">
                              <a:extLst>
                                <a:ext uri="{FF2B5EF4-FFF2-40B4-BE49-F238E27FC236}">
                                  <a16:creationId xmlns:a16="http://schemas.microsoft.com/office/drawing/2014/main" id="{DB5A2F80-828E-F42E-97FD-AC7F8463E9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80524" y="4489005"/>
                              <a:ext cx="10937" cy="9586"/>
                            </a:xfrm>
                            <a:custGeom>
                              <a:avLst/>
                              <a:gdLst>
                                <a:gd name="connsiteX0" fmla="*/ 10938 w 10937"/>
                                <a:gd name="connsiteY0" fmla="*/ 5947 h 9586"/>
                                <a:gd name="connsiteX1" fmla="*/ 6181 w 10937"/>
                                <a:gd name="connsiteY1" fmla="*/ 0 h 9586"/>
                                <a:gd name="connsiteX2" fmla="*/ 233 w 10937"/>
                                <a:gd name="connsiteY2" fmla="*/ 3569 h 9586"/>
                                <a:gd name="connsiteX3" fmla="*/ 10938 w 10937"/>
                                <a:gd name="connsiteY3" fmla="*/ 5947 h 958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0937" h="9586">
                                  <a:moveTo>
                                    <a:pt x="10938" y="5947"/>
                                  </a:moveTo>
                                  <a:cubicBezTo>
                                    <a:pt x="10938" y="5947"/>
                                    <a:pt x="9749" y="0"/>
                                    <a:pt x="6181" y="0"/>
                                  </a:cubicBezTo>
                                  <a:cubicBezTo>
                                    <a:pt x="2612" y="1190"/>
                                    <a:pt x="-956" y="0"/>
                                    <a:pt x="233" y="3569"/>
                                  </a:cubicBezTo>
                                  <a:cubicBezTo>
                                    <a:pt x="2612" y="8326"/>
                                    <a:pt x="9749" y="13084"/>
                                    <a:pt x="10938" y="594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5" name="Freeform 404">
                              <a:extLst>
                                <a:ext uri="{FF2B5EF4-FFF2-40B4-BE49-F238E27FC236}">
                                  <a16:creationId xmlns:a16="http://schemas.microsoft.com/office/drawing/2014/main" id="{1EC371AF-CE22-4AEC-0C60-78E4F34E3D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641234" y="4664802"/>
                              <a:ext cx="9699" cy="8433"/>
                            </a:xfrm>
                            <a:custGeom>
                              <a:avLst/>
                              <a:gdLst>
                                <a:gd name="connsiteX0" fmla="*/ 7320 w 9699"/>
                                <a:gd name="connsiteY0" fmla="*/ 3808 h 8433"/>
                                <a:gd name="connsiteX1" fmla="*/ 1373 w 9699"/>
                                <a:gd name="connsiteY1" fmla="*/ 239 h 8433"/>
                                <a:gd name="connsiteX2" fmla="*/ 1373 w 9699"/>
                                <a:gd name="connsiteY2" fmla="*/ 7376 h 8433"/>
                                <a:gd name="connsiteX3" fmla="*/ 9699 w 9699"/>
                                <a:gd name="connsiteY3" fmla="*/ 7376 h 8433"/>
                                <a:gd name="connsiteX4" fmla="*/ 7320 w 9699"/>
                                <a:gd name="connsiteY4" fmla="*/ 3808 h 8433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9699" h="8433">
                                  <a:moveTo>
                                    <a:pt x="7320" y="3808"/>
                                  </a:moveTo>
                                  <a:cubicBezTo>
                                    <a:pt x="4942" y="2618"/>
                                    <a:pt x="2563" y="-950"/>
                                    <a:pt x="1373" y="239"/>
                                  </a:cubicBezTo>
                                  <a:cubicBezTo>
                                    <a:pt x="184" y="1429"/>
                                    <a:pt x="-1005" y="8565"/>
                                    <a:pt x="1373" y="7376"/>
                                  </a:cubicBezTo>
                                  <a:cubicBezTo>
                                    <a:pt x="3752" y="7376"/>
                                    <a:pt x="9699" y="9755"/>
                                    <a:pt x="9699" y="7376"/>
                                  </a:cubicBezTo>
                                  <a:cubicBezTo>
                                    <a:pt x="9699" y="8565"/>
                                    <a:pt x="8510" y="4997"/>
                                    <a:pt x="7320" y="3808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6" name="Freeform 405">
                              <a:extLst>
                                <a:ext uri="{FF2B5EF4-FFF2-40B4-BE49-F238E27FC236}">
                                  <a16:creationId xmlns:a16="http://schemas.microsoft.com/office/drawing/2014/main" id="{F613AE20-E37E-EB45-5C02-73C984F755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602571" y="4648390"/>
                              <a:ext cx="5839" cy="6932"/>
                            </a:xfrm>
                            <a:custGeom>
                              <a:avLst/>
                              <a:gdLst>
                                <a:gd name="connsiteX0" fmla="*/ 5543 w 5839"/>
                                <a:gd name="connsiteY0" fmla="*/ 5947 h 6932"/>
                                <a:gd name="connsiteX1" fmla="*/ 4353 w 5839"/>
                                <a:gd name="connsiteY1" fmla="*/ 0 h 6932"/>
                                <a:gd name="connsiteX2" fmla="*/ 785 w 5839"/>
                                <a:gd name="connsiteY2" fmla="*/ 3568 h 6932"/>
                                <a:gd name="connsiteX3" fmla="*/ 5543 w 5839"/>
                                <a:gd name="connsiteY3" fmla="*/ 5947 h 693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5839" h="6932">
                                  <a:moveTo>
                                    <a:pt x="5543" y="5947"/>
                                  </a:moveTo>
                                  <a:cubicBezTo>
                                    <a:pt x="5543" y="5947"/>
                                    <a:pt x="6732" y="0"/>
                                    <a:pt x="4353" y="0"/>
                                  </a:cubicBezTo>
                                  <a:cubicBezTo>
                                    <a:pt x="1974" y="0"/>
                                    <a:pt x="-1594" y="1189"/>
                                    <a:pt x="785" y="3568"/>
                                  </a:cubicBezTo>
                                  <a:cubicBezTo>
                                    <a:pt x="1974" y="5947"/>
                                    <a:pt x="4353" y="8326"/>
                                    <a:pt x="5543" y="594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7" name="Freeform 406">
                              <a:extLst>
                                <a:ext uri="{FF2B5EF4-FFF2-40B4-BE49-F238E27FC236}">
                                  <a16:creationId xmlns:a16="http://schemas.microsoft.com/office/drawing/2014/main" id="{33912B27-7376-210E-C3D7-0465F8D369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676812" y="4728081"/>
                              <a:ext cx="8136" cy="6244"/>
                            </a:xfrm>
                            <a:custGeom>
                              <a:avLst/>
                              <a:gdLst>
                                <a:gd name="connsiteX0" fmla="*/ 5047 w 8136"/>
                                <a:gd name="connsiteY0" fmla="*/ 0 h 6244"/>
                                <a:gd name="connsiteX1" fmla="*/ 1478 w 8136"/>
                                <a:gd name="connsiteY1" fmla="*/ 5947 h 6244"/>
                                <a:gd name="connsiteX2" fmla="*/ 7425 w 8136"/>
                                <a:gd name="connsiteY2" fmla="*/ 4758 h 6244"/>
                                <a:gd name="connsiteX3" fmla="*/ 5047 w 8136"/>
                                <a:gd name="connsiteY3" fmla="*/ 0 h 624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8136" h="6244">
                                  <a:moveTo>
                                    <a:pt x="5047" y="0"/>
                                  </a:moveTo>
                                  <a:cubicBezTo>
                                    <a:pt x="1478" y="0"/>
                                    <a:pt x="-2090" y="3569"/>
                                    <a:pt x="1478" y="5947"/>
                                  </a:cubicBezTo>
                                  <a:cubicBezTo>
                                    <a:pt x="1478" y="5947"/>
                                    <a:pt x="7425" y="7137"/>
                                    <a:pt x="7425" y="4758"/>
                                  </a:cubicBezTo>
                                  <a:cubicBezTo>
                                    <a:pt x="8615" y="2379"/>
                                    <a:pt x="8615" y="0"/>
                                    <a:pt x="5047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8" name="Freeform 407">
                              <a:extLst>
                                <a:ext uri="{FF2B5EF4-FFF2-40B4-BE49-F238E27FC236}">
                                  <a16:creationId xmlns:a16="http://schemas.microsoft.com/office/drawing/2014/main" id="{CDADEF56-836E-CD50-7045-387FEE2CF1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655452" y="4731326"/>
                              <a:ext cx="13513" cy="9450"/>
                            </a:xfrm>
                            <a:custGeom>
                              <a:avLst/>
                              <a:gdLst>
                                <a:gd name="connsiteX0" fmla="*/ 10944 w 13513"/>
                                <a:gd name="connsiteY0" fmla="*/ 3892 h 9450"/>
                                <a:gd name="connsiteX1" fmla="*/ 6187 w 13513"/>
                                <a:gd name="connsiteY1" fmla="*/ 2703 h 9450"/>
                                <a:gd name="connsiteX2" fmla="*/ 3808 w 13513"/>
                                <a:gd name="connsiteY2" fmla="*/ 324 h 9450"/>
                                <a:gd name="connsiteX3" fmla="*/ 240 w 13513"/>
                                <a:gd name="connsiteY3" fmla="*/ 1513 h 9450"/>
                                <a:gd name="connsiteX4" fmla="*/ 3808 w 13513"/>
                                <a:gd name="connsiteY4" fmla="*/ 6271 h 9450"/>
                                <a:gd name="connsiteX5" fmla="*/ 13323 w 13513"/>
                                <a:gd name="connsiteY5" fmla="*/ 8650 h 9450"/>
                                <a:gd name="connsiteX6" fmla="*/ 10944 w 13513"/>
                                <a:gd name="connsiteY6" fmla="*/ 3892 h 94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13513" h="9450">
                                  <a:moveTo>
                                    <a:pt x="10944" y="3892"/>
                                  </a:moveTo>
                                  <a:cubicBezTo>
                                    <a:pt x="7376" y="3892"/>
                                    <a:pt x="6187" y="3892"/>
                                    <a:pt x="6187" y="2703"/>
                                  </a:cubicBezTo>
                                  <a:cubicBezTo>
                                    <a:pt x="4997" y="1513"/>
                                    <a:pt x="4997" y="-865"/>
                                    <a:pt x="3808" y="324"/>
                                  </a:cubicBezTo>
                                  <a:cubicBezTo>
                                    <a:pt x="2619" y="324"/>
                                    <a:pt x="-950" y="324"/>
                                    <a:pt x="240" y="1513"/>
                                  </a:cubicBezTo>
                                  <a:cubicBezTo>
                                    <a:pt x="1429" y="2703"/>
                                    <a:pt x="2619" y="5082"/>
                                    <a:pt x="3808" y="6271"/>
                                  </a:cubicBezTo>
                                  <a:cubicBezTo>
                                    <a:pt x="4997" y="7461"/>
                                    <a:pt x="9755" y="11029"/>
                                    <a:pt x="13323" y="8650"/>
                                  </a:cubicBezTo>
                                  <a:cubicBezTo>
                                    <a:pt x="13323" y="8650"/>
                                    <a:pt x="14513" y="3892"/>
                                    <a:pt x="10944" y="389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9" name="Freeform 408">
                              <a:extLst>
                                <a:ext uri="{FF2B5EF4-FFF2-40B4-BE49-F238E27FC236}">
                                  <a16:creationId xmlns:a16="http://schemas.microsoft.com/office/drawing/2014/main" id="{9ECDE64F-CAD1-3897-369F-2504E13C07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96220" y="4687483"/>
                              <a:ext cx="13645" cy="10954"/>
                            </a:xfrm>
                            <a:custGeom>
                              <a:avLst/>
                              <a:gdLst>
                                <a:gd name="connsiteX0" fmla="*/ 13083 w 13645"/>
                                <a:gd name="connsiteY0" fmla="*/ 2536 h 10954"/>
                                <a:gd name="connsiteX1" fmla="*/ 7136 w 13645"/>
                                <a:gd name="connsiteY1" fmla="*/ 4915 h 10954"/>
                                <a:gd name="connsiteX2" fmla="*/ 0 w 13645"/>
                                <a:gd name="connsiteY2" fmla="*/ 157 h 10954"/>
                                <a:gd name="connsiteX3" fmla="*/ 9515 w 13645"/>
                                <a:gd name="connsiteY3" fmla="*/ 10862 h 10954"/>
                                <a:gd name="connsiteX4" fmla="*/ 13083 w 13645"/>
                                <a:gd name="connsiteY4" fmla="*/ 2536 h 1095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45" h="10954">
                                  <a:moveTo>
                                    <a:pt x="13083" y="2536"/>
                                  </a:moveTo>
                                  <a:cubicBezTo>
                                    <a:pt x="10704" y="1347"/>
                                    <a:pt x="7136" y="4915"/>
                                    <a:pt x="7136" y="4915"/>
                                  </a:cubicBezTo>
                                  <a:cubicBezTo>
                                    <a:pt x="5947" y="4915"/>
                                    <a:pt x="1189" y="-1032"/>
                                    <a:pt x="0" y="157"/>
                                  </a:cubicBezTo>
                                  <a:cubicBezTo>
                                    <a:pt x="0" y="1347"/>
                                    <a:pt x="2379" y="12052"/>
                                    <a:pt x="9515" y="10862"/>
                                  </a:cubicBezTo>
                                  <a:cubicBezTo>
                                    <a:pt x="9515" y="10862"/>
                                    <a:pt x="15463" y="3725"/>
                                    <a:pt x="13083" y="253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0" name="Freeform 409">
                              <a:extLst>
                                <a:ext uri="{FF2B5EF4-FFF2-40B4-BE49-F238E27FC236}">
                                  <a16:creationId xmlns:a16="http://schemas.microsoft.com/office/drawing/2014/main" id="{2D970D31-CFFB-E1FA-B21C-893DDAAB3FE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88773" y="4677968"/>
                              <a:ext cx="8635" cy="6211"/>
                            </a:xfrm>
                            <a:custGeom>
                              <a:avLst/>
                              <a:gdLst>
                                <a:gd name="connsiteX0" fmla="*/ 5067 w 8635"/>
                                <a:gd name="connsiteY0" fmla="*/ 157 h 6211"/>
                                <a:gd name="connsiteX1" fmla="*/ 309 w 8635"/>
                                <a:gd name="connsiteY1" fmla="*/ 3725 h 6211"/>
                                <a:gd name="connsiteX2" fmla="*/ 8635 w 8635"/>
                                <a:gd name="connsiteY2" fmla="*/ 4915 h 6211"/>
                                <a:gd name="connsiteX3" fmla="*/ 5067 w 8635"/>
                                <a:gd name="connsiteY3" fmla="*/ 157 h 621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8635" h="6211">
                                  <a:moveTo>
                                    <a:pt x="5067" y="157"/>
                                  </a:moveTo>
                                  <a:cubicBezTo>
                                    <a:pt x="1499" y="1346"/>
                                    <a:pt x="-880" y="1346"/>
                                    <a:pt x="309" y="3725"/>
                                  </a:cubicBezTo>
                                  <a:cubicBezTo>
                                    <a:pt x="309" y="6104"/>
                                    <a:pt x="6256" y="7294"/>
                                    <a:pt x="8635" y="4915"/>
                                  </a:cubicBezTo>
                                  <a:cubicBezTo>
                                    <a:pt x="8635" y="4915"/>
                                    <a:pt x="8635" y="-1032"/>
                                    <a:pt x="5067" y="15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1" name="Freeform 410">
                              <a:extLst>
                                <a:ext uri="{FF2B5EF4-FFF2-40B4-BE49-F238E27FC236}">
                                  <a16:creationId xmlns:a16="http://schemas.microsoft.com/office/drawing/2014/main" id="{4BBB6FEF-0182-5DA9-1C6E-3D5F68B49C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77001" y="4672178"/>
                              <a:ext cx="8513" cy="9306"/>
                            </a:xfrm>
                            <a:custGeom>
                              <a:avLst/>
                              <a:gdLst>
                                <a:gd name="connsiteX0" fmla="*/ 8514 w 8513"/>
                                <a:gd name="connsiteY0" fmla="*/ 8326 h 9306"/>
                                <a:gd name="connsiteX1" fmla="*/ 6135 w 8513"/>
                                <a:gd name="connsiteY1" fmla="*/ 0 h 9306"/>
                                <a:gd name="connsiteX2" fmla="*/ 188 w 8513"/>
                                <a:gd name="connsiteY2" fmla="*/ 2379 h 9306"/>
                                <a:gd name="connsiteX3" fmla="*/ 8514 w 8513"/>
                                <a:gd name="connsiteY3" fmla="*/ 8326 h 930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8513" h="9306">
                                  <a:moveTo>
                                    <a:pt x="8514" y="8326"/>
                                  </a:moveTo>
                                  <a:cubicBezTo>
                                    <a:pt x="8514" y="8326"/>
                                    <a:pt x="8514" y="1189"/>
                                    <a:pt x="6135" y="0"/>
                                  </a:cubicBezTo>
                                  <a:cubicBezTo>
                                    <a:pt x="3757" y="0"/>
                                    <a:pt x="-1001" y="0"/>
                                    <a:pt x="188" y="2379"/>
                                  </a:cubicBezTo>
                                  <a:cubicBezTo>
                                    <a:pt x="1378" y="4758"/>
                                    <a:pt x="7325" y="11894"/>
                                    <a:pt x="8514" y="832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2" name="Freeform 411">
                              <a:extLst>
                                <a:ext uri="{FF2B5EF4-FFF2-40B4-BE49-F238E27FC236}">
                                  <a16:creationId xmlns:a16="http://schemas.microsoft.com/office/drawing/2014/main" id="{783DFB06-1EA5-E676-9481-AE1B80855F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19162" y="4570760"/>
                              <a:ext cx="7657" cy="9906"/>
                            </a:xfrm>
                            <a:custGeom>
                              <a:avLst/>
                              <a:gdLst>
                                <a:gd name="connsiteX0" fmla="*/ 6880 w 7657"/>
                                <a:gd name="connsiteY0" fmla="*/ 8642 h 9906"/>
                                <a:gd name="connsiteX1" fmla="*/ 5691 w 7657"/>
                                <a:gd name="connsiteY1" fmla="*/ 316 h 9906"/>
                                <a:gd name="connsiteX2" fmla="*/ 933 w 7657"/>
                                <a:gd name="connsiteY2" fmla="*/ 3885 h 9906"/>
                                <a:gd name="connsiteX3" fmla="*/ 6880 w 7657"/>
                                <a:gd name="connsiteY3" fmla="*/ 8642 h 990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7657" h="9906">
                                  <a:moveTo>
                                    <a:pt x="6880" y="8642"/>
                                  </a:moveTo>
                                  <a:cubicBezTo>
                                    <a:pt x="6880" y="8642"/>
                                    <a:pt x="9259" y="2695"/>
                                    <a:pt x="5691" y="316"/>
                                  </a:cubicBezTo>
                                  <a:cubicBezTo>
                                    <a:pt x="933" y="-873"/>
                                    <a:pt x="-1446" y="1506"/>
                                    <a:pt x="933" y="3885"/>
                                  </a:cubicBezTo>
                                  <a:cubicBezTo>
                                    <a:pt x="2123" y="7453"/>
                                    <a:pt x="5691" y="12211"/>
                                    <a:pt x="6880" y="864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3" name="Freeform 412">
                              <a:extLst>
                                <a:ext uri="{FF2B5EF4-FFF2-40B4-BE49-F238E27FC236}">
                                  <a16:creationId xmlns:a16="http://schemas.microsoft.com/office/drawing/2014/main" id="{E9661767-AEB6-37A7-4E84-A79FA8CDE9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02458" y="4563940"/>
                              <a:ext cx="7088" cy="8920"/>
                            </a:xfrm>
                            <a:custGeom>
                              <a:avLst/>
                              <a:gdLst>
                                <a:gd name="connsiteX0" fmla="*/ 3364 w 7088"/>
                                <a:gd name="connsiteY0" fmla="*/ 0 h 8920"/>
                                <a:gd name="connsiteX1" fmla="*/ 985 w 7088"/>
                                <a:gd name="connsiteY1" fmla="*/ 7137 h 8920"/>
                                <a:gd name="connsiteX2" fmla="*/ 6933 w 7088"/>
                                <a:gd name="connsiteY2" fmla="*/ 7137 h 8920"/>
                                <a:gd name="connsiteX3" fmla="*/ 3364 w 7088"/>
                                <a:gd name="connsiteY3" fmla="*/ 0 h 892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7088" h="8920">
                                  <a:moveTo>
                                    <a:pt x="3364" y="0"/>
                                  </a:moveTo>
                                  <a:cubicBezTo>
                                    <a:pt x="985" y="0"/>
                                    <a:pt x="-1394" y="4758"/>
                                    <a:pt x="985" y="7137"/>
                                  </a:cubicBezTo>
                                  <a:cubicBezTo>
                                    <a:pt x="2175" y="9515"/>
                                    <a:pt x="8122" y="9515"/>
                                    <a:pt x="6933" y="7137"/>
                                  </a:cubicBezTo>
                                  <a:cubicBezTo>
                                    <a:pt x="6933" y="7137"/>
                                    <a:pt x="5743" y="0"/>
                                    <a:pt x="3364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4" name="Freeform 413">
                              <a:extLst>
                                <a:ext uri="{FF2B5EF4-FFF2-40B4-BE49-F238E27FC236}">
                                  <a16:creationId xmlns:a16="http://schemas.microsoft.com/office/drawing/2014/main" id="{487A4A7B-BC65-7DC7-D37E-418AC667B8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73614" y="4545907"/>
                              <a:ext cx="6338" cy="6245"/>
                            </a:xfrm>
                            <a:custGeom>
                              <a:avLst/>
                              <a:gdLst>
                                <a:gd name="connsiteX0" fmla="*/ 6041 w 6338"/>
                                <a:gd name="connsiteY0" fmla="*/ 3759 h 6245"/>
                                <a:gd name="connsiteX1" fmla="*/ 4851 w 6338"/>
                                <a:gd name="connsiteY1" fmla="*/ 191 h 6245"/>
                                <a:gd name="connsiteX2" fmla="*/ 1283 w 6338"/>
                                <a:gd name="connsiteY2" fmla="*/ 4949 h 6245"/>
                                <a:gd name="connsiteX3" fmla="*/ 6041 w 6338"/>
                                <a:gd name="connsiteY3" fmla="*/ 3759 h 624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6338" h="6245">
                                  <a:moveTo>
                                    <a:pt x="6041" y="3759"/>
                                  </a:moveTo>
                                  <a:cubicBezTo>
                                    <a:pt x="6041" y="3759"/>
                                    <a:pt x="7230" y="-999"/>
                                    <a:pt x="4851" y="191"/>
                                  </a:cubicBezTo>
                                  <a:cubicBezTo>
                                    <a:pt x="2472" y="1380"/>
                                    <a:pt x="-2285" y="2570"/>
                                    <a:pt x="1283" y="4949"/>
                                  </a:cubicBezTo>
                                  <a:cubicBezTo>
                                    <a:pt x="2472" y="7328"/>
                                    <a:pt x="4851" y="6138"/>
                                    <a:pt x="6041" y="375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5" name="Freeform 414">
                              <a:extLst>
                                <a:ext uri="{FF2B5EF4-FFF2-40B4-BE49-F238E27FC236}">
                                  <a16:creationId xmlns:a16="http://schemas.microsoft.com/office/drawing/2014/main" id="{6FC37EEE-0E73-F9DD-EC52-0146DADB9BA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40491" y="4494952"/>
                              <a:ext cx="253349" cy="217540"/>
                            </a:xfrm>
                            <a:custGeom>
                              <a:avLst/>
                              <a:gdLst>
                                <a:gd name="connsiteX0" fmla="*/ 242644 w 253349"/>
                                <a:gd name="connsiteY0" fmla="*/ 208151 h 217540"/>
                                <a:gd name="connsiteX1" fmla="*/ 247402 w 253349"/>
                                <a:gd name="connsiteY1" fmla="*/ 215288 h 217540"/>
                                <a:gd name="connsiteX2" fmla="*/ 234319 w 253349"/>
                                <a:gd name="connsiteY2" fmla="*/ 215288 h 217540"/>
                                <a:gd name="connsiteX3" fmla="*/ 231940 w 253349"/>
                                <a:gd name="connsiteY3" fmla="*/ 208151 h 217540"/>
                                <a:gd name="connsiteX4" fmla="*/ 217666 w 253349"/>
                                <a:gd name="connsiteY4" fmla="*/ 206962 h 217540"/>
                                <a:gd name="connsiteX5" fmla="*/ 202204 w 253349"/>
                                <a:gd name="connsiteY5" fmla="*/ 203393 h 217540"/>
                                <a:gd name="connsiteX6" fmla="*/ 187931 w 253349"/>
                                <a:gd name="connsiteY6" fmla="*/ 202204 h 217540"/>
                                <a:gd name="connsiteX7" fmla="*/ 170089 w 253349"/>
                                <a:gd name="connsiteY7" fmla="*/ 198636 h 217540"/>
                                <a:gd name="connsiteX8" fmla="*/ 149869 w 253349"/>
                                <a:gd name="connsiteY8" fmla="*/ 174847 h 217540"/>
                                <a:gd name="connsiteX9" fmla="*/ 136785 w 253349"/>
                                <a:gd name="connsiteY9" fmla="*/ 160574 h 217540"/>
                                <a:gd name="connsiteX10" fmla="*/ 129648 w 253349"/>
                                <a:gd name="connsiteY10" fmla="*/ 146301 h 217540"/>
                                <a:gd name="connsiteX11" fmla="*/ 111806 w 253349"/>
                                <a:gd name="connsiteY11" fmla="*/ 141543 h 217540"/>
                                <a:gd name="connsiteX12" fmla="*/ 107049 w 253349"/>
                                <a:gd name="connsiteY12" fmla="*/ 130838 h 217540"/>
                                <a:gd name="connsiteX13" fmla="*/ 97534 w 253349"/>
                                <a:gd name="connsiteY13" fmla="*/ 132027 h 217540"/>
                                <a:gd name="connsiteX14" fmla="*/ 86829 w 253349"/>
                                <a:gd name="connsiteY14" fmla="*/ 124891 h 217540"/>
                                <a:gd name="connsiteX15" fmla="*/ 85639 w 253349"/>
                                <a:gd name="connsiteY15" fmla="*/ 130838 h 217540"/>
                                <a:gd name="connsiteX16" fmla="*/ 88018 w 253349"/>
                                <a:gd name="connsiteY16" fmla="*/ 135596 h 217540"/>
                                <a:gd name="connsiteX17" fmla="*/ 83260 w 253349"/>
                                <a:gd name="connsiteY17" fmla="*/ 134406 h 217540"/>
                                <a:gd name="connsiteX18" fmla="*/ 80881 w 253349"/>
                                <a:gd name="connsiteY18" fmla="*/ 136785 h 217540"/>
                                <a:gd name="connsiteX19" fmla="*/ 68987 w 253349"/>
                                <a:gd name="connsiteY19" fmla="*/ 126080 h 217540"/>
                                <a:gd name="connsiteX20" fmla="*/ 73745 w 253349"/>
                                <a:gd name="connsiteY20" fmla="*/ 135596 h 217540"/>
                                <a:gd name="connsiteX21" fmla="*/ 70176 w 253349"/>
                                <a:gd name="connsiteY21" fmla="*/ 142732 h 217540"/>
                                <a:gd name="connsiteX22" fmla="*/ 68987 w 253349"/>
                                <a:gd name="connsiteY22" fmla="*/ 147490 h 217540"/>
                                <a:gd name="connsiteX23" fmla="*/ 60661 w 253349"/>
                                <a:gd name="connsiteY23" fmla="*/ 140354 h 217540"/>
                                <a:gd name="connsiteX24" fmla="*/ 66608 w 253349"/>
                                <a:gd name="connsiteY24" fmla="*/ 151058 h 217540"/>
                                <a:gd name="connsiteX25" fmla="*/ 53525 w 253349"/>
                                <a:gd name="connsiteY25" fmla="*/ 152248 h 217540"/>
                                <a:gd name="connsiteX26" fmla="*/ 41630 w 253349"/>
                                <a:gd name="connsiteY26" fmla="*/ 152248 h 217540"/>
                                <a:gd name="connsiteX27" fmla="*/ 35683 w 253349"/>
                                <a:gd name="connsiteY27" fmla="*/ 148679 h 217540"/>
                                <a:gd name="connsiteX28" fmla="*/ 30925 w 253349"/>
                                <a:gd name="connsiteY28" fmla="*/ 143922 h 217540"/>
                                <a:gd name="connsiteX29" fmla="*/ 28546 w 253349"/>
                                <a:gd name="connsiteY29" fmla="*/ 136785 h 217540"/>
                                <a:gd name="connsiteX30" fmla="*/ 21410 w 253349"/>
                                <a:gd name="connsiteY30" fmla="*/ 132027 h 217540"/>
                                <a:gd name="connsiteX31" fmla="*/ 16652 w 253349"/>
                                <a:gd name="connsiteY31" fmla="*/ 127270 h 217540"/>
                                <a:gd name="connsiteX32" fmla="*/ 20221 w 253349"/>
                                <a:gd name="connsiteY32" fmla="*/ 133217 h 217540"/>
                                <a:gd name="connsiteX33" fmla="*/ 27357 w 253349"/>
                                <a:gd name="connsiteY33" fmla="*/ 140354 h 217540"/>
                                <a:gd name="connsiteX34" fmla="*/ 30925 w 253349"/>
                                <a:gd name="connsiteY34" fmla="*/ 149869 h 217540"/>
                                <a:gd name="connsiteX35" fmla="*/ 44009 w 253349"/>
                                <a:gd name="connsiteY35" fmla="*/ 154627 h 217540"/>
                                <a:gd name="connsiteX36" fmla="*/ 61851 w 253349"/>
                                <a:gd name="connsiteY36" fmla="*/ 164142 h 217540"/>
                                <a:gd name="connsiteX37" fmla="*/ 55904 w 253349"/>
                                <a:gd name="connsiteY37" fmla="*/ 173658 h 217540"/>
                                <a:gd name="connsiteX38" fmla="*/ 38062 w 253349"/>
                                <a:gd name="connsiteY38" fmla="*/ 179605 h 217540"/>
                                <a:gd name="connsiteX39" fmla="*/ 32115 w 253349"/>
                                <a:gd name="connsiteY39" fmla="*/ 172468 h 217540"/>
                                <a:gd name="connsiteX40" fmla="*/ 0 w 253349"/>
                                <a:gd name="connsiteY40" fmla="*/ 171279 h 217540"/>
                                <a:gd name="connsiteX41" fmla="*/ 0 w 253349"/>
                                <a:gd name="connsiteY41" fmla="*/ 170089 h 217540"/>
                                <a:gd name="connsiteX42" fmla="*/ 4757 w 253349"/>
                                <a:gd name="connsiteY42" fmla="*/ 0 h 217540"/>
                                <a:gd name="connsiteX43" fmla="*/ 5947 w 253349"/>
                                <a:gd name="connsiteY43" fmla="*/ 0 h 217540"/>
                                <a:gd name="connsiteX44" fmla="*/ 5947 w 253349"/>
                                <a:gd name="connsiteY44" fmla="*/ 0 h 217540"/>
                                <a:gd name="connsiteX45" fmla="*/ 14273 w 253349"/>
                                <a:gd name="connsiteY45" fmla="*/ 0 h 217540"/>
                                <a:gd name="connsiteX46" fmla="*/ 36872 w 253349"/>
                                <a:gd name="connsiteY46" fmla="*/ 9516 h 217540"/>
                                <a:gd name="connsiteX47" fmla="*/ 45198 w 253349"/>
                                <a:gd name="connsiteY47" fmla="*/ 13084 h 217540"/>
                                <a:gd name="connsiteX48" fmla="*/ 60661 w 253349"/>
                                <a:gd name="connsiteY48" fmla="*/ 16652 h 217540"/>
                                <a:gd name="connsiteX49" fmla="*/ 73745 w 253349"/>
                                <a:gd name="connsiteY49" fmla="*/ 22600 h 217540"/>
                                <a:gd name="connsiteX50" fmla="*/ 84450 w 253349"/>
                                <a:gd name="connsiteY50" fmla="*/ 28547 h 217540"/>
                                <a:gd name="connsiteX51" fmla="*/ 95155 w 253349"/>
                                <a:gd name="connsiteY51" fmla="*/ 32115 h 217540"/>
                                <a:gd name="connsiteX52" fmla="*/ 111806 w 253349"/>
                                <a:gd name="connsiteY52" fmla="*/ 44009 h 217540"/>
                                <a:gd name="connsiteX53" fmla="*/ 120133 w 253349"/>
                                <a:gd name="connsiteY53" fmla="*/ 44009 h 217540"/>
                                <a:gd name="connsiteX54" fmla="*/ 130838 w 253349"/>
                                <a:gd name="connsiteY54" fmla="*/ 59472 h 217540"/>
                                <a:gd name="connsiteX55" fmla="*/ 127270 w 253349"/>
                                <a:gd name="connsiteY55" fmla="*/ 71366 h 217540"/>
                                <a:gd name="connsiteX56" fmla="*/ 147490 w 253349"/>
                                <a:gd name="connsiteY56" fmla="*/ 78503 h 217540"/>
                                <a:gd name="connsiteX57" fmla="*/ 159384 w 253349"/>
                                <a:gd name="connsiteY57" fmla="*/ 86829 h 217540"/>
                                <a:gd name="connsiteX58" fmla="*/ 173657 w 253349"/>
                                <a:gd name="connsiteY58" fmla="*/ 90397 h 217540"/>
                                <a:gd name="connsiteX59" fmla="*/ 177225 w 253349"/>
                                <a:gd name="connsiteY59" fmla="*/ 105860 h 217540"/>
                                <a:gd name="connsiteX60" fmla="*/ 158195 w 253349"/>
                                <a:gd name="connsiteY60" fmla="*/ 112996 h 217540"/>
                                <a:gd name="connsiteX61" fmla="*/ 165331 w 253349"/>
                                <a:gd name="connsiteY61" fmla="*/ 121323 h 217540"/>
                                <a:gd name="connsiteX62" fmla="*/ 176036 w 253349"/>
                                <a:gd name="connsiteY62" fmla="*/ 137975 h 217540"/>
                                <a:gd name="connsiteX63" fmla="*/ 186741 w 253349"/>
                                <a:gd name="connsiteY63" fmla="*/ 142732 h 217540"/>
                                <a:gd name="connsiteX64" fmla="*/ 195067 w 253349"/>
                                <a:gd name="connsiteY64" fmla="*/ 159385 h 217540"/>
                                <a:gd name="connsiteX65" fmla="*/ 204583 w 253349"/>
                                <a:gd name="connsiteY65" fmla="*/ 171279 h 217540"/>
                                <a:gd name="connsiteX66" fmla="*/ 218856 w 253349"/>
                                <a:gd name="connsiteY66" fmla="*/ 171279 h 217540"/>
                                <a:gd name="connsiteX67" fmla="*/ 215287 w 253349"/>
                                <a:gd name="connsiteY67" fmla="*/ 184362 h 217540"/>
                                <a:gd name="connsiteX68" fmla="*/ 237887 w 253349"/>
                                <a:gd name="connsiteY68" fmla="*/ 190310 h 217540"/>
                                <a:gd name="connsiteX69" fmla="*/ 227182 w 253349"/>
                                <a:gd name="connsiteY69" fmla="*/ 196257 h 217540"/>
                                <a:gd name="connsiteX70" fmla="*/ 253350 w 253349"/>
                                <a:gd name="connsiteY70" fmla="*/ 203393 h 217540"/>
                                <a:gd name="connsiteX71" fmla="*/ 242644 w 253349"/>
                                <a:gd name="connsiteY71" fmla="*/ 208151 h 21754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  <a:cxn ang="0">
                                  <a:pos x="connsiteX56" y="connsiteY56"/>
                                </a:cxn>
                                <a:cxn ang="0">
                                  <a:pos x="connsiteX57" y="connsiteY57"/>
                                </a:cxn>
                                <a:cxn ang="0">
                                  <a:pos x="connsiteX58" y="connsiteY58"/>
                                </a:cxn>
                                <a:cxn ang="0">
                                  <a:pos x="connsiteX59" y="connsiteY59"/>
                                </a:cxn>
                                <a:cxn ang="0">
                                  <a:pos x="connsiteX60" y="connsiteY60"/>
                                </a:cxn>
                                <a:cxn ang="0">
                                  <a:pos x="connsiteX61" y="connsiteY61"/>
                                </a:cxn>
                                <a:cxn ang="0">
                                  <a:pos x="connsiteX62" y="connsiteY62"/>
                                </a:cxn>
                                <a:cxn ang="0">
                                  <a:pos x="connsiteX63" y="connsiteY63"/>
                                </a:cxn>
                                <a:cxn ang="0">
                                  <a:pos x="connsiteX64" y="connsiteY64"/>
                                </a:cxn>
                                <a:cxn ang="0">
                                  <a:pos x="connsiteX65" y="connsiteY65"/>
                                </a:cxn>
                                <a:cxn ang="0">
                                  <a:pos x="connsiteX66" y="connsiteY66"/>
                                </a:cxn>
                                <a:cxn ang="0">
                                  <a:pos x="connsiteX67" y="connsiteY67"/>
                                </a:cxn>
                                <a:cxn ang="0">
                                  <a:pos x="connsiteX68" y="connsiteY68"/>
                                </a:cxn>
                                <a:cxn ang="0">
                                  <a:pos x="connsiteX69" y="connsiteY69"/>
                                </a:cxn>
                                <a:cxn ang="0">
                                  <a:pos x="connsiteX70" y="connsiteY70"/>
                                </a:cxn>
                                <a:cxn ang="0">
                                  <a:pos x="connsiteX71" y="connsiteY71"/>
                                </a:cxn>
                              </a:cxnLst>
                              <a:rect l="l" t="t" r="r" b="b"/>
                              <a:pathLst>
                                <a:path w="253349" h="217540">
                                  <a:moveTo>
                                    <a:pt x="242644" y="208151"/>
                                  </a:moveTo>
                                  <a:cubicBezTo>
                                    <a:pt x="245023" y="210530"/>
                                    <a:pt x="249781" y="211720"/>
                                    <a:pt x="247402" y="215288"/>
                                  </a:cubicBezTo>
                                  <a:cubicBezTo>
                                    <a:pt x="245023" y="218856"/>
                                    <a:pt x="236697" y="217667"/>
                                    <a:pt x="234319" y="215288"/>
                                  </a:cubicBezTo>
                                  <a:cubicBezTo>
                                    <a:pt x="231940" y="214098"/>
                                    <a:pt x="235508" y="208151"/>
                                    <a:pt x="231940" y="208151"/>
                                  </a:cubicBezTo>
                                  <a:cubicBezTo>
                                    <a:pt x="229561" y="208151"/>
                                    <a:pt x="221235" y="208151"/>
                                    <a:pt x="217666" y="206962"/>
                                  </a:cubicBezTo>
                                  <a:cubicBezTo>
                                    <a:pt x="214098" y="204583"/>
                                    <a:pt x="206961" y="201015"/>
                                    <a:pt x="202204" y="203393"/>
                                  </a:cubicBezTo>
                                  <a:cubicBezTo>
                                    <a:pt x="197446" y="204583"/>
                                    <a:pt x="191499" y="203393"/>
                                    <a:pt x="187931" y="202204"/>
                                  </a:cubicBezTo>
                                  <a:cubicBezTo>
                                    <a:pt x="184362" y="201015"/>
                                    <a:pt x="177225" y="205772"/>
                                    <a:pt x="170089" y="198636"/>
                                  </a:cubicBezTo>
                                  <a:cubicBezTo>
                                    <a:pt x="162953" y="190310"/>
                                    <a:pt x="155816" y="176037"/>
                                    <a:pt x="149869" y="174847"/>
                                  </a:cubicBezTo>
                                  <a:cubicBezTo>
                                    <a:pt x="143921" y="173658"/>
                                    <a:pt x="136785" y="166521"/>
                                    <a:pt x="136785" y="160574"/>
                                  </a:cubicBezTo>
                                  <a:cubicBezTo>
                                    <a:pt x="136785" y="154627"/>
                                    <a:pt x="134406" y="146301"/>
                                    <a:pt x="129648" y="146301"/>
                                  </a:cubicBezTo>
                                  <a:cubicBezTo>
                                    <a:pt x="124891" y="146301"/>
                                    <a:pt x="114185" y="146301"/>
                                    <a:pt x="111806" y="141543"/>
                                  </a:cubicBezTo>
                                  <a:cubicBezTo>
                                    <a:pt x="109428" y="136785"/>
                                    <a:pt x="109428" y="129649"/>
                                    <a:pt x="107049" y="130838"/>
                                  </a:cubicBezTo>
                                  <a:cubicBezTo>
                                    <a:pt x="104670" y="132027"/>
                                    <a:pt x="98723" y="134406"/>
                                    <a:pt x="97534" y="132027"/>
                                  </a:cubicBezTo>
                                  <a:cubicBezTo>
                                    <a:pt x="96344" y="129649"/>
                                    <a:pt x="86829" y="124891"/>
                                    <a:pt x="86829" y="124891"/>
                                  </a:cubicBezTo>
                                  <a:cubicBezTo>
                                    <a:pt x="86829" y="124891"/>
                                    <a:pt x="84450" y="128459"/>
                                    <a:pt x="85639" y="130838"/>
                                  </a:cubicBezTo>
                                  <a:cubicBezTo>
                                    <a:pt x="88018" y="133217"/>
                                    <a:pt x="89208" y="135596"/>
                                    <a:pt x="88018" y="135596"/>
                                  </a:cubicBezTo>
                                  <a:cubicBezTo>
                                    <a:pt x="85639" y="135596"/>
                                    <a:pt x="83260" y="133217"/>
                                    <a:pt x="83260" y="134406"/>
                                  </a:cubicBezTo>
                                  <a:cubicBezTo>
                                    <a:pt x="83260" y="135596"/>
                                    <a:pt x="82071" y="137975"/>
                                    <a:pt x="80881" y="136785"/>
                                  </a:cubicBezTo>
                                  <a:cubicBezTo>
                                    <a:pt x="79692" y="135596"/>
                                    <a:pt x="67798" y="123702"/>
                                    <a:pt x="68987" y="126080"/>
                                  </a:cubicBezTo>
                                  <a:cubicBezTo>
                                    <a:pt x="68987" y="128459"/>
                                    <a:pt x="74934" y="133217"/>
                                    <a:pt x="73745" y="135596"/>
                                  </a:cubicBezTo>
                                  <a:cubicBezTo>
                                    <a:pt x="72555" y="137975"/>
                                    <a:pt x="70176" y="140354"/>
                                    <a:pt x="70176" y="142732"/>
                                  </a:cubicBezTo>
                                  <a:cubicBezTo>
                                    <a:pt x="70176" y="145111"/>
                                    <a:pt x="71366" y="148679"/>
                                    <a:pt x="68987" y="147490"/>
                                  </a:cubicBezTo>
                                  <a:cubicBezTo>
                                    <a:pt x="67798" y="146301"/>
                                    <a:pt x="60661" y="139164"/>
                                    <a:pt x="60661" y="140354"/>
                                  </a:cubicBezTo>
                                  <a:cubicBezTo>
                                    <a:pt x="59472" y="142732"/>
                                    <a:pt x="68987" y="149869"/>
                                    <a:pt x="66608" y="151058"/>
                                  </a:cubicBezTo>
                                  <a:cubicBezTo>
                                    <a:pt x="64229" y="152248"/>
                                    <a:pt x="58282" y="152248"/>
                                    <a:pt x="53525" y="152248"/>
                                  </a:cubicBezTo>
                                  <a:cubicBezTo>
                                    <a:pt x="49956" y="152248"/>
                                    <a:pt x="41630" y="153437"/>
                                    <a:pt x="41630" y="152248"/>
                                  </a:cubicBezTo>
                                  <a:cubicBezTo>
                                    <a:pt x="40440" y="151058"/>
                                    <a:pt x="39251" y="149869"/>
                                    <a:pt x="35683" y="148679"/>
                                  </a:cubicBezTo>
                                  <a:cubicBezTo>
                                    <a:pt x="32115" y="147490"/>
                                    <a:pt x="32115" y="147490"/>
                                    <a:pt x="30925" y="143922"/>
                                  </a:cubicBezTo>
                                  <a:cubicBezTo>
                                    <a:pt x="29736" y="140354"/>
                                    <a:pt x="29736" y="137975"/>
                                    <a:pt x="28546" y="136785"/>
                                  </a:cubicBezTo>
                                  <a:cubicBezTo>
                                    <a:pt x="26168" y="135596"/>
                                    <a:pt x="23789" y="135596"/>
                                    <a:pt x="21410" y="132027"/>
                                  </a:cubicBezTo>
                                  <a:cubicBezTo>
                                    <a:pt x="20221" y="129649"/>
                                    <a:pt x="16652" y="127270"/>
                                    <a:pt x="16652" y="127270"/>
                                  </a:cubicBezTo>
                                  <a:cubicBezTo>
                                    <a:pt x="16652" y="127270"/>
                                    <a:pt x="17842" y="132027"/>
                                    <a:pt x="20221" y="133217"/>
                                  </a:cubicBezTo>
                                  <a:cubicBezTo>
                                    <a:pt x="22599" y="134406"/>
                                    <a:pt x="27357" y="137975"/>
                                    <a:pt x="27357" y="140354"/>
                                  </a:cubicBezTo>
                                  <a:cubicBezTo>
                                    <a:pt x="27357" y="142732"/>
                                    <a:pt x="27357" y="148679"/>
                                    <a:pt x="30925" y="149869"/>
                                  </a:cubicBezTo>
                                  <a:cubicBezTo>
                                    <a:pt x="34493" y="151058"/>
                                    <a:pt x="38062" y="153437"/>
                                    <a:pt x="44009" y="154627"/>
                                  </a:cubicBezTo>
                                  <a:cubicBezTo>
                                    <a:pt x="49956" y="155816"/>
                                    <a:pt x="61851" y="159385"/>
                                    <a:pt x="61851" y="164142"/>
                                  </a:cubicBezTo>
                                  <a:cubicBezTo>
                                    <a:pt x="61851" y="168900"/>
                                    <a:pt x="61851" y="172468"/>
                                    <a:pt x="55904" y="173658"/>
                                  </a:cubicBezTo>
                                  <a:cubicBezTo>
                                    <a:pt x="48767" y="174847"/>
                                    <a:pt x="40440" y="181984"/>
                                    <a:pt x="38062" y="179605"/>
                                  </a:cubicBezTo>
                                  <a:cubicBezTo>
                                    <a:pt x="35683" y="177226"/>
                                    <a:pt x="35683" y="173658"/>
                                    <a:pt x="32115" y="172468"/>
                                  </a:cubicBezTo>
                                  <a:cubicBezTo>
                                    <a:pt x="28546" y="172468"/>
                                    <a:pt x="10704" y="173658"/>
                                    <a:pt x="0" y="171279"/>
                                  </a:cubicBezTo>
                                  <a:lnTo>
                                    <a:pt x="0" y="170089"/>
                                  </a:lnTo>
                                  <a:lnTo>
                                    <a:pt x="4757" y="0"/>
                                  </a:lnTo>
                                  <a:cubicBezTo>
                                    <a:pt x="4757" y="0"/>
                                    <a:pt x="4757" y="0"/>
                                    <a:pt x="5947" y="0"/>
                                  </a:cubicBezTo>
                                  <a:cubicBezTo>
                                    <a:pt x="5947" y="0"/>
                                    <a:pt x="5947" y="0"/>
                                    <a:pt x="5947" y="0"/>
                                  </a:cubicBezTo>
                                  <a:cubicBezTo>
                                    <a:pt x="8326" y="0"/>
                                    <a:pt x="11894" y="0"/>
                                    <a:pt x="14273" y="0"/>
                                  </a:cubicBezTo>
                                  <a:cubicBezTo>
                                    <a:pt x="16652" y="0"/>
                                    <a:pt x="33304" y="10705"/>
                                    <a:pt x="36872" y="9516"/>
                                  </a:cubicBezTo>
                                  <a:cubicBezTo>
                                    <a:pt x="40440" y="7137"/>
                                    <a:pt x="42819" y="11894"/>
                                    <a:pt x="45198" y="13084"/>
                                  </a:cubicBezTo>
                                  <a:cubicBezTo>
                                    <a:pt x="47577" y="13084"/>
                                    <a:pt x="58282" y="14273"/>
                                    <a:pt x="60661" y="16652"/>
                                  </a:cubicBezTo>
                                  <a:cubicBezTo>
                                    <a:pt x="63040" y="19031"/>
                                    <a:pt x="71366" y="22600"/>
                                    <a:pt x="73745" y="22600"/>
                                  </a:cubicBezTo>
                                  <a:cubicBezTo>
                                    <a:pt x="76123" y="22600"/>
                                    <a:pt x="79692" y="27357"/>
                                    <a:pt x="84450" y="28547"/>
                                  </a:cubicBezTo>
                                  <a:cubicBezTo>
                                    <a:pt x="89208" y="29736"/>
                                    <a:pt x="95155" y="32115"/>
                                    <a:pt x="95155" y="32115"/>
                                  </a:cubicBezTo>
                                  <a:cubicBezTo>
                                    <a:pt x="95155" y="32115"/>
                                    <a:pt x="109428" y="44009"/>
                                    <a:pt x="111806" y="44009"/>
                                  </a:cubicBezTo>
                                  <a:cubicBezTo>
                                    <a:pt x="114185" y="44009"/>
                                    <a:pt x="118944" y="40441"/>
                                    <a:pt x="120133" y="44009"/>
                                  </a:cubicBezTo>
                                  <a:cubicBezTo>
                                    <a:pt x="121323" y="47577"/>
                                    <a:pt x="133217" y="55904"/>
                                    <a:pt x="130838" y="59472"/>
                                  </a:cubicBezTo>
                                  <a:cubicBezTo>
                                    <a:pt x="128459" y="63040"/>
                                    <a:pt x="122512" y="68987"/>
                                    <a:pt x="127270" y="71366"/>
                                  </a:cubicBezTo>
                                  <a:cubicBezTo>
                                    <a:pt x="130838" y="73745"/>
                                    <a:pt x="145111" y="73745"/>
                                    <a:pt x="147490" y="78503"/>
                                  </a:cubicBezTo>
                                  <a:cubicBezTo>
                                    <a:pt x="151058" y="82071"/>
                                    <a:pt x="153437" y="85639"/>
                                    <a:pt x="159384" y="86829"/>
                                  </a:cubicBezTo>
                                  <a:cubicBezTo>
                                    <a:pt x="165331" y="88018"/>
                                    <a:pt x="170089" y="86829"/>
                                    <a:pt x="173657" y="90397"/>
                                  </a:cubicBezTo>
                                  <a:cubicBezTo>
                                    <a:pt x="177225" y="93966"/>
                                    <a:pt x="183173" y="99913"/>
                                    <a:pt x="177225" y="105860"/>
                                  </a:cubicBezTo>
                                  <a:cubicBezTo>
                                    <a:pt x="171278" y="111807"/>
                                    <a:pt x="154627" y="107049"/>
                                    <a:pt x="158195" y="112996"/>
                                  </a:cubicBezTo>
                                  <a:cubicBezTo>
                                    <a:pt x="160574" y="116565"/>
                                    <a:pt x="165331" y="117754"/>
                                    <a:pt x="165331" y="121323"/>
                                  </a:cubicBezTo>
                                  <a:cubicBezTo>
                                    <a:pt x="165331" y="124891"/>
                                    <a:pt x="170089" y="135596"/>
                                    <a:pt x="176036" y="137975"/>
                                  </a:cubicBezTo>
                                  <a:cubicBezTo>
                                    <a:pt x="180794" y="140354"/>
                                    <a:pt x="184362" y="137975"/>
                                    <a:pt x="186741" y="142732"/>
                                  </a:cubicBezTo>
                                  <a:cubicBezTo>
                                    <a:pt x="187931" y="147490"/>
                                    <a:pt x="190310" y="158195"/>
                                    <a:pt x="195067" y="159385"/>
                                  </a:cubicBezTo>
                                  <a:cubicBezTo>
                                    <a:pt x="198636" y="160574"/>
                                    <a:pt x="199825" y="170089"/>
                                    <a:pt x="204583" y="171279"/>
                                  </a:cubicBezTo>
                                  <a:cubicBezTo>
                                    <a:pt x="208151" y="172468"/>
                                    <a:pt x="218856" y="167710"/>
                                    <a:pt x="218856" y="171279"/>
                                  </a:cubicBezTo>
                                  <a:cubicBezTo>
                                    <a:pt x="218856" y="174847"/>
                                    <a:pt x="210530" y="178415"/>
                                    <a:pt x="215287" y="184362"/>
                                  </a:cubicBezTo>
                                  <a:cubicBezTo>
                                    <a:pt x="220045" y="190310"/>
                                    <a:pt x="237887" y="185552"/>
                                    <a:pt x="237887" y="190310"/>
                                  </a:cubicBezTo>
                                  <a:cubicBezTo>
                                    <a:pt x="237887" y="191499"/>
                                    <a:pt x="224803" y="192689"/>
                                    <a:pt x="227182" y="196257"/>
                                  </a:cubicBezTo>
                                  <a:cubicBezTo>
                                    <a:pt x="231940" y="202204"/>
                                    <a:pt x="253350" y="198636"/>
                                    <a:pt x="253350" y="203393"/>
                                  </a:cubicBezTo>
                                  <a:cubicBezTo>
                                    <a:pt x="252160" y="206962"/>
                                    <a:pt x="240266" y="205772"/>
                                    <a:pt x="242644" y="208151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6" name="Freeform 415">
                              <a:extLst>
                                <a:ext uri="{FF2B5EF4-FFF2-40B4-BE49-F238E27FC236}">
                                  <a16:creationId xmlns:a16="http://schemas.microsoft.com/office/drawing/2014/main" id="{BF3A4237-EBFE-A55F-E5CA-2E3DE06D46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3964" y="4626980"/>
                              <a:ext cx="4061" cy="4061"/>
                            </a:xfrm>
                            <a:custGeom>
                              <a:avLst/>
                              <a:gdLst>
                                <a:gd name="connsiteX0" fmla="*/ 1682 w 4061"/>
                                <a:gd name="connsiteY0" fmla="*/ 0 h 4061"/>
                                <a:gd name="connsiteX1" fmla="*/ 493 w 4061"/>
                                <a:gd name="connsiteY1" fmla="*/ 2379 h 4061"/>
                                <a:gd name="connsiteX2" fmla="*/ 4061 w 4061"/>
                                <a:gd name="connsiteY2" fmla="*/ 3569 h 4061"/>
                                <a:gd name="connsiteX3" fmla="*/ 1682 w 4061"/>
                                <a:gd name="connsiteY3" fmla="*/ 0 h 406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4061" h="4061">
                                  <a:moveTo>
                                    <a:pt x="1682" y="0"/>
                                  </a:moveTo>
                                  <a:cubicBezTo>
                                    <a:pt x="493" y="0"/>
                                    <a:pt x="-697" y="1190"/>
                                    <a:pt x="493" y="2379"/>
                                  </a:cubicBezTo>
                                  <a:cubicBezTo>
                                    <a:pt x="1682" y="3569"/>
                                    <a:pt x="4061" y="4758"/>
                                    <a:pt x="4061" y="3569"/>
                                  </a:cubicBezTo>
                                  <a:cubicBezTo>
                                    <a:pt x="2872" y="3569"/>
                                    <a:pt x="2872" y="0"/>
                                    <a:pt x="1682" y="0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7" name="Freeform 416">
                              <a:extLst>
                                <a:ext uri="{FF2B5EF4-FFF2-40B4-BE49-F238E27FC236}">
                                  <a16:creationId xmlns:a16="http://schemas.microsoft.com/office/drawing/2014/main" id="{A7408235-1113-7039-0D2E-EDB00A0662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13912" y="4635148"/>
                              <a:ext cx="3892" cy="6211"/>
                            </a:xfrm>
                            <a:custGeom>
                              <a:avLst/>
                              <a:gdLst>
                                <a:gd name="connsiteX0" fmla="*/ 2703 w 3892"/>
                                <a:gd name="connsiteY0" fmla="*/ 157 h 6211"/>
                                <a:gd name="connsiteX1" fmla="*/ 324 w 3892"/>
                                <a:gd name="connsiteY1" fmla="*/ 3725 h 6211"/>
                                <a:gd name="connsiteX2" fmla="*/ 3893 w 3892"/>
                                <a:gd name="connsiteY2" fmla="*/ 4915 h 6211"/>
                                <a:gd name="connsiteX3" fmla="*/ 2703 w 3892"/>
                                <a:gd name="connsiteY3" fmla="*/ 157 h 621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3892" h="6211">
                                  <a:moveTo>
                                    <a:pt x="2703" y="157"/>
                                  </a:moveTo>
                                  <a:cubicBezTo>
                                    <a:pt x="1514" y="1347"/>
                                    <a:pt x="-866" y="2536"/>
                                    <a:pt x="324" y="3725"/>
                                  </a:cubicBezTo>
                                  <a:cubicBezTo>
                                    <a:pt x="1514" y="6104"/>
                                    <a:pt x="3893" y="7294"/>
                                    <a:pt x="3893" y="4915"/>
                                  </a:cubicBezTo>
                                  <a:cubicBezTo>
                                    <a:pt x="3893" y="4915"/>
                                    <a:pt x="3893" y="-1032"/>
                                    <a:pt x="2703" y="15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8" name="Freeform 417">
                              <a:extLst>
                                <a:ext uri="{FF2B5EF4-FFF2-40B4-BE49-F238E27FC236}">
                                  <a16:creationId xmlns:a16="http://schemas.microsoft.com/office/drawing/2014/main" id="{0812A29A-A3CE-42AC-B102-3D60749123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11699" y="4648147"/>
                              <a:ext cx="3884" cy="4439"/>
                            </a:xfrm>
                            <a:custGeom>
                              <a:avLst/>
                              <a:gdLst>
                                <a:gd name="connsiteX0" fmla="*/ 158 w 3884"/>
                                <a:gd name="connsiteY0" fmla="*/ 243 h 4439"/>
                                <a:gd name="connsiteX1" fmla="*/ 3726 w 3884"/>
                                <a:gd name="connsiteY1" fmla="*/ 2621 h 4439"/>
                                <a:gd name="connsiteX2" fmla="*/ 158 w 3884"/>
                                <a:gd name="connsiteY2" fmla="*/ 243 h 443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</a:cxnLst>
                              <a:rect l="l" t="t" r="r" b="b"/>
                              <a:pathLst>
                                <a:path w="3884" h="4439">
                                  <a:moveTo>
                                    <a:pt x="158" y="243"/>
                                  </a:moveTo>
                                  <a:cubicBezTo>
                                    <a:pt x="-1032" y="1432"/>
                                    <a:pt x="4916" y="7379"/>
                                    <a:pt x="3726" y="2621"/>
                                  </a:cubicBezTo>
                                  <a:cubicBezTo>
                                    <a:pt x="3726" y="2621"/>
                                    <a:pt x="1347" y="-947"/>
                                    <a:pt x="158" y="243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9" name="Freeform 418">
                              <a:extLst>
                                <a:ext uri="{FF2B5EF4-FFF2-40B4-BE49-F238E27FC236}">
                                  <a16:creationId xmlns:a16="http://schemas.microsoft.com/office/drawing/2014/main" id="{2711825A-6E52-0584-D864-761979411C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93772" y="4475429"/>
                              <a:ext cx="21659" cy="9836"/>
                            </a:xfrm>
                            <a:custGeom>
                              <a:avLst/>
                              <a:gdLst>
                                <a:gd name="connsiteX0" fmla="*/ 4913 w 21659"/>
                                <a:gd name="connsiteY0" fmla="*/ 7629 h 9836"/>
                                <a:gd name="connsiteX1" fmla="*/ 12050 w 21659"/>
                                <a:gd name="connsiteY1" fmla="*/ 8819 h 9836"/>
                                <a:gd name="connsiteX2" fmla="*/ 16808 w 21659"/>
                                <a:gd name="connsiteY2" fmla="*/ 5250 h 9836"/>
                                <a:gd name="connsiteX3" fmla="*/ 20376 w 21659"/>
                                <a:gd name="connsiteY3" fmla="*/ 1682 h 9836"/>
                                <a:gd name="connsiteX4" fmla="*/ 7293 w 21659"/>
                                <a:gd name="connsiteY4" fmla="*/ 493 h 9836"/>
                                <a:gd name="connsiteX5" fmla="*/ 155 w 21659"/>
                                <a:gd name="connsiteY5" fmla="*/ 1682 h 9836"/>
                                <a:gd name="connsiteX6" fmla="*/ 4913 w 21659"/>
                                <a:gd name="connsiteY6" fmla="*/ 7629 h 983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21659" h="9836">
                                  <a:moveTo>
                                    <a:pt x="4913" y="7629"/>
                                  </a:moveTo>
                                  <a:cubicBezTo>
                                    <a:pt x="7293" y="8819"/>
                                    <a:pt x="7293" y="11198"/>
                                    <a:pt x="12050" y="8819"/>
                                  </a:cubicBezTo>
                                  <a:cubicBezTo>
                                    <a:pt x="12050" y="8819"/>
                                    <a:pt x="14429" y="6440"/>
                                    <a:pt x="16808" y="5250"/>
                                  </a:cubicBezTo>
                                  <a:cubicBezTo>
                                    <a:pt x="19187" y="5250"/>
                                    <a:pt x="23944" y="2871"/>
                                    <a:pt x="20376" y="1682"/>
                                  </a:cubicBezTo>
                                  <a:cubicBezTo>
                                    <a:pt x="16808" y="493"/>
                                    <a:pt x="9672" y="-697"/>
                                    <a:pt x="7293" y="493"/>
                                  </a:cubicBezTo>
                                  <a:cubicBezTo>
                                    <a:pt x="4913" y="1682"/>
                                    <a:pt x="-1034" y="-1886"/>
                                    <a:pt x="155" y="1682"/>
                                  </a:cubicBezTo>
                                  <a:cubicBezTo>
                                    <a:pt x="1345" y="5250"/>
                                    <a:pt x="2534" y="6440"/>
                                    <a:pt x="4913" y="7629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20" name="Freeform 419">
                              <a:extLst>
                                <a:ext uri="{FF2B5EF4-FFF2-40B4-BE49-F238E27FC236}">
                                  <a16:creationId xmlns:a16="http://schemas.microsoft.com/office/drawing/2014/main" id="{3B91CF7E-2B81-865F-326A-151A36B734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567227" y="4453322"/>
                              <a:ext cx="8772" cy="9138"/>
                            </a:xfrm>
                            <a:custGeom>
                              <a:avLst/>
                              <a:gdLst>
                                <a:gd name="connsiteX0" fmla="*/ 8772 w 8772"/>
                                <a:gd name="connsiteY0" fmla="*/ 7137 h 9138"/>
                                <a:gd name="connsiteX1" fmla="*/ 4014 w 8772"/>
                                <a:gd name="connsiteY1" fmla="*/ 0 h 9138"/>
                                <a:gd name="connsiteX2" fmla="*/ 446 w 8772"/>
                                <a:gd name="connsiteY2" fmla="*/ 3569 h 9138"/>
                                <a:gd name="connsiteX3" fmla="*/ 8772 w 8772"/>
                                <a:gd name="connsiteY3" fmla="*/ 7137 h 913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8772" h="9138">
                                  <a:moveTo>
                                    <a:pt x="8772" y="7137"/>
                                  </a:moveTo>
                                  <a:cubicBezTo>
                                    <a:pt x="8772" y="7137"/>
                                    <a:pt x="7583" y="0"/>
                                    <a:pt x="4014" y="0"/>
                                  </a:cubicBezTo>
                                  <a:cubicBezTo>
                                    <a:pt x="446" y="1190"/>
                                    <a:pt x="-743" y="1190"/>
                                    <a:pt x="446" y="3569"/>
                                  </a:cubicBezTo>
                                  <a:cubicBezTo>
                                    <a:pt x="446" y="7137"/>
                                    <a:pt x="7583" y="11894"/>
                                    <a:pt x="8772" y="7137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grpSp>
                        <p:nvGrpSpPr>
                          <p:cNvPr id="421" name="Graphic 27">
                            <a:extLst>
                              <a:ext uri="{FF2B5EF4-FFF2-40B4-BE49-F238E27FC236}">
                                <a16:creationId xmlns:a16="http://schemas.microsoft.com/office/drawing/2014/main" id="{4E472272-1CEC-4F0B-A710-93D53134B56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822346" y="4085629"/>
                            <a:ext cx="345291" cy="319027"/>
                            <a:chOff x="3822346" y="4085629"/>
                            <a:chExt cx="345291" cy="319027"/>
                          </a:xfrm>
                          <a:grpFill/>
                        </p:grpSpPr>
                        <p:sp>
                          <p:nvSpPr>
                            <p:cNvPr id="422" name="Freeform 421">
                              <a:extLst>
                                <a:ext uri="{FF2B5EF4-FFF2-40B4-BE49-F238E27FC236}">
                                  <a16:creationId xmlns:a16="http://schemas.microsoft.com/office/drawing/2014/main" id="{5C5CDCC8-754B-E3FC-08AD-3806220C0D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929090" y="4093796"/>
                              <a:ext cx="10310" cy="8642"/>
                            </a:xfrm>
                            <a:custGeom>
                              <a:avLst/>
                              <a:gdLst>
                                <a:gd name="connsiteX0" fmla="*/ 4229 w 10310"/>
                                <a:gd name="connsiteY0" fmla="*/ 8642 h 8642"/>
                                <a:gd name="connsiteX1" fmla="*/ 10176 w 10310"/>
                                <a:gd name="connsiteY1" fmla="*/ 7453 h 8642"/>
                                <a:gd name="connsiteX2" fmla="*/ 4229 w 10310"/>
                                <a:gd name="connsiteY2" fmla="*/ 3885 h 8642"/>
                                <a:gd name="connsiteX3" fmla="*/ 661 w 10310"/>
                                <a:gd name="connsiteY3" fmla="*/ 316 h 8642"/>
                                <a:gd name="connsiteX4" fmla="*/ 4229 w 10310"/>
                                <a:gd name="connsiteY4" fmla="*/ 8642 h 864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0310" h="8642">
                                  <a:moveTo>
                                    <a:pt x="4229" y="8642"/>
                                  </a:moveTo>
                                  <a:cubicBezTo>
                                    <a:pt x="4229" y="8642"/>
                                    <a:pt x="11366" y="8642"/>
                                    <a:pt x="10176" y="7453"/>
                                  </a:cubicBezTo>
                                  <a:cubicBezTo>
                                    <a:pt x="7797" y="6264"/>
                                    <a:pt x="5419" y="5074"/>
                                    <a:pt x="4229" y="3885"/>
                                  </a:cubicBezTo>
                                  <a:cubicBezTo>
                                    <a:pt x="3040" y="1506"/>
                                    <a:pt x="1850" y="-873"/>
                                    <a:pt x="661" y="316"/>
                                  </a:cubicBezTo>
                                  <a:cubicBezTo>
                                    <a:pt x="-529" y="316"/>
                                    <a:pt x="-529" y="8642"/>
                                    <a:pt x="4229" y="864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23" name="Freeform 422">
                              <a:extLst>
                                <a:ext uri="{FF2B5EF4-FFF2-40B4-BE49-F238E27FC236}">
                                  <a16:creationId xmlns:a16="http://schemas.microsoft.com/office/drawing/2014/main" id="{2E1878E5-E9DF-7A34-398A-1E7A0F6A2D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948001" y="4094978"/>
                              <a:ext cx="9107" cy="8764"/>
                            </a:xfrm>
                            <a:custGeom>
                              <a:avLst/>
                              <a:gdLst>
                                <a:gd name="connsiteX0" fmla="*/ 1971 w 9107"/>
                                <a:gd name="connsiteY0" fmla="*/ 5082 h 8764"/>
                                <a:gd name="connsiteX1" fmla="*/ 9107 w 9107"/>
                                <a:gd name="connsiteY1" fmla="*/ 7461 h 8764"/>
                                <a:gd name="connsiteX2" fmla="*/ 6728 w 9107"/>
                                <a:gd name="connsiteY2" fmla="*/ 2703 h 8764"/>
                                <a:gd name="connsiteX3" fmla="*/ 781 w 9107"/>
                                <a:gd name="connsiteY3" fmla="*/ 324 h 8764"/>
                                <a:gd name="connsiteX4" fmla="*/ 1971 w 9107"/>
                                <a:gd name="connsiteY4" fmla="*/ 5082 h 876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9107" h="8764">
                                  <a:moveTo>
                                    <a:pt x="1971" y="5082"/>
                                  </a:moveTo>
                                  <a:cubicBezTo>
                                    <a:pt x="4350" y="6271"/>
                                    <a:pt x="7918" y="11029"/>
                                    <a:pt x="9107" y="7461"/>
                                  </a:cubicBezTo>
                                  <a:cubicBezTo>
                                    <a:pt x="9107" y="7461"/>
                                    <a:pt x="9107" y="3892"/>
                                    <a:pt x="6728" y="2703"/>
                                  </a:cubicBezTo>
                                  <a:cubicBezTo>
                                    <a:pt x="4350" y="1513"/>
                                    <a:pt x="1971" y="-865"/>
                                    <a:pt x="781" y="324"/>
                                  </a:cubicBezTo>
                                  <a:cubicBezTo>
                                    <a:pt x="-408" y="1513"/>
                                    <a:pt x="-408" y="3892"/>
                                    <a:pt x="1971" y="5082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24" name="Freeform 423">
                              <a:extLst>
                                <a:ext uri="{FF2B5EF4-FFF2-40B4-BE49-F238E27FC236}">
                                  <a16:creationId xmlns:a16="http://schemas.microsoft.com/office/drawing/2014/main" id="{536E630C-971C-8A73-67BC-C5C7AFE65B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905070" y="4085629"/>
                              <a:ext cx="8028" cy="6799"/>
                            </a:xfrm>
                            <a:custGeom>
                              <a:avLst/>
                              <a:gdLst>
                                <a:gd name="connsiteX0" fmla="*/ 2081 w 8028"/>
                                <a:gd name="connsiteY0" fmla="*/ 4915 h 6799"/>
                                <a:gd name="connsiteX1" fmla="*/ 8029 w 8028"/>
                                <a:gd name="connsiteY1" fmla="*/ 4915 h 6799"/>
                                <a:gd name="connsiteX2" fmla="*/ 3271 w 8028"/>
                                <a:gd name="connsiteY2" fmla="*/ 157 h 6799"/>
                                <a:gd name="connsiteX3" fmla="*/ 2081 w 8028"/>
                                <a:gd name="connsiteY3" fmla="*/ 4915 h 679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8028" h="6799">
                                  <a:moveTo>
                                    <a:pt x="2081" y="4915"/>
                                  </a:moveTo>
                                  <a:cubicBezTo>
                                    <a:pt x="4460" y="6104"/>
                                    <a:pt x="8029" y="8483"/>
                                    <a:pt x="8029" y="4915"/>
                                  </a:cubicBezTo>
                                  <a:cubicBezTo>
                                    <a:pt x="8029" y="4915"/>
                                    <a:pt x="6839" y="-1032"/>
                                    <a:pt x="3271" y="157"/>
                                  </a:cubicBezTo>
                                  <a:cubicBezTo>
                                    <a:pt x="-1487" y="1347"/>
                                    <a:pt x="-297" y="3726"/>
                                    <a:pt x="2081" y="4915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25" name="Freeform 424">
                              <a:extLst>
                                <a:ext uri="{FF2B5EF4-FFF2-40B4-BE49-F238E27FC236}">
                                  <a16:creationId xmlns:a16="http://schemas.microsoft.com/office/drawing/2014/main" id="{39C9EDBA-52BA-52F4-4FF1-B523DC7ECC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051245" y="4125038"/>
                              <a:ext cx="17261" cy="8818"/>
                            </a:xfrm>
                            <a:custGeom>
                              <a:avLst/>
                              <a:gdLst>
                                <a:gd name="connsiteX0" fmla="*/ 9344 w 17261"/>
                                <a:gd name="connsiteY0" fmla="*/ 8326 h 8818"/>
                                <a:gd name="connsiteX1" fmla="*/ 16480 w 17261"/>
                                <a:gd name="connsiteY1" fmla="*/ 5947 h 8818"/>
                                <a:gd name="connsiteX2" fmla="*/ 15291 w 17261"/>
                                <a:gd name="connsiteY2" fmla="*/ 0 h 8818"/>
                                <a:gd name="connsiteX3" fmla="*/ 8154 w 17261"/>
                                <a:gd name="connsiteY3" fmla="*/ 3568 h 8818"/>
                                <a:gd name="connsiteX4" fmla="*/ 2207 w 17261"/>
                                <a:gd name="connsiteY4" fmla="*/ 2379 h 8818"/>
                                <a:gd name="connsiteX5" fmla="*/ 1018 w 17261"/>
                                <a:gd name="connsiteY5" fmla="*/ 7136 h 8818"/>
                                <a:gd name="connsiteX6" fmla="*/ 9344 w 17261"/>
                                <a:gd name="connsiteY6" fmla="*/ 8326 h 881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17261" h="8818">
                                  <a:moveTo>
                                    <a:pt x="9344" y="8326"/>
                                  </a:moveTo>
                                  <a:cubicBezTo>
                                    <a:pt x="9344" y="8326"/>
                                    <a:pt x="15291" y="8326"/>
                                    <a:pt x="16480" y="5947"/>
                                  </a:cubicBezTo>
                                  <a:cubicBezTo>
                                    <a:pt x="17670" y="3568"/>
                                    <a:pt x="17670" y="0"/>
                                    <a:pt x="15291" y="0"/>
                                  </a:cubicBezTo>
                                  <a:cubicBezTo>
                                    <a:pt x="12912" y="0"/>
                                    <a:pt x="9344" y="3568"/>
                                    <a:pt x="8154" y="3568"/>
                                  </a:cubicBezTo>
                                  <a:cubicBezTo>
                                    <a:pt x="5776" y="2379"/>
                                    <a:pt x="4586" y="1189"/>
                                    <a:pt x="2207" y="2379"/>
                                  </a:cubicBezTo>
                                  <a:cubicBezTo>
                                    <a:pt x="1018" y="3568"/>
                                    <a:pt x="-1361" y="4758"/>
                                    <a:pt x="1018" y="7136"/>
                                  </a:cubicBezTo>
                                  <a:cubicBezTo>
                                    <a:pt x="2207" y="8326"/>
                                    <a:pt x="4586" y="9515"/>
                                    <a:pt x="9344" y="832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26" name="Freeform 425">
                              <a:extLst>
                                <a:ext uri="{FF2B5EF4-FFF2-40B4-BE49-F238E27FC236}">
                                  <a16:creationId xmlns:a16="http://schemas.microsoft.com/office/drawing/2014/main" id="{12B4D798-0EF2-803D-E346-F5735227B4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22346" y="4097341"/>
                              <a:ext cx="345291" cy="307316"/>
                            </a:xfrm>
                            <a:custGeom>
                              <a:avLst/>
                              <a:gdLst>
                                <a:gd name="connsiteX0" fmla="*/ 329829 w 345291"/>
                                <a:gd name="connsiteY0" fmla="*/ 114526 h 307316"/>
                                <a:gd name="connsiteX1" fmla="*/ 345292 w 345291"/>
                                <a:gd name="connsiteY1" fmla="*/ 99064 h 307316"/>
                                <a:gd name="connsiteX2" fmla="*/ 342913 w 345291"/>
                                <a:gd name="connsiteY2" fmla="*/ 99064 h 307316"/>
                                <a:gd name="connsiteX3" fmla="*/ 328640 w 345291"/>
                                <a:gd name="connsiteY3" fmla="*/ 94306 h 307316"/>
                                <a:gd name="connsiteX4" fmla="*/ 298904 w 345291"/>
                                <a:gd name="connsiteY4" fmla="*/ 97874 h 307316"/>
                                <a:gd name="connsiteX5" fmla="*/ 309609 w 345291"/>
                                <a:gd name="connsiteY5" fmla="*/ 91927 h 307316"/>
                                <a:gd name="connsiteX6" fmla="*/ 316745 w 345291"/>
                                <a:gd name="connsiteY6" fmla="*/ 83601 h 307316"/>
                                <a:gd name="connsiteX7" fmla="*/ 310798 w 345291"/>
                                <a:gd name="connsiteY7" fmla="*/ 72896 h 307316"/>
                                <a:gd name="connsiteX8" fmla="*/ 298904 w 345291"/>
                                <a:gd name="connsiteY8" fmla="*/ 68138 h 307316"/>
                                <a:gd name="connsiteX9" fmla="*/ 287009 w 345291"/>
                                <a:gd name="connsiteY9" fmla="*/ 63381 h 307316"/>
                                <a:gd name="connsiteX10" fmla="*/ 281062 w 345291"/>
                                <a:gd name="connsiteY10" fmla="*/ 62191 h 307316"/>
                                <a:gd name="connsiteX11" fmla="*/ 276305 w 345291"/>
                                <a:gd name="connsiteY11" fmla="*/ 58623 h 307316"/>
                                <a:gd name="connsiteX12" fmla="*/ 275115 w 345291"/>
                                <a:gd name="connsiteY12" fmla="*/ 62191 h 307316"/>
                                <a:gd name="connsiteX13" fmla="*/ 269168 w 345291"/>
                                <a:gd name="connsiteY13" fmla="*/ 55054 h 307316"/>
                                <a:gd name="connsiteX14" fmla="*/ 262031 w 345291"/>
                                <a:gd name="connsiteY14" fmla="*/ 49107 h 307316"/>
                                <a:gd name="connsiteX15" fmla="*/ 275115 w 345291"/>
                                <a:gd name="connsiteY15" fmla="*/ 44350 h 307316"/>
                                <a:gd name="connsiteX16" fmla="*/ 287009 w 345291"/>
                                <a:gd name="connsiteY16" fmla="*/ 38402 h 307316"/>
                                <a:gd name="connsiteX17" fmla="*/ 262031 w 345291"/>
                                <a:gd name="connsiteY17" fmla="*/ 37213 h 307316"/>
                                <a:gd name="connsiteX18" fmla="*/ 250137 w 345291"/>
                                <a:gd name="connsiteY18" fmla="*/ 39592 h 307316"/>
                                <a:gd name="connsiteX19" fmla="*/ 237053 w 345291"/>
                                <a:gd name="connsiteY19" fmla="*/ 40781 h 307316"/>
                                <a:gd name="connsiteX20" fmla="*/ 195423 w 345291"/>
                                <a:gd name="connsiteY20" fmla="*/ 51486 h 307316"/>
                                <a:gd name="connsiteX21" fmla="*/ 190665 w 345291"/>
                                <a:gd name="connsiteY21" fmla="*/ 47918 h 307316"/>
                                <a:gd name="connsiteX22" fmla="*/ 187097 w 345291"/>
                                <a:gd name="connsiteY22" fmla="*/ 43160 h 307316"/>
                                <a:gd name="connsiteX23" fmla="*/ 172824 w 345291"/>
                                <a:gd name="connsiteY23" fmla="*/ 41971 h 307316"/>
                                <a:gd name="connsiteX24" fmla="*/ 157361 w 345291"/>
                                <a:gd name="connsiteY24" fmla="*/ 43160 h 307316"/>
                                <a:gd name="connsiteX25" fmla="*/ 144277 w 345291"/>
                                <a:gd name="connsiteY25" fmla="*/ 46728 h 307316"/>
                                <a:gd name="connsiteX26" fmla="*/ 130004 w 345291"/>
                                <a:gd name="connsiteY26" fmla="*/ 43160 h 307316"/>
                                <a:gd name="connsiteX27" fmla="*/ 130004 w 345291"/>
                                <a:gd name="connsiteY27" fmla="*/ 28887 h 307316"/>
                                <a:gd name="connsiteX28" fmla="*/ 103837 w 345291"/>
                                <a:gd name="connsiteY28" fmla="*/ 20561 h 307316"/>
                                <a:gd name="connsiteX29" fmla="*/ 90753 w 345291"/>
                                <a:gd name="connsiteY29" fmla="*/ 13424 h 307316"/>
                                <a:gd name="connsiteX30" fmla="*/ 84806 w 345291"/>
                                <a:gd name="connsiteY30" fmla="*/ 340 h 307316"/>
                                <a:gd name="connsiteX31" fmla="*/ 72911 w 345291"/>
                                <a:gd name="connsiteY31" fmla="*/ 8666 h 307316"/>
                                <a:gd name="connsiteX32" fmla="*/ 85995 w 345291"/>
                                <a:gd name="connsiteY32" fmla="*/ 13424 h 307316"/>
                                <a:gd name="connsiteX33" fmla="*/ 89563 w 345291"/>
                                <a:gd name="connsiteY33" fmla="*/ 22939 h 307316"/>
                                <a:gd name="connsiteX34" fmla="*/ 89563 w 345291"/>
                                <a:gd name="connsiteY34" fmla="*/ 22939 h 307316"/>
                                <a:gd name="connsiteX35" fmla="*/ 82427 w 345291"/>
                                <a:gd name="connsiteY35" fmla="*/ 21750 h 307316"/>
                                <a:gd name="connsiteX36" fmla="*/ 76479 w 345291"/>
                                <a:gd name="connsiteY36" fmla="*/ 22939 h 307316"/>
                                <a:gd name="connsiteX37" fmla="*/ 65775 w 345291"/>
                                <a:gd name="connsiteY37" fmla="*/ 28887 h 307316"/>
                                <a:gd name="connsiteX38" fmla="*/ 46744 w 345291"/>
                                <a:gd name="connsiteY38" fmla="*/ 44350 h 307316"/>
                                <a:gd name="connsiteX39" fmla="*/ 49122 w 345291"/>
                                <a:gd name="connsiteY39" fmla="*/ 59812 h 307316"/>
                                <a:gd name="connsiteX40" fmla="*/ 51501 w 345291"/>
                                <a:gd name="connsiteY40" fmla="*/ 74085 h 307316"/>
                                <a:gd name="connsiteX41" fmla="*/ 41986 w 345291"/>
                                <a:gd name="connsiteY41" fmla="*/ 81222 h 307316"/>
                                <a:gd name="connsiteX42" fmla="*/ 33660 w 345291"/>
                                <a:gd name="connsiteY42" fmla="*/ 71706 h 307316"/>
                                <a:gd name="connsiteX43" fmla="*/ 36039 w 345291"/>
                                <a:gd name="connsiteY43" fmla="*/ 57433 h 307316"/>
                                <a:gd name="connsiteX44" fmla="*/ 40796 w 345291"/>
                                <a:gd name="connsiteY44" fmla="*/ 49107 h 307316"/>
                                <a:gd name="connsiteX45" fmla="*/ 39607 w 345291"/>
                                <a:gd name="connsiteY45" fmla="*/ 38402 h 307316"/>
                                <a:gd name="connsiteX46" fmla="*/ 37228 w 345291"/>
                                <a:gd name="connsiteY46" fmla="*/ 18182 h 307316"/>
                                <a:gd name="connsiteX47" fmla="*/ 50312 w 345291"/>
                                <a:gd name="connsiteY47" fmla="*/ 8666 h 307316"/>
                                <a:gd name="connsiteX48" fmla="*/ 26523 w 345291"/>
                                <a:gd name="connsiteY48" fmla="*/ 25318 h 307316"/>
                                <a:gd name="connsiteX49" fmla="*/ 12250 w 345291"/>
                                <a:gd name="connsiteY49" fmla="*/ 38402 h 307316"/>
                                <a:gd name="connsiteX50" fmla="*/ 2735 w 345291"/>
                                <a:gd name="connsiteY50" fmla="*/ 65759 h 307316"/>
                                <a:gd name="connsiteX51" fmla="*/ 1545 w 345291"/>
                                <a:gd name="connsiteY51" fmla="*/ 78843 h 307316"/>
                                <a:gd name="connsiteX52" fmla="*/ 7492 w 345291"/>
                                <a:gd name="connsiteY52" fmla="*/ 81222 h 307316"/>
                                <a:gd name="connsiteX53" fmla="*/ 9871 w 345291"/>
                                <a:gd name="connsiteY53" fmla="*/ 87169 h 307316"/>
                                <a:gd name="connsiteX54" fmla="*/ 17008 w 345291"/>
                                <a:gd name="connsiteY54" fmla="*/ 100253 h 307316"/>
                                <a:gd name="connsiteX55" fmla="*/ 19387 w 345291"/>
                                <a:gd name="connsiteY55" fmla="*/ 114526 h 307316"/>
                                <a:gd name="connsiteX56" fmla="*/ 31281 w 345291"/>
                                <a:gd name="connsiteY56" fmla="*/ 134747 h 307316"/>
                                <a:gd name="connsiteX57" fmla="*/ 45554 w 345291"/>
                                <a:gd name="connsiteY57" fmla="*/ 135936 h 307316"/>
                                <a:gd name="connsiteX58" fmla="*/ 61017 w 345291"/>
                                <a:gd name="connsiteY58" fmla="*/ 135936 h 307316"/>
                                <a:gd name="connsiteX59" fmla="*/ 76479 w 345291"/>
                                <a:gd name="connsiteY59" fmla="*/ 137125 h 307316"/>
                                <a:gd name="connsiteX60" fmla="*/ 85995 w 345291"/>
                                <a:gd name="connsiteY60" fmla="*/ 145451 h 307316"/>
                                <a:gd name="connsiteX61" fmla="*/ 96700 w 345291"/>
                                <a:gd name="connsiteY61" fmla="*/ 154967 h 307316"/>
                                <a:gd name="connsiteX62" fmla="*/ 112163 w 345291"/>
                                <a:gd name="connsiteY62" fmla="*/ 157346 h 307316"/>
                                <a:gd name="connsiteX63" fmla="*/ 126436 w 345291"/>
                                <a:gd name="connsiteY63" fmla="*/ 159724 h 307316"/>
                                <a:gd name="connsiteX64" fmla="*/ 139520 w 345291"/>
                                <a:gd name="connsiteY64" fmla="*/ 156156 h 307316"/>
                                <a:gd name="connsiteX65" fmla="*/ 147846 w 345291"/>
                                <a:gd name="connsiteY65" fmla="*/ 164483 h 307316"/>
                                <a:gd name="connsiteX66" fmla="*/ 144277 w 345291"/>
                                <a:gd name="connsiteY66" fmla="*/ 177566 h 307316"/>
                                <a:gd name="connsiteX67" fmla="*/ 140709 w 345291"/>
                                <a:gd name="connsiteY67" fmla="*/ 183513 h 307316"/>
                                <a:gd name="connsiteX68" fmla="*/ 132383 w 345291"/>
                                <a:gd name="connsiteY68" fmla="*/ 187082 h 307316"/>
                                <a:gd name="connsiteX69" fmla="*/ 135951 w 345291"/>
                                <a:gd name="connsiteY69" fmla="*/ 201355 h 307316"/>
                                <a:gd name="connsiteX70" fmla="*/ 137141 w 345291"/>
                                <a:gd name="connsiteY70" fmla="*/ 216818 h 307316"/>
                                <a:gd name="connsiteX71" fmla="*/ 141898 w 345291"/>
                                <a:gd name="connsiteY71" fmla="*/ 229901 h 307316"/>
                                <a:gd name="connsiteX72" fmla="*/ 143088 w 345291"/>
                                <a:gd name="connsiteY72" fmla="*/ 253690 h 307316"/>
                                <a:gd name="connsiteX73" fmla="*/ 149035 w 345291"/>
                                <a:gd name="connsiteY73" fmla="*/ 263205 h 307316"/>
                                <a:gd name="connsiteX74" fmla="*/ 151414 w 345291"/>
                                <a:gd name="connsiteY74" fmla="*/ 275100 h 307316"/>
                                <a:gd name="connsiteX75" fmla="*/ 157361 w 345291"/>
                                <a:gd name="connsiteY75" fmla="*/ 292941 h 307316"/>
                                <a:gd name="connsiteX76" fmla="*/ 158551 w 345291"/>
                                <a:gd name="connsiteY76" fmla="*/ 295320 h 307316"/>
                                <a:gd name="connsiteX77" fmla="*/ 170445 w 345291"/>
                                <a:gd name="connsiteY77" fmla="*/ 303646 h 307316"/>
                                <a:gd name="connsiteX78" fmla="*/ 185907 w 345291"/>
                                <a:gd name="connsiteY78" fmla="*/ 307215 h 307316"/>
                                <a:gd name="connsiteX79" fmla="*/ 206128 w 345291"/>
                                <a:gd name="connsiteY79" fmla="*/ 292941 h 307316"/>
                                <a:gd name="connsiteX80" fmla="*/ 210886 w 345291"/>
                                <a:gd name="connsiteY80" fmla="*/ 288184 h 307316"/>
                                <a:gd name="connsiteX81" fmla="*/ 218022 w 345291"/>
                                <a:gd name="connsiteY81" fmla="*/ 286994 h 307316"/>
                                <a:gd name="connsiteX82" fmla="*/ 226348 w 345291"/>
                                <a:gd name="connsiteY82" fmla="*/ 276289 h 307316"/>
                                <a:gd name="connsiteX83" fmla="*/ 237053 w 345291"/>
                                <a:gd name="connsiteY83" fmla="*/ 267963 h 307316"/>
                                <a:gd name="connsiteX84" fmla="*/ 250137 w 345291"/>
                                <a:gd name="connsiteY84" fmla="*/ 263205 h 307316"/>
                                <a:gd name="connsiteX85" fmla="*/ 225159 w 345291"/>
                                <a:gd name="connsiteY85" fmla="*/ 254879 h 307316"/>
                                <a:gd name="connsiteX86" fmla="*/ 225159 w 345291"/>
                                <a:gd name="connsiteY86" fmla="*/ 226333 h 307316"/>
                                <a:gd name="connsiteX87" fmla="*/ 214454 w 345291"/>
                                <a:gd name="connsiteY87" fmla="*/ 219196 h 307316"/>
                                <a:gd name="connsiteX88" fmla="*/ 220401 w 345291"/>
                                <a:gd name="connsiteY88" fmla="*/ 214439 h 307316"/>
                                <a:gd name="connsiteX89" fmla="*/ 233485 w 345291"/>
                                <a:gd name="connsiteY89" fmla="*/ 220386 h 307316"/>
                                <a:gd name="connsiteX90" fmla="*/ 250137 w 345291"/>
                                <a:gd name="connsiteY90" fmla="*/ 219196 h 307316"/>
                                <a:gd name="connsiteX91" fmla="*/ 277494 w 345291"/>
                                <a:gd name="connsiteY91" fmla="*/ 209681 h 307316"/>
                                <a:gd name="connsiteX92" fmla="*/ 291767 w 345291"/>
                                <a:gd name="connsiteY92" fmla="*/ 208491 h 307316"/>
                                <a:gd name="connsiteX93" fmla="*/ 304851 w 345291"/>
                                <a:gd name="connsiteY93" fmla="*/ 203734 h 307316"/>
                                <a:gd name="connsiteX94" fmla="*/ 323882 w 345291"/>
                                <a:gd name="connsiteY94" fmla="*/ 185892 h 307316"/>
                                <a:gd name="connsiteX95" fmla="*/ 315556 w 345291"/>
                                <a:gd name="connsiteY95" fmla="*/ 177566 h 307316"/>
                                <a:gd name="connsiteX96" fmla="*/ 310798 w 345291"/>
                                <a:gd name="connsiteY96" fmla="*/ 170430 h 307316"/>
                                <a:gd name="connsiteX97" fmla="*/ 306041 w 345291"/>
                                <a:gd name="connsiteY97" fmla="*/ 163293 h 307316"/>
                                <a:gd name="connsiteX98" fmla="*/ 307230 w 345291"/>
                                <a:gd name="connsiteY98" fmla="*/ 158535 h 307316"/>
                                <a:gd name="connsiteX99" fmla="*/ 309609 w 345291"/>
                                <a:gd name="connsiteY99" fmla="*/ 152588 h 307316"/>
                                <a:gd name="connsiteX100" fmla="*/ 319124 w 345291"/>
                                <a:gd name="connsiteY100" fmla="*/ 145451 h 307316"/>
                                <a:gd name="connsiteX101" fmla="*/ 331019 w 345291"/>
                                <a:gd name="connsiteY101" fmla="*/ 141883 h 307316"/>
                                <a:gd name="connsiteX102" fmla="*/ 334587 w 345291"/>
                                <a:gd name="connsiteY102" fmla="*/ 135936 h 307316"/>
                                <a:gd name="connsiteX103" fmla="*/ 329829 w 345291"/>
                                <a:gd name="connsiteY103" fmla="*/ 132368 h 307316"/>
                                <a:gd name="connsiteX104" fmla="*/ 321503 w 345291"/>
                                <a:gd name="connsiteY104" fmla="*/ 122852 h 307316"/>
                                <a:gd name="connsiteX105" fmla="*/ 329829 w 345291"/>
                                <a:gd name="connsiteY105" fmla="*/ 114526 h 30731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  <a:cxn ang="0">
                                  <a:pos x="connsiteX15" y="connsiteY15"/>
                                </a:cxn>
                                <a:cxn ang="0">
                                  <a:pos x="connsiteX16" y="connsiteY16"/>
                                </a:cxn>
                                <a:cxn ang="0">
                                  <a:pos x="connsiteX17" y="connsiteY17"/>
                                </a:cxn>
                                <a:cxn ang="0">
                                  <a:pos x="connsiteX18" y="connsiteY18"/>
                                </a:cxn>
                                <a:cxn ang="0">
                                  <a:pos x="connsiteX19" y="connsiteY19"/>
                                </a:cxn>
                                <a:cxn ang="0">
                                  <a:pos x="connsiteX20" y="connsiteY20"/>
                                </a:cxn>
                                <a:cxn ang="0">
                                  <a:pos x="connsiteX21" y="connsiteY21"/>
                                </a:cxn>
                                <a:cxn ang="0">
                                  <a:pos x="connsiteX22" y="connsiteY22"/>
                                </a:cxn>
                                <a:cxn ang="0">
                                  <a:pos x="connsiteX23" y="connsiteY23"/>
                                </a:cxn>
                                <a:cxn ang="0">
                                  <a:pos x="connsiteX24" y="connsiteY24"/>
                                </a:cxn>
                                <a:cxn ang="0">
                                  <a:pos x="connsiteX25" y="connsiteY25"/>
                                </a:cxn>
                                <a:cxn ang="0">
                                  <a:pos x="connsiteX26" y="connsiteY26"/>
                                </a:cxn>
                                <a:cxn ang="0">
                                  <a:pos x="connsiteX27" y="connsiteY27"/>
                                </a:cxn>
                                <a:cxn ang="0">
                                  <a:pos x="connsiteX28" y="connsiteY28"/>
                                </a:cxn>
                                <a:cxn ang="0">
                                  <a:pos x="connsiteX29" y="connsiteY29"/>
                                </a:cxn>
                                <a:cxn ang="0">
                                  <a:pos x="connsiteX30" y="connsiteY30"/>
                                </a:cxn>
                                <a:cxn ang="0">
                                  <a:pos x="connsiteX31" y="connsiteY31"/>
                                </a:cxn>
                                <a:cxn ang="0">
                                  <a:pos x="connsiteX32" y="connsiteY32"/>
                                </a:cxn>
                                <a:cxn ang="0">
                                  <a:pos x="connsiteX33" y="connsiteY33"/>
                                </a:cxn>
                                <a:cxn ang="0">
                                  <a:pos x="connsiteX34" y="connsiteY34"/>
                                </a:cxn>
                                <a:cxn ang="0">
                                  <a:pos x="connsiteX35" y="connsiteY35"/>
                                </a:cxn>
                                <a:cxn ang="0">
                                  <a:pos x="connsiteX36" y="connsiteY36"/>
                                </a:cxn>
                                <a:cxn ang="0">
                                  <a:pos x="connsiteX37" y="connsiteY37"/>
                                </a:cxn>
                                <a:cxn ang="0">
                                  <a:pos x="connsiteX38" y="connsiteY38"/>
                                </a:cxn>
                                <a:cxn ang="0">
                                  <a:pos x="connsiteX39" y="connsiteY39"/>
                                </a:cxn>
                                <a:cxn ang="0">
                                  <a:pos x="connsiteX40" y="connsiteY40"/>
                                </a:cxn>
                                <a:cxn ang="0">
                                  <a:pos x="connsiteX41" y="connsiteY41"/>
                                </a:cxn>
                                <a:cxn ang="0">
                                  <a:pos x="connsiteX42" y="connsiteY42"/>
                                </a:cxn>
                                <a:cxn ang="0">
                                  <a:pos x="connsiteX43" y="connsiteY43"/>
                                </a:cxn>
                                <a:cxn ang="0">
                                  <a:pos x="connsiteX44" y="connsiteY44"/>
                                </a:cxn>
                                <a:cxn ang="0">
                                  <a:pos x="connsiteX45" y="connsiteY45"/>
                                </a:cxn>
                                <a:cxn ang="0">
                                  <a:pos x="connsiteX46" y="connsiteY46"/>
                                </a:cxn>
                                <a:cxn ang="0">
                                  <a:pos x="connsiteX47" y="connsiteY47"/>
                                </a:cxn>
                                <a:cxn ang="0">
                                  <a:pos x="connsiteX48" y="connsiteY48"/>
                                </a:cxn>
                                <a:cxn ang="0">
                                  <a:pos x="connsiteX49" y="connsiteY49"/>
                                </a:cxn>
                                <a:cxn ang="0">
                                  <a:pos x="connsiteX50" y="connsiteY50"/>
                                </a:cxn>
                                <a:cxn ang="0">
                                  <a:pos x="connsiteX51" y="connsiteY51"/>
                                </a:cxn>
                                <a:cxn ang="0">
                                  <a:pos x="connsiteX52" y="connsiteY52"/>
                                </a:cxn>
                                <a:cxn ang="0">
                                  <a:pos x="connsiteX53" y="connsiteY53"/>
                                </a:cxn>
                                <a:cxn ang="0">
                                  <a:pos x="connsiteX54" y="connsiteY54"/>
                                </a:cxn>
                                <a:cxn ang="0">
                                  <a:pos x="connsiteX55" y="connsiteY55"/>
                                </a:cxn>
                                <a:cxn ang="0">
                                  <a:pos x="connsiteX56" y="connsiteY56"/>
                                </a:cxn>
                                <a:cxn ang="0">
                                  <a:pos x="connsiteX57" y="connsiteY57"/>
                                </a:cxn>
                                <a:cxn ang="0">
                                  <a:pos x="connsiteX58" y="connsiteY58"/>
                                </a:cxn>
                                <a:cxn ang="0">
                                  <a:pos x="connsiteX59" y="connsiteY59"/>
                                </a:cxn>
                                <a:cxn ang="0">
                                  <a:pos x="connsiteX60" y="connsiteY60"/>
                                </a:cxn>
                                <a:cxn ang="0">
                                  <a:pos x="connsiteX61" y="connsiteY61"/>
                                </a:cxn>
                                <a:cxn ang="0">
                                  <a:pos x="connsiteX62" y="connsiteY62"/>
                                </a:cxn>
                                <a:cxn ang="0">
                                  <a:pos x="connsiteX63" y="connsiteY63"/>
                                </a:cxn>
                                <a:cxn ang="0">
                                  <a:pos x="connsiteX64" y="connsiteY64"/>
                                </a:cxn>
                                <a:cxn ang="0">
                                  <a:pos x="connsiteX65" y="connsiteY65"/>
                                </a:cxn>
                                <a:cxn ang="0">
                                  <a:pos x="connsiteX66" y="connsiteY66"/>
                                </a:cxn>
                                <a:cxn ang="0">
                                  <a:pos x="connsiteX67" y="connsiteY67"/>
                                </a:cxn>
                                <a:cxn ang="0">
                                  <a:pos x="connsiteX68" y="connsiteY68"/>
                                </a:cxn>
                                <a:cxn ang="0">
                                  <a:pos x="connsiteX69" y="connsiteY69"/>
                                </a:cxn>
                                <a:cxn ang="0">
                                  <a:pos x="connsiteX70" y="connsiteY70"/>
                                </a:cxn>
                                <a:cxn ang="0">
                                  <a:pos x="connsiteX71" y="connsiteY71"/>
                                </a:cxn>
                                <a:cxn ang="0">
                                  <a:pos x="connsiteX72" y="connsiteY72"/>
                                </a:cxn>
                                <a:cxn ang="0">
                                  <a:pos x="connsiteX73" y="connsiteY73"/>
                                </a:cxn>
                                <a:cxn ang="0">
                                  <a:pos x="connsiteX74" y="connsiteY74"/>
                                </a:cxn>
                                <a:cxn ang="0">
                                  <a:pos x="connsiteX75" y="connsiteY75"/>
                                </a:cxn>
                                <a:cxn ang="0">
                                  <a:pos x="connsiteX76" y="connsiteY76"/>
                                </a:cxn>
                                <a:cxn ang="0">
                                  <a:pos x="connsiteX77" y="connsiteY77"/>
                                </a:cxn>
                                <a:cxn ang="0">
                                  <a:pos x="connsiteX78" y="connsiteY78"/>
                                </a:cxn>
                                <a:cxn ang="0">
                                  <a:pos x="connsiteX79" y="connsiteY79"/>
                                </a:cxn>
                                <a:cxn ang="0">
                                  <a:pos x="connsiteX80" y="connsiteY80"/>
                                </a:cxn>
                                <a:cxn ang="0">
                                  <a:pos x="connsiteX81" y="connsiteY81"/>
                                </a:cxn>
                                <a:cxn ang="0">
                                  <a:pos x="connsiteX82" y="connsiteY82"/>
                                </a:cxn>
                                <a:cxn ang="0">
                                  <a:pos x="connsiteX83" y="connsiteY83"/>
                                </a:cxn>
                                <a:cxn ang="0">
                                  <a:pos x="connsiteX84" y="connsiteY84"/>
                                </a:cxn>
                                <a:cxn ang="0">
                                  <a:pos x="connsiteX85" y="connsiteY85"/>
                                </a:cxn>
                                <a:cxn ang="0">
                                  <a:pos x="connsiteX86" y="connsiteY86"/>
                                </a:cxn>
                                <a:cxn ang="0">
                                  <a:pos x="connsiteX87" y="connsiteY87"/>
                                </a:cxn>
                                <a:cxn ang="0">
                                  <a:pos x="connsiteX88" y="connsiteY88"/>
                                </a:cxn>
                                <a:cxn ang="0">
                                  <a:pos x="connsiteX89" y="connsiteY89"/>
                                </a:cxn>
                                <a:cxn ang="0">
                                  <a:pos x="connsiteX90" y="connsiteY90"/>
                                </a:cxn>
                                <a:cxn ang="0">
                                  <a:pos x="connsiteX91" y="connsiteY91"/>
                                </a:cxn>
                                <a:cxn ang="0">
                                  <a:pos x="connsiteX92" y="connsiteY92"/>
                                </a:cxn>
                                <a:cxn ang="0">
                                  <a:pos x="connsiteX93" y="connsiteY93"/>
                                </a:cxn>
                                <a:cxn ang="0">
                                  <a:pos x="connsiteX94" y="connsiteY94"/>
                                </a:cxn>
                                <a:cxn ang="0">
                                  <a:pos x="connsiteX95" y="connsiteY95"/>
                                </a:cxn>
                                <a:cxn ang="0">
                                  <a:pos x="connsiteX96" y="connsiteY96"/>
                                </a:cxn>
                                <a:cxn ang="0">
                                  <a:pos x="connsiteX97" y="connsiteY97"/>
                                </a:cxn>
                                <a:cxn ang="0">
                                  <a:pos x="connsiteX98" y="connsiteY98"/>
                                </a:cxn>
                                <a:cxn ang="0">
                                  <a:pos x="connsiteX99" y="connsiteY99"/>
                                </a:cxn>
                                <a:cxn ang="0">
                                  <a:pos x="connsiteX100" y="connsiteY100"/>
                                </a:cxn>
                                <a:cxn ang="0">
                                  <a:pos x="connsiteX101" y="connsiteY101"/>
                                </a:cxn>
                                <a:cxn ang="0">
                                  <a:pos x="connsiteX102" y="connsiteY102"/>
                                </a:cxn>
                                <a:cxn ang="0">
                                  <a:pos x="connsiteX103" y="connsiteY103"/>
                                </a:cxn>
                                <a:cxn ang="0">
                                  <a:pos x="connsiteX104" y="connsiteY104"/>
                                </a:cxn>
                                <a:cxn ang="0">
                                  <a:pos x="connsiteX105" y="connsiteY105"/>
                                </a:cxn>
                              </a:cxnLst>
                              <a:rect l="l" t="t" r="r" b="b"/>
                              <a:pathLst>
                                <a:path w="345291" h="307316">
                                  <a:moveTo>
                                    <a:pt x="329829" y="114526"/>
                                  </a:moveTo>
                                  <a:cubicBezTo>
                                    <a:pt x="335776" y="110958"/>
                                    <a:pt x="342913" y="106200"/>
                                    <a:pt x="345292" y="99064"/>
                                  </a:cubicBezTo>
                                  <a:cubicBezTo>
                                    <a:pt x="344102" y="99064"/>
                                    <a:pt x="344102" y="99064"/>
                                    <a:pt x="342913" y="99064"/>
                                  </a:cubicBezTo>
                                  <a:cubicBezTo>
                                    <a:pt x="338155" y="97874"/>
                                    <a:pt x="333398" y="94306"/>
                                    <a:pt x="328640" y="94306"/>
                                  </a:cubicBezTo>
                                  <a:cubicBezTo>
                                    <a:pt x="319124" y="94306"/>
                                    <a:pt x="304851" y="106200"/>
                                    <a:pt x="298904" y="97874"/>
                                  </a:cubicBezTo>
                                  <a:cubicBezTo>
                                    <a:pt x="296525" y="94306"/>
                                    <a:pt x="306041" y="94306"/>
                                    <a:pt x="309609" y="91927"/>
                                  </a:cubicBezTo>
                                  <a:cubicBezTo>
                                    <a:pt x="311988" y="89548"/>
                                    <a:pt x="316745" y="87169"/>
                                    <a:pt x="316745" y="83601"/>
                                  </a:cubicBezTo>
                                  <a:cubicBezTo>
                                    <a:pt x="316745" y="78843"/>
                                    <a:pt x="314367" y="76464"/>
                                    <a:pt x="310798" y="72896"/>
                                  </a:cubicBezTo>
                                  <a:cubicBezTo>
                                    <a:pt x="308419" y="70517"/>
                                    <a:pt x="302472" y="69328"/>
                                    <a:pt x="298904" y="68138"/>
                                  </a:cubicBezTo>
                                  <a:cubicBezTo>
                                    <a:pt x="294146" y="66949"/>
                                    <a:pt x="291767" y="64570"/>
                                    <a:pt x="287009" y="63381"/>
                                  </a:cubicBezTo>
                                  <a:cubicBezTo>
                                    <a:pt x="284631" y="62191"/>
                                    <a:pt x="283441" y="63381"/>
                                    <a:pt x="281062" y="62191"/>
                                  </a:cubicBezTo>
                                  <a:cubicBezTo>
                                    <a:pt x="278683" y="61002"/>
                                    <a:pt x="278683" y="56244"/>
                                    <a:pt x="276305" y="58623"/>
                                  </a:cubicBezTo>
                                  <a:cubicBezTo>
                                    <a:pt x="275115" y="59812"/>
                                    <a:pt x="276305" y="61002"/>
                                    <a:pt x="275115" y="62191"/>
                                  </a:cubicBezTo>
                                  <a:cubicBezTo>
                                    <a:pt x="272736" y="64570"/>
                                    <a:pt x="271547" y="58623"/>
                                    <a:pt x="269168" y="55054"/>
                                  </a:cubicBezTo>
                                  <a:cubicBezTo>
                                    <a:pt x="266789" y="51486"/>
                                    <a:pt x="264410" y="53865"/>
                                    <a:pt x="262031" y="49107"/>
                                  </a:cubicBezTo>
                                  <a:cubicBezTo>
                                    <a:pt x="260842" y="44350"/>
                                    <a:pt x="272736" y="45539"/>
                                    <a:pt x="275115" y="44350"/>
                                  </a:cubicBezTo>
                                  <a:cubicBezTo>
                                    <a:pt x="278683" y="43160"/>
                                    <a:pt x="289388" y="40781"/>
                                    <a:pt x="287009" y="38402"/>
                                  </a:cubicBezTo>
                                  <a:cubicBezTo>
                                    <a:pt x="281062" y="32455"/>
                                    <a:pt x="270357" y="37213"/>
                                    <a:pt x="262031" y="37213"/>
                                  </a:cubicBezTo>
                                  <a:cubicBezTo>
                                    <a:pt x="257274" y="37213"/>
                                    <a:pt x="254895" y="38402"/>
                                    <a:pt x="250137" y="39592"/>
                                  </a:cubicBezTo>
                                  <a:cubicBezTo>
                                    <a:pt x="245379" y="40781"/>
                                    <a:pt x="241811" y="39592"/>
                                    <a:pt x="237053" y="40781"/>
                                  </a:cubicBezTo>
                                  <a:cubicBezTo>
                                    <a:pt x="222780" y="44350"/>
                                    <a:pt x="210886" y="62191"/>
                                    <a:pt x="195423" y="51486"/>
                                  </a:cubicBezTo>
                                  <a:cubicBezTo>
                                    <a:pt x="194234" y="50297"/>
                                    <a:pt x="191855" y="47918"/>
                                    <a:pt x="190665" y="47918"/>
                                  </a:cubicBezTo>
                                  <a:cubicBezTo>
                                    <a:pt x="189476" y="46728"/>
                                    <a:pt x="187097" y="43160"/>
                                    <a:pt x="187097" y="43160"/>
                                  </a:cubicBezTo>
                                  <a:cubicBezTo>
                                    <a:pt x="182339" y="39592"/>
                                    <a:pt x="178771" y="41971"/>
                                    <a:pt x="172824" y="41971"/>
                                  </a:cubicBezTo>
                                  <a:cubicBezTo>
                                    <a:pt x="168066" y="43160"/>
                                    <a:pt x="162119" y="41971"/>
                                    <a:pt x="157361" y="43160"/>
                                  </a:cubicBezTo>
                                  <a:cubicBezTo>
                                    <a:pt x="152603" y="44350"/>
                                    <a:pt x="149035" y="46728"/>
                                    <a:pt x="144277" y="46728"/>
                                  </a:cubicBezTo>
                                  <a:cubicBezTo>
                                    <a:pt x="139520" y="47918"/>
                                    <a:pt x="132383" y="46728"/>
                                    <a:pt x="130004" y="43160"/>
                                  </a:cubicBezTo>
                                  <a:cubicBezTo>
                                    <a:pt x="126436" y="38402"/>
                                    <a:pt x="131194" y="34834"/>
                                    <a:pt x="130004" y="28887"/>
                                  </a:cubicBezTo>
                                  <a:cubicBezTo>
                                    <a:pt x="127625" y="14614"/>
                                    <a:pt x="112163" y="25318"/>
                                    <a:pt x="103837" y="20561"/>
                                  </a:cubicBezTo>
                                  <a:cubicBezTo>
                                    <a:pt x="97889" y="16992"/>
                                    <a:pt x="93132" y="20561"/>
                                    <a:pt x="90753" y="13424"/>
                                  </a:cubicBezTo>
                                  <a:cubicBezTo>
                                    <a:pt x="89563" y="8666"/>
                                    <a:pt x="91942" y="-2038"/>
                                    <a:pt x="84806" y="340"/>
                                  </a:cubicBezTo>
                                  <a:cubicBezTo>
                                    <a:pt x="83616" y="340"/>
                                    <a:pt x="72911" y="8666"/>
                                    <a:pt x="72911" y="8666"/>
                                  </a:cubicBezTo>
                                  <a:cubicBezTo>
                                    <a:pt x="70532" y="16992"/>
                                    <a:pt x="82427" y="11045"/>
                                    <a:pt x="85995" y="13424"/>
                                  </a:cubicBezTo>
                                  <a:cubicBezTo>
                                    <a:pt x="88374" y="15803"/>
                                    <a:pt x="91942" y="19371"/>
                                    <a:pt x="89563" y="22939"/>
                                  </a:cubicBezTo>
                                  <a:cubicBezTo>
                                    <a:pt x="89563" y="22939"/>
                                    <a:pt x="89563" y="22939"/>
                                    <a:pt x="89563" y="22939"/>
                                  </a:cubicBezTo>
                                  <a:cubicBezTo>
                                    <a:pt x="87185" y="24129"/>
                                    <a:pt x="83616" y="21750"/>
                                    <a:pt x="82427" y="21750"/>
                                  </a:cubicBezTo>
                                  <a:cubicBezTo>
                                    <a:pt x="78858" y="21750"/>
                                    <a:pt x="80048" y="20561"/>
                                    <a:pt x="76479" y="22939"/>
                                  </a:cubicBezTo>
                                  <a:cubicBezTo>
                                    <a:pt x="72911" y="24129"/>
                                    <a:pt x="69343" y="27697"/>
                                    <a:pt x="65775" y="28887"/>
                                  </a:cubicBezTo>
                                  <a:cubicBezTo>
                                    <a:pt x="56259" y="32455"/>
                                    <a:pt x="45554" y="32455"/>
                                    <a:pt x="46744" y="44350"/>
                                  </a:cubicBezTo>
                                  <a:cubicBezTo>
                                    <a:pt x="46744" y="49107"/>
                                    <a:pt x="47933" y="55054"/>
                                    <a:pt x="49122" y="59812"/>
                                  </a:cubicBezTo>
                                  <a:cubicBezTo>
                                    <a:pt x="50312" y="63381"/>
                                    <a:pt x="53880" y="70517"/>
                                    <a:pt x="51501" y="74085"/>
                                  </a:cubicBezTo>
                                  <a:cubicBezTo>
                                    <a:pt x="50312" y="76464"/>
                                    <a:pt x="44365" y="81222"/>
                                    <a:pt x="41986" y="81222"/>
                                  </a:cubicBezTo>
                                  <a:cubicBezTo>
                                    <a:pt x="33660" y="83601"/>
                                    <a:pt x="38418" y="75275"/>
                                    <a:pt x="33660" y="71706"/>
                                  </a:cubicBezTo>
                                  <a:cubicBezTo>
                                    <a:pt x="26523" y="65759"/>
                                    <a:pt x="33660" y="61002"/>
                                    <a:pt x="36039" y="57433"/>
                                  </a:cubicBezTo>
                                  <a:cubicBezTo>
                                    <a:pt x="38418" y="53865"/>
                                    <a:pt x="39607" y="52675"/>
                                    <a:pt x="40796" y="49107"/>
                                  </a:cubicBezTo>
                                  <a:cubicBezTo>
                                    <a:pt x="41986" y="45539"/>
                                    <a:pt x="40796" y="41971"/>
                                    <a:pt x="39607" y="38402"/>
                                  </a:cubicBezTo>
                                  <a:cubicBezTo>
                                    <a:pt x="38418" y="31266"/>
                                    <a:pt x="31281" y="24129"/>
                                    <a:pt x="37228" y="18182"/>
                                  </a:cubicBezTo>
                                  <a:cubicBezTo>
                                    <a:pt x="39607" y="15803"/>
                                    <a:pt x="45554" y="12235"/>
                                    <a:pt x="50312" y="8666"/>
                                  </a:cubicBezTo>
                                  <a:cubicBezTo>
                                    <a:pt x="41986" y="6287"/>
                                    <a:pt x="28902" y="20561"/>
                                    <a:pt x="26523" y="25318"/>
                                  </a:cubicBezTo>
                                  <a:cubicBezTo>
                                    <a:pt x="22955" y="32455"/>
                                    <a:pt x="15818" y="34834"/>
                                    <a:pt x="12250" y="38402"/>
                                  </a:cubicBezTo>
                                  <a:cubicBezTo>
                                    <a:pt x="5113" y="45539"/>
                                    <a:pt x="6303" y="56244"/>
                                    <a:pt x="2735" y="65759"/>
                                  </a:cubicBezTo>
                                  <a:cubicBezTo>
                                    <a:pt x="1545" y="70517"/>
                                    <a:pt x="-2023" y="74085"/>
                                    <a:pt x="1545" y="78843"/>
                                  </a:cubicBezTo>
                                  <a:cubicBezTo>
                                    <a:pt x="2735" y="80033"/>
                                    <a:pt x="6303" y="78843"/>
                                    <a:pt x="7492" y="81222"/>
                                  </a:cubicBezTo>
                                  <a:cubicBezTo>
                                    <a:pt x="8682" y="82411"/>
                                    <a:pt x="9871" y="84790"/>
                                    <a:pt x="9871" y="87169"/>
                                  </a:cubicBezTo>
                                  <a:cubicBezTo>
                                    <a:pt x="12250" y="91927"/>
                                    <a:pt x="14629" y="95495"/>
                                    <a:pt x="17008" y="100253"/>
                                  </a:cubicBezTo>
                                  <a:cubicBezTo>
                                    <a:pt x="20576" y="107389"/>
                                    <a:pt x="21766" y="107389"/>
                                    <a:pt x="19387" y="114526"/>
                                  </a:cubicBezTo>
                                  <a:cubicBezTo>
                                    <a:pt x="15818" y="127610"/>
                                    <a:pt x="19387" y="131178"/>
                                    <a:pt x="31281" y="134747"/>
                                  </a:cubicBezTo>
                                  <a:cubicBezTo>
                                    <a:pt x="37228" y="135936"/>
                                    <a:pt x="39607" y="137125"/>
                                    <a:pt x="45554" y="135936"/>
                                  </a:cubicBezTo>
                                  <a:cubicBezTo>
                                    <a:pt x="50312" y="134747"/>
                                    <a:pt x="55070" y="135936"/>
                                    <a:pt x="61017" y="135936"/>
                                  </a:cubicBezTo>
                                  <a:cubicBezTo>
                                    <a:pt x="65775" y="135936"/>
                                    <a:pt x="71722" y="134747"/>
                                    <a:pt x="76479" y="137125"/>
                                  </a:cubicBezTo>
                                  <a:cubicBezTo>
                                    <a:pt x="80048" y="138315"/>
                                    <a:pt x="83616" y="143072"/>
                                    <a:pt x="85995" y="145451"/>
                                  </a:cubicBezTo>
                                  <a:cubicBezTo>
                                    <a:pt x="89563" y="149020"/>
                                    <a:pt x="93132" y="152588"/>
                                    <a:pt x="96700" y="154967"/>
                                  </a:cubicBezTo>
                                  <a:cubicBezTo>
                                    <a:pt x="102647" y="158535"/>
                                    <a:pt x="106215" y="157346"/>
                                    <a:pt x="112163" y="157346"/>
                                  </a:cubicBezTo>
                                  <a:cubicBezTo>
                                    <a:pt x="118110" y="157346"/>
                                    <a:pt x="121678" y="159724"/>
                                    <a:pt x="126436" y="159724"/>
                                  </a:cubicBezTo>
                                  <a:cubicBezTo>
                                    <a:pt x="131194" y="159724"/>
                                    <a:pt x="134762" y="156156"/>
                                    <a:pt x="139520" y="156156"/>
                                  </a:cubicBezTo>
                                  <a:cubicBezTo>
                                    <a:pt x="144277" y="156156"/>
                                    <a:pt x="147846" y="158535"/>
                                    <a:pt x="147846" y="164483"/>
                                  </a:cubicBezTo>
                                  <a:cubicBezTo>
                                    <a:pt x="149035" y="169240"/>
                                    <a:pt x="146656" y="173998"/>
                                    <a:pt x="144277" y="177566"/>
                                  </a:cubicBezTo>
                                  <a:cubicBezTo>
                                    <a:pt x="143088" y="179945"/>
                                    <a:pt x="141898" y="182324"/>
                                    <a:pt x="140709" y="183513"/>
                                  </a:cubicBezTo>
                                  <a:cubicBezTo>
                                    <a:pt x="138330" y="185892"/>
                                    <a:pt x="133572" y="181135"/>
                                    <a:pt x="132383" y="187082"/>
                                  </a:cubicBezTo>
                                  <a:cubicBezTo>
                                    <a:pt x="131194" y="191839"/>
                                    <a:pt x="134762" y="196597"/>
                                    <a:pt x="135951" y="201355"/>
                                  </a:cubicBezTo>
                                  <a:cubicBezTo>
                                    <a:pt x="137141" y="206113"/>
                                    <a:pt x="135951" y="212060"/>
                                    <a:pt x="137141" y="216818"/>
                                  </a:cubicBezTo>
                                  <a:cubicBezTo>
                                    <a:pt x="138330" y="221575"/>
                                    <a:pt x="140709" y="225143"/>
                                    <a:pt x="141898" y="229901"/>
                                  </a:cubicBezTo>
                                  <a:cubicBezTo>
                                    <a:pt x="144277" y="239417"/>
                                    <a:pt x="127625" y="251311"/>
                                    <a:pt x="143088" y="253690"/>
                                  </a:cubicBezTo>
                                  <a:cubicBezTo>
                                    <a:pt x="144277" y="257258"/>
                                    <a:pt x="147846" y="259637"/>
                                    <a:pt x="149035" y="263205"/>
                                  </a:cubicBezTo>
                                  <a:cubicBezTo>
                                    <a:pt x="150224" y="266774"/>
                                    <a:pt x="150224" y="270342"/>
                                    <a:pt x="151414" y="275100"/>
                                  </a:cubicBezTo>
                                  <a:cubicBezTo>
                                    <a:pt x="153793" y="281047"/>
                                    <a:pt x="156172" y="286994"/>
                                    <a:pt x="157361" y="292941"/>
                                  </a:cubicBezTo>
                                  <a:cubicBezTo>
                                    <a:pt x="157361" y="294131"/>
                                    <a:pt x="157361" y="295320"/>
                                    <a:pt x="158551" y="295320"/>
                                  </a:cubicBezTo>
                                  <a:cubicBezTo>
                                    <a:pt x="163308" y="296510"/>
                                    <a:pt x="165687" y="301268"/>
                                    <a:pt x="170445" y="303646"/>
                                  </a:cubicBezTo>
                                  <a:cubicBezTo>
                                    <a:pt x="175203" y="306025"/>
                                    <a:pt x="181150" y="307215"/>
                                    <a:pt x="185907" y="307215"/>
                                  </a:cubicBezTo>
                                  <a:cubicBezTo>
                                    <a:pt x="194234" y="308404"/>
                                    <a:pt x="200181" y="298889"/>
                                    <a:pt x="206128" y="292941"/>
                                  </a:cubicBezTo>
                                  <a:cubicBezTo>
                                    <a:pt x="207317" y="291752"/>
                                    <a:pt x="209696" y="288184"/>
                                    <a:pt x="210886" y="288184"/>
                                  </a:cubicBezTo>
                                  <a:cubicBezTo>
                                    <a:pt x="213265" y="286994"/>
                                    <a:pt x="215643" y="288184"/>
                                    <a:pt x="218022" y="286994"/>
                                  </a:cubicBezTo>
                                  <a:cubicBezTo>
                                    <a:pt x="221591" y="284615"/>
                                    <a:pt x="222780" y="279858"/>
                                    <a:pt x="226348" y="276289"/>
                                  </a:cubicBezTo>
                                  <a:cubicBezTo>
                                    <a:pt x="229917" y="272721"/>
                                    <a:pt x="233485" y="269153"/>
                                    <a:pt x="237053" y="267963"/>
                                  </a:cubicBezTo>
                                  <a:cubicBezTo>
                                    <a:pt x="240622" y="265585"/>
                                    <a:pt x="247758" y="267963"/>
                                    <a:pt x="250137" y="263205"/>
                                  </a:cubicBezTo>
                                  <a:cubicBezTo>
                                    <a:pt x="253705" y="253690"/>
                                    <a:pt x="229917" y="258448"/>
                                    <a:pt x="225159" y="254879"/>
                                  </a:cubicBezTo>
                                  <a:cubicBezTo>
                                    <a:pt x="216833" y="247743"/>
                                    <a:pt x="229917" y="234659"/>
                                    <a:pt x="225159" y="226333"/>
                                  </a:cubicBezTo>
                                  <a:cubicBezTo>
                                    <a:pt x="222780" y="222765"/>
                                    <a:pt x="218022" y="222765"/>
                                    <a:pt x="214454" y="219196"/>
                                  </a:cubicBezTo>
                                  <a:cubicBezTo>
                                    <a:pt x="208507" y="213249"/>
                                    <a:pt x="215643" y="213249"/>
                                    <a:pt x="220401" y="214439"/>
                                  </a:cubicBezTo>
                                  <a:cubicBezTo>
                                    <a:pt x="225159" y="215628"/>
                                    <a:pt x="228727" y="219196"/>
                                    <a:pt x="233485" y="220386"/>
                                  </a:cubicBezTo>
                                  <a:cubicBezTo>
                                    <a:pt x="238243" y="221575"/>
                                    <a:pt x="245379" y="220386"/>
                                    <a:pt x="250137" y="219196"/>
                                  </a:cubicBezTo>
                                  <a:cubicBezTo>
                                    <a:pt x="259653" y="218007"/>
                                    <a:pt x="271547" y="216818"/>
                                    <a:pt x="277494" y="209681"/>
                                  </a:cubicBezTo>
                                  <a:cubicBezTo>
                                    <a:pt x="283441" y="209681"/>
                                    <a:pt x="285820" y="210870"/>
                                    <a:pt x="291767" y="208491"/>
                                  </a:cubicBezTo>
                                  <a:cubicBezTo>
                                    <a:pt x="295336" y="207302"/>
                                    <a:pt x="300093" y="206113"/>
                                    <a:pt x="304851" y="203734"/>
                                  </a:cubicBezTo>
                                  <a:cubicBezTo>
                                    <a:pt x="313177" y="200166"/>
                                    <a:pt x="323882" y="195408"/>
                                    <a:pt x="323882" y="185892"/>
                                  </a:cubicBezTo>
                                  <a:cubicBezTo>
                                    <a:pt x="321503" y="183513"/>
                                    <a:pt x="317935" y="179945"/>
                                    <a:pt x="315556" y="177566"/>
                                  </a:cubicBezTo>
                                  <a:cubicBezTo>
                                    <a:pt x="313177" y="175187"/>
                                    <a:pt x="311988" y="172808"/>
                                    <a:pt x="310798" y="170430"/>
                                  </a:cubicBezTo>
                                  <a:cubicBezTo>
                                    <a:pt x="309609" y="168051"/>
                                    <a:pt x="308419" y="163293"/>
                                    <a:pt x="306041" y="163293"/>
                                  </a:cubicBezTo>
                                  <a:cubicBezTo>
                                    <a:pt x="303662" y="160914"/>
                                    <a:pt x="306041" y="159724"/>
                                    <a:pt x="307230" y="158535"/>
                                  </a:cubicBezTo>
                                  <a:cubicBezTo>
                                    <a:pt x="308419" y="156156"/>
                                    <a:pt x="309609" y="154967"/>
                                    <a:pt x="309609" y="152588"/>
                                  </a:cubicBezTo>
                                  <a:cubicBezTo>
                                    <a:pt x="310798" y="146641"/>
                                    <a:pt x="313177" y="145451"/>
                                    <a:pt x="319124" y="145451"/>
                                  </a:cubicBezTo>
                                  <a:cubicBezTo>
                                    <a:pt x="323882" y="145451"/>
                                    <a:pt x="327450" y="144262"/>
                                    <a:pt x="331019" y="141883"/>
                                  </a:cubicBezTo>
                                  <a:cubicBezTo>
                                    <a:pt x="332208" y="140694"/>
                                    <a:pt x="335776" y="139504"/>
                                    <a:pt x="334587" y="135936"/>
                                  </a:cubicBezTo>
                                  <a:cubicBezTo>
                                    <a:pt x="333398" y="134747"/>
                                    <a:pt x="329829" y="133557"/>
                                    <a:pt x="329829" y="132368"/>
                                  </a:cubicBezTo>
                                  <a:cubicBezTo>
                                    <a:pt x="325072" y="129989"/>
                                    <a:pt x="321503" y="128799"/>
                                    <a:pt x="321503" y="122852"/>
                                  </a:cubicBezTo>
                                  <a:cubicBezTo>
                                    <a:pt x="320314" y="119284"/>
                                    <a:pt x="326261" y="115716"/>
                                    <a:pt x="329829" y="114526"/>
                                  </a:cubicBezTo>
                                  <a:close/>
                                </a:path>
                              </a:pathLst>
                            </a:custGeom>
                            <a:grpFill/>
                            <a:ln w="11894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427" name="Freeform 426">
                            <a:extLst>
                              <a:ext uri="{FF2B5EF4-FFF2-40B4-BE49-F238E27FC236}">
                                <a16:creationId xmlns:a16="http://schemas.microsoft.com/office/drawing/2014/main" id="{D9CE362F-BC17-B5B9-0ADF-5E59858A68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919046" y="4669799"/>
                            <a:ext cx="322977" cy="358198"/>
                          </a:xfrm>
                          <a:custGeom>
                            <a:avLst/>
                            <a:gdLst>
                              <a:gd name="connsiteX0" fmla="*/ 315200 w 322977"/>
                              <a:gd name="connsiteY0" fmla="*/ 262865 h 358198"/>
                              <a:gd name="connsiteX1" fmla="*/ 310443 w 322977"/>
                              <a:gd name="connsiteY1" fmla="*/ 280707 h 358198"/>
                              <a:gd name="connsiteX2" fmla="*/ 291412 w 322977"/>
                              <a:gd name="connsiteY2" fmla="*/ 268812 h 358198"/>
                              <a:gd name="connsiteX3" fmla="*/ 264055 w 322977"/>
                              <a:gd name="connsiteY3" fmla="*/ 262865 h 358198"/>
                              <a:gd name="connsiteX4" fmla="*/ 236698 w 322977"/>
                              <a:gd name="connsiteY4" fmla="*/ 268812 h 358198"/>
                              <a:gd name="connsiteX5" fmla="*/ 210530 w 322977"/>
                              <a:gd name="connsiteY5" fmla="*/ 277138 h 358198"/>
                              <a:gd name="connsiteX6" fmla="*/ 209341 w 322977"/>
                              <a:gd name="connsiteY6" fmla="*/ 292601 h 358198"/>
                              <a:gd name="connsiteX7" fmla="*/ 199825 w 322977"/>
                              <a:gd name="connsiteY7" fmla="*/ 300927 h 358198"/>
                              <a:gd name="connsiteX8" fmla="*/ 203393 w 322977"/>
                              <a:gd name="connsiteY8" fmla="*/ 314011 h 358198"/>
                              <a:gd name="connsiteX9" fmla="*/ 199825 w 322977"/>
                              <a:gd name="connsiteY9" fmla="*/ 327095 h 358198"/>
                              <a:gd name="connsiteX10" fmla="*/ 193878 w 322977"/>
                              <a:gd name="connsiteY10" fmla="*/ 342557 h 358198"/>
                              <a:gd name="connsiteX11" fmla="*/ 179605 w 322977"/>
                              <a:gd name="connsiteY11" fmla="*/ 337799 h 358198"/>
                              <a:gd name="connsiteX12" fmla="*/ 160574 w 322977"/>
                              <a:gd name="connsiteY12" fmla="*/ 340178 h 358198"/>
                              <a:gd name="connsiteX13" fmla="*/ 155816 w 322977"/>
                              <a:gd name="connsiteY13" fmla="*/ 358020 h 358198"/>
                              <a:gd name="connsiteX14" fmla="*/ 149869 w 322977"/>
                              <a:gd name="connsiteY14" fmla="*/ 353262 h 358198"/>
                              <a:gd name="connsiteX15" fmla="*/ 148679 w 322977"/>
                              <a:gd name="connsiteY15" fmla="*/ 343747 h 358198"/>
                              <a:gd name="connsiteX16" fmla="*/ 134406 w 322977"/>
                              <a:gd name="connsiteY16" fmla="*/ 337799 h 358198"/>
                              <a:gd name="connsiteX17" fmla="*/ 115375 w 322977"/>
                              <a:gd name="connsiteY17" fmla="*/ 338989 h 358198"/>
                              <a:gd name="connsiteX18" fmla="*/ 99913 w 322977"/>
                              <a:gd name="connsiteY18" fmla="*/ 337799 h 358198"/>
                              <a:gd name="connsiteX19" fmla="*/ 90397 w 322977"/>
                              <a:gd name="connsiteY19" fmla="*/ 348504 h 358198"/>
                              <a:gd name="connsiteX20" fmla="*/ 83260 w 322977"/>
                              <a:gd name="connsiteY20" fmla="*/ 356831 h 358198"/>
                              <a:gd name="connsiteX21" fmla="*/ 48767 w 322977"/>
                              <a:gd name="connsiteY21" fmla="*/ 311632 h 358198"/>
                              <a:gd name="connsiteX22" fmla="*/ 39251 w 322977"/>
                              <a:gd name="connsiteY22" fmla="*/ 296169 h 358198"/>
                              <a:gd name="connsiteX23" fmla="*/ 40441 w 322977"/>
                              <a:gd name="connsiteY23" fmla="*/ 279517 h 358198"/>
                              <a:gd name="connsiteX24" fmla="*/ 27357 w 322977"/>
                              <a:gd name="connsiteY24" fmla="*/ 250971 h 358198"/>
                              <a:gd name="connsiteX25" fmla="*/ 22599 w 322977"/>
                              <a:gd name="connsiteY25" fmla="*/ 227182 h 358198"/>
                              <a:gd name="connsiteX26" fmla="*/ 13084 w 322977"/>
                              <a:gd name="connsiteY26" fmla="*/ 206962 h 358198"/>
                              <a:gd name="connsiteX27" fmla="*/ 8326 w 322977"/>
                              <a:gd name="connsiteY27" fmla="*/ 211719 h 358198"/>
                              <a:gd name="connsiteX28" fmla="*/ 10705 w 322977"/>
                              <a:gd name="connsiteY28" fmla="*/ 199825 h 358198"/>
                              <a:gd name="connsiteX29" fmla="*/ 16652 w 322977"/>
                              <a:gd name="connsiteY29" fmla="*/ 191499 h 358198"/>
                              <a:gd name="connsiteX30" fmla="*/ 19031 w 322977"/>
                              <a:gd name="connsiteY30" fmla="*/ 180794 h 358198"/>
                              <a:gd name="connsiteX31" fmla="*/ 19031 w 322977"/>
                              <a:gd name="connsiteY31" fmla="*/ 180794 h 358198"/>
                              <a:gd name="connsiteX32" fmla="*/ 21410 w 322977"/>
                              <a:gd name="connsiteY32" fmla="*/ 191499 h 358198"/>
                              <a:gd name="connsiteX33" fmla="*/ 19031 w 322977"/>
                              <a:gd name="connsiteY33" fmla="*/ 166521 h 358198"/>
                              <a:gd name="connsiteX34" fmla="*/ 19031 w 322977"/>
                              <a:gd name="connsiteY34" fmla="*/ 164142 h 358198"/>
                              <a:gd name="connsiteX35" fmla="*/ 20221 w 322977"/>
                              <a:gd name="connsiteY35" fmla="*/ 124891 h 358198"/>
                              <a:gd name="connsiteX36" fmla="*/ 19031 w 322977"/>
                              <a:gd name="connsiteY36" fmla="*/ 104670 h 358198"/>
                              <a:gd name="connsiteX37" fmla="*/ 21410 w 322977"/>
                              <a:gd name="connsiteY37" fmla="*/ 85639 h 358198"/>
                              <a:gd name="connsiteX38" fmla="*/ 24978 w 322977"/>
                              <a:gd name="connsiteY38" fmla="*/ 67798 h 358198"/>
                              <a:gd name="connsiteX39" fmla="*/ 14273 w 322977"/>
                              <a:gd name="connsiteY39" fmla="*/ 58282 h 358198"/>
                              <a:gd name="connsiteX40" fmla="*/ 0 w 322977"/>
                              <a:gd name="connsiteY40" fmla="*/ 35683 h 358198"/>
                              <a:gd name="connsiteX41" fmla="*/ 65419 w 322977"/>
                              <a:gd name="connsiteY41" fmla="*/ 7137 h 358198"/>
                              <a:gd name="connsiteX42" fmla="*/ 89208 w 322977"/>
                              <a:gd name="connsiteY42" fmla="*/ 1190 h 358198"/>
                              <a:gd name="connsiteX43" fmla="*/ 103481 w 322977"/>
                              <a:gd name="connsiteY43" fmla="*/ 0 h 358198"/>
                              <a:gd name="connsiteX44" fmla="*/ 109428 w 322977"/>
                              <a:gd name="connsiteY44" fmla="*/ 9515 h 358198"/>
                              <a:gd name="connsiteX45" fmla="*/ 110617 w 322977"/>
                              <a:gd name="connsiteY45" fmla="*/ 49956 h 358198"/>
                              <a:gd name="connsiteX46" fmla="*/ 136785 w 322977"/>
                              <a:gd name="connsiteY46" fmla="*/ 72556 h 358198"/>
                              <a:gd name="connsiteX47" fmla="*/ 147490 w 322977"/>
                              <a:gd name="connsiteY47" fmla="*/ 72556 h 358198"/>
                              <a:gd name="connsiteX48" fmla="*/ 154627 w 322977"/>
                              <a:gd name="connsiteY48" fmla="*/ 77313 h 358198"/>
                              <a:gd name="connsiteX49" fmla="*/ 165332 w 322977"/>
                              <a:gd name="connsiteY49" fmla="*/ 79692 h 358198"/>
                              <a:gd name="connsiteX50" fmla="*/ 171279 w 322977"/>
                              <a:gd name="connsiteY50" fmla="*/ 85639 h 358198"/>
                              <a:gd name="connsiteX51" fmla="*/ 202204 w 322977"/>
                              <a:gd name="connsiteY51" fmla="*/ 101102 h 358198"/>
                              <a:gd name="connsiteX52" fmla="*/ 210530 w 322977"/>
                              <a:gd name="connsiteY52" fmla="*/ 103481 h 358198"/>
                              <a:gd name="connsiteX53" fmla="*/ 240266 w 322977"/>
                              <a:gd name="connsiteY53" fmla="*/ 120133 h 358198"/>
                              <a:gd name="connsiteX54" fmla="*/ 239077 w 322977"/>
                              <a:gd name="connsiteY54" fmla="*/ 141543 h 358198"/>
                              <a:gd name="connsiteX55" fmla="*/ 245024 w 322977"/>
                              <a:gd name="connsiteY55" fmla="*/ 159384 h 358198"/>
                              <a:gd name="connsiteX56" fmla="*/ 255729 w 322977"/>
                              <a:gd name="connsiteY56" fmla="*/ 171279 h 358198"/>
                              <a:gd name="connsiteX57" fmla="*/ 275949 w 322977"/>
                              <a:gd name="connsiteY57" fmla="*/ 174847 h 358198"/>
                              <a:gd name="connsiteX58" fmla="*/ 292601 w 322977"/>
                              <a:gd name="connsiteY58" fmla="*/ 178415 h 358198"/>
                              <a:gd name="connsiteX59" fmla="*/ 293791 w 322977"/>
                              <a:gd name="connsiteY59" fmla="*/ 198636 h 358198"/>
                              <a:gd name="connsiteX60" fmla="*/ 309253 w 322977"/>
                              <a:gd name="connsiteY60" fmla="*/ 205772 h 358198"/>
                              <a:gd name="connsiteX61" fmla="*/ 319958 w 322977"/>
                              <a:gd name="connsiteY61" fmla="*/ 220045 h 358198"/>
                              <a:gd name="connsiteX62" fmla="*/ 315200 w 322977"/>
                              <a:gd name="connsiteY62" fmla="*/ 262865 h 35819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</a:cxnLst>
                            <a:rect l="l" t="t" r="r" b="b"/>
                            <a:pathLst>
                              <a:path w="322977" h="358198">
                                <a:moveTo>
                                  <a:pt x="315200" y="262865"/>
                                </a:moveTo>
                                <a:cubicBezTo>
                                  <a:pt x="311632" y="270002"/>
                                  <a:pt x="310443" y="274760"/>
                                  <a:pt x="310443" y="280707"/>
                                </a:cubicBezTo>
                                <a:cubicBezTo>
                                  <a:pt x="303306" y="278328"/>
                                  <a:pt x="297359" y="273570"/>
                                  <a:pt x="291412" y="268812"/>
                                </a:cubicBezTo>
                                <a:cubicBezTo>
                                  <a:pt x="283086" y="261676"/>
                                  <a:pt x="275949" y="262865"/>
                                  <a:pt x="264055" y="262865"/>
                                </a:cubicBezTo>
                                <a:cubicBezTo>
                                  <a:pt x="253350" y="262865"/>
                                  <a:pt x="246213" y="266433"/>
                                  <a:pt x="236698" y="268812"/>
                                </a:cubicBezTo>
                                <a:cubicBezTo>
                                  <a:pt x="228372" y="271191"/>
                                  <a:pt x="218856" y="275949"/>
                                  <a:pt x="210530" y="277138"/>
                                </a:cubicBezTo>
                                <a:cubicBezTo>
                                  <a:pt x="210530" y="283085"/>
                                  <a:pt x="212909" y="287843"/>
                                  <a:pt x="209341" y="292601"/>
                                </a:cubicBezTo>
                                <a:cubicBezTo>
                                  <a:pt x="206962" y="296169"/>
                                  <a:pt x="203393" y="298548"/>
                                  <a:pt x="199825" y="300927"/>
                                </a:cubicBezTo>
                                <a:cubicBezTo>
                                  <a:pt x="199825" y="305685"/>
                                  <a:pt x="203393" y="309253"/>
                                  <a:pt x="203393" y="314011"/>
                                </a:cubicBezTo>
                                <a:cubicBezTo>
                                  <a:pt x="203393" y="318768"/>
                                  <a:pt x="202204" y="322337"/>
                                  <a:pt x="199825" y="327095"/>
                                </a:cubicBezTo>
                                <a:cubicBezTo>
                                  <a:pt x="197446" y="331852"/>
                                  <a:pt x="195067" y="337799"/>
                                  <a:pt x="193878" y="342557"/>
                                </a:cubicBezTo>
                                <a:cubicBezTo>
                                  <a:pt x="190310" y="340178"/>
                                  <a:pt x="185552" y="337799"/>
                                  <a:pt x="179605" y="337799"/>
                                </a:cubicBezTo>
                                <a:cubicBezTo>
                                  <a:pt x="176036" y="337799"/>
                                  <a:pt x="162953" y="338989"/>
                                  <a:pt x="160574" y="340178"/>
                                </a:cubicBezTo>
                                <a:cubicBezTo>
                                  <a:pt x="155816" y="343747"/>
                                  <a:pt x="157006" y="353262"/>
                                  <a:pt x="155816" y="358020"/>
                                </a:cubicBezTo>
                                <a:cubicBezTo>
                                  <a:pt x="153437" y="358020"/>
                                  <a:pt x="151058" y="355641"/>
                                  <a:pt x="149869" y="353262"/>
                                </a:cubicBezTo>
                                <a:cubicBezTo>
                                  <a:pt x="149869" y="349694"/>
                                  <a:pt x="148679" y="347315"/>
                                  <a:pt x="148679" y="343747"/>
                                </a:cubicBezTo>
                                <a:cubicBezTo>
                                  <a:pt x="142732" y="340178"/>
                                  <a:pt x="141543" y="337799"/>
                                  <a:pt x="134406" y="337799"/>
                                </a:cubicBezTo>
                                <a:cubicBezTo>
                                  <a:pt x="128459" y="337799"/>
                                  <a:pt x="122512" y="340178"/>
                                  <a:pt x="115375" y="338989"/>
                                </a:cubicBezTo>
                                <a:cubicBezTo>
                                  <a:pt x="107049" y="337799"/>
                                  <a:pt x="108239" y="333042"/>
                                  <a:pt x="99913" y="337799"/>
                                </a:cubicBezTo>
                                <a:cubicBezTo>
                                  <a:pt x="93965" y="341368"/>
                                  <a:pt x="92776" y="343747"/>
                                  <a:pt x="90397" y="348504"/>
                                </a:cubicBezTo>
                                <a:cubicBezTo>
                                  <a:pt x="88018" y="353262"/>
                                  <a:pt x="85639" y="355641"/>
                                  <a:pt x="83260" y="356831"/>
                                </a:cubicBezTo>
                                <a:cubicBezTo>
                                  <a:pt x="68987" y="366346"/>
                                  <a:pt x="55904" y="323526"/>
                                  <a:pt x="48767" y="311632"/>
                                </a:cubicBezTo>
                                <a:cubicBezTo>
                                  <a:pt x="46388" y="306874"/>
                                  <a:pt x="41630" y="302116"/>
                                  <a:pt x="39251" y="296169"/>
                                </a:cubicBezTo>
                                <a:cubicBezTo>
                                  <a:pt x="36873" y="290222"/>
                                  <a:pt x="39251" y="285464"/>
                                  <a:pt x="40441" y="279517"/>
                                </a:cubicBezTo>
                                <a:cubicBezTo>
                                  <a:pt x="44009" y="264055"/>
                                  <a:pt x="40441" y="258108"/>
                                  <a:pt x="27357" y="250971"/>
                                </a:cubicBezTo>
                                <a:cubicBezTo>
                                  <a:pt x="24978" y="243834"/>
                                  <a:pt x="26168" y="234319"/>
                                  <a:pt x="22599" y="227182"/>
                                </a:cubicBezTo>
                                <a:cubicBezTo>
                                  <a:pt x="19031" y="220045"/>
                                  <a:pt x="15463" y="215288"/>
                                  <a:pt x="13084" y="206962"/>
                                </a:cubicBezTo>
                                <a:cubicBezTo>
                                  <a:pt x="10705" y="208151"/>
                                  <a:pt x="9516" y="209341"/>
                                  <a:pt x="8326" y="211719"/>
                                </a:cubicBezTo>
                                <a:cubicBezTo>
                                  <a:pt x="8326" y="208151"/>
                                  <a:pt x="8326" y="203393"/>
                                  <a:pt x="10705" y="199825"/>
                                </a:cubicBezTo>
                                <a:cubicBezTo>
                                  <a:pt x="11894" y="196257"/>
                                  <a:pt x="15463" y="195067"/>
                                  <a:pt x="16652" y="191499"/>
                                </a:cubicBezTo>
                                <a:cubicBezTo>
                                  <a:pt x="17842" y="187931"/>
                                  <a:pt x="17842" y="184362"/>
                                  <a:pt x="19031" y="180794"/>
                                </a:cubicBezTo>
                                <a:cubicBezTo>
                                  <a:pt x="19031" y="180794"/>
                                  <a:pt x="19031" y="180794"/>
                                  <a:pt x="19031" y="180794"/>
                                </a:cubicBezTo>
                                <a:cubicBezTo>
                                  <a:pt x="21410" y="183173"/>
                                  <a:pt x="21410" y="187931"/>
                                  <a:pt x="21410" y="191499"/>
                                </a:cubicBezTo>
                                <a:cubicBezTo>
                                  <a:pt x="26168" y="183173"/>
                                  <a:pt x="34494" y="170089"/>
                                  <a:pt x="19031" y="166521"/>
                                </a:cubicBezTo>
                                <a:cubicBezTo>
                                  <a:pt x="19031" y="166521"/>
                                  <a:pt x="19031" y="165331"/>
                                  <a:pt x="19031" y="164142"/>
                                </a:cubicBezTo>
                                <a:cubicBezTo>
                                  <a:pt x="17842" y="151058"/>
                                  <a:pt x="20221" y="137975"/>
                                  <a:pt x="20221" y="124891"/>
                                </a:cubicBezTo>
                                <a:cubicBezTo>
                                  <a:pt x="20221" y="117754"/>
                                  <a:pt x="17842" y="111807"/>
                                  <a:pt x="19031" y="104670"/>
                                </a:cubicBezTo>
                                <a:cubicBezTo>
                                  <a:pt x="19031" y="98723"/>
                                  <a:pt x="21410" y="92776"/>
                                  <a:pt x="21410" y="85639"/>
                                </a:cubicBezTo>
                                <a:cubicBezTo>
                                  <a:pt x="21410" y="79692"/>
                                  <a:pt x="27357" y="72556"/>
                                  <a:pt x="24978" y="67798"/>
                                </a:cubicBezTo>
                                <a:cubicBezTo>
                                  <a:pt x="23789" y="65419"/>
                                  <a:pt x="15463" y="60661"/>
                                  <a:pt x="14273" y="58282"/>
                                </a:cubicBezTo>
                                <a:cubicBezTo>
                                  <a:pt x="9516" y="52335"/>
                                  <a:pt x="3568" y="44009"/>
                                  <a:pt x="0" y="35683"/>
                                </a:cubicBezTo>
                                <a:cubicBezTo>
                                  <a:pt x="22599" y="35683"/>
                                  <a:pt x="60661" y="32115"/>
                                  <a:pt x="65419" y="7137"/>
                                </a:cubicBezTo>
                                <a:cubicBezTo>
                                  <a:pt x="73745" y="4758"/>
                                  <a:pt x="82071" y="2379"/>
                                  <a:pt x="89208" y="1190"/>
                                </a:cubicBezTo>
                                <a:cubicBezTo>
                                  <a:pt x="92776" y="0"/>
                                  <a:pt x="99913" y="0"/>
                                  <a:pt x="103481" y="0"/>
                                </a:cubicBezTo>
                                <a:cubicBezTo>
                                  <a:pt x="111807" y="1190"/>
                                  <a:pt x="109428" y="2379"/>
                                  <a:pt x="109428" y="9515"/>
                                </a:cubicBezTo>
                                <a:cubicBezTo>
                                  <a:pt x="109428" y="22599"/>
                                  <a:pt x="104670" y="38062"/>
                                  <a:pt x="110617" y="49956"/>
                                </a:cubicBezTo>
                                <a:cubicBezTo>
                                  <a:pt x="116565" y="59472"/>
                                  <a:pt x="126080" y="71366"/>
                                  <a:pt x="136785" y="72556"/>
                                </a:cubicBezTo>
                                <a:cubicBezTo>
                                  <a:pt x="140353" y="73745"/>
                                  <a:pt x="143922" y="71366"/>
                                  <a:pt x="147490" y="72556"/>
                                </a:cubicBezTo>
                                <a:cubicBezTo>
                                  <a:pt x="151058" y="73745"/>
                                  <a:pt x="152248" y="76124"/>
                                  <a:pt x="154627" y="77313"/>
                                </a:cubicBezTo>
                                <a:cubicBezTo>
                                  <a:pt x="158195" y="78503"/>
                                  <a:pt x="161763" y="77313"/>
                                  <a:pt x="165332" y="79692"/>
                                </a:cubicBezTo>
                                <a:cubicBezTo>
                                  <a:pt x="167710" y="80881"/>
                                  <a:pt x="168900" y="84450"/>
                                  <a:pt x="171279" y="85639"/>
                                </a:cubicBezTo>
                                <a:cubicBezTo>
                                  <a:pt x="178415" y="89208"/>
                                  <a:pt x="202204" y="90397"/>
                                  <a:pt x="202204" y="101102"/>
                                </a:cubicBezTo>
                                <a:cubicBezTo>
                                  <a:pt x="204583" y="102291"/>
                                  <a:pt x="206962" y="103481"/>
                                  <a:pt x="210530" y="103481"/>
                                </a:cubicBezTo>
                                <a:cubicBezTo>
                                  <a:pt x="222424" y="108239"/>
                                  <a:pt x="241455" y="103481"/>
                                  <a:pt x="240266" y="120133"/>
                                </a:cubicBezTo>
                                <a:cubicBezTo>
                                  <a:pt x="240266" y="127270"/>
                                  <a:pt x="237887" y="134406"/>
                                  <a:pt x="239077" y="141543"/>
                                </a:cubicBezTo>
                                <a:cubicBezTo>
                                  <a:pt x="240266" y="148679"/>
                                  <a:pt x="243834" y="153437"/>
                                  <a:pt x="245024" y="159384"/>
                                </a:cubicBezTo>
                                <a:cubicBezTo>
                                  <a:pt x="247403" y="167710"/>
                                  <a:pt x="246213" y="168900"/>
                                  <a:pt x="255729" y="171279"/>
                                </a:cubicBezTo>
                                <a:cubicBezTo>
                                  <a:pt x="261676" y="172468"/>
                                  <a:pt x="270002" y="174847"/>
                                  <a:pt x="275949" y="174847"/>
                                </a:cubicBezTo>
                                <a:cubicBezTo>
                                  <a:pt x="283086" y="174847"/>
                                  <a:pt x="287843" y="170089"/>
                                  <a:pt x="292601" y="178415"/>
                                </a:cubicBezTo>
                                <a:cubicBezTo>
                                  <a:pt x="296169" y="184362"/>
                                  <a:pt x="291412" y="193878"/>
                                  <a:pt x="293791" y="198636"/>
                                </a:cubicBezTo>
                                <a:cubicBezTo>
                                  <a:pt x="296169" y="203393"/>
                                  <a:pt x="305685" y="202204"/>
                                  <a:pt x="309253" y="205772"/>
                                </a:cubicBezTo>
                                <a:cubicBezTo>
                                  <a:pt x="312821" y="209341"/>
                                  <a:pt x="317579" y="215288"/>
                                  <a:pt x="319958" y="220045"/>
                                </a:cubicBezTo>
                                <a:cubicBezTo>
                                  <a:pt x="327095" y="240266"/>
                                  <a:pt x="319958" y="252160"/>
                                  <a:pt x="315200" y="262865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28" name="Freeform 427">
                            <a:extLst>
                              <a:ext uri="{FF2B5EF4-FFF2-40B4-BE49-F238E27FC236}">
                                <a16:creationId xmlns:a16="http://schemas.microsoft.com/office/drawing/2014/main" id="{781BC92D-17EA-8A41-316A-C3B9953407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613361" y="4427155"/>
                            <a:ext cx="335611" cy="488857"/>
                          </a:xfrm>
                          <a:custGeom>
                            <a:avLst/>
                            <a:gdLst>
                              <a:gd name="connsiteX0" fmla="*/ 323526 w 335611"/>
                              <a:gd name="connsiteY0" fmla="*/ 354452 h 488857"/>
                              <a:gd name="connsiteX1" fmla="*/ 324716 w 335611"/>
                              <a:gd name="connsiteY1" fmla="*/ 374672 h 488857"/>
                              <a:gd name="connsiteX2" fmla="*/ 323526 w 335611"/>
                              <a:gd name="connsiteY2" fmla="*/ 413923 h 488857"/>
                              <a:gd name="connsiteX3" fmla="*/ 315200 w 335611"/>
                              <a:gd name="connsiteY3" fmla="*/ 405597 h 488857"/>
                              <a:gd name="connsiteX4" fmla="*/ 304495 w 335611"/>
                              <a:gd name="connsiteY4" fmla="*/ 396082 h 488857"/>
                              <a:gd name="connsiteX5" fmla="*/ 303306 w 335611"/>
                              <a:gd name="connsiteY5" fmla="*/ 402029 h 488857"/>
                              <a:gd name="connsiteX6" fmla="*/ 300927 w 335611"/>
                              <a:gd name="connsiteY6" fmla="*/ 406787 h 488857"/>
                              <a:gd name="connsiteX7" fmla="*/ 303306 w 335611"/>
                              <a:gd name="connsiteY7" fmla="*/ 411545 h 488857"/>
                              <a:gd name="connsiteX8" fmla="*/ 302117 w 335611"/>
                              <a:gd name="connsiteY8" fmla="*/ 416302 h 488857"/>
                              <a:gd name="connsiteX9" fmla="*/ 316390 w 335611"/>
                              <a:gd name="connsiteY9" fmla="*/ 425818 h 488857"/>
                              <a:gd name="connsiteX10" fmla="*/ 323526 w 335611"/>
                              <a:gd name="connsiteY10" fmla="*/ 427007 h 488857"/>
                              <a:gd name="connsiteX11" fmla="*/ 324716 w 335611"/>
                              <a:gd name="connsiteY11" fmla="*/ 429386 h 488857"/>
                              <a:gd name="connsiteX12" fmla="*/ 322337 w 335611"/>
                              <a:gd name="connsiteY12" fmla="*/ 440091 h 488857"/>
                              <a:gd name="connsiteX13" fmla="*/ 316390 w 335611"/>
                              <a:gd name="connsiteY13" fmla="*/ 448417 h 488857"/>
                              <a:gd name="connsiteX14" fmla="*/ 314011 w 335611"/>
                              <a:gd name="connsiteY14" fmla="*/ 460311 h 488857"/>
                              <a:gd name="connsiteX15" fmla="*/ 312821 w 335611"/>
                              <a:gd name="connsiteY15" fmla="*/ 471016 h 488857"/>
                              <a:gd name="connsiteX16" fmla="*/ 305685 w 335611"/>
                              <a:gd name="connsiteY16" fmla="*/ 481721 h 488857"/>
                              <a:gd name="connsiteX17" fmla="*/ 292601 w 335611"/>
                              <a:gd name="connsiteY17" fmla="*/ 488858 h 488857"/>
                              <a:gd name="connsiteX18" fmla="*/ 281896 w 335611"/>
                              <a:gd name="connsiteY18" fmla="*/ 480532 h 488857"/>
                              <a:gd name="connsiteX19" fmla="*/ 270002 w 335611"/>
                              <a:gd name="connsiteY19" fmla="*/ 471016 h 488857"/>
                              <a:gd name="connsiteX20" fmla="*/ 260486 w 335611"/>
                              <a:gd name="connsiteY20" fmla="*/ 457932 h 488857"/>
                              <a:gd name="connsiteX21" fmla="*/ 246213 w 335611"/>
                              <a:gd name="connsiteY21" fmla="*/ 449606 h 488857"/>
                              <a:gd name="connsiteX22" fmla="*/ 240266 w 335611"/>
                              <a:gd name="connsiteY22" fmla="*/ 443659 h 488857"/>
                              <a:gd name="connsiteX23" fmla="*/ 239077 w 335611"/>
                              <a:gd name="connsiteY23" fmla="*/ 440091 h 488857"/>
                              <a:gd name="connsiteX24" fmla="*/ 234319 w 335611"/>
                              <a:gd name="connsiteY24" fmla="*/ 440091 h 488857"/>
                              <a:gd name="connsiteX25" fmla="*/ 201015 w 335611"/>
                              <a:gd name="connsiteY25" fmla="*/ 425818 h 488857"/>
                              <a:gd name="connsiteX26" fmla="*/ 192688 w 335611"/>
                              <a:gd name="connsiteY26" fmla="*/ 418681 h 488857"/>
                              <a:gd name="connsiteX27" fmla="*/ 174847 w 335611"/>
                              <a:gd name="connsiteY27" fmla="*/ 409166 h 488857"/>
                              <a:gd name="connsiteX28" fmla="*/ 159384 w 335611"/>
                              <a:gd name="connsiteY28" fmla="*/ 393703 h 488857"/>
                              <a:gd name="connsiteX29" fmla="*/ 147490 w 335611"/>
                              <a:gd name="connsiteY29" fmla="*/ 384187 h 488857"/>
                              <a:gd name="connsiteX30" fmla="*/ 137975 w 335611"/>
                              <a:gd name="connsiteY30" fmla="*/ 371104 h 488857"/>
                              <a:gd name="connsiteX31" fmla="*/ 137975 w 335611"/>
                              <a:gd name="connsiteY31" fmla="*/ 353262 h 488857"/>
                              <a:gd name="connsiteX32" fmla="*/ 128459 w 335611"/>
                              <a:gd name="connsiteY32" fmla="*/ 338989 h 488857"/>
                              <a:gd name="connsiteX33" fmla="*/ 120133 w 335611"/>
                              <a:gd name="connsiteY33" fmla="*/ 323526 h 488857"/>
                              <a:gd name="connsiteX34" fmla="*/ 109428 w 335611"/>
                              <a:gd name="connsiteY34" fmla="*/ 309253 h 488857"/>
                              <a:gd name="connsiteX35" fmla="*/ 97534 w 335611"/>
                              <a:gd name="connsiteY35" fmla="*/ 296169 h 488857"/>
                              <a:gd name="connsiteX36" fmla="*/ 89208 w 335611"/>
                              <a:gd name="connsiteY36" fmla="*/ 278328 h 488857"/>
                              <a:gd name="connsiteX37" fmla="*/ 80882 w 335611"/>
                              <a:gd name="connsiteY37" fmla="*/ 262865 h 488857"/>
                              <a:gd name="connsiteX38" fmla="*/ 74934 w 335611"/>
                              <a:gd name="connsiteY38" fmla="*/ 245024 h 488857"/>
                              <a:gd name="connsiteX39" fmla="*/ 68987 w 335611"/>
                              <a:gd name="connsiteY39" fmla="*/ 225993 h 488857"/>
                              <a:gd name="connsiteX40" fmla="*/ 59472 w 335611"/>
                              <a:gd name="connsiteY40" fmla="*/ 209341 h 488857"/>
                              <a:gd name="connsiteX41" fmla="*/ 57093 w 335611"/>
                              <a:gd name="connsiteY41" fmla="*/ 206962 h 488857"/>
                              <a:gd name="connsiteX42" fmla="*/ 42820 w 335611"/>
                              <a:gd name="connsiteY42" fmla="*/ 191499 h 488857"/>
                              <a:gd name="connsiteX43" fmla="*/ 29736 w 335611"/>
                              <a:gd name="connsiteY43" fmla="*/ 174847 h 488857"/>
                              <a:gd name="connsiteX44" fmla="*/ 10705 w 335611"/>
                              <a:gd name="connsiteY44" fmla="*/ 164142 h 488857"/>
                              <a:gd name="connsiteX45" fmla="*/ 8326 w 335611"/>
                              <a:gd name="connsiteY45" fmla="*/ 151058 h 488857"/>
                              <a:gd name="connsiteX46" fmla="*/ 1190 w 335611"/>
                              <a:gd name="connsiteY46" fmla="*/ 133217 h 488857"/>
                              <a:gd name="connsiteX47" fmla="*/ 0 w 335611"/>
                              <a:gd name="connsiteY47" fmla="*/ 120133 h 488857"/>
                              <a:gd name="connsiteX48" fmla="*/ 7137 w 335611"/>
                              <a:gd name="connsiteY48" fmla="*/ 105860 h 488857"/>
                              <a:gd name="connsiteX49" fmla="*/ 30925 w 335611"/>
                              <a:gd name="connsiteY49" fmla="*/ 89208 h 488857"/>
                              <a:gd name="connsiteX50" fmla="*/ 33304 w 335611"/>
                              <a:gd name="connsiteY50" fmla="*/ 98723 h 488857"/>
                              <a:gd name="connsiteX51" fmla="*/ 24978 w 335611"/>
                              <a:gd name="connsiteY51" fmla="*/ 108239 h 488857"/>
                              <a:gd name="connsiteX52" fmla="*/ 32115 w 335611"/>
                              <a:gd name="connsiteY52" fmla="*/ 111807 h 488857"/>
                              <a:gd name="connsiteX53" fmla="*/ 39251 w 335611"/>
                              <a:gd name="connsiteY53" fmla="*/ 115375 h 488857"/>
                              <a:gd name="connsiteX54" fmla="*/ 47577 w 335611"/>
                              <a:gd name="connsiteY54" fmla="*/ 117754 h 488857"/>
                              <a:gd name="connsiteX55" fmla="*/ 53525 w 335611"/>
                              <a:gd name="connsiteY55" fmla="*/ 124891 h 488857"/>
                              <a:gd name="connsiteX56" fmla="*/ 76124 w 335611"/>
                              <a:gd name="connsiteY56" fmla="*/ 102291 h 488857"/>
                              <a:gd name="connsiteX57" fmla="*/ 83260 w 335611"/>
                              <a:gd name="connsiteY57" fmla="*/ 85639 h 488857"/>
                              <a:gd name="connsiteX58" fmla="*/ 99913 w 335611"/>
                              <a:gd name="connsiteY58" fmla="*/ 76124 h 488857"/>
                              <a:gd name="connsiteX59" fmla="*/ 132027 w 335611"/>
                              <a:gd name="connsiteY59" fmla="*/ 58282 h 488857"/>
                              <a:gd name="connsiteX60" fmla="*/ 143922 w 335611"/>
                              <a:gd name="connsiteY60" fmla="*/ 46388 h 488857"/>
                              <a:gd name="connsiteX61" fmla="*/ 152248 w 335611"/>
                              <a:gd name="connsiteY61" fmla="*/ 29736 h 488857"/>
                              <a:gd name="connsiteX62" fmla="*/ 155816 w 335611"/>
                              <a:gd name="connsiteY62" fmla="*/ 13084 h 488857"/>
                              <a:gd name="connsiteX63" fmla="*/ 152248 w 335611"/>
                              <a:gd name="connsiteY63" fmla="*/ 0 h 488857"/>
                              <a:gd name="connsiteX64" fmla="*/ 155816 w 335611"/>
                              <a:gd name="connsiteY64" fmla="*/ 1190 h 488857"/>
                              <a:gd name="connsiteX65" fmla="*/ 164142 w 335611"/>
                              <a:gd name="connsiteY65" fmla="*/ 4758 h 488857"/>
                              <a:gd name="connsiteX66" fmla="*/ 173658 w 335611"/>
                              <a:gd name="connsiteY66" fmla="*/ 8326 h 488857"/>
                              <a:gd name="connsiteX67" fmla="*/ 179605 w 335611"/>
                              <a:gd name="connsiteY67" fmla="*/ 15463 h 488857"/>
                              <a:gd name="connsiteX68" fmla="*/ 181984 w 335611"/>
                              <a:gd name="connsiteY68" fmla="*/ 24978 h 488857"/>
                              <a:gd name="connsiteX69" fmla="*/ 189120 w 335611"/>
                              <a:gd name="connsiteY69" fmla="*/ 29736 h 488857"/>
                              <a:gd name="connsiteX70" fmla="*/ 198636 w 335611"/>
                              <a:gd name="connsiteY70" fmla="*/ 34494 h 488857"/>
                              <a:gd name="connsiteX71" fmla="*/ 204583 w 335611"/>
                              <a:gd name="connsiteY71" fmla="*/ 41630 h 488857"/>
                              <a:gd name="connsiteX72" fmla="*/ 209341 w 335611"/>
                              <a:gd name="connsiteY72" fmla="*/ 49956 h 488857"/>
                              <a:gd name="connsiteX73" fmla="*/ 212909 w 335611"/>
                              <a:gd name="connsiteY73" fmla="*/ 58282 h 488857"/>
                              <a:gd name="connsiteX74" fmla="*/ 217667 w 335611"/>
                              <a:gd name="connsiteY74" fmla="*/ 65419 h 488857"/>
                              <a:gd name="connsiteX75" fmla="*/ 237887 w 335611"/>
                              <a:gd name="connsiteY75" fmla="*/ 63040 h 488857"/>
                              <a:gd name="connsiteX76" fmla="*/ 247403 w 335611"/>
                              <a:gd name="connsiteY76" fmla="*/ 60661 h 488857"/>
                              <a:gd name="connsiteX77" fmla="*/ 256918 w 335611"/>
                              <a:gd name="connsiteY77" fmla="*/ 64229 h 488857"/>
                              <a:gd name="connsiteX78" fmla="*/ 272381 w 335611"/>
                              <a:gd name="connsiteY78" fmla="*/ 64229 h 488857"/>
                              <a:gd name="connsiteX79" fmla="*/ 281896 w 335611"/>
                              <a:gd name="connsiteY79" fmla="*/ 67798 h 488857"/>
                              <a:gd name="connsiteX80" fmla="*/ 291412 w 335611"/>
                              <a:gd name="connsiteY80" fmla="*/ 68987 h 488857"/>
                              <a:gd name="connsiteX81" fmla="*/ 283086 w 335611"/>
                              <a:gd name="connsiteY81" fmla="*/ 83260 h 488857"/>
                              <a:gd name="connsiteX82" fmla="*/ 275949 w 335611"/>
                              <a:gd name="connsiteY82" fmla="*/ 103481 h 488857"/>
                              <a:gd name="connsiteX83" fmla="*/ 287843 w 335611"/>
                              <a:gd name="connsiteY83" fmla="*/ 103481 h 488857"/>
                              <a:gd name="connsiteX84" fmla="*/ 293790 w 335611"/>
                              <a:gd name="connsiteY84" fmla="*/ 111807 h 488857"/>
                              <a:gd name="connsiteX85" fmla="*/ 293790 w 335611"/>
                              <a:gd name="connsiteY85" fmla="*/ 111807 h 488857"/>
                              <a:gd name="connsiteX86" fmla="*/ 285464 w 335611"/>
                              <a:gd name="connsiteY86" fmla="*/ 117754 h 488857"/>
                              <a:gd name="connsiteX87" fmla="*/ 280707 w 335611"/>
                              <a:gd name="connsiteY87" fmla="*/ 112996 h 488857"/>
                              <a:gd name="connsiteX88" fmla="*/ 273570 w 335611"/>
                              <a:gd name="connsiteY88" fmla="*/ 115375 h 488857"/>
                              <a:gd name="connsiteX89" fmla="*/ 259297 w 335611"/>
                              <a:gd name="connsiteY89" fmla="*/ 120133 h 488857"/>
                              <a:gd name="connsiteX90" fmla="*/ 245024 w 335611"/>
                              <a:gd name="connsiteY90" fmla="*/ 123701 h 488857"/>
                              <a:gd name="connsiteX91" fmla="*/ 233129 w 335611"/>
                              <a:gd name="connsiteY91" fmla="*/ 130838 h 488857"/>
                              <a:gd name="connsiteX92" fmla="*/ 221235 w 335611"/>
                              <a:gd name="connsiteY92" fmla="*/ 139164 h 488857"/>
                              <a:gd name="connsiteX93" fmla="*/ 215288 w 335611"/>
                              <a:gd name="connsiteY93" fmla="*/ 153437 h 488857"/>
                              <a:gd name="connsiteX94" fmla="*/ 210530 w 335611"/>
                              <a:gd name="connsiteY94" fmla="*/ 178415 h 488857"/>
                              <a:gd name="connsiteX95" fmla="*/ 201015 w 335611"/>
                              <a:gd name="connsiteY95" fmla="*/ 184362 h 488857"/>
                              <a:gd name="connsiteX96" fmla="*/ 198636 w 335611"/>
                              <a:gd name="connsiteY96" fmla="*/ 196257 h 488857"/>
                              <a:gd name="connsiteX97" fmla="*/ 201015 w 335611"/>
                              <a:gd name="connsiteY97" fmla="*/ 220045 h 488857"/>
                              <a:gd name="connsiteX98" fmla="*/ 216477 w 335611"/>
                              <a:gd name="connsiteY98" fmla="*/ 237887 h 488857"/>
                              <a:gd name="connsiteX99" fmla="*/ 211719 w 335611"/>
                              <a:gd name="connsiteY99" fmla="*/ 247402 h 488857"/>
                              <a:gd name="connsiteX100" fmla="*/ 227182 w 335611"/>
                              <a:gd name="connsiteY100" fmla="*/ 247402 h 488857"/>
                              <a:gd name="connsiteX101" fmla="*/ 237887 w 335611"/>
                              <a:gd name="connsiteY101" fmla="*/ 254539 h 488857"/>
                              <a:gd name="connsiteX102" fmla="*/ 264055 w 335611"/>
                              <a:gd name="connsiteY102" fmla="*/ 261676 h 488857"/>
                              <a:gd name="connsiteX103" fmla="*/ 273570 w 335611"/>
                              <a:gd name="connsiteY103" fmla="*/ 252160 h 488857"/>
                              <a:gd name="connsiteX104" fmla="*/ 287843 w 335611"/>
                              <a:gd name="connsiteY104" fmla="*/ 248592 h 488857"/>
                              <a:gd name="connsiteX105" fmla="*/ 283086 w 335611"/>
                              <a:gd name="connsiteY105" fmla="*/ 272381 h 488857"/>
                              <a:gd name="connsiteX106" fmla="*/ 293790 w 335611"/>
                              <a:gd name="connsiteY106" fmla="*/ 291412 h 488857"/>
                              <a:gd name="connsiteX107" fmla="*/ 304495 w 335611"/>
                              <a:gd name="connsiteY107" fmla="*/ 290222 h 488857"/>
                              <a:gd name="connsiteX108" fmla="*/ 310443 w 335611"/>
                              <a:gd name="connsiteY108" fmla="*/ 290222 h 488857"/>
                              <a:gd name="connsiteX109" fmla="*/ 324716 w 335611"/>
                              <a:gd name="connsiteY109" fmla="*/ 312821 h 488857"/>
                              <a:gd name="connsiteX110" fmla="*/ 335421 w 335611"/>
                              <a:gd name="connsiteY110" fmla="*/ 322337 h 488857"/>
                              <a:gd name="connsiteX111" fmla="*/ 331852 w 335611"/>
                              <a:gd name="connsiteY111" fmla="*/ 340178 h 488857"/>
                              <a:gd name="connsiteX112" fmla="*/ 323526 w 335611"/>
                              <a:gd name="connsiteY112" fmla="*/ 354452 h 4888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  <a:cxn ang="0">
                                <a:pos x="connsiteX63" y="connsiteY63"/>
                              </a:cxn>
                              <a:cxn ang="0">
                                <a:pos x="connsiteX64" y="connsiteY64"/>
                              </a:cxn>
                              <a:cxn ang="0">
                                <a:pos x="connsiteX65" y="connsiteY65"/>
                              </a:cxn>
                              <a:cxn ang="0">
                                <a:pos x="connsiteX66" y="connsiteY66"/>
                              </a:cxn>
                              <a:cxn ang="0">
                                <a:pos x="connsiteX67" y="connsiteY67"/>
                              </a:cxn>
                              <a:cxn ang="0">
                                <a:pos x="connsiteX68" y="connsiteY68"/>
                              </a:cxn>
                              <a:cxn ang="0">
                                <a:pos x="connsiteX69" y="connsiteY69"/>
                              </a:cxn>
                              <a:cxn ang="0">
                                <a:pos x="connsiteX70" y="connsiteY70"/>
                              </a:cxn>
                              <a:cxn ang="0">
                                <a:pos x="connsiteX71" y="connsiteY71"/>
                              </a:cxn>
                              <a:cxn ang="0">
                                <a:pos x="connsiteX72" y="connsiteY72"/>
                              </a:cxn>
                              <a:cxn ang="0">
                                <a:pos x="connsiteX73" y="connsiteY73"/>
                              </a:cxn>
                              <a:cxn ang="0">
                                <a:pos x="connsiteX74" y="connsiteY74"/>
                              </a:cxn>
                              <a:cxn ang="0">
                                <a:pos x="connsiteX75" y="connsiteY75"/>
                              </a:cxn>
                              <a:cxn ang="0">
                                <a:pos x="connsiteX76" y="connsiteY76"/>
                              </a:cxn>
                              <a:cxn ang="0">
                                <a:pos x="connsiteX77" y="connsiteY77"/>
                              </a:cxn>
                              <a:cxn ang="0">
                                <a:pos x="connsiteX78" y="connsiteY78"/>
                              </a:cxn>
                              <a:cxn ang="0">
                                <a:pos x="connsiteX79" y="connsiteY79"/>
                              </a:cxn>
                              <a:cxn ang="0">
                                <a:pos x="connsiteX80" y="connsiteY80"/>
                              </a:cxn>
                              <a:cxn ang="0">
                                <a:pos x="connsiteX81" y="connsiteY81"/>
                              </a:cxn>
                              <a:cxn ang="0">
                                <a:pos x="connsiteX82" y="connsiteY82"/>
                              </a:cxn>
                              <a:cxn ang="0">
                                <a:pos x="connsiteX83" y="connsiteY83"/>
                              </a:cxn>
                              <a:cxn ang="0">
                                <a:pos x="connsiteX84" y="connsiteY84"/>
                              </a:cxn>
                              <a:cxn ang="0">
                                <a:pos x="connsiteX85" y="connsiteY85"/>
                              </a:cxn>
                              <a:cxn ang="0">
                                <a:pos x="connsiteX86" y="connsiteY86"/>
                              </a:cxn>
                              <a:cxn ang="0">
                                <a:pos x="connsiteX87" y="connsiteY87"/>
                              </a:cxn>
                              <a:cxn ang="0">
                                <a:pos x="connsiteX88" y="connsiteY88"/>
                              </a:cxn>
                              <a:cxn ang="0">
                                <a:pos x="connsiteX89" y="connsiteY89"/>
                              </a:cxn>
                              <a:cxn ang="0">
                                <a:pos x="connsiteX90" y="connsiteY90"/>
                              </a:cxn>
                              <a:cxn ang="0">
                                <a:pos x="connsiteX91" y="connsiteY91"/>
                              </a:cxn>
                              <a:cxn ang="0">
                                <a:pos x="connsiteX92" y="connsiteY92"/>
                              </a:cxn>
                              <a:cxn ang="0">
                                <a:pos x="connsiteX93" y="connsiteY93"/>
                              </a:cxn>
                              <a:cxn ang="0">
                                <a:pos x="connsiteX94" y="connsiteY94"/>
                              </a:cxn>
                              <a:cxn ang="0">
                                <a:pos x="connsiteX95" y="connsiteY95"/>
                              </a:cxn>
                              <a:cxn ang="0">
                                <a:pos x="connsiteX96" y="connsiteY96"/>
                              </a:cxn>
                              <a:cxn ang="0">
                                <a:pos x="connsiteX97" y="connsiteY97"/>
                              </a:cxn>
                              <a:cxn ang="0">
                                <a:pos x="connsiteX98" y="connsiteY98"/>
                              </a:cxn>
                              <a:cxn ang="0">
                                <a:pos x="connsiteX99" y="connsiteY99"/>
                              </a:cxn>
                              <a:cxn ang="0">
                                <a:pos x="connsiteX100" y="connsiteY100"/>
                              </a:cxn>
                              <a:cxn ang="0">
                                <a:pos x="connsiteX101" y="connsiteY101"/>
                              </a:cxn>
                              <a:cxn ang="0">
                                <a:pos x="connsiteX102" y="connsiteY102"/>
                              </a:cxn>
                              <a:cxn ang="0">
                                <a:pos x="connsiteX103" y="connsiteY103"/>
                              </a:cxn>
                              <a:cxn ang="0">
                                <a:pos x="connsiteX104" y="connsiteY104"/>
                              </a:cxn>
                              <a:cxn ang="0">
                                <a:pos x="connsiteX105" y="connsiteY105"/>
                              </a:cxn>
                              <a:cxn ang="0">
                                <a:pos x="connsiteX106" y="connsiteY106"/>
                              </a:cxn>
                              <a:cxn ang="0">
                                <a:pos x="connsiteX107" y="connsiteY107"/>
                              </a:cxn>
                              <a:cxn ang="0">
                                <a:pos x="connsiteX108" y="connsiteY108"/>
                              </a:cxn>
                              <a:cxn ang="0">
                                <a:pos x="connsiteX109" y="connsiteY109"/>
                              </a:cxn>
                              <a:cxn ang="0">
                                <a:pos x="connsiteX110" y="connsiteY110"/>
                              </a:cxn>
                              <a:cxn ang="0">
                                <a:pos x="connsiteX111" y="connsiteY111"/>
                              </a:cxn>
                              <a:cxn ang="0">
                                <a:pos x="connsiteX112" y="connsiteY112"/>
                              </a:cxn>
                            </a:cxnLst>
                            <a:rect l="l" t="t" r="r" b="b"/>
                            <a:pathLst>
                              <a:path w="335611" h="488857">
                                <a:moveTo>
                                  <a:pt x="323526" y="354452"/>
                                </a:moveTo>
                                <a:cubicBezTo>
                                  <a:pt x="323526" y="360399"/>
                                  <a:pt x="324716" y="367535"/>
                                  <a:pt x="324716" y="374672"/>
                                </a:cubicBezTo>
                                <a:cubicBezTo>
                                  <a:pt x="324716" y="387756"/>
                                  <a:pt x="323526" y="400839"/>
                                  <a:pt x="323526" y="413923"/>
                                </a:cubicBezTo>
                                <a:cubicBezTo>
                                  <a:pt x="318769" y="413923"/>
                                  <a:pt x="316390" y="409166"/>
                                  <a:pt x="315200" y="405597"/>
                                </a:cubicBezTo>
                                <a:cubicBezTo>
                                  <a:pt x="312821" y="402029"/>
                                  <a:pt x="308064" y="397271"/>
                                  <a:pt x="304495" y="396082"/>
                                </a:cubicBezTo>
                                <a:cubicBezTo>
                                  <a:pt x="303306" y="398461"/>
                                  <a:pt x="303306" y="400839"/>
                                  <a:pt x="303306" y="402029"/>
                                </a:cubicBezTo>
                                <a:cubicBezTo>
                                  <a:pt x="303306" y="404408"/>
                                  <a:pt x="300927" y="404408"/>
                                  <a:pt x="300927" y="406787"/>
                                </a:cubicBezTo>
                                <a:cubicBezTo>
                                  <a:pt x="300927" y="409166"/>
                                  <a:pt x="303306" y="410355"/>
                                  <a:pt x="303306" y="411545"/>
                                </a:cubicBezTo>
                                <a:cubicBezTo>
                                  <a:pt x="303306" y="413923"/>
                                  <a:pt x="300927" y="413923"/>
                                  <a:pt x="302117" y="416302"/>
                                </a:cubicBezTo>
                                <a:cubicBezTo>
                                  <a:pt x="308064" y="418681"/>
                                  <a:pt x="312821" y="418681"/>
                                  <a:pt x="316390" y="425818"/>
                                </a:cubicBezTo>
                                <a:cubicBezTo>
                                  <a:pt x="318769" y="427007"/>
                                  <a:pt x="321147" y="425818"/>
                                  <a:pt x="323526" y="427007"/>
                                </a:cubicBezTo>
                                <a:cubicBezTo>
                                  <a:pt x="323526" y="428197"/>
                                  <a:pt x="324716" y="428197"/>
                                  <a:pt x="324716" y="429386"/>
                                </a:cubicBezTo>
                                <a:cubicBezTo>
                                  <a:pt x="323526" y="432954"/>
                                  <a:pt x="324716" y="436522"/>
                                  <a:pt x="322337" y="440091"/>
                                </a:cubicBezTo>
                                <a:cubicBezTo>
                                  <a:pt x="321147" y="442470"/>
                                  <a:pt x="317579" y="444849"/>
                                  <a:pt x="316390" y="448417"/>
                                </a:cubicBezTo>
                                <a:cubicBezTo>
                                  <a:pt x="315200" y="451985"/>
                                  <a:pt x="314011" y="455553"/>
                                  <a:pt x="314011" y="460311"/>
                                </a:cubicBezTo>
                                <a:cubicBezTo>
                                  <a:pt x="312821" y="463880"/>
                                  <a:pt x="314011" y="466258"/>
                                  <a:pt x="312821" y="471016"/>
                                </a:cubicBezTo>
                                <a:cubicBezTo>
                                  <a:pt x="311632" y="478153"/>
                                  <a:pt x="312821" y="478153"/>
                                  <a:pt x="305685" y="481721"/>
                                </a:cubicBezTo>
                                <a:cubicBezTo>
                                  <a:pt x="300927" y="484100"/>
                                  <a:pt x="297359" y="486479"/>
                                  <a:pt x="292601" y="488858"/>
                                </a:cubicBezTo>
                                <a:cubicBezTo>
                                  <a:pt x="290222" y="485289"/>
                                  <a:pt x="286654" y="484100"/>
                                  <a:pt x="281896" y="480532"/>
                                </a:cubicBezTo>
                                <a:cubicBezTo>
                                  <a:pt x="278328" y="476964"/>
                                  <a:pt x="274760" y="474585"/>
                                  <a:pt x="270002" y="471016"/>
                                </a:cubicBezTo>
                                <a:cubicBezTo>
                                  <a:pt x="261676" y="466258"/>
                                  <a:pt x="267623" y="463880"/>
                                  <a:pt x="260486" y="457932"/>
                                </a:cubicBezTo>
                                <a:cubicBezTo>
                                  <a:pt x="255729" y="454364"/>
                                  <a:pt x="249781" y="454364"/>
                                  <a:pt x="246213" y="449606"/>
                                </a:cubicBezTo>
                                <a:cubicBezTo>
                                  <a:pt x="243834" y="447228"/>
                                  <a:pt x="242645" y="444849"/>
                                  <a:pt x="240266" y="443659"/>
                                </a:cubicBezTo>
                                <a:cubicBezTo>
                                  <a:pt x="239077" y="442470"/>
                                  <a:pt x="240266" y="441280"/>
                                  <a:pt x="239077" y="440091"/>
                                </a:cubicBezTo>
                                <a:cubicBezTo>
                                  <a:pt x="237887" y="438901"/>
                                  <a:pt x="235508" y="440091"/>
                                  <a:pt x="234319" y="440091"/>
                                </a:cubicBezTo>
                                <a:cubicBezTo>
                                  <a:pt x="223614" y="434144"/>
                                  <a:pt x="211719" y="431765"/>
                                  <a:pt x="201015" y="425818"/>
                                </a:cubicBezTo>
                                <a:cubicBezTo>
                                  <a:pt x="193878" y="422249"/>
                                  <a:pt x="193878" y="421060"/>
                                  <a:pt x="192688" y="418681"/>
                                </a:cubicBezTo>
                                <a:cubicBezTo>
                                  <a:pt x="190310" y="416302"/>
                                  <a:pt x="177226" y="411545"/>
                                  <a:pt x="174847" y="409166"/>
                                </a:cubicBezTo>
                                <a:cubicBezTo>
                                  <a:pt x="165332" y="399650"/>
                                  <a:pt x="167710" y="402029"/>
                                  <a:pt x="159384" y="393703"/>
                                </a:cubicBezTo>
                                <a:cubicBezTo>
                                  <a:pt x="154627" y="390135"/>
                                  <a:pt x="149869" y="388945"/>
                                  <a:pt x="147490" y="384187"/>
                                </a:cubicBezTo>
                                <a:cubicBezTo>
                                  <a:pt x="145111" y="380619"/>
                                  <a:pt x="142732" y="375862"/>
                                  <a:pt x="137975" y="371104"/>
                                </a:cubicBezTo>
                                <a:cubicBezTo>
                                  <a:pt x="133217" y="365156"/>
                                  <a:pt x="141543" y="360399"/>
                                  <a:pt x="137975" y="353262"/>
                                </a:cubicBezTo>
                                <a:cubicBezTo>
                                  <a:pt x="135596" y="348504"/>
                                  <a:pt x="130838" y="343747"/>
                                  <a:pt x="128459" y="338989"/>
                                </a:cubicBezTo>
                                <a:cubicBezTo>
                                  <a:pt x="124891" y="334231"/>
                                  <a:pt x="123701" y="328284"/>
                                  <a:pt x="120133" y="323526"/>
                                </a:cubicBezTo>
                                <a:cubicBezTo>
                                  <a:pt x="116565" y="317579"/>
                                  <a:pt x="112996" y="315200"/>
                                  <a:pt x="109428" y="309253"/>
                                </a:cubicBezTo>
                                <a:cubicBezTo>
                                  <a:pt x="105860" y="303306"/>
                                  <a:pt x="101102" y="300927"/>
                                  <a:pt x="97534" y="296169"/>
                                </a:cubicBezTo>
                                <a:cubicBezTo>
                                  <a:pt x="93965" y="291412"/>
                                  <a:pt x="92776" y="284275"/>
                                  <a:pt x="89208" y="278328"/>
                                </a:cubicBezTo>
                                <a:cubicBezTo>
                                  <a:pt x="85639" y="272381"/>
                                  <a:pt x="82071" y="270002"/>
                                  <a:pt x="80882" y="262865"/>
                                </a:cubicBezTo>
                                <a:cubicBezTo>
                                  <a:pt x="78503" y="255729"/>
                                  <a:pt x="78503" y="250971"/>
                                  <a:pt x="74934" y="245024"/>
                                </a:cubicBezTo>
                                <a:cubicBezTo>
                                  <a:pt x="70177" y="237887"/>
                                  <a:pt x="71366" y="233129"/>
                                  <a:pt x="68987" y="225993"/>
                                </a:cubicBezTo>
                                <a:cubicBezTo>
                                  <a:pt x="66608" y="220045"/>
                                  <a:pt x="63040" y="214098"/>
                                  <a:pt x="59472" y="209341"/>
                                </a:cubicBezTo>
                                <a:cubicBezTo>
                                  <a:pt x="58282" y="208151"/>
                                  <a:pt x="58282" y="208151"/>
                                  <a:pt x="57093" y="206962"/>
                                </a:cubicBezTo>
                                <a:cubicBezTo>
                                  <a:pt x="51146" y="203393"/>
                                  <a:pt x="45199" y="197446"/>
                                  <a:pt x="42820" y="191499"/>
                                </a:cubicBezTo>
                                <a:cubicBezTo>
                                  <a:pt x="39251" y="183173"/>
                                  <a:pt x="38062" y="179605"/>
                                  <a:pt x="29736" y="174847"/>
                                </a:cubicBezTo>
                                <a:cubicBezTo>
                                  <a:pt x="23789" y="171279"/>
                                  <a:pt x="16652" y="167710"/>
                                  <a:pt x="10705" y="164142"/>
                                </a:cubicBezTo>
                                <a:cubicBezTo>
                                  <a:pt x="7137" y="161763"/>
                                  <a:pt x="-3568" y="148679"/>
                                  <a:pt x="8326" y="151058"/>
                                </a:cubicBezTo>
                                <a:cubicBezTo>
                                  <a:pt x="9516" y="141543"/>
                                  <a:pt x="0" y="141543"/>
                                  <a:pt x="1190" y="133217"/>
                                </a:cubicBezTo>
                                <a:cubicBezTo>
                                  <a:pt x="9516" y="132027"/>
                                  <a:pt x="0" y="123701"/>
                                  <a:pt x="0" y="120133"/>
                                </a:cubicBezTo>
                                <a:cubicBezTo>
                                  <a:pt x="0" y="117754"/>
                                  <a:pt x="4758" y="107049"/>
                                  <a:pt x="7137" y="105860"/>
                                </a:cubicBezTo>
                                <a:cubicBezTo>
                                  <a:pt x="10705" y="99912"/>
                                  <a:pt x="23789" y="92776"/>
                                  <a:pt x="30925" y="89208"/>
                                </a:cubicBezTo>
                                <a:cubicBezTo>
                                  <a:pt x="33304" y="91586"/>
                                  <a:pt x="33304" y="95155"/>
                                  <a:pt x="33304" y="98723"/>
                                </a:cubicBezTo>
                                <a:cubicBezTo>
                                  <a:pt x="32115" y="102291"/>
                                  <a:pt x="26168" y="105860"/>
                                  <a:pt x="24978" y="108239"/>
                                </a:cubicBezTo>
                                <a:cubicBezTo>
                                  <a:pt x="24978" y="112996"/>
                                  <a:pt x="29736" y="111807"/>
                                  <a:pt x="32115" y="111807"/>
                                </a:cubicBezTo>
                                <a:cubicBezTo>
                                  <a:pt x="36873" y="111807"/>
                                  <a:pt x="35683" y="112996"/>
                                  <a:pt x="39251" y="115375"/>
                                </a:cubicBezTo>
                                <a:cubicBezTo>
                                  <a:pt x="41630" y="116564"/>
                                  <a:pt x="45199" y="116564"/>
                                  <a:pt x="47577" y="117754"/>
                                </a:cubicBezTo>
                                <a:cubicBezTo>
                                  <a:pt x="51146" y="118944"/>
                                  <a:pt x="51146" y="122512"/>
                                  <a:pt x="53525" y="124891"/>
                                </a:cubicBezTo>
                                <a:cubicBezTo>
                                  <a:pt x="64230" y="134406"/>
                                  <a:pt x="74934" y="109428"/>
                                  <a:pt x="76124" y="102291"/>
                                </a:cubicBezTo>
                                <a:cubicBezTo>
                                  <a:pt x="80882" y="97533"/>
                                  <a:pt x="80882" y="90397"/>
                                  <a:pt x="83260" y="85639"/>
                                </a:cubicBezTo>
                                <a:cubicBezTo>
                                  <a:pt x="86829" y="79692"/>
                                  <a:pt x="93965" y="77313"/>
                                  <a:pt x="99913" y="76124"/>
                                </a:cubicBezTo>
                                <a:cubicBezTo>
                                  <a:pt x="111807" y="73745"/>
                                  <a:pt x="124891" y="67798"/>
                                  <a:pt x="132027" y="58282"/>
                                </a:cubicBezTo>
                                <a:cubicBezTo>
                                  <a:pt x="135596" y="53525"/>
                                  <a:pt x="140353" y="49956"/>
                                  <a:pt x="143922" y="46388"/>
                                </a:cubicBezTo>
                                <a:cubicBezTo>
                                  <a:pt x="148679" y="41630"/>
                                  <a:pt x="149869" y="35683"/>
                                  <a:pt x="152248" y="29736"/>
                                </a:cubicBezTo>
                                <a:cubicBezTo>
                                  <a:pt x="160574" y="27357"/>
                                  <a:pt x="159384" y="19031"/>
                                  <a:pt x="155816" y="13084"/>
                                </a:cubicBezTo>
                                <a:cubicBezTo>
                                  <a:pt x="154627" y="8326"/>
                                  <a:pt x="153437" y="4758"/>
                                  <a:pt x="152248" y="0"/>
                                </a:cubicBezTo>
                                <a:cubicBezTo>
                                  <a:pt x="153437" y="0"/>
                                  <a:pt x="154627" y="0"/>
                                  <a:pt x="155816" y="1190"/>
                                </a:cubicBezTo>
                                <a:cubicBezTo>
                                  <a:pt x="158195" y="2379"/>
                                  <a:pt x="160574" y="3568"/>
                                  <a:pt x="164142" y="4758"/>
                                </a:cubicBezTo>
                                <a:cubicBezTo>
                                  <a:pt x="167710" y="5947"/>
                                  <a:pt x="170089" y="5947"/>
                                  <a:pt x="173658" y="8326"/>
                                </a:cubicBezTo>
                                <a:cubicBezTo>
                                  <a:pt x="174847" y="9515"/>
                                  <a:pt x="178415" y="13084"/>
                                  <a:pt x="179605" y="15463"/>
                                </a:cubicBezTo>
                                <a:cubicBezTo>
                                  <a:pt x="180794" y="19031"/>
                                  <a:pt x="180794" y="21410"/>
                                  <a:pt x="181984" y="24978"/>
                                </a:cubicBezTo>
                                <a:cubicBezTo>
                                  <a:pt x="184362" y="28546"/>
                                  <a:pt x="184362" y="28546"/>
                                  <a:pt x="189120" y="29736"/>
                                </a:cubicBezTo>
                                <a:cubicBezTo>
                                  <a:pt x="193878" y="30925"/>
                                  <a:pt x="195067" y="32115"/>
                                  <a:pt x="198636" y="34494"/>
                                </a:cubicBezTo>
                                <a:cubicBezTo>
                                  <a:pt x="202204" y="36873"/>
                                  <a:pt x="203393" y="36873"/>
                                  <a:pt x="204583" y="41630"/>
                                </a:cubicBezTo>
                                <a:cubicBezTo>
                                  <a:pt x="205772" y="46388"/>
                                  <a:pt x="205772" y="46388"/>
                                  <a:pt x="209341" y="49956"/>
                                </a:cubicBezTo>
                                <a:cubicBezTo>
                                  <a:pt x="211719" y="52335"/>
                                  <a:pt x="211719" y="53525"/>
                                  <a:pt x="212909" y="58282"/>
                                </a:cubicBezTo>
                                <a:cubicBezTo>
                                  <a:pt x="212909" y="61850"/>
                                  <a:pt x="214098" y="64229"/>
                                  <a:pt x="217667" y="65419"/>
                                </a:cubicBezTo>
                                <a:cubicBezTo>
                                  <a:pt x="223614" y="66608"/>
                                  <a:pt x="233129" y="65419"/>
                                  <a:pt x="237887" y="63040"/>
                                </a:cubicBezTo>
                                <a:cubicBezTo>
                                  <a:pt x="240266" y="61850"/>
                                  <a:pt x="243834" y="60661"/>
                                  <a:pt x="247403" y="60661"/>
                                </a:cubicBezTo>
                                <a:cubicBezTo>
                                  <a:pt x="250971" y="60661"/>
                                  <a:pt x="253350" y="63040"/>
                                  <a:pt x="256918" y="64229"/>
                                </a:cubicBezTo>
                                <a:cubicBezTo>
                                  <a:pt x="261676" y="65419"/>
                                  <a:pt x="272381" y="57093"/>
                                  <a:pt x="272381" y="64229"/>
                                </a:cubicBezTo>
                                <a:cubicBezTo>
                                  <a:pt x="277138" y="64229"/>
                                  <a:pt x="278328" y="65419"/>
                                  <a:pt x="281896" y="67798"/>
                                </a:cubicBezTo>
                                <a:cubicBezTo>
                                  <a:pt x="286654" y="70177"/>
                                  <a:pt x="286654" y="68987"/>
                                  <a:pt x="291412" y="68987"/>
                                </a:cubicBezTo>
                                <a:cubicBezTo>
                                  <a:pt x="291412" y="73745"/>
                                  <a:pt x="286654" y="80881"/>
                                  <a:pt x="283086" y="83260"/>
                                </a:cubicBezTo>
                                <a:cubicBezTo>
                                  <a:pt x="281896" y="89208"/>
                                  <a:pt x="272381" y="96344"/>
                                  <a:pt x="275949" y="103481"/>
                                </a:cubicBezTo>
                                <a:cubicBezTo>
                                  <a:pt x="280707" y="103481"/>
                                  <a:pt x="284275" y="101102"/>
                                  <a:pt x="287843" y="103481"/>
                                </a:cubicBezTo>
                                <a:cubicBezTo>
                                  <a:pt x="291412" y="105860"/>
                                  <a:pt x="291412" y="108239"/>
                                  <a:pt x="293790" y="111807"/>
                                </a:cubicBezTo>
                                <a:cubicBezTo>
                                  <a:pt x="293790" y="111807"/>
                                  <a:pt x="293790" y="111807"/>
                                  <a:pt x="293790" y="111807"/>
                                </a:cubicBezTo>
                                <a:cubicBezTo>
                                  <a:pt x="291412" y="115375"/>
                                  <a:pt x="289033" y="118944"/>
                                  <a:pt x="285464" y="117754"/>
                                </a:cubicBezTo>
                                <a:cubicBezTo>
                                  <a:pt x="284275" y="117754"/>
                                  <a:pt x="281896" y="112996"/>
                                  <a:pt x="280707" y="112996"/>
                                </a:cubicBezTo>
                                <a:cubicBezTo>
                                  <a:pt x="277138" y="111807"/>
                                  <a:pt x="275949" y="114186"/>
                                  <a:pt x="273570" y="115375"/>
                                </a:cubicBezTo>
                                <a:cubicBezTo>
                                  <a:pt x="268812" y="116564"/>
                                  <a:pt x="264055" y="118944"/>
                                  <a:pt x="259297" y="120133"/>
                                </a:cubicBezTo>
                                <a:cubicBezTo>
                                  <a:pt x="253350" y="121322"/>
                                  <a:pt x="249781" y="121322"/>
                                  <a:pt x="245024" y="123701"/>
                                </a:cubicBezTo>
                                <a:cubicBezTo>
                                  <a:pt x="241455" y="126080"/>
                                  <a:pt x="236698" y="128459"/>
                                  <a:pt x="233129" y="130838"/>
                                </a:cubicBezTo>
                                <a:cubicBezTo>
                                  <a:pt x="230751" y="132027"/>
                                  <a:pt x="222424" y="137975"/>
                                  <a:pt x="221235" y="139164"/>
                                </a:cubicBezTo>
                                <a:cubicBezTo>
                                  <a:pt x="217667" y="143922"/>
                                  <a:pt x="222424" y="151058"/>
                                  <a:pt x="215288" y="153437"/>
                                </a:cubicBezTo>
                                <a:cubicBezTo>
                                  <a:pt x="215288" y="161763"/>
                                  <a:pt x="216477" y="172468"/>
                                  <a:pt x="210530" y="178415"/>
                                </a:cubicBezTo>
                                <a:cubicBezTo>
                                  <a:pt x="208151" y="180794"/>
                                  <a:pt x="203393" y="180794"/>
                                  <a:pt x="201015" y="184362"/>
                                </a:cubicBezTo>
                                <a:cubicBezTo>
                                  <a:pt x="198636" y="187931"/>
                                  <a:pt x="198636" y="192688"/>
                                  <a:pt x="198636" y="196257"/>
                                </a:cubicBezTo>
                                <a:cubicBezTo>
                                  <a:pt x="196257" y="204583"/>
                                  <a:pt x="196257" y="211719"/>
                                  <a:pt x="201015" y="220045"/>
                                </a:cubicBezTo>
                                <a:cubicBezTo>
                                  <a:pt x="204583" y="224803"/>
                                  <a:pt x="211719" y="233129"/>
                                  <a:pt x="216477" y="237887"/>
                                </a:cubicBezTo>
                                <a:cubicBezTo>
                                  <a:pt x="212909" y="239077"/>
                                  <a:pt x="209341" y="242645"/>
                                  <a:pt x="211719" y="247402"/>
                                </a:cubicBezTo>
                                <a:cubicBezTo>
                                  <a:pt x="216477" y="247402"/>
                                  <a:pt x="223614" y="246213"/>
                                  <a:pt x="227182" y="247402"/>
                                </a:cubicBezTo>
                                <a:cubicBezTo>
                                  <a:pt x="231940" y="248592"/>
                                  <a:pt x="233129" y="253350"/>
                                  <a:pt x="237887" y="254539"/>
                                </a:cubicBezTo>
                                <a:cubicBezTo>
                                  <a:pt x="235508" y="262865"/>
                                  <a:pt x="258107" y="265244"/>
                                  <a:pt x="264055" y="261676"/>
                                </a:cubicBezTo>
                                <a:cubicBezTo>
                                  <a:pt x="267623" y="259297"/>
                                  <a:pt x="268812" y="254539"/>
                                  <a:pt x="273570" y="252160"/>
                                </a:cubicBezTo>
                                <a:cubicBezTo>
                                  <a:pt x="278328" y="249781"/>
                                  <a:pt x="283086" y="250971"/>
                                  <a:pt x="287843" y="248592"/>
                                </a:cubicBezTo>
                                <a:cubicBezTo>
                                  <a:pt x="289033" y="256918"/>
                                  <a:pt x="281896" y="262865"/>
                                  <a:pt x="283086" y="272381"/>
                                </a:cubicBezTo>
                                <a:cubicBezTo>
                                  <a:pt x="283086" y="277138"/>
                                  <a:pt x="287843" y="292601"/>
                                  <a:pt x="293790" y="291412"/>
                                </a:cubicBezTo>
                                <a:cubicBezTo>
                                  <a:pt x="302117" y="289033"/>
                                  <a:pt x="304495" y="290222"/>
                                  <a:pt x="304495" y="290222"/>
                                </a:cubicBezTo>
                                <a:cubicBezTo>
                                  <a:pt x="306874" y="290222"/>
                                  <a:pt x="308064" y="290222"/>
                                  <a:pt x="310443" y="290222"/>
                                </a:cubicBezTo>
                                <a:cubicBezTo>
                                  <a:pt x="312821" y="298548"/>
                                  <a:pt x="318769" y="306874"/>
                                  <a:pt x="324716" y="312821"/>
                                </a:cubicBezTo>
                                <a:cubicBezTo>
                                  <a:pt x="327095" y="315200"/>
                                  <a:pt x="335421" y="319958"/>
                                  <a:pt x="335421" y="322337"/>
                                </a:cubicBezTo>
                                <a:cubicBezTo>
                                  <a:pt x="336610" y="327095"/>
                                  <a:pt x="331852" y="334231"/>
                                  <a:pt x="331852" y="340178"/>
                                </a:cubicBezTo>
                                <a:cubicBezTo>
                                  <a:pt x="325905" y="342557"/>
                                  <a:pt x="324716" y="348504"/>
                                  <a:pt x="323526" y="354452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29" name="Freeform 428">
                            <a:extLst>
                              <a:ext uri="{FF2B5EF4-FFF2-40B4-BE49-F238E27FC236}">
                                <a16:creationId xmlns:a16="http://schemas.microsoft.com/office/drawing/2014/main" id="{E1C51089-D454-4848-778A-0305766A89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755779" y="3489880"/>
                            <a:ext cx="741017" cy="548329"/>
                          </a:xfrm>
                          <a:custGeom>
                            <a:avLst/>
                            <a:gdLst>
                              <a:gd name="connsiteX0" fmla="*/ 736260 w 741017"/>
                              <a:gd name="connsiteY0" fmla="*/ 362778 h 548329"/>
                              <a:gd name="connsiteX1" fmla="*/ 729124 w 741017"/>
                              <a:gd name="connsiteY1" fmla="*/ 374672 h 548329"/>
                              <a:gd name="connsiteX2" fmla="*/ 720798 w 741017"/>
                              <a:gd name="connsiteY2" fmla="*/ 385377 h 548329"/>
                              <a:gd name="connsiteX3" fmla="*/ 716040 w 741017"/>
                              <a:gd name="connsiteY3" fmla="*/ 388945 h 548329"/>
                              <a:gd name="connsiteX4" fmla="*/ 714850 w 741017"/>
                              <a:gd name="connsiteY4" fmla="*/ 392513 h 548329"/>
                              <a:gd name="connsiteX5" fmla="*/ 716040 w 741017"/>
                              <a:gd name="connsiteY5" fmla="*/ 396082 h 548329"/>
                              <a:gd name="connsiteX6" fmla="*/ 712472 w 741017"/>
                              <a:gd name="connsiteY6" fmla="*/ 400840 h 548329"/>
                              <a:gd name="connsiteX7" fmla="*/ 707714 w 741017"/>
                              <a:gd name="connsiteY7" fmla="*/ 404408 h 548329"/>
                              <a:gd name="connsiteX8" fmla="*/ 714850 w 741017"/>
                              <a:gd name="connsiteY8" fmla="*/ 410355 h 548329"/>
                              <a:gd name="connsiteX9" fmla="*/ 708903 w 741017"/>
                              <a:gd name="connsiteY9" fmla="*/ 417492 h 548329"/>
                              <a:gd name="connsiteX10" fmla="*/ 716040 w 741017"/>
                              <a:gd name="connsiteY10" fmla="*/ 417492 h 548329"/>
                              <a:gd name="connsiteX11" fmla="*/ 712472 w 741017"/>
                              <a:gd name="connsiteY11" fmla="*/ 427007 h 548329"/>
                              <a:gd name="connsiteX12" fmla="*/ 710093 w 741017"/>
                              <a:gd name="connsiteY12" fmla="*/ 432954 h 548329"/>
                              <a:gd name="connsiteX13" fmla="*/ 708903 w 741017"/>
                              <a:gd name="connsiteY13" fmla="*/ 438902 h 548329"/>
                              <a:gd name="connsiteX14" fmla="*/ 702956 w 741017"/>
                              <a:gd name="connsiteY14" fmla="*/ 447227 h 548329"/>
                              <a:gd name="connsiteX15" fmla="*/ 701767 w 741017"/>
                              <a:gd name="connsiteY15" fmla="*/ 444849 h 548329"/>
                              <a:gd name="connsiteX16" fmla="*/ 699388 w 741017"/>
                              <a:gd name="connsiteY16" fmla="*/ 443659 h 548329"/>
                              <a:gd name="connsiteX17" fmla="*/ 695820 w 741017"/>
                              <a:gd name="connsiteY17" fmla="*/ 441280 h 548329"/>
                              <a:gd name="connsiteX18" fmla="*/ 697009 w 741017"/>
                              <a:gd name="connsiteY18" fmla="*/ 431765 h 548329"/>
                              <a:gd name="connsiteX19" fmla="*/ 693441 w 741017"/>
                              <a:gd name="connsiteY19" fmla="*/ 434144 h 548329"/>
                              <a:gd name="connsiteX20" fmla="*/ 693441 w 741017"/>
                              <a:gd name="connsiteY20" fmla="*/ 437712 h 548329"/>
                              <a:gd name="connsiteX21" fmla="*/ 686304 w 741017"/>
                              <a:gd name="connsiteY21" fmla="*/ 443659 h 548329"/>
                              <a:gd name="connsiteX22" fmla="*/ 685115 w 741017"/>
                              <a:gd name="connsiteY22" fmla="*/ 443659 h 548329"/>
                              <a:gd name="connsiteX23" fmla="*/ 677978 w 741017"/>
                              <a:gd name="connsiteY23" fmla="*/ 451985 h 548329"/>
                              <a:gd name="connsiteX24" fmla="*/ 669652 w 741017"/>
                              <a:gd name="connsiteY24" fmla="*/ 454364 h 548329"/>
                              <a:gd name="connsiteX25" fmla="*/ 664894 w 741017"/>
                              <a:gd name="connsiteY25" fmla="*/ 453175 h 548329"/>
                              <a:gd name="connsiteX26" fmla="*/ 662515 w 741017"/>
                              <a:gd name="connsiteY26" fmla="*/ 456743 h 548329"/>
                              <a:gd name="connsiteX27" fmla="*/ 662515 w 741017"/>
                              <a:gd name="connsiteY27" fmla="*/ 456743 h 548329"/>
                              <a:gd name="connsiteX28" fmla="*/ 618506 w 741017"/>
                              <a:gd name="connsiteY28" fmla="*/ 459122 h 548329"/>
                              <a:gd name="connsiteX29" fmla="*/ 617317 w 741017"/>
                              <a:gd name="connsiteY29" fmla="*/ 472206 h 548329"/>
                              <a:gd name="connsiteX30" fmla="*/ 608991 w 741017"/>
                              <a:gd name="connsiteY30" fmla="*/ 474585 h 548329"/>
                              <a:gd name="connsiteX31" fmla="*/ 618506 w 741017"/>
                              <a:gd name="connsiteY31" fmla="*/ 485290 h 548329"/>
                              <a:gd name="connsiteX32" fmla="*/ 625643 w 741017"/>
                              <a:gd name="connsiteY32" fmla="*/ 487668 h 548329"/>
                              <a:gd name="connsiteX33" fmla="*/ 628022 w 741017"/>
                              <a:gd name="connsiteY33" fmla="*/ 495994 h 548329"/>
                              <a:gd name="connsiteX34" fmla="*/ 633969 w 741017"/>
                              <a:gd name="connsiteY34" fmla="*/ 504321 h 548329"/>
                              <a:gd name="connsiteX35" fmla="*/ 597096 w 741017"/>
                              <a:gd name="connsiteY35" fmla="*/ 510268 h 548329"/>
                              <a:gd name="connsiteX36" fmla="*/ 587581 w 741017"/>
                              <a:gd name="connsiteY36" fmla="*/ 524541 h 548329"/>
                              <a:gd name="connsiteX37" fmla="*/ 586391 w 741017"/>
                              <a:gd name="connsiteY37" fmla="*/ 542382 h 548329"/>
                              <a:gd name="connsiteX38" fmla="*/ 582823 w 741017"/>
                              <a:gd name="connsiteY38" fmla="*/ 548329 h 548329"/>
                              <a:gd name="connsiteX39" fmla="*/ 582823 w 741017"/>
                              <a:gd name="connsiteY39" fmla="*/ 548329 h 548329"/>
                              <a:gd name="connsiteX40" fmla="*/ 582823 w 741017"/>
                              <a:gd name="connsiteY40" fmla="*/ 548329 h 548329"/>
                              <a:gd name="connsiteX41" fmla="*/ 572118 w 741017"/>
                              <a:gd name="connsiteY41" fmla="*/ 538814 h 548329"/>
                              <a:gd name="connsiteX42" fmla="*/ 561413 w 741017"/>
                              <a:gd name="connsiteY42" fmla="*/ 529298 h 548329"/>
                              <a:gd name="connsiteX43" fmla="*/ 549519 w 741017"/>
                              <a:gd name="connsiteY43" fmla="*/ 519783 h 548329"/>
                              <a:gd name="connsiteX44" fmla="*/ 542382 w 741017"/>
                              <a:gd name="connsiteY44" fmla="*/ 509078 h 548329"/>
                              <a:gd name="connsiteX45" fmla="*/ 531678 w 741017"/>
                              <a:gd name="connsiteY45" fmla="*/ 500752 h 548329"/>
                              <a:gd name="connsiteX46" fmla="*/ 529299 w 741017"/>
                              <a:gd name="connsiteY46" fmla="*/ 500752 h 548329"/>
                              <a:gd name="connsiteX47" fmla="*/ 536435 w 741017"/>
                              <a:gd name="connsiteY47" fmla="*/ 507889 h 548329"/>
                              <a:gd name="connsiteX48" fmla="*/ 541193 w 741017"/>
                              <a:gd name="connsiteY48" fmla="*/ 513836 h 548329"/>
                              <a:gd name="connsiteX49" fmla="*/ 537625 w 741017"/>
                              <a:gd name="connsiteY49" fmla="*/ 510268 h 548329"/>
                              <a:gd name="connsiteX50" fmla="*/ 532867 w 741017"/>
                              <a:gd name="connsiteY50" fmla="*/ 507889 h 548329"/>
                              <a:gd name="connsiteX51" fmla="*/ 522162 w 741017"/>
                              <a:gd name="connsiteY51" fmla="*/ 503131 h 548329"/>
                              <a:gd name="connsiteX52" fmla="*/ 525730 w 741017"/>
                              <a:gd name="connsiteY52" fmla="*/ 501942 h 548329"/>
                              <a:gd name="connsiteX53" fmla="*/ 522162 w 741017"/>
                              <a:gd name="connsiteY53" fmla="*/ 500752 h 548329"/>
                              <a:gd name="connsiteX54" fmla="*/ 515025 w 741017"/>
                              <a:gd name="connsiteY54" fmla="*/ 498373 h 548329"/>
                              <a:gd name="connsiteX55" fmla="*/ 512646 w 741017"/>
                              <a:gd name="connsiteY55" fmla="*/ 500752 h 548329"/>
                              <a:gd name="connsiteX56" fmla="*/ 513836 w 741017"/>
                              <a:gd name="connsiteY56" fmla="*/ 503131 h 548329"/>
                              <a:gd name="connsiteX57" fmla="*/ 520972 w 741017"/>
                              <a:gd name="connsiteY57" fmla="*/ 505510 h 548329"/>
                              <a:gd name="connsiteX58" fmla="*/ 505510 w 741017"/>
                              <a:gd name="connsiteY58" fmla="*/ 507889 h 548329"/>
                              <a:gd name="connsiteX59" fmla="*/ 499563 w 741017"/>
                              <a:gd name="connsiteY59" fmla="*/ 511457 h 548329"/>
                              <a:gd name="connsiteX60" fmla="*/ 492426 w 741017"/>
                              <a:gd name="connsiteY60" fmla="*/ 512646 h 548329"/>
                              <a:gd name="connsiteX61" fmla="*/ 476963 w 741017"/>
                              <a:gd name="connsiteY61" fmla="*/ 517404 h 548329"/>
                              <a:gd name="connsiteX62" fmla="*/ 462690 w 741017"/>
                              <a:gd name="connsiteY62" fmla="*/ 513836 h 548329"/>
                              <a:gd name="connsiteX63" fmla="*/ 456743 w 741017"/>
                              <a:gd name="connsiteY63" fmla="*/ 510268 h 548329"/>
                              <a:gd name="connsiteX64" fmla="*/ 449606 w 741017"/>
                              <a:gd name="connsiteY64" fmla="*/ 509078 h 548329"/>
                              <a:gd name="connsiteX65" fmla="*/ 442470 w 741017"/>
                              <a:gd name="connsiteY65" fmla="*/ 507889 h 548329"/>
                              <a:gd name="connsiteX66" fmla="*/ 436523 w 741017"/>
                              <a:gd name="connsiteY66" fmla="*/ 504321 h 548329"/>
                              <a:gd name="connsiteX67" fmla="*/ 422250 w 741017"/>
                              <a:gd name="connsiteY67" fmla="*/ 499563 h 548329"/>
                              <a:gd name="connsiteX68" fmla="*/ 416302 w 741017"/>
                              <a:gd name="connsiteY68" fmla="*/ 494805 h 548329"/>
                              <a:gd name="connsiteX69" fmla="*/ 409166 w 741017"/>
                              <a:gd name="connsiteY69" fmla="*/ 493615 h 548329"/>
                              <a:gd name="connsiteX70" fmla="*/ 402029 w 741017"/>
                              <a:gd name="connsiteY70" fmla="*/ 491237 h 548329"/>
                              <a:gd name="connsiteX71" fmla="*/ 394892 w 741017"/>
                              <a:gd name="connsiteY71" fmla="*/ 486479 h 548329"/>
                              <a:gd name="connsiteX72" fmla="*/ 365157 w 741017"/>
                              <a:gd name="connsiteY72" fmla="*/ 476963 h 548329"/>
                              <a:gd name="connsiteX73" fmla="*/ 360399 w 741017"/>
                              <a:gd name="connsiteY73" fmla="*/ 471016 h 548329"/>
                              <a:gd name="connsiteX74" fmla="*/ 354452 w 741017"/>
                              <a:gd name="connsiteY74" fmla="*/ 467448 h 548329"/>
                              <a:gd name="connsiteX75" fmla="*/ 342557 w 741017"/>
                              <a:gd name="connsiteY75" fmla="*/ 456743 h 548329"/>
                              <a:gd name="connsiteX76" fmla="*/ 334231 w 741017"/>
                              <a:gd name="connsiteY76" fmla="*/ 453175 h 548329"/>
                              <a:gd name="connsiteX77" fmla="*/ 323526 w 741017"/>
                              <a:gd name="connsiteY77" fmla="*/ 450796 h 548329"/>
                              <a:gd name="connsiteX78" fmla="*/ 312821 w 741017"/>
                              <a:gd name="connsiteY78" fmla="*/ 448417 h 548329"/>
                              <a:gd name="connsiteX79" fmla="*/ 304495 w 741017"/>
                              <a:gd name="connsiteY79" fmla="*/ 442470 h 548329"/>
                              <a:gd name="connsiteX80" fmla="*/ 302117 w 741017"/>
                              <a:gd name="connsiteY80" fmla="*/ 438902 h 548329"/>
                              <a:gd name="connsiteX81" fmla="*/ 296169 w 741017"/>
                              <a:gd name="connsiteY81" fmla="*/ 432954 h 548329"/>
                              <a:gd name="connsiteX82" fmla="*/ 285465 w 741017"/>
                              <a:gd name="connsiteY82" fmla="*/ 424628 h 548329"/>
                              <a:gd name="connsiteX83" fmla="*/ 287843 w 741017"/>
                              <a:gd name="connsiteY83" fmla="*/ 423439 h 548329"/>
                              <a:gd name="connsiteX84" fmla="*/ 287843 w 741017"/>
                              <a:gd name="connsiteY84" fmla="*/ 419871 h 548329"/>
                              <a:gd name="connsiteX85" fmla="*/ 272381 w 741017"/>
                              <a:gd name="connsiteY85" fmla="*/ 418681 h 548329"/>
                              <a:gd name="connsiteX86" fmla="*/ 262865 w 741017"/>
                              <a:gd name="connsiteY86" fmla="*/ 409166 h 548329"/>
                              <a:gd name="connsiteX87" fmla="*/ 255729 w 741017"/>
                              <a:gd name="connsiteY87" fmla="*/ 396082 h 548329"/>
                              <a:gd name="connsiteX88" fmla="*/ 250971 w 741017"/>
                              <a:gd name="connsiteY88" fmla="*/ 381809 h 548329"/>
                              <a:gd name="connsiteX89" fmla="*/ 259297 w 741017"/>
                              <a:gd name="connsiteY89" fmla="*/ 380619 h 548329"/>
                              <a:gd name="connsiteX90" fmla="*/ 254539 w 741017"/>
                              <a:gd name="connsiteY90" fmla="*/ 374672 h 548329"/>
                              <a:gd name="connsiteX91" fmla="*/ 260486 w 741017"/>
                              <a:gd name="connsiteY91" fmla="*/ 368725 h 548329"/>
                              <a:gd name="connsiteX92" fmla="*/ 264055 w 741017"/>
                              <a:gd name="connsiteY92" fmla="*/ 360399 h 548329"/>
                              <a:gd name="connsiteX93" fmla="*/ 259297 w 741017"/>
                              <a:gd name="connsiteY93" fmla="*/ 341368 h 548329"/>
                              <a:gd name="connsiteX94" fmla="*/ 256918 w 741017"/>
                              <a:gd name="connsiteY94" fmla="*/ 333042 h 548329"/>
                              <a:gd name="connsiteX95" fmla="*/ 255729 w 741017"/>
                              <a:gd name="connsiteY95" fmla="*/ 322337 h 548329"/>
                              <a:gd name="connsiteX96" fmla="*/ 249781 w 741017"/>
                              <a:gd name="connsiteY96" fmla="*/ 315200 h 548329"/>
                              <a:gd name="connsiteX97" fmla="*/ 245024 w 741017"/>
                              <a:gd name="connsiteY97" fmla="*/ 306874 h 548329"/>
                              <a:gd name="connsiteX98" fmla="*/ 234319 w 741017"/>
                              <a:gd name="connsiteY98" fmla="*/ 292601 h 548329"/>
                              <a:gd name="connsiteX99" fmla="*/ 224803 w 741017"/>
                              <a:gd name="connsiteY99" fmla="*/ 278328 h 548329"/>
                              <a:gd name="connsiteX100" fmla="*/ 212909 w 741017"/>
                              <a:gd name="connsiteY100" fmla="*/ 266434 h 548329"/>
                              <a:gd name="connsiteX101" fmla="*/ 198636 w 741017"/>
                              <a:gd name="connsiteY101" fmla="*/ 255728 h 548329"/>
                              <a:gd name="connsiteX102" fmla="*/ 203393 w 741017"/>
                              <a:gd name="connsiteY102" fmla="*/ 252160 h 548329"/>
                              <a:gd name="connsiteX103" fmla="*/ 202204 w 741017"/>
                              <a:gd name="connsiteY103" fmla="*/ 247403 h 548329"/>
                              <a:gd name="connsiteX104" fmla="*/ 199825 w 741017"/>
                              <a:gd name="connsiteY104" fmla="*/ 241455 h 548329"/>
                              <a:gd name="connsiteX105" fmla="*/ 195067 w 741017"/>
                              <a:gd name="connsiteY105" fmla="*/ 239076 h 548329"/>
                              <a:gd name="connsiteX106" fmla="*/ 189120 w 741017"/>
                              <a:gd name="connsiteY106" fmla="*/ 235508 h 548329"/>
                              <a:gd name="connsiteX107" fmla="*/ 179605 w 741017"/>
                              <a:gd name="connsiteY107" fmla="*/ 228371 h 548329"/>
                              <a:gd name="connsiteX108" fmla="*/ 168900 w 741017"/>
                              <a:gd name="connsiteY108" fmla="*/ 222424 h 548329"/>
                              <a:gd name="connsiteX109" fmla="*/ 167710 w 741017"/>
                              <a:gd name="connsiteY109" fmla="*/ 217667 h 548329"/>
                              <a:gd name="connsiteX110" fmla="*/ 180794 w 741017"/>
                              <a:gd name="connsiteY110" fmla="*/ 208151 h 548329"/>
                              <a:gd name="connsiteX111" fmla="*/ 181984 w 741017"/>
                              <a:gd name="connsiteY111" fmla="*/ 202204 h 548329"/>
                              <a:gd name="connsiteX112" fmla="*/ 172468 w 741017"/>
                              <a:gd name="connsiteY112" fmla="*/ 193878 h 548329"/>
                              <a:gd name="connsiteX113" fmla="*/ 161763 w 741017"/>
                              <a:gd name="connsiteY113" fmla="*/ 189120 h 548329"/>
                              <a:gd name="connsiteX114" fmla="*/ 160574 w 741017"/>
                              <a:gd name="connsiteY114" fmla="*/ 183173 h 548329"/>
                              <a:gd name="connsiteX115" fmla="*/ 154627 w 741017"/>
                              <a:gd name="connsiteY115" fmla="*/ 179605 h 548329"/>
                              <a:gd name="connsiteX116" fmla="*/ 147490 w 741017"/>
                              <a:gd name="connsiteY116" fmla="*/ 167710 h 548329"/>
                              <a:gd name="connsiteX117" fmla="*/ 142732 w 741017"/>
                              <a:gd name="connsiteY117" fmla="*/ 155816 h 548329"/>
                              <a:gd name="connsiteX118" fmla="*/ 132027 w 741017"/>
                              <a:gd name="connsiteY118" fmla="*/ 148679 h 548329"/>
                              <a:gd name="connsiteX119" fmla="*/ 128459 w 741017"/>
                              <a:gd name="connsiteY119" fmla="*/ 142732 h 548329"/>
                              <a:gd name="connsiteX120" fmla="*/ 123701 w 741017"/>
                              <a:gd name="connsiteY120" fmla="*/ 136785 h 548329"/>
                              <a:gd name="connsiteX121" fmla="*/ 121322 w 741017"/>
                              <a:gd name="connsiteY121" fmla="*/ 129649 h 548329"/>
                              <a:gd name="connsiteX122" fmla="*/ 117754 w 741017"/>
                              <a:gd name="connsiteY122" fmla="*/ 124890 h 548329"/>
                              <a:gd name="connsiteX123" fmla="*/ 111807 w 741017"/>
                              <a:gd name="connsiteY123" fmla="*/ 114186 h 548329"/>
                              <a:gd name="connsiteX124" fmla="*/ 108239 w 741017"/>
                              <a:gd name="connsiteY124" fmla="*/ 102291 h 548329"/>
                              <a:gd name="connsiteX125" fmla="*/ 102291 w 741017"/>
                              <a:gd name="connsiteY125" fmla="*/ 89208 h 548329"/>
                              <a:gd name="connsiteX126" fmla="*/ 102291 w 741017"/>
                              <a:gd name="connsiteY126" fmla="*/ 82071 h 548329"/>
                              <a:gd name="connsiteX127" fmla="*/ 98723 w 741017"/>
                              <a:gd name="connsiteY127" fmla="*/ 74934 h 548329"/>
                              <a:gd name="connsiteX128" fmla="*/ 97534 w 741017"/>
                              <a:gd name="connsiteY128" fmla="*/ 59472 h 548329"/>
                              <a:gd name="connsiteX129" fmla="*/ 89208 w 741017"/>
                              <a:gd name="connsiteY129" fmla="*/ 51146 h 548329"/>
                              <a:gd name="connsiteX130" fmla="*/ 86829 w 741017"/>
                              <a:gd name="connsiteY130" fmla="*/ 46388 h 548329"/>
                              <a:gd name="connsiteX131" fmla="*/ 78503 w 741017"/>
                              <a:gd name="connsiteY131" fmla="*/ 46388 h 548329"/>
                              <a:gd name="connsiteX132" fmla="*/ 68987 w 741017"/>
                              <a:gd name="connsiteY132" fmla="*/ 36872 h 548329"/>
                              <a:gd name="connsiteX133" fmla="*/ 59472 w 741017"/>
                              <a:gd name="connsiteY133" fmla="*/ 29736 h 548329"/>
                              <a:gd name="connsiteX134" fmla="*/ 60661 w 741017"/>
                              <a:gd name="connsiteY134" fmla="*/ 44009 h 548329"/>
                              <a:gd name="connsiteX135" fmla="*/ 59472 w 741017"/>
                              <a:gd name="connsiteY135" fmla="*/ 58282 h 548329"/>
                              <a:gd name="connsiteX136" fmla="*/ 60661 w 741017"/>
                              <a:gd name="connsiteY136" fmla="*/ 73745 h 548329"/>
                              <a:gd name="connsiteX137" fmla="*/ 59472 w 741017"/>
                              <a:gd name="connsiteY137" fmla="*/ 86829 h 548329"/>
                              <a:gd name="connsiteX138" fmla="*/ 63040 w 741017"/>
                              <a:gd name="connsiteY138" fmla="*/ 99912 h 548329"/>
                              <a:gd name="connsiteX139" fmla="*/ 73745 w 741017"/>
                              <a:gd name="connsiteY139" fmla="*/ 108238 h 548329"/>
                              <a:gd name="connsiteX140" fmla="*/ 77313 w 741017"/>
                              <a:gd name="connsiteY140" fmla="*/ 112996 h 548329"/>
                              <a:gd name="connsiteX141" fmla="*/ 76124 w 741017"/>
                              <a:gd name="connsiteY141" fmla="*/ 121322 h 548329"/>
                              <a:gd name="connsiteX142" fmla="*/ 85639 w 741017"/>
                              <a:gd name="connsiteY142" fmla="*/ 130838 h 548329"/>
                              <a:gd name="connsiteX143" fmla="*/ 90397 w 741017"/>
                              <a:gd name="connsiteY143" fmla="*/ 139164 h 548329"/>
                              <a:gd name="connsiteX144" fmla="*/ 99913 w 741017"/>
                              <a:gd name="connsiteY144" fmla="*/ 159384 h 548329"/>
                              <a:gd name="connsiteX145" fmla="*/ 105860 w 741017"/>
                              <a:gd name="connsiteY145" fmla="*/ 168900 h 548329"/>
                              <a:gd name="connsiteX146" fmla="*/ 111807 w 741017"/>
                              <a:gd name="connsiteY146" fmla="*/ 178415 h 548329"/>
                              <a:gd name="connsiteX147" fmla="*/ 109428 w 741017"/>
                              <a:gd name="connsiteY147" fmla="*/ 189120 h 548329"/>
                              <a:gd name="connsiteX148" fmla="*/ 116565 w 741017"/>
                              <a:gd name="connsiteY148" fmla="*/ 197446 h 548329"/>
                              <a:gd name="connsiteX149" fmla="*/ 117754 w 741017"/>
                              <a:gd name="connsiteY149" fmla="*/ 190309 h 548329"/>
                              <a:gd name="connsiteX150" fmla="*/ 120133 w 741017"/>
                              <a:gd name="connsiteY150" fmla="*/ 189120 h 548329"/>
                              <a:gd name="connsiteX151" fmla="*/ 124891 w 741017"/>
                              <a:gd name="connsiteY151" fmla="*/ 212909 h 548329"/>
                              <a:gd name="connsiteX152" fmla="*/ 132027 w 741017"/>
                              <a:gd name="connsiteY152" fmla="*/ 234319 h 548329"/>
                              <a:gd name="connsiteX153" fmla="*/ 134406 w 741017"/>
                              <a:gd name="connsiteY153" fmla="*/ 245024 h 548329"/>
                              <a:gd name="connsiteX154" fmla="*/ 134406 w 741017"/>
                              <a:gd name="connsiteY154" fmla="*/ 254539 h 548329"/>
                              <a:gd name="connsiteX155" fmla="*/ 141543 w 741017"/>
                              <a:gd name="connsiteY155" fmla="*/ 272381 h 548329"/>
                              <a:gd name="connsiteX156" fmla="*/ 143922 w 741017"/>
                              <a:gd name="connsiteY156" fmla="*/ 273570 h 548329"/>
                              <a:gd name="connsiteX157" fmla="*/ 143922 w 741017"/>
                              <a:gd name="connsiteY157" fmla="*/ 268812 h 548329"/>
                              <a:gd name="connsiteX158" fmla="*/ 151058 w 741017"/>
                              <a:gd name="connsiteY158" fmla="*/ 272381 h 548329"/>
                              <a:gd name="connsiteX159" fmla="*/ 158195 w 741017"/>
                              <a:gd name="connsiteY159" fmla="*/ 280707 h 548329"/>
                              <a:gd name="connsiteX160" fmla="*/ 159384 w 741017"/>
                              <a:gd name="connsiteY160" fmla="*/ 287843 h 548329"/>
                              <a:gd name="connsiteX161" fmla="*/ 162953 w 741017"/>
                              <a:gd name="connsiteY161" fmla="*/ 291411 h 548329"/>
                              <a:gd name="connsiteX162" fmla="*/ 158195 w 741017"/>
                              <a:gd name="connsiteY162" fmla="*/ 302117 h 548329"/>
                              <a:gd name="connsiteX163" fmla="*/ 148679 w 741017"/>
                              <a:gd name="connsiteY163" fmla="*/ 309253 h 548329"/>
                              <a:gd name="connsiteX164" fmla="*/ 145111 w 741017"/>
                              <a:gd name="connsiteY164" fmla="*/ 298548 h 548329"/>
                              <a:gd name="connsiteX165" fmla="*/ 142732 w 741017"/>
                              <a:gd name="connsiteY165" fmla="*/ 294980 h 548329"/>
                              <a:gd name="connsiteX166" fmla="*/ 141543 w 741017"/>
                              <a:gd name="connsiteY166" fmla="*/ 287843 h 548329"/>
                              <a:gd name="connsiteX167" fmla="*/ 132027 w 741017"/>
                              <a:gd name="connsiteY167" fmla="*/ 283086 h 548329"/>
                              <a:gd name="connsiteX168" fmla="*/ 124891 w 741017"/>
                              <a:gd name="connsiteY168" fmla="*/ 274759 h 548329"/>
                              <a:gd name="connsiteX169" fmla="*/ 112996 w 741017"/>
                              <a:gd name="connsiteY169" fmla="*/ 266434 h 548329"/>
                              <a:gd name="connsiteX170" fmla="*/ 103481 w 741017"/>
                              <a:gd name="connsiteY170" fmla="*/ 256918 h 548329"/>
                              <a:gd name="connsiteX171" fmla="*/ 102291 w 741017"/>
                              <a:gd name="connsiteY171" fmla="*/ 253350 h 548329"/>
                              <a:gd name="connsiteX172" fmla="*/ 98723 w 741017"/>
                              <a:gd name="connsiteY172" fmla="*/ 233129 h 548329"/>
                              <a:gd name="connsiteX173" fmla="*/ 95155 w 741017"/>
                              <a:gd name="connsiteY173" fmla="*/ 206962 h 548329"/>
                              <a:gd name="connsiteX174" fmla="*/ 83261 w 741017"/>
                              <a:gd name="connsiteY174" fmla="*/ 199825 h 548329"/>
                              <a:gd name="connsiteX175" fmla="*/ 77313 w 741017"/>
                              <a:gd name="connsiteY175" fmla="*/ 193878 h 548329"/>
                              <a:gd name="connsiteX176" fmla="*/ 78503 w 741017"/>
                              <a:gd name="connsiteY176" fmla="*/ 185552 h 548329"/>
                              <a:gd name="connsiteX177" fmla="*/ 68987 w 741017"/>
                              <a:gd name="connsiteY177" fmla="*/ 186741 h 548329"/>
                              <a:gd name="connsiteX178" fmla="*/ 54714 w 741017"/>
                              <a:gd name="connsiteY178" fmla="*/ 181984 h 548329"/>
                              <a:gd name="connsiteX179" fmla="*/ 49956 w 741017"/>
                              <a:gd name="connsiteY179" fmla="*/ 176036 h 548329"/>
                              <a:gd name="connsiteX180" fmla="*/ 44009 w 741017"/>
                              <a:gd name="connsiteY180" fmla="*/ 168900 h 548329"/>
                              <a:gd name="connsiteX181" fmla="*/ 34494 w 741017"/>
                              <a:gd name="connsiteY181" fmla="*/ 157005 h 548329"/>
                              <a:gd name="connsiteX182" fmla="*/ 47577 w 741017"/>
                              <a:gd name="connsiteY182" fmla="*/ 157005 h 548329"/>
                              <a:gd name="connsiteX183" fmla="*/ 58282 w 741017"/>
                              <a:gd name="connsiteY183" fmla="*/ 159384 h 548329"/>
                              <a:gd name="connsiteX184" fmla="*/ 55904 w 741017"/>
                              <a:gd name="connsiteY184" fmla="*/ 153437 h 548329"/>
                              <a:gd name="connsiteX185" fmla="*/ 59472 w 741017"/>
                              <a:gd name="connsiteY185" fmla="*/ 137974 h 548329"/>
                              <a:gd name="connsiteX186" fmla="*/ 61851 w 741017"/>
                              <a:gd name="connsiteY186" fmla="*/ 137974 h 548329"/>
                              <a:gd name="connsiteX187" fmla="*/ 55904 w 741017"/>
                              <a:gd name="connsiteY187" fmla="*/ 127270 h 548329"/>
                              <a:gd name="connsiteX188" fmla="*/ 48767 w 741017"/>
                              <a:gd name="connsiteY188" fmla="*/ 114186 h 548329"/>
                              <a:gd name="connsiteX189" fmla="*/ 41630 w 741017"/>
                              <a:gd name="connsiteY189" fmla="*/ 103481 h 548329"/>
                              <a:gd name="connsiteX190" fmla="*/ 30925 w 741017"/>
                              <a:gd name="connsiteY190" fmla="*/ 95155 h 548329"/>
                              <a:gd name="connsiteX191" fmla="*/ 26168 w 741017"/>
                              <a:gd name="connsiteY191" fmla="*/ 83260 h 548329"/>
                              <a:gd name="connsiteX192" fmla="*/ 22599 w 741017"/>
                              <a:gd name="connsiteY192" fmla="*/ 70177 h 548329"/>
                              <a:gd name="connsiteX193" fmla="*/ 21410 w 741017"/>
                              <a:gd name="connsiteY193" fmla="*/ 61851 h 548329"/>
                              <a:gd name="connsiteX194" fmla="*/ 16652 w 741017"/>
                              <a:gd name="connsiteY194" fmla="*/ 55903 h 548329"/>
                              <a:gd name="connsiteX195" fmla="*/ 16652 w 741017"/>
                              <a:gd name="connsiteY195" fmla="*/ 47577 h 548329"/>
                              <a:gd name="connsiteX196" fmla="*/ 11894 w 741017"/>
                              <a:gd name="connsiteY196" fmla="*/ 42820 h 548329"/>
                              <a:gd name="connsiteX197" fmla="*/ 9516 w 741017"/>
                              <a:gd name="connsiteY197" fmla="*/ 30925 h 548329"/>
                              <a:gd name="connsiteX198" fmla="*/ 10705 w 741017"/>
                              <a:gd name="connsiteY198" fmla="*/ 26168 h 548329"/>
                              <a:gd name="connsiteX199" fmla="*/ 5947 w 741017"/>
                              <a:gd name="connsiteY199" fmla="*/ 22599 h 548329"/>
                              <a:gd name="connsiteX200" fmla="*/ 0 w 741017"/>
                              <a:gd name="connsiteY200" fmla="*/ 1189 h 548329"/>
                              <a:gd name="connsiteX201" fmla="*/ 0 w 741017"/>
                              <a:gd name="connsiteY201" fmla="*/ 1189 h 548329"/>
                              <a:gd name="connsiteX202" fmla="*/ 33304 w 741017"/>
                              <a:gd name="connsiteY202" fmla="*/ 1189 h 548329"/>
                              <a:gd name="connsiteX203" fmla="*/ 48767 w 741017"/>
                              <a:gd name="connsiteY203" fmla="*/ 0 h 548329"/>
                              <a:gd name="connsiteX204" fmla="*/ 57093 w 741017"/>
                              <a:gd name="connsiteY204" fmla="*/ 0 h 548329"/>
                              <a:gd name="connsiteX205" fmla="*/ 64230 w 741017"/>
                              <a:gd name="connsiteY205" fmla="*/ 3568 h 548329"/>
                              <a:gd name="connsiteX206" fmla="*/ 116565 w 741017"/>
                              <a:gd name="connsiteY206" fmla="*/ 27357 h 548329"/>
                              <a:gd name="connsiteX207" fmla="*/ 140353 w 741017"/>
                              <a:gd name="connsiteY207" fmla="*/ 36872 h 548329"/>
                              <a:gd name="connsiteX208" fmla="*/ 153437 w 741017"/>
                              <a:gd name="connsiteY208" fmla="*/ 41630 h 548329"/>
                              <a:gd name="connsiteX209" fmla="*/ 168900 w 741017"/>
                              <a:gd name="connsiteY209" fmla="*/ 41630 h 548329"/>
                              <a:gd name="connsiteX210" fmla="*/ 225993 w 741017"/>
                              <a:gd name="connsiteY210" fmla="*/ 45199 h 548329"/>
                              <a:gd name="connsiteX211" fmla="*/ 225993 w 741017"/>
                              <a:gd name="connsiteY211" fmla="*/ 35683 h 548329"/>
                              <a:gd name="connsiteX212" fmla="*/ 249781 w 741017"/>
                              <a:gd name="connsiteY212" fmla="*/ 38062 h 548329"/>
                              <a:gd name="connsiteX213" fmla="*/ 273570 w 741017"/>
                              <a:gd name="connsiteY213" fmla="*/ 36872 h 548329"/>
                              <a:gd name="connsiteX214" fmla="*/ 285465 w 741017"/>
                              <a:gd name="connsiteY214" fmla="*/ 57093 h 548329"/>
                              <a:gd name="connsiteX215" fmla="*/ 291412 w 741017"/>
                              <a:gd name="connsiteY215" fmla="*/ 60661 h 548329"/>
                              <a:gd name="connsiteX216" fmla="*/ 292601 w 741017"/>
                              <a:gd name="connsiteY216" fmla="*/ 66608 h 548329"/>
                              <a:gd name="connsiteX217" fmla="*/ 298548 w 741017"/>
                              <a:gd name="connsiteY217" fmla="*/ 71366 h 548329"/>
                              <a:gd name="connsiteX218" fmla="*/ 300927 w 741017"/>
                              <a:gd name="connsiteY218" fmla="*/ 77313 h 548329"/>
                              <a:gd name="connsiteX219" fmla="*/ 306874 w 741017"/>
                              <a:gd name="connsiteY219" fmla="*/ 88018 h 548329"/>
                              <a:gd name="connsiteX220" fmla="*/ 305685 w 741017"/>
                              <a:gd name="connsiteY220" fmla="*/ 96344 h 548329"/>
                              <a:gd name="connsiteX221" fmla="*/ 322337 w 741017"/>
                              <a:gd name="connsiteY221" fmla="*/ 114186 h 548329"/>
                              <a:gd name="connsiteX222" fmla="*/ 341368 w 741017"/>
                              <a:gd name="connsiteY222" fmla="*/ 123701 h 548329"/>
                              <a:gd name="connsiteX223" fmla="*/ 355641 w 741017"/>
                              <a:gd name="connsiteY223" fmla="*/ 114186 h 548329"/>
                              <a:gd name="connsiteX224" fmla="*/ 365157 w 741017"/>
                              <a:gd name="connsiteY224" fmla="*/ 107049 h 548329"/>
                              <a:gd name="connsiteX225" fmla="*/ 374672 w 741017"/>
                              <a:gd name="connsiteY225" fmla="*/ 101102 h 548329"/>
                              <a:gd name="connsiteX226" fmla="*/ 394892 w 741017"/>
                              <a:gd name="connsiteY226" fmla="*/ 104670 h 548329"/>
                              <a:gd name="connsiteX227" fmla="*/ 403218 w 741017"/>
                              <a:gd name="connsiteY227" fmla="*/ 111807 h 548329"/>
                              <a:gd name="connsiteX228" fmla="*/ 407976 w 741017"/>
                              <a:gd name="connsiteY228" fmla="*/ 121322 h 548329"/>
                              <a:gd name="connsiteX229" fmla="*/ 421060 w 741017"/>
                              <a:gd name="connsiteY229" fmla="*/ 148679 h 548329"/>
                              <a:gd name="connsiteX230" fmla="*/ 434144 w 741017"/>
                              <a:gd name="connsiteY230" fmla="*/ 173657 h 548329"/>
                              <a:gd name="connsiteX231" fmla="*/ 432954 w 741017"/>
                              <a:gd name="connsiteY231" fmla="*/ 180794 h 548329"/>
                              <a:gd name="connsiteX232" fmla="*/ 437712 w 741017"/>
                              <a:gd name="connsiteY232" fmla="*/ 186741 h 548329"/>
                              <a:gd name="connsiteX233" fmla="*/ 440091 w 741017"/>
                              <a:gd name="connsiteY233" fmla="*/ 202204 h 548329"/>
                              <a:gd name="connsiteX234" fmla="*/ 450796 w 741017"/>
                              <a:gd name="connsiteY234" fmla="*/ 208151 h 548329"/>
                              <a:gd name="connsiteX235" fmla="*/ 462690 w 741017"/>
                              <a:gd name="connsiteY235" fmla="*/ 214098 h 548329"/>
                              <a:gd name="connsiteX236" fmla="*/ 473395 w 741017"/>
                              <a:gd name="connsiteY236" fmla="*/ 217667 h 548329"/>
                              <a:gd name="connsiteX237" fmla="*/ 475774 w 741017"/>
                              <a:gd name="connsiteY237" fmla="*/ 218856 h 548329"/>
                              <a:gd name="connsiteX238" fmla="*/ 475774 w 741017"/>
                              <a:gd name="connsiteY238" fmla="*/ 227182 h 548329"/>
                              <a:gd name="connsiteX239" fmla="*/ 481721 w 741017"/>
                              <a:gd name="connsiteY239" fmla="*/ 215288 h 548329"/>
                              <a:gd name="connsiteX240" fmla="*/ 481721 w 741017"/>
                              <a:gd name="connsiteY240" fmla="*/ 224803 h 548329"/>
                              <a:gd name="connsiteX241" fmla="*/ 474585 w 741017"/>
                              <a:gd name="connsiteY241" fmla="*/ 242645 h 548329"/>
                              <a:gd name="connsiteX242" fmla="*/ 472206 w 741017"/>
                              <a:gd name="connsiteY242" fmla="*/ 234319 h 548329"/>
                              <a:gd name="connsiteX243" fmla="*/ 467448 w 741017"/>
                              <a:gd name="connsiteY243" fmla="*/ 254539 h 548329"/>
                              <a:gd name="connsiteX244" fmla="*/ 466259 w 741017"/>
                              <a:gd name="connsiteY244" fmla="*/ 267623 h 548329"/>
                              <a:gd name="connsiteX245" fmla="*/ 465069 w 741017"/>
                              <a:gd name="connsiteY245" fmla="*/ 278328 h 548329"/>
                              <a:gd name="connsiteX246" fmla="*/ 462690 w 741017"/>
                              <a:gd name="connsiteY246" fmla="*/ 287843 h 548329"/>
                              <a:gd name="connsiteX247" fmla="*/ 463880 w 741017"/>
                              <a:gd name="connsiteY247" fmla="*/ 298548 h 548329"/>
                              <a:gd name="connsiteX248" fmla="*/ 463880 w 741017"/>
                              <a:gd name="connsiteY248" fmla="*/ 309253 h 548329"/>
                              <a:gd name="connsiteX249" fmla="*/ 460311 w 741017"/>
                              <a:gd name="connsiteY249" fmla="*/ 316390 h 548329"/>
                              <a:gd name="connsiteX250" fmla="*/ 461501 w 741017"/>
                              <a:gd name="connsiteY250" fmla="*/ 329473 h 548329"/>
                              <a:gd name="connsiteX251" fmla="*/ 466259 w 741017"/>
                              <a:gd name="connsiteY251" fmla="*/ 338989 h 548329"/>
                              <a:gd name="connsiteX252" fmla="*/ 466259 w 741017"/>
                              <a:gd name="connsiteY252" fmla="*/ 349694 h 548329"/>
                              <a:gd name="connsiteX253" fmla="*/ 463880 w 741017"/>
                              <a:gd name="connsiteY253" fmla="*/ 341368 h 548329"/>
                              <a:gd name="connsiteX254" fmla="*/ 457933 w 741017"/>
                              <a:gd name="connsiteY254" fmla="*/ 335421 h 548329"/>
                              <a:gd name="connsiteX255" fmla="*/ 460311 w 741017"/>
                              <a:gd name="connsiteY255" fmla="*/ 341368 h 548329"/>
                              <a:gd name="connsiteX256" fmla="*/ 462690 w 741017"/>
                              <a:gd name="connsiteY256" fmla="*/ 347315 h 548329"/>
                              <a:gd name="connsiteX257" fmla="*/ 465069 w 741017"/>
                              <a:gd name="connsiteY257" fmla="*/ 353262 h 548329"/>
                              <a:gd name="connsiteX258" fmla="*/ 465069 w 741017"/>
                              <a:gd name="connsiteY258" fmla="*/ 360399 h 548329"/>
                              <a:gd name="connsiteX259" fmla="*/ 467448 w 741017"/>
                              <a:gd name="connsiteY259" fmla="*/ 363967 h 548329"/>
                              <a:gd name="connsiteX260" fmla="*/ 484100 w 741017"/>
                              <a:gd name="connsiteY260" fmla="*/ 386566 h 548329"/>
                              <a:gd name="connsiteX261" fmla="*/ 490047 w 741017"/>
                              <a:gd name="connsiteY261" fmla="*/ 399650 h 548329"/>
                              <a:gd name="connsiteX262" fmla="*/ 497184 w 741017"/>
                              <a:gd name="connsiteY262" fmla="*/ 411544 h 548329"/>
                              <a:gd name="connsiteX263" fmla="*/ 509078 w 741017"/>
                              <a:gd name="connsiteY263" fmla="*/ 419871 h 548329"/>
                              <a:gd name="connsiteX264" fmla="*/ 515025 w 741017"/>
                              <a:gd name="connsiteY264" fmla="*/ 422249 h 548329"/>
                              <a:gd name="connsiteX265" fmla="*/ 522162 w 741017"/>
                              <a:gd name="connsiteY265" fmla="*/ 423439 h 548329"/>
                              <a:gd name="connsiteX266" fmla="*/ 529299 w 741017"/>
                              <a:gd name="connsiteY266" fmla="*/ 434144 h 548329"/>
                              <a:gd name="connsiteX267" fmla="*/ 532867 w 741017"/>
                              <a:gd name="connsiteY267" fmla="*/ 438902 h 548329"/>
                              <a:gd name="connsiteX268" fmla="*/ 538814 w 741017"/>
                              <a:gd name="connsiteY268" fmla="*/ 435333 h 548329"/>
                              <a:gd name="connsiteX269" fmla="*/ 543572 w 741017"/>
                              <a:gd name="connsiteY269" fmla="*/ 434144 h 548329"/>
                              <a:gd name="connsiteX270" fmla="*/ 548330 w 741017"/>
                              <a:gd name="connsiteY270" fmla="*/ 436523 h 548329"/>
                              <a:gd name="connsiteX271" fmla="*/ 553087 w 741017"/>
                              <a:gd name="connsiteY271" fmla="*/ 436523 h 548329"/>
                              <a:gd name="connsiteX272" fmla="*/ 561413 w 741017"/>
                              <a:gd name="connsiteY272" fmla="*/ 430575 h 548329"/>
                              <a:gd name="connsiteX273" fmla="*/ 573308 w 741017"/>
                              <a:gd name="connsiteY273" fmla="*/ 430575 h 548329"/>
                              <a:gd name="connsiteX274" fmla="*/ 581634 w 741017"/>
                              <a:gd name="connsiteY274" fmla="*/ 427007 h 548329"/>
                              <a:gd name="connsiteX275" fmla="*/ 592339 w 741017"/>
                              <a:gd name="connsiteY275" fmla="*/ 428196 h 548329"/>
                              <a:gd name="connsiteX276" fmla="*/ 597096 w 741017"/>
                              <a:gd name="connsiteY276" fmla="*/ 425818 h 548329"/>
                              <a:gd name="connsiteX277" fmla="*/ 604233 w 741017"/>
                              <a:gd name="connsiteY277" fmla="*/ 425818 h 548329"/>
                              <a:gd name="connsiteX278" fmla="*/ 601854 w 741017"/>
                              <a:gd name="connsiteY278" fmla="*/ 431765 h 548329"/>
                              <a:gd name="connsiteX279" fmla="*/ 608991 w 741017"/>
                              <a:gd name="connsiteY279" fmla="*/ 438902 h 548329"/>
                              <a:gd name="connsiteX280" fmla="*/ 617317 w 741017"/>
                              <a:gd name="connsiteY280" fmla="*/ 432954 h 548329"/>
                              <a:gd name="connsiteX281" fmla="*/ 617317 w 741017"/>
                              <a:gd name="connsiteY281" fmla="*/ 425818 h 548329"/>
                              <a:gd name="connsiteX282" fmla="*/ 618506 w 741017"/>
                              <a:gd name="connsiteY282" fmla="*/ 419871 h 548329"/>
                              <a:gd name="connsiteX283" fmla="*/ 612559 w 741017"/>
                              <a:gd name="connsiteY283" fmla="*/ 421060 h 548329"/>
                              <a:gd name="connsiteX284" fmla="*/ 618506 w 741017"/>
                              <a:gd name="connsiteY284" fmla="*/ 416302 h 548329"/>
                              <a:gd name="connsiteX285" fmla="*/ 630401 w 741017"/>
                              <a:gd name="connsiteY285" fmla="*/ 410355 h 548329"/>
                              <a:gd name="connsiteX286" fmla="*/ 632780 w 741017"/>
                              <a:gd name="connsiteY286" fmla="*/ 404408 h 548329"/>
                              <a:gd name="connsiteX287" fmla="*/ 635158 w 741017"/>
                              <a:gd name="connsiteY287" fmla="*/ 397271 h 548329"/>
                              <a:gd name="connsiteX288" fmla="*/ 642295 w 741017"/>
                              <a:gd name="connsiteY288" fmla="*/ 386566 h 548329"/>
                              <a:gd name="connsiteX289" fmla="*/ 642295 w 741017"/>
                              <a:gd name="connsiteY289" fmla="*/ 369914 h 548329"/>
                              <a:gd name="connsiteX290" fmla="*/ 651810 w 741017"/>
                              <a:gd name="connsiteY290" fmla="*/ 360399 h 548329"/>
                              <a:gd name="connsiteX291" fmla="*/ 648242 w 741017"/>
                              <a:gd name="connsiteY291" fmla="*/ 358020 h 548329"/>
                              <a:gd name="connsiteX292" fmla="*/ 657758 w 741017"/>
                              <a:gd name="connsiteY292" fmla="*/ 354452 h 548329"/>
                              <a:gd name="connsiteX293" fmla="*/ 669652 w 741017"/>
                              <a:gd name="connsiteY293" fmla="*/ 353262 h 548329"/>
                              <a:gd name="connsiteX294" fmla="*/ 683925 w 741017"/>
                              <a:gd name="connsiteY294" fmla="*/ 353262 h 548329"/>
                              <a:gd name="connsiteX295" fmla="*/ 692251 w 741017"/>
                              <a:gd name="connsiteY295" fmla="*/ 347315 h 548329"/>
                              <a:gd name="connsiteX296" fmla="*/ 699388 w 741017"/>
                              <a:gd name="connsiteY296" fmla="*/ 348505 h 548329"/>
                              <a:gd name="connsiteX297" fmla="*/ 705335 w 741017"/>
                              <a:gd name="connsiteY297" fmla="*/ 344936 h 548329"/>
                              <a:gd name="connsiteX298" fmla="*/ 730313 w 741017"/>
                              <a:gd name="connsiteY298" fmla="*/ 344936 h 548329"/>
                              <a:gd name="connsiteX299" fmla="*/ 733881 w 741017"/>
                              <a:gd name="connsiteY299" fmla="*/ 341368 h 548329"/>
                              <a:gd name="connsiteX300" fmla="*/ 737450 w 741017"/>
                              <a:gd name="connsiteY300" fmla="*/ 344936 h 548329"/>
                              <a:gd name="connsiteX301" fmla="*/ 741018 w 741017"/>
                              <a:gd name="connsiteY301" fmla="*/ 349694 h 548329"/>
                              <a:gd name="connsiteX302" fmla="*/ 736260 w 741017"/>
                              <a:gd name="connsiteY302" fmla="*/ 362778 h 54832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  <a:cxn ang="0">
                                <a:pos x="connsiteX15" y="connsiteY15"/>
                              </a:cxn>
                              <a:cxn ang="0">
                                <a:pos x="connsiteX16" y="connsiteY16"/>
                              </a:cxn>
                              <a:cxn ang="0">
                                <a:pos x="connsiteX17" y="connsiteY17"/>
                              </a:cxn>
                              <a:cxn ang="0">
                                <a:pos x="connsiteX18" y="connsiteY18"/>
                              </a:cxn>
                              <a:cxn ang="0">
                                <a:pos x="connsiteX19" y="connsiteY19"/>
                              </a:cxn>
                              <a:cxn ang="0">
                                <a:pos x="connsiteX20" y="connsiteY20"/>
                              </a:cxn>
                              <a:cxn ang="0">
                                <a:pos x="connsiteX21" y="connsiteY21"/>
                              </a:cxn>
                              <a:cxn ang="0">
                                <a:pos x="connsiteX22" y="connsiteY22"/>
                              </a:cxn>
                              <a:cxn ang="0">
                                <a:pos x="connsiteX23" y="connsiteY23"/>
                              </a:cxn>
                              <a:cxn ang="0">
                                <a:pos x="connsiteX24" y="connsiteY24"/>
                              </a:cxn>
                              <a:cxn ang="0">
                                <a:pos x="connsiteX25" y="connsiteY25"/>
                              </a:cxn>
                              <a:cxn ang="0">
                                <a:pos x="connsiteX26" y="connsiteY26"/>
                              </a:cxn>
                              <a:cxn ang="0">
                                <a:pos x="connsiteX27" y="connsiteY27"/>
                              </a:cxn>
                              <a:cxn ang="0">
                                <a:pos x="connsiteX28" y="connsiteY28"/>
                              </a:cxn>
                              <a:cxn ang="0">
                                <a:pos x="connsiteX29" y="connsiteY29"/>
                              </a:cxn>
                              <a:cxn ang="0">
                                <a:pos x="connsiteX30" y="connsiteY30"/>
                              </a:cxn>
                              <a:cxn ang="0">
                                <a:pos x="connsiteX31" y="connsiteY31"/>
                              </a:cxn>
                              <a:cxn ang="0">
                                <a:pos x="connsiteX32" y="connsiteY32"/>
                              </a:cxn>
                              <a:cxn ang="0">
                                <a:pos x="connsiteX33" y="connsiteY33"/>
                              </a:cxn>
                              <a:cxn ang="0">
                                <a:pos x="connsiteX34" y="connsiteY34"/>
                              </a:cxn>
                              <a:cxn ang="0">
                                <a:pos x="connsiteX35" y="connsiteY35"/>
                              </a:cxn>
                              <a:cxn ang="0">
                                <a:pos x="connsiteX36" y="connsiteY36"/>
                              </a:cxn>
                              <a:cxn ang="0">
                                <a:pos x="connsiteX37" y="connsiteY37"/>
                              </a:cxn>
                              <a:cxn ang="0">
                                <a:pos x="connsiteX38" y="connsiteY38"/>
                              </a:cxn>
                              <a:cxn ang="0">
                                <a:pos x="connsiteX39" y="connsiteY39"/>
                              </a:cxn>
                              <a:cxn ang="0">
                                <a:pos x="connsiteX40" y="connsiteY40"/>
                              </a:cxn>
                              <a:cxn ang="0">
                                <a:pos x="connsiteX41" y="connsiteY41"/>
                              </a:cxn>
                              <a:cxn ang="0">
                                <a:pos x="connsiteX42" y="connsiteY42"/>
                              </a:cxn>
                              <a:cxn ang="0">
                                <a:pos x="connsiteX43" y="connsiteY43"/>
                              </a:cxn>
                              <a:cxn ang="0">
                                <a:pos x="connsiteX44" y="connsiteY44"/>
                              </a:cxn>
                              <a:cxn ang="0">
                                <a:pos x="connsiteX45" y="connsiteY45"/>
                              </a:cxn>
                              <a:cxn ang="0">
                                <a:pos x="connsiteX46" y="connsiteY46"/>
                              </a:cxn>
                              <a:cxn ang="0">
                                <a:pos x="connsiteX47" y="connsiteY47"/>
                              </a:cxn>
                              <a:cxn ang="0">
                                <a:pos x="connsiteX48" y="connsiteY48"/>
                              </a:cxn>
                              <a:cxn ang="0">
                                <a:pos x="connsiteX49" y="connsiteY49"/>
                              </a:cxn>
                              <a:cxn ang="0">
                                <a:pos x="connsiteX50" y="connsiteY50"/>
                              </a:cxn>
                              <a:cxn ang="0">
                                <a:pos x="connsiteX51" y="connsiteY51"/>
                              </a:cxn>
                              <a:cxn ang="0">
                                <a:pos x="connsiteX52" y="connsiteY52"/>
                              </a:cxn>
                              <a:cxn ang="0">
                                <a:pos x="connsiteX53" y="connsiteY53"/>
                              </a:cxn>
                              <a:cxn ang="0">
                                <a:pos x="connsiteX54" y="connsiteY54"/>
                              </a:cxn>
                              <a:cxn ang="0">
                                <a:pos x="connsiteX55" y="connsiteY55"/>
                              </a:cxn>
                              <a:cxn ang="0">
                                <a:pos x="connsiteX56" y="connsiteY56"/>
                              </a:cxn>
                              <a:cxn ang="0">
                                <a:pos x="connsiteX57" y="connsiteY57"/>
                              </a:cxn>
                              <a:cxn ang="0">
                                <a:pos x="connsiteX58" y="connsiteY58"/>
                              </a:cxn>
                              <a:cxn ang="0">
                                <a:pos x="connsiteX59" y="connsiteY59"/>
                              </a:cxn>
                              <a:cxn ang="0">
                                <a:pos x="connsiteX60" y="connsiteY60"/>
                              </a:cxn>
                              <a:cxn ang="0">
                                <a:pos x="connsiteX61" y="connsiteY61"/>
                              </a:cxn>
                              <a:cxn ang="0">
                                <a:pos x="connsiteX62" y="connsiteY62"/>
                              </a:cxn>
                              <a:cxn ang="0">
                                <a:pos x="connsiteX63" y="connsiteY63"/>
                              </a:cxn>
                              <a:cxn ang="0">
                                <a:pos x="connsiteX64" y="connsiteY64"/>
                              </a:cxn>
                              <a:cxn ang="0">
                                <a:pos x="connsiteX65" y="connsiteY65"/>
                              </a:cxn>
                              <a:cxn ang="0">
                                <a:pos x="connsiteX66" y="connsiteY66"/>
                              </a:cxn>
                              <a:cxn ang="0">
                                <a:pos x="connsiteX67" y="connsiteY67"/>
                              </a:cxn>
                              <a:cxn ang="0">
                                <a:pos x="connsiteX68" y="connsiteY68"/>
                              </a:cxn>
                              <a:cxn ang="0">
                                <a:pos x="connsiteX69" y="connsiteY69"/>
                              </a:cxn>
                              <a:cxn ang="0">
                                <a:pos x="connsiteX70" y="connsiteY70"/>
                              </a:cxn>
                              <a:cxn ang="0">
                                <a:pos x="connsiteX71" y="connsiteY71"/>
                              </a:cxn>
                              <a:cxn ang="0">
                                <a:pos x="connsiteX72" y="connsiteY72"/>
                              </a:cxn>
                              <a:cxn ang="0">
                                <a:pos x="connsiteX73" y="connsiteY73"/>
                              </a:cxn>
                              <a:cxn ang="0">
                                <a:pos x="connsiteX74" y="connsiteY74"/>
                              </a:cxn>
                              <a:cxn ang="0">
                                <a:pos x="connsiteX75" y="connsiteY75"/>
                              </a:cxn>
                              <a:cxn ang="0">
                                <a:pos x="connsiteX76" y="connsiteY76"/>
                              </a:cxn>
                              <a:cxn ang="0">
                                <a:pos x="connsiteX77" y="connsiteY77"/>
                              </a:cxn>
                              <a:cxn ang="0">
                                <a:pos x="connsiteX78" y="connsiteY78"/>
                              </a:cxn>
                              <a:cxn ang="0">
                                <a:pos x="connsiteX79" y="connsiteY79"/>
                              </a:cxn>
                              <a:cxn ang="0">
                                <a:pos x="connsiteX80" y="connsiteY80"/>
                              </a:cxn>
                              <a:cxn ang="0">
                                <a:pos x="connsiteX81" y="connsiteY81"/>
                              </a:cxn>
                              <a:cxn ang="0">
                                <a:pos x="connsiteX82" y="connsiteY82"/>
                              </a:cxn>
                              <a:cxn ang="0">
                                <a:pos x="connsiteX83" y="connsiteY83"/>
                              </a:cxn>
                              <a:cxn ang="0">
                                <a:pos x="connsiteX84" y="connsiteY84"/>
                              </a:cxn>
                              <a:cxn ang="0">
                                <a:pos x="connsiteX85" y="connsiteY85"/>
                              </a:cxn>
                              <a:cxn ang="0">
                                <a:pos x="connsiteX86" y="connsiteY86"/>
                              </a:cxn>
                              <a:cxn ang="0">
                                <a:pos x="connsiteX87" y="connsiteY87"/>
                              </a:cxn>
                              <a:cxn ang="0">
                                <a:pos x="connsiteX88" y="connsiteY88"/>
                              </a:cxn>
                              <a:cxn ang="0">
                                <a:pos x="connsiteX89" y="connsiteY89"/>
                              </a:cxn>
                              <a:cxn ang="0">
                                <a:pos x="connsiteX90" y="connsiteY90"/>
                              </a:cxn>
                              <a:cxn ang="0">
                                <a:pos x="connsiteX91" y="connsiteY91"/>
                              </a:cxn>
                              <a:cxn ang="0">
                                <a:pos x="connsiteX92" y="connsiteY92"/>
                              </a:cxn>
                              <a:cxn ang="0">
                                <a:pos x="connsiteX93" y="connsiteY93"/>
                              </a:cxn>
                              <a:cxn ang="0">
                                <a:pos x="connsiteX94" y="connsiteY94"/>
                              </a:cxn>
                              <a:cxn ang="0">
                                <a:pos x="connsiteX95" y="connsiteY95"/>
                              </a:cxn>
                              <a:cxn ang="0">
                                <a:pos x="connsiteX96" y="connsiteY96"/>
                              </a:cxn>
                              <a:cxn ang="0">
                                <a:pos x="connsiteX97" y="connsiteY97"/>
                              </a:cxn>
                              <a:cxn ang="0">
                                <a:pos x="connsiteX98" y="connsiteY98"/>
                              </a:cxn>
                              <a:cxn ang="0">
                                <a:pos x="connsiteX99" y="connsiteY99"/>
                              </a:cxn>
                              <a:cxn ang="0">
                                <a:pos x="connsiteX100" y="connsiteY100"/>
                              </a:cxn>
                              <a:cxn ang="0">
                                <a:pos x="connsiteX101" y="connsiteY101"/>
                              </a:cxn>
                              <a:cxn ang="0">
                                <a:pos x="connsiteX102" y="connsiteY102"/>
                              </a:cxn>
                              <a:cxn ang="0">
                                <a:pos x="connsiteX103" y="connsiteY103"/>
                              </a:cxn>
                              <a:cxn ang="0">
                                <a:pos x="connsiteX104" y="connsiteY104"/>
                              </a:cxn>
                              <a:cxn ang="0">
                                <a:pos x="connsiteX105" y="connsiteY105"/>
                              </a:cxn>
                              <a:cxn ang="0">
                                <a:pos x="connsiteX106" y="connsiteY106"/>
                              </a:cxn>
                              <a:cxn ang="0">
                                <a:pos x="connsiteX107" y="connsiteY107"/>
                              </a:cxn>
                              <a:cxn ang="0">
                                <a:pos x="connsiteX108" y="connsiteY108"/>
                              </a:cxn>
                              <a:cxn ang="0">
                                <a:pos x="connsiteX109" y="connsiteY109"/>
                              </a:cxn>
                              <a:cxn ang="0">
                                <a:pos x="connsiteX110" y="connsiteY110"/>
                              </a:cxn>
                              <a:cxn ang="0">
                                <a:pos x="connsiteX111" y="connsiteY111"/>
                              </a:cxn>
                              <a:cxn ang="0">
                                <a:pos x="connsiteX112" y="connsiteY112"/>
                              </a:cxn>
                              <a:cxn ang="0">
                                <a:pos x="connsiteX113" y="connsiteY113"/>
                              </a:cxn>
                              <a:cxn ang="0">
                                <a:pos x="connsiteX114" y="connsiteY114"/>
                              </a:cxn>
                              <a:cxn ang="0">
                                <a:pos x="connsiteX115" y="connsiteY115"/>
                              </a:cxn>
                              <a:cxn ang="0">
                                <a:pos x="connsiteX116" y="connsiteY116"/>
                              </a:cxn>
                              <a:cxn ang="0">
                                <a:pos x="connsiteX117" y="connsiteY117"/>
                              </a:cxn>
                              <a:cxn ang="0">
                                <a:pos x="connsiteX118" y="connsiteY118"/>
                              </a:cxn>
                              <a:cxn ang="0">
                                <a:pos x="connsiteX119" y="connsiteY119"/>
                              </a:cxn>
                              <a:cxn ang="0">
                                <a:pos x="connsiteX120" y="connsiteY120"/>
                              </a:cxn>
                              <a:cxn ang="0">
                                <a:pos x="connsiteX121" y="connsiteY121"/>
                              </a:cxn>
                              <a:cxn ang="0">
                                <a:pos x="connsiteX122" y="connsiteY122"/>
                              </a:cxn>
                              <a:cxn ang="0">
                                <a:pos x="connsiteX123" y="connsiteY123"/>
                              </a:cxn>
                              <a:cxn ang="0">
                                <a:pos x="connsiteX124" y="connsiteY124"/>
                              </a:cxn>
                              <a:cxn ang="0">
                                <a:pos x="connsiteX125" y="connsiteY125"/>
                              </a:cxn>
                              <a:cxn ang="0">
                                <a:pos x="connsiteX126" y="connsiteY126"/>
                              </a:cxn>
                              <a:cxn ang="0">
                                <a:pos x="connsiteX127" y="connsiteY127"/>
                              </a:cxn>
                              <a:cxn ang="0">
                                <a:pos x="connsiteX128" y="connsiteY128"/>
                              </a:cxn>
                              <a:cxn ang="0">
                                <a:pos x="connsiteX129" y="connsiteY129"/>
                              </a:cxn>
                              <a:cxn ang="0">
                                <a:pos x="connsiteX130" y="connsiteY130"/>
                              </a:cxn>
                              <a:cxn ang="0">
                                <a:pos x="connsiteX131" y="connsiteY131"/>
                              </a:cxn>
                              <a:cxn ang="0">
                                <a:pos x="connsiteX132" y="connsiteY132"/>
                              </a:cxn>
                              <a:cxn ang="0">
                                <a:pos x="connsiteX133" y="connsiteY133"/>
                              </a:cxn>
                              <a:cxn ang="0">
                                <a:pos x="connsiteX134" y="connsiteY134"/>
                              </a:cxn>
                              <a:cxn ang="0">
                                <a:pos x="connsiteX135" y="connsiteY135"/>
                              </a:cxn>
                              <a:cxn ang="0">
                                <a:pos x="connsiteX136" y="connsiteY136"/>
                              </a:cxn>
                              <a:cxn ang="0">
                                <a:pos x="connsiteX137" y="connsiteY137"/>
                              </a:cxn>
                              <a:cxn ang="0">
                                <a:pos x="connsiteX138" y="connsiteY138"/>
                              </a:cxn>
                              <a:cxn ang="0">
                                <a:pos x="connsiteX139" y="connsiteY139"/>
                              </a:cxn>
                              <a:cxn ang="0">
                                <a:pos x="connsiteX140" y="connsiteY140"/>
                              </a:cxn>
                              <a:cxn ang="0">
                                <a:pos x="connsiteX141" y="connsiteY141"/>
                              </a:cxn>
                              <a:cxn ang="0">
                                <a:pos x="connsiteX142" y="connsiteY142"/>
                              </a:cxn>
                              <a:cxn ang="0">
                                <a:pos x="connsiteX143" y="connsiteY143"/>
                              </a:cxn>
                              <a:cxn ang="0">
                                <a:pos x="connsiteX144" y="connsiteY144"/>
                              </a:cxn>
                              <a:cxn ang="0">
                                <a:pos x="connsiteX145" y="connsiteY145"/>
                              </a:cxn>
                              <a:cxn ang="0">
                                <a:pos x="connsiteX146" y="connsiteY146"/>
                              </a:cxn>
                              <a:cxn ang="0">
                                <a:pos x="connsiteX147" y="connsiteY147"/>
                              </a:cxn>
                              <a:cxn ang="0">
                                <a:pos x="connsiteX148" y="connsiteY148"/>
                              </a:cxn>
                              <a:cxn ang="0">
                                <a:pos x="connsiteX149" y="connsiteY149"/>
                              </a:cxn>
                              <a:cxn ang="0">
                                <a:pos x="connsiteX150" y="connsiteY150"/>
                              </a:cxn>
                              <a:cxn ang="0">
                                <a:pos x="connsiteX151" y="connsiteY151"/>
                              </a:cxn>
                              <a:cxn ang="0">
                                <a:pos x="connsiteX152" y="connsiteY152"/>
                              </a:cxn>
                              <a:cxn ang="0">
                                <a:pos x="connsiteX153" y="connsiteY153"/>
                              </a:cxn>
                              <a:cxn ang="0">
                                <a:pos x="connsiteX154" y="connsiteY154"/>
                              </a:cxn>
                              <a:cxn ang="0">
                                <a:pos x="connsiteX155" y="connsiteY155"/>
                              </a:cxn>
                              <a:cxn ang="0">
                                <a:pos x="connsiteX156" y="connsiteY156"/>
                              </a:cxn>
                              <a:cxn ang="0">
                                <a:pos x="connsiteX157" y="connsiteY157"/>
                              </a:cxn>
                              <a:cxn ang="0">
                                <a:pos x="connsiteX158" y="connsiteY158"/>
                              </a:cxn>
                              <a:cxn ang="0">
                                <a:pos x="connsiteX159" y="connsiteY159"/>
                              </a:cxn>
                              <a:cxn ang="0">
                                <a:pos x="connsiteX160" y="connsiteY160"/>
                              </a:cxn>
                              <a:cxn ang="0">
                                <a:pos x="connsiteX161" y="connsiteY161"/>
                              </a:cxn>
                              <a:cxn ang="0">
                                <a:pos x="connsiteX162" y="connsiteY162"/>
                              </a:cxn>
                              <a:cxn ang="0">
                                <a:pos x="connsiteX163" y="connsiteY163"/>
                              </a:cxn>
                              <a:cxn ang="0">
                                <a:pos x="connsiteX164" y="connsiteY164"/>
                              </a:cxn>
                              <a:cxn ang="0">
                                <a:pos x="connsiteX165" y="connsiteY165"/>
                              </a:cxn>
                              <a:cxn ang="0">
                                <a:pos x="connsiteX166" y="connsiteY166"/>
                              </a:cxn>
                              <a:cxn ang="0">
                                <a:pos x="connsiteX167" y="connsiteY167"/>
                              </a:cxn>
                              <a:cxn ang="0">
                                <a:pos x="connsiteX168" y="connsiteY168"/>
                              </a:cxn>
                              <a:cxn ang="0">
                                <a:pos x="connsiteX169" y="connsiteY169"/>
                              </a:cxn>
                              <a:cxn ang="0">
                                <a:pos x="connsiteX170" y="connsiteY170"/>
                              </a:cxn>
                              <a:cxn ang="0">
                                <a:pos x="connsiteX171" y="connsiteY171"/>
                              </a:cxn>
                              <a:cxn ang="0">
                                <a:pos x="connsiteX172" y="connsiteY172"/>
                              </a:cxn>
                              <a:cxn ang="0">
                                <a:pos x="connsiteX173" y="connsiteY173"/>
                              </a:cxn>
                              <a:cxn ang="0">
                                <a:pos x="connsiteX174" y="connsiteY174"/>
                              </a:cxn>
                              <a:cxn ang="0">
                                <a:pos x="connsiteX175" y="connsiteY175"/>
                              </a:cxn>
                              <a:cxn ang="0">
                                <a:pos x="connsiteX176" y="connsiteY176"/>
                              </a:cxn>
                              <a:cxn ang="0">
                                <a:pos x="connsiteX177" y="connsiteY177"/>
                              </a:cxn>
                              <a:cxn ang="0">
                                <a:pos x="connsiteX178" y="connsiteY178"/>
                              </a:cxn>
                              <a:cxn ang="0">
                                <a:pos x="connsiteX179" y="connsiteY179"/>
                              </a:cxn>
                              <a:cxn ang="0">
                                <a:pos x="connsiteX180" y="connsiteY180"/>
                              </a:cxn>
                              <a:cxn ang="0">
                                <a:pos x="connsiteX181" y="connsiteY181"/>
                              </a:cxn>
                              <a:cxn ang="0">
                                <a:pos x="connsiteX182" y="connsiteY182"/>
                              </a:cxn>
                              <a:cxn ang="0">
                                <a:pos x="connsiteX183" y="connsiteY183"/>
                              </a:cxn>
                              <a:cxn ang="0">
                                <a:pos x="connsiteX184" y="connsiteY184"/>
                              </a:cxn>
                              <a:cxn ang="0">
                                <a:pos x="connsiteX185" y="connsiteY185"/>
                              </a:cxn>
                              <a:cxn ang="0">
                                <a:pos x="connsiteX186" y="connsiteY186"/>
                              </a:cxn>
                              <a:cxn ang="0">
                                <a:pos x="connsiteX187" y="connsiteY187"/>
                              </a:cxn>
                              <a:cxn ang="0">
                                <a:pos x="connsiteX188" y="connsiteY188"/>
                              </a:cxn>
                              <a:cxn ang="0">
                                <a:pos x="connsiteX189" y="connsiteY189"/>
                              </a:cxn>
                              <a:cxn ang="0">
                                <a:pos x="connsiteX190" y="connsiteY190"/>
                              </a:cxn>
                              <a:cxn ang="0">
                                <a:pos x="connsiteX191" y="connsiteY191"/>
                              </a:cxn>
                              <a:cxn ang="0">
                                <a:pos x="connsiteX192" y="connsiteY192"/>
                              </a:cxn>
                              <a:cxn ang="0">
                                <a:pos x="connsiteX193" y="connsiteY193"/>
                              </a:cxn>
                              <a:cxn ang="0">
                                <a:pos x="connsiteX194" y="connsiteY194"/>
                              </a:cxn>
                              <a:cxn ang="0">
                                <a:pos x="connsiteX195" y="connsiteY195"/>
                              </a:cxn>
                              <a:cxn ang="0">
                                <a:pos x="connsiteX196" y="connsiteY196"/>
                              </a:cxn>
                              <a:cxn ang="0">
                                <a:pos x="connsiteX197" y="connsiteY197"/>
                              </a:cxn>
                              <a:cxn ang="0">
                                <a:pos x="connsiteX198" y="connsiteY198"/>
                              </a:cxn>
                              <a:cxn ang="0">
                                <a:pos x="connsiteX199" y="connsiteY199"/>
                              </a:cxn>
                              <a:cxn ang="0">
                                <a:pos x="connsiteX200" y="connsiteY200"/>
                              </a:cxn>
                              <a:cxn ang="0">
                                <a:pos x="connsiteX201" y="connsiteY201"/>
                              </a:cxn>
                              <a:cxn ang="0">
                                <a:pos x="connsiteX202" y="connsiteY202"/>
                              </a:cxn>
                              <a:cxn ang="0">
                                <a:pos x="connsiteX203" y="connsiteY203"/>
                              </a:cxn>
                              <a:cxn ang="0">
                                <a:pos x="connsiteX204" y="connsiteY204"/>
                              </a:cxn>
                              <a:cxn ang="0">
                                <a:pos x="connsiteX205" y="connsiteY205"/>
                              </a:cxn>
                              <a:cxn ang="0">
                                <a:pos x="connsiteX206" y="connsiteY206"/>
                              </a:cxn>
                              <a:cxn ang="0">
                                <a:pos x="connsiteX207" y="connsiteY207"/>
                              </a:cxn>
                              <a:cxn ang="0">
                                <a:pos x="connsiteX208" y="connsiteY208"/>
                              </a:cxn>
                              <a:cxn ang="0">
                                <a:pos x="connsiteX209" y="connsiteY209"/>
                              </a:cxn>
                              <a:cxn ang="0">
                                <a:pos x="connsiteX210" y="connsiteY210"/>
                              </a:cxn>
                              <a:cxn ang="0">
                                <a:pos x="connsiteX211" y="connsiteY211"/>
                              </a:cxn>
                              <a:cxn ang="0">
                                <a:pos x="connsiteX212" y="connsiteY212"/>
                              </a:cxn>
                              <a:cxn ang="0">
                                <a:pos x="connsiteX213" y="connsiteY213"/>
                              </a:cxn>
                              <a:cxn ang="0">
                                <a:pos x="connsiteX214" y="connsiteY214"/>
                              </a:cxn>
                              <a:cxn ang="0">
                                <a:pos x="connsiteX215" y="connsiteY215"/>
                              </a:cxn>
                              <a:cxn ang="0">
                                <a:pos x="connsiteX216" y="connsiteY216"/>
                              </a:cxn>
                              <a:cxn ang="0">
                                <a:pos x="connsiteX217" y="connsiteY217"/>
                              </a:cxn>
                              <a:cxn ang="0">
                                <a:pos x="connsiteX218" y="connsiteY218"/>
                              </a:cxn>
                              <a:cxn ang="0">
                                <a:pos x="connsiteX219" y="connsiteY219"/>
                              </a:cxn>
                              <a:cxn ang="0">
                                <a:pos x="connsiteX220" y="connsiteY220"/>
                              </a:cxn>
                              <a:cxn ang="0">
                                <a:pos x="connsiteX221" y="connsiteY221"/>
                              </a:cxn>
                              <a:cxn ang="0">
                                <a:pos x="connsiteX222" y="connsiteY222"/>
                              </a:cxn>
                              <a:cxn ang="0">
                                <a:pos x="connsiteX223" y="connsiteY223"/>
                              </a:cxn>
                              <a:cxn ang="0">
                                <a:pos x="connsiteX224" y="connsiteY224"/>
                              </a:cxn>
                              <a:cxn ang="0">
                                <a:pos x="connsiteX225" y="connsiteY225"/>
                              </a:cxn>
                              <a:cxn ang="0">
                                <a:pos x="connsiteX226" y="connsiteY226"/>
                              </a:cxn>
                              <a:cxn ang="0">
                                <a:pos x="connsiteX227" y="connsiteY227"/>
                              </a:cxn>
                              <a:cxn ang="0">
                                <a:pos x="connsiteX228" y="connsiteY228"/>
                              </a:cxn>
                              <a:cxn ang="0">
                                <a:pos x="connsiteX229" y="connsiteY229"/>
                              </a:cxn>
                              <a:cxn ang="0">
                                <a:pos x="connsiteX230" y="connsiteY230"/>
                              </a:cxn>
                              <a:cxn ang="0">
                                <a:pos x="connsiteX231" y="connsiteY231"/>
                              </a:cxn>
                              <a:cxn ang="0">
                                <a:pos x="connsiteX232" y="connsiteY232"/>
                              </a:cxn>
                              <a:cxn ang="0">
                                <a:pos x="connsiteX233" y="connsiteY233"/>
                              </a:cxn>
                              <a:cxn ang="0">
                                <a:pos x="connsiteX234" y="connsiteY234"/>
                              </a:cxn>
                              <a:cxn ang="0">
                                <a:pos x="connsiteX235" y="connsiteY235"/>
                              </a:cxn>
                              <a:cxn ang="0">
                                <a:pos x="connsiteX236" y="connsiteY236"/>
                              </a:cxn>
                              <a:cxn ang="0">
                                <a:pos x="connsiteX237" y="connsiteY237"/>
                              </a:cxn>
                              <a:cxn ang="0">
                                <a:pos x="connsiteX238" y="connsiteY238"/>
                              </a:cxn>
                              <a:cxn ang="0">
                                <a:pos x="connsiteX239" y="connsiteY239"/>
                              </a:cxn>
                              <a:cxn ang="0">
                                <a:pos x="connsiteX240" y="connsiteY240"/>
                              </a:cxn>
                              <a:cxn ang="0">
                                <a:pos x="connsiteX241" y="connsiteY241"/>
                              </a:cxn>
                              <a:cxn ang="0">
                                <a:pos x="connsiteX242" y="connsiteY242"/>
                              </a:cxn>
                              <a:cxn ang="0">
                                <a:pos x="connsiteX243" y="connsiteY243"/>
                              </a:cxn>
                              <a:cxn ang="0">
                                <a:pos x="connsiteX244" y="connsiteY244"/>
                              </a:cxn>
                              <a:cxn ang="0">
                                <a:pos x="connsiteX245" y="connsiteY245"/>
                              </a:cxn>
                              <a:cxn ang="0">
                                <a:pos x="connsiteX246" y="connsiteY246"/>
                              </a:cxn>
                              <a:cxn ang="0">
                                <a:pos x="connsiteX247" y="connsiteY247"/>
                              </a:cxn>
                              <a:cxn ang="0">
                                <a:pos x="connsiteX248" y="connsiteY248"/>
                              </a:cxn>
                              <a:cxn ang="0">
                                <a:pos x="connsiteX249" y="connsiteY249"/>
                              </a:cxn>
                              <a:cxn ang="0">
                                <a:pos x="connsiteX250" y="connsiteY250"/>
                              </a:cxn>
                              <a:cxn ang="0">
                                <a:pos x="connsiteX251" y="connsiteY251"/>
                              </a:cxn>
                              <a:cxn ang="0">
                                <a:pos x="connsiteX252" y="connsiteY252"/>
                              </a:cxn>
                              <a:cxn ang="0">
                                <a:pos x="connsiteX253" y="connsiteY253"/>
                              </a:cxn>
                              <a:cxn ang="0">
                                <a:pos x="connsiteX254" y="connsiteY254"/>
                              </a:cxn>
                              <a:cxn ang="0">
                                <a:pos x="connsiteX255" y="connsiteY255"/>
                              </a:cxn>
                              <a:cxn ang="0">
                                <a:pos x="connsiteX256" y="connsiteY256"/>
                              </a:cxn>
                              <a:cxn ang="0">
                                <a:pos x="connsiteX257" y="connsiteY257"/>
                              </a:cxn>
                              <a:cxn ang="0">
                                <a:pos x="connsiteX258" y="connsiteY258"/>
                              </a:cxn>
                              <a:cxn ang="0">
                                <a:pos x="connsiteX259" y="connsiteY259"/>
                              </a:cxn>
                              <a:cxn ang="0">
                                <a:pos x="connsiteX260" y="connsiteY260"/>
                              </a:cxn>
                              <a:cxn ang="0">
                                <a:pos x="connsiteX261" y="connsiteY261"/>
                              </a:cxn>
                              <a:cxn ang="0">
                                <a:pos x="connsiteX262" y="connsiteY262"/>
                              </a:cxn>
                              <a:cxn ang="0">
                                <a:pos x="connsiteX263" y="connsiteY263"/>
                              </a:cxn>
                              <a:cxn ang="0">
                                <a:pos x="connsiteX264" y="connsiteY264"/>
                              </a:cxn>
                              <a:cxn ang="0">
                                <a:pos x="connsiteX265" y="connsiteY265"/>
                              </a:cxn>
                              <a:cxn ang="0">
                                <a:pos x="connsiteX266" y="connsiteY266"/>
                              </a:cxn>
                              <a:cxn ang="0">
                                <a:pos x="connsiteX267" y="connsiteY267"/>
                              </a:cxn>
                              <a:cxn ang="0">
                                <a:pos x="connsiteX268" y="connsiteY268"/>
                              </a:cxn>
                              <a:cxn ang="0">
                                <a:pos x="connsiteX269" y="connsiteY269"/>
                              </a:cxn>
                              <a:cxn ang="0">
                                <a:pos x="connsiteX270" y="connsiteY270"/>
                              </a:cxn>
                              <a:cxn ang="0">
                                <a:pos x="connsiteX271" y="connsiteY271"/>
                              </a:cxn>
                              <a:cxn ang="0">
                                <a:pos x="connsiteX272" y="connsiteY272"/>
                              </a:cxn>
                              <a:cxn ang="0">
                                <a:pos x="connsiteX273" y="connsiteY273"/>
                              </a:cxn>
                              <a:cxn ang="0">
                                <a:pos x="connsiteX274" y="connsiteY274"/>
                              </a:cxn>
                              <a:cxn ang="0">
                                <a:pos x="connsiteX275" y="connsiteY275"/>
                              </a:cxn>
                              <a:cxn ang="0">
                                <a:pos x="connsiteX276" y="connsiteY276"/>
                              </a:cxn>
                              <a:cxn ang="0">
                                <a:pos x="connsiteX277" y="connsiteY277"/>
                              </a:cxn>
                              <a:cxn ang="0">
                                <a:pos x="connsiteX278" y="connsiteY278"/>
                              </a:cxn>
                              <a:cxn ang="0">
                                <a:pos x="connsiteX279" y="connsiteY279"/>
                              </a:cxn>
                              <a:cxn ang="0">
                                <a:pos x="connsiteX280" y="connsiteY280"/>
                              </a:cxn>
                              <a:cxn ang="0">
                                <a:pos x="connsiteX281" y="connsiteY281"/>
                              </a:cxn>
                              <a:cxn ang="0">
                                <a:pos x="connsiteX282" y="connsiteY282"/>
                              </a:cxn>
                              <a:cxn ang="0">
                                <a:pos x="connsiteX283" y="connsiteY283"/>
                              </a:cxn>
                              <a:cxn ang="0">
                                <a:pos x="connsiteX284" y="connsiteY284"/>
                              </a:cxn>
                              <a:cxn ang="0">
                                <a:pos x="connsiteX285" y="connsiteY285"/>
                              </a:cxn>
                              <a:cxn ang="0">
                                <a:pos x="connsiteX286" y="connsiteY286"/>
                              </a:cxn>
                              <a:cxn ang="0">
                                <a:pos x="connsiteX287" y="connsiteY287"/>
                              </a:cxn>
                              <a:cxn ang="0">
                                <a:pos x="connsiteX288" y="connsiteY288"/>
                              </a:cxn>
                              <a:cxn ang="0">
                                <a:pos x="connsiteX289" y="connsiteY289"/>
                              </a:cxn>
                              <a:cxn ang="0">
                                <a:pos x="connsiteX290" y="connsiteY290"/>
                              </a:cxn>
                              <a:cxn ang="0">
                                <a:pos x="connsiteX291" y="connsiteY291"/>
                              </a:cxn>
                              <a:cxn ang="0">
                                <a:pos x="connsiteX292" y="connsiteY292"/>
                              </a:cxn>
                              <a:cxn ang="0">
                                <a:pos x="connsiteX293" y="connsiteY293"/>
                              </a:cxn>
                              <a:cxn ang="0">
                                <a:pos x="connsiteX294" y="connsiteY294"/>
                              </a:cxn>
                              <a:cxn ang="0">
                                <a:pos x="connsiteX295" y="connsiteY295"/>
                              </a:cxn>
                              <a:cxn ang="0">
                                <a:pos x="connsiteX296" y="connsiteY296"/>
                              </a:cxn>
                              <a:cxn ang="0">
                                <a:pos x="connsiteX297" y="connsiteY297"/>
                              </a:cxn>
                              <a:cxn ang="0">
                                <a:pos x="connsiteX298" y="connsiteY298"/>
                              </a:cxn>
                              <a:cxn ang="0">
                                <a:pos x="connsiteX299" y="connsiteY299"/>
                              </a:cxn>
                              <a:cxn ang="0">
                                <a:pos x="connsiteX300" y="connsiteY300"/>
                              </a:cxn>
                              <a:cxn ang="0">
                                <a:pos x="connsiteX301" y="connsiteY301"/>
                              </a:cxn>
                              <a:cxn ang="0">
                                <a:pos x="connsiteX302" y="connsiteY302"/>
                              </a:cxn>
                            </a:cxnLst>
                            <a:rect l="l" t="t" r="r" b="b"/>
                            <a:pathLst>
                              <a:path w="741017" h="548329">
                                <a:moveTo>
                                  <a:pt x="736260" y="362778"/>
                                </a:moveTo>
                                <a:cubicBezTo>
                                  <a:pt x="735071" y="367536"/>
                                  <a:pt x="732692" y="369914"/>
                                  <a:pt x="729124" y="374672"/>
                                </a:cubicBezTo>
                                <a:cubicBezTo>
                                  <a:pt x="726745" y="378240"/>
                                  <a:pt x="724366" y="381809"/>
                                  <a:pt x="720798" y="385377"/>
                                </a:cubicBezTo>
                                <a:cubicBezTo>
                                  <a:pt x="719608" y="386566"/>
                                  <a:pt x="717229" y="387756"/>
                                  <a:pt x="716040" y="388945"/>
                                </a:cubicBezTo>
                                <a:cubicBezTo>
                                  <a:pt x="714850" y="390135"/>
                                  <a:pt x="714850" y="390135"/>
                                  <a:pt x="714850" y="392513"/>
                                </a:cubicBezTo>
                                <a:cubicBezTo>
                                  <a:pt x="714850" y="393703"/>
                                  <a:pt x="714850" y="394892"/>
                                  <a:pt x="716040" y="396082"/>
                                </a:cubicBezTo>
                                <a:cubicBezTo>
                                  <a:pt x="714850" y="396082"/>
                                  <a:pt x="713661" y="399650"/>
                                  <a:pt x="712472" y="400840"/>
                                </a:cubicBezTo>
                                <a:cubicBezTo>
                                  <a:pt x="711282" y="402029"/>
                                  <a:pt x="708903" y="403219"/>
                                  <a:pt x="707714" y="404408"/>
                                </a:cubicBezTo>
                                <a:cubicBezTo>
                                  <a:pt x="711282" y="406787"/>
                                  <a:pt x="716040" y="405597"/>
                                  <a:pt x="714850" y="410355"/>
                                </a:cubicBezTo>
                                <a:cubicBezTo>
                                  <a:pt x="713661" y="413923"/>
                                  <a:pt x="712472" y="415113"/>
                                  <a:pt x="708903" y="417492"/>
                                </a:cubicBezTo>
                                <a:cubicBezTo>
                                  <a:pt x="708903" y="423439"/>
                                  <a:pt x="713661" y="416302"/>
                                  <a:pt x="716040" y="417492"/>
                                </a:cubicBezTo>
                                <a:cubicBezTo>
                                  <a:pt x="716040" y="421060"/>
                                  <a:pt x="713661" y="424628"/>
                                  <a:pt x="712472" y="427007"/>
                                </a:cubicBezTo>
                                <a:cubicBezTo>
                                  <a:pt x="711282" y="429386"/>
                                  <a:pt x="710093" y="430575"/>
                                  <a:pt x="710093" y="432954"/>
                                </a:cubicBezTo>
                                <a:cubicBezTo>
                                  <a:pt x="710093" y="435333"/>
                                  <a:pt x="710093" y="436523"/>
                                  <a:pt x="708903" y="438902"/>
                                </a:cubicBezTo>
                                <a:cubicBezTo>
                                  <a:pt x="707714" y="440091"/>
                                  <a:pt x="704146" y="448417"/>
                                  <a:pt x="702956" y="447227"/>
                                </a:cubicBezTo>
                                <a:cubicBezTo>
                                  <a:pt x="701767" y="447227"/>
                                  <a:pt x="702956" y="446038"/>
                                  <a:pt x="701767" y="444849"/>
                                </a:cubicBezTo>
                                <a:cubicBezTo>
                                  <a:pt x="700577" y="444849"/>
                                  <a:pt x="700577" y="443659"/>
                                  <a:pt x="699388" y="443659"/>
                                </a:cubicBezTo>
                                <a:cubicBezTo>
                                  <a:pt x="698198" y="442470"/>
                                  <a:pt x="698198" y="441280"/>
                                  <a:pt x="695820" y="441280"/>
                                </a:cubicBezTo>
                                <a:cubicBezTo>
                                  <a:pt x="695820" y="437712"/>
                                  <a:pt x="698198" y="434144"/>
                                  <a:pt x="697009" y="431765"/>
                                </a:cubicBezTo>
                                <a:cubicBezTo>
                                  <a:pt x="695820" y="431765"/>
                                  <a:pt x="694630" y="432954"/>
                                  <a:pt x="693441" y="434144"/>
                                </a:cubicBezTo>
                                <a:cubicBezTo>
                                  <a:pt x="693441" y="435333"/>
                                  <a:pt x="693441" y="436523"/>
                                  <a:pt x="693441" y="437712"/>
                                </a:cubicBezTo>
                                <a:cubicBezTo>
                                  <a:pt x="689872" y="438902"/>
                                  <a:pt x="687493" y="441280"/>
                                  <a:pt x="686304" y="443659"/>
                                </a:cubicBezTo>
                                <a:cubicBezTo>
                                  <a:pt x="685115" y="443659"/>
                                  <a:pt x="685115" y="443659"/>
                                  <a:pt x="685115" y="443659"/>
                                </a:cubicBezTo>
                                <a:cubicBezTo>
                                  <a:pt x="681546" y="444849"/>
                                  <a:pt x="681546" y="448417"/>
                                  <a:pt x="677978" y="451985"/>
                                </a:cubicBezTo>
                                <a:cubicBezTo>
                                  <a:pt x="674410" y="455554"/>
                                  <a:pt x="673220" y="453175"/>
                                  <a:pt x="669652" y="454364"/>
                                </a:cubicBezTo>
                                <a:cubicBezTo>
                                  <a:pt x="668463" y="454364"/>
                                  <a:pt x="667273" y="451985"/>
                                  <a:pt x="664894" y="453175"/>
                                </a:cubicBezTo>
                                <a:cubicBezTo>
                                  <a:pt x="663705" y="453175"/>
                                  <a:pt x="664894" y="456743"/>
                                  <a:pt x="662515" y="456743"/>
                                </a:cubicBezTo>
                                <a:cubicBezTo>
                                  <a:pt x="662515" y="456743"/>
                                  <a:pt x="662515" y="456743"/>
                                  <a:pt x="662515" y="456743"/>
                                </a:cubicBezTo>
                                <a:cubicBezTo>
                                  <a:pt x="648242" y="460311"/>
                                  <a:pt x="618506" y="459122"/>
                                  <a:pt x="618506" y="459122"/>
                                </a:cubicBezTo>
                                <a:lnTo>
                                  <a:pt x="617317" y="472206"/>
                                </a:lnTo>
                                <a:cubicBezTo>
                                  <a:pt x="617317" y="472206"/>
                                  <a:pt x="603044" y="469827"/>
                                  <a:pt x="608991" y="474585"/>
                                </a:cubicBezTo>
                                <a:cubicBezTo>
                                  <a:pt x="611370" y="476963"/>
                                  <a:pt x="613748" y="481721"/>
                                  <a:pt x="618506" y="485290"/>
                                </a:cubicBezTo>
                                <a:cubicBezTo>
                                  <a:pt x="619696" y="486479"/>
                                  <a:pt x="624453" y="486479"/>
                                  <a:pt x="625643" y="487668"/>
                                </a:cubicBezTo>
                                <a:cubicBezTo>
                                  <a:pt x="626832" y="488858"/>
                                  <a:pt x="626832" y="494805"/>
                                  <a:pt x="628022" y="495994"/>
                                </a:cubicBezTo>
                                <a:cubicBezTo>
                                  <a:pt x="632780" y="500752"/>
                                  <a:pt x="637537" y="503131"/>
                                  <a:pt x="633969" y="504321"/>
                                </a:cubicBezTo>
                                <a:cubicBezTo>
                                  <a:pt x="618506" y="506699"/>
                                  <a:pt x="606612" y="499563"/>
                                  <a:pt x="597096" y="510268"/>
                                </a:cubicBezTo>
                                <a:cubicBezTo>
                                  <a:pt x="593528" y="513836"/>
                                  <a:pt x="589960" y="519783"/>
                                  <a:pt x="587581" y="524541"/>
                                </a:cubicBezTo>
                                <a:cubicBezTo>
                                  <a:pt x="585202" y="531677"/>
                                  <a:pt x="587581" y="535246"/>
                                  <a:pt x="586391" y="542382"/>
                                </a:cubicBezTo>
                                <a:cubicBezTo>
                                  <a:pt x="586391" y="545951"/>
                                  <a:pt x="581634" y="543572"/>
                                  <a:pt x="582823" y="548329"/>
                                </a:cubicBezTo>
                                <a:cubicBezTo>
                                  <a:pt x="582823" y="548329"/>
                                  <a:pt x="582823" y="548329"/>
                                  <a:pt x="582823" y="548329"/>
                                </a:cubicBezTo>
                                <a:cubicBezTo>
                                  <a:pt x="582823" y="548329"/>
                                  <a:pt x="582823" y="548329"/>
                                  <a:pt x="582823" y="548329"/>
                                </a:cubicBezTo>
                                <a:cubicBezTo>
                                  <a:pt x="580444" y="545951"/>
                                  <a:pt x="575687" y="541193"/>
                                  <a:pt x="572118" y="538814"/>
                                </a:cubicBezTo>
                                <a:cubicBezTo>
                                  <a:pt x="570929" y="532867"/>
                                  <a:pt x="564982" y="532867"/>
                                  <a:pt x="561413" y="529298"/>
                                </a:cubicBezTo>
                                <a:cubicBezTo>
                                  <a:pt x="557845" y="526920"/>
                                  <a:pt x="553087" y="523351"/>
                                  <a:pt x="549519" y="519783"/>
                                </a:cubicBezTo>
                                <a:cubicBezTo>
                                  <a:pt x="545951" y="516215"/>
                                  <a:pt x="544761" y="511457"/>
                                  <a:pt x="542382" y="509078"/>
                                </a:cubicBezTo>
                                <a:cubicBezTo>
                                  <a:pt x="540004" y="506699"/>
                                  <a:pt x="535246" y="501942"/>
                                  <a:pt x="531678" y="500752"/>
                                </a:cubicBezTo>
                                <a:cubicBezTo>
                                  <a:pt x="530488" y="500752"/>
                                  <a:pt x="530488" y="500752"/>
                                  <a:pt x="529299" y="500752"/>
                                </a:cubicBezTo>
                                <a:cubicBezTo>
                                  <a:pt x="530488" y="504321"/>
                                  <a:pt x="534056" y="505510"/>
                                  <a:pt x="536435" y="507889"/>
                                </a:cubicBezTo>
                                <a:cubicBezTo>
                                  <a:pt x="537625" y="507889"/>
                                  <a:pt x="545951" y="513836"/>
                                  <a:pt x="541193" y="513836"/>
                                </a:cubicBezTo>
                                <a:cubicBezTo>
                                  <a:pt x="541193" y="513836"/>
                                  <a:pt x="537625" y="511457"/>
                                  <a:pt x="537625" y="510268"/>
                                </a:cubicBezTo>
                                <a:cubicBezTo>
                                  <a:pt x="536435" y="509078"/>
                                  <a:pt x="534056" y="507889"/>
                                  <a:pt x="532867" y="507889"/>
                                </a:cubicBezTo>
                                <a:cubicBezTo>
                                  <a:pt x="530488" y="506699"/>
                                  <a:pt x="522162" y="505510"/>
                                  <a:pt x="522162" y="503131"/>
                                </a:cubicBezTo>
                                <a:cubicBezTo>
                                  <a:pt x="523352" y="503131"/>
                                  <a:pt x="525730" y="503131"/>
                                  <a:pt x="525730" y="501942"/>
                                </a:cubicBezTo>
                                <a:cubicBezTo>
                                  <a:pt x="526920" y="499563"/>
                                  <a:pt x="523352" y="500752"/>
                                  <a:pt x="522162" y="500752"/>
                                </a:cubicBezTo>
                                <a:cubicBezTo>
                                  <a:pt x="519783" y="500752"/>
                                  <a:pt x="517404" y="498373"/>
                                  <a:pt x="515025" y="498373"/>
                                </a:cubicBezTo>
                                <a:cubicBezTo>
                                  <a:pt x="515025" y="498373"/>
                                  <a:pt x="512646" y="500752"/>
                                  <a:pt x="512646" y="500752"/>
                                </a:cubicBezTo>
                                <a:cubicBezTo>
                                  <a:pt x="511457" y="501942"/>
                                  <a:pt x="511457" y="501942"/>
                                  <a:pt x="513836" y="503131"/>
                                </a:cubicBezTo>
                                <a:cubicBezTo>
                                  <a:pt x="516215" y="504321"/>
                                  <a:pt x="518594" y="504321"/>
                                  <a:pt x="520972" y="505510"/>
                                </a:cubicBezTo>
                                <a:cubicBezTo>
                                  <a:pt x="517404" y="506699"/>
                                  <a:pt x="509078" y="504321"/>
                                  <a:pt x="505510" y="507889"/>
                                </a:cubicBezTo>
                                <a:cubicBezTo>
                                  <a:pt x="504320" y="509078"/>
                                  <a:pt x="501942" y="510268"/>
                                  <a:pt x="499563" y="511457"/>
                                </a:cubicBezTo>
                                <a:cubicBezTo>
                                  <a:pt x="497184" y="512646"/>
                                  <a:pt x="494805" y="512646"/>
                                  <a:pt x="492426" y="512646"/>
                                </a:cubicBezTo>
                                <a:cubicBezTo>
                                  <a:pt x="487668" y="513836"/>
                                  <a:pt x="481721" y="515025"/>
                                  <a:pt x="476963" y="517404"/>
                                </a:cubicBezTo>
                                <a:cubicBezTo>
                                  <a:pt x="472206" y="518594"/>
                                  <a:pt x="466259" y="516215"/>
                                  <a:pt x="462690" y="513836"/>
                                </a:cubicBezTo>
                                <a:cubicBezTo>
                                  <a:pt x="460311" y="512646"/>
                                  <a:pt x="459122" y="511457"/>
                                  <a:pt x="456743" y="510268"/>
                                </a:cubicBezTo>
                                <a:cubicBezTo>
                                  <a:pt x="454364" y="510268"/>
                                  <a:pt x="451985" y="509078"/>
                                  <a:pt x="449606" y="509078"/>
                                </a:cubicBezTo>
                                <a:cubicBezTo>
                                  <a:pt x="447228" y="507889"/>
                                  <a:pt x="444849" y="507889"/>
                                  <a:pt x="442470" y="507889"/>
                                </a:cubicBezTo>
                                <a:cubicBezTo>
                                  <a:pt x="440091" y="507889"/>
                                  <a:pt x="438902" y="506699"/>
                                  <a:pt x="436523" y="504321"/>
                                </a:cubicBezTo>
                                <a:cubicBezTo>
                                  <a:pt x="431765" y="501942"/>
                                  <a:pt x="425818" y="503131"/>
                                  <a:pt x="422250" y="499563"/>
                                </a:cubicBezTo>
                                <a:cubicBezTo>
                                  <a:pt x="419871" y="498373"/>
                                  <a:pt x="418681" y="495994"/>
                                  <a:pt x="416302" y="494805"/>
                                </a:cubicBezTo>
                                <a:cubicBezTo>
                                  <a:pt x="413923" y="493615"/>
                                  <a:pt x="411545" y="493615"/>
                                  <a:pt x="409166" y="493615"/>
                                </a:cubicBezTo>
                                <a:cubicBezTo>
                                  <a:pt x="406787" y="492426"/>
                                  <a:pt x="405597" y="492426"/>
                                  <a:pt x="402029" y="491237"/>
                                </a:cubicBezTo>
                                <a:cubicBezTo>
                                  <a:pt x="398461" y="491237"/>
                                  <a:pt x="396082" y="488858"/>
                                  <a:pt x="394892" y="486479"/>
                                </a:cubicBezTo>
                                <a:cubicBezTo>
                                  <a:pt x="386566" y="479342"/>
                                  <a:pt x="374672" y="481721"/>
                                  <a:pt x="365157" y="476963"/>
                                </a:cubicBezTo>
                                <a:cubicBezTo>
                                  <a:pt x="362778" y="475774"/>
                                  <a:pt x="361588" y="473395"/>
                                  <a:pt x="360399" y="471016"/>
                                </a:cubicBezTo>
                                <a:cubicBezTo>
                                  <a:pt x="359209" y="468638"/>
                                  <a:pt x="356831" y="468638"/>
                                  <a:pt x="354452" y="467448"/>
                                </a:cubicBezTo>
                                <a:cubicBezTo>
                                  <a:pt x="349694" y="465069"/>
                                  <a:pt x="346126" y="460311"/>
                                  <a:pt x="342557" y="456743"/>
                                </a:cubicBezTo>
                                <a:cubicBezTo>
                                  <a:pt x="338989" y="453175"/>
                                  <a:pt x="337800" y="451985"/>
                                  <a:pt x="334231" y="453175"/>
                                </a:cubicBezTo>
                                <a:cubicBezTo>
                                  <a:pt x="330663" y="454364"/>
                                  <a:pt x="327095" y="451985"/>
                                  <a:pt x="323526" y="450796"/>
                                </a:cubicBezTo>
                                <a:cubicBezTo>
                                  <a:pt x="319958" y="449606"/>
                                  <a:pt x="316390" y="449606"/>
                                  <a:pt x="312821" y="448417"/>
                                </a:cubicBezTo>
                                <a:cubicBezTo>
                                  <a:pt x="308064" y="447227"/>
                                  <a:pt x="306874" y="446038"/>
                                  <a:pt x="304495" y="442470"/>
                                </a:cubicBezTo>
                                <a:cubicBezTo>
                                  <a:pt x="302117" y="440091"/>
                                  <a:pt x="302117" y="438902"/>
                                  <a:pt x="302117" y="438902"/>
                                </a:cubicBezTo>
                                <a:cubicBezTo>
                                  <a:pt x="299738" y="436523"/>
                                  <a:pt x="298548" y="434144"/>
                                  <a:pt x="296169" y="432954"/>
                                </a:cubicBezTo>
                                <a:cubicBezTo>
                                  <a:pt x="294980" y="428196"/>
                                  <a:pt x="289033" y="425818"/>
                                  <a:pt x="285465" y="424628"/>
                                </a:cubicBezTo>
                                <a:cubicBezTo>
                                  <a:pt x="286654" y="424628"/>
                                  <a:pt x="286654" y="423439"/>
                                  <a:pt x="287843" y="423439"/>
                                </a:cubicBezTo>
                                <a:cubicBezTo>
                                  <a:pt x="287843" y="422249"/>
                                  <a:pt x="289033" y="421060"/>
                                  <a:pt x="287843" y="419871"/>
                                </a:cubicBezTo>
                                <a:cubicBezTo>
                                  <a:pt x="283085" y="417492"/>
                                  <a:pt x="277138" y="421060"/>
                                  <a:pt x="272381" y="418681"/>
                                </a:cubicBezTo>
                                <a:cubicBezTo>
                                  <a:pt x="267623" y="416302"/>
                                  <a:pt x="265244" y="412734"/>
                                  <a:pt x="262865" y="409166"/>
                                </a:cubicBezTo>
                                <a:cubicBezTo>
                                  <a:pt x="260486" y="404408"/>
                                  <a:pt x="258107" y="400840"/>
                                  <a:pt x="255729" y="396082"/>
                                </a:cubicBezTo>
                                <a:cubicBezTo>
                                  <a:pt x="253350" y="391324"/>
                                  <a:pt x="250971" y="387756"/>
                                  <a:pt x="250971" y="381809"/>
                                </a:cubicBezTo>
                                <a:cubicBezTo>
                                  <a:pt x="253350" y="380619"/>
                                  <a:pt x="256918" y="380619"/>
                                  <a:pt x="259297" y="380619"/>
                                </a:cubicBezTo>
                                <a:cubicBezTo>
                                  <a:pt x="260486" y="377051"/>
                                  <a:pt x="258107" y="375861"/>
                                  <a:pt x="254539" y="374672"/>
                                </a:cubicBezTo>
                                <a:cubicBezTo>
                                  <a:pt x="254539" y="372293"/>
                                  <a:pt x="259297" y="371104"/>
                                  <a:pt x="260486" y="368725"/>
                                </a:cubicBezTo>
                                <a:cubicBezTo>
                                  <a:pt x="262865" y="366346"/>
                                  <a:pt x="265244" y="365157"/>
                                  <a:pt x="264055" y="360399"/>
                                </a:cubicBezTo>
                                <a:cubicBezTo>
                                  <a:pt x="262865" y="354452"/>
                                  <a:pt x="260486" y="348505"/>
                                  <a:pt x="259297" y="341368"/>
                                </a:cubicBezTo>
                                <a:cubicBezTo>
                                  <a:pt x="258107" y="337800"/>
                                  <a:pt x="256918" y="335421"/>
                                  <a:pt x="256918" y="333042"/>
                                </a:cubicBezTo>
                                <a:cubicBezTo>
                                  <a:pt x="255729" y="329473"/>
                                  <a:pt x="256918" y="325905"/>
                                  <a:pt x="255729" y="322337"/>
                                </a:cubicBezTo>
                                <a:cubicBezTo>
                                  <a:pt x="254539" y="319958"/>
                                  <a:pt x="252160" y="317579"/>
                                  <a:pt x="249781" y="315200"/>
                                </a:cubicBezTo>
                                <a:cubicBezTo>
                                  <a:pt x="247402" y="312821"/>
                                  <a:pt x="247402" y="309253"/>
                                  <a:pt x="245024" y="306874"/>
                                </a:cubicBezTo>
                                <a:cubicBezTo>
                                  <a:pt x="242645" y="302117"/>
                                  <a:pt x="237887" y="297359"/>
                                  <a:pt x="234319" y="292601"/>
                                </a:cubicBezTo>
                                <a:cubicBezTo>
                                  <a:pt x="231940" y="287843"/>
                                  <a:pt x="228372" y="283086"/>
                                  <a:pt x="224803" y="278328"/>
                                </a:cubicBezTo>
                                <a:cubicBezTo>
                                  <a:pt x="221235" y="273570"/>
                                  <a:pt x="217667" y="271191"/>
                                  <a:pt x="212909" y="266434"/>
                                </a:cubicBezTo>
                                <a:cubicBezTo>
                                  <a:pt x="209341" y="261676"/>
                                  <a:pt x="201015" y="261676"/>
                                  <a:pt x="198636" y="255728"/>
                                </a:cubicBezTo>
                                <a:cubicBezTo>
                                  <a:pt x="199825" y="254539"/>
                                  <a:pt x="201015" y="252160"/>
                                  <a:pt x="203393" y="252160"/>
                                </a:cubicBezTo>
                                <a:cubicBezTo>
                                  <a:pt x="204583" y="249781"/>
                                  <a:pt x="203393" y="248592"/>
                                  <a:pt x="202204" y="247403"/>
                                </a:cubicBezTo>
                                <a:cubicBezTo>
                                  <a:pt x="202204" y="246213"/>
                                  <a:pt x="201015" y="242645"/>
                                  <a:pt x="199825" y="241455"/>
                                </a:cubicBezTo>
                                <a:cubicBezTo>
                                  <a:pt x="198636" y="239076"/>
                                  <a:pt x="197446" y="240266"/>
                                  <a:pt x="195067" y="239076"/>
                                </a:cubicBezTo>
                                <a:cubicBezTo>
                                  <a:pt x="192689" y="237887"/>
                                  <a:pt x="191499" y="237887"/>
                                  <a:pt x="189120" y="235508"/>
                                </a:cubicBezTo>
                                <a:cubicBezTo>
                                  <a:pt x="186741" y="233129"/>
                                  <a:pt x="183173" y="230751"/>
                                  <a:pt x="179605" y="228371"/>
                                </a:cubicBezTo>
                                <a:cubicBezTo>
                                  <a:pt x="176036" y="227182"/>
                                  <a:pt x="172468" y="225992"/>
                                  <a:pt x="168900" y="222424"/>
                                </a:cubicBezTo>
                                <a:cubicBezTo>
                                  <a:pt x="165331" y="218856"/>
                                  <a:pt x="167710" y="217667"/>
                                  <a:pt x="167710" y="217667"/>
                                </a:cubicBezTo>
                                <a:cubicBezTo>
                                  <a:pt x="170089" y="215288"/>
                                  <a:pt x="176036" y="197446"/>
                                  <a:pt x="180794" y="208151"/>
                                </a:cubicBezTo>
                                <a:cubicBezTo>
                                  <a:pt x="181984" y="206962"/>
                                  <a:pt x="183173" y="204583"/>
                                  <a:pt x="181984" y="202204"/>
                                </a:cubicBezTo>
                                <a:cubicBezTo>
                                  <a:pt x="176036" y="203393"/>
                                  <a:pt x="176036" y="196257"/>
                                  <a:pt x="172468" y="193878"/>
                                </a:cubicBezTo>
                                <a:cubicBezTo>
                                  <a:pt x="168900" y="190309"/>
                                  <a:pt x="165331" y="193878"/>
                                  <a:pt x="161763" y="189120"/>
                                </a:cubicBezTo>
                                <a:cubicBezTo>
                                  <a:pt x="160574" y="187931"/>
                                  <a:pt x="161763" y="184362"/>
                                  <a:pt x="160574" y="183173"/>
                                </a:cubicBezTo>
                                <a:cubicBezTo>
                                  <a:pt x="159384" y="181984"/>
                                  <a:pt x="155816" y="180794"/>
                                  <a:pt x="154627" y="179605"/>
                                </a:cubicBezTo>
                                <a:cubicBezTo>
                                  <a:pt x="149869" y="176036"/>
                                  <a:pt x="148679" y="172468"/>
                                  <a:pt x="147490" y="167710"/>
                                </a:cubicBezTo>
                                <a:cubicBezTo>
                                  <a:pt x="146300" y="160574"/>
                                  <a:pt x="147490" y="159384"/>
                                  <a:pt x="142732" y="155816"/>
                                </a:cubicBezTo>
                                <a:cubicBezTo>
                                  <a:pt x="139164" y="153437"/>
                                  <a:pt x="135596" y="153437"/>
                                  <a:pt x="132027" y="148679"/>
                                </a:cubicBezTo>
                                <a:cubicBezTo>
                                  <a:pt x="130838" y="146301"/>
                                  <a:pt x="129648" y="145111"/>
                                  <a:pt x="128459" y="142732"/>
                                </a:cubicBezTo>
                                <a:cubicBezTo>
                                  <a:pt x="127270" y="140353"/>
                                  <a:pt x="124891" y="137974"/>
                                  <a:pt x="123701" y="136785"/>
                                </a:cubicBezTo>
                                <a:cubicBezTo>
                                  <a:pt x="122512" y="134406"/>
                                  <a:pt x="122512" y="132027"/>
                                  <a:pt x="121322" y="129649"/>
                                </a:cubicBezTo>
                                <a:cubicBezTo>
                                  <a:pt x="120133" y="127270"/>
                                  <a:pt x="117754" y="126080"/>
                                  <a:pt x="117754" y="124890"/>
                                </a:cubicBezTo>
                                <a:cubicBezTo>
                                  <a:pt x="115375" y="121322"/>
                                  <a:pt x="112996" y="116565"/>
                                  <a:pt x="111807" y="114186"/>
                                </a:cubicBezTo>
                                <a:cubicBezTo>
                                  <a:pt x="109428" y="109428"/>
                                  <a:pt x="110617" y="105860"/>
                                  <a:pt x="108239" y="102291"/>
                                </a:cubicBezTo>
                                <a:cubicBezTo>
                                  <a:pt x="105860" y="97534"/>
                                  <a:pt x="103481" y="95155"/>
                                  <a:pt x="102291" y="89208"/>
                                </a:cubicBezTo>
                                <a:cubicBezTo>
                                  <a:pt x="102291" y="86829"/>
                                  <a:pt x="103481" y="84450"/>
                                  <a:pt x="102291" y="82071"/>
                                </a:cubicBezTo>
                                <a:cubicBezTo>
                                  <a:pt x="101102" y="79692"/>
                                  <a:pt x="99913" y="77313"/>
                                  <a:pt x="98723" y="74934"/>
                                </a:cubicBezTo>
                                <a:cubicBezTo>
                                  <a:pt x="97534" y="70177"/>
                                  <a:pt x="98723" y="64229"/>
                                  <a:pt x="97534" y="59472"/>
                                </a:cubicBezTo>
                                <a:cubicBezTo>
                                  <a:pt x="96344" y="51146"/>
                                  <a:pt x="93965" y="54714"/>
                                  <a:pt x="89208" y="51146"/>
                                </a:cubicBezTo>
                                <a:cubicBezTo>
                                  <a:pt x="88018" y="49956"/>
                                  <a:pt x="88018" y="46388"/>
                                  <a:pt x="86829" y="46388"/>
                                </a:cubicBezTo>
                                <a:cubicBezTo>
                                  <a:pt x="84450" y="45199"/>
                                  <a:pt x="82071" y="47577"/>
                                  <a:pt x="78503" y="46388"/>
                                </a:cubicBezTo>
                                <a:cubicBezTo>
                                  <a:pt x="73745" y="45199"/>
                                  <a:pt x="72556" y="40441"/>
                                  <a:pt x="68987" y="36872"/>
                                </a:cubicBezTo>
                                <a:cubicBezTo>
                                  <a:pt x="65419" y="34494"/>
                                  <a:pt x="61851" y="34494"/>
                                  <a:pt x="59472" y="29736"/>
                                </a:cubicBezTo>
                                <a:cubicBezTo>
                                  <a:pt x="57093" y="34494"/>
                                  <a:pt x="60661" y="39251"/>
                                  <a:pt x="60661" y="44009"/>
                                </a:cubicBezTo>
                                <a:cubicBezTo>
                                  <a:pt x="59472" y="49956"/>
                                  <a:pt x="58282" y="52335"/>
                                  <a:pt x="59472" y="58282"/>
                                </a:cubicBezTo>
                                <a:cubicBezTo>
                                  <a:pt x="60661" y="63040"/>
                                  <a:pt x="61851" y="67798"/>
                                  <a:pt x="60661" y="73745"/>
                                </a:cubicBezTo>
                                <a:cubicBezTo>
                                  <a:pt x="59472" y="79692"/>
                                  <a:pt x="57093" y="82071"/>
                                  <a:pt x="59472" y="86829"/>
                                </a:cubicBezTo>
                                <a:cubicBezTo>
                                  <a:pt x="60661" y="89208"/>
                                  <a:pt x="63040" y="98723"/>
                                  <a:pt x="63040" y="99912"/>
                                </a:cubicBezTo>
                                <a:cubicBezTo>
                                  <a:pt x="65419" y="103481"/>
                                  <a:pt x="71366" y="103481"/>
                                  <a:pt x="73745" y="108238"/>
                                </a:cubicBezTo>
                                <a:cubicBezTo>
                                  <a:pt x="74934" y="110617"/>
                                  <a:pt x="76124" y="110617"/>
                                  <a:pt x="77313" y="112996"/>
                                </a:cubicBezTo>
                                <a:cubicBezTo>
                                  <a:pt x="77313" y="115375"/>
                                  <a:pt x="76124" y="117754"/>
                                  <a:pt x="76124" y="121322"/>
                                </a:cubicBezTo>
                                <a:cubicBezTo>
                                  <a:pt x="77313" y="126080"/>
                                  <a:pt x="83261" y="126080"/>
                                  <a:pt x="85639" y="130838"/>
                                </a:cubicBezTo>
                                <a:cubicBezTo>
                                  <a:pt x="86829" y="134406"/>
                                  <a:pt x="84450" y="139164"/>
                                  <a:pt x="90397" y="139164"/>
                                </a:cubicBezTo>
                                <a:cubicBezTo>
                                  <a:pt x="93965" y="146301"/>
                                  <a:pt x="93965" y="153437"/>
                                  <a:pt x="99913" y="159384"/>
                                </a:cubicBezTo>
                                <a:cubicBezTo>
                                  <a:pt x="102291" y="161763"/>
                                  <a:pt x="104670" y="165332"/>
                                  <a:pt x="105860" y="168900"/>
                                </a:cubicBezTo>
                                <a:cubicBezTo>
                                  <a:pt x="107049" y="173657"/>
                                  <a:pt x="105860" y="178415"/>
                                  <a:pt x="111807" y="178415"/>
                                </a:cubicBezTo>
                                <a:cubicBezTo>
                                  <a:pt x="111807" y="181984"/>
                                  <a:pt x="108239" y="184362"/>
                                  <a:pt x="109428" y="189120"/>
                                </a:cubicBezTo>
                                <a:cubicBezTo>
                                  <a:pt x="110617" y="191499"/>
                                  <a:pt x="114186" y="195067"/>
                                  <a:pt x="116565" y="197446"/>
                                </a:cubicBezTo>
                                <a:cubicBezTo>
                                  <a:pt x="118944" y="195067"/>
                                  <a:pt x="118944" y="192688"/>
                                  <a:pt x="117754" y="190309"/>
                                </a:cubicBezTo>
                                <a:cubicBezTo>
                                  <a:pt x="117754" y="190309"/>
                                  <a:pt x="118944" y="190309"/>
                                  <a:pt x="120133" y="189120"/>
                                </a:cubicBezTo>
                                <a:cubicBezTo>
                                  <a:pt x="118944" y="196257"/>
                                  <a:pt x="123701" y="205772"/>
                                  <a:pt x="124891" y="212909"/>
                                </a:cubicBezTo>
                                <a:cubicBezTo>
                                  <a:pt x="126080" y="217667"/>
                                  <a:pt x="124891" y="234319"/>
                                  <a:pt x="132027" y="234319"/>
                                </a:cubicBezTo>
                                <a:cubicBezTo>
                                  <a:pt x="132027" y="237887"/>
                                  <a:pt x="133217" y="241455"/>
                                  <a:pt x="134406" y="245024"/>
                                </a:cubicBezTo>
                                <a:cubicBezTo>
                                  <a:pt x="135596" y="249781"/>
                                  <a:pt x="135596" y="249781"/>
                                  <a:pt x="134406" y="254539"/>
                                </a:cubicBezTo>
                                <a:cubicBezTo>
                                  <a:pt x="133217" y="262865"/>
                                  <a:pt x="139164" y="265244"/>
                                  <a:pt x="141543" y="272381"/>
                                </a:cubicBezTo>
                                <a:cubicBezTo>
                                  <a:pt x="142732" y="272381"/>
                                  <a:pt x="142732" y="272381"/>
                                  <a:pt x="143922" y="273570"/>
                                </a:cubicBezTo>
                                <a:cubicBezTo>
                                  <a:pt x="143922" y="272381"/>
                                  <a:pt x="143922" y="270002"/>
                                  <a:pt x="143922" y="268812"/>
                                </a:cubicBezTo>
                                <a:cubicBezTo>
                                  <a:pt x="146300" y="270002"/>
                                  <a:pt x="148679" y="272381"/>
                                  <a:pt x="151058" y="272381"/>
                                </a:cubicBezTo>
                                <a:cubicBezTo>
                                  <a:pt x="153437" y="277138"/>
                                  <a:pt x="155816" y="277138"/>
                                  <a:pt x="158195" y="280707"/>
                                </a:cubicBezTo>
                                <a:cubicBezTo>
                                  <a:pt x="159384" y="281896"/>
                                  <a:pt x="158195" y="285464"/>
                                  <a:pt x="159384" y="287843"/>
                                </a:cubicBezTo>
                                <a:cubicBezTo>
                                  <a:pt x="160574" y="289033"/>
                                  <a:pt x="162953" y="290222"/>
                                  <a:pt x="162953" y="291411"/>
                                </a:cubicBezTo>
                                <a:cubicBezTo>
                                  <a:pt x="165331" y="297359"/>
                                  <a:pt x="161763" y="297359"/>
                                  <a:pt x="158195" y="302117"/>
                                </a:cubicBezTo>
                                <a:cubicBezTo>
                                  <a:pt x="155816" y="305685"/>
                                  <a:pt x="154627" y="310442"/>
                                  <a:pt x="148679" y="309253"/>
                                </a:cubicBezTo>
                                <a:cubicBezTo>
                                  <a:pt x="146300" y="305685"/>
                                  <a:pt x="146300" y="302117"/>
                                  <a:pt x="145111" y="298548"/>
                                </a:cubicBezTo>
                                <a:cubicBezTo>
                                  <a:pt x="145111" y="297359"/>
                                  <a:pt x="142732" y="296169"/>
                                  <a:pt x="142732" y="294980"/>
                                </a:cubicBezTo>
                                <a:cubicBezTo>
                                  <a:pt x="141543" y="292601"/>
                                  <a:pt x="142732" y="290222"/>
                                  <a:pt x="141543" y="287843"/>
                                </a:cubicBezTo>
                                <a:cubicBezTo>
                                  <a:pt x="139164" y="284275"/>
                                  <a:pt x="135596" y="285464"/>
                                  <a:pt x="132027" y="283086"/>
                                </a:cubicBezTo>
                                <a:cubicBezTo>
                                  <a:pt x="129648" y="281896"/>
                                  <a:pt x="127270" y="277138"/>
                                  <a:pt x="124891" y="274759"/>
                                </a:cubicBezTo>
                                <a:cubicBezTo>
                                  <a:pt x="121322" y="273570"/>
                                  <a:pt x="116565" y="268812"/>
                                  <a:pt x="112996" y="266434"/>
                                </a:cubicBezTo>
                                <a:cubicBezTo>
                                  <a:pt x="109428" y="262865"/>
                                  <a:pt x="108239" y="255728"/>
                                  <a:pt x="103481" y="256918"/>
                                </a:cubicBezTo>
                                <a:cubicBezTo>
                                  <a:pt x="103481" y="255728"/>
                                  <a:pt x="102291" y="254539"/>
                                  <a:pt x="102291" y="253350"/>
                                </a:cubicBezTo>
                                <a:cubicBezTo>
                                  <a:pt x="89208" y="255728"/>
                                  <a:pt x="98723" y="237887"/>
                                  <a:pt x="98723" y="233129"/>
                                </a:cubicBezTo>
                                <a:cubicBezTo>
                                  <a:pt x="99913" y="223614"/>
                                  <a:pt x="96344" y="215288"/>
                                  <a:pt x="95155" y="206962"/>
                                </a:cubicBezTo>
                                <a:cubicBezTo>
                                  <a:pt x="90397" y="205772"/>
                                  <a:pt x="86829" y="203393"/>
                                  <a:pt x="83261" y="199825"/>
                                </a:cubicBezTo>
                                <a:cubicBezTo>
                                  <a:pt x="80882" y="197446"/>
                                  <a:pt x="78503" y="196257"/>
                                  <a:pt x="77313" y="193878"/>
                                </a:cubicBezTo>
                                <a:cubicBezTo>
                                  <a:pt x="76124" y="191499"/>
                                  <a:pt x="78503" y="189120"/>
                                  <a:pt x="78503" y="185552"/>
                                </a:cubicBezTo>
                                <a:cubicBezTo>
                                  <a:pt x="77313" y="177226"/>
                                  <a:pt x="73745" y="184362"/>
                                  <a:pt x="68987" y="186741"/>
                                </a:cubicBezTo>
                                <a:cubicBezTo>
                                  <a:pt x="60661" y="190309"/>
                                  <a:pt x="61851" y="180794"/>
                                  <a:pt x="54714" y="181984"/>
                                </a:cubicBezTo>
                                <a:cubicBezTo>
                                  <a:pt x="53525" y="177226"/>
                                  <a:pt x="52335" y="178415"/>
                                  <a:pt x="49956" y="176036"/>
                                </a:cubicBezTo>
                                <a:cubicBezTo>
                                  <a:pt x="47577" y="173657"/>
                                  <a:pt x="46388" y="172468"/>
                                  <a:pt x="44009" y="168900"/>
                                </a:cubicBezTo>
                                <a:cubicBezTo>
                                  <a:pt x="41630" y="165332"/>
                                  <a:pt x="38062" y="160574"/>
                                  <a:pt x="34494" y="157005"/>
                                </a:cubicBezTo>
                                <a:cubicBezTo>
                                  <a:pt x="38062" y="155816"/>
                                  <a:pt x="45198" y="153437"/>
                                  <a:pt x="47577" y="157005"/>
                                </a:cubicBezTo>
                                <a:cubicBezTo>
                                  <a:pt x="51146" y="158195"/>
                                  <a:pt x="54714" y="159384"/>
                                  <a:pt x="58282" y="159384"/>
                                </a:cubicBezTo>
                                <a:cubicBezTo>
                                  <a:pt x="59472" y="157005"/>
                                  <a:pt x="59472" y="153437"/>
                                  <a:pt x="55904" y="153437"/>
                                </a:cubicBezTo>
                                <a:cubicBezTo>
                                  <a:pt x="60661" y="149869"/>
                                  <a:pt x="58282" y="143922"/>
                                  <a:pt x="59472" y="137974"/>
                                </a:cubicBezTo>
                                <a:cubicBezTo>
                                  <a:pt x="60661" y="137974"/>
                                  <a:pt x="60661" y="137974"/>
                                  <a:pt x="61851" y="137974"/>
                                </a:cubicBezTo>
                                <a:cubicBezTo>
                                  <a:pt x="61851" y="133217"/>
                                  <a:pt x="58282" y="130838"/>
                                  <a:pt x="55904" y="127270"/>
                                </a:cubicBezTo>
                                <a:cubicBezTo>
                                  <a:pt x="52335" y="122512"/>
                                  <a:pt x="52335" y="118944"/>
                                  <a:pt x="48767" y="114186"/>
                                </a:cubicBezTo>
                                <a:cubicBezTo>
                                  <a:pt x="46388" y="110617"/>
                                  <a:pt x="44009" y="105860"/>
                                  <a:pt x="41630" y="103481"/>
                                </a:cubicBezTo>
                                <a:cubicBezTo>
                                  <a:pt x="38062" y="99912"/>
                                  <a:pt x="34494" y="98723"/>
                                  <a:pt x="30925" y="95155"/>
                                </a:cubicBezTo>
                                <a:cubicBezTo>
                                  <a:pt x="27357" y="91586"/>
                                  <a:pt x="27357" y="89208"/>
                                  <a:pt x="26168" y="83260"/>
                                </a:cubicBezTo>
                                <a:cubicBezTo>
                                  <a:pt x="24978" y="78503"/>
                                  <a:pt x="22599" y="74934"/>
                                  <a:pt x="22599" y="70177"/>
                                </a:cubicBezTo>
                                <a:cubicBezTo>
                                  <a:pt x="22599" y="67798"/>
                                  <a:pt x="22599" y="64229"/>
                                  <a:pt x="21410" y="61851"/>
                                </a:cubicBezTo>
                                <a:cubicBezTo>
                                  <a:pt x="20220" y="59472"/>
                                  <a:pt x="17842" y="58282"/>
                                  <a:pt x="16652" y="55903"/>
                                </a:cubicBezTo>
                                <a:cubicBezTo>
                                  <a:pt x="15463" y="53525"/>
                                  <a:pt x="17842" y="51146"/>
                                  <a:pt x="16652" y="47577"/>
                                </a:cubicBezTo>
                                <a:cubicBezTo>
                                  <a:pt x="15463" y="45199"/>
                                  <a:pt x="13084" y="44009"/>
                                  <a:pt x="11894" y="42820"/>
                                </a:cubicBezTo>
                                <a:cubicBezTo>
                                  <a:pt x="9516" y="39251"/>
                                  <a:pt x="9516" y="35683"/>
                                  <a:pt x="9516" y="30925"/>
                                </a:cubicBezTo>
                                <a:cubicBezTo>
                                  <a:pt x="9516" y="28546"/>
                                  <a:pt x="11894" y="27357"/>
                                  <a:pt x="10705" y="26168"/>
                                </a:cubicBezTo>
                                <a:cubicBezTo>
                                  <a:pt x="10705" y="24978"/>
                                  <a:pt x="7137" y="23789"/>
                                  <a:pt x="5947" y="22599"/>
                                </a:cubicBezTo>
                                <a:cubicBezTo>
                                  <a:pt x="3568" y="19031"/>
                                  <a:pt x="0" y="7137"/>
                                  <a:pt x="0" y="1189"/>
                                </a:cubicBezTo>
                                <a:cubicBezTo>
                                  <a:pt x="0" y="1189"/>
                                  <a:pt x="0" y="1189"/>
                                  <a:pt x="0" y="1189"/>
                                </a:cubicBezTo>
                                <a:cubicBezTo>
                                  <a:pt x="10705" y="1189"/>
                                  <a:pt x="22599" y="1189"/>
                                  <a:pt x="33304" y="1189"/>
                                </a:cubicBezTo>
                                <a:cubicBezTo>
                                  <a:pt x="38062" y="1189"/>
                                  <a:pt x="44009" y="0"/>
                                  <a:pt x="48767" y="0"/>
                                </a:cubicBezTo>
                                <a:cubicBezTo>
                                  <a:pt x="51146" y="0"/>
                                  <a:pt x="54714" y="0"/>
                                  <a:pt x="57093" y="0"/>
                                </a:cubicBezTo>
                                <a:cubicBezTo>
                                  <a:pt x="61851" y="1189"/>
                                  <a:pt x="60661" y="1189"/>
                                  <a:pt x="64230" y="3568"/>
                                </a:cubicBezTo>
                                <a:cubicBezTo>
                                  <a:pt x="80882" y="11894"/>
                                  <a:pt x="98723" y="20220"/>
                                  <a:pt x="116565" y="27357"/>
                                </a:cubicBezTo>
                                <a:cubicBezTo>
                                  <a:pt x="123701" y="30925"/>
                                  <a:pt x="132027" y="34494"/>
                                  <a:pt x="140353" y="36872"/>
                                </a:cubicBezTo>
                                <a:cubicBezTo>
                                  <a:pt x="145111" y="38062"/>
                                  <a:pt x="148679" y="40441"/>
                                  <a:pt x="153437" y="41630"/>
                                </a:cubicBezTo>
                                <a:cubicBezTo>
                                  <a:pt x="158195" y="42820"/>
                                  <a:pt x="164142" y="41630"/>
                                  <a:pt x="168900" y="41630"/>
                                </a:cubicBezTo>
                                <a:cubicBezTo>
                                  <a:pt x="186741" y="42820"/>
                                  <a:pt x="208151" y="48767"/>
                                  <a:pt x="225993" y="45199"/>
                                </a:cubicBezTo>
                                <a:cubicBezTo>
                                  <a:pt x="225993" y="41630"/>
                                  <a:pt x="225993" y="39251"/>
                                  <a:pt x="225993" y="35683"/>
                                </a:cubicBezTo>
                                <a:cubicBezTo>
                                  <a:pt x="234319" y="35683"/>
                                  <a:pt x="241455" y="38062"/>
                                  <a:pt x="249781" y="38062"/>
                                </a:cubicBezTo>
                                <a:cubicBezTo>
                                  <a:pt x="256918" y="38062"/>
                                  <a:pt x="266433" y="35683"/>
                                  <a:pt x="273570" y="36872"/>
                                </a:cubicBezTo>
                                <a:cubicBezTo>
                                  <a:pt x="277138" y="44009"/>
                                  <a:pt x="279517" y="52335"/>
                                  <a:pt x="285465" y="57093"/>
                                </a:cubicBezTo>
                                <a:cubicBezTo>
                                  <a:pt x="286654" y="58282"/>
                                  <a:pt x="290222" y="59472"/>
                                  <a:pt x="291412" y="60661"/>
                                </a:cubicBezTo>
                                <a:cubicBezTo>
                                  <a:pt x="292601" y="63040"/>
                                  <a:pt x="291412" y="65419"/>
                                  <a:pt x="292601" y="66608"/>
                                </a:cubicBezTo>
                                <a:cubicBezTo>
                                  <a:pt x="293791" y="68987"/>
                                  <a:pt x="297359" y="68987"/>
                                  <a:pt x="298548" y="71366"/>
                                </a:cubicBezTo>
                                <a:cubicBezTo>
                                  <a:pt x="299738" y="73745"/>
                                  <a:pt x="299738" y="74934"/>
                                  <a:pt x="300927" y="77313"/>
                                </a:cubicBezTo>
                                <a:cubicBezTo>
                                  <a:pt x="302117" y="80882"/>
                                  <a:pt x="308064" y="83260"/>
                                  <a:pt x="306874" y="88018"/>
                                </a:cubicBezTo>
                                <a:cubicBezTo>
                                  <a:pt x="305685" y="92776"/>
                                  <a:pt x="302117" y="90397"/>
                                  <a:pt x="305685" y="96344"/>
                                </a:cubicBezTo>
                                <a:cubicBezTo>
                                  <a:pt x="309253" y="103481"/>
                                  <a:pt x="318769" y="107049"/>
                                  <a:pt x="322337" y="114186"/>
                                </a:cubicBezTo>
                                <a:cubicBezTo>
                                  <a:pt x="329474" y="115375"/>
                                  <a:pt x="334231" y="121322"/>
                                  <a:pt x="341368" y="123701"/>
                                </a:cubicBezTo>
                                <a:cubicBezTo>
                                  <a:pt x="346126" y="124890"/>
                                  <a:pt x="354452" y="118944"/>
                                  <a:pt x="355641" y="114186"/>
                                </a:cubicBezTo>
                                <a:cubicBezTo>
                                  <a:pt x="359209" y="112996"/>
                                  <a:pt x="363967" y="109428"/>
                                  <a:pt x="365157" y="107049"/>
                                </a:cubicBezTo>
                                <a:cubicBezTo>
                                  <a:pt x="369914" y="107049"/>
                                  <a:pt x="374672" y="108238"/>
                                  <a:pt x="374672" y="101102"/>
                                </a:cubicBezTo>
                                <a:cubicBezTo>
                                  <a:pt x="381809" y="98723"/>
                                  <a:pt x="388945" y="101102"/>
                                  <a:pt x="394892" y="104670"/>
                                </a:cubicBezTo>
                                <a:cubicBezTo>
                                  <a:pt x="397271" y="105860"/>
                                  <a:pt x="400840" y="108238"/>
                                  <a:pt x="403218" y="111807"/>
                                </a:cubicBezTo>
                                <a:cubicBezTo>
                                  <a:pt x="405597" y="114186"/>
                                  <a:pt x="405597" y="118944"/>
                                  <a:pt x="407976" y="121322"/>
                                </a:cubicBezTo>
                                <a:cubicBezTo>
                                  <a:pt x="409166" y="130838"/>
                                  <a:pt x="417492" y="140353"/>
                                  <a:pt x="421060" y="148679"/>
                                </a:cubicBezTo>
                                <a:cubicBezTo>
                                  <a:pt x="424628" y="155816"/>
                                  <a:pt x="432954" y="166521"/>
                                  <a:pt x="434144" y="173657"/>
                                </a:cubicBezTo>
                                <a:cubicBezTo>
                                  <a:pt x="434144" y="176036"/>
                                  <a:pt x="431765" y="178415"/>
                                  <a:pt x="432954" y="180794"/>
                                </a:cubicBezTo>
                                <a:cubicBezTo>
                                  <a:pt x="432954" y="183173"/>
                                  <a:pt x="436523" y="185552"/>
                                  <a:pt x="437712" y="186741"/>
                                </a:cubicBezTo>
                                <a:cubicBezTo>
                                  <a:pt x="440091" y="191499"/>
                                  <a:pt x="437712" y="197446"/>
                                  <a:pt x="440091" y="202204"/>
                                </a:cubicBezTo>
                                <a:cubicBezTo>
                                  <a:pt x="442470" y="206962"/>
                                  <a:pt x="447228" y="205772"/>
                                  <a:pt x="450796" y="208151"/>
                                </a:cubicBezTo>
                                <a:cubicBezTo>
                                  <a:pt x="455554" y="210530"/>
                                  <a:pt x="457933" y="212909"/>
                                  <a:pt x="462690" y="214098"/>
                                </a:cubicBezTo>
                                <a:cubicBezTo>
                                  <a:pt x="466259" y="215288"/>
                                  <a:pt x="469827" y="216477"/>
                                  <a:pt x="473395" y="217667"/>
                                </a:cubicBezTo>
                                <a:cubicBezTo>
                                  <a:pt x="474585" y="217667"/>
                                  <a:pt x="475774" y="218856"/>
                                  <a:pt x="475774" y="218856"/>
                                </a:cubicBezTo>
                                <a:cubicBezTo>
                                  <a:pt x="476963" y="218856"/>
                                  <a:pt x="475774" y="222424"/>
                                  <a:pt x="475774" y="227182"/>
                                </a:cubicBezTo>
                                <a:cubicBezTo>
                                  <a:pt x="476963" y="224803"/>
                                  <a:pt x="479342" y="216477"/>
                                  <a:pt x="481721" y="215288"/>
                                </a:cubicBezTo>
                                <a:cubicBezTo>
                                  <a:pt x="487668" y="211719"/>
                                  <a:pt x="481721" y="221235"/>
                                  <a:pt x="481721" y="224803"/>
                                </a:cubicBezTo>
                                <a:cubicBezTo>
                                  <a:pt x="480532" y="230751"/>
                                  <a:pt x="479342" y="237887"/>
                                  <a:pt x="474585" y="242645"/>
                                </a:cubicBezTo>
                                <a:cubicBezTo>
                                  <a:pt x="474585" y="240266"/>
                                  <a:pt x="474585" y="235508"/>
                                  <a:pt x="472206" y="234319"/>
                                </a:cubicBezTo>
                                <a:cubicBezTo>
                                  <a:pt x="472206" y="241455"/>
                                  <a:pt x="467448" y="247403"/>
                                  <a:pt x="467448" y="254539"/>
                                </a:cubicBezTo>
                                <a:cubicBezTo>
                                  <a:pt x="467448" y="254539"/>
                                  <a:pt x="466259" y="261676"/>
                                  <a:pt x="466259" y="267623"/>
                                </a:cubicBezTo>
                                <a:cubicBezTo>
                                  <a:pt x="466259" y="271191"/>
                                  <a:pt x="466259" y="274759"/>
                                  <a:pt x="465069" y="278328"/>
                                </a:cubicBezTo>
                                <a:cubicBezTo>
                                  <a:pt x="463880" y="281896"/>
                                  <a:pt x="462690" y="284275"/>
                                  <a:pt x="462690" y="287843"/>
                                </a:cubicBezTo>
                                <a:cubicBezTo>
                                  <a:pt x="462690" y="291411"/>
                                  <a:pt x="463880" y="294980"/>
                                  <a:pt x="463880" y="298548"/>
                                </a:cubicBezTo>
                                <a:cubicBezTo>
                                  <a:pt x="463880" y="302117"/>
                                  <a:pt x="463880" y="305685"/>
                                  <a:pt x="463880" y="309253"/>
                                </a:cubicBezTo>
                                <a:cubicBezTo>
                                  <a:pt x="457933" y="310442"/>
                                  <a:pt x="459122" y="312821"/>
                                  <a:pt x="460311" y="316390"/>
                                </a:cubicBezTo>
                                <a:cubicBezTo>
                                  <a:pt x="461501" y="321147"/>
                                  <a:pt x="461501" y="325905"/>
                                  <a:pt x="461501" y="329473"/>
                                </a:cubicBezTo>
                                <a:cubicBezTo>
                                  <a:pt x="461501" y="334231"/>
                                  <a:pt x="463880" y="335421"/>
                                  <a:pt x="466259" y="338989"/>
                                </a:cubicBezTo>
                                <a:cubicBezTo>
                                  <a:pt x="467448" y="341368"/>
                                  <a:pt x="467448" y="348505"/>
                                  <a:pt x="466259" y="349694"/>
                                </a:cubicBezTo>
                                <a:cubicBezTo>
                                  <a:pt x="463880" y="347315"/>
                                  <a:pt x="465069" y="343747"/>
                                  <a:pt x="463880" y="341368"/>
                                </a:cubicBezTo>
                                <a:cubicBezTo>
                                  <a:pt x="462690" y="340178"/>
                                  <a:pt x="460311" y="335421"/>
                                  <a:pt x="457933" y="335421"/>
                                </a:cubicBezTo>
                                <a:cubicBezTo>
                                  <a:pt x="457933" y="338989"/>
                                  <a:pt x="459122" y="338989"/>
                                  <a:pt x="460311" y="341368"/>
                                </a:cubicBezTo>
                                <a:cubicBezTo>
                                  <a:pt x="461501" y="343747"/>
                                  <a:pt x="461501" y="344936"/>
                                  <a:pt x="462690" y="347315"/>
                                </a:cubicBezTo>
                                <a:cubicBezTo>
                                  <a:pt x="463880" y="349694"/>
                                  <a:pt x="465069" y="350883"/>
                                  <a:pt x="465069" y="353262"/>
                                </a:cubicBezTo>
                                <a:cubicBezTo>
                                  <a:pt x="466259" y="355641"/>
                                  <a:pt x="465069" y="358020"/>
                                  <a:pt x="465069" y="360399"/>
                                </a:cubicBezTo>
                                <a:cubicBezTo>
                                  <a:pt x="467448" y="361588"/>
                                  <a:pt x="466259" y="362778"/>
                                  <a:pt x="467448" y="363967"/>
                                </a:cubicBezTo>
                                <a:cubicBezTo>
                                  <a:pt x="469827" y="373483"/>
                                  <a:pt x="481721" y="378240"/>
                                  <a:pt x="484100" y="386566"/>
                                </a:cubicBezTo>
                                <a:cubicBezTo>
                                  <a:pt x="485289" y="391324"/>
                                  <a:pt x="488858" y="394892"/>
                                  <a:pt x="490047" y="399650"/>
                                </a:cubicBezTo>
                                <a:cubicBezTo>
                                  <a:pt x="490047" y="404408"/>
                                  <a:pt x="493616" y="407976"/>
                                  <a:pt x="497184" y="411544"/>
                                </a:cubicBezTo>
                                <a:cubicBezTo>
                                  <a:pt x="500752" y="415113"/>
                                  <a:pt x="503131" y="419871"/>
                                  <a:pt x="509078" y="419871"/>
                                </a:cubicBezTo>
                                <a:cubicBezTo>
                                  <a:pt x="512646" y="419871"/>
                                  <a:pt x="512646" y="421060"/>
                                  <a:pt x="515025" y="422249"/>
                                </a:cubicBezTo>
                                <a:cubicBezTo>
                                  <a:pt x="517404" y="423439"/>
                                  <a:pt x="519783" y="422249"/>
                                  <a:pt x="522162" y="423439"/>
                                </a:cubicBezTo>
                                <a:cubicBezTo>
                                  <a:pt x="524541" y="425818"/>
                                  <a:pt x="528109" y="430575"/>
                                  <a:pt x="529299" y="434144"/>
                                </a:cubicBezTo>
                                <a:cubicBezTo>
                                  <a:pt x="530488" y="437712"/>
                                  <a:pt x="528109" y="440091"/>
                                  <a:pt x="532867" y="438902"/>
                                </a:cubicBezTo>
                                <a:cubicBezTo>
                                  <a:pt x="535246" y="438902"/>
                                  <a:pt x="536435" y="436523"/>
                                  <a:pt x="538814" y="435333"/>
                                </a:cubicBezTo>
                                <a:cubicBezTo>
                                  <a:pt x="541193" y="435333"/>
                                  <a:pt x="543572" y="434144"/>
                                  <a:pt x="543572" y="434144"/>
                                </a:cubicBezTo>
                                <a:cubicBezTo>
                                  <a:pt x="545951" y="434144"/>
                                  <a:pt x="545951" y="435333"/>
                                  <a:pt x="548330" y="436523"/>
                                </a:cubicBezTo>
                                <a:cubicBezTo>
                                  <a:pt x="549519" y="436523"/>
                                  <a:pt x="551898" y="436523"/>
                                  <a:pt x="553087" y="436523"/>
                                </a:cubicBezTo>
                                <a:cubicBezTo>
                                  <a:pt x="556656" y="435333"/>
                                  <a:pt x="557845" y="431765"/>
                                  <a:pt x="561413" y="430575"/>
                                </a:cubicBezTo>
                                <a:cubicBezTo>
                                  <a:pt x="564982" y="428196"/>
                                  <a:pt x="569739" y="430575"/>
                                  <a:pt x="573308" y="430575"/>
                                </a:cubicBezTo>
                                <a:cubicBezTo>
                                  <a:pt x="576876" y="430575"/>
                                  <a:pt x="581634" y="427007"/>
                                  <a:pt x="581634" y="427007"/>
                                </a:cubicBezTo>
                                <a:cubicBezTo>
                                  <a:pt x="585202" y="423439"/>
                                  <a:pt x="588770" y="427007"/>
                                  <a:pt x="592339" y="428196"/>
                                </a:cubicBezTo>
                                <a:cubicBezTo>
                                  <a:pt x="594718" y="428196"/>
                                  <a:pt x="595907" y="425818"/>
                                  <a:pt x="597096" y="425818"/>
                                </a:cubicBezTo>
                                <a:cubicBezTo>
                                  <a:pt x="599475" y="424628"/>
                                  <a:pt x="601854" y="424628"/>
                                  <a:pt x="604233" y="425818"/>
                                </a:cubicBezTo>
                                <a:cubicBezTo>
                                  <a:pt x="611370" y="427007"/>
                                  <a:pt x="601854" y="429386"/>
                                  <a:pt x="601854" y="431765"/>
                                </a:cubicBezTo>
                                <a:cubicBezTo>
                                  <a:pt x="600665" y="435333"/>
                                  <a:pt x="607801" y="435333"/>
                                  <a:pt x="608991" y="438902"/>
                                </a:cubicBezTo>
                                <a:cubicBezTo>
                                  <a:pt x="611370" y="437712"/>
                                  <a:pt x="616127" y="435333"/>
                                  <a:pt x="617317" y="432954"/>
                                </a:cubicBezTo>
                                <a:cubicBezTo>
                                  <a:pt x="618506" y="431765"/>
                                  <a:pt x="617317" y="428196"/>
                                  <a:pt x="617317" y="425818"/>
                                </a:cubicBezTo>
                                <a:cubicBezTo>
                                  <a:pt x="617317" y="423439"/>
                                  <a:pt x="618506" y="422249"/>
                                  <a:pt x="618506" y="419871"/>
                                </a:cubicBezTo>
                                <a:cubicBezTo>
                                  <a:pt x="616127" y="419871"/>
                                  <a:pt x="613748" y="422249"/>
                                  <a:pt x="612559" y="421060"/>
                                </a:cubicBezTo>
                                <a:cubicBezTo>
                                  <a:pt x="613748" y="418681"/>
                                  <a:pt x="616127" y="417492"/>
                                  <a:pt x="618506" y="416302"/>
                                </a:cubicBezTo>
                                <a:cubicBezTo>
                                  <a:pt x="623264" y="415113"/>
                                  <a:pt x="626832" y="413923"/>
                                  <a:pt x="630401" y="410355"/>
                                </a:cubicBezTo>
                                <a:cubicBezTo>
                                  <a:pt x="631590" y="407976"/>
                                  <a:pt x="632780" y="406787"/>
                                  <a:pt x="632780" y="404408"/>
                                </a:cubicBezTo>
                                <a:cubicBezTo>
                                  <a:pt x="633969" y="400840"/>
                                  <a:pt x="632780" y="399650"/>
                                  <a:pt x="635158" y="397271"/>
                                </a:cubicBezTo>
                                <a:cubicBezTo>
                                  <a:pt x="637537" y="393703"/>
                                  <a:pt x="642295" y="391324"/>
                                  <a:pt x="642295" y="386566"/>
                                </a:cubicBezTo>
                                <a:cubicBezTo>
                                  <a:pt x="642295" y="381809"/>
                                  <a:pt x="641106" y="374672"/>
                                  <a:pt x="642295" y="369914"/>
                                </a:cubicBezTo>
                                <a:cubicBezTo>
                                  <a:pt x="645863" y="367536"/>
                                  <a:pt x="648242" y="363967"/>
                                  <a:pt x="651810" y="360399"/>
                                </a:cubicBezTo>
                                <a:cubicBezTo>
                                  <a:pt x="650621" y="359209"/>
                                  <a:pt x="649432" y="358020"/>
                                  <a:pt x="648242" y="358020"/>
                                </a:cubicBezTo>
                                <a:cubicBezTo>
                                  <a:pt x="647053" y="353262"/>
                                  <a:pt x="655379" y="354452"/>
                                  <a:pt x="657758" y="354452"/>
                                </a:cubicBezTo>
                                <a:cubicBezTo>
                                  <a:pt x="661326" y="354452"/>
                                  <a:pt x="666084" y="353262"/>
                                  <a:pt x="669652" y="353262"/>
                                </a:cubicBezTo>
                                <a:cubicBezTo>
                                  <a:pt x="674410" y="352073"/>
                                  <a:pt x="679167" y="353262"/>
                                  <a:pt x="683925" y="353262"/>
                                </a:cubicBezTo>
                                <a:cubicBezTo>
                                  <a:pt x="687493" y="353262"/>
                                  <a:pt x="692251" y="350883"/>
                                  <a:pt x="692251" y="347315"/>
                                </a:cubicBezTo>
                                <a:cubicBezTo>
                                  <a:pt x="694630" y="347315"/>
                                  <a:pt x="697009" y="349694"/>
                                  <a:pt x="699388" y="348505"/>
                                </a:cubicBezTo>
                                <a:cubicBezTo>
                                  <a:pt x="701767" y="348505"/>
                                  <a:pt x="702956" y="346125"/>
                                  <a:pt x="705335" y="344936"/>
                                </a:cubicBezTo>
                                <a:cubicBezTo>
                                  <a:pt x="704146" y="338989"/>
                                  <a:pt x="727934" y="347315"/>
                                  <a:pt x="730313" y="344936"/>
                                </a:cubicBezTo>
                                <a:cubicBezTo>
                                  <a:pt x="727934" y="342557"/>
                                  <a:pt x="731503" y="341368"/>
                                  <a:pt x="733881" y="341368"/>
                                </a:cubicBezTo>
                                <a:cubicBezTo>
                                  <a:pt x="736260" y="341368"/>
                                  <a:pt x="736260" y="343747"/>
                                  <a:pt x="737450" y="344936"/>
                                </a:cubicBezTo>
                                <a:cubicBezTo>
                                  <a:pt x="738639" y="346125"/>
                                  <a:pt x="741018" y="347315"/>
                                  <a:pt x="741018" y="349694"/>
                                </a:cubicBezTo>
                                <a:cubicBezTo>
                                  <a:pt x="737450" y="360399"/>
                                  <a:pt x="737450" y="360399"/>
                                  <a:pt x="736260" y="362778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11894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430" name="Graphic 27">
                <a:extLst>
                  <a:ext uri="{FF2B5EF4-FFF2-40B4-BE49-F238E27FC236}">
                    <a16:creationId xmlns:a16="http://schemas.microsoft.com/office/drawing/2014/main" id="{6FCA8F7F-CF60-A271-9141-21CC4B081937}"/>
                  </a:ext>
                </a:extLst>
              </p:cNvPr>
              <p:cNvGrpSpPr/>
              <p:nvPr/>
            </p:nvGrpSpPr>
            <p:grpSpPr>
              <a:xfrm>
                <a:off x="3534623" y="3795231"/>
                <a:ext cx="275492" cy="98312"/>
                <a:chOff x="3534623" y="3795231"/>
                <a:chExt cx="275492" cy="98312"/>
              </a:xfrm>
              <a:grpFill/>
            </p:grpSpPr>
            <p:sp>
              <p:nvSpPr>
                <p:cNvPr id="431" name="Freeform 430">
                  <a:extLst>
                    <a:ext uri="{FF2B5EF4-FFF2-40B4-BE49-F238E27FC236}">
                      <a16:creationId xmlns:a16="http://schemas.microsoft.com/office/drawing/2014/main" id="{ADC57FA5-BDFD-BFAB-850E-5B4CF76057B3}"/>
                    </a:ext>
                  </a:extLst>
                </p:cNvPr>
                <p:cNvSpPr/>
                <p:nvPr/>
              </p:nvSpPr>
              <p:spPr>
                <a:xfrm>
                  <a:off x="3534623" y="3795231"/>
                  <a:ext cx="275492" cy="98312"/>
                </a:xfrm>
                <a:custGeom>
                  <a:avLst/>
                  <a:gdLst>
                    <a:gd name="connsiteX0" fmla="*/ 257154 w 275492"/>
                    <a:gd name="connsiteY0" fmla="*/ 89541 h 98312"/>
                    <a:gd name="connsiteX1" fmla="*/ 233365 w 275492"/>
                    <a:gd name="connsiteY1" fmla="*/ 97867 h 98312"/>
                    <a:gd name="connsiteX2" fmla="*/ 217903 w 275492"/>
                    <a:gd name="connsiteY2" fmla="*/ 94298 h 98312"/>
                    <a:gd name="connsiteX3" fmla="*/ 203630 w 275492"/>
                    <a:gd name="connsiteY3" fmla="*/ 95488 h 98312"/>
                    <a:gd name="connsiteX4" fmla="*/ 196493 w 275492"/>
                    <a:gd name="connsiteY4" fmla="*/ 97867 h 98312"/>
                    <a:gd name="connsiteX5" fmla="*/ 186978 w 275492"/>
                    <a:gd name="connsiteY5" fmla="*/ 94298 h 98312"/>
                    <a:gd name="connsiteX6" fmla="*/ 194114 w 275492"/>
                    <a:gd name="connsiteY6" fmla="*/ 85973 h 98312"/>
                    <a:gd name="connsiteX7" fmla="*/ 200061 w 275492"/>
                    <a:gd name="connsiteY7" fmla="*/ 82404 h 98312"/>
                    <a:gd name="connsiteX8" fmla="*/ 201251 w 275492"/>
                    <a:gd name="connsiteY8" fmla="*/ 75267 h 98312"/>
                    <a:gd name="connsiteX9" fmla="*/ 192925 w 275492"/>
                    <a:gd name="connsiteY9" fmla="*/ 72889 h 98312"/>
                    <a:gd name="connsiteX10" fmla="*/ 184599 w 275492"/>
                    <a:gd name="connsiteY10" fmla="*/ 69320 h 98312"/>
                    <a:gd name="connsiteX11" fmla="*/ 177462 w 275492"/>
                    <a:gd name="connsiteY11" fmla="*/ 70510 h 98312"/>
                    <a:gd name="connsiteX12" fmla="*/ 164378 w 275492"/>
                    <a:gd name="connsiteY12" fmla="*/ 52668 h 98312"/>
                    <a:gd name="connsiteX13" fmla="*/ 166757 w 275492"/>
                    <a:gd name="connsiteY13" fmla="*/ 47910 h 98312"/>
                    <a:gd name="connsiteX14" fmla="*/ 145347 w 275492"/>
                    <a:gd name="connsiteY14" fmla="*/ 44342 h 98312"/>
                    <a:gd name="connsiteX15" fmla="*/ 125127 w 275492"/>
                    <a:gd name="connsiteY15" fmla="*/ 38395 h 98312"/>
                    <a:gd name="connsiteX16" fmla="*/ 122748 w 275492"/>
                    <a:gd name="connsiteY16" fmla="*/ 31258 h 98312"/>
                    <a:gd name="connsiteX17" fmla="*/ 119180 w 275492"/>
                    <a:gd name="connsiteY17" fmla="*/ 33637 h 98312"/>
                    <a:gd name="connsiteX18" fmla="*/ 106096 w 275492"/>
                    <a:gd name="connsiteY18" fmla="*/ 31258 h 98312"/>
                    <a:gd name="connsiteX19" fmla="*/ 88254 w 275492"/>
                    <a:gd name="connsiteY19" fmla="*/ 28879 h 98312"/>
                    <a:gd name="connsiteX20" fmla="*/ 78739 w 275492"/>
                    <a:gd name="connsiteY20" fmla="*/ 24122 h 98312"/>
                    <a:gd name="connsiteX21" fmla="*/ 88254 w 275492"/>
                    <a:gd name="connsiteY21" fmla="*/ 19364 h 98312"/>
                    <a:gd name="connsiteX22" fmla="*/ 65655 w 275492"/>
                    <a:gd name="connsiteY22" fmla="*/ 14606 h 98312"/>
                    <a:gd name="connsiteX23" fmla="*/ 50193 w 275492"/>
                    <a:gd name="connsiteY23" fmla="*/ 27690 h 98312"/>
                    <a:gd name="connsiteX24" fmla="*/ 32351 w 275492"/>
                    <a:gd name="connsiteY24" fmla="*/ 28879 h 98312"/>
                    <a:gd name="connsiteX25" fmla="*/ 25214 w 275492"/>
                    <a:gd name="connsiteY25" fmla="*/ 36016 h 98312"/>
                    <a:gd name="connsiteX26" fmla="*/ 15699 w 275492"/>
                    <a:gd name="connsiteY26" fmla="*/ 39584 h 98312"/>
                    <a:gd name="connsiteX27" fmla="*/ 10941 w 275492"/>
                    <a:gd name="connsiteY27" fmla="*/ 37206 h 98312"/>
                    <a:gd name="connsiteX28" fmla="*/ 6183 w 275492"/>
                    <a:gd name="connsiteY28" fmla="*/ 41963 h 98312"/>
                    <a:gd name="connsiteX29" fmla="*/ 236 w 275492"/>
                    <a:gd name="connsiteY29" fmla="*/ 37206 h 98312"/>
                    <a:gd name="connsiteX30" fmla="*/ 4994 w 275492"/>
                    <a:gd name="connsiteY30" fmla="*/ 36016 h 98312"/>
                    <a:gd name="connsiteX31" fmla="*/ 12131 w 275492"/>
                    <a:gd name="connsiteY31" fmla="*/ 31258 h 98312"/>
                    <a:gd name="connsiteX32" fmla="*/ 18078 w 275492"/>
                    <a:gd name="connsiteY32" fmla="*/ 32448 h 98312"/>
                    <a:gd name="connsiteX33" fmla="*/ 16888 w 275492"/>
                    <a:gd name="connsiteY33" fmla="*/ 24122 h 98312"/>
                    <a:gd name="connsiteX34" fmla="*/ 25214 w 275492"/>
                    <a:gd name="connsiteY34" fmla="*/ 14606 h 98312"/>
                    <a:gd name="connsiteX35" fmla="*/ 43056 w 275492"/>
                    <a:gd name="connsiteY35" fmla="*/ 7470 h 98312"/>
                    <a:gd name="connsiteX36" fmla="*/ 60897 w 275492"/>
                    <a:gd name="connsiteY36" fmla="*/ 5091 h 98312"/>
                    <a:gd name="connsiteX37" fmla="*/ 69223 w 275492"/>
                    <a:gd name="connsiteY37" fmla="*/ 333 h 98312"/>
                    <a:gd name="connsiteX38" fmla="*/ 91823 w 275492"/>
                    <a:gd name="connsiteY38" fmla="*/ 1523 h 98312"/>
                    <a:gd name="connsiteX39" fmla="*/ 101338 w 275492"/>
                    <a:gd name="connsiteY39" fmla="*/ 8659 h 98312"/>
                    <a:gd name="connsiteX40" fmla="*/ 117990 w 275492"/>
                    <a:gd name="connsiteY40" fmla="*/ 7470 h 98312"/>
                    <a:gd name="connsiteX41" fmla="*/ 138211 w 275492"/>
                    <a:gd name="connsiteY41" fmla="*/ 11038 h 98312"/>
                    <a:gd name="connsiteX42" fmla="*/ 144158 w 275492"/>
                    <a:gd name="connsiteY42" fmla="*/ 22932 h 98312"/>
                    <a:gd name="connsiteX43" fmla="*/ 164378 w 275492"/>
                    <a:gd name="connsiteY43" fmla="*/ 27690 h 98312"/>
                    <a:gd name="connsiteX44" fmla="*/ 181030 w 275492"/>
                    <a:gd name="connsiteY44" fmla="*/ 39584 h 98312"/>
                    <a:gd name="connsiteX45" fmla="*/ 194114 w 275492"/>
                    <a:gd name="connsiteY45" fmla="*/ 44342 h 98312"/>
                    <a:gd name="connsiteX46" fmla="*/ 201251 w 275492"/>
                    <a:gd name="connsiteY46" fmla="*/ 44342 h 98312"/>
                    <a:gd name="connsiteX47" fmla="*/ 201251 w 275492"/>
                    <a:gd name="connsiteY47" fmla="*/ 50289 h 98312"/>
                    <a:gd name="connsiteX48" fmla="*/ 207198 w 275492"/>
                    <a:gd name="connsiteY48" fmla="*/ 46721 h 98312"/>
                    <a:gd name="connsiteX49" fmla="*/ 211956 w 275492"/>
                    <a:gd name="connsiteY49" fmla="*/ 50289 h 98312"/>
                    <a:gd name="connsiteX50" fmla="*/ 220282 w 275492"/>
                    <a:gd name="connsiteY50" fmla="*/ 52668 h 98312"/>
                    <a:gd name="connsiteX51" fmla="*/ 227418 w 275492"/>
                    <a:gd name="connsiteY51" fmla="*/ 58615 h 98312"/>
                    <a:gd name="connsiteX52" fmla="*/ 240502 w 275492"/>
                    <a:gd name="connsiteY52" fmla="*/ 58615 h 98312"/>
                    <a:gd name="connsiteX53" fmla="*/ 238123 w 275492"/>
                    <a:gd name="connsiteY53" fmla="*/ 68131 h 98312"/>
                    <a:gd name="connsiteX54" fmla="*/ 263101 w 275492"/>
                    <a:gd name="connsiteY54" fmla="*/ 72889 h 98312"/>
                    <a:gd name="connsiteX55" fmla="*/ 267859 w 275492"/>
                    <a:gd name="connsiteY55" fmla="*/ 80025 h 98312"/>
                    <a:gd name="connsiteX56" fmla="*/ 274996 w 275492"/>
                    <a:gd name="connsiteY56" fmla="*/ 84783 h 98312"/>
                    <a:gd name="connsiteX57" fmla="*/ 257154 w 275492"/>
                    <a:gd name="connsiteY57" fmla="*/ 89541 h 98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275492" h="98312">
                      <a:moveTo>
                        <a:pt x="257154" y="89541"/>
                      </a:moveTo>
                      <a:cubicBezTo>
                        <a:pt x="252396" y="87162"/>
                        <a:pt x="248828" y="100246"/>
                        <a:pt x="233365" y="97867"/>
                      </a:cubicBezTo>
                      <a:cubicBezTo>
                        <a:pt x="229797" y="96677"/>
                        <a:pt x="217903" y="94298"/>
                        <a:pt x="217903" y="94298"/>
                      </a:cubicBezTo>
                      <a:cubicBezTo>
                        <a:pt x="209577" y="93109"/>
                        <a:pt x="207198" y="96677"/>
                        <a:pt x="203630" y="95488"/>
                      </a:cubicBezTo>
                      <a:cubicBezTo>
                        <a:pt x="200061" y="94298"/>
                        <a:pt x="200061" y="95488"/>
                        <a:pt x="196493" y="97867"/>
                      </a:cubicBezTo>
                      <a:cubicBezTo>
                        <a:pt x="192925" y="99056"/>
                        <a:pt x="189356" y="97867"/>
                        <a:pt x="186978" y="94298"/>
                      </a:cubicBezTo>
                      <a:cubicBezTo>
                        <a:pt x="183409" y="90730"/>
                        <a:pt x="191735" y="88351"/>
                        <a:pt x="194114" y="85973"/>
                      </a:cubicBezTo>
                      <a:cubicBezTo>
                        <a:pt x="196493" y="83594"/>
                        <a:pt x="196493" y="82404"/>
                        <a:pt x="200061" y="82404"/>
                      </a:cubicBezTo>
                      <a:cubicBezTo>
                        <a:pt x="203630" y="82404"/>
                        <a:pt x="202440" y="78836"/>
                        <a:pt x="201251" y="75267"/>
                      </a:cubicBezTo>
                      <a:cubicBezTo>
                        <a:pt x="200061" y="71699"/>
                        <a:pt x="196493" y="72889"/>
                        <a:pt x="192925" y="72889"/>
                      </a:cubicBezTo>
                      <a:cubicBezTo>
                        <a:pt x="189356" y="72889"/>
                        <a:pt x="188167" y="71699"/>
                        <a:pt x="184599" y="69320"/>
                      </a:cubicBezTo>
                      <a:cubicBezTo>
                        <a:pt x="181030" y="66941"/>
                        <a:pt x="182220" y="70510"/>
                        <a:pt x="177462" y="70510"/>
                      </a:cubicBezTo>
                      <a:cubicBezTo>
                        <a:pt x="172704" y="70510"/>
                        <a:pt x="166757" y="56237"/>
                        <a:pt x="164378" y="52668"/>
                      </a:cubicBezTo>
                      <a:cubicBezTo>
                        <a:pt x="161999" y="49100"/>
                        <a:pt x="165568" y="47910"/>
                        <a:pt x="166757" y="47910"/>
                      </a:cubicBezTo>
                      <a:cubicBezTo>
                        <a:pt x="169136" y="46721"/>
                        <a:pt x="152484" y="44342"/>
                        <a:pt x="145347" y="44342"/>
                      </a:cubicBezTo>
                      <a:cubicBezTo>
                        <a:pt x="137021" y="44342"/>
                        <a:pt x="126316" y="39584"/>
                        <a:pt x="125127" y="38395"/>
                      </a:cubicBezTo>
                      <a:cubicBezTo>
                        <a:pt x="122748" y="37206"/>
                        <a:pt x="123937" y="32448"/>
                        <a:pt x="122748" y="31258"/>
                      </a:cubicBezTo>
                      <a:cubicBezTo>
                        <a:pt x="121559" y="30069"/>
                        <a:pt x="120369" y="32448"/>
                        <a:pt x="119180" y="33637"/>
                      </a:cubicBezTo>
                      <a:cubicBezTo>
                        <a:pt x="117990" y="34827"/>
                        <a:pt x="109664" y="33637"/>
                        <a:pt x="106096" y="31258"/>
                      </a:cubicBezTo>
                      <a:cubicBezTo>
                        <a:pt x="102528" y="28879"/>
                        <a:pt x="98959" y="28879"/>
                        <a:pt x="88254" y="28879"/>
                      </a:cubicBezTo>
                      <a:cubicBezTo>
                        <a:pt x="76360" y="28879"/>
                        <a:pt x="78739" y="26501"/>
                        <a:pt x="78739" y="24122"/>
                      </a:cubicBezTo>
                      <a:cubicBezTo>
                        <a:pt x="77550" y="21743"/>
                        <a:pt x="85876" y="21743"/>
                        <a:pt x="88254" y="19364"/>
                      </a:cubicBezTo>
                      <a:cubicBezTo>
                        <a:pt x="90633" y="15796"/>
                        <a:pt x="73981" y="15796"/>
                        <a:pt x="65655" y="14606"/>
                      </a:cubicBezTo>
                      <a:cubicBezTo>
                        <a:pt x="57329" y="14606"/>
                        <a:pt x="52571" y="24122"/>
                        <a:pt x="50193" y="27690"/>
                      </a:cubicBezTo>
                      <a:cubicBezTo>
                        <a:pt x="47814" y="31258"/>
                        <a:pt x="35919" y="28879"/>
                        <a:pt x="32351" y="28879"/>
                      </a:cubicBezTo>
                      <a:cubicBezTo>
                        <a:pt x="28783" y="28879"/>
                        <a:pt x="27593" y="34827"/>
                        <a:pt x="25214" y="36016"/>
                      </a:cubicBezTo>
                      <a:cubicBezTo>
                        <a:pt x="24025" y="37206"/>
                        <a:pt x="18078" y="37206"/>
                        <a:pt x="15699" y="39584"/>
                      </a:cubicBezTo>
                      <a:cubicBezTo>
                        <a:pt x="13320" y="40774"/>
                        <a:pt x="12131" y="38395"/>
                        <a:pt x="10941" y="37206"/>
                      </a:cubicBezTo>
                      <a:cubicBezTo>
                        <a:pt x="9752" y="36016"/>
                        <a:pt x="7373" y="40774"/>
                        <a:pt x="6183" y="41963"/>
                      </a:cubicBezTo>
                      <a:cubicBezTo>
                        <a:pt x="4994" y="43153"/>
                        <a:pt x="1426" y="39584"/>
                        <a:pt x="236" y="37206"/>
                      </a:cubicBezTo>
                      <a:cubicBezTo>
                        <a:pt x="-953" y="34827"/>
                        <a:pt x="2615" y="34827"/>
                        <a:pt x="4994" y="36016"/>
                      </a:cubicBezTo>
                      <a:cubicBezTo>
                        <a:pt x="7373" y="37206"/>
                        <a:pt x="9752" y="33637"/>
                        <a:pt x="12131" y="31258"/>
                      </a:cubicBezTo>
                      <a:cubicBezTo>
                        <a:pt x="13320" y="28879"/>
                        <a:pt x="15699" y="32448"/>
                        <a:pt x="18078" y="32448"/>
                      </a:cubicBezTo>
                      <a:cubicBezTo>
                        <a:pt x="21646" y="32448"/>
                        <a:pt x="16888" y="27690"/>
                        <a:pt x="16888" y="24122"/>
                      </a:cubicBezTo>
                      <a:cubicBezTo>
                        <a:pt x="15699" y="20554"/>
                        <a:pt x="22835" y="16985"/>
                        <a:pt x="25214" y="14606"/>
                      </a:cubicBezTo>
                      <a:cubicBezTo>
                        <a:pt x="27593" y="12227"/>
                        <a:pt x="38298" y="9848"/>
                        <a:pt x="43056" y="7470"/>
                      </a:cubicBezTo>
                      <a:cubicBezTo>
                        <a:pt x="49003" y="6280"/>
                        <a:pt x="56140" y="5091"/>
                        <a:pt x="60897" y="5091"/>
                      </a:cubicBezTo>
                      <a:cubicBezTo>
                        <a:pt x="65655" y="5091"/>
                        <a:pt x="65655" y="1523"/>
                        <a:pt x="69223" y="333"/>
                      </a:cubicBezTo>
                      <a:cubicBezTo>
                        <a:pt x="71602" y="-856"/>
                        <a:pt x="88254" y="1523"/>
                        <a:pt x="91823" y="1523"/>
                      </a:cubicBezTo>
                      <a:cubicBezTo>
                        <a:pt x="96580" y="2712"/>
                        <a:pt x="96580" y="7470"/>
                        <a:pt x="101338" y="8659"/>
                      </a:cubicBezTo>
                      <a:cubicBezTo>
                        <a:pt x="106096" y="9848"/>
                        <a:pt x="114422" y="6280"/>
                        <a:pt x="117990" y="7470"/>
                      </a:cubicBezTo>
                      <a:cubicBezTo>
                        <a:pt x="121559" y="8659"/>
                        <a:pt x="134642" y="9848"/>
                        <a:pt x="138211" y="11038"/>
                      </a:cubicBezTo>
                      <a:cubicBezTo>
                        <a:pt x="141779" y="12227"/>
                        <a:pt x="141779" y="18175"/>
                        <a:pt x="144158" y="22932"/>
                      </a:cubicBezTo>
                      <a:cubicBezTo>
                        <a:pt x="146537" y="27690"/>
                        <a:pt x="157242" y="26501"/>
                        <a:pt x="164378" y="27690"/>
                      </a:cubicBezTo>
                      <a:cubicBezTo>
                        <a:pt x="171515" y="27690"/>
                        <a:pt x="178652" y="36016"/>
                        <a:pt x="181030" y="39584"/>
                      </a:cubicBezTo>
                      <a:cubicBezTo>
                        <a:pt x="182220" y="43153"/>
                        <a:pt x="189356" y="41963"/>
                        <a:pt x="194114" y="44342"/>
                      </a:cubicBezTo>
                      <a:cubicBezTo>
                        <a:pt x="198872" y="46721"/>
                        <a:pt x="197682" y="44342"/>
                        <a:pt x="201251" y="44342"/>
                      </a:cubicBezTo>
                      <a:cubicBezTo>
                        <a:pt x="204819" y="44342"/>
                        <a:pt x="200061" y="47910"/>
                        <a:pt x="201251" y="50289"/>
                      </a:cubicBezTo>
                      <a:cubicBezTo>
                        <a:pt x="202440" y="52668"/>
                        <a:pt x="206008" y="47910"/>
                        <a:pt x="207198" y="46721"/>
                      </a:cubicBezTo>
                      <a:cubicBezTo>
                        <a:pt x="208387" y="45531"/>
                        <a:pt x="209577" y="47910"/>
                        <a:pt x="211956" y="50289"/>
                      </a:cubicBezTo>
                      <a:cubicBezTo>
                        <a:pt x="214335" y="52668"/>
                        <a:pt x="217903" y="52668"/>
                        <a:pt x="220282" y="52668"/>
                      </a:cubicBezTo>
                      <a:cubicBezTo>
                        <a:pt x="223850" y="51479"/>
                        <a:pt x="225039" y="56237"/>
                        <a:pt x="227418" y="58615"/>
                      </a:cubicBezTo>
                      <a:cubicBezTo>
                        <a:pt x="229797" y="60994"/>
                        <a:pt x="236934" y="58615"/>
                        <a:pt x="240502" y="58615"/>
                      </a:cubicBezTo>
                      <a:cubicBezTo>
                        <a:pt x="244070" y="58615"/>
                        <a:pt x="240502" y="64562"/>
                        <a:pt x="238123" y="68131"/>
                      </a:cubicBezTo>
                      <a:cubicBezTo>
                        <a:pt x="235744" y="71699"/>
                        <a:pt x="259533" y="71699"/>
                        <a:pt x="263101" y="72889"/>
                      </a:cubicBezTo>
                      <a:cubicBezTo>
                        <a:pt x="266670" y="75267"/>
                        <a:pt x="266670" y="76457"/>
                        <a:pt x="267859" y="80025"/>
                      </a:cubicBezTo>
                      <a:cubicBezTo>
                        <a:pt x="269048" y="83594"/>
                        <a:pt x="272617" y="82404"/>
                        <a:pt x="274996" y="84783"/>
                      </a:cubicBezTo>
                      <a:cubicBezTo>
                        <a:pt x="278564" y="87162"/>
                        <a:pt x="261912" y="90730"/>
                        <a:pt x="257154" y="89541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2" name="Freeform 431">
                  <a:extLst>
                    <a:ext uri="{FF2B5EF4-FFF2-40B4-BE49-F238E27FC236}">
                      <a16:creationId xmlns:a16="http://schemas.microsoft.com/office/drawing/2014/main" id="{119855C3-37D4-F617-332D-81A459086E6D}"/>
                    </a:ext>
                  </a:extLst>
                </p:cNvPr>
                <p:cNvSpPr/>
                <p:nvPr/>
              </p:nvSpPr>
              <p:spPr>
                <a:xfrm>
                  <a:off x="3584506" y="3830772"/>
                  <a:ext cx="16257" cy="15081"/>
                </a:xfrm>
                <a:custGeom>
                  <a:avLst/>
                  <a:gdLst>
                    <a:gd name="connsiteX0" fmla="*/ 5067 w 16257"/>
                    <a:gd name="connsiteY0" fmla="*/ 476 h 15081"/>
                    <a:gd name="connsiteX1" fmla="*/ 5067 w 16257"/>
                    <a:gd name="connsiteY1" fmla="*/ 6423 h 15081"/>
                    <a:gd name="connsiteX2" fmla="*/ 6257 w 16257"/>
                    <a:gd name="connsiteY2" fmla="*/ 9991 h 15081"/>
                    <a:gd name="connsiteX3" fmla="*/ 309 w 16257"/>
                    <a:gd name="connsiteY3" fmla="*/ 8802 h 15081"/>
                    <a:gd name="connsiteX4" fmla="*/ 5067 w 16257"/>
                    <a:gd name="connsiteY4" fmla="*/ 14749 h 15081"/>
                    <a:gd name="connsiteX5" fmla="*/ 11014 w 16257"/>
                    <a:gd name="connsiteY5" fmla="*/ 13560 h 15081"/>
                    <a:gd name="connsiteX6" fmla="*/ 15772 w 16257"/>
                    <a:gd name="connsiteY6" fmla="*/ 8802 h 15081"/>
                    <a:gd name="connsiteX7" fmla="*/ 5067 w 16257"/>
                    <a:gd name="connsiteY7" fmla="*/ 476 h 15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257" h="15081">
                      <a:moveTo>
                        <a:pt x="5067" y="476"/>
                      </a:moveTo>
                      <a:cubicBezTo>
                        <a:pt x="3878" y="2855"/>
                        <a:pt x="3878" y="4044"/>
                        <a:pt x="5067" y="6423"/>
                      </a:cubicBezTo>
                      <a:cubicBezTo>
                        <a:pt x="6257" y="7612"/>
                        <a:pt x="7446" y="9991"/>
                        <a:pt x="6257" y="9991"/>
                      </a:cubicBezTo>
                      <a:cubicBezTo>
                        <a:pt x="3878" y="9991"/>
                        <a:pt x="1499" y="11180"/>
                        <a:pt x="309" y="8802"/>
                      </a:cubicBezTo>
                      <a:cubicBezTo>
                        <a:pt x="-880" y="6423"/>
                        <a:pt x="1499" y="13560"/>
                        <a:pt x="5067" y="14749"/>
                      </a:cubicBezTo>
                      <a:cubicBezTo>
                        <a:pt x="7446" y="15938"/>
                        <a:pt x="11014" y="13560"/>
                        <a:pt x="11014" y="13560"/>
                      </a:cubicBezTo>
                      <a:cubicBezTo>
                        <a:pt x="11014" y="13560"/>
                        <a:pt x="18151" y="11180"/>
                        <a:pt x="15772" y="8802"/>
                      </a:cubicBezTo>
                      <a:cubicBezTo>
                        <a:pt x="12204" y="5233"/>
                        <a:pt x="5067" y="-1903"/>
                        <a:pt x="5067" y="47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33" name="Graphic 27">
                <a:extLst>
                  <a:ext uri="{FF2B5EF4-FFF2-40B4-BE49-F238E27FC236}">
                    <a16:creationId xmlns:a16="http://schemas.microsoft.com/office/drawing/2014/main" id="{F6DA40F5-2673-5E9C-CBDD-E58AE68C3D29}"/>
                  </a:ext>
                </a:extLst>
              </p:cNvPr>
              <p:cNvGrpSpPr/>
              <p:nvPr/>
            </p:nvGrpSpPr>
            <p:grpSpPr>
              <a:xfrm>
                <a:off x="3705743" y="3688610"/>
                <a:ext cx="145662" cy="173750"/>
                <a:chOff x="3705743" y="3688610"/>
                <a:chExt cx="145662" cy="173750"/>
              </a:xfrm>
              <a:grpFill/>
            </p:grpSpPr>
            <p:sp>
              <p:nvSpPr>
                <p:cNvPr id="434" name="Freeform 433">
                  <a:extLst>
                    <a:ext uri="{FF2B5EF4-FFF2-40B4-BE49-F238E27FC236}">
                      <a16:creationId xmlns:a16="http://schemas.microsoft.com/office/drawing/2014/main" id="{65BAD48E-42C9-3DF7-F0DF-52E3DEBC01D8}"/>
                    </a:ext>
                  </a:extLst>
                </p:cNvPr>
                <p:cNvSpPr/>
                <p:nvPr/>
              </p:nvSpPr>
              <p:spPr>
                <a:xfrm>
                  <a:off x="3705743" y="3691893"/>
                  <a:ext cx="31736" cy="12321"/>
                </a:xfrm>
                <a:custGeom>
                  <a:avLst/>
                  <a:gdLst>
                    <a:gd name="connsiteX0" fmla="*/ 14668 w 31736"/>
                    <a:gd name="connsiteY0" fmla="*/ 7327 h 12321"/>
                    <a:gd name="connsiteX1" fmla="*/ 21805 w 31736"/>
                    <a:gd name="connsiteY1" fmla="*/ 4949 h 12321"/>
                    <a:gd name="connsiteX2" fmla="*/ 31320 w 31736"/>
                    <a:gd name="connsiteY2" fmla="*/ 6138 h 12321"/>
                    <a:gd name="connsiteX3" fmla="*/ 19426 w 31736"/>
                    <a:gd name="connsiteY3" fmla="*/ 191 h 12321"/>
                    <a:gd name="connsiteX4" fmla="*/ 11100 w 31736"/>
                    <a:gd name="connsiteY4" fmla="*/ 3759 h 12321"/>
                    <a:gd name="connsiteX5" fmla="*/ 1584 w 31736"/>
                    <a:gd name="connsiteY5" fmla="*/ 3759 h 12321"/>
                    <a:gd name="connsiteX6" fmla="*/ 7532 w 31736"/>
                    <a:gd name="connsiteY6" fmla="*/ 12085 h 12321"/>
                    <a:gd name="connsiteX7" fmla="*/ 14668 w 31736"/>
                    <a:gd name="connsiteY7" fmla="*/ 7327 h 12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6" h="12321">
                      <a:moveTo>
                        <a:pt x="14668" y="7327"/>
                      </a:moveTo>
                      <a:cubicBezTo>
                        <a:pt x="17047" y="3759"/>
                        <a:pt x="21805" y="4949"/>
                        <a:pt x="21805" y="4949"/>
                      </a:cubicBezTo>
                      <a:cubicBezTo>
                        <a:pt x="21805" y="4949"/>
                        <a:pt x="28941" y="7327"/>
                        <a:pt x="31320" y="6138"/>
                      </a:cubicBezTo>
                      <a:cubicBezTo>
                        <a:pt x="33699" y="4949"/>
                        <a:pt x="25373" y="1380"/>
                        <a:pt x="19426" y="191"/>
                      </a:cubicBezTo>
                      <a:cubicBezTo>
                        <a:pt x="13479" y="-998"/>
                        <a:pt x="12289" y="3759"/>
                        <a:pt x="11100" y="3759"/>
                      </a:cubicBezTo>
                      <a:cubicBezTo>
                        <a:pt x="8721" y="3759"/>
                        <a:pt x="6342" y="2570"/>
                        <a:pt x="1584" y="3759"/>
                      </a:cubicBezTo>
                      <a:cubicBezTo>
                        <a:pt x="-3173" y="4949"/>
                        <a:pt x="3963" y="9707"/>
                        <a:pt x="7532" y="12085"/>
                      </a:cubicBezTo>
                      <a:cubicBezTo>
                        <a:pt x="11100" y="13275"/>
                        <a:pt x="11100" y="9707"/>
                        <a:pt x="14668" y="732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5" name="Freeform 434">
                  <a:extLst>
                    <a:ext uri="{FF2B5EF4-FFF2-40B4-BE49-F238E27FC236}">
                      <a16:creationId xmlns:a16="http://schemas.microsoft.com/office/drawing/2014/main" id="{975385EC-97C4-2887-A195-E17F76F6D20A}"/>
                    </a:ext>
                  </a:extLst>
                </p:cNvPr>
                <p:cNvSpPr/>
                <p:nvPr/>
              </p:nvSpPr>
              <p:spPr>
                <a:xfrm>
                  <a:off x="3737042" y="3688610"/>
                  <a:ext cx="19241" cy="32112"/>
                </a:xfrm>
                <a:custGeom>
                  <a:avLst/>
                  <a:gdLst>
                    <a:gd name="connsiteX0" fmla="*/ 14294 w 19241"/>
                    <a:gd name="connsiteY0" fmla="*/ 7042 h 32112"/>
                    <a:gd name="connsiteX1" fmla="*/ 1210 w 19241"/>
                    <a:gd name="connsiteY1" fmla="*/ 2284 h 32112"/>
                    <a:gd name="connsiteX2" fmla="*/ 5968 w 19241"/>
                    <a:gd name="connsiteY2" fmla="*/ 4663 h 32112"/>
                    <a:gd name="connsiteX3" fmla="*/ 7157 w 19241"/>
                    <a:gd name="connsiteY3" fmla="*/ 9421 h 32112"/>
                    <a:gd name="connsiteX4" fmla="*/ 11915 w 19241"/>
                    <a:gd name="connsiteY4" fmla="*/ 15368 h 32112"/>
                    <a:gd name="connsiteX5" fmla="*/ 9536 w 19241"/>
                    <a:gd name="connsiteY5" fmla="*/ 20126 h 32112"/>
                    <a:gd name="connsiteX6" fmla="*/ 9536 w 19241"/>
                    <a:gd name="connsiteY6" fmla="*/ 32020 h 32112"/>
                    <a:gd name="connsiteX7" fmla="*/ 13105 w 19241"/>
                    <a:gd name="connsiteY7" fmla="*/ 27262 h 32112"/>
                    <a:gd name="connsiteX8" fmla="*/ 14294 w 19241"/>
                    <a:gd name="connsiteY8" fmla="*/ 22505 h 32112"/>
                    <a:gd name="connsiteX9" fmla="*/ 19052 w 19241"/>
                    <a:gd name="connsiteY9" fmla="*/ 14179 h 32112"/>
                    <a:gd name="connsiteX10" fmla="*/ 14294 w 19241"/>
                    <a:gd name="connsiteY10" fmla="*/ 7042 h 32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241" h="32112">
                      <a:moveTo>
                        <a:pt x="14294" y="7042"/>
                      </a:moveTo>
                      <a:cubicBezTo>
                        <a:pt x="13105" y="3474"/>
                        <a:pt x="-4737" y="-3663"/>
                        <a:pt x="1210" y="2284"/>
                      </a:cubicBezTo>
                      <a:cubicBezTo>
                        <a:pt x="1210" y="2284"/>
                        <a:pt x="5968" y="2284"/>
                        <a:pt x="5968" y="4663"/>
                      </a:cubicBezTo>
                      <a:cubicBezTo>
                        <a:pt x="5968" y="7042"/>
                        <a:pt x="5968" y="8232"/>
                        <a:pt x="7157" y="9421"/>
                      </a:cubicBezTo>
                      <a:cubicBezTo>
                        <a:pt x="9536" y="10610"/>
                        <a:pt x="13105" y="12989"/>
                        <a:pt x="11915" y="15368"/>
                      </a:cubicBezTo>
                      <a:cubicBezTo>
                        <a:pt x="9536" y="17747"/>
                        <a:pt x="9536" y="17747"/>
                        <a:pt x="9536" y="20126"/>
                      </a:cubicBezTo>
                      <a:cubicBezTo>
                        <a:pt x="9536" y="22505"/>
                        <a:pt x="8347" y="33209"/>
                        <a:pt x="9536" y="32020"/>
                      </a:cubicBezTo>
                      <a:cubicBezTo>
                        <a:pt x="10726" y="30831"/>
                        <a:pt x="14294" y="28452"/>
                        <a:pt x="13105" y="27262"/>
                      </a:cubicBezTo>
                      <a:cubicBezTo>
                        <a:pt x="13105" y="26073"/>
                        <a:pt x="13105" y="22505"/>
                        <a:pt x="14294" y="22505"/>
                      </a:cubicBezTo>
                      <a:cubicBezTo>
                        <a:pt x="15483" y="21315"/>
                        <a:pt x="20241" y="16557"/>
                        <a:pt x="19052" y="14179"/>
                      </a:cubicBezTo>
                      <a:cubicBezTo>
                        <a:pt x="19052" y="11800"/>
                        <a:pt x="15483" y="10610"/>
                        <a:pt x="14294" y="7042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6" name="Freeform 435">
                  <a:extLst>
                    <a:ext uri="{FF2B5EF4-FFF2-40B4-BE49-F238E27FC236}">
                      <a16:creationId xmlns:a16="http://schemas.microsoft.com/office/drawing/2014/main" id="{88F79AC4-3C17-8F0B-BACF-3407B2AD06E1}"/>
                    </a:ext>
                  </a:extLst>
                </p:cNvPr>
                <p:cNvSpPr/>
                <p:nvPr/>
              </p:nvSpPr>
              <p:spPr>
                <a:xfrm>
                  <a:off x="3761346" y="3734526"/>
                  <a:ext cx="13969" cy="20704"/>
                </a:xfrm>
                <a:custGeom>
                  <a:avLst/>
                  <a:gdLst>
                    <a:gd name="connsiteX0" fmla="*/ 1885 w 13969"/>
                    <a:gd name="connsiteY0" fmla="*/ 377 h 20704"/>
                    <a:gd name="connsiteX1" fmla="*/ 1885 w 13969"/>
                    <a:gd name="connsiteY1" fmla="*/ 3946 h 20704"/>
                    <a:gd name="connsiteX2" fmla="*/ 10211 w 13969"/>
                    <a:gd name="connsiteY2" fmla="*/ 9893 h 20704"/>
                    <a:gd name="connsiteX3" fmla="*/ 9021 w 13969"/>
                    <a:gd name="connsiteY3" fmla="*/ 15840 h 20704"/>
                    <a:gd name="connsiteX4" fmla="*/ 5453 w 13969"/>
                    <a:gd name="connsiteY4" fmla="*/ 18219 h 20704"/>
                    <a:gd name="connsiteX5" fmla="*/ 10211 w 13969"/>
                    <a:gd name="connsiteY5" fmla="*/ 19408 h 20704"/>
                    <a:gd name="connsiteX6" fmla="*/ 13779 w 13969"/>
                    <a:gd name="connsiteY6" fmla="*/ 11082 h 20704"/>
                    <a:gd name="connsiteX7" fmla="*/ 1885 w 13969"/>
                    <a:gd name="connsiteY7" fmla="*/ 377 h 20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969" h="20704">
                      <a:moveTo>
                        <a:pt x="1885" y="377"/>
                      </a:moveTo>
                      <a:cubicBezTo>
                        <a:pt x="695" y="1566"/>
                        <a:pt x="-1684" y="2756"/>
                        <a:pt x="1885" y="3946"/>
                      </a:cubicBezTo>
                      <a:cubicBezTo>
                        <a:pt x="5453" y="5135"/>
                        <a:pt x="10211" y="7514"/>
                        <a:pt x="10211" y="9893"/>
                      </a:cubicBezTo>
                      <a:cubicBezTo>
                        <a:pt x="10211" y="12271"/>
                        <a:pt x="11400" y="15840"/>
                        <a:pt x="9021" y="15840"/>
                      </a:cubicBezTo>
                      <a:cubicBezTo>
                        <a:pt x="6642" y="15840"/>
                        <a:pt x="4263" y="15840"/>
                        <a:pt x="5453" y="18219"/>
                      </a:cubicBezTo>
                      <a:cubicBezTo>
                        <a:pt x="6642" y="20598"/>
                        <a:pt x="7832" y="21787"/>
                        <a:pt x="10211" y="19408"/>
                      </a:cubicBezTo>
                      <a:cubicBezTo>
                        <a:pt x="10211" y="19408"/>
                        <a:pt x="14968" y="13461"/>
                        <a:pt x="13779" y="11082"/>
                      </a:cubicBezTo>
                      <a:cubicBezTo>
                        <a:pt x="11400" y="7514"/>
                        <a:pt x="1885" y="-2002"/>
                        <a:pt x="1885" y="37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7" name="Freeform 436">
                  <a:extLst>
                    <a:ext uri="{FF2B5EF4-FFF2-40B4-BE49-F238E27FC236}">
                      <a16:creationId xmlns:a16="http://schemas.microsoft.com/office/drawing/2014/main" id="{03E8A902-C3BF-20C9-7581-02DD57D97FDC}"/>
                    </a:ext>
                  </a:extLst>
                </p:cNvPr>
                <p:cNvSpPr/>
                <p:nvPr/>
              </p:nvSpPr>
              <p:spPr>
                <a:xfrm>
                  <a:off x="3736581" y="3739505"/>
                  <a:ext cx="13009" cy="7590"/>
                </a:xfrm>
                <a:custGeom>
                  <a:avLst/>
                  <a:gdLst>
                    <a:gd name="connsiteX0" fmla="*/ 6429 w 13009"/>
                    <a:gd name="connsiteY0" fmla="*/ 156 h 7590"/>
                    <a:gd name="connsiteX1" fmla="*/ 482 w 13009"/>
                    <a:gd name="connsiteY1" fmla="*/ 3725 h 7590"/>
                    <a:gd name="connsiteX2" fmla="*/ 5240 w 13009"/>
                    <a:gd name="connsiteY2" fmla="*/ 7293 h 7590"/>
                    <a:gd name="connsiteX3" fmla="*/ 12376 w 13009"/>
                    <a:gd name="connsiteY3" fmla="*/ 6104 h 7590"/>
                    <a:gd name="connsiteX4" fmla="*/ 6429 w 13009"/>
                    <a:gd name="connsiteY4" fmla="*/ 156 h 7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09" h="7590">
                      <a:moveTo>
                        <a:pt x="6429" y="156"/>
                      </a:moveTo>
                      <a:cubicBezTo>
                        <a:pt x="5240" y="1346"/>
                        <a:pt x="-1897" y="1346"/>
                        <a:pt x="482" y="3725"/>
                      </a:cubicBezTo>
                      <a:cubicBezTo>
                        <a:pt x="1671" y="6104"/>
                        <a:pt x="482" y="6104"/>
                        <a:pt x="5240" y="7293"/>
                      </a:cubicBezTo>
                      <a:cubicBezTo>
                        <a:pt x="9997" y="7293"/>
                        <a:pt x="14755" y="8483"/>
                        <a:pt x="12376" y="6104"/>
                      </a:cubicBezTo>
                      <a:cubicBezTo>
                        <a:pt x="12376" y="4914"/>
                        <a:pt x="8808" y="-1033"/>
                        <a:pt x="6429" y="15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8" name="Freeform 437">
                  <a:extLst>
                    <a:ext uri="{FF2B5EF4-FFF2-40B4-BE49-F238E27FC236}">
                      <a16:creationId xmlns:a16="http://schemas.microsoft.com/office/drawing/2014/main" id="{A795DBF4-B756-CFF5-7090-4877064B9A29}"/>
                    </a:ext>
                  </a:extLst>
                </p:cNvPr>
                <p:cNvSpPr/>
                <p:nvPr/>
              </p:nvSpPr>
              <p:spPr>
                <a:xfrm>
                  <a:off x="3716061" y="3739505"/>
                  <a:ext cx="14646" cy="21853"/>
                </a:xfrm>
                <a:custGeom>
                  <a:avLst/>
                  <a:gdLst>
                    <a:gd name="connsiteX0" fmla="*/ 13865 w 14646"/>
                    <a:gd name="connsiteY0" fmla="*/ 20376 h 21853"/>
                    <a:gd name="connsiteX1" fmla="*/ 12676 w 14646"/>
                    <a:gd name="connsiteY1" fmla="*/ 13239 h 21853"/>
                    <a:gd name="connsiteX2" fmla="*/ 10297 w 14646"/>
                    <a:gd name="connsiteY2" fmla="*/ 7292 h 21853"/>
                    <a:gd name="connsiteX3" fmla="*/ 6728 w 14646"/>
                    <a:gd name="connsiteY3" fmla="*/ 155 h 21853"/>
                    <a:gd name="connsiteX4" fmla="*/ 5539 w 14646"/>
                    <a:gd name="connsiteY4" fmla="*/ 6103 h 21853"/>
                    <a:gd name="connsiteX5" fmla="*/ 781 w 14646"/>
                    <a:gd name="connsiteY5" fmla="*/ 12050 h 21853"/>
                    <a:gd name="connsiteX6" fmla="*/ 1971 w 14646"/>
                    <a:gd name="connsiteY6" fmla="*/ 17997 h 21853"/>
                    <a:gd name="connsiteX7" fmla="*/ 6728 w 14646"/>
                    <a:gd name="connsiteY7" fmla="*/ 16808 h 21853"/>
                    <a:gd name="connsiteX8" fmla="*/ 13865 w 14646"/>
                    <a:gd name="connsiteY8" fmla="*/ 20376 h 21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646" h="21853">
                      <a:moveTo>
                        <a:pt x="13865" y="20376"/>
                      </a:moveTo>
                      <a:cubicBezTo>
                        <a:pt x="15055" y="17997"/>
                        <a:pt x="15055" y="16808"/>
                        <a:pt x="12676" y="13239"/>
                      </a:cubicBezTo>
                      <a:cubicBezTo>
                        <a:pt x="12676" y="13239"/>
                        <a:pt x="9107" y="9671"/>
                        <a:pt x="10297" y="7292"/>
                      </a:cubicBezTo>
                      <a:cubicBezTo>
                        <a:pt x="11486" y="4914"/>
                        <a:pt x="7918" y="-1034"/>
                        <a:pt x="6728" y="155"/>
                      </a:cubicBezTo>
                      <a:cubicBezTo>
                        <a:pt x="5539" y="2534"/>
                        <a:pt x="5539" y="3724"/>
                        <a:pt x="5539" y="6103"/>
                      </a:cubicBezTo>
                      <a:cubicBezTo>
                        <a:pt x="4350" y="8482"/>
                        <a:pt x="1971" y="9671"/>
                        <a:pt x="781" y="12050"/>
                      </a:cubicBezTo>
                      <a:cubicBezTo>
                        <a:pt x="-408" y="14429"/>
                        <a:pt x="-408" y="17997"/>
                        <a:pt x="1971" y="17997"/>
                      </a:cubicBezTo>
                      <a:cubicBezTo>
                        <a:pt x="4350" y="17997"/>
                        <a:pt x="5539" y="14429"/>
                        <a:pt x="6728" y="16808"/>
                      </a:cubicBezTo>
                      <a:cubicBezTo>
                        <a:pt x="9107" y="20376"/>
                        <a:pt x="12676" y="23944"/>
                        <a:pt x="13865" y="2037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9" name="Freeform 438">
                  <a:extLst>
                    <a:ext uri="{FF2B5EF4-FFF2-40B4-BE49-F238E27FC236}">
                      <a16:creationId xmlns:a16="http://schemas.microsoft.com/office/drawing/2014/main" id="{E1CB4D86-D812-C310-7C9C-243DCD133B55}"/>
                    </a:ext>
                  </a:extLst>
                </p:cNvPr>
                <p:cNvSpPr/>
                <p:nvPr/>
              </p:nvSpPr>
              <p:spPr>
                <a:xfrm>
                  <a:off x="3725168" y="3764639"/>
                  <a:ext cx="11762" cy="16836"/>
                </a:xfrm>
                <a:custGeom>
                  <a:avLst/>
                  <a:gdLst>
                    <a:gd name="connsiteX0" fmla="*/ 5947 w 11762"/>
                    <a:gd name="connsiteY0" fmla="*/ 0 h 16836"/>
                    <a:gd name="connsiteX1" fmla="*/ 0 w 11762"/>
                    <a:gd name="connsiteY1" fmla="*/ 4758 h 16836"/>
                    <a:gd name="connsiteX2" fmla="*/ 2379 w 11762"/>
                    <a:gd name="connsiteY2" fmla="*/ 15463 h 16836"/>
                    <a:gd name="connsiteX3" fmla="*/ 10705 w 11762"/>
                    <a:gd name="connsiteY3" fmla="*/ 15463 h 16836"/>
                    <a:gd name="connsiteX4" fmla="*/ 10705 w 11762"/>
                    <a:gd name="connsiteY4" fmla="*/ 9516 h 16836"/>
                    <a:gd name="connsiteX5" fmla="*/ 5947 w 11762"/>
                    <a:gd name="connsiteY5" fmla="*/ 0 h 168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762" h="16836">
                      <a:moveTo>
                        <a:pt x="5947" y="0"/>
                      </a:moveTo>
                      <a:cubicBezTo>
                        <a:pt x="3568" y="0"/>
                        <a:pt x="0" y="1190"/>
                        <a:pt x="0" y="4758"/>
                      </a:cubicBezTo>
                      <a:cubicBezTo>
                        <a:pt x="1189" y="8326"/>
                        <a:pt x="0" y="14273"/>
                        <a:pt x="2379" y="15463"/>
                      </a:cubicBezTo>
                      <a:cubicBezTo>
                        <a:pt x="5947" y="16652"/>
                        <a:pt x="9515" y="17842"/>
                        <a:pt x="10705" y="15463"/>
                      </a:cubicBezTo>
                      <a:cubicBezTo>
                        <a:pt x="10705" y="15463"/>
                        <a:pt x="13084" y="13084"/>
                        <a:pt x="10705" y="9516"/>
                      </a:cubicBezTo>
                      <a:cubicBezTo>
                        <a:pt x="9515" y="7137"/>
                        <a:pt x="8326" y="0"/>
                        <a:pt x="5947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0" name="Freeform 439">
                  <a:extLst>
                    <a:ext uri="{FF2B5EF4-FFF2-40B4-BE49-F238E27FC236}">
                      <a16:creationId xmlns:a16="http://schemas.microsoft.com/office/drawing/2014/main" id="{909EAB46-53E2-9C68-A029-CE32738B2D1D}"/>
                    </a:ext>
                  </a:extLst>
                </p:cNvPr>
                <p:cNvSpPr/>
                <p:nvPr/>
              </p:nvSpPr>
              <p:spPr>
                <a:xfrm>
                  <a:off x="3782261" y="3755328"/>
                  <a:ext cx="10705" cy="21312"/>
                </a:xfrm>
                <a:custGeom>
                  <a:avLst/>
                  <a:gdLst>
                    <a:gd name="connsiteX0" fmla="*/ 10705 w 10705"/>
                    <a:gd name="connsiteY0" fmla="*/ 20016 h 21312"/>
                    <a:gd name="connsiteX1" fmla="*/ 5947 w 10705"/>
                    <a:gd name="connsiteY1" fmla="*/ 3364 h 21312"/>
                    <a:gd name="connsiteX2" fmla="*/ 0 w 10705"/>
                    <a:gd name="connsiteY2" fmla="*/ 985 h 21312"/>
                    <a:gd name="connsiteX3" fmla="*/ 3568 w 10705"/>
                    <a:gd name="connsiteY3" fmla="*/ 8122 h 21312"/>
                    <a:gd name="connsiteX4" fmla="*/ 3568 w 10705"/>
                    <a:gd name="connsiteY4" fmla="*/ 18827 h 21312"/>
                    <a:gd name="connsiteX5" fmla="*/ 10705 w 10705"/>
                    <a:gd name="connsiteY5" fmla="*/ 20016 h 21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05" h="21312">
                      <a:moveTo>
                        <a:pt x="10705" y="20016"/>
                      </a:moveTo>
                      <a:cubicBezTo>
                        <a:pt x="10705" y="18827"/>
                        <a:pt x="9516" y="5743"/>
                        <a:pt x="5947" y="3364"/>
                      </a:cubicBezTo>
                      <a:cubicBezTo>
                        <a:pt x="2379" y="985"/>
                        <a:pt x="0" y="-1394"/>
                        <a:pt x="0" y="985"/>
                      </a:cubicBezTo>
                      <a:cubicBezTo>
                        <a:pt x="0" y="3364"/>
                        <a:pt x="3568" y="5743"/>
                        <a:pt x="3568" y="8122"/>
                      </a:cubicBezTo>
                      <a:cubicBezTo>
                        <a:pt x="3568" y="11690"/>
                        <a:pt x="0" y="17637"/>
                        <a:pt x="3568" y="18827"/>
                      </a:cubicBezTo>
                      <a:cubicBezTo>
                        <a:pt x="7137" y="21206"/>
                        <a:pt x="9516" y="22395"/>
                        <a:pt x="10705" y="2001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1" name="Freeform 440">
                  <a:extLst>
                    <a:ext uri="{FF2B5EF4-FFF2-40B4-BE49-F238E27FC236}">
                      <a16:creationId xmlns:a16="http://schemas.microsoft.com/office/drawing/2014/main" id="{220B59BF-2A3B-DE1E-CB29-6C59B5841C8E}"/>
                    </a:ext>
                  </a:extLst>
                </p:cNvPr>
                <p:cNvSpPr/>
                <p:nvPr/>
              </p:nvSpPr>
              <p:spPr>
                <a:xfrm>
                  <a:off x="3769900" y="3781102"/>
                  <a:ext cx="4332" cy="5413"/>
                </a:xfrm>
                <a:custGeom>
                  <a:avLst/>
                  <a:gdLst>
                    <a:gd name="connsiteX0" fmla="*/ 2846 w 4332"/>
                    <a:gd name="connsiteY0" fmla="*/ 189 h 5413"/>
                    <a:gd name="connsiteX1" fmla="*/ 467 w 4332"/>
                    <a:gd name="connsiteY1" fmla="*/ 2568 h 5413"/>
                    <a:gd name="connsiteX2" fmla="*/ 4035 w 4332"/>
                    <a:gd name="connsiteY2" fmla="*/ 4947 h 5413"/>
                    <a:gd name="connsiteX3" fmla="*/ 2846 w 4332"/>
                    <a:gd name="connsiteY3" fmla="*/ 189 h 54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32" h="5413">
                      <a:moveTo>
                        <a:pt x="2846" y="189"/>
                      </a:moveTo>
                      <a:cubicBezTo>
                        <a:pt x="467" y="189"/>
                        <a:pt x="-723" y="189"/>
                        <a:pt x="467" y="2568"/>
                      </a:cubicBezTo>
                      <a:cubicBezTo>
                        <a:pt x="1656" y="4947"/>
                        <a:pt x="2846" y="6136"/>
                        <a:pt x="4035" y="4947"/>
                      </a:cubicBezTo>
                      <a:cubicBezTo>
                        <a:pt x="4035" y="3758"/>
                        <a:pt x="5224" y="-1000"/>
                        <a:pt x="2846" y="189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2" name="Freeform 441">
                  <a:extLst>
                    <a:ext uri="{FF2B5EF4-FFF2-40B4-BE49-F238E27FC236}">
                      <a16:creationId xmlns:a16="http://schemas.microsoft.com/office/drawing/2014/main" id="{C770128E-E1EB-64BC-C7EC-E3A0B9180650}"/>
                    </a:ext>
                  </a:extLst>
                </p:cNvPr>
                <p:cNvSpPr/>
                <p:nvPr/>
              </p:nvSpPr>
              <p:spPr>
                <a:xfrm>
                  <a:off x="3789770" y="3783360"/>
                  <a:ext cx="10333" cy="24027"/>
                </a:xfrm>
                <a:custGeom>
                  <a:avLst/>
                  <a:gdLst>
                    <a:gd name="connsiteX0" fmla="*/ 2007 w 10333"/>
                    <a:gd name="connsiteY0" fmla="*/ 310 h 24027"/>
                    <a:gd name="connsiteX1" fmla="*/ 2007 w 10333"/>
                    <a:gd name="connsiteY1" fmla="*/ 8636 h 24027"/>
                    <a:gd name="connsiteX2" fmla="*/ 818 w 10333"/>
                    <a:gd name="connsiteY2" fmla="*/ 14584 h 24027"/>
                    <a:gd name="connsiteX3" fmla="*/ 10333 w 10333"/>
                    <a:gd name="connsiteY3" fmla="*/ 22909 h 24027"/>
                    <a:gd name="connsiteX4" fmla="*/ 6765 w 10333"/>
                    <a:gd name="connsiteY4" fmla="*/ 15773 h 24027"/>
                    <a:gd name="connsiteX5" fmla="*/ 2007 w 10333"/>
                    <a:gd name="connsiteY5" fmla="*/ 310 h 24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333" h="24027">
                      <a:moveTo>
                        <a:pt x="2007" y="310"/>
                      </a:moveTo>
                      <a:cubicBezTo>
                        <a:pt x="818" y="2689"/>
                        <a:pt x="2007" y="6257"/>
                        <a:pt x="2007" y="8636"/>
                      </a:cubicBezTo>
                      <a:cubicBezTo>
                        <a:pt x="2007" y="11015"/>
                        <a:pt x="-1561" y="12205"/>
                        <a:pt x="818" y="14584"/>
                      </a:cubicBezTo>
                      <a:cubicBezTo>
                        <a:pt x="2007" y="15773"/>
                        <a:pt x="7954" y="27667"/>
                        <a:pt x="10333" y="22909"/>
                      </a:cubicBezTo>
                      <a:cubicBezTo>
                        <a:pt x="10333" y="22909"/>
                        <a:pt x="7954" y="19341"/>
                        <a:pt x="6765" y="15773"/>
                      </a:cubicBezTo>
                      <a:cubicBezTo>
                        <a:pt x="5575" y="9826"/>
                        <a:pt x="3197" y="-2069"/>
                        <a:pt x="2007" y="31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3" name="Freeform 442">
                  <a:extLst>
                    <a:ext uri="{FF2B5EF4-FFF2-40B4-BE49-F238E27FC236}">
                      <a16:creationId xmlns:a16="http://schemas.microsoft.com/office/drawing/2014/main" id="{D5868EBD-C829-9CB0-12C7-BE416B696EC6}"/>
                    </a:ext>
                  </a:extLst>
                </p:cNvPr>
                <p:cNvSpPr/>
                <p:nvPr/>
              </p:nvSpPr>
              <p:spPr>
                <a:xfrm>
                  <a:off x="3808193" y="3771586"/>
                  <a:ext cx="6051" cy="5659"/>
                </a:xfrm>
                <a:custGeom>
                  <a:avLst/>
                  <a:gdLst>
                    <a:gd name="connsiteX0" fmla="*/ 4994 w 6051"/>
                    <a:gd name="connsiteY0" fmla="*/ 4948 h 5659"/>
                    <a:gd name="connsiteX1" fmla="*/ 4994 w 6051"/>
                    <a:gd name="connsiteY1" fmla="*/ 190 h 5659"/>
                    <a:gd name="connsiteX2" fmla="*/ 236 w 6051"/>
                    <a:gd name="connsiteY2" fmla="*/ 2569 h 5659"/>
                    <a:gd name="connsiteX3" fmla="*/ 4994 w 6051"/>
                    <a:gd name="connsiteY3" fmla="*/ 4948 h 5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51" h="5659">
                      <a:moveTo>
                        <a:pt x="4994" y="4948"/>
                      </a:moveTo>
                      <a:cubicBezTo>
                        <a:pt x="4994" y="4948"/>
                        <a:pt x="7373" y="190"/>
                        <a:pt x="4994" y="190"/>
                      </a:cubicBezTo>
                      <a:cubicBezTo>
                        <a:pt x="2615" y="190"/>
                        <a:pt x="-953" y="-999"/>
                        <a:pt x="236" y="2569"/>
                      </a:cubicBezTo>
                      <a:cubicBezTo>
                        <a:pt x="2615" y="6137"/>
                        <a:pt x="2615" y="6137"/>
                        <a:pt x="4994" y="4948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4" name="Freeform 443">
                  <a:extLst>
                    <a:ext uri="{FF2B5EF4-FFF2-40B4-BE49-F238E27FC236}">
                      <a16:creationId xmlns:a16="http://schemas.microsoft.com/office/drawing/2014/main" id="{D463DE4E-8494-803B-CD77-41A36FCD4707}"/>
                    </a:ext>
                  </a:extLst>
                </p:cNvPr>
                <p:cNvSpPr/>
                <p:nvPr/>
              </p:nvSpPr>
              <p:spPr>
                <a:xfrm>
                  <a:off x="3809024" y="3802905"/>
                  <a:ext cx="7599" cy="7824"/>
                </a:xfrm>
                <a:custGeom>
                  <a:avLst/>
                  <a:gdLst>
                    <a:gd name="connsiteX0" fmla="*/ 6542 w 7599"/>
                    <a:gd name="connsiteY0" fmla="*/ 6933 h 7824"/>
                    <a:gd name="connsiteX1" fmla="*/ 6542 w 7599"/>
                    <a:gd name="connsiteY1" fmla="*/ 3364 h 7824"/>
                    <a:gd name="connsiteX2" fmla="*/ 1784 w 7599"/>
                    <a:gd name="connsiteY2" fmla="*/ 985 h 7824"/>
                    <a:gd name="connsiteX3" fmla="*/ 1784 w 7599"/>
                    <a:gd name="connsiteY3" fmla="*/ 6933 h 7824"/>
                    <a:gd name="connsiteX4" fmla="*/ 6542 w 7599"/>
                    <a:gd name="connsiteY4" fmla="*/ 6933 h 78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99" h="7824">
                      <a:moveTo>
                        <a:pt x="6542" y="6933"/>
                      </a:moveTo>
                      <a:cubicBezTo>
                        <a:pt x="6542" y="6933"/>
                        <a:pt x="8921" y="5743"/>
                        <a:pt x="6542" y="3364"/>
                      </a:cubicBezTo>
                      <a:cubicBezTo>
                        <a:pt x="4163" y="985"/>
                        <a:pt x="2973" y="-1394"/>
                        <a:pt x="1784" y="985"/>
                      </a:cubicBezTo>
                      <a:cubicBezTo>
                        <a:pt x="-595" y="3364"/>
                        <a:pt x="-595" y="5743"/>
                        <a:pt x="1784" y="6933"/>
                      </a:cubicBezTo>
                      <a:cubicBezTo>
                        <a:pt x="4163" y="8122"/>
                        <a:pt x="5352" y="8122"/>
                        <a:pt x="6542" y="6933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5" name="Freeform 444">
                  <a:extLst>
                    <a:ext uri="{FF2B5EF4-FFF2-40B4-BE49-F238E27FC236}">
                      <a16:creationId xmlns:a16="http://schemas.microsoft.com/office/drawing/2014/main" id="{B157BD75-24D9-1943-8A42-F5AA367D13E8}"/>
                    </a:ext>
                  </a:extLst>
                </p:cNvPr>
                <p:cNvSpPr/>
                <p:nvPr/>
              </p:nvSpPr>
              <p:spPr>
                <a:xfrm>
                  <a:off x="3812538" y="3807459"/>
                  <a:ext cx="15318" cy="15786"/>
                </a:xfrm>
                <a:custGeom>
                  <a:avLst/>
                  <a:gdLst>
                    <a:gd name="connsiteX0" fmla="*/ 13732 w 15318"/>
                    <a:gd name="connsiteY0" fmla="*/ 7137 h 15786"/>
                    <a:gd name="connsiteX1" fmla="*/ 13732 w 15318"/>
                    <a:gd name="connsiteY1" fmla="*/ 1190 h 15786"/>
                    <a:gd name="connsiteX2" fmla="*/ 7785 w 15318"/>
                    <a:gd name="connsiteY2" fmla="*/ 2379 h 15786"/>
                    <a:gd name="connsiteX3" fmla="*/ 5406 w 15318"/>
                    <a:gd name="connsiteY3" fmla="*/ 10705 h 15786"/>
                    <a:gd name="connsiteX4" fmla="*/ 648 w 15318"/>
                    <a:gd name="connsiteY4" fmla="*/ 15463 h 15786"/>
                    <a:gd name="connsiteX5" fmla="*/ 8974 w 15318"/>
                    <a:gd name="connsiteY5" fmla="*/ 13084 h 15786"/>
                    <a:gd name="connsiteX6" fmla="*/ 13732 w 15318"/>
                    <a:gd name="connsiteY6" fmla="*/ 7137 h 15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18" h="15786">
                      <a:moveTo>
                        <a:pt x="13732" y="7137"/>
                      </a:moveTo>
                      <a:cubicBezTo>
                        <a:pt x="13732" y="4758"/>
                        <a:pt x="17300" y="1190"/>
                        <a:pt x="13732" y="1190"/>
                      </a:cubicBezTo>
                      <a:cubicBezTo>
                        <a:pt x="10164" y="0"/>
                        <a:pt x="7785" y="-1190"/>
                        <a:pt x="7785" y="2379"/>
                      </a:cubicBezTo>
                      <a:cubicBezTo>
                        <a:pt x="7785" y="5947"/>
                        <a:pt x="7785" y="9515"/>
                        <a:pt x="5406" y="10705"/>
                      </a:cubicBezTo>
                      <a:cubicBezTo>
                        <a:pt x="3027" y="11894"/>
                        <a:pt x="-1731" y="14273"/>
                        <a:pt x="648" y="15463"/>
                      </a:cubicBezTo>
                      <a:cubicBezTo>
                        <a:pt x="3027" y="16652"/>
                        <a:pt x="5406" y="14273"/>
                        <a:pt x="8974" y="13084"/>
                      </a:cubicBezTo>
                      <a:cubicBezTo>
                        <a:pt x="8974" y="11894"/>
                        <a:pt x="13732" y="10705"/>
                        <a:pt x="13732" y="713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6" name="Freeform 445">
                  <a:extLst>
                    <a:ext uri="{FF2B5EF4-FFF2-40B4-BE49-F238E27FC236}">
                      <a16:creationId xmlns:a16="http://schemas.microsoft.com/office/drawing/2014/main" id="{589E8FBE-094D-AA30-7C3F-BEF9616657A8}"/>
                    </a:ext>
                  </a:extLst>
                </p:cNvPr>
                <p:cNvSpPr/>
                <p:nvPr/>
              </p:nvSpPr>
              <p:spPr>
                <a:xfrm>
                  <a:off x="3837394" y="3819117"/>
                  <a:ext cx="14010" cy="5522"/>
                </a:xfrm>
                <a:custGeom>
                  <a:avLst/>
                  <a:gdLst>
                    <a:gd name="connsiteX0" fmla="*/ 13854 w 14010"/>
                    <a:gd name="connsiteY0" fmla="*/ 4994 h 5522"/>
                    <a:gd name="connsiteX1" fmla="*/ 5528 w 14010"/>
                    <a:gd name="connsiteY1" fmla="*/ 236 h 5522"/>
                    <a:gd name="connsiteX2" fmla="*/ 770 w 14010"/>
                    <a:gd name="connsiteY2" fmla="*/ 2615 h 5522"/>
                    <a:gd name="connsiteX3" fmla="*/ 7907 w 14010"/>
                    <a:gd name="connsiteY3" fmla="*/ 4994 h 5522"/>
                    <a:gd name="connsiteX4" fmla="*/ 13854 w 14010"/>
                    <a:gd name="connsiteY4" fmla="*/ 4994 h 5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10" h="5522">
                      <a:moveTo>
                        <a:pt x="13854" y="4994"/>
                      </a:moveTo>
                      <a:cubicBezTo>
                        <a:pt x="12665" y="2615"/>
                        <a:pt x="9096" y="-953"/>
                        <a:pt x="5528" y="236"/>
                      </a:cubicBezTo>
                      <a:cubicBezTo>
                        <a:pt x="1960" y="1426"/>
                        <a:pt x="-1609" y="1426"/>
                        <a:pt x="770" y="2615"/>
                      </a:cubicBezTo>
                      <a:cubicBezTo>
                        <a:pt x="3149" y="4994"/>
                        <a:pt x="4338" y="3804"/>
                        <a:pt x="7907" y="4994"/>
                      </a:cubicBezTo>
                      <a:cubicBezTo>
                        <a:pt x="9096" y="4994"/>
                        <a:pt x="15044" y="6183"/>
                        <a:pt x="13854" y="4994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7" name="Freeform 446">
                  <a:extLst>
                    <a:ext uri="{FF2B5EF4-FFF2-40B4-BE49-F238E27FC236}">
                      <a16:creationId xmlns:a16="http://schemas.microsoft.com/office/drawing/2014/main" id="{6B86ECB7-82FA-E85D-F9BC-C7B705547B2B}"/>
                    </a:ext>
                  </a:extLst>
                </p:cNvPr>
                <p:cNvSpPr/>
                <p:nvPr/>
              </p:nvSpPr>
              <p:spPr>
                <a:xfrm>
                  <a:off x="3823495" y="3850279"/>
                  <a:ext cx="19055" cy="12082"/>
                </a:xfrm>
                <a:custGeom>
                  <a:avLst/>
                  <a:gdLst>
                    <a:gd name="connsiteX0" fmla="*/ 18238 w 19055"/>
                    <a:gd name="connsiteY0" fmla="*/ 0 h 12082"/>
                    <a:gd name="connsiteX1" fmla="*/ 13480 w 19055"/>
                    <a:gd name="connsiteY1" fmla="*/ 3568 h 12082"/>
                    <a:gd name="connsiteX2" fmla="*/ 6344 w 19055"/>
                    <a:gd name="connsiteY2" fmla="*/ 1190 h 12082"/>
                    <a:gd name="connsiteX3" fmla="*/ 1586 w 19055"/>
                    <a:gd name="connsiteY3" fmla="*/ 5947 h 12082"/>
                    <a:gd name="connsiteX4" fmla="*/ 1586 w 19055"/>
                    <a:gd name="connsiteY4" fmla="*/ 11894 h 12082"/>
                    <a:gd name="connsiteX5" fmla="*/ 17049 w 19055"/>
                    <a:gd name="connsiteY5" fmla="*/ 7137 h 12082"/>
                    <a:gd name="connsiteX6" fmla="*/ 18238 w 19055"/>
                    <a:gd name="connsiteY6" fmla="*/ 0 h 12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055" h="12082">
                      <a:moveTo>
                        <a:pt x="18238" y="0"/>
                      </a:moveTo>
                      <a:cubicBezTo>
                        <a:pt x="15859" y="0"/>
                        <a:pt x="17049" y="4758"/>
                        <a:pt x="13480" y="3568"/>
                      </a:cubicBezTo>
                      <a:cubicBezTo>
                        <a:pt x="9912" y="2379"/>
                        <a:pt x="7533" y="-1190"/>
                        <a:pt x="6344" y="1190"/>
                      </a:cubicBezTo>
                      <a:cubicBezTo>
                        <a:pt x="5154" y="3568"/>
                        <a:pt x="1586" y="3568"/>
                        <a:pt x="1586" y="5947"/>
                      </a:cubicBezTo>
                      <a:cubicBezTo>
                        <a:pt x="1586" y="8326"/>
                        <a:pt x="-1982" y="13084"/>
                        <a:pt x="1586" y="11894"/>
                      </a:cubicBezTo>
                      <a:cubicBezTo>
                        <a:pt x="5154" y="10705"/>
                        <a:pt x="14670" y="9515"/>
                        <a:pt x="17049" y="7137"/>
                      </a:cubicBezTo>
                      <a:cubicBezTo>
                        <a:pt x="17049" y="8326"/>
                        <a:pt x="20617" y="0"/>
                        <a:pt x="18238" y="0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8" name="Freeform 447">
                  <a:extLst>
                    <a:ext uri="{FF2B5EF4-FFF2-40B4-BE49-F238E27FC236}">
                      <a16:creationId xmlns:a16="http://schemas.microsoft.com/office/drawing/2014/main" id="{A3B3323D-7DC2-E8A5-D87D-AA4E544289E6}"/>
                    </a:ext>
                  </a:extLst>
                </p:cNvPr>
                <p:cNvSpPr/>
                <p:nvPr/>
              </p:nvSpPr>
              <p:spPr>
                <a:xfrm>
                  <a:off x="3841240" y="3841762"/>
                  <a:ext cx="4060" cy="5245"/>
                </a:xfrm>
                <a:custGeom>
                  <a:avLst/>
                  <a:gdLst>
                    <a:gd name="connsiteX0" fmla="*/ 1682 w 4060"/>
                    <a:gd name="connsiteY0" fmla="*/ 191 h 5245"/>
                    <a:gd name="connsiteX1" fmla="*/ 493 w 4060"/>
                    <a:gd name="connsiteY1" fmla="*/ 4949 h 5245"/>
                    <a:gd name="connsiteX2" fmla="*/ 4061 w 4060"/>
                    <a:gd name="connsiteY2" fmla="*/ 3759 h 5245"/>
                    <a:gd name="connsiteX3" fmla="*/ 1682 w 4060"/>
                    <a:gd name="connsiteY3" fmla="*/ 191 h 5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60" h="5245">
                      <a:moveTo>
                        <a:pt x="1682" y="191"/>
                      </a:moveTo>
                      <a:cubicBezTo>
                        <a:pt x="493" y="1380"/>
                        <a:pt x="-697" y="3759"/>
                        <a:pt x="493" y="4949"/>
                      </a:cubicBezTo>
                      <a:cubicBezTo>
                        <a:pt x="1682" y="4949"/>
                        <a:pt x="2872" y="6138"/>
                        <a:pt x="4061" y="3759"/>
                      </a:cubicBezTo>
                      <a:cubicBezTo>
                        <a:pt x="4061" y="3759"/>
                        <a:pt x="2872" y="-999"/>
                        <a:pt x="1682" y="191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49" name="Freeform 448">
                <a:extLst>
                  <a:ext uri="{FF2B5EF4-FFF2-40B4-BE49-F238E27FC236}">
                    <a16:creationId xmlns:a16="http://schemas.microsoft.com/office/drawing/2014/main" id="{3A7E9745-FCFC-5525-20A4-7DCF6A088481}"/>
                  </a:ext>
                </a:extLst>
              </p:cNvPr>
              <p:cNvSpPr/>
              <p:nvPr/>
            </p:nvSpPr>
            <p:spPr>
              <a:xfrm>
                <a:off x="3685917" y="3179437"/>
                <a:ext cx="7136" cy="2378"/>
              </a:xfrm>
              <a:custGeom>
                <a:avLst/>
                <a:gdLst>
                  <a:gd name="connsiteX0" fmla="*/ 7137 w 7136"/>
                  <a:gd name="connsiteY0" fmla="*/ 0 h 2378"/>
                  <a:gd name="connsiteX1" fmla="*/ 0 w 7136"/>
                  <a:gd name="connsiteY1" fmla="*/ 2379 h 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6" h="2378">
                    <a:moveTo>
                      <a:pt x="7137" y="0"/>
                    </a:moveTo>
                    <a:cubicBezTo>
                      <a:pt x="4758" y="1190"/>
                      <a:pt x="2379" y="2379"/>
                      <a:pt x="0" y="2379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0" name="Freeform 449">
                <a:extLst>
                  <a:ext uri="{FF2B5EF4-FFF2-40B4-BE49-F238E27FC236}">
                    <a16:creationId xmlns:a16="http://schemas.microsoft.com/office/drawing/2014/main" id="{0F0DFBDA-CF02-308E-3AAD-6D3C7C887951}"/>
                  </a:ext>
                </a:extLst>
              </p:cNvPr>
              <p:cNvSpPr/>
              <p:nvPr/>
            </p:nvSpPr>
            <p:spPr>
              <a:xfrm>
                <a:off x="3541995" y="2993885"/>
                <a:ext cx="8326" cy="891"/>
              </a:xfrm>
              <a:custGeom>
                <a:avLst/>
                <a:gdLst>
                  <a:gd name="connsiteX0" fmla="*/ 0 w 8326"/>
                  <a:gd name="connsiteY0" fmla="*/ 0 h 891"/>
                  <a:gd name="connsiteX1" fmla="*/ 8326 w 8326"/>
                  <a:gd name="connsiteY1" fmla="*/ 0 h 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26" h="891">
                    <a:moveTo>
                      <a:pt x="0" y="0"/>
                    </a:moveTo>
                    <a:cubicBezTo>
                      <a:pt x="3568" y="1189"/>
                      <a:pt x="5947" y="1189"/>
                      <a:pt x="8326" y="0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C385A0C4-A7D0-9747-92B3-507EEF622FCE}"/>
                  </a:ext>
                </a:extLst>
              </p:cNvPr>
              <p:cNvSpPr/>
              <p:nvPr/>
            </p:nvSpPr>
            <p:spPr>
              <a:xfrm>
                <a:off x="3773935" y="3186574"/>
                <a:ext cx="4757" cy="11894"/>
              </a:xfrm>
              <a:custGeom>
                <a:avLst/>
                <a:gdLst>
                  <a:gd name="connsiteX0" fmla="*/ 4758 w 4757"/>
                  <a:gd name="connsiteY0" fmla="*/ 0 h 11894"/>
                  <a:gd name="connsiteX1" fmla="*/ 0 w 4757"/>
                  <a:gd name="connsiteY1" fmla="*/ 0 h 11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757" h="11894">
                    <a:moveTo>
                      <a:pt x="4758" y="0"/>
                    </a:moveTo>
                    <a:cubicBezTo>
                      <a:pt x="3568" y="0"/>
                      <a:pt x="1190" y="0"/>
                      <a:pt x="0" y="0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0DC36BC4-900E-DC43-9392-6DF17BCAE74F}"/>
                  </a:ext>
                </a:extLst>
              </p:cNvPr>
              <p:cNvSpPr/>
              <p:nvPr/>
            </p:nvSpPr>
            <p:spPr>
              <a:xfrm>
                <a:off x="3684728" y="3187763"/>
                <a:ext cx="1189" cy="3568"/>
              </a:xfrm>
              <a:custGeom>
                <a:avLst/>
                <a:gdLst>
                  <a:gd name="connsiteX0" fmla="*/ 1190 w 1189"/>
                  <a:gd name="connsiteY0" fmla="*/ 3568 h 3568"/>
                  <a:gd name="connsiteX1" fmla="*/ 0 w 1189"/>
                  <a:gd name="connsiteY1" fmla="*/ 0 h 3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9" h="3568">
                    <a:moveTo>
                      <a:pt x="1190" y="3568"/>
                    </a:moveTo>
                    <a:cubicBezTo>
                      <a:pt x="1190" y="2379"/>
                      <a:pt x="0" y="1190"/>
                      <a:pt x="0" y="0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56D00F12-0692-4CAA-A754-423ED52220D4}"/>
                  </a:ext>
                </a:extLst>
              </p:cNvPr>
              <p:cNvSpPr/>
              <p:nvPr/>
            </p:nvSpPr>
            <p:spPr>
              <a:xfrm>
                <a:off x="3891689" y="3116397"/>
                <a:ext cx="7136" cy="4757"/>
              </a:xfrm>
              <a:custGeom>
                <a:avLst/>
                <a:gdLst>
                  <a:gd name="connsiteX0" fmla="*/ 0 w 7136"/>
                  <a:gd name="connsiteY0" fmla="*/ 4758 h 4757"/>
                  <a:gd name="connsiteX1" fmla="*/ 5947 w 7136"/>
                  <a:gd name="connsiteY1" fmla="*/ 1190 h 4757"/>
                  <a:gd name="connsiteX2" fmla="*/ 7137 w 7136"/>
                  <a:gd name="connsiteY2" fmla="*/ 0 h 4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36" h="4757">
                    <a:moveTo>
                      <a:pt x="0" y="4758"/>
                    </a:moveTo>
                    <a:cubicBezTo>
                      <a:pt x="2379" y="3568"/>
                      <a:pt x="3568" y="2379"/>
                      <a:pt x="5947" y="1190"/>
                    </a:cubicBezTo>
                    <a:cubicBezTo>
                      <a:pt x="5947" y="1190"/>
                      <a:pt x="7137" y="0"/>
                      <a:pt x="7137" y="0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53B51876-BCF3-7CB9-208E-83F53195EC26}"/>
                  </a:ext>
                </a:extLst>
              </p:cNvPr>
              <p:cNvSpPr/>
              <p:nvPr/>
            </p:nvSpPr>
            <p:spPr>
              <a:xfrm>
                <a:off x="3775125" y="3178248"/>
                <a:ext cx="4757" cy="1189"/>
              </a:xfrm>
              <a:custGeom>
                <a:avLst/>
                <a:gdLst>
                  <a:gd name="connsiteX0" fmla="*/ 4758 w 4757"/>
                  <a:gd name="connsiteY0" fmla="*/ 1189 h 1189"/>
                  <a:gd name="connsiteX1" fmla="*/ 0 w 4757"/>
                  <a:gd name="connsiteY1" fmla="*/ 0 h 1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757" h="1189">
                    <a:moveTo>
                      <a:pt x="4758" y="1189"/>
                    </a:moveTo>
                    <a:cubicBezTo>
                      <a:pt x="3568" y="1189"/>
                      <a:pt x="2379" y="0"/>
                      <a:pt x="0" y="0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6EE26B07-BDBB-29B7-BAB1-50FB873875CD}"/>
                  </a:ext>
                </a:extLst>
              </p:cNvPr>
              <p:cNvSpPr/>
              <p:nvPr/>
            </p:nvSpPr>
            <p:spPr>
              <a:xfrm>
                <a:off x="4074862" y="3124723"/>
                <a:ext cx="5947" cy="1682"/>
              </a:xfrm>
              <a:custGeom>
                <a:avLst/>
                <a:gdLst>
                  <a:gd name="connsiteX0" fmla="*/ 0 w 5947"/>
                  <a:gd name="connsiteY0" fmla="*/ 1189 h 1682"/>
                  <a:gd name="connsiteX1" fmla="*/ 5947 w 5947"/>
                  <a:gd name="connsiteY1" fmla="*/ 0 h 1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47" h="1682">
                    <a:moveTo>
                      <a:pt x="0" y="1189"/>
                    </a:moveTo>
                    <a:cubicBezTo>
                      <a:pt x="1190" y="2379"/>
                      <a:pt x="3568" y="1189"/>
                      <a:pt x="5947" y="0"/>
                    </a:cubicBezTo>
                  </a:path>
                </a:pathLst>
              </a:custGeom>
              <a:grpFill/>
              <a:ln w="11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56" name="Graphic 27">
                <a:extLst>
                  <a:ext uri="{FF2B5EF4-FFF2-40B4-BE49-F238E27FC236}">
                    <a16:creationId xmlns:a16="http://schemas.microsoft.com/office/drawing/2014/main" id="{190CC1E1-DBF3-4075-DCA7-32CEA5E24FC2}"/>
                  </a:ext>
                </a:extLst>
              </p:cNvPr>
              <p:cNvGrpSpPr/>
              <p:nvPr/>
            </p:nvGrpSpPr>
            <p:grpSpPr>
              <a:xfrm>
                <a:off x="2642231" y="1211878"/>
                <a:ext cx="6962707" cy="4864020"/>
                <a:chOff x="2642231" y="1211878"/>
                <a:chExt cx="6962707" cy="4864020"/>
              </a:xfrm>
              <a:grpFill/>
            </p:grpSpPr>
            <p:grpSp>
              <p:nvGrpSpPr>
                <p:cNvPr id="457" name="Graphic 27">
                  <a:extLst>
                    <a:ext uri="{FF2B5EF4-FFF2-40B4-BE49-F238E27FC236}">
                      <a16:creationId xmlns:a16="http://schemas.microsoft.com/office/drawing/2014/main" id="{668EC93F-1E8A-D54F-56A9-71F5D5C06918}"/>
                    </a:ext>
                  </a:extLst>
                </p:cNvPr>
                <p:cNvGrpSpPr/>
                <p:nvPr/>
              </p:nvGrpSpPr>
              <p:grpSpPr>
                <a:xfrm>
                  <a:off x="5175090" y="2350068"/>
                  <a:ext cx="221555" cy="143065"/>
                  <a:chOff x="5175090" y="2350068"/>
                  <a:chExt cx="221555" cy="143065"/>
                </a:xfrm>
                <a:grpFill/>
              </p:grpSpPr>
              <p:sp>
                <p:nvSpPr>
                  <p:cNvPr id="458" name="Freeform 457">
                    <a:extLst>
                      <a:ext uri="{FF2B5EF4-FFF2-40B4-BE49-F238E27FC236}">
                        <a16:creationId xmlns:a16="http://schemas.microsoft.com/office/drawing/2014/main" id="{BE267BAE-C934-2F93-1134-30A21ADAB21C}"/>
                      </a:ext>
                    </a:extLst>
                  </p:cNvPr>
                  <p:cNvSpPr/>
                  <p:nvPr/>
                </p:nvSpPr>
                <p:spPr>
                  <a:xfrm>
                    <a:off x="5175090" y="2350068"/>
                    <a:ext cx="221555" cy="137646"/>
                  </a:xfrm>
                  <a:custGeom>
                    <a:avLst/>
                    <a:gdLst>
                      <a:gd name="connsiteX0" fmla="*/ 212909 w 221555"/>
                      <a:gd name="connsiteY0" fmla="*/ 56236 h 137646"/>
                      <a:gd name="connsiteX1" fmla="*/ 220045 w 221555"/>
                      <a:gd name="connsiteY1" fmla="*/ 49100 h 137646"/>
                      <a:gd name="connsiteX2" fmla="*/ 206962 w 221555"/>
                      <a:gd name="connsiteY2" fmla="*/ 44342 h 137646"/>
                      <a:gd name="connsiteX3" fmla="*/ 208151 w 221555"/>
                      <a:gd name="connsiteY3" fmla="*/ 41963 h 137646"/>
                      <a:gd name="connsiteX4" fmla="*/ 201014 w 221555"/>
                      <a:gd name="connsiteY4" fmla="*/ 32448 h 137646"/>
                      <a:gd name="connsiteX5" fmla="*/ 206962 w 221555"/>
                      <a:gd name="connsiteY5" fmla="*/ 27690 h 137646"/>
                      <a:gd name="connsiteX6" fmla="*/ 203393 w 221555"/>
                      <a:gd name="connsiteY6" fmla="*/ 21743 h 137646"/>
                      <a:gd name="connsiteX7" fmla="*/ 197446 w 221555"/>
                      <a:gd name="connsiteY7" fmla="*/ 22932 h 137646"/>
                      <a:gd name="connsiteX8" fmla="*/ 192689 w 221555"/>
                      <a:gd name="connsiteY8" fmla="*/ 16985 h 137646"/>
                      <a:gd name="connsiteX9" fmla="*/ 198636 w 221555"/>
                      <a:gd name="connsiteY9" fmla="*/ 14606 h 137646"/>
                      <a:gd name="connsiteX10" fmla="*/ 198636 w 221555"/>
                      <a:gd name="connsiteY10" fmla="*/ 11038 h 137646"/>
                      <a:gd name="connsiteX11" fmla="*/ 201014 w 221555"/>
                      <a:gd name="connsiteY11" fmla="*/ 9849 h 137646"/>
                      <a:gd name="connsiteX12" fmla="*/ 201014 w 221555"/>
                      <a:gd name="connsiteY12" fmla="*/ 6280 h 137646"/>
                      <a:gd name="connsiteX13" fmla="*/ 193878 w 221555"/>
                      <a:gd name="connsiteY13" fmla="*/ 7470 h 137646"/>
                      <a:gd name="connsiteX14" fmla="*/ 185552 w 221555"/>
                      <a:gd name="connsiteY14" fmla="*/ 15796 h 137646"/>
                      <a:gd name="connsiteX15" fmla="*/ 180794 w 221555"/>
                      <a:gd name="connsiteY15" fmla="*/ 18175 h 137646"/>
                      <a:gd name="connsiteX16" fmla="*/ 181983 w 221555"/>
                      <a:gd name="connsiteY16" fmla="*/ 12227 h 137646"/>
                      <a:gd name="connsiteX17" fmla="*/ 179605 w 221555"/>
                      <a:gd name="connsiteY17" fmla="*/ 5091 h 137646"/>
                      <a:gd name="connsiteX18" fmla="*/ 173658 w 221555"/>
                      <a:gd name="connsiteY18" fmla="*/ 2712 h 137646"/>
                      <a:gd name="connsiteX19" fmla="*/ 171279 w 221555"/>
                      <a:gd name="connsiteY19" fmla="*/ 3901 h 137646"/>
                      <a:gd name="connsiteX20" fmla="*/ 167710 w 221555"/>
                      <a:gd name="connsiteY20" fmla="*/ 3901 h 137646"/>
                      <a:gd name="connsiteX21" fmla="*/ 165331 w 221555"/>
                      <a:gd name="connsiteY21" fmla="*/ 8659 h 137646"/>
                      <a:gd name="connsiteX22" fmla="*/ 166521 w 221555"/>
                      <a:gd name="connsiteY22" fmla="*/ 14606 h 137646"/>
                      <a:gd name="connsiteX23" fmla="*/ 157006 w 221555"/>
                      <a:gd name="connsiteY23" fmla="*/ 19364 h 137646"/>
                      <a:gd name="connsiteX24" fmla="*/ 153437 w 221555"/>
                      <a:gd name="connsiteY24" fmla="*/ 12227 h 137646"/>
                      <a:gd name="connsiteX25" fmla="*/ 149869 w 221555"/>
                      <a:gd name="connsiteY25" fmla="*/ 18175 h 137646"/>
                      <a:gd name="connsiteX26" fmla="*/ 145111 w 221555"/>
                      <a:gd name="connsiteY26" fmla="*/ 21743 h 137646"/>
                      <a:gd name="connsiteX27" fmla="*/ 140353 w 221555"/>
                      <a:gd name="connsiteY27" fmla="*/ 19364 h 137646"/>
                      <a:gd name="connsiteX28" fmla="*/ 135596 w 221555"/>
                      <a:gd name="connsiteY28" fmla="*/ 13417 h 137646"/>
                      <a:gd name="connsiteX29" fmla="*/ 128459 w 221555"/>
                      <a:gd name="connsiteY29" fmla="*/ 14606 h 137646"/>
                      <a:gd name="connsiteX30" fmla="*/ 130838 w 221555"/>
                      <a:gd name="connsiteY30" fmla="*/ 30069 h 137646"/>
                      <a:gd name="connsiteX31" fmla="*/ 127270 w 221555"/>
                      <a:gd name="connsiteY31" fmla="*/ 44342 h 137646"/>
                      <a:gd name="connsiteX32" fmla="*/ 127270 w 221555"/>
                      <a:gd name="connsiteY32" fmla="*/ 32448 h 137646"/>
                      <a:gd name="connsiteX33" fmla="*/ 122512 w 221555"/>
                      <a:gd name="connsiteY33" fmla="*/ 20553 h 137646"/>
                      <a:gd name="connsiteX34" fmla="*/ 114186 w 221555"/>
                      <a:gd name="connsiteY34" fmla="*/ 14606 h 137646"/>
                      <a:gd name="connsiteX35" fmla="*/ 105860 w 221555"/>
                      <a:gd name="connsiteY35" fmla="*/ 21743 h 137646"/>
                      <a:gd name="connsiteX36" fmla="*/ 105860 w 221555"/>
                      <a:gd name="connsiteY36" fmla="*/ 30069 h 137646"/>
                      <a:gd name="connsiteX37" fmla="*/ 99912 w 221555"/>
                      <a:gd name="connsiteY37" fmla="*/ 36016 h 137646"/>
                      <a:gd name="connsiteX38" fmla="*/ 98723 w 221555"/>
                      <a:gd name="connsiteY38" fmla="*/ 27690 h 137646"/>
                      <a:gd name="connsiteX39" fmla="*/ 90397 w 221555"/>
                      <a:gd name="connsiteY39" fmla="*/ 13417 h 137646"/>
                      <a:gd name="connsiteX40" fmla="*/ 86829 w 221555"/>
                      <a:gd name="connsiteY40" fmla="*/ 19364 h 137646"/>
                      <a:gd name="connsiteX41" fmla="*/ 86829 w 221555"/>
                      <a:gd name="connsiteY41" fmla="*/ 26501 h 137646"/>
                      <a:gd name="connsiteX42" fmla="*/ 86829 w 221555"/>
                      <a:gd name="connsiteY42" fmla="*/ 43153 h 137646"/>
                      <a:gd name="connsiteX43" fmla="*/ 82071 w 221555"/>
                      <a:gd name="connsiteY43" fmla="*/ 41963 h 137646"/>
                      <a:gd name="connsiteX44" fmla="*/ 76124 w 221555"/>
                      <a:gd name="connsiteY44" fmla="*/ 44342 h 137646"/>
                      <a:gd name="connsiteX45" fmla="*/ 72556 w 221555"/>
                      <a:gd name="connsiteY45" fmla="*/ 51479 h 137646"/>
                      <a:gd name="connsiteX46" fmla="*/ 68987 w 221555"/>
                      <a:gd name="connsiteY46" fmla="*/ 58615 h 137646"/>
                      <a:gd name="connsiteX47" fmla="*/ 63040 w 221555"/>
                      <a:gd name="connsiteY47" fmla="*/ 50289 h 137646"/>
                      <a:gd name="connsiteX48" fmla="*/ 67798 w 221555"/>
                      <a:gd name="connsiteY48" fmla="*/ 44342 h 137646"/>
                      <a:gd name="connsiteX49" fmla="*/ 64229 w 221555"/>
                      <a:gd name="connsiteY49" fmla="*/ 37206 h 137646"/>
                      <a:gd name="connsiteX50" fmla="*/ 64229 w 221555"/>
                      <a:gd name="connsiteY50" fmla="*/ 30069 h 137646"/>
                      <a:gd name="connsiteX51" fmla="*/ 68987 w 221555"/>
                      <a:gd name="connsiteY51" fmla="*/ 24122 h 137646"/>
                      <a:gd name="connsiteX52" fmla="*/ 67798 w 221555"/>
                      <a:gd name="connsiteY52" fmla="*/ 18175 h 137646"/>
                      <a:gd name="connsiteX53" fmla="*/ 65419 w 221555"/>
                      <a:gd name="connsiteY53" fmla="*/ 15796 h 137646"/>
                      <a:gd name="connsiteX54" fmla="*/ 61851 w 221555"/>
                      <a:gd name="connsiteY54" fmla="*/ 18175 h 137646"/>
                      <a:gd name="connsiteX55" fmla="*/ 59472 w 221555"/>
                      <a:gd name="connsiteY55" fmla="*/ 13417 h 137646"/>
                      <a:gd name="connsiteX56" fmla="*/ 54714 w 221555"/>
                      <a:gd name="connsiteY56" fmla="*/ 11038 h 137646"/>
                      <a:gd name="connsiteX57" fmla="*/ 49956 w 221555"/>
                      <a:gd name="connsiteY57" fmla="*/ 333 h 137646"/>
                      <a:gd name="connsiteX58" fmla="*/ 44009 w 221555"/>
                      <a:gd name="connsiteY58" fmla="*/ 1523 h 137646"/>
                      <a:gd name="connsiteX59" fmla="*/ 36873 w 221555"/>
                      <a:gd name="connsiteY59" fmla="*/ 333 h 137646"/>
                      <a:gd name="connsiteX60" fmla="*/ 35683 w 221555"/>
                      <a:gd name="connsiteY60" fmla="*/ 7470 h 137646"/>
                      <a:gd name="connsiteX61" fmla="*/ 41630 w 221555"/>
                      <a:gd name="connsiteY61" fmla="*/ 6280 h 137646"/>
                      <a:gd name="connsiteX62" fmla="*/ 47577 w 221555"/>
                      <a:gd name="connsiteY62" fmla="*/ 8659 h 137646"/>
                      <a:gd name="connsiteX63" fmla="*/ 40441 w 221555"/>
                      <a:gd name="connsiteY63" fmla="*/ 8659 h 137646"/>
                      <a:gd name="connsiteX64" fmla="*/ 40441 w 221555"/>
                      <a:gd name="connsiteY64" fmla="*/ 11038 h 137646"/>
                      <a:gd name="connsiteX65" fmla="*/ 48767 w 221555"/>
                      <a:gd name="connsiteY65" fmla="*/ 24122 h 137646"/>
                      <a:gd name="connsiteX66" fmla="*/ 45198 w 221555"/>
                      <a:gd name="connsiteY66" fmla="*/ 19364 h 137646"/>
                      <a:gd name="connsiteX67" fmla="*/ 41630 w 221555"/>
                      <a:gd name="connsiteY67" fmla="*/ 18175 h 137646"/>
                      <a:gd name="connsiteX68" fmla="*/ 36873 w 221555"/>
                      <a:gd name="connsiteY68" fmla="*/ 20553 h 137646"/>
                      <a:gd name="connsiteX69" fmla="*/ 27357 w 221555"/>
                      <a:gd name="connsiteY69" fmla="*/ 9849 h 137646"/>
                      <a:gd name="connsiteX70" fmla="*/ 27357 w 221555"/>
                      <a:gd name="connsiteY70" fmla="*/ 16985 h 137646"/>
                      <a:gd name="connsiteX71" fmla="*/ 19031 w 221555"/>
                      <a:gd name="connsiteY71" fmla="*/ 15796 h 137646"/>
                      <a:gd name="connsiteX72" fmla="*/ 24978 w 221555"/>
                      <a:gd name="connsiteY72" fmla="*/ 24122 h 137646"/>
                      <a:gd name="connsiteX73" fmla="*/ 17842 w 221555"/>
                      <a:gd name="connsiteY73" fmla="*/ 24122 h 137646"/>
                      <a:gd name="connsiteX74" fmla="*/ 22599 w 221555"/>
                      <a:gd name="connsiteY74" fmla="*/ 28879 h 137646"/>
                      <a:gd name="connsiteX75" fmla="*/ 20221 w 221555"/>
                      <a:gd name="connsiteY75" fmla="*/ 34827 h 137646"/>
                      <a:gd name="connsiteX76" fmla="*/ 13084 w 221555"/>
                      <a:gd name="connsiteY76" fmla="*/ 28879 h 137646"/>
                      <a:gd name="connsiteX77" fmla="*/ 8326 w 221555"/>
                      <a:gd name="connsiteY77" fmla="*/ 33637 h 137646"/>
                      <a:gd name="connsiteX78" fmla="*/ 11894 w 221555"/>
                      <a:gd name="connsiteY78" fmla="*/ 36016 h 137646"/>
                      <a:gd name="connsiteX79" fmla="*/ 13084 w 221555"/>
                      <a:gd name="connsiteY79" fmla="*/ 40774 h 137646"/>
                      <a:gd name="connsiteX80" fmla="*/ 2379 w 221555"/>
                      <a:gd name="connsiteY80" fmla="*/ 36016 h 137646"/>
                      <a:gd name="connsiteX81" fmla="*/ 1190 w 221555"/>
                      <a:gd name="connsiteY81" fmla="*/ 39584 h 137646"/>
                      <a:gd name="connsiteX82" fmla="*/ 8326 w 221555"/>
                      <a:gd name="connsiteY82" fmla="*/ 45532 h 137646"/>
                      <a:gd name="connsiteX83" fmla="*/ 19031 w 221555"/>
                      <a:gd name="connsiteY83" fmla="*/ 44342 h 137646"/>
                      <a:gd name="connsiteX84" fmla="*/ 29736 w 221555"/>
                      <a:gd name="connsiteY84" fmla="*/ 37206 h 137646"/>
                      <a:gd name="connsiteX85" fmla="*/ 30925 w 221555"/>
                      <a:gd name="connsiteY85" fmla="*/ 40774 h 137646"/>
                      <a:gd name="connsiteX86" fmla="*/ 34494 w 221555"/>
                      <a:gd name="connsiteY86" fmla="*/ 39584 h 137646"/>
                      <a:gd name="connsiteX87" fmla="*/ 39251 w 221555"/>
                      <a:gd name="connsiteY87" fmla="*/ 44342 h 137646"/>
                      <a:gd name="connsiteX88" fmla="*/ 45198 w 221555"/>
                      <a:gd name="connsiteY88" fmla="*/ 41963 h 137646"/>
                      <a:gd name="connsiteX89" fmla="*/ 51146 w 221555"/>
                      <a:gd name="connsiteY89" fmla="*/ 45532 h 137646"/>
                      <a:gd name="connsiteX90" fmla="*/ 59472 w 221555"/>
                      <a:gd name="connsiteY90" fmla="*/ 47910 h 137646"/>
                      <a:gd name="connsiteX91" fmla="*/ 54714 w 221555"/>
                      <a:gd name="connsiteY91" fmla="*/ 50289 h 137646"/>
                      <a:gd name="connsiteX92" fmla="*/ 41630 w 221555"/>
                      <a:gd name="connsiteY92" fmla="*/ 56236 h 137646"/>
                      <a:gd name="connsiteX93" fmla="*/ 55904 w 221555"/>
                      <a:gd name="connsiteY93" fmla="*/ 53858 h 137646"/>
                      <a:gd name="connsiteX94" fmla="*/ 54714 w 221555"/>
                      <a:gd name="connsiteY94" fmla="*/ 60994 h 137646"/>
                      <a:gd name="connsiteX95" fmla="*/ 45198 w 221555"/>
                      <a:gd name="connsiteY95" fmla="*/ 62184 h 137646"/>
                      <a:gd name="connsiteX96" fmla="*/ 36873 w 221555"/>
                      <a:gd name="connsiteY96" fmla="*/ 63373 h 137646"/>
                      <a:gd name="connsiteX97" fmla="*/ 32115 w 221555"/>
                      <a:gd name="connsiteY97" fmla="*/ 57426 h 137646"/>
                      <a:gd name="connsiteX98" fmla="*/ 28546 w 221555"/>
                      <a:gd name="connsiteY98" fmla="*/ 63373 h 137646"/>
                      <a:gd name="connsiteX99" fmla="*/ 20221 w 221555"/>
                      <a:gd name="connsiteY99" fmla="*/ 63373 h 137646"/>
                      <a:gd name="connsiteX100" fmla="*/ 16652 w 221555"/>
                      <a:gd name="connsiteY100" fmla="*/ 65752 h 137646"/>
                      <a:gd name="connsiteX101" fmla="*/ 13084 w 221555"/>
                      <a:gd name="connsiteY101" fmla="*/ 63373 h 137646"/>
                      <a:gd name="connsiteX102" fmla="*/ 5947 w 221555"/>
                      <a:gd name="connsiteY102" fmla="*/ 64562 h 137646"/>
                      <a:gd name="connsiteX103" fmla="*/ 7137 w 221555"/>
                      <a:gd name="connsiteY103" fmla="*/ 69320 h 137646"/>
                      <a:gd name="connsiteX104" fmla="*/ 8326 w 221555"/>
                      <a:gd name="connsiteY104" fmla="*/ 74078 h 137646"/>
                      <a:gd name="connsiteX105" fmla="*/ 17842 w 221555"/>
                      <a:gd name="connsiteY105" fmla="*/ 74078 h 137646"/>
                      <a:gd name="connsiteX106" fmla="*/ 28546 w 221555"/>
                      <a:gd name="connsiteY106" fmla="*/ 75268 h 137646"/>
                      <a:gd name="connsiteX107" fmla="*/ 39251 w 221555"/>
                      <a:gd name="connsiteY107" fmla="*/ 76457 h 137646"/>
                      <a:gd name="connsiteX108" fmla="*/ 36873 w 221555"/>
                      <a:gd name="connsiteY108" fmla="*/ 80025 h 137646"/>
                      <a:gd name="connsiteX109" fmla="*/ 42820 w 221555"/>
                      <a:gd name="connsiteY109" fmla="*/ 87162 h 137646"/>
                      <a:gd name="connsiteX110" fmla="*/ 52335 w 221555"/>
                      <a:gd name="connsiteY110" fmla="*/ 85972 h 137646"/>
                      <a:gd name="connsiteX111" fmla="*/ 48767 w 221555"/>
                      <a:gd name="connsiteY111" fmla="*/ 90730 h 137646"/>
                      <a:gd name="connsiteX112" fmla="*/ 44009 w 221555"/>
                      <a:gd name="connsiteY112" fmla="*/ 93109 h 137646"/>
                      <a:gd name="connsiteX113" fmla="*/ 52335 w 221555"/>
                      <a:gd name="connsiteY113" fmla="*/ 91920 h 137646"/>
                      <a:gd name="connsiteX114" fmla="*/ 60661 w 221555"/>
                      <a:gd name="connsiteY114" fmla="*/ 95488 h 137646"/>
                      <a:gd name="connsiteX115" fmla="*/ 52335 w 221555"/>
                      <a:gd name="connsiteY115" fmla="*/ 96677 h 137646"/>
                      <a:gd name="connsiteX116" fmla="*/ 44009 w 221555"/>
                      <a:gd name="connsiteY116" fmla="*/ 99056 h 137646"/>
                      <a:gd name="connsiteX117" fmla="*/ 42820 w 221555"/>
                      <a:gd name="connsiteY117" fmla="*/ 101435 h 137646"/>
                      <a:gd name="connsiteX118" fmla="*/ 36873 w 221555"/>
                      <a:gd name="connsiteY118" fmla="*/ 105003 h 137646"/>
                      <a:gd name="connsiteX119" fmla="*/ 32115 w 221555"/>
                      <a:gd name="connsiteY119" fmla="*/ 100246 h 137646"/>
                      <a:gd name="connsiteX120" fmla="*/ 28546 w 221555"/>
                      <a:gd name="connsiteY120" fmla="*/ 113329 h 137646"/>
                      <a:gd name="connsiteX121" fmla="*/ 40441 w 221555"/>
                      <a:gd name="connsiteY121" fmla="*/ 118087 h 137646"/>
                      <a:gd name="connsiteX122" fmla="*/ 48767 w 221555"/>
                      <a:gd name="connsiteY122" fmla="*/ 119277 h 137646"/>
                      <a:gd name="connsiteX123" fmla="*/ 54714 w 221555"/>
                      <a:gd name="connsiteY123" fmla="*/ 115708 h 137646"/>
                      <a:gd name="connsiteX124" fmla="*/ 58282 w 221555"/>
                      <a:gd name="connsiteY124" fmla="*/ 118087 h 137646"/>
                      <a:gd name="connsiteX125" fmla="*/ 61851 w 221555"/>
                      <a:gd name="connsiteY125" fmla="*/ 116898 h 137646"/>
                      <a:gd name="connsiteX126" fmla="*/ 70177 w 221555"/>
                      <a:gd name="connsiteY126" fmla="*/ 118087 h 137646"/>
                      <a:gd name="connsiteX127" fmla="*/ 79692 w 221555"/>
                      <a:gd name="connsiteY127" fmla="*/ 129981 h 137646"/>
                      <a:gd name="connsiteX128" fmla="*/ 86829 w 221555"/>
                      <a:gd name="connsiteY128" fmla="*/ 127603 h 137646"/>
                      <a:gd name="connsiteX129" fmla="*/ 95155 w 221555"/>
                      <a:gd name="connsiteY129" fmla="*/ 132360 h 137646"/>
                      <a:gd name="connsiteX130" fmla="*/ 99912 w 221555"/>
                      <a:gd name="connsiteY130" fmla="*/ 132360 h 137646"/>
                      <a:gd name="connsiteX131" fmla="*/ 103481 w 221555"/>
                      <a:gd name="connsiteY131" fmla="*/ 134739 h 137646"/>
                      <a:gd name="connsiteX132" fmla="*/ 111807 w 221555"/>
                      <a:gd name="connsiteY132" fmla="*/ 137118 h 137646"/>
                      <a:gd name="connsiteX133" fmla="*/ 120133 w 221555"/>
                      <a:gd name="connsiteY133" fmla="*/ 137118 h 137646"/>
                      <a:gd name="connsiteX134" fmla="*/ 121323 w 221555"/>
                      <a:gd name="connsiteY134" fmla="*/ 127603 h 137646"/>
                      <a:gd name="connsiteX135" fmla="*/ 132027 w 221555"/>
                      <a:gd name="connsiteY135" fmla="*/ 129981 h 137646"/>
                      <a:gd name="connsiteX136" fmla="*/ 141543 w 221555"/>
                      <a:gd name="connsiteY136" fmla="*/ 120466 h 137646"/>
                      <a:gd name="connsiteX137" fmla="*/ 152248 w 221555"/>
                      <a:gd name="connsiteY137" fmla="*/ 119277 h 137646"/>
                      <a:gd name="connsiteX138" fmla="*/ 160574 w 221555"/>
                      <a:gd name="connsiteY138" fmla="*/ 118087 h 137646"/>
                      <a:gd name="connsiteX139" fmla="*/ 167710 w 221555"/>
                      <a:gd name="connsiteY139" fmla="*/ 113329 h 137646"/>
                      <a:gd name="connsiteX140" fmla="*/ 181983 w 221555"/>
                      <a:gd name="connsiteY140" fmla="*/ 103814 h 137646"/>
                      <a:gd name="connsiteX141" fmla="*/ 191499 w 221555"/>
                      <a:gd name="connsiteY141" fmla="*/ 101435 h 137646"/>
                      <a:gd name="connsiteX142" fmla="*/ 195067 w 221555"/>
                      <a:gd name="connsiteY142" fmla="*/ 93109 h 137646"/>
                      <a:gd name="connsiteX143" fmla="*/ 196257 w 221555"/>
                      <a:gd name="connsiteY143" fmla="*/ 93109 h 137646"/>
                      <a:gd name="connsiteX144" fmla="*/ 204583 w 221555"/>
                      <a:gd name="connsiteY144" fmla="*/ 99056 h 137646"/>
                      <a:gd name="connsiteX145" fmla="*/ 205772 w 221555"/>
                      <a:gd name="connsiteY145" fmla="*/ 88351 h 137646"/>
                      <a:gd name="connsiteX146" fmla="*/ 208151 w 221555"/>
                      <a:gd name="connsiteY146" fmla="*/ 84783 h 137646"/>
                      <a:gd name="connsiteX147" fmla="*/ 206962 w 221555"/>
                      <a:gd name="connsiteY147" fmla="*/ 80025 h 137646"/>
                      <a:gd name="connsiteX148" fmla="*/ 214098 w 221555"/>
                      <a:gd name="connsiteY148" fmla="*/ 85972 h 137646"/>
                      <a:gd name="connsiteX149" fmla="*/ 220045 w 221555"/>
                      <a:gd name="connsiteY149" fmla="*/ 84783 h 137646"/>
                      <a:gd name="connsiteX150" fmla="*/ 217666 w 221555"/>
                      <a:gd name="connsiteY150" fmla="*/ 72889 h 137646"/>
                      <a:gd name="connsiteX151" fmla="*/ 216477 w 221555"/>
                      <a:gd name="connsiteY151" fmla="*/ 65752 h 137646"/>
                      <a:gd name="connsiteX152" fmla="*/ 212909 w 221555"/>
                      <a:gd name="connsiteY152" fmla="*/ 56236 h 1376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</a:cxnLst>
                    <a:rect l="l" t="t" r="r" b="b"/>
                    <a:pathLst>
                      <a:path w="221555" h="137646">
                        <a:moveTo>
                          <a:pt x="212909" y="56236"/>
                        </a:moveTo>
                        <a:cubicBezTo>
                          <a:pt x="215288" y="52668"/>
                          <a:pt x="224803" y="56236"/>
                          <a:pt x="220045" y="49100"/>
                        </a:cubicBezTo>
                        <a:cubicBezTo>
                          <a:pt x="217666" y="45532"/>
                          <a:pt x="210530" y="45532"/>
                          <a:pt x="206962" y="44342"/>
                        </a:cubicBezTo>
                        <a:cubicBezTo>
                          <a:pt x="206962" y="43153"/>
                          <a:pt x="206962" y="43153"/>
                          <a:pt x="208151" y="41963"/>
                        </a:cubicBezTo>
                        <a:cubicBezTo>
                          <a:pt x="205772" y="39584"/>
                          <a:pt x="195067" y="39584"/>
                          <a:pt x="201014" y="32448"/>
                        </a:cubicBezTo>
                        <a:cubicBezTo>
                          <a:pt x="202204" y="30069"/>
                          <a:pt x="205772" y="31258"/>
                          <a:pt x="206962" y="27690"/>
                        </a:cubicBezTo>
                        <a:cubicBezTo>
                          <a:pt x="208151" y="24122"/>
                          <a:pt x="205772" y="22932"/>
                          <a:pt x="203393" y="21743"/>
                        </a:cubicBezTo>
                        <a:cubicBezTo>
                          <a:pt x="201014" y="19364"/>
                          <a:pt x="199825" y="24122"/>
                          <a:pt x="197446" y="22932"/>
                        </a:cubicBezTo>
                        <a:cubicBezTo>
                          <a:pt x="195067" y="21743"/>
                          <a:pt x="191499" y="19364"/>
                          <a:pt x="192689" y="16985"/>
                        </a:cubicBezTo>
                        <a:cubicBezTo>
                          <a:pt x="195067" y="14606"/>
                          <a:pt x="196257" y="16985"/>
                          <a:pt x="198636" y="14606"/>
                        </a:cubicBezTo>
                        <a:cubicBezTo>
                          <a:pt x="198636" y="13417"/>
                          <a:pt x="198636" y="12227"/>
                          <a:pt x="198636" y="11038"/>
                        </a:cubicBezTo>
                        <a:cubicBezTo>
                          <a:pt x="199825" y="9849"/>
                          <a:pt x="201014" y="9849"/>
                          <a:pt x="201014" y="9849"/>
                        </a:cubicBezTo>
                        <a:cubicBezTo>
                          <a:pt x="202204" y="8659"/>
                          <a:pt x="204583" y="7470"/>
                          <a:pt x="201014" y="6280"/>
                        </a:cubicBezTo>
                        <a:cubicBezTo>
                          <a:pt x="198636" y="5091"/>
                          <a:pt x="196257" y="6280"/>
                          <a:pt x="193878" y="7470"/>
                        </a:cubicBezTo>
                        <a:cubicBezTo>
                          <a:pt x="190310" y="9849"/>
                          <a:pt x="187931" y="13417"/>
                          <a:pt x="185552" y="15796"/>
                        </a:cubicBezTo>
                        <a:cubicBezTo>
                          <a:pt x="184362" y="16985"/>
                          <a:pt x="183173" y="20553"/>
                          <a:pt x="180794" y="18175"/>
                        </a:cubicBezTo>
                        <a:cubicBezTo>
                          <a:pt x="178415" y="16985"/>
                          <a:pt x="181983" y="14606"/>
                          <a:pt x="181983" y="12227"/>
                        </a:cubicBezTo>
                        <a:cubicBezTo>
                          <a:pt x="181983" y="8659"/>
                          <a:pt x="181983" y="7470"/>
                          <a:pt x="179605" y="5091"/>
                        </a:cubicBezTo>
                        <a:cubicBezTo>
                          <a:pt x="177226" y="2712"/>
                          <a:pt x="174847" y="2712"/>
                          <a:pt x="173658" y="2712"/>
                        </a:cubicBezTo>
                        <a:cubicBezTo>
                          <a:pt x="172468" y="2712"/>
                          <a:pt x="172468" y="3901"/>
                          <a:pt x="171279" y="3901"/>
                        </a:cubicBezTo>
                        <a:cubicBezTo>
                          <a:pt x="170089" y="3901"/>
                          <a:pt x="167710" y="3901"/>
                          <a:pt x="167710" y="3901"/>
                        </a:cubicBezTo>
                        <a:cubicBezTo>
                          <a:pt x="166521" y="5091"/>
                          <a:pt x="166521" y="7470"/>
                          <a:pt x="165331" y="8659"/>
                        </a:cubicBezTo>
                        <a:cubicBezTo>
                          <a:pt x="165331" y="11038"/>
                          <a:pt x="167710" y="13417"/>
                          <a:pt x="166521" y="14606"/>
                        </a:cubicBezTo>
                        <a:cubicBezTo>
                          <a:pt x="162953" y="16985"/>
                          <a:pt x="160574" y="20553"/>
                          <a:pt x="157006" y="19364"/>
                        </a:cubicBezTo>
                        <a:cubicBezTo>
                          <a:pt x="154627" y="18175"/>
                          <a:pt x="155816" y="13417"/>
                          <a:pt x="153437" y="12227"/>
                        </a:cubicBezTo>
                        <a:cubicBezTo>
                          <a:pt x="151058" y="12227"/>
                          <a:pt x="151058" y="16985"/>
                          <a:pt x="149869" y="18175"/>
                        </a:cubicBezTo>
                        <a:cubicBezTo>
                          <a:pt x="148679" y="19364"/>
                          <a:pt x="146300" y="21743"/>
                          <a:pt x="145111" y="21743"/>
                        </a:cubicBezTo>
                        <a:cubicBezTo>
                          <a:pt x="140353" y="22932"/>
                          <a:pt x="141543" y="21743"/>
                          <a:pt x="140353" y="19364"/>
                        </a:cubicBezTo>
                        <a:cubicBezTo>
                          <a:pt x="139164" y="18175"/>
                          <a:pt x="137975" y="14606"/>
                          <a:pt x="135596" y="13417"/>
                        </a:cubicBezTo>
                        <a:cubicBezTo>
                          <a:pt x="134406" y="13417"/>
                          <a:pt x="129648" y="14606"/>
                          <a:pt x="128459" y="14606"/>
                        </a:cubicBezTo>
                        <a:cubicBezTo>
                          <a:pt x="126080" y="20553"/>
                          <a:pt x="128459" y="24122"/>
                          <a:pt x="130838" y="30069"/>
                        </a:cubicBezTo>
                        <a:cubicBezTo>
                          <a:pt x="132027" y="33637"/>
                          <a:pt x="129648" y="40774"/>
                          <a:pt x="127270" y="44342"/>
                        </a:cubicBezTo>
                        <a:cubicBezTo>
                          <a:pt x="126080" y="40774"/>
                          <a:pt x="128459" y="36016"/>
                          <a:pt x="127270" y="32448"/>
                        </a:cubicBezTo>
                        <a:cubicBezTo>
                          <a:pt x="124891" y="27690"/>
                          <a:pt x="123701" y="25311"/>
                          <a:pt x="122512" y="20553"/>
                        </a:cubicBezTo>
                        <a:cubicBezTo>
                          <a:pt x="121323" y="15796"/>
                          <a:pt x="120133" y="11038"/>
                          <a:pt x="114186" y="14606"/>
                        </a:cubicBezTo>
                        <a:cubicBezTo>
                          <a:pt x="110617" y="16985"/>
                          <a:pt x="109428" y="20553"/>
                          <a:pt x="105860" y="21743"/>
                        </a:cubicBezTo>
                        <a:cubicBezTo>
                          <a:pt x="104670" y="24122"/>
                          <a:pt x="107049" y="26501"/>
                          <a:pt x="105860" y="30069"/>
                        </a:cubicBezTo>
                        <a:cubicBezTo>
                          <a:pt x="104670" y="32448"/>
                          <a:pt x="102291" y="34827"/>
                          <a:pt x="99912" y="36016"/>
                        </a:cubicBezTo>
                        <a:cubicBezTo>
                          <a:pt x="97534" y="34827"/>
                          <a:pt x="98723" y="30069"/>
                          <a:pt x="98723" y="27690"/>
                        </a:cubicBezTo>
                        <a:cubicBezTo>
                          <a:pt x="91587" y="26501"/>
                          <a:pt x="99912" y="12227"/>
                          <a:pt x="90397" y="13417"/>
                        </a:cubicBezTo>
                        <a:cubicBezTo>
                          <a:pt x="89208" y="15796"/>
                          <a:pt x="88018" y="16985"/>
                          <a:pt x="86829" y="19364"/>
                        </a:cubicBezTo>
                        <a:cubicBezTo>
                          <a:pt x="84450" y="22932"/>
                          <a:pt x="85639" y="22932"/>
                          <a:pt x="86829" y="26501"/>
                        </a:cubicBezTo>
                        <a:cubicBezTo>
                          <a:pt x="88018" y="31258"/>
                          <a:pt x="90397" y="38395"/>
                          <a:pt x="86829" y="43153"/>
                        </a:cubicBezTo>
                        <a:cubicBezTo>
                          <a:pt x="83260" y="47910"/>
                          <a:pt x="84450" y="44342"/>
                          <a:pt x="82071" y="41963"/>
                        </a:cubicBezTo>
                        <a:cubicBezTo>
                          <a:pt x="79692" y="39584"/>
                          <a:pt x="78503" y="40774"/>
                          <a:pt x="76124" y="44342"/>
                        </a:cubicBezTo>
                        <a:cubicBezTo>
                          <a:pt x="74934" y="46721"/>
                          <a:pt x="72556" y="49100"/>
                          <a:pt x="72556" y="51479"/>
                        </a:cubicBezTo>
                        <a:cubicBezTo>
                          <a:pt x="71366" y="53858"/>
                          <a:pt x="72556" y="58615"/>
                          <a:pt x="68987" y="58615"/>
                        </a:cubicBezTo>
                        <a:cubicBezTo>
                          <a:pt x="68987" y="53858"/>
                          <a:pt x="65419" y="53858"/>
                          <a:pt x="63040" y="50289"/>
                        </a:cubicBezTo>
                        <a:cubicBezTo>
                          <a:pt x="61851" y="47910"/>
                          <a:pt x="66608" y="46721"/>
                          <a:pt x="67798" y="44342"/>
                        </a:cubicBezTo>
                        <a:cubicBezTo>
                          <a:pt x="70177" y="40774"/>
                          <a:pt x="66608" y="40774"/>
                          <a:pt x="64229" y="37206"/>
                        </a:cubicBezTo>
                        <a:cubicBezTo>
                          <a:pt x="61851" y="34827"/>
                          <a:pt x="61851" y="32448"/>
                          <a:pt x="64229" y="30069"/>
                        </a:cubicBezTo>
                        <a:cubicBezTo>
                          <a:pt x="66608" y="27690"/>
                          <a:pt x="70177" y="27690"/>
                          <a:pt x="68987" y="24122"/>
                        </a:cubicBezTo>
                        <a:cubicBezTo>
                          <a:pt x="67798" y="21743"/>
                          <a:pt x="66608" y="22932"/>
                          <a:pt x="67798" y="18175"/>
                        </a:cubicBezTo>
                        <a:cubicBezTo>
                          <a:pt x="67798" y="16985"/>
                          <a:pt x="66608" y="15796"/>
                          <a:pt x="65419" y="15796"/>
                        </a:cubicBezTo>
                        <a:cubicBezTo>
                          <a:pt x="64229" y="15796"/>
                          <a:pt x="63040" y="18175"/>
                          <a:pt x="61851" y="18175"/>
                        </a:cubicBezTo>
                        <a:cubicBezTo>
                          <a:pt x="60661" y="16985"/>
                          <a:pt x="60661" y="14606"/>
                          <a:pt x="59472" y="13417"/>
                        </a:cubicBezTo>
                        <a:cubicBezTo>
                          <a:pt x="58282" y="12227"/>
                          <a:pt x="57093" y="12227"/>
                          <a:pt x="54714" y="11038"/>
                        </a:cubicBezTo>
                        <a:cubicBezTo>
                          <a:pt x="52335" y="8659"/>
                          <a:pt x="54714" y="1523"/>
                          <a:pt x="49956" y="333"/>
                        </a:cubicBezTo>
                        <a:cubicBezTo>
                          <a:pt x="48767" y="333"/>
                          <a:pt x="45198" y="1523"/>
                          <a:pt x="44009" y="1523"/>
                        </a:cubicBezTo>
                        <a:cubicBezTo>
                          <a:pt x="41630" y="1523"/>
                          <a:pt x="39251" y="-856"/>
                          <a:pt x="36873" y="333"/>
                        </a:cubicBezTo>
                        <a:cubicBezTo>
                          <a:pt x="30925" y="333"/>
                          <a:pt x="30925" y="7470"/>
                          <a:pt x="35683" y="7470"/>
                        </a:cubicBezTo>
                        <a:cubicBezTo>
                          <a:pt x="39251" y="6280"/>
                          <a:pt x="39251" y="6280"/>
                          <a:pt x="41630" y="6280"/>
                        </a:cubicBezTo>
                        <a:cubicBezTo>
                          <a:pt x="42820" y="6280"/>
                          <a:pt x="47577" y="7470"/>
                          <a:pt x="47577" y="8659"/>
                        </a:cubicBezTo>
                        <a:cubicBezTo>
                          <a:pt x="47577" y="12227"/>
                          <a:pt x="42820" y="9849"/>
                          <a:pt x="40441" y="8659"/>
                        </a:cubicBezTo>
                        <a:cubicBezTo>
                          <a:pt x="35683" y="8659"/>
                          <a:pt x="36873" y="8659"/>
                          <a:pt x="40441" y="11038"/>
                        </a:cubicBezTo>
                        <a:cubicBezTo>
                          <a:pt x="45198" y="14606"/>
                          <a:pt x="52335" y="19364"/>
                          <a:pt x="48767" y="24122"/>
                        </a:cubicBezTo>
                        <a:cubicBezTo>
                          <a:pt x="46388" y="26501"/>
                          <a:pt x="46388" y="20553"/>
                          <a:pt x="45198" y="19364"/>
                        </a:cubicBezTo>
                        <a:cubicBezTo>
                          <a:pt x="44009" y="18175"/>
                          <a:pt x="42820" y="18175"/>
                          <a:pt x="41630" y="18175"/>
                        </a:cubicBezTo>
                        <a:cubicBezTo>
                          <a:pt x="39251" y="18175"/>
                          <a:pt x="38062" y="21743"/>
                          <a:pt x="36873" y="20553"/>
                        </a:cubicBezTo>
                        <a:cubicBezTo>
                          <a:pt x="34494" y="18175"/>
                          <a:pt x="30925" y="11038"/>
                          <a:pt x="27357" y="9849"/>
                        </a:cubicBezTo>
                        <a:cubicBezTo>
                          <a:pt x="24978" y="8659"/>
                          <a:pt x="29736" y="15796"/>
                          <a:pt x="27357" y="16985"/>
                        </a:cubicBezTo>
                        <a:cubicBezTo>
                          <a:pt x="24978" y="19364"/>
                          <a:pt x="16652" y="9849"/>
                          <a:pt x="19031" y="15796"/>
                        </a:cubicBezTo>
                        <a:cubicBezTo>
                          <a:pt x="20221" y="20553"/>
                          <a:pt x="28546" y="22932"/>
                          <a:pt x="24978" y="24122"/>
                        </a:cubicBezTo>
                        <a:cubicBezTo>
                          <a:pt x="22599" y="25311"/>
                          <a:pt x="21410" y="24122"/>
                          <a:pt x="17842" y="24122"/>
                        </a:cubicBezTo>
                        <a:cubicBezTo>
                          <a:pt x="13084" y="25311"/>
                          <a:pt x="20221" y="26501"/>
                          <a:pt x="22599" y="28879"/>
                        </a:cubicBezTo>
                        <a:cubicBezTo>
                          <a:pt x="24978" y="30069"/>
                          <a:pt x="22599" y="36016"/>
                          <a:pt x="20221" y="34827"/>
                        </a:cubicBezTo>
                        <a:cubicBezTo>
                          <a:pt x="17842" y="34827"/>
                          <a:pt x="15463" y="28879"/>
                          <a:pt x="13084" y="28879"/>
                        </a:cubicBezTo>
                        <a:cubicBezTo>
                          <a:pt x="9515" y="27690"/>
                          <a:pt x="7137" y="30069"/>
                          <a:pt x="8326" y="33637"/>
                        </a:cubicBezTo>
                        <a:cubicBezTo>
                          <a:pt x="8326" y="34827"/>
                          <a:pt x="10705" y="34827"/>
                          <a:pt x="11894" y="36016"/>
                        </a:cubicBezTo>
                        <a:cubicBezTo>
                          <a:pt x="13084" y="37206"/>
                          <a:pt x="13084" y="38395"/>
                          <a:pt x="13084" y="40774"/>
                        </a:cubicBezTo>
                        <a:cubicBezTo>
                          <a:pt x="11894" y="45532"/>
                          <a:pt x="8326" y="36016"/>
                          <a:pt x="2379" y="36016"/>
                        </a:cubicBezTo>
                        <a:cubicBezTo>
                          <a:pt x="-1190" y="36016"/>
                          <a:pt x="0" y="37206"/>
                          <a:pt x="1190" y="39584"/>
                        </a:cubicBezTo>
                        <a:cubicBezTo>
                          <a:pt x="2379" y="41963"/>
                          <a:pt x="4758" y="44342"/>
                          <a:pt x="8326" y="45532"/>
                        </a:cubicBezTo>
                        <a:cubicBezTo>
                          <a:pt x="11894" y="47910"/>
                          <a:pt x="15463" y="46721"/>
                          <a:pt x="19031" y="44342"/>
                        </a:cubicBezTo>
                        <a:cubicBezTo>
                          <a:pt x="21410" y="41963"/>
                          <a:pt x="26168" y="34827"/>
                          <a:pt x="29736" y="37206"/>
                        </a:cubicBezTo>
                        <a:cubicBezTo>
                          <a:pt x="30925" y="38395"/>
                          <a:pt x="29736" y="39584"/>
                          <a:pt x="30925" y="40774"/>
                        </a:cubicBezTo>
                        <a:cubicBezTo>
                          <a:pt x="32115" y="40774"/>
                          <a:pt x="33304" y="39584"/>
                          <a:pt x="34494" y="39584"/>
                        </a:cubicBezTo>
                        <a:cubicBezTo>
                          <a:pt x="36873" y="40774"/>
                          <a:pt x="36873" y="45532"/>
                          <a:pt x="39251" y="44342"/>
                        </a:cubicBezTo>
                        <a:cubicBezTo>
                          <a:pt x="40441" y="44342"/>
                          <a:pt x="39251" y="38395"/>
                          <a:pt x="45198" y="41963"/>
                        </a:cubicBezTo>
                        <a:cubicBezTo>
                          <a:pt x="48767" y="44342"/>
                          <a:pt x="45198" y="39584"/>
                          <a:pt x="51146" y="45532"/>
                        </a:cubicBezTo>
                        <a:cubicBezTo>
                          <a:pt x="53525" y="47910"/>
                          <a:pt x="61851" y="43153"/>
                          <a:pt x="59472" y="47910"/>
                        </a:cubicBezTo>
                        <a:cubicBezTo>
                          <a:pt x="58282" y="49100"/>
                          <a:pt x="55904" y="50289"/>
                          <a:pt x="54714" y="50289"/>
                        </a:cubicBezTo>
                        <a:cubicBezTo>
                          <a:pt x="48767" y="52668"/>
                          <a:pt x="40441" y="50289"/>
                          <a:pt x="41630" y="56236"/>
                        </a:cubicBezTo>
                        <a:cubicBezTo>
                          <a:pt x="42820" y="60994"/>
                          <a:pt x="49956" y="53858"/>
                          <a:pt x="55904" y="53858"/>
                        </a:cubicBezTo>
                        <a:cubicBezTo>
                          <a:pt x="58282" y="53858"/>
                          <a:pt x="57093" y="59805"/>
                          <a:pt x="54714" y="60994"/>
                        </a:cubicBezTo>
                        <a:cubicBezTo>
                          <a:pt x="52335" y="63373"/>
                          <a:pt x="48767" y="62184"/>
                          <a:pt x="45198" y="62184"/>
                        </a:cubicBezTo>
                        <a:cubicBezTo>
                          <a:pt x="42820" y="62184"/>
                          <a:pt x="39251" y="64562"/>
                          <a:pt x="36873" y="63373"/>
                        </a:cubicBezTo>
                        <a:cubicBezTo>
                          <a:pt x="34494" y="62184"/>
                          <a:pt x="33304" y="59805"/>
                          <a:pt x="32115" y="57426"/>
                        </a:cubicBezTo>
                        <a:cubicBezTo>
                          <a:pt x="29736" y="59805"/>
                          <a:pt x="30925" y="62184"/>
                          <a:pt x="28546" y="63373"/>
                        </a:cubicBezTo>
                        <a:cubicBezTo>
                          <a:pt x="26168" y="64562"/>
                          <a:pt x="22599" y="62184"/>
                          <a:pt x="20221" y="63373"/>
                        </a:cubicBezTo>
                        <a:cubicBezTo>
                          <a:pt x="19031" y="63373"/>
                          <a:pt x="17842" y="65752"/>
                          <a:pt x="16652" y="65752"/>
                        </a:cubicBezTo>
                        <a:cubicBezTo>
                          <a:pt x="14273" y="65752"/>
                          <a:pt x="14273" y="64562"/>
                          <a:pt x="13084" y="63373"/>
                        </a:cubicBezTo>
                        <a:cubicBezTo>
                          <a:pt x="9515" y="62184"/>
                          <a:pt x="8326" y="64562"/>
                          <a:pt x="5947" y="64562"/>
                        </a:cubicBezTo>
                        <a:cubicBezTo>
                          <a:pt x="5947" y="66941"/>
                          <a:pt x="7137" y="66941"/>
                          <a:pt x="7137" y="69320"/>
                        </a:cubicBezTo>
                        <a:cubicBezTo>
                          <a:pt x="7137" y="69320"/>
                          <a:pt x="8326" y="74078"/>
                          <a:pt x="8326" y="74078"/>
                        </a:cubicBezTo>
                        <a:cubicBezTo>
                          <a:pt x="11894" y="77646"/>
                          <a:pt x="14273" y="74078"/>
                          <a:pt x="17842" y="74078"/>
                        </a:cubicBezTo>
                        <a:cubicBezTo>
                          <a:pt x="21410" y="74078"/>
                          <a:pt x="24978" y="75268"/>
                          <a:pt x="28546" y="75268"/>
                        </a:cubicBezTo>
                        <a:cubicBezTo>
                          <a:pt x="32115" y="75268"/>
                          <a:pt x="35683" y="76457"/>
                          <a:pt x="39251" y="76457"/>
                        </a:cubicBezTo>
                        <a:cubicBezTo>
                          <a:pt x="39251" y="77646"/>
                          <a:pt x="38062" y="78836"/>
                          <a:pt x="36873" y="80025"/>
                        </a:cubicBezTo>
                        <a:cubicBezTo>
                          <a:pt x="39251" y="82404"/>
                          <a:pt x="39251" y="85972"/>
                          <a:pt x="42820" y="87162"/>
                        </a:cubicBezTo>
                        <a:cubicBezTo>
                          <a:pt x="45198" y="88351"/>
                          <a:pt x="48767" y="84783"/>
                          <a:pt x="52335" y="85972"/>
                        </a:cubicBezTo>
                        <a:cubicBezTo>
                          <a:pt x="51146" y="87162"/>
                          <a:pt x="49956" y="89541"/>
                          <a:pt x="48767" y="90730"/>
                        </a:cubicBezTo>
                        <a:cubicBezTo>
                          <a:pt x="48767" y="90730"/>
                          <a:pt x="45198" y="93109"/>
                          <a:pt x="44009" y="93109"/>
                        </a:cubicBezTo>
                        <a:cubicBezTo>
                          <a:pt x="42820" y="96677"/>
                          <a:pt x="51146" y="95488"/>
                          <a:pt x="52335" y="91920"/>
                        </a:cubicBezTo>
                        <a:cubicBezTo>
                          <a:pt x="54714" y="91920"/>
                          <a:pt x="60661" y="91920"/>
                          <a:pt x="60661" y="95488"/>
                        </a:cubicBezTo>
                        <a:cubicBezTo>
                          <a:pt x="57093" y="95488"/>
                          <a:pt x="54714" y="95488"/>
                          <a:pt x="52335" y="96677"/>
                        </a:cubicBezTo>
                        <a:cubicBezTo>
                          <a:pt x="48767" y="99056"/>
                          <a:pt x="48767" y="99056"/>
                          <a:pt x="44009" y="99056"/>
                        </a:cubicBezTo>
                        <a:cubicBezTo>
                          <a:pt x="44009" y="100246"/>
                          <a:pt x="42820" y="101435"/>
                          <a:pt x="42820" y="101435"/>
                        </a:cubicBezTo>
                        <a:cubicBezTo>
                          <a:pt x="41630" y="102625"/>
                          <a:pt x="38062" y="105003"/>
                          <a:pt x="36873" y="105003"/>
                        </a:cubicBezTo>
                        <a:cubicBezTo>
                          <a:pt x="34494" y="105003"/>
                          <a:pt x="33304" y="101435"/>
                          <a:pt x="32115" y="100246"/>
                        </a:cubicBezTo>
                        <a:cubicBezTo>
                          <a:pt x="24978" y="100246"/>
                          <a:pt x="28546" y="108572"/>
                          <a:pt x="28546" y="113329"/>
                        </a:cubicBezTo>
                        <a:cubicBezTo>
                          <a:pt x="29736" y="121655"/>
                          <a:pt x="34494" y="116898"/>
                          <a:pt x="40441" y="118087"/>
                        </a:cubicBezTo>
                        <a:cubicBezTo>
                          <a:pt x="42820" y="118087"/>
                          <a:pt x="46388" y="120466"/>
                          <a:pt x="48767" y="119277"/>
                        </a:cubicBezTo>
                        <a:cubicBezTo>
                          <a:pt x="51146" y="118087"/>
                          <a:pt x="51146" y="115708"/>
                          <a:pt x="54714" y="115708"/>
                        </a:cubicBezTo>
                        <a:cubicBezTo>
                          <a:pt x="55904" y="115708"/>
                          <a:pt x="57093" y="118087"/>
                          <a:pt x="58282" y="118087"/>
                        </a:cubicBezTo>
                        <a:cubicBezTo>
                          <a:pt x="60661" y="118087"/>
                          <a:pt x="60661" y="116898"/>
                          <a:pt x="61851" y="116898"/>
                        </a:cubicBezTo>
                        <a:cubicBezTo>
                          <a:pt x="64229" y="116898"/>
                          <a:pt x="67798" y="118087"/>
                          <a:pt x="70177" y="118087"/>
                        </a:cubicBezTo>
                        <a:cubicBezTo>
                          <a:pt x="71366" y="122845"/>
                          <a:pt x="74934" y="128792"/>
                          <a:pt x="79692" y="129981"/>
                        </a:cubicBezTo>
                        <a:cubicBezTo>
                          <a:pt x="83260" y="131171"/>
                          <a:pt x="83260" y="127603"/>
                          <a:pt x="86829" y="127603"/>
                        </a:cubicBezTo>
                        <a:cubicBezTo>
                          <a:pt x="89208" y="127603"/>
                          <a:pt x="92776" y="131171"/>
                          <a:pt x="95155" y="132360"/>
                        </a:cubicBezTo>
                        <a:cubicBezTo>
                          <a:pt x="96344" y="132360"/>
                          <a:pt x="98723" y="132360"/>
                          <a:pt x="99912" y="132360"/>
                        </a:cubicBezTo>
                        <a:cubicBezTo>
                          <a:pt x="102291" y="133550"/>
                          <a:pt x="102291" y="133550"/>
                          <a:pt x="103481" y="134739"/>
                        </a:cubicBezTo>
                        <a:cubicBezTo>
                          <a:pt x="105860" y="135929"/>
                          <a:pt x="109428" y="135929"/>
                          <a:pt x="111807" y="137118"/>
                        </a:cubicBezTo>
                        <a:cubicBezTo>
                          <a:pt x="114186" y="137118"/>
                          <a:pt x="117754" y="138308"/>
                          <a:pt x="120133" y="137118"/>
                        </a:cubicBezTo>
                        <a:cubicBezTo>
                          <a:pt x="122512" y="134739"/>
                          <a:pt x="120133" y="129981"/>
                          <a:pt x="121323" y="127603"/>
                        </a:cubicBezTo>
                        <a:cubicBezTo>
                          <a:pt x="128459" y="125224"/>
                          <a:pt x="124891" y="137118"/>
                          <a:pt x="132027" y="129981"/>
                        </a:cubicBezTo>
                        <a:cubicBezTo>
                          <a:pt x="135596" y="126413"/>
                          <a:pt x="135596" y="119277"/>
                          <a:pt x="141543" y="120466"/>
                        </a:cubicBezTo>
                        <a:cubicBezTo>
                          <a:pt x="139164" y="131171"/>
                          <a:pt x="149869" y="120466"/>
                          <a:pt x="152248" y="119277"/>
                        </a:cubicBezTo>
                        <a:cubicBezTo>
                          <a:pt x="155816" y="116898"/>
                          <a:pt x="158195" y="119277"/>
                          <a:pt x="160574" y="118087"/>
                        </a:cubicBezTo>
                        <a:cubicBezTo>
                          <a:pt x="162953" y="116898"/>
                          <a:pt x="165331" y="114519"/>
                          <a:pt x="167710" y="113329"/>
                        </a:cubicBezTo>
                        <a:cubicBezTo>
                          <a:pt x="172468" y="109761"/>
                          <a:pt x="176036" y="105003"/>
                          <a:pt x="181983" y="103814"/>
                        </a:cubicBezTo>
                        <a:cubicBezTo>
                          <a:pt x="184362" y="102625"/>
                          <a:pt x="189120" y="102625"/>
                          <a:pt x="191499" y="101435"/>
                        </a:cubicBezTo>
                        <a:cubicBezTo>
                          <a:pt x="193878" y="99056"/>
                          <a:pt x="190310" y="93109"/>
                          <a:pt x="195067" y="93109"/>
                        </a:cubicBezTo>
                        <a:cubicBezTo>
                          <a:pt x="195067" y="93109"/>
                          <a:pt x="196257" y="93109"/>
                          <a:pt x="196257" y="93109"/>
                        </a:cubicBezTo>
                        <a:cubicBezTo>
                          <a:pt x="196257" y="96677"/>
                          <a:pt x="201014" y="100246"/>
                          <a:pt x="204583" y="99056"/>
                        </a:cubicBezTo>
                        <a:cubicBezTo>
                          <a:pt x="209341" y="96677"/>
                          <a:pt x="205772" y="90730"/>
                          <a:pt x="205772" y="88351"/>
                        </a:cubicBezTo>
                        <a:cubicBezTo>
                          <a:pt x="206962" y="85972"/>
                          <a:pt x="208151" y="87162"/>
                          <a:pt x="208151" y="84783"/>
                        </a:cubicBezTo>
                        <a:cubicBezTo>
                          <a:pt x="208151" y="82404"/>
                          <a:pt x="204583" y="82404"/>
                          <a:pt x="206962" y="80025"/>
                        </a:cubicBezTo>
                        <a:cubicBezTo>
                          <a:pt x="210530" y="76457"/>
                          <a:pt x="212909" y="83594"/>
                          <a:pt x="214098" y="85972"/>
                        </a:cubicBezTo>
                        <a:cubicBezTo>
                          <a:pt x="216477" y="91920"/>
                          <a:pt x="220045" y="84783"/>
                          <a:pt x="220045" y="84783"/>
                        </a:cubicBezTo>
                        <a:cubicBezTo>
                          <a:pt x="223614" y="80025"/>
                          <a:pt x="220045" y="76457"/>
                          <a:pt x="217666" y="72889"/>
                        </a:cubicBezTo>
                        <a:cubicBezTo>
                          <a:pt x="215288" y="69320"/>
                          <a:pt x="216477" y="69320"/>
                          <a:pt x="216477" y="65752"/>
                        </a:cubicBezTo>
                        <a:cubicBezTo>
                          <a:pt x="211719" y="62184"/>
                          <a:pt x="212909" y="56236"/>
                          <a:pt x="212909" y="5623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9" name="Freeform 458">
                    <a:extLst>
                      <a:ext uri="{FF2B5EF4-FFF2-40B4-BE49-F238E27FC236}">
                        <a16:creationId xmlns:a16="http://schemas.microsoft.com/office/drawing/2014/main" id="{5B908333-0C43-2B64-5E9F-9E1ADC0FE9FF}"/>
                      </a:ext>
                    </a:extLst>
                  </p:cNvPr>
                  <p:cNvSpPr/>
                  <p:nvPr/>
                </p:nvSpPr>
                <p:spPr>
                  <a:xfrm>
                    <a:off x="5250024" y="2485997"/>
                    <a:ext cx="4758" cy="7136"/>
                  </a:xfrm>
                  <a:custGeom>
                    <a:avLst/>
                    <a:gdLst>
                      <a:gd name="connsiteX0" fmla="*/ 3569 w 4758"/>
                      <a:gd name="connsiteY0" fmla="*/ 0 h 7136"/>
                      <a:gd name="connsiteX1" fmla="*/ 0 w 4758"/>
                      <a:gd name="connsiteY1" fmla="*/ 2379 h 7136"/>
                      <a:gd name="connsiteX2" fmla="*/ 2379 w 4758"/>
                      <a:gd name="connsiteY2" fmla="*/ 7137 h 7136"/>
                      <a:gd name="connsiteX3" fmla="*/ 4758 w 4758"/>
                      <a:gd name="connsiteY3" fmla="*/ 3568 h 7136"/>
                      <a:gd name="connsiteX4" fmla="*/ 3569 w 4758"/>
                      <a:gd name="connsiteY4" fmla="*/ 0 h 71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58" h="7136">
                        <a:moveTo>
                          <a:pt x="3569" y="0"/>
                        </a:moveTo>
                        <a:cubicBezTo>
                          <a:pt x="2379" y="0"/>
                          <a:pt x="0" y="0"/>
                          <a:pt x="0" y="2379"/>
                        </a:cubicBezTo>
                        <a:cubicBezTo>
                          <a:pt x="0" y="4758"/>
                          <a:pt x="0" y="7137"/>
                          <a:pt x="2379" y="7137"/>
                        </a:cubicBezTo>
                        <a:cubicBezTo>
                          <a:pt x="2379" y="7137"/>
                          <a:pt x="4758" y="5947"/>
                          <a:pt x="4758" y="3568"/>
                        </a:cubicBezTo>
                        <a:cubicBezTo>
                          <a:pt x="4758" y="1190"/>
                          <a:pt x="4758" y="0"/>
                          <a:pt x="3569" y="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0E4B5127-38F5-E28F-83D0-ED1FCE9063F5}"/>
                    </a:ext>
                  </a:extLst>
                </p:cNvPr>
                <p:cNvSpPr/>
                <p:nvPr/>
              </p:nvSpPr>
              <p:spPr>
                <a:xfrm>
                  <a:off x="6538050" y="4028694"/>
                  <a:ext cx="399782" cy="300497"/>
                </a:xfrm>
                <a:custGeom>
                  <a:avLst/>
                  <a:gdLst>
                    <a:gd name="connsiteX0" fmla="*/ 399783 w 399782"/>
                    <a:gd name="connsiteY0" fmla="*/ 177226 h 300497"/>
                    <a:gd name="connsiteX1" fmla="*/ 392646 w 399782"/>
                    <a:gd name="connsiteY1" fmla="*/ 187931 h 300497"/>
                    <a:gd name="connsiteX2" fmla="*/ 323659 w 399782"/>
                    <a:gd name="connsiteY2" fmla="*/ 254539 h 300497"/>
                    <a:gd name="connsiteX3" fmla="*/ 310575 w 399782"/>
                    <a:gd name="connsiteY3" fmla="*/ 258107 h 300497"/>
                    <a:gd name="connsiteX4" fmla="*/ 293923 w 399782"/>
                    <a:gd name="connsiteY4" fmla="*/ 258107 h 300497"/>
                    <a:gd name="connsiteX5" fmla="*/ 282029 w 399782"/>
                    <a:gd name="connsiteY5" fmla="*/ 262865 h 300497"/>
                    <a:gd name="connsiteX6" fmla="*/ 270134 w 399782"/>
                    <a:gd name="connsiteY6" fmla="*/ 268812 h 300497"/>
                    <a:gd name="connsiteX7" fmla="*/ 258240 w 399782"/>
                    <a:gd name="connsiteY7" fmla="*/ 278328 h 300497"/>
                    <a:gd name="connsiteX8" fmla="*/ 243967 w 399782"/>
                    <a:gd name="connsiteY8" fmla="*/ 281896 h 300497"/>
                    <a:gd name="connsiteX9" fmla="*/ 236830 w 399782"/>
                    <a:gd name="connsiteY9" fmla="*/ 286654 h 300497"/>
                    <a:gd name="connsiteX10" fmla="*/ 233262 w 399782"/>
                    <a:gd name="connsiteY10" fmla="*/ 286654 h 300497"/>
                    <a:gd name="connsiteX11" fmla="*/ 224936 w 399782"/>
                    <a:gd name="connsiteY11" fmla="*/ 287843 h 300497"/>
                    <a:gd name="connsiteX12" fmla="*/ 216610 w 399782"/>
                    <a:gd name="connsiteY12" fmla="*/ 287843 h 300497"/>
                    <a:gd name="connsiteX13" fmla="*/ 213041 w 399782"/>
                    <a:gd name="connsiteY13" fmla="*/ 283085 h 300497"/>
                    <a:gd name="connsiteX14" fmla="*/ 199958 w 399782"/>
                    <a:gd name="connsiteY14" fmla="*/ 280707 h 300497"/>
                    <a:gd name="connsiteX15" fmla="*/ 192821 w 399782"/>
                    <a:gd name="connsiteY15" fmla="*/ 281896 h 300497"/>
                    <a:gd name="connsiteX16" fmla="*/ 185685 w 399782"/>
                    <a:gd name="connsiteY16" fmla="*/ 284275 h 300497"/>
                    <a:gd name="connsiteX17" fmla="*/ 178548 w 399782"/>
                    <a:gd name="connsiteY17" fmla="*/ 291412 h 300497"/>
                    <a:gd name="connsiteX18" fmla="*/ 171411 w 399782"/>
                    <a:gd name="connsiteY18" fmla="*/ 298548 h 300497"/>
                    <a:gd name="connsiteX19" fmla="*/ 148812 w 399782"/>
                    <a:gd name="connsiteY19" fmla="*/ 296169 h 300497"/>
                    <a:gd name="connsiteX20" fmla="*/ 133349 w 399782"/>
                    <a:gd name="connsiteY20" fmla="*/ 292601 h 300497"/>
                    <a:gd name="connsiteX21" fmla="*/ 121455 w 399782"/>
                    <a:gd name="connsiteY21" fmla="*/ 284275 h 300497"/>
                    <a:gd name="connsiteX22" fmla="*/ 111939 w 399782"/>
                    <a:gd name="connsiteY22" fmla="*/ 273570 h 300497"/>
                    <a:gd name="connsiteX23" fmla="*/ 96477 w 399782"/>
                    <a:gd name="connsiteY23" fmla="*/ 271191 h 300497"/>
                    <a:gd name="connsiteX24" fmla="*/ 86961 w 399782"/>
                    <a:gd name="connsiteY24" fmla="*/ 270002 h 300497"/>
                    <a:gd name="connsiteX25" fmla="*/ 76256 w 399782"/>
                    <a:gd name="connsiteY25" fmla="*/ 270002 h 300497"/>
                    <a:gd name="connsiteX26" fmla="*/ 71499 w 399782"/>
                    <a:gd name="connsiteY26" fmla="*/ 250971 h 300497"/>
                    <a:gd name="connsiteX27" fmla="*/ 61983 w 399782"/>
                    <a:gd name="connsiteY27" fmla="*/ 249781 h 300497"/>
                    <a:gd name="connsiteX28" fmla="*/ 60794 w 399782"/>
                    <a:gd name="connsiteY28" fmla="*/ 247402 h 300497"/>
                    <a:gd name="connsiteX29" fmla="*/ 57225 w 399782"/>
                    <a:gd name="connsiteY29" fmla="*/ 246213 h 300497"/>
                    <a:gd name="connsiteX30" fmla="*/ 57225 w 399782"/>
                    <a:gd name="connsiteY30" fmla="*/ 246213 h 300497"/>
                    <a:gd name="connsiteX31" fmla="*/ 54847 w 399782"/>
                    <a:gd name="connsiteY31" fmla="*/ 239077 h 300497"/>
                    <a:gd name="connsiteX32" fmla="*/ 38194 w 399782"/>
                    <a:gd name="connsiteY32" fmla="*/ 212909 h 300497"/>
                    <a:gd name="connsiteX33" fmla="*/ 16785 w 399782"/>
                    <a:gd name="connsiteY33" fmla="*/ 184362 h 300497"/>
                    <a:gd name="connsiteX34" fmla="*/ 133 w 399782"/>
                    <a:gd name="connsiteY34" fmla="*/ 185552 h 300497"/>
                    <a:gd name="connsiteX35" fmla="*/ 8459 w 399782"/>
                    <a:gd name="connsiteY35" fmla="*/ 168900 h 300497"/>
                    <a:gd name="connsiteX36" fmla="*/ 26300 w 399782"/>
                    <a:gd name="connsiteY36" fmla="*/ 168900 h 300497"/>
                    <a:gd name="connsiteX37" fmla="*/ 31058 w 399782"/>
                    <a:gd name="connsiteY37" fmla="*/ 140353 h 300497"/>
                    <a:gd name="connsiteX38" fmla="*/ 37005 w 399782"/>
                    <a:gd name="connsiteY38" fmla="*/ 129648 h 300497"/>
                    <a:gd name="connsiteX39" fmla="*/ 34626 w 399782"/>
                    <a:gd name="connsiteY39" fmla="*/ 123701 h 300497"/>
                    <a:gd name="connsiteX40" fmla="*/ 37005 w 399782"/>
                    <a:gd name="connsiteY40" fmla="*/ 118944 h 300497"/>
                    <a:gd name="connsiteX41" fmla="*/ 50089 w 399782"/>
                    <a:gd name="connsiteY41" fmla="*/ 99912 h 300497"/>
                    <a:gd name="connsiteX42" fmla="*/ 60794 w 399782"/>
                    <a:gd name="connsiteY42" fmla="*/ 76124 h 300497"/>
                    <a:gd name="connsiteX43" fmla="*/ 69120 w 399782"/>
                    <a:gd name="connsiteY43" fmla="*/ 55903 h 300497"/>
                    <a:gd name="connsiteX44" fmla="*/ 72688 w 399782"/>
                    <a:gd name="connsiteY44" fmla="*/ 57093 h 300497"/>
                    <a:gd name="connsiteX45" fmla="*/ 85772 w 399782"/>
                    <a:gd name="connsiteY45" fmla="*/ 35683 h 300497"/>
                    <a:gd name="connsiteX46" fmla="*/ 86961 w 399782"/>
                    <a:gd name="connsiteY46" fmla="*/ 20220 h 300497"/>
                    <a:gd name="connsiteX47" fmla="*/ 88151 w 399782"/>
                    <a:gd name="connsiteY47" fmla="*/ 16652 h 300497"/>
                    <a:gd name="connsiteX48" fmla="*/ 96477 w 399782"/>
                    <a:gd name="connsiteY48" fmla="*/ 17842 h 300497"/>
                    <a:gd name="connsiteX49" fmla="*/ 104803 w 399782"/>
                    <a:gd name="connsiteY49" fmla="*/ 11894 h 300497"/>
                    <a:gd name="connsiteX50" fmla="*/ 109560 w 399782"/>
                    <a:gd name="connsiteY50" fmla="*/ 0 h 300497"/>
                    <a:gd name="connsiteX51" fmla="*/ 125023 w 399782"/>
                    <a:gd name="connsiteY51" fmla="*/ 7137 h 300497"/>
                    <a:gd name="connsiteX52" fmla="*/ 142865 w 399782"/>
                    <a:gd name="connsiteY52" fmla="*/ 4758 h 300497"/>
                    <a:gd name="connsiteX53" fmla="*/ 177358 w 399782"/>
                    <a:gd name="connsiteY53" fmla="*/ 17842 h 300497"/>
                    <a:gd name="connsiteX54" fmla="*/ 191632 w 399782"/>
                    <a:gd name="connsiteY54" fmla="*/ 28546 h 300497"/>
                    <a:gd name="connsiteX55" fmla="*/ 209473 w 399782"/>
                    <a:gd name="connsiteY55" fmla="*/ 36873 h 300497"/>
                    <a:gd name="connsiteX56" fmla="*/ 220178 w 399782"/>
                    <a:gd name="connsiteY56" fmla="*/ 48767 h 300497"/>
                    <a:gd name="connsiteX57" fmla="*/ 229693 w 399782"/>
                    <a:gd name="connsiteY57" fmla="*/ 61850 h 300497"/>
                    <a:gd name="connsiteX58" fmla="*/ 239209 w 399782"/>
                    <a:gd name="connsiteY58" fmla="*/ 67798 h 300497"/>
                    <a:gd name="connsiteX59" fmla="*/ 235641 w 399782"/>
                    <a:gd name="connsiteY59" fmla="*/ 70177 h 300497"/>
                    <a:gd name="connsiteX60" fmla="*/ 230883 w 399782"/>
                    <a:gd name="connsiteY60" fmla="*/ 89208 h 300497"/>
                    <a:gd name="connsiteX61" fmla="*/ 228504 w 399782"/>
                    <a:gd name="connsiteY61" fmla="*/ 98723 h 300497"/>
                    <a:gd name="connsiteX62" fmla="*/ 226125 w 399782"/>
                    <a:gd name="connsiteY62" fmla="*/ 107049 h 300497"/>
                    <a:gd name="connsiteX63" fmla="*/ 242777 w 399782"/>
                    <a:gd name="connsiteY63" fmla="*/ 103481 h 300497"/>
                    <a:gd name="connsiteX64" fmla="*/ 254672 w 399782"/>
                    <a:gd name="connsiteY64" fmla="*/ 104670 h 300497"/>
                    <a:gd name="connsiteX65" fmla="*/ 257051 w 399782"/>
                    <a:gd name="connsiteY65" fmla="*/ 124891 h 300497"/>
                    <a:gd name="connsiteX66" fmla="*/ 264187 w 399782"/>
                    <a:gd name="connsiteY66" fmla="*/ 133217 h 300497"/>
                    <a:gd name="connsiteX67" fmla="*/ 266566 w 399782"/>
                    <a:gd name="connsiteY67" fmla="*/ 142732 h 300497"/>
                    <a:gd name="connsiteX68" fmla="*/ 280839 w 399782"/>
                    <a:gd name="connsiteY68" fmla="*/ 153437 h 300497"/>
                    <a:gd name="connsiteX69" fmla="*/ 351016 w 399782"/>
                    <a:gd name="connsiteY69" fmla="*/ 178415 h 300497"/>
                    <a:gd name="connsiteX70" fmla="*/ 399783 w 399782"/>
                    <a:gd name="connsiteY70" fmla="*/ 177226 h 300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399782" h="300497">
                      <a:moveTo>
                        <a:pt x="399783" y="177226"/>
                      </a:moveTo>
                      <a:cubicBezTo>
                        <a:pt x="397404" y="180794"/>
                        <a:pt x="395025" y="184362"/>
                        <a:pt x="392646" y="187931"/>
                      </a:cubicBezTo>
                      <a:cubicBezTo>
                        <a:pt x="379562" y="201014"/>
                        <a:pt x="326038" y="250971"/>
                        <a:pt x="323659" y="254539"/>
                      </a:cubicBezTo>
                      <a:cubicBezTo>
                        <a:pt x="320091" y="259297"/>
                        <a:pt x="317712" y="258107"/>
                        <a:pt x="310575" y="258107"/>
                      </a:cubicBezTo>
                      <a:cubicBezTo>
                        <a:pt x="304628" y="258107"/>
                        <a:pt x="299870" y="256918"/>
                        <a:pt x="293923" y="258107"/>
                      </a:cubicBezTo>
                      <a:cubicBezTo>
                        <a:pt x="287976" y="259297"/>
                        <a:pt x="286787" y="261676"/>
                        <a:pt x="282029" y="262865"/>
                      </a:cubicBezTo>
                      <a:cubicBezTo>
                        <a:pt x="276081" y="265244"/>
                        <a:pt x="274892" y="264054"/>
                        <a:pt x="270134" y="268812"/>
                      </a:cubicBezTo>
                      <a:cubicBezTo>
                        <a:pt x="267756" y="272381"/>
                        <a:pt x="264187" y="275949"/>
                        <a:pt x="258240" y="278328"/>
                      </a:cubicBezTo>
                      <a:cubicBezTo>
                        <a:pt x="253482" y="280707"/>
                        <a:pt x="248725" y="279517"/>
                        <a:pt x="243967" y="281896"/>
                      </a:cubicBezTo>
                      <a:cubicBezTo>
                        <a:pt x="241588" y="283085"/>
                        <a:pt x="239209" y="285464"/>
                        <a:pt x="236830" y="286654"/>
                      </a:cubicBezTo>
                      <a:cubicBezTo>
                        <a:pt x="235641" y="286654"/>
                        <a:pt x="234451" y="286654"/>
                        <a:pt x="233262" y="286654"/>
                      </a:cubicBezTo>
                      <a:cubicBezTo>
                        <a:pt x="230883" y="286654"/>
                        <a:pt x="228504" y="287843"/>
                        <a:pt x="224936" y="287843"/>
                      </a:cubicBezTo>
                      <a:cubicBezTo>
                        <a:pt x="222557" y="287843"/>
                        <a:pt x="218989" y="289033"/>
                        <a:pt x="216610" y="287843"/>
                      </a:cubicBezTo>
                      <a:cubicBezTo>
                        <a:pt x="214231" y="286654"/>
                        <a:pt x="214231" y="284275"/>
                        <a:pt x="213041" y="283085"/>
                      </a:cubicBezTo>
                      <a:cubicBezTo>
                        <a:pt x="209473" y="278328"/>
                        <a:pt x="205905" y="279517"/>
                        <a:pt x="199958" y="280707"/>
                      </a:cubicBezTo>
                      <a:cubicBezTo>
                        <a:pt x="197579" y="280707"/>
                        <a:pt x="195200" y="280707"/>
                        <a:pt x="192821" y="281896"/>
                      </a:cubicBezTo>
                      <a:cubicBezTo>
                        <a:pt x="190442" y="283085"/>
                        <a:pt x="188063" y="283085"/>
                        <a:pt x="185685" y="284275"/>
                      </a:cubicBezTo>
                      <a:cubicBezTo>
                        <a:pt x="183306" y="285464"/>
                        <a:pt x="180927" y="289033"/>
                        <a:pt x="178548" y="291412"/>
                      </a:cubicBezTo>
                      <a:cubicBezTo>
                        <a:pt x="176169" y="293790"/>
                        <a:pt x="174979" y="297359"/>
                        <a:pt x="171411" y="298548"/>
                      </a:cubicBezTo>
                      <a:cubicBezTo>
                        <a:pt x="167843" y="300927"/>
                        <a:pt x="151191" y="302116"/>
                        <a:pt x="148812" y="296169"/>
                      </a:cubicBezTo>
                      <a:cubicBezTo>
                        <a:pt x="144054" y="294980"/>
                        <a:pt x="138107" y="296169"/>
                        <a:pt x="133349" y="292601"/>
                      </a:cubicBezTo>
                      <a:cubicBezTo>
                        <a:pt x="128592" y="290222"/>
                        <a:pt x="126213" y="287843"/>
                        <a:pt x="121455" y="284275"/>
                      </a:cubicBezTo>
                      <a:cubicBezTo>
                        <a:pt x="117887" y="280707"/>
                        <a:pt x="115508" y="277138"/>
                        <a:pt x="111939" y="273570"/>
                      </a:cubicBezTo>
                      <a:cubicBezTo>
                        <a:pt x="107182" y="270002"/>
                        <a:pt x="102424" y="271191"/>
                        <a:pt x="96477" y="271191"/>
                      </a:cubicBezTo>
                      <a:cubicBezTo>
                        <a:pt x="92908" y="271191"/>
                        <a:pt x="89340" y="268812"/>
                        <a:pt x="86961" y="270002"/>
                      </a:cubicBezTo>
                      <a:cubicBezTo>
                        <a:pt x="83393" y="271191"/>
                        <a:pt x="79825" y="271191"/>
                        <a:pt x="76256" y="270002"/>
                      </a:cubicBezTo>
                      <a:cubicBezTo>
                        <a:pt x="71499" y="267623"/>
                        <a:pt x="72688" y="255729"/>
                        <a:pt x="71499" y="250971"/>
                      </a:cubicBezTo>
                      <a:cubicBezTo>
                        <a:pt x="67930" y="250971"/>
                        <a:pt x="64362" y="250971"/>
                        <a:pt x="61983" y="249781"/>
                      </a:cubicBezTo>
                      <a:cubicBezTo>
                        <a:pt x="61983" y="249781"/>
                        <a:pt x="61983" y="248592"/>
                        <a:pt x="60794" y="247402"/>
                      </a:cubicBezTo>
                      <a:cubicBezTo>
                        <a:pt x="60794" y="247402"/>
                        <a:pt x="58415" y="247402"/>
                        <a:pt x="57225" y="246213"/>
                      </a:cubicBezTo>
                      <a:cubicBezTo>
                        <a:pt x="57225" y="246213"/>
                        <a:pt x="57225" y="246213"/>
                        <a:pt x="57225" y="246213"/>
                      </a:cubicBezTo>
                      <a:cubicBezTo>
                        <a:pt x="57225" y="245024"/>
                        <a:pt x="56036" y="243834"/>
                        <a:pt x="54847" y="239077"/>
                      </a:cubicBezTo>
                      <a:cubicBezTo>
                        <a:pt x="51278" y="229561"/>
                        <a:pt x="51278" y="210530"/>
                        <a:pt x="38194" y="212909"/>
                      </a:cubicBezTo>
                      <a:cubicBezTo>
                        <a:pt x="29869" y="205772"/>
                        <a:pt x="23921" y="193878"/>
                        <a:pt x="16785" y="184362"/>
                      </a:cubicBezTo>
                      <a:cubicBezTo>
                        <a:pt x="13217" y="186741"/>
                        <a:pt x="3701" y="185552"/>
                        <a:pt x="133" y="185552"/>
                      </a:cubicBezTo>
                      <a:cubicBezTo>
                        <a:pt x="-1057" y="178415"/>
                        <a:pt x="6080" y="174847"/>
                        <a:pt x="8459" y="168900"/>
                      </a:cubicBezTo>
                      <a:cubicBezTo>
                        <a:pt x="13217" y="170089"/>
                        <a:pt x="21542" y="170089"/>
                        <a:pt x="26300" y="168900"/>
                      </a:cubicBezTo>
                      <a:cubicBezTo>
                        <a:pt x="31058" y="160574"/>
                        <a:pt x="28679" y="149869"/>
                        <a:pt x="31058" y="140353"/>
                      </a:cubicBezTo>
                      <a:cubicBezTo>
                        <a:pt x="32247" y="135596"/>
                        <a:pt x="35816" y="133217"/>
                        <a:pt x="37005" y="129648"/>
                      </a:cubicBezTo>
                      <a:cubicBezTo>
                        <a:pt x="37005" y="127269"/>
                        <a:pt x="34626" y="124891"/>
                        <a:pt x="34626" y="123701"/>
                      </a:cubicBezTo>
                      <a:cubicBezTo>
                        <a:pt x="34626" y="121322"/>
                        <a:pt x="37005" y="120133"/>
                        <a:pt x="37005" y="118944"/>
                      </a:cubicBezTo>
                      <a:cubicBezTo>
                        <a:pt x="39384" y="109428"/>
                        <a:pt x="45331" y="108239"/>
                        <a:pt x="50089" y="99912"/>
                      </a:cubicBezTo>
                      <a:cubicBezTo>
                        <a:pt x="53657" y="93965"/>
                        <a:pt x="52468" y="77313"/>
                        <a:pt x="60794" y="76124"/>
                      </a:cubicBezTo>
                      <a:cubicBezTo>
                        <a:pt x="63173" y="68987"/>
                        <a:pt x="66741" y="63040"/>
                        <a:pt x="69120" y="55903"/>
                      </a:cubicBezTo>
                      <a:cubicBezTo>
                        <a:pt x="70309" y="55903"/>
                        <a:pt x="71499" y="55903"/>
                        <a:pt x="72688" y="57093"/>
                      </a:cubicBezTo>
                      <a:cubicBezTo>
                        <a:pt x="78635" y="53525"/>
                        <a:pt x="84583" y="41630"/>
                        <a:pt x="85772" y="35683"/>
                      </a:cubicBezTo>
                      <a:cubicBezTo>
                        <a:pt x="86961" y="30925"/>
                        <a:pt x="86961" y="24978"/>
                        <a:pt x="86961" y="20220"/>
                      </a:cubicBezTo>
                      <a:cubicBezTo>
                        <a:pt x="86961" y="19031"/>
                        <a:pt x="88151" y="17842"/>
                        <a:pt x="88151" y="16652"/>
                      </a:cubicBezTo>
                      <a:cubicBezTo>
                        <a:pt x="90530" y="17842"/>
                        <a:pt x="92908" y="19031"/>
                        <a:pt x="96477" y="17842"/>
                      </a:cubicBezTo>
                      <a:cubicBezTo>
                        <a:pt x="98856" y="14273"/>
                        <a:pt x="102424" y="14273"/>
                        <a:pt x="104803" y="11894"/>
                      </a:cubicBezTo>
                      <a:cubicBezTo>
                        <a:pt x="107182" y="9515"/>
                        <a:pt x="109560" y="3568"/>
                        <a:pt x="109560" y="0"/>
                      </a:cubicBezTo>
                      <a:cubicBezTo>
                        <a:pt x="116697" y="0"/>
                        <a:pt x="116697" y="7137"/>
                        <a:pt x="125023" y="7137"/>
                      </a:cubicBezTo>
                      <a:cubicBezTo>
                        <a:pt x="133349" y="7137"/>
                        <a:pt x="134539" y="3568"/>
                        <a:pt x="142865" y="4758"/>
                      </a:cubicBezTo>
                      <a:cubicBezTo>
                        <a:pt x="155949" y="5947"/>
                        <a:pt x="166654" y="11894"/>
                        <a:pt x="177358" y="17842"/>
                      </a:cubicBezTo>
                      <a:cubicBezTo>
                        <a:pt x="183306" y="20220"/>
                        <a:pt x="185685" y="24978"/>
                        <a:pt x="191632" y="28546"/>
                      </a:cubicBezTo>
                      <a:cubicBezTo>
                        <a:pt x="197579" y="32115"/>
                        <a:pt x="203526" y="33304"/>
                        <a:pt x="209473" y="36873"/>
                      </a:cubicBezTo>
                      <a:cubicBezTo>
                        <a:pt x="214231" y="40441"/>
                        <a:pt x="215420" y="45198"/>
                        <a:pt x="220178" y="48767"/>
                      </a:cubicBezTo>
                      <a:cubicBezTo>
                        <a:pt x="223746" y="53525"/>
                        <a:pt x="226125" y="58282"/>
                        <a:pt x="229693" y="61850"/>
                      </a:cubicBezTo>
                      <a:cubicBezTo>
                        <a:pt x="232073" y="64229"/>
                        <a:pt x="236830" y="65419"/>
                        <a:pt x="239209" y="67798"/>
                      </a:cubicBezTo>
                      <a:cubicBezTo>
                        <a:pt x="238020" y="68987"/>
                        <a:pt x="236830" y="68987"/>
                        <a:pt x="235641" y="70177"/>
                      </a:cubicBezTo>
                      <a:cubicBezTo>
                        <a:pt x="235641" y="77313"/>
                        <a:pt x="232073" y="82071"/>
                        <a:pt x="230883" y="89208"/>
                      </a:cubicBezTo>
                      <a:cubicBezTo>
                        <a:pt x="229693" y="92776"/>
                        <a:pt x="229693" y="95155"/>
                        <a:pt x="228504" y="98723"/>
                      </a:cubicBezTo>
                      <a:cubicBezTo>
                        <a:pt x="227315" y="101102"/>
                        <a:pt x="226125" y="103481"/>
                        <a:pt x="226125" y="107049"/>
                      </a:cubicBezTo>
                      <a:cubicBezTo>
                        <a:pt x="233262" y="107049"/>
                        <a:pt x="236830" y="105860"/>
                        <a:pt x="242777" y="103481"/>
                      </a:cubicBezTo>
                      <a:cubicBezTo>
                        <a:pt x="247535" y="101102"/>
                        <a:pt x="249914" y="103481"/>
                        <a:pt x="254672" y="104670"/>
                      </a:cubicBezTo>
                      <a:cubicBezTo>
                        <a:pt x="253482" y="111807"/>
                        <a:pt x="253482" y="118944"/>
                        <a:pt x="257051" y="124891"/>
                      </a:cubicBezTo>
                      <a:cubicBezTo>
                        <a:pt x="258240" y="128459"/>
                        <a:pt x="262998" y="129648"/>
                        <a:pt x="264187" y="133217"/>
                      </a:cubicBezTo>
                      <a:cubicBezTo>
                        <a:pt x="265377" y="136785"/>
                        <a:pt x="265377" y="139164"/>
                        <a:pt x="266566" y="142732"/>
                      </a:cubicBezTo>
                      <a:cubicBezTo>
                        <a:pt x="268945" y="152248"/>
                        <a:pt x="273703" y="148679"/>
                        <a:pt x="280839" y="153437"/>
                      </a:cubicBezTo>
                      <a:cubicBezTo>
                        <a:pt x="297491" y="162952"/>
                        <a:pt x="333174" y="172468"/>
                        <a:pt x="351016" y="178415"/>
                      </a:cubicBezTo>
                      <a:cubicBezTo>
                        <a:pt x="360531" y="178415"/>
                        <a:pt x="387889" y="176036"/>
                        <a:pt x="399783" y="177226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0447883C-D25E-25E1-4325-4ACF5A9D5A16}"/>
                    </a:ext>
                  </a:extLst>
                </p:cNvPr>
                <p:cNvSpPr/>
                <p:nvPr/>
              </p:nvSpPr>
              <p:spPr>
                <a:xfrm>
                  <a:off x="6033862" y="3797051"/>
                  <a:ext cx="270240" cy="427899"/>
                </a:xfrm>
                <a:custGeom>
                  <a:avLst/>
                  <a:gdLst>
                    <a:gd name="connsiteX0" fmla="*/ 270002 w 270240"/>
                    <a:gd name="connsiteY0" fmla="*/ 150761 h 427899"/>
                    <a:gd name="connsiteX1" fmla="*/ 268812 w 270240"/>
                    <a:gd name="connsiteY1" fmla="*/ 206664 h 427899"/>
                    <a:gd name="connsiteX2" fmla="*/ 258107 w 270240"/>
                    <a:gd name="connsiteY2" fmla="*/ 211422 h 427899"/>
                    <a:gd name="connsiteX3" fmla="*/ 245023 w 270240"/>
                    <a:gd name="connsiteY3" fmla="*/ 217369 h 427899"/>
                    <a:gd name="connsiteX4" fmla="*/ 245023 w 270240"/>
                    <a:gd name="connsiteY4" fmla="*/ 228074 h 427899"/>
                    <a:gd name="connsiteX5" fmla="*/ 239076 w 270240"/>
                    <a:gd name="connsiteY5" fmla="*/ 237590 h 427899"/>
                    <a:gd name="connsiteX6" fmla="*/ 231940 w 270240"/>
                    <a:gd name="connsiteY6" fmla="*/ 238779 h 427899"/>
                    <a:gd name="connsiteX7" fmla="*/ 231940 w 270240"/>
                    <a:gd name="connsiteY7" fmla="*/ 253052 h 427899"/>
                    <a:gd name="connsiteX8" fmla="*/ 228371 w 270240"/>
                    <a:gd name="connsiteY8" fmla="*/ 264947 h 427899"/>
                    <a:gd name="connsiteX9" fmla="*/ 220045 w 270240"/>
                    <a:gd name="connsiteY9" fmla="*/ 281599 h 427899"/>
                    <a:gd name="connsiteX10" fmla="*/ 231940 w 270240"/>
                    <a:gd name="connsiteY10" fmla="*/ 288735 h 427899"/>
                    <a:gd name="connsiteX11" fmla="*/ 231940 w 270240"/>
                    <a:gd name="connsiteY11" fmla="*/ 292304 h 427899"/>
                    <a:gd name="connsiteX12" fmla="*/ 229561 w 270240"/>
                    <a:gd name="connsiteY12" fmla="*/ 294683 h 427899"/>
                    <a:gd name="connsiteX13" fmla="*/ 231940 w 270240"/>
                    <a:gd name="connsiteY13" fmla="*/ 300630 h 427899"/>
                    <a:gd name="connsiteX14" fmla="*/ 246213 w 270240"/>
                    <a:gd name="connsiteY14" fmla="*/ 323229 h 427899"/>
                    <a:gd name="connsiteX15" fmla="*/ 242645 w 270240"/>
                    <a:gd name="connsiteY15" fmla="*/ 326797 h 427899"/>
                    <a:gd name="connsiteX16" fmla="*/ 242645 w 270240"/>
                    <a:gd name="connsiteY16" fmla="*/ 330366 h 427899"/>
                    <a:gd name="connsiteX17" fmla="*/ 242645 w 270240"/>
                    <a:gd name="connsiteY17" fmla="*/ 331555 h 427899"/>
                    <a:gd name="connsiteX18" fmla="*/ 235508 w 270240"/>
                    <a:gd name="connsiteY18" fmla="*/ 333934 h 427899"/>
                    <a:gd name="connsiteX19" fmla="*/ 229561 w 270240"/>
                    <a:gd name="connsiteY19" fmla="*/ 333934 h 427899"/>
                    <a:gd name="connsiteX20" fmla="*/ 216477 w 270240"/>
                    <a:gd name="connsiteY20" fmla="*/ 341070 h 427899"/>
                    <a:gd name="connsiteX21" fmla="*/ 206962 w 270240"/>
                    <a:gd name="connsiteY21" fmla="*/ 352965 h 427899"/>
                    <a:gd name="connsiteX22" fmla="*/ 195067 w 270240"/>
                    <a:gd name="connsiteY22" fmla="*/ 362481 h 427899"/>
                    <a:gd name="connsiteX23" fmla="*/ 191499 w 270240"/>
                    <a:gd name="connsiteY23" fmla="*/ 377943 h 427899"/>
                    <a:gd name="connsiteX24" fmla="*/ 176036 w 270240"/>
                    <a:gd name="connsiteY24" fmla="*/ 383890 h 427899"/>
                    <a:gd name="connsiteX25" fmla="*/ 140353 w 270240"/>
                    <a:gd name="connsiteY25" fmla="*/ 383890 h 427899"/>
                    <a:gd name="connsiteX26" fmla="*/ 148679 w 270240"/>
                    <a:gd name="connsiteY26" fmla="*/ 395785 h 427899"/>
                    <a:gd name="connsiteX27" fmla="*/ 139164 w 270240"/>
                    <a:gd name="connsiteY27" fmla="*/ 407679 h 427899"/>
                    <a:gd name="connsiteX28" fmla="*/ 118944 w 270240"/>
                    <a:gd name="connsiteY28" fmla="*/ 408868 h 427899"/>
                    <a:gd name="connsiteX29" fmla="*/ 89208 w 270240"/>
                    <a:gd name="connsiteY29" fmla="*/ 423142 h 427899"/>
                    <a:gd name="connsiteX30" fmla="*/ 85639 w 270240"/>
                    <a:gd name="connsiteY30" fmla="*/ 414816 h 427899"/>
                    <a:gd name="connsiteX31" fmla="*/ 82071 w 270240"/>
                    <a:gd name="connsiteY31" fmla="*/ 423142 h 427899"/>
                    <a:gd name="connsiteX32" fmla="*/ 60661 w 270240"/>
                    <a:gd name="connsiteY32" fmla="*/ 427899 h 427899"/>
                    <a:gd name="connsiteX33" fmla="*/ 59472 w 270240"/>
                    <a:gd name="connsiteY33" fmla="*/ 423142 h 427899"/>
                    <a:gd name="connsiteX34" fmla="*/ 40441 w 270240"/>
                    <a:gd name="connsiteY34" fmla="*/ 392216 h 427899"/>
                    <a:gd name="connsiteX35" fmla="*/ 24978 w 270240"/>
                    <a:gd name="connsiteY35" fmla="*/ 379133 h 427899"/>
                    <a:gd name="connsiteX36" fmla="*/ 20220 w 270240"/>
                    <a:gd name="connsiteY36" fmla="*/ 360102 h 427899"/>
                    <a:gd name="connsiteX37" fmla="*/ 58282 w 270240"/>
                    <a:gd name="connsiteY37" fmla="*/ 361291 h 427899"/>
                    <a:gd name="connsiteX38" fmla="*/ 53525 w 270240"/>
                    <a:gd name="connsiteY38" fmla="*/ 355344 h 427899"/>
                    <a:gd name="connsiteX39" fmla="*/ 47577 w 270240"/>
                    <a:gd name="connsiteY39" fmla="*/ 350586 h 427899"/>
                    <a:gd name="connsiteX40" fmla="*/ 36872 w 270240"/>
                    <a:gd name="connsiteY40" fmla="*/ 335123 h 427899"/>
                    <a:gd name="connsiteX41" fmla="*/ 39251 w 270240"/>
                    <a:gd name="connsiteY41" fmla="*/ 335123 h 427899"/>
                    <a:gd name="connsiteX42" fmla="*/ 38062 w 270240"/>
                    <a:gd name="connsiteY42" fmla="*/ 305387 h 427899"/>
                    <a:gd name="connsiteX43" fmla="*/ 20220 w 270240"/>
                    <a:gd name="connsiteY43" fmla="*/ 283978 h 427899"/>
                    <a:gd name="connsiteX44" fmla="*/ 20220 w 270240"/>
                    <a:gd name="connsiteY44" fmla="*/ 283978 h 427899"/>
                    <a:gd name="connsiteX45" fmla="*/ 3568 w 270240"/>
                    <a:gd name="connsiteY45" fmla="*/ 262568 h 427899"/>
                    <a:gd name="connsiteX46" fmla="*/ 0 w 270240"/>
                    <a:gd name="connsiteY46" fmla="*/ 228074 h 427899"/>
                    <a:gd name="connsiteX47" fmla="*/ 22599 w 270240"/>
                    <a:gd name="connsiteY47" fmla="*/ 206664 h 427899"/>
                    <a:gd name="connsiteX48" fmla="*/ 49956 w 270240"/>
                    <a:gd name="connsiteY48" fmla="*/ 178118 h 427899"/>
                    <a:gd name="connsiteX49" fmla="*/ 48767 w 270240"/>
                    <a:gd name="connsiteY49" fmla="*/ 151950 h 427899"/>
                    <a:gd name="connsiteX50" fmla="*/ 49956 w 270240"/>
                    <a:gd name="connsiteY50" fmla="*/ 125783 h 427899"/>
                    <a:gd name="connsiteX51" fmla="*/ 59472 w 270240"/>
                    <a:gd name="connsiteY51" fmla="*/ 77016 h 427899"/>
                    <a:gd name="connsiteX52" fmla="*/ 44009 w 270240"/>
                    <a:gd name="connsiteY52" fmla="*/ 60364 h 427899"/>
                    <a:gd name="connsiteX53" fmla="*/ 32115 w 270240"/>
                    <a:gd name="connsiteY53" fmla="*/ 9218 h 427899"/>
                    <a:gd name="connsiteX54" fmla="*/ 35683 w 270240"/>
                    <a:gd name="connsiteY54" fmla="*/ 8029 h 427899"/>
                    <a:gd name="connsiteX55" fmla="*/ 64229 w 270240"/>
                    <a:gd name="connsiteY55" fmla="*/ 2081 h 427899"/>
                    <a:gd name="connsiteX56" fmla="*/ 266433 w 270240"/>
                    <a:gd name="connsiteY56" fmla="*/ 104373 h 427899"/>
                    <a:gd name="connsiteX57" fmla="*/ 270002 w 270240"/>
                    <a:gd name="connsiteY57" fmla="*/ 150761 h 4278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270240" h="427899">
                      <a:moveTo>
                        <a:pt x="270002" y="150761"/>
                      </a:moveTo>
                      <a:cubicBezTo>
                        <a:pt x="268812" y="168602"/>
                        <a:pt x="270002" y="187633"/>
                        <a:pt x="268812" y="206664"/>
                      </a:cubicBezTo>
                      <a:cubicBezTo>
                        <a:pt x="264054" y="206664"/>
                        <a:pt x="260486" y="210233"/>
                        <a:pt x="258107" y="211422"/>
                      </a:cubicBezTo>
                      <a:cubicBezTo>
                        <a:pt x="254539" y="201907"/>
                        <a:pt x="245023" y="212612"/>
                        <a:pt x="245023" y="217369"/>
                      </a:cubicBezTo>
                      <a:cubicBezTo>
                        <a:pt x="245023" y="222127"/>
                        <a:pt x="246213" y="223316"/>
                        <a:pt x="245023" y="228074"/>
                      </a:cubicBezTo>
                      <a:cubicBezTo>
                        <a:pt x="243834" y="231643"/>
                        <a:pt x="239076" y="232832"/>
                        <a:pt x="239076" y="237590"/>
                      </a:cubicBezTo>
                      <a:cubicBezTo>
                        <a:pt x="236698" y="237590"/>
                        <a:pt x="234318" y="238779"/>
                        <a:pt x="231940" y="238779"/>
                      </a:cubicBezTo>
                      <a:cubicBezTo>
                        <a:pt x="229561" y="243537"/>
                        <a:pt x="233129" y="248295"/>
                        <a:pt x="231940" y="253052"/>
                      </a:cubicBezTo>
                      <a:cubicBezTo>
                        <a:pt x="230750" y="256621"/>
                        <a:pt x="221235" y="261379"/>
                        <a:pt x="228371" y="264947"/>
                      </a:cubicBezTo>
                      <a:cubicBezTo>
                        <a:pt x="229561" y="270894"/>
                        <a:pt x="221235" y="274462"/>
                        <a:pt x="220045" y="281599"/>
                      </a:cubicBezTo>
                      <a:cubicBezTo>
                        <a:pt x="218856" y="293493"/>
                        <a:pt x="223614" y="287546"/>
                        <a:pt x="231940" y="288735"/>
                      </a:cubicBezTo>
                      <a:cubicBezTo>
                        <a:pt x="231940" y="288735"/>
                        <a:pt x="231940" y="291114"/>
                        <a:pt x="231940" y="292304"/>
                      </a:cubicBezTo>
                      <a:cubicBezTo>
                        <a:pt x="230750" y="293493"/>
                        <a:pt x="230750" y="293493"/>
                        <a:pt x="229561" y="294683"/>
                      </a:cubicBezTo>
                      <a:lnTo>
                        <a:pt x="231940" y="300630"/>
                      </a:lnTo>
                      <a:cubicBezTo>
                        <a:pt x="228371" y="314903"/>
                        <a:pt x="240266" y="317282"/>
                        <a:pt x="246213" y="323229"/>
                      </a:cubicBezTo>
                      <a:cubicBezTo>
                        <a:pt x="245023" y="324418"/>
                        <a:pt x="245023" y="325608"/>
                        <a:pt x="242645" y="326797"/>
                      </a:cubicBezTo>
                      <a:cubicBezTo>
                        <a:pt x="242645" y="327987"/>
                        <a:pt x="242645" y="329176"/>
                        <a:pt x="242645" y="330366"/>
                      </a:cubicBezTo>
                      <a:cubicBezTo>
                        <a:pt x="242645" y="330366"/>
                        <a:pt x="242645" y="331555"/>
                        <a:pt x="242645" y="331555"/>
                      </a:cubicBezTo>
                      <a:cubicBezTo>
                        <a:pt x="239076" y="331555"/>
                        <a:pt x="237887" y="333934"/>
                        <a:pt x="235508" y="333934"/>
                      </a:cubicBezTo>
                      <a:cubicBezTo>
                        <a:pt x="233129" y="333934"/>
                        <a:pt x="230750" y="333934"/>
                        <a:pt x="229561" y="333934"/>
                      </a:cubicBezTo>
                      <a:cubicBezTo>
                        <a:pt x="223614" y="335123"/>
                        <a:pt x="221235" y="336313"/>
                        <a:pt x="216477" y="341070"/>
                      </a:cubicBezTo>
                      <a:cubicBezTo>
                        <a:pt x="212909" y="344639"/>
                        <a:pt x="210530" y="349397"/>
                        <a:pt x="206962" y="352965"/>
                      </a:cubicBezTo>
                      <a:cubicBezTo>
                        <a:pt x="203393" y="356533"/>
                        <a:pt x="198635" y="358912"/>
                        <a:pt x="195067" y="362481"/>
                      </a:cubicBezTo>
                      <a:cubicBezTo>
                        <a:pt x="191499" y="367238"/>
                        <a:pt x="193878" y="373185"/>
                        <a:pt x="191499" y="377943"/>
                      </a:cubicBezTo>
                      <a:cubicBezTo>
                        <a:pt x="186741" y="383890"/>
                        <a:pt x="183173" y="382701"/>
                        <a:pt x="176036" y="383890"/>
                      </a:cubicBezTo>
                      <a:cubicBezTo>
                        <a:pt x="164142" y="386269"/>
                        <a:pt x="153437" y="385080"/>
                        <a:pt x="140353" y="383890"/>
                      </a:cubicBezTo>
                      <a:cubicBezTo>
                        <a:pt x="137974" y="389837"/>
                        <a:pt x="145111" y="394595"/>
                        <a:pt x="148679" y="395785"/>
                      </a:cubicBezTo>
                      <a:cubicBezTo>
                        <a:pt x="143921" y="398164"/>
                        <a:pt x="142732" y="405300"/>
                        <a:pt x="139164" y="407679"/>
                      </a:cubicBezTo>
                      <a:cubicBezTo>
                        <a:pt x="133217" y="410058"/>
                        <a:pt x="124891" y="406489"/>
                        <a:pt x="118944" y="408868"/>
                      </a:cubicBezTo>
                      <a:cubicBezTo>
                        <a:pt x="108238" y="413626"/>
                        <a:pt x="101102" y="423142"/>
                        <a:pt x="89208" y="423142"/>
                      </a:cubicBezTo>
                      <a:cubicBezTo>
                        <a:pt x="88018" y="421952"/>
                        <a:pt x="86829" y="414816"/>
                        <a:pt x="85639" y="414816"/>
                      </a:cubicBezTo>
                      <a:cubicBezTo>
                        <a:pt x="79692" y="413626"/>
                        <a:pt x="84450" y="420763"/>
                        <a:pt x="82071" y="423142"/>
                      </a:cubicBezTo>
                      <a:cubicBezTo>
                        <a:pt x="78502" y="427899"/>
                        <a:pt x="65419" y="427899"/>
                        <a:pt x="60661" y="427899"/>
                      </a:cubicBezTo>
                      <a:cubicBezTo>
                        <a:pt x="60661" y="426710"/>
                        <a:pt x="59472" y="424331"/>
                        <a:pt x="59472" y="423142"/>
                      </a:cubicBezTo>
                      <a:cubicBezTo>
                        <a:pt x="55903" y="411247"/>
                        <a:pt x="48767" y="399353"/>
                        <a:pt x="40441" y="392216"/>
                      </a:cubicBezTo>
                      <a:cubicBezTo>
                        <a:pt x="34494" y="387459"/>
                        <a:pt x="29736" y="385080"/>
                        <a:pt x="24978" y="379133"/>
                      </a:cubicBezTo>
                      <a:cubicBezTo>
                        <a:pt x="19031" y="371996"/>
                        <a:pt x="20220" y="369617"/>
                        <a:pt x="20220" y="360102"/>
                      </a:cubicBezTo>
                      <a:cubicBezTo>
                        <a:pt x="32115" y="360102"/>
                        <a:pt x="48767" y="364859"/>
                        <a:pt x="58282" y="361291"/>
                      </a:cubicBezTo>
                      <a:cubicBezTo>
                        <a:pt x="58282" y="357723"/>
                        <a:pt x="55903" y="357723"/>
                        <a:pt x="53525" y="355344"/>
                      </a:cubicBezTo>
                      <a:cubicBezTo>
                        <a:pt x="53525" y="355344"/>
                        <a:pt x="47577" y="350586"/>
                        <a:pt x="47577" y="350586"/>
                      </a:cubicBezTo>
                      <a:cubicBezTo>
                        <a:pt x="44009" y="347018"/>
                        <a:pt x="38062" y="341070"/>
                        <a:pt x="36872" y="335123"/>
                      </a:cubicBezTo>
                      <a:cubicBezTo>
                        <a:pt x="38062" y="335123"/>
                        <a:pt x="38062" y="335123"/>
                        <a:pt x="39251" y="335123"/>
                      </a:cubicBezTo>
                      <a:cubicBezTo>
                        <a:pt x="42819" y="325608"/>
                        <a:pt x="41630" y="314903"/>
                        <a:pt x="38062" y="305387"/>
                      </a:cubicBezTo>
                      <a:cubicBezTo>
                        <a:pt x="33304" y="293493"/>
                        <a:pt x="32115" y="289925"/>
                        <a:pt x="20220" y="283978"/>
                      </a:cubicBezTo>
                      <a:cubicBezTo>
                        <a:pt x="20220" y="283978"/>
                        <a:pt x="20220" y="283978"/>
                        <a:pt x="20220" y="283978"/>
                      </a:cubicBezTo>
                      <a:cubicBezTo>
                        <a:pt x="11894" y="279220"/>
                        <a:pt x="5947" y="270894"/>
                        <a:pt x="3568" y="262568"/>
                      </a:cubicBezTo>
                      <a:cubicBezTo>
                        <a:pt x="0" y="251863"/>
                        <a:pt x="0" y="239968"/>
                        <a:pt x="0" y="228074"/>
                      </a:cubicBezTo>
                      <a:cubicBezTo>
                        <a:pt x="8326" y="220938"/>
                        <a:pt x="19031" y="209043"/>
                        <a:pt x="22599" y="206664"/>
                      </a:cubicBezTo>
                      <a:cubicBezTo>
                        <a:pt x="27357" y="203096"/>
                        <a:pt x="49956" y="178118"/>
                        <a:pt x="49956" y="178118"/>
                      </a:cubicBezTo>
                      <a:cubicBezTo>
                        <a:pt x="51146" y="169792"/>
                        <a:pt x="48767" y="161466"/>
                        <a:pt x="48767" y="151950"/>
                      </a:cubicBezTo>
                      <a:cubicBezTo>
                        <a:pt x="49956" y="143625"/>
                        <a:pt x="48767" y="134109"/>
                        <a:pt x="49956" y="125783"/>
                      </a:cubicBezTo>
                      <a:cubicBezTo>
                        <a:pt x="51146" y="117457"/>
                        <a:pt x="60661" y="85342"/>
                        <a:pt x="59472" y="77016"/>
                      </a:cubicBezTo>
                      <a:lnTo>
                        <a:pt x="44009" y="60364"/>
                      </a:lnTo>
                      <a:cubicBezTo>
                        <a:pt x="44009" y="60364"/>
                        <a:pt x="35683" y="23492"/>
                        <a:pt x="32115" y="9218"/>
                      </a:cubicBezTo>
                      <a:cubicBezTo>
                        <a:pt x="33304" y="8029"/>
                        <a:pt x="34494" y="8029"/>
                        <a:pt x="35683" y="8029"/>
                      </a:cubicBezTo>
                      <a:cubicBezTo>
                        <a:pt x="44009" y="4461"/>
                        <a:pt x="55903" y="-3866"/>
                        <a:pt x="64229" y="2081"/>
                      </a:cubicBezTo>
                      <a:cubicBezTo>
                        <a:pt x="72555" y="8029"/>
                        <a:pt x="246213" y="94858"/>
                        <a:pt x="266433" y="104373"/>
                      </a:cubicBezTo>
                      <a:cubicBezTo>
                        <a:pt x="267623" y="119836"/>
                        <a:pt x="271191" y="135298"/>
                        <a:pt x="270002" y="150761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0D3BED85-ABFA-33FC-BC36-008A1BD2F078}"/>
                    </a:ext>
                  </a:extLst>
                </p:cNvPr>
                <p:cNvSpPr/>
                <p:nvPr/>
              </p:nvSpPr>
              <p:spPr>
                <a:xfrm>
                  <a:off x="5818574" y="2830440"/>
                  <a:ext cx="214098" cy="256675"/>
                </a:xfrm>
                <a:custGeom>
                  <a:avLst/>
                  <a:gdLst>
                    <a:gd name="connsiteX0" fmla="*/ 214098 w 214098"/>
                    <a:gd name="connsiteY0" fmla="*/ 138467 h 256675"/>
                    <a:gd name="connsiteX1" fmla="*/ 206962 w 214098"/>
                    <a:gd name="connsiteY1" fmla="*/ 137278 h 256675"/>
                    <a:gd name="connsiteX2" fmla="*/ 197446 w 214098"/>
                    <a:gd name="connsiteY2" fmla="*/ 137278 h 256675"/>
                    <a:gd name="connsiteX3" fmla="*/ 195067 w 214098"/>
                    <a:gd name="connsiteY3" fmla="*/ 134899 h 256675"/>
                    <a:gd name="connsiteX4" fmla="*/ 183173 w 214098"/>
                    <a:gd name="connsiteY4" fmla="*/ 142036 h 256675"/>
                    <a:gd name="connsiteX5" fmla="*/ 170089 w 214098"/>
                    <a:gd name="connsiteY5" fmla="*/ 146793 h 256675"/>
                    <a:gd name="connsiteX6" fmla="*/ 165331 w 214098"/>
                    <a:gd name="connsiteY6" fmla="*/ 151551 h 256675"/>
                    <a:gd name="connsiteX7" fmla="*/ 161763 w 214098"/>
                    <a:gd name="connsiteY7" fmla="*/ 152740 h 256675"/>
                    <a:gd name="connsiteX8" fmla="*/ 158195 w 214098"/>
                    <a:gd name="connsiteY8" fmla="*/ 155119 h 256675"/>
                    <a:gd name="connsiteX9" fmla="*/ 152248 w 214098"/>
                    <a:gd name="connsiteY9" fmla="*/ 158688 h 256675"/>
                    <a:gd name="connsiteX10" fmla="*/ 145111 w 214098"/>
                    <a:gd name="connsiteY10" fmla="*/ 157498 h 256675"/>
                    <a:gd name="connsiteX11" fmla="*/ 154627 w 214098"/>
                    <a:gd name="connsiteY11" fmla="*/ 172961 h 256675"/>
                    <a:gd name="connsiteX12" fmla="*/ 155816 w 214098"/>
                    <a:gd name="connsiteY12" fmla="*/ 182476 h 256675"/>
                    <a:gd name="connsiteX13" fmla="*/ 161763 w 214098"/>
                    <a:gd name="connsiteY13" fmla="*/ 189613 h 256675"/>
                    <a:gd name="connsiteX14" fmla="*/ 176036 w 214098"/>
                    <a:gd name="connsiteY14" fmla="*/ 200318 h 256675"/>
                    <a:gd name="connsiteX15" fmla="*/ 185552 w 214098"/>
                    <a:gd name="connsiteY15" fmla="*/ 209833 h 256675"/>
                    <a:gd name="connsiteX16" fmla="*/ 185552 w 214098"/>
                    <a:gd name="connsiteY16" fmla="*/ 209833 h 256675"/>
                    <a:gd name="connsiteX17" fmla="*/ 180794 w 214098"/>
                    <a:gd name="connsiteY17" fmla="*/ 220538 h 256675"/>
                    <a:gd name="connsiteX18" fmla="*/ 174847 w 214098"/>
                    <a:gd name="connsiteY18" fmla="*/ 227675 h 256675"/>
                    <a:gd name="connsiteX19" fmla="*/ 168900 w 214098"/>
                    <a:gd name="connsiteY19" fmla="*/ 234811 h 256675"/>
                    <a:gd name="connsiteX20" fmla="*/ 167710 w 214098"/>
                    <a:gd name="connsiteY20" fmla="*/ 241948 h 256675"/>
                    <a:gd name="connsiteX21" fmla="*/ 172468 w 214098"/>
                    <a:gd name="connsiteY21" fmla="*/ 244327 h 256675"/>
                    <a:gd name="connsiteX22" fmla="*/ 172468 w 214098"/>
                    <a:gd name="connsiteY22" fmla="*/ 250274 h 256675"/>
                    <a:gd name="connsiteX23" fmla="*/ 165331 w 214098"/>
                    <a:gd name="connsiteY23" fmla="*/ 247895 h 256675"/>
                    <a:gd name="connsiteX24" fmla="*/ 157005 w 214098"/>
                    <a:gd name="connsiteY24" fmla="*/ 249085 h 256675"/>
                    <a:gd name="connsiteX25" fmla="*/ 148679 w 214098"/>
                    <a:gd name="connsiteY25" fmla="*/ 247895 h 256675"/>
                    <a:gd name="connsiteX26" fmla="*/ 141543 w 214098"/>
                    <a:gd name="connsiteY26" fmla="*/ 251463 h 256675"/>
                    <a:gd name="connsiteX27" fmla="*/ 127269 w 214098"/>
                    <a:gd name="connsiteY27" fmla="*/ 251463 h 256675"/>
                    <a:gd name="connsiteX28" fmla="*/ 109428 w 214098"/>
                    <a:gd name="connsiteY28" fmla="*/ 250274 h 256675"/>
                    <a:gd name="connsiteX29" fmla="*/ 99912 w 214098"/>
                    <a:gd name="connsiteY29" fmla="*/ 251463 h 256675"/>
                    <a:gd name="connsiteX30" fmla="*/ 93965 w 214098"/>
                    <a:gd name="connsiteY30" fmla="*/ 251463 h 256675"/>
                    <a:gd name="connsiteX31" fmla="*/ 93965 w 214098"/>
                    <a:gd name="connsiteY31" fmla="*/ 252653 h 256675"/>
                    <a:gd name="connsiteX32" fmla="*/ 84450 w 214098"/>
                    <a:gd name="connsiteY32" fmla="*/ 246706 h 256675"/>
                    <a:gd name="connsiteX33" fmla="*/ 78503 w 214098"/>
                    <a:gd name="connsiteY33" fmla="*/ 247895 h 256675"/>
                    <a:gd name="connsiteX34" fmla="*/ 74934 w 214098"/>
                    <a:gd name="connsiteY34" fmla="*/ 249085 h 256675"/>
                    <a:gd name="connsiteX35" fmla="*/ 68987 w 214098"/>
                    <a:gd name="connsiteY35" fmla="*/ 243137 h 256675"/>
                    <a:gd name="connsiteX36" fmla="*/ 64229 w 214098"/>
                    <a:gd name="connsiteY36" fmla="*/ 247895 h 256675"/>
                    <a:gd name="connsiteX37" fmla="*/ 59472 w 214098"/>
                    <a:gd name="connsiteY37" fmla="*/ 250274 h 256675"/>
                    <a:gd name="connsiteX38" fmla="*/ 49956 w 214098"/>
                    <a:gd name="connsiteY38" fmla="*/ 250274 h 256675"/>
                    <a:gd name="connsiteX39" fmla="*/ 48767 w 214098"/>
                    <a:gd name="connsiteY39" fmla="*/ 249085 h 256675"/>
                    <a:gd name="connsiteX40" fmla="*/ 47577 w 214098"/>
                    <a:gd name="connsiteY40" fmla="*/ 247895 h 256675"/>
                    <a:gd name="connsiteX41" fmla="*/ 44009 w 214098"/>
                    <a:gd name="connsiteY41" fmla="*/ 245516 h 256675"/>
                    <a:gd name="connsiteX42" fmla="*/ 42820 w 214098"/>
                    <a:gd name="connsiteY42" fmla="*/ 228864 h 256675"/>
                    <a:gd name="connsiteX43" fmla="*/ 47577 w 214098"/>
                    <a:gd name="connsiteY43" fmla="*/ 222917 h 256675"/>
                    <a:gd name="connsiteX44" fmla="*/ 49956 w 214098"/>
                    <a:gd name="connsiteY44" fmla="*/ 214591 h 256675"/>
                    <a:gd name="connsiteX45" fmla="*/ 51146 w 214098"/>
                    <a:gd name="connsiteY45" fmla="*/ 214591 h 256675"/>
                    <a:gd name="connsiteX46" fmla="*/ 55903 w 214098"/>
                    <a:gd name="connsiteY46" fmla="*/ 206265 h 256675"/>
                    <a:gd name="connsiteX47" fmla="*/ 46388 w 214098"/>
                    <a:gd name="connsiteY47" fmla="*/ 202697 h 256675"/>
                    <a:gd name="connsiteX48" fmla="*/ 41630 w 214098"/>
                    <a:gd name="connsiteY48" fmla="*/ 200318 h 256675"/>
                    <a:gd name="connsiteX49" fmla="*/ 36873 w 214098"/>
                    <a:gd name="connsiteY49" fmla="*/ 200318 h 256675"/>
                    <a:gd name="connsiteX50" fmla="*/ 26167 w 214098"/>
                    <a:gd name="connsiteY50" fmla="*/ 200318 h 256675"/>
                    <a:gd name="connsiteX51" fmla="*/ 16652 w 214098"/>
                    <a:gd name="connsiteY51" fmla="*/ 196749 h 256675"/>
                    <a:gd name="connsiteX52" fmla="*/ 13084 w 214098"/>
                    <a:gd name="connsiteY52" fmla="*/ 188423 h 256675"/>
                    <a:gd name="connsiteX53" fmla="*/ 13084 w 214098"/>
                    <a:gd name="connsiteY53" fmla="*/ 188423 h 256675"/>
                    <a:gd name="connsiteX54" fmla="*/ 11894 w 214098"/>
                    <a:gd name="connsiteY54" fmla="*/ 178908 h 256675"/>
                    <a:gd name="connsiteX55" fmla="*/ 4758 w 214098"/>
                    <a:gd name="connsiteY55" fmla="*/ 164635 h 256675"/>
                    <a:gd name="connsiteX56" fmla="*/ 4758 w 214098"/>
                    <a:gd name="connsiteY56" fmla="*/ 161066 h 256675"/>
                    <a:gd name="connsiteX57" fmla="*/ 0 w 214098"/>
                    <a:gd name="connsiteY57" fmla="*/ 143225 h 256675"/>
                    <a:gd name="connsiteX58" fmla="*/ 0 w 214098"/>
                    <a:gd name="connsiteY58" fmla="*/ 139657 h 256675"/>
                    <a:gd name="connsiteX59" fmla="*/ 1190 w 214098"/>
                    <a:gd name="connsiteY59" fmla="*/ 133710 h 256675"/>
                    <a:gd name="connsiteX60" fmla="*/ 1190 w 214098"/>
                    <a:gd name="connsiteY60" fmla="*/ 124194 h 256675"/>
                    <a:gd name="connsiteX61" fmla="*/ 8326 w 214098"/>
                    <a:gd name="connsiteY61" fmla="*/ 107542 h 256675"/>
                    <a:gd name="connsiteX62" fmla="*/ 16652 w 214098"/>
                    <a:gd name="connsiteY62" fmla="*/ 106352 h 256675"/>
                    <a:gd name="connsiteX63" fmla="*/ 23789 w 214098"/>
                    <a:gd name="connsiteY63" fmla="*/ 105163 h 256675"/>
                    <a:gd name="connsiteX64" fmla="*/ 22599 w 214098"/>
                    <a:gd name="connsiteY64" fmla="*/ 100405 h 256675"/>
                    <a:gd name="connsiteX65" fmla="*/ 23789 w 214098"/>
                    <a:gd name="connsiteY65" fmla="*/ 95647 h 256675"/>
                    <a:gd name="connsiteX66" fmla="*/ 19031 w 214098"/>
                    <a:gd name="connsiteY66" fmla="*/ 88511 h 256675"/>
                    <a:gd name="connsiteX67" fmla="*/ 17842 w 214098"/>
                    <a:gd name="connsiteY67" fmla="*/ 80185 h 256675"/>
                    <a:gd name="connsiteX68" fmla="*/ 27357 w 214098"/>
                    <a:gd name="connsiteY68" fmla="*/ 80185 h 256675"/>
                    <a:gd name="connsiteX69" fmla="*/ 27357 w 214098"/>
                    <a:gd name="connsiteY69" fmla="*/ 78995 h 256675"/>
                    <a:gd name="connsiteX70" fmla="*/ 28546 w 214098"/>
                    <a:gd name="connsiteY70" fmla="*/ 74238 h 256675"/>
                    <a:gd name="connsiteX71" fmla="*/ 32115 w 214098"/>
                    <a:gd name="connsiteY71" fmla="*/ 63533 h 256675"/>
                    <a:gd name="connsiteX72" fmla="*/ 29736 w 214098"/>
                    <a:gd name="connsiteY72" fmla="*/ 59964 h 256675"/>
                    <a:gd name="connsiteX73" fmla="*/ 23789 w 214098"/>
                    <a:gd name="connsiteY73" fmla="*/ 49260 h 256675"/>
                    <a:gd name="connsiteX74" fmla="*/ 32115 w 214098"/>
                    <a:gd name="connsiteY74" fmla="*/ 46881 h 256675"/>
                    <a:gd name="connsiteX75" fmla="*/ 39251 w 214098"/>
                    <a:gd name="connsiteY75" fmla="*/ 44502 h 256675"/>
                    <a:gd name="connsiteX76" fmla="*/ 47577 w 214098"/>
                    <a:gd name="connsiteY76" fmla="*/ 57586 h 256675"/>
                    <a:gd name="connsiteX77" fmla="*/ 48767 w 214098"/>
                    <a:gd name="connsiteY77" fmla="*/ 45691 h 256675"/>
                    <a:gd name="connsiteX78" fmla="*/ 58282 w 214098"/>
                    <a:gd name="connsiteY78" fmla="*/ 59964 h 256675"/>
                    <a:gd name="connsiteX79" fmla="*/ 59472 w 214098"/>
                    <a:gd name="connsiteY79" fmla="*/ 40934 h 256675"/>
                    <a:gd name="connsiteX80" fmla="*/ 70177 w 214098"/>
                    <a:gd name="connsiteY80" fmla="*/ 40934 h 256675"/>
                    <a:gd name="connsiteX81" fmla="*/ 76124 w 214098"/>
                    <a:gd name="connsiteY81" fmla="*/ 43312 h 256675"/>
                    <a:gd name="connsiteX82" fmla="*/ 91586 w 214098"/>
                    <a:gd name="connsiteY82" fmla="*/ 50449 h 256675"/>
                    <a:gd name="connsiteX83" fmla="*/ 82071 w 214098"/>
                    <a:gd name="connsiteY83" fmla="*/ 43312 h 256675"/>
                    <a:gd name="connsiteX84" fmla="*/ 71366 w 214098"/>
                    <a:gd name="connsiteY84" fmla="*/ 37365 h 256675"/>
                    <a:gd name="connsiteX85" fmla="*/ 65419 w 214098"/>
                    <a:gd name="connsiteY85" fmla="*/ 36176 h 256675"/>
                    <a:gd name="connsiteX86" fmla="*/ 67798 w 214098"/>
                    <a:gd name="connsiteY86" fmla="*/ 31418 h 256675"/>
                    <a:gd name="connsiteX87" fmla="*/ 63040 w 214098"/>
                    <a:gd name="connsiteY87" fmla="*/ 21902 h 256675"/>
                    <a:gd name="connsiteX88" fmla="*/ 60661 w 214098"/>
                    <a:gd name="connsiteY88" fmla="*/ 20713 h 256675"/>
                    <a:gd name="connsiteX89" fmla="*/ 68987 w 214098"/>
                    <a:gd name="connsiteY89" fmla="*/ 15955 h 256675"/>
                    <a:gd name="connsiteX90" fmla="*/ 63040 w 214098"/>
                    <a:gd name="connsiteY90" fmla="*/ 7629 h 256675"/>
                    <a:gd name="connsiteX91" fmla="*/ 59472 w 214098"/>
                    <a:gd name="connsiteY91" fmla="*/ 5250 h 256675"/>
                    <a:gd name="connsiteX92" fmla="*/ 58282 w 214098"/>
                    <a:gd name="connsiteY92" fmla="*/ 493 h 256675"/>
                    <a:gd name="connsiteX93" fmla="*/ 58282 w 214098"/>
                    <a:gd name="connsiteY93" fmla="*/ 493 h 256675"/>
                    <a:gd name="connsiteX94" fmla="*/ 71366 w 214098"/>
                    <a:gd name="connsiteY94" fmla="*/ 1682 h 256675"/>
                    <a:gd name="connsiteX95" fmla="*/ 76124 w 214098"/>
                    <a:gd name="connsiteY95" fmla="*/ 4061 h 256675"/>
                    <a:gd name="connsiteX96" fmla="*/ 82071 w 214098"/>
                    <a:gd name="connsiteY96" fmla="*/ 4061 h 256675"/>
                    <a:gd name="connsiteX97" fmla="*/ 82071 w 214098"/>
                    <a:gd name="connsiteY97" fmla="*/ 4061 h 256675"/>
                    <a:gd name="connsiteX98" fmla="*/ 92776 w 214098"/>
                    <a:gd name="connsiteY98" fmla="*/ 13576 h 256675"/>
                    <a:gd name="connsiteX99" fmla="*/ 88018 w 214098"/>
                    <a:gd name="connsiteY99" fmla="*/ 19524 h 256675"/>
                    <a:gd name="connsiteX100" fmla="*/ 93965 w 214098"/>
                    <a:gd name="connsiteY100" fmla="*/ 25471 h 256675"/>
                    <a:gd name="connsiteX101" fmla="*/ 102291 w 214098"/>
                    <a:gd name="connsiteY101" fmla="*/ 20713 h 256675"/>
                    <a:gd name="connsiteX102" fmla="*/ 108239 w 214098"/>
                    <a:gd name="connsiteY102" fmla="*/ 25471 h 256675"/>
                    <a:gd name="connsiteX103" fmla="*/ 111807 w 214098"/>
                    <a:gd name="connsiteY103" fmla="*/ 26660 h 256675"/>
                    <a:gd name="connsiteX104" fmla="*/ 115375 w 214098"/>
                    <a:gd name="connsiteY104" fmla="*/ 24281 h 256675"/>
                    <a:gd name="connsiteX105" fmla="*/ 116564 w 214098"/>
                    <a:gd name="connsiteY105" fmla="*/ 31418 h 256675"/>
                    <a:gd name="connsiteX106" fmla="*/ 109428 w 214098"/>
                    <a:gd name="connsiteY106" fmla="*/ 34986 h 256675"/>
                    <a:gd name="connsiteX107" fmla="*/ 116564 w 214098"/>
                    <a:gd name="connsiteY107" fmla="*/ 38555 h 256675"/>
                    <a:gd name="connsiteX108" fmla="*/ 121322 w 214098"/>
                    <a:gd name="connsiteY108" fmla="*/ 38555 h 256675"/>
                    <a:gd name="connsiteX109" fmla="*/ 124891 w 214098"/>
                    <a:gd name="connsiteY109" fmla="*/ 40934 h 256675"/>
                    <a:gd name="connsiteX110" fmla="*/ 134406 w 214098"/>
                    <a:gd name="connsiteY110" fmla="*/ 30229 h 256675"/>
                    <a:gd name="connsiteX111" fmla="*/ 148679 w 214098"/>
                    <a:gd name="connsiteY111" fmla="*/ 23092 h 256675"/>
                    <a:gd name="connsiteX112" fmla="*/ 153437 w 214098"/>
                    <a:gd name="connsiteY112" fmla="*/ 24281 h 256675"/>
                    <a:gd name="connsiteX113" fmla="*/ 146300 w 214098"/>
                    <a:gd name="connsiteY113" fmla="*/ 29039 h 256675"/>
                    <a:gd name="connsiteX114" fmla="*/ 154627 w 214098"/>
                    <a:gd name="connsiteY114" fmla="*/ 26660 h 256675"/>
                    <a:gd name="connsiteX115" fmla="*/ 162952 w 214098"/>
                    <a:gd name="connsiteY115" fmla="*/ 27850 h 256675"/>
                    <a:gd name="connsiteX116" fmla="*/ 166521 w 214098"/>
                    <a:gd name="connsiteY116" fmla="*/ 29039 h 256675"/>
                    <a:gd name="connsiteX117" fmla="*/ 168900 w 214098"/>
                    <a:gd name="connsiteY117" fmla="*/ 32608 h 256675"/>
                    <a:gd name="connsiteX118" fmla="*/ 178415 w 214098"/>
                    <a:gd name="connsiteY118" fmla="*/ 33797 h 256675"/>
                    <a:gd name="connsiteX119" fmla="*/ 179605 w 214098"/>
                    <a:gd name="connsiteY119" fmla="*/ 43312 h 256675"/>
                    <a:gd name="connsiteX120" fmla="*/ 187931 w 214098"/>
                    <a:gd name="connsiteY120" fmla="*/ 44502 h 256675"/>
                    <a:gd name="connsiteX121" fmla="*/ 191499 w 214098"/>
                    <a:gd name="connsiteY121" fmla="*/ 46881 h 256675"/>
                    <a:gd name="connsiteX122" fmla="*/ 196257 w 214098"/>
                    <a:gd name="connsiteY122" fmla="*/ 48070 h 256675"/>
                    <a:gd name="connsiteX123" fmla="*/ 198635 w 214098"/>
                    <a:gd name="connsiteY123" fmla="*/ 48070 h 256675"/>
                    <a:gd name="connsiteX124" fmla="*/ 198635 w 214098"/>
                    <a:gd name="connsiteY124" fmla="*/ 58775 h 256675"/>
                    <a:gd name="connsiteX125" fmla="*/ 198635 w 214098"/>
                    <a:gd name="connsiteY125" fmla="*/ 68291 h 256675"/>
                    <a:gd name="connsiteX126" fmla="*/ 191499 w 214098"/>
                    <a:gd name="connsiteY126" fmla="*/ 73048 h 256675"/>
                    <a:gd name="connsiteX127" fmla="*/ 201014 w 214098"/>
                    <a:gd name="connsiteY127" fmla="*/ 87321 h 256675"/>
                    <a:gd name="connsiteX128" fmla="*/ 201014 w 214098"/>
                    <a:gd name="connsiteY128" fmla="*/ 92079 h 256675"/>
                    <a:gd name="connsiteX129" fmla="*/ 203393 w 214098"/>
                    <a:gd name="connsiteY129" fmla="*/ 96837 h 256675"/>
                    <a:gd name="connsiteX130" fmla="*/ 203393 w 214098"/>
                    <a:gd name="connsiteY130" fmla="*/ 106352 h 256675"/>
                    <a:gd name="connsiteX131" fmla="*/ 214098 w 214098"/>
                    <a:gd name="connsiteY131" fmla="*/ 123004 h 256675"/>
                    <a:gd name="connsiteX132" fmla="*/ 214098 w 214098"/>
                    <a:gd name="connsiteY132" fmla="*/ 138467 h 25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</a:cxnLst>
                  <a:rect l="l" t="t" r="r" b="b"/>
                  <a:pathLst>
                    <a:path w="214098" h="256675">
                      <a:moveTo>
                        <a:pt x="214098" y="138467"/>
                      </a:moveTo>
                      <a:cubicBezTo>
                        <a:pt x="211719" y="138467"/>
                        <a:pt x="209341" y="137278"/>
                        <a:pt x="206962" y="137278"/>
                      </a:cubicBezTo>
                      <a:cubicBezTo>
                        <a:pt x="203393" y="136088"/>
                        <a:pt x="201014" y="138467"/>
                        <a:pt x="197446" y="137278"/>
                      </a:cubicBezTo>
                      <a:cubicBezTo>
                        <a:pt x="196257" y="136088"/>
                        <a:pt x="196257" y="136088"/>
                        <a:pt x="195067" y="134899"/>
                      </a:cubicBezTo>
                      <a:cubicBezTo>
                        <a:pt x="195067" y="143225"/>
                        <a:pt x="189120" y="140846"/>
                        <a:pt x="183173" y="142036"/>
                      </a:cubicBezTo>
                      <a:cubicBezTo>
                        <a:pt x="179605" y="143225"/>
                        <a:pt x="172468" y="144414"/>
                        <a:pt x="170089" y="146793"/>
                      </a:cubicBezTo>
                      <a:cubicBezTo>
                        <a:pt x="167710" y="147983"/>
                        <a:pt x="167710" y="150362"/>
                        <a:pt x="165331" y="151551"/>
                      </a:cubicBezTo>
                      <a:cubicBezTo>
                        <a:pt x="164142" y="152740"/>
                        <a:pt x="162952" y="151551"/>
                        <a:pt x="161763" y="152740"/>
                      </a:cubicBezTo>
                      <a:cubicBezTo>
                        <a:pt x="160574" y="152740"/>
                        <a:pt x="159384" y="155119"/>
                        <a:pt x="158195" y="155119"/>
                      </a:cubicBezTo>
                      <a:cubicBezTo>
                        <a:pt x="157005" y="156309"/>
                        <a:pt x="154627" y="158688"/>
                        <a:pt x="152248" y="158688"/>
                      </a:cubicBezTo>
                      <a:cubicBezTo>
                        <a:pt x="149869" y="158688"/>
                        <a:pt x="147490" y="156309"/>
                        <a:pt x="145111" y="157498"/>
                      </a:cubicBezTo>
                      <a:cubicBezTo>
                        <a:pt x="145111" y="162256"/>
                        <a:pt x="152248" y="168203"/>
                        <a:pt x="154627" y="172961"/>
                      </a:cubicBezTo>
                      <a:cubicBezTo>
                        <a:pt x="155816" y="176529"/>
                        <a:pt x="154627" y="178908"/>
                        <a:pt x="155816" y="182476"/>
                      </a:cubicBezTo>
                      <a:cubicBezTo>
                        <a:pt x="157005" y="184855"/>
                        <a:pt x="159384" y="187234"/>
                        <a:pt x="161763" y="189613"/>
                      </a:cubicBezTo>
                      <a:cubicBezTo>
                        <a:pt x="166521" y="193181"/>
                        <a:pt x="171279" y="196749"/>
                        <a:pt x="176036" y="200318"/>
                      </a:cubicBezTo>
                      <a:cubicBezTo>
                        <a:pt x="179605" y="202697"/>
                        <a:pt x="181983" y="206265"/>
                        <a:pt x="185552" y="209833"/>
                      </a:cubicBezTo>
                      <a:cubicBezTo>
                        <a:pt x="185552" y="209833"/>
                        <a:pt x="185552" y="209833"/>
                        <a:pt x="185552" y="209833"/>
                      </a:cubicBezTo>
                      <a:cubicBezTo>
                        <a:pt x="184362" y="213402"/>
                        <a:pt x="187931" y="221728"/>
                        <a:pt x="180794" y="220538"/>
                      </a:cubicBezTo>
                      <a:cubicBezTo>
                        <a:pt x="180794" y="224106"/>
                        <a:pt x="177226" y="225296"/>
                        <a:pt x="174847" y="227675"/>
                      </a:cubicBezTo>
                      <a:cubicBezTo>
                        <a:pt x="172468" y="230054"/>
                        <a:pt x="171279" y="232432"/>
                        <a:pt x="168900" y="234811"/>
                      </a:cubicBezTo>
                      <a:cubicBezTo>
                        <a:pt x="166521" y="237190"/>
                        <a:pt x="162952" y="238380"/>
                        <a:pt x="167710" y="241948"/>
                      </a:cubicBezTo>
                      <a:cubicBezTo>
                        <a:pt x="168900" y="243137"/>
                        <a:pt x="171279" y="241948"/>
                        <a:pt x="172468" y="244327"/>
                      </a:cubicBezTo>
                      <a:cubicBezTo>
                        <a:pt x="173658" y="245516"/>
                        <a:pt x="172468" y="249085"/>
                        <a:pt x="172468" y="250274"/>
                      </a:cubicBezTo>
                      <a:cubicBezTo>
                        <a:pt x="170089" y="250274"/>
                        <a:pt x="168900" y="247895"/>
                        <a:pt x="165331" y="247895"/>
                      </a:cubicBezTo>
                      <a:cubicBezTo>
                        <a:pt x="161763" y="247895"/>
                        <a:pt x="159384" y="249085"/>
                        <a:pt x="157005" y="249085"/>
                      </a:cubicBezTo>
                      <a:cubicBezTo>
                        <a:pt x="154627" y="249085"/>
                        <a:pt x="151058" y="247895"/>
                        <a:pt x="148679" y="247895"/>
                      </a:cubicBezTo>
                      <a:cubicBezTo>
                        <a:pt x="146300" y="247895"/>
                        <a:pt x="143922" y="250274"/>
                        <a:pt x="141543" y="251463"/>
                      </a:cubicBezTo>
                      <a:cubicBezTo>
                        <a:pt x="135596" y="253842"/>
                        <a:pt x="133217" y="253842"/>
                        <a:pt x="127269" y="251463"/>
                      </a:cubicBezTo>
                      <a:cubicBezTo>
                        <a:pt x="122512" y="250274"/>
                        <a:pt x="114186" y="249085"/>
                        <a:pt x="109428" y="250274"/>
                      </a:cubicBezTo>
                      <a:cubicBezTo>
                        <a:pt x="109428" y="258600"/>
                        <a:pt x="101102" y="258600"/>
                        <a:pt x="99912" y="251463"/>
                      </a:cubicBezTo>
                      <a:cubicBezTo>
                        <a:pt x="97533" y="251463"/>
                        <a:pt x="96344" y="251463"/>
                        <a:pt x="93965" y="251463"/>
                      </a:cubicBezTo>
                      <a:cubicBezTo>
                        <a:pt x="93965" y="251463"/>
                        <a:pt x="93965" y="251463"/>
                        <a:pt x="93965" y="252653"/>
                      </a:cubicBezTo>
                      <a:cubicBezTo>
                        <a:pt x="91586" y="250274"/>
                        <a:pt x="88018" y="247895"/>
                        <a:pt x="84450" y="246706"/>
                      </a:cubicBezTo>
                      <a:cubicBezTo>
                        <a:pt x="82071" y="245516"/>
                        <a:pt x="80881" y="246706"/>
                        <a:pt x="78503" y="247895"/>
                      </a:cubicBezTo>
                      <a:cubicBezTo>
                        <a:pt x="77313" y="249085"/>
                        <a:pt x="76124" y="249085"/>
                        <a:pt x="74934" y="249085"/>
                      </a:cubicBezTo>
                      <a:cubicBezTo>
                        <a:pt x="71366" y="249085"/>
                        <a:pt x="70177" y="245516"/>
                        <a:pt x="68987" y="243137"/>
                      </a:cubicBezTo>
                      <a:cubicBezTo>
                        <a:pt x="66608" y="244327"/>
                        <a:pt x="65419" y="245516"/>
                        <a:pt x="64229" y="247895"/>
                      </a:cubicBezTo>
                      <a:cubicBezTo>
                        <a:pt x="61850" y="251463"/>
                        <a:pt x="63040" y="250274"/>
                        <a:pt x="59472" y="250274"/>
                      </a:cubicBezTo>
                      <a:cubicBezTo>
                        <a:pt x="57093" y="250274"/>
                        <a:pt x="52335" y="251463"/>
                        <a:pt x="49956" y="250274"/>
                      </a:cubicBezTo>
                      <a:cubicBezTo>
                        <a:pt x="48767" y="250274"/>
                        <a:pt x="48767" y="249085"/>
                        <a:pt x="48767" y="249085"/>
                      </a:cubicBezTo>
                      <a:cubicBezTo>
                        <a:pt x="48767" y="249085"/>
                        <a:pt x="48767" y="247895"/>
                        <a:pt x="47577" y="247895"/>
                      </a:cubicBezTo>
                      <a:cubicBezTo>
                        <a:pt x="46388" y="246706"/>
                        <a:pt x="44009" y="246706"/>
                        <a:pt x="44009" y="245516"/>
                      </a:cubicBezTo>
                      <a:cubicBezTo>
                        <a:pt x="40441" y="241948"/>
                        <a:pt x="40441" y="233622"/>
                        <a:pt x="42820" y="228864"/>
                      </a:cubicBezTo>
                      <a:cubicBezTo>
                        <a:pt x="44009" y="226485"/>
                        <a:pt x="46388" y="225296"/>
                        <a:pt x="47577" y="222917"/>
                      </a:cubicBezTo>
                      <a:cubicBezTo>
                        <a:pt x="48767" y="220538"/>
                        <a:pt x="48767" y="216970"/>
                        <a:pt x="49956" y="214591"/>
                      </a:cubicBezTo>
                      <a:cubicBezTo>
                        <a:pt x="49956" y="214591"/>
                        <a:pt x="49956" y="214591"/>
                        <a:pt x="51146" y="214591"/>
                      </a:cubicBezTo>
                      <a:cubicBezTo>
                        <a:pt x="52335" y="209833"/>
                        <a:pt x="54714" y="209833"/>
                        <a:pt x="55903" y="206265"/>
                      </a:cubicBezTo>
                      <a:cubicBezTo>
                        <a:pt x="53525" y="202697"/>
                        <a:pt x="51146" y="203886"/>
                        <a:pt x="46388" y="202697"/>
                      </a:cubicBezTo>
                      <a:cubicBezTo>
                        <a:pt x="44009" y="202697"/>
                        <a:pt x="44009" y="201507"/>
                        <a:pt x="41630" y="200318"/>
                      </a:cubicBezTo>
                      <a:cubicBezTo>
                        <a:pt x="39251" y="199128"/>
                        <a:pt x="38062" y="200318"/>
                        <a:pt x="36873" y="200318"/>
                      </a:cubicBezTo>
                      <a:cubicBezTo>
                        <a:pt x="33304" y="200318"/>
                        <a:pt x="29736" y="200318"/>
                        <a:pt x="26167" y="200318"/>
                      </a:cubicBezTo>
                      <a:cubicBezTo>
                        <a:pt x="21410" y="200318"/>
                        <a:pt x="20220" y="197939"/>
                        <a:pt x="16652" y="196749"/>
                      </a:cubicBezTo>
                      <a:cubicBezTo>
                        <a:pt x="16652" y="193181"/>
                        <a:pt x="15463" y="191992"/>
                        <a:pt x="13084" y="188423"/>
                      </a:cubicBezTo>
                      <a:cubicBezTo>
                        <a:pt x="13084" y="188423"/>
                        <a:pt x="13084" y="188423"/>
                        <a:pt x="13084" y="188423"/>
                      </a:cubicBezTo>
                      <a:cubicBezTo>
                        <a:pt x="11894" y="184855"/>
                        <a:pt x="13084" y="181287"/>
                        <a:pt x="11894" y="178908"/>
                      </a:cubicBezTo>
                      <a:cubicBezTo>
                        <a:pt x="9515" y="172961"/>
                        <a:pt x="5947" y="170582"/>
                        <a:pt x="4758" y="164635"/>
                      </a:cubicBezTo>
                      <a:cubicBezTo>
                        <a:pt x="4758" y="163445"/>
                        <a:pt x="4758" y="162256"/>
                        <a:pt x="4758" y="161066"/>
                      </a:cubicBezTo>
                      <a:cubicBezTo>
                        <a:pt x="5947" y="153930"/>
                        <a:pt x="1190" y="150362"/>
                        <a:pt x="0" y="143225"/>
                      </a:cubicBezTo>
                      <a:cubicBezTo>
                        <a:pt x="0" y="142036"/>
                        <a:pt x="0" y="140846"/>
                        <a:pt x="0" y="139657"/>
                      </a:cubicBezTo>
                      <a:cubicBezTo>
                        <a:pt x="0" y="138467"/>
                        <a:pt x="1190" y="136088"/>
                        <a:pt x="1190" y="133710"/>
                      </a:cubicBezTo>
                      <a:cubicBezTo>
                        <a:pt x="2379" y="130141"/>
                        <a:pt x="2379" y="127762"/>
                        <a:pt x="1190" y="124194"/>
                      </a:cubicBezTo>
                      <a:cubicBezTo>
                        <a:pt x="1190" y="117057"/>
                        <a:pt x="3568" y="112300"/>
                        <a:pt x="8326" y="107542"/>
                      </a:cubicBezTo>
                      <a:cubicBezTo>
                        <a:pt x="11894" y="105163"/>
                        <a:pt x="13084" y="105163"/>
                        <a:pt x="16652" y="106352"/>
                      </a:cubicBezTo>
                      <a:cubicBezTo>
                        <a:pt x="20220" y="107542"/>
                        <a:pt x="23789" y="109921"/>
                        <a:pt x="23789" y="105163"/>
                      </a:cubicBezTo>
                      <a:cubicBezTo>
                        <a:pt x="23789" y="103974"/>
                        <a:pt x="22599" y="102784"/>
                        <a:pt x="22599" y="100405"/>
                      </a:cubicBezTo>
                      <a:cubicBezTo>
                        <a:pt x="22599" y="99216"/>
                        <a:pt x="23789" y="98026"/>
                        <a:pt x="23789" y="95647"/>
                      </a:cubicBezTo>
                      <a:cubicBezTo>
                        <a:pt x="23789" y="90890"/>
                        <a:pt x="21410" y="92079"/>
                        <a:pt x="19031" y="88511"/>
                      </a:cubicBezTo>
                      <a:cubicBezTo>
                        <a:pt x="17842" y="86132"/>
                        <a:pt x="15463" y="81374"/>
                        <a:pt x="17842" y="80185"/>
                      </a:cubicBezTo>
                      <a:cubicBezTo>
                        <a:pt x="20220" y="77806"/>
                        <a:pt x="24978" y="82564"/>
                        <a:pt x="27357" y="80185"/>
                      </a:cubicBezTo>
                      <a:cubicBezTo>
                        <a:pt x="27357" y="80185"/>
                        <a:pt x="27357" y="80185"/>
                        <a:pt x="27357" y="78995"/>
                      </a:cubicBezTo>
                      <a:cubicBezTo>
                        <a:pt x="27357" y="78995"/>
                        <a:pt x="26167" y="76617"/>
                        <a:pt x="28546" y="74238"/>
                      </a:cubicBezTo>
                      <a:cubicBezTo>
                        <a:pt x="29736" y="70669"/>
                        <a:pt x="32115" y="67101"/>
                        <a:pt x="32115" y="63533"/>
                      </a:cubicBezTo>
                      <a:cubicBezTo>
                        <a:pt x="32115" y="62343"/>
                        <a:pt x="32115" y="61154"/>
                        <a:pt x="29736" y="59964"/>
                      </a:cubicBezTo>
                      <a:cubicBezTo>
                        <a:pt x="27357" y="57586"/>
                        <a:pt x="17842" y="55207"/>
                        <a:pt x="23789" y="49260"/>
                      </a:cubicBezTo>
                      <a:cubicBezTo>
                        <a:pt x="26167" y="46881"/>
                        <a:pt x="29736" y="48070"/>
                        <a:pt x="32115" y="46881"/>
                      </a:cubicBezTo>
                      <a:cubicBezTo>
                        <a:pt x="34494" y="46881"/>
                        <a:pt x="36873" y="44502"/>
                        <a:pt x="39251" y="44502"/>
                      </a:cubicBezTo>
                      <a:cubicBezTo>
                        <a:pt x="45198" y="45691"/>
                        <a:pt x="42820" y="54017"/>
                        <a:pt x="47577" y="57586"/>
                      </a:cubicBezTo>
                      <a:cubicBezTo>
                        <a:pt x="51146" y="54017"/>
                        <a:pt x="48767" y="50449"/>
                        <a:pt x="48767" y="45691"/>
                      </a:cubicBezTo>
                      <a:cubicBezTo>
                        <a:pt x="55903" y="45691"/>
                        <a:pt x="54714" y="56396"/>
                        <a:pt x="58282" y="59964"/>
                      </a:cubicBezTo>
                      <a:cubicBezTo>
                        <a:pt x="58282" y="54017"/>
                        <a:pt x="58282" y="46881"/>
                        <a:pt x="59472" y="40934"/>
                      </a:cubicBezTo>
                      <a:cubicBezTo>
                        <a:pt x="63040" y="40934"/>
                        <a:pt x="66608" y="40934"/>
                        <a:pt x="70177" y="40934"/>
                      </a:cubicBezTo>
                      <a:cubicBezTo>
                        <a:pt x="73745" y="40934"/>
                        <a:pt x="72556" y="40934"/>
                        <a:pt x="76124" y="43312"/>
                      </a:cubicBezTo>
                      <a:cubicBezTo>
                        <a:pt x="79692" y="45691"/>
                        <a:pt x="85639" y="51638"/>
                        <a:pt x="91586" y="50449"/>
                      </a:cubicBezTo>
                      <a:cubicBezTo>
                        <a:pt x="90397" y="46881"/>
                        <a:pt x="85639" y="44502"/>
                        <a:pt x="82071" y="43312"/>
                      </a:cubicBezTo>
                      <a:cubicBezTo>
                        <a:pt x="78503" y="40934"/>
                        <a:pt x="76124" y="37365"/>
                        <a:pt x="71366" y="37365"/>
                      </a:cubicBezTo>
                      <a:cubicBezTo>
                        <a:pt x="68987" y="37365"/>
                        <a:pt x="66608" y="38555"/>
                        <a:pt x="65419" y="36176"/>
                      </a:cubicBezTo>
                      <a:cubicBezTo>
                        <a:pt x="64229" y="33797"/>
                        <a:pt x="67798" y="32608"/>
                        <a:pt x="67798" y="31418"/>
                      </a:cubicBezTo>
                      <a:cubicBezTo>
                        <a:pt x="68987" y="27850"/>
                        <a:pt x="63040" y="26660"/>
                        <a:pt x="63040" y="21902"/>
                      </a:cubicBezTo>
                      <a:cubicBezTo>
                        <a:pt x="61850" y="21902"/>
                        <a:pt x="60661" y="20713"/>
                        <a:pt x="60661" y="20713"/>
                      </a:cubicBezTo>
                      <a:cubicBezTo>
                        <a:pt x="59472" y="17145"/>
                        <a:pt x="65419" y="17145"/>
                        <a:pt x="68987" y="15955"/>
                      </a:cubicBezTo>
                      <a:cubicBezTo>
                        <a:pt x="66608" y="13576"/>
                        <a:pt x="65419" y="10008"/>
                        <a:pt x="63040" y="7629"/>
                      </a:cubicBezTo>
                      <a:cubicBezTo>
                        <a:pt x="61850" y="6440"/>
                        <a:pt x="60661" y="6440"/>
                        <a:pt x="59472" y="5250"/>
                      </a:cubicBezTo>
                      <a:cubicBezTo>
                        <a:pt x="58282" y="4061"/>
                        <a:pt x="58282" y="1682"/>
                        <a:pt x="58282" y="493"/>
                      </a:cubicBezTo>
                      <a:cubicBezTo>
                        <a:pt x="58282" y="493"/>
                        <a:pt x="58282" y="493"/>
                        <a:pt x="58282" y="493"/>
                      </a:cubicBezTo>
                      <a:cubicBezTo>
                        <a:pt x="61850" y="-697"/>
                        <a:pt x="67798" y="493"/>
                        <a:pt x="71366" y="1682"/>
                      </a:cubicBezTo>
                      <a:cubicBezTo>
                        <a:pt x="73745" y="2872"/>
                        <a:pt x="73745" y="4061"/>
                        <a:pt x="76124" y="4061"/>
                      </a:cubicBezTo>
                      <a:cubicBezTo>
                        <a:pt x="78503" y="4061"/>
                        <a:pt x="79692" y="4061"/>
                        <a:pt x="82071" y="4061"/>
                      </a:cubicBezTo>
                      <a:cubicBezTo>
                        <a:pt x="82071" y="4061"/>
                        <a:pt x="82071" y="4061"/>
                        <a:pt x="82071" y="4061"/>
                      </a:cubicBezTo>
                      <a:cubicBezTo>
                        <a:pt x="83260" y="8819"/>
                        <a:pt x="93965" y="8819"/>
                        <a:pt x="92776" y="13576"/>
                      </a:cubicBezTo>
                      <a:cubicBezTo>
                        <a:pt x="91586" y="15955"/>
                        <a:pt x="86829" y="15955"/>
                        <a:pt x="88018" y="19524"/>
                      </a:cubicBezTo>
                      <a:cubicBezTo>
                        <a:pt x="89208" y="23092"/>
                        <a:pt x="92776" y="21902"/>
                        <a:pt x="93965" y="25471"/>
                      </a:cubicBezTo>
                      <a:cubicBezTo>
                        <a:pt x="97533" y="24281"/>
                        <a:pt x="98723" y="20713"/>
                        <a:pt x="102291" y="20713"/>
                      </a:cubicBezTo>
                      <a:cubicBezTo>
                        <a:pt x="103481" y="23092"/>
                        <a:pt x="105860" y="24281"/>
                        <a:pt x="108239" y="25471"/>
                      </a:cubicBezTo>
                      <a:cubicBezTo>
                        <a:pt x="110617" y="26660"/>
                        <a:pt x="109428" y="26660"/>
                        <a:pt x="111807" y="26660"/>
                      </a:cubicBezTo>
                      <a:cubicBezTo>
                        <a:pt x="112996" y="26660"/>
                        <a:pt x="115375" y="24281"/>
                        <a:pt x="115375" y="24281"/>
                      </a:cubicBezTo>
                      <a:cubicBezTo>
                        <a:pt x="118944" y="24281"/>
                        <a:pt x="118944" y="29039"/>
                        <a:pt x="116564" y="31418"/>
                      </a:cubicBezTo>
                      <a:cubicBezTo>
                        <a:pt x="115375" y="33797"/>
                        <a:pt x="111807" y="33797"/>
                        <a:pt x="109428" y="34986"/>
                      </a:cubicBezTo>
                      <a:cubicBezTo>
                        <a:pt x="108239" y="38555"/>
                        <a:pt x="112996" y="38555"/>
                        <a:pt x="116564" y="38555"/>
                      </a:cubicBezTo>
                      <a:cubicBezTo>
                        <a:pt x="117754" y="38555"/>
                        <a:pt x="120133" y="38555"/>
                        <a:pt x="121322" y="38555"/>
                      </a:cubicBezTo>
                      <a:cubicBezTo>
                        <a:pt x="122512" y="38555"/>
                        <a:pt x="123701" y="40934"/>
                        <a:pt x="124891" y="40934"/>
                      </a:cubicBezTo>
                      <a:cubicBezTo>
                        <a:pt x="127269" y="40934"/>
                        <a:pt x="133217" y="32608"/>
                        <a:pt x="134406" y="30229"/>
                      </a:cubicBezTo>
                      <a:cubicBezTo>
                        <a:pt x="140353" y="30229"/>
                        <a:pt x="143922" y="25471"/>
                        <a:pt x="148679" y="23092"/>
                      </a:cubicBezTo>
                      <a:cubicBezTo>
                        <a:pt x="151058" y="21902"/>
                        <a:pt x="155816" y="19524"/>
                        <a:pt x="153437" y="24281"/>
                      </a:cubicBezTo>
                      <a:cubicBezTo>
                        <a:pt x="152248" y="25471"/>
                        <a:pt x="148679" y="27850"/>
                        <a:pt x="146300" y="29039"/>
                      </a:cubicBezTo>
                      <a:cubicBezTo>
                        <a:pt x="148679" y="30229"/>
                        <a:pt x="152248" y="27850"/>
                        <a:pt x="154627" y="26660"/>
                      </a:cubicBezTo>
                      <a:cubicBezTo>
                        <a:pt x="158195" y="25471"/>
                        <a:pt x="159384" y="26660"/>
                        <a:pt x="162952" y="27850"/>
                      </a:cubicBezTo>
                      <a:cubicBezTo>
                        <a:pt x="164142" y="27850"/>
                        <a:pt x="166521" y="29039"/>
                        <a:pt x="166521" y="29039"/>
                      </a:cubicBezTo>
                      <a:cubicBezTo>
                        <a:pt x="167710" y="30229"/>
                        <a:pt x="168900" y="32608"/>
                        <a:pt x="168900" y="32608"/>
                      </a:cubicBezTo>
                      <a:cubicBezTo>
                        <a:pt x="171279" y="33797"/>
                        <a:pt x="174847" y="32608"/>
                        <a:pt x="178415" y="33797"/>
                      </a:cubicBezTo>
                      <a:cubicBezTo>
                        <a:pt x="179605" y="37365"/>
                        <a:pt x="178415" y="40934"/>
                        <a:pt x="179605" y="43312"/>
                      </a:cubicBezTo>
                      <a:cubicBezTo>
                        <a:pt x="181983" y="48070"/>
                        <a:pt x="184362" y="44502"/>
                        <a:pt x="187931" y="44502"/>
                      </a:cubicBezTo>
                      <a:cubicBezTo>
                        <a:pt x="191499" y="44502"/>
                        <a:pt x="189120" y="45691"/>
                        <a:pt x="191499" y="46881"/>
                      </a:cubicBezTo>
                      <a:cubicBezTo>
                        <a:pt x="192688" y="48070"/>
                        <a:pt x="193878" y="48070"/>
                        <a:pt x="196257" y="48070"/>
                      </a:cubicBezTo>
                      <a:cubicBezTo>
                        <a:pt x="197446" y="48070"/>
                        <a:pt x="198635" y="48070"/>
                        <a:pt x="198635" y="48070"/>
                      </a:cubicBezTo>
                      <a:cubicBezTo>
                        <a:pt x="197446" y="51638"/>
                        <a:pt x="197446" y="54017"/>
                        <a:pt x="198635" y="58775"/>
                      </a:cubicBezTo>
                      <a:cubicBezTo>
                        <a:pt x="199825" y="62343"/>
                        <a:pt x="201014" y="64722"/>
                        <a:pt x="198635" y="68291"/>
                      </a:cubicBezTo>
                      <a:cubicBezTo>
                        <a:pt x="197446" y="70669"/>
                        <a:pt x="192688" y="70669"/>
                        <a:pt x="191499" y="73048"/>
                      </a:cubicBezTo>
                      <a:cubicBezTo>
                        <a:pt x="187931" y="77806"/>
                        <a:pt x="199825" y="82564"/>
                        <a:pt x="201014" y="87321"/>
                      </a:cubicBezTo>
                      <a:cubicBezTo>
                        <a:pt x="201014" y="88511"/>
                        <a:pt x="201014" y="90890"/>
                        <a:pt x="201014" y="92079"/>
                      </a:cubicBezTo>
                      <a:cubicBezTo>
                        <a:pt x="201014" y="93269"/>
                        <a:pt x="202204" y="95647"/>
                        <a:pt x="203393" y="96837"/>
                      </a:cubicBezTo>
                      <a:cubicBezTo>
                        <a:pt x="204583" y="100405"/>
                        <a:pt x="202204" y="102784"/>
                        <a:pt x="203393" y="106352"/>
                      </a:cubicBezTo>
                      <a:cubicBezTo>
                        <a:pt x="203393" y="112300"/>
                        <a:pt x="210530" y="117057"/>
                        <a:pt x="214098" y="123004"/>
                      </a:cubicBezTo>
                      <a:cubicBezTo>
                        <a:pt x="214098" y="124194"/>
                        <a:pt x="214098" y="131330"/>
                        <a:pt x="214098" y="13846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463" name="Graphic 27">
                  <a:extLst>
                    <a:ext uri="{FF2B5EF4-FFF2-40B4-BE49-F238E27FC236}">
                      <a16:creationId xmlns:a16="http://schemas.microsoft.com/office/drawing/2014/main" id="{6D289843-87DD-28CD-D002-2A6D916C24C6}"/>
                    </a:ext>
                  </a:extLst>
                </p:cNvPr>
                <p:cNvGrpSpPr/>
                <p:nvPr/>
              </p:nvGrpSpPr>
              <p:grpSpPr>
                <a:xfrm>
                  <a:off x="2642231" y="1211878"/>
                  <a:ext cx="6962707" cy="4864020"/>
                  <a:chOff x="2642231" y="1211878"/>
                  <a:chExt cx="6962707" cy="4864020"/>
                </a:xfrm>
                <a:grpFill/>
              </p:grpSpPr>
              <p:grpSp>
                <p:nvGrpSpPr>
                  <p:cNvPr id="464" name="Graphic 27">
                    <a:extLst>
                      <a:ext uri="{FF2B5EF4-FFF2-40B4-BE49-F238E27FC236}">
                        <a16:creationId xmlns:a16="http://schemas.microsoft.com/office/drawing/2014/main" id="{E3955425-D664-392E-FE97-5E138DC2B3CE}"/>
                      </a:ext>
                    </a:extLst>
                  </p:cNvPr>
                  <p:cNvGrpSpPr/>
                  <p:nvPr/>
                </p:nvGrpSpPr>
                <p:grpSpPr>
                  <a:xfrm>
                    <a:off x="7359442" y="2683145"/>
                    <a:ext cx="1583778" cy="1243581"/>
                    <a:chOff x="7359442" y="2683145"/>
                    <a:chExt cx="1583778" cy="1243581"/>
                  </a:xfrm>
                  <a:grpFill/>
                </p:grpSpPr>
                <p:sp>
                  <p:nvSpPr>
                    <p:cNvPr id="465" name="Freeform 464">
                      <a:extLst>
                        <a:ext uri="{FF2B5EF4-FFF2-40B4-BE49-F238E27FC236}">
                          <a16:creationId xmlns:a16="http://schemas.microsoft.com/office/drawing/2014/main" id="{06AB0FC8-6717-C4C9-1522-9872D4E1B2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459" y="3870631"/>
                      <a:ext cx="61995" cy="56095"/>
                    </a:xfrm>
                    <a:custGeom>
                      <a:avLst/>
                      <a:gdLst>
                        <a:gd name="connsiteX0" fmla="*/ 46458 w 61995"/>
                        <a:gd name="connsiteY0" fmla="*/ 1057 h 56095"/>
                        <a:gd name="connsiteX1" fmla="*/ 32185 w 61995"/>
                        <a:gd name="connsiteY1" fmla="*/ 1057 h 56095"/>
                        <a:gd name="connsiteX2" fmla="*/ 19101 w 61995"/>
                        <a:gd name="connsiteY2" fmla="*/ 5815 h 56095"/>
                        <a:gd name="connsiteX3" fmla="*/ 14343 w 61995"/>
                        <a:gd name="connsiteY3" fmla="*/ 11762 h 56095"/>
                        <a:gd name="connsiteX4" fmla="*/ 70 w 61995"/>
                        <a:gd name="connsiteY4" fmla="*/ 24846 h 56095"/>
                        <a:gd name="connsiteX5" fmla="*/ 2449 w 61995"/>
                        <a:gd name="connsiteY5" fmla="*/ 37930 h 56095"/>
                        <a:gd name="connsiteX6" fmla="*/ 7207 w 61995"/>
                        <a:gd name="connsiteY6" fmla="*/ 49824 h 56095"/>
                        <a:gd name="connsiteX7" fmla="*/ 21480 w 61995"/>
                        <a:gd name="connsiteY7" fmla="*/ 53392 h 56095"/>
                        <a:gd name="connsiteX8" fmla="*/ 30995 w 61995"/>
                        <a:gd name="connsiteY8" fmla="*/ 55771 h 56095"/>
                        <a:gd name="connsiteX9" fmla="*/ 36943 w 61995"/>
                        <a:gd name="connsiteY9" fmla="*/ 51014 h 56095"/>
                        <a:gd name="connsiteX10" fmla="*/ 47648 w 61995"/>
                        <a:gd name="connsiteY10" fmla="*/ 42687 h 56095"/>
                        <a:gd name="connsiteX11" fmla="*/ 52405 w 61995"/>
                        <a:gd name="connsiteY11" fmla="*/ 37930 h 56095"/>
                        <a:gd name="connsiteX12" fmla="*/ 55973 w 61995"/>
                        <a:gd name="connsiteY12" fmla="*/ 27225 h 56095"/>
                        <a:gd name="connsiteX13" fmla="*/ 60731 w 61995"/>
                        <a:gd name="connsiteY13" fmla="*/ 9383 h 56095"/>
                        <a:gd name="connsiteX14" fmla="*/ 46458 w 61995"/>
                        <a:gd name="connsiteY14" fmla="*/ 1057 h 560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61995" h="56095">
                          <a:moveTo>
                            <a:pt x="46458" y="1057"/>
                          </a:moveTo>
                          <a:cubicBezTo>
                            <a:pt x="42890" y="1057"/>
                            <a:pt x="33374" y="-1321"/>
                            <a:pt x="32185" y="1057"/>
                          </a:cubicBezTo>
                          <a:cubicBezTo>
                            <a:pt x="29806" y="3436"/>
                            <a:pt x="21480" y="5815"/>
                            <a:pt x="19101" y="5815"/>
                          </a:cubicBezTo>
                          <a:cubicBezTo>
                            <a:pt x="16722" y="5815"/>
                            <a:pt x="15533" y="10573"/>
                            <a:pt x="14343" y="11762"/>
                          </a:cubicBezTo>
                          <a:cubicBezTo>
                            <a:pt x="13154" y="12952"/>
                            <a:pt x="-1119" y="21278"/>
                            <a:pt x="70" y="24846"/>
                          </a:cubicBezTo>
                          <a:cubicBezTo>
                            <a:pt x="1260" y="27225"/>
                            <a:pt x="2449" y="34362"/>
                            <a:pt x="2449" y="37930"/>
                          </a:cubicBezTo>
                          <a:cubicBezTo>
                            <a:pt x="3639" y="40309"/>
                            <a:pt x="3639" y="48635"/>
                            <a:pt x="7207" y="49824"/>
                          </a:cubicBezTo>
                          <a:cubicBezTo>
                            <a:pt x="10775" y="51014"/>
                            <a:pt x="19101" y="52203"/>
                            <a:pt x="21480" y="53392"/>
                          </a:cubicBezTo>
                          <a:cubicBezTo>
                            <a:pt x="23859" y="54582"/>
                            <a:pt x="28616" y="56961"/>
                            <a:pt x="30995" y="55771"/>
                          </a:cubicBezTo>
                          <a:cubicBezTo>
                            <a:pt x="33374" y="53392"/>
                            <a:pt x="34564" y="51014"/>
                            <a:pt x="36943" y="51014"/>
                          </a:cubicBezTo>
                          <a:cubicBezTo>
                            <a:pt x="40511" y="51014"/>
                            <a:pt x="42890" y="42687"/>
                            <a:pt x="47648" y="42687"/>
                          </a:cubicBezTo>
                          <a:cubicBezTo>
                            <a:pt x="47648" y="42687"/>
                            <a:pt x="52405" y="41498"/>
                            <a:pt x="52405" y="37930"/>
                          </a:cubicBezTo>
                          <a:cubicBezTo>
                            <a:pt x="52405" y="34362"/>
                            <a:pt x="52405" y="30793"/>
                            <a:pt x="55973" y="27225"/>
                          </a:cubicBezTo>
                          <a:cubicBezTo>
                            <a:pt x="59542" y="23656"/>
                            <a:pt x="64299" y="14141"/>
                            <a:pt x="60731" y="9383"/>
                          </a:cubicBezTo>
                          <a:cubicBezTo>
                            <a:pt x="57163" y="3436"/>
                            <a:pt x="50026" y="1057"/>
                            <a:pt x="46458" y="1057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6" name="Freeform 465">
                      <a:extLst>
                        <a:ext uri="{FF2B5EF4-FFF2-40B4-BE49-F238E27FC236}">
                          <a16:creationId xmlns:a16="http://schemas.microsoft.com/office/drawing/2014/main" id="{CFAA7229-8C4C-7E4A-2D87-8AD1917B7C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9442" y="2683145"/>
                      <a:ext cx="1583778" cy="1183785"/>
                    </a:xfrm>
                    <a:custGeom>
                      <a:avLst/>
                      <a:gdLst>
                        <a:gd name="connsiteX0" fmla="*/ 1565937 w 1583778"/>
                        <a:gd name="connsiteY0" fmla="*/ 227480 h 1183785"/>
                        <a:gd name="connsiteX1" fmla="*/ 1569505 w 1583778"/>
                        <a:gd name="connsiteY1" fmla="*/ 235806 h 1183785"/>
                        <a:gd name="connsiteX2" fmla="*/ 1567126 w 1583778"/>
                        <a:gd name="connsiteY2" fmla="*/ 241753 h 1183785"/>
                        <a:gd name="connsiteX3" fmla="*/ 1571884 w 1583778"/>
                        <a:gd name="connsiteY3" fmla="*/ 247700 h 1183785"/>
                        <a:gd name="connsiteX4" fmla="*/ 1571884 w 1583778"/>
                        <a:gd name="connsiteY4" fmla="*/ 253647 h 1183785"/>
                        <a:gd name="connsiteX5" fmla="*/ 1567126 w 1583778"/>
                        <a:gd name="connsiteY5" fmla="*/ 253647 h 1183785"/>
                        <a:gd name="connsiteX6" fmla="*/ 1571884 w 1583778"/>
                        <a:gd name="connsiteY6" fmla="*/ 269110 h 1183785"/>
                        <a:gd name="connsiteX7" fmla="*/ 1568316 w 1583778"/>
                        <a:gd name="connsiteY7" fmla="*/ 273867 h 1183785"/>
                        <a:gd name="connsiteX8" fmla="*/ 1571884 w 1583778"/>
                        <a:gd name="connsiteY8" fmla="*/ 284572 h 1183785"/>
                        <a:gd name="connsiteX9" fmla="*/ 1567126 w 1583778"/>
                        <a:gd name="connsiteY9" fmla="*/ 286951 h 1183785"/>
                        <a:gd name="connsiteX10" fmla="*/ 1568316 w 1583778"/>
                        <a:gd name="connsiteY10" fmla="*/ 295277 h 1183785"/>
                        <a:gd name="connsiteX11" fmla="*/ 1564747 w 1583778"/>
                        <a:gd name="connsiteY11" fmla="*/ 298846 h 1183785"/>
                        <a:gd name="connsiteX12" fmla="*/ 1567126 w 1583778"/>
                        <a:gd name="connsiteY12" fmla="*/ 305982 h 1183785"/>
                        <a:gd name="connsiteX13" fmla="*/ 1565937 w 1583778"/>
                        <a:gd name="connsiteY13" fmla="*/ 310740 h 1183785"/>
                        <a:gd name="connsiteX14" fmla="*/ 1567126 w 1583778"/>
                        <a:gd name="connsiteY14" fmla="*/ 319066 h 1183785"/>
                        <a:gd name="connsiteX15" fmla="*/ 1561179 w 1583778"/>
                        <a:gd name="connsiteY15" fmla="*/ 322634 h 1183785"/>
                        <a:gd name="connsiteX16" fmla="*/ 1557610 w 1583778"/>
                        <a:gd name="connsiteY16" fmla="*/ 328582 h 1183785"/>
                        <a:gd name="connsiteX17" fmla="*/ 1556421 w 1583778"/>
                        <a:gd name="connsiteY17" fmla="*/ 334529 h 1183785"/>
                        <a:gd name="connsiteX18" fmla="*/ 1558800 w 1583778"/>
                        <a:gd name="connsiteY18" fmla="*/ 340476 h 1183785"/>
                        <a:gd name="connsiteX19" fmla="*/ 1555232 w 1583778"/>
                        <a:gd name="connsiteY19" fmla="*/ 341665 h 1183785"/>
                        <a:gd name="connsiteX20" fmla="*/ 1552853 w 1583778"/>
                        <a:gd name="connsiteY20" fmla="*/ 347612 h 1183785"/>
                        <a:gd name="connsiteX21" fmla="*/ 1549285 w 1583778"/>
                        <a:gd name="connsiteY21" fmla="*/ 341665 h 1183785"/>
                        <a:gd name="connsiteX22" fmla="*/ 1542148 w 1583778"/>
                        <a:gd name="connsiteY22" fmla="*/ 336908 h 1183785"/>
                        <a:gd name="connsiteX23" fmla="*/ 1543338 w 1583778"/>
                        <a:gd name="connsiteY23" fmla="*/ 327392 h 1183785"/>
                        <a:gd name="connsiteX24" fmla="*/ 1538580 w 1583778"/>
                        <a:gd name="connsiteY24" fmla="*/ 322634 h 1183785"/>
                        <a:gd name="connsiteX25" fmla="*/ 1535012 w 1583778"/>
                        <a:gd name="connsiteY25" fmla="*/ 314308 h 1183785"/>
                        <a:gd name="connsiteX26" fmla="*/ 1530254 w 1583778"/>
                        <a:gd name="connsiteY26" fmla="*/ 317877 h 1183785"/>
                        <a:gd name="connsiteX27" fmla="*/ 1525496 w 1583778"/>
                        <a:gd name="connsiteY27" fmla="*/ 328582 h 1183785"/>
                        <a:gd name="connsiteX28" fmla="*/ 1519549 w 1583778"/>
                        <a:gd name="connsiteY28" fmla="*/ 329771 h 1183785"/>
                        <a:gd name="connsiteX29" fmla="*/ 1518359 w 1583778"/>
                        <a:gd name="connsiteY29" fmla="*/ 336908 h 1183785"/>
                        <a:gd name="connsiteX30" fmla="*/ 1531443 w 1583778"/>
                        <a:gd name="connsiteY30" fmla="*/ 357128 h 1183785"/>
                        <a:gd name="connsiteX31" fmla="*/ 1532633 w 1583778"/>
                        <a:gd name="connsiteY31" fmla="*/ 371401 h 1183785"/>
                        <a:gd name="connsiteX32" fmla="*/ 1532633 w 1583778"/>
                        <a:gd name="connsiteY32" fmla="*/ 380917 h 1183785"/>
                        <a:gd name="connsiteX33" fmla="*/ 1537391 w 1583778"/>
                        <a:gd name="connsiteY33" fmla="*/ 388053 h 1183785"/>
                        <a:gd name="connsiteX34" fmla="*/ 1535012 w 1583778"/>
                        <a:gd name="connsiteY34" fmla="*/ 396379 h 1183785"/>
                        <a:gd name="connsiteX35" fmla="*/ 1536201 w 1583778"/>
                        <a:gd name="connsiteY35" fmla="*/ 405895 h 1183785"/>
                        <a:gd name="connsiteX36" fmla="*/ 1525496 w 1583778"/>
                        <a:gd name="connsiteY36" fmla="*/ 407084 h 1183785"/>
                        <a:gd name="connsiteX37" fmla="*/ 1529064 w 1583778"/>
                        <a:gd name="connsiteY37" fmla="*/ 415410 h 1183785"/>
                        <a:gd name="connsiteX38" fmla="*/ 1519549 w 1583778"/>
                        <a:gd name="connsiteY38" fmla="*/ 416600 h 1183785"/>
                        <a:gd name="connsiteX39" fmla="*/ 1510033 w 1583778"/>
                        <a:gd name="connsiteY39" fmla="*/ 404705 h 1183785"/>
                        <a:gd name="connsiteX40" fmla="*/ 1510033 w 1583778"/>
                        <a:gd name="connsiteY40" fmla="*/ 420168 h 1183785"/>
                        <a:gd name="connsiteX41" fmla="*/ 1504086 w 1583778"/>
                        <a:gd name="connsiteY41" fmla="*/ 423736 h 1183785"/>
                        <a:gd name="connsiteX42" fmla="*/ 1496950 w 1583778"/>
                        <a:gd name="connsiteY42" fmla="*/ 438010 h 1183785"/>
                        <a:gd name="connsiteX43" fmla="*/ 1482676 w 1583778"/>
                        <a:gd name="connsiteY43" fmla="*/ 445146 h 1183785"/>
                        <a:gd name="connsiteX44" fmla="*/ 1489813 w 1583778"/>
                        <a:gd name="connsiteY44" fmla="*/ 459419 h 1183785"/>
                        <a:gd name="connsiteX45" fmla="*/ 1473161 w 1583778"/>
                        <a:gd name="connsiteY45" fmla="*/ 467745 h 1183785"/>
                        <a:gd name="connsiteX46" fmla="*/ 1445804 w 1583778"/>
                        <a:gd name="connsiteY46" fmla="*/ 457040 h 1183785"/>
                        <a:gd name="connsiteX47" fmla="*/ 1439857 w 1583778"/>
                        <a:gd name="connsiteY47" fmla="*/ 479640 h 1183785"/>
                        <a:gd name="connsiteX48" fmla="*/ 1423204 w 1583778"/>
                        <a:gd name="connsiteY48" fmla="*/ 503428 h 1183785"/>
                        <a:gd name="connsiteX49" fmla="*/ 1414878 w 1583778"/>
                        <a:gd name="connsiteY49" fmla="*/ 517702 h 1183785"/>
                        <a:gd name="connsiteX50" fmla="*/ 1410121 w 1583778"/>
                        <a:gd name="connsiteY50" fmla="*/ 529596 h 1183785"/>
                        <a:gd name="connsiteX51" fmla="*/ 1407742 w 1583778"/>
                        <a:gd name="connsiteY51" fmla="*/ 533164 h 1183785"/>
                        <a:gd name="connsiteX52" fmla="*/ 1406553 w 1583778"/>
                        <a:gd name="connsiteY52" fmla="*/ 533164 h 1183785"/>
                        <a:gd name="connsiteX53" fmla="*/ 1399416 w 1583778"/>
                        <a:gd name="connsiteY53" fmla="*/ 540301 h 1183785"/>
                        <a:gd name="connsiteX54" fmla="*/ 1389900 w 1583778"/>
                        <a:gd name="connsiteY54" fmla="*/ 540301 h 1183785"/>
                        <a:gd name="connsiteX55" fmla="*/ 1383953 w 1583778"/>
                        <a:gd name="connsiteY55" fmla="*/ 543869 h 1183785"/>
                        <a:gd name="connsiteX56" fmla="*/ 1376817 w 1583778"/>
                        <a:gd name="connsiteY56" fmla="*/ 543869 h 1183785"/>
                        <a:gd name="connsiteX57" fmla="*/ 1375627 w 1583778"/>
                        <a:gd name="connsiteY57" fmla="*/ 547438 h 1183785"/>
                        <a:gd name="connsiteX58" fmla="*/ 1372059 w 1583778"/>
                        <a:gd name="connsiteY58" fmla="*/ 549816 h 1183785"/>
                        <a:gd name="connsiteX59" fmla="*/ 1355406 w 1583778"/>
                        <a:gd name="connsiteY59" fmla="*/ 561711 h 1183785"/>
                        <a:gd name="connsiteX60" fmla="*/ 1356596 w 1583778"/>
                        <a:gd name="connsiteY60" fmla="*/ 567658 h 1183785"/>
                        <a:gd name="connsiteX61" fmla="*/ 1353028 w 1583778"/>
                        <a:gd name="connsiteY61" fmla="*/ 571226 h 1183785"/>
                        <a:gd name="connsiteX62" fmla="*/ 1345891 w 1583778"/>
                        <a:gd name="connsiteY62" fmla="*/ 577173 h 1183785"/>
                        <a:gd name="connsiteX63" fmla="*/ 1341134 w 1583778"/>
                        <a:gd name="connsiteY63" fmla="*/ 579552 h 1183785"/>
                        <a:gd name="connsiteX64" fmla="*/ 1337565 w 1583778"/>
                        <a:gd name="connsiteY64" fmla="*/ 583121 h 1183785"/>
                        <a:gd name="connsiteX65" fmla="*/ 1332808 w 1583778"/>
                        <a:gd name="connsiteY65" fmla="*/ 579552 h 1183785"/>
                        <a:gd name="connsiteX66" fmla="*/ 1328050 w 1583778"/>
                        <a:gd name="connsiteY66" fmla="*/ 577173 h 1183785"/>
                        <a:gd name="connsiteX67" fmla="*/ 1330429 w 1583778"/>
                        <a:gd name="connsiteY67" fmla="*/ 572416 h 1183785"/>
                        <a:gd name="connsiteX68" fmla="*/ 1335187 w 1583778"/>
                        <a:gd name="connsiteY68" fmla="*/ 570037 h 1183785"/>
                        <a:gd name="connsiteX69" fmla="*/ 1339944 w 1583778"/>
                        <a:gd name="connsiteY69" fmla="*/ 568847 h 1183785"/>
                        <a:gd name="connsiteX70" fmla="*/ 1345891 w 1583778"/>
                        <a:gd name="connsiteY70" fmla="*/ 565279 h 1183785"/>
                        <a:gd name="connsiteX71" fmla="*/ 1343512 w 1583778"/>
                        <a:gd name="connsiteY71" fmla="*/ 561711 h 1183785"/>
                        <a:gd name="connsiteX72" fmla="*/ 1349459 w 1583778"/>
                        <a:gd name="connsiteY72" fmla="*/ 553385 h 1183785"/>
                        <a:gd name="connsiteX73" fmla="*/ 1339944 w 1583778"/>
                        <a:gd name="connsiteY73" fmla="*/ 558142 h 1183785"/>
                        <a:gd name="connsiteX74" fmla="*/ 1335187 w 1583778"/>
                        <a:gd name="connsiteY74" fmla="*/ 555764 h 1183785"/>
                        <a:gd name="connsiteX75" fmla="*/ 1338755 w 1583778"/>
                        <a:gd name="connsiteY75" fmla="*/ 548627 h 1183785"/>
                        <a:gd name="connsiteX76" fmla="*/ 1335187 w 1583778"/>
                        <a:gd name="connsiteY76" fmla="*/ 545059 h 1183785"/>
                        <a:gd name="connsiteX77" fmla="*/ 1333997 w 1583778"/>
                        <a:gd name="connsiteY77" fmla="*/ 536733 h 1183785"/>
                        <a:gd name="connsiteX78" fmla="*/ 1338755 w 1583778"/>
                        <a:gd name="connsiteY78" fmla="*/ 534354 h 1183785"/>
                        <a:gd name="connsiteX79" fmla="*/ 1341134 w 1583778"/>
                        <a:gd name="connsiteY79" fmla="*/ 523649 h 1183785"/>
                        <a:gd name="connsiteX80" fmla="*/ 1348270 w 1583778"/>
                        <a:gd name="connsiteY80" fmla="*/ 515323 h 1183785"/>
                        <a:gd name="connsiteX81" fmla="*/ 1336376 w 1583778"/>
                        <a:gd name="connsiteY81" fmla="*/ 505807 h 1183785"/>
                        <a:gd name="connsiteX82" fmla="*/ 1330429 w 1583778"/>
                        <a:gd name="connsiteY82" fmla="*/ 497481 h 1183785"/>
                        <a:gd name="connsiteX83" fmla="*/ 1324481 w 1583778"/>
                        <a:gd name="connsiteY83" fmla="*/ 502239 h 1183785"/>
                        <a:gd name="connsiteX84" fmla="*/ 1316155 w 1583778"/>
                        <a:gd name="connsiteY84" fmla="*/ 499860 h 1183785"/>
                        <a:gd name="connsiteX85" fmla="*/ 1311398 w 1583778"/>
                        <a:gd name="connsiteY85" fmla="*/ 508186 h 1183785"/>
                        <a:gd name="connsiteX86" fmla="*/ 1306640 w 1583778"/>
                        <a:gd name="connsiteY86" fmla="*/ 515323 h 1183785"/>
                        <a:gd name="connsiteX87" fmla="*/ 1304261 w 1583778"/>
                        <a:gd name="connsiteY87" fmla="*/ 524838 h 1183785"/>
                        <a:gd name="connsiteX88" fmla="*/ 1301882 w 1583778"/>
                        <a:gd name="connsiteY88" fmla="*/ 529596 h 1183785"/>
                        <a:gd name="connsiteX89" fmla="*/ 1297125 w 1583778"/>
                        <a:gd name="connsiteY89" fmla="*/ 535543 h 1183785"/>
                        <a:gd name="connsiteX90" fmla="*/ 1284040 w 1583778"/>
                        <a:gd name="connsiteY90" fmla="*/ 539111 h 1183785"/>
                        <a:gd name="connsiteX91" fmla="*/ 1281662 w 1583778"/>
                        <a:gd name="connsiteY91" fmla="*/ 545059 h 1183785"/>
                        <a:gd name="connsiteX92" fmla="*/ 1276904 w 1583778"/>
                        <a:gd name="connsiteY92" fmla="*/ 554574 h 1183785"/>
                        <a:gd name="connsiteX93" fmla="*/ 1278093 w 1583778"/>
                        <a:gd name="connsiteY93" fmla="*/ 562900 h 1183785"/>
                        <a:gd name="connsiteX94" fmla="*/ 1274525 w 1583778"/>
                        <a:gd name="connsiteY94" fmla="*/ 566469 h 1183785"/>
                        <a:gd name="connsiteX95" fmla="*/ 1275715 w 1583778"/>
                        <a:gd name="connsiteY95" fmla="*/ 571226 h 1183785"/>
                        <a:gd name="connsiteX96" fmla="*/ 1260252 w 1583778"/>
                        <a:gd name="connsiteY96" fmla="*/ 573605 h 1183785"/>
                        <a:gd name="connsiteX97" fmla="*/ 1251926 w 1583778"/>
                        <a:gd name="connsiteY97" fmla="*/ 570037 h 1183785"/>
                        <a:gd name="connsiteX98" fmla="*/ 1247168 w 1583778"/>
                        <a:gd name="connsiteY98" fmla="*/ 574795 h 1183785"/>
                        <a:gd name="connsiteX99" fmla="*/ 1245979 w 1583778"/>
                        <a:gd name="connsiteY99" fmla="*/ 583121 h 1183785"/>
                        <a:gd name="connsiteX100" fmla="*/ 1242410 w 1583778"/>
                        <a:gd name="connsiteY100" fmla="*/ 589068 h 1183785"/>
                        <a:gd name="connsiteX101" fmla="*/ 1245979 w 1583778"/>
                        <a:gd name="connsiteY101" fmla="*/ 599773 h 1183785"/>
                        <a:gd name="connsiteX102" fmla="*/ 1255494 w 1583778"/>
                        <a:gd name="connsiteY102" fmla="*/ 606909 h 1183785"/>
                        <a:gd name="connsiteX103" fmla="*/ 1261442 w 1583778"/>
                        <a:gd name="connsiteY103" fmla="*/ 617614 h 1183785"/>
                        <a:gd name="connsiteX104" fmla="*/ 1267389 w 1583778"/>
                        <a:gd name="connsiteY104" fmla="*/ 617614 h 1183785"/>
                        <a:gd name="connsiteX105" fmla="*/ 1273336 w 1583778"/>
                        <a:gd name="connsiteY105" fmla="*/ 617614 h 1183785"/>
                        <a:gd name="connsiteX106" fmla="*/ 1280472 w 1583778"/>
                        <a:gd name="connsiteY106" fmla="*/ 617614 h 1183785"/>
                        <a:gd name="connsiteX107" fmla="*/ 1281662 w 1583778"/>
                        <a:gd name="connsiteY107" fmla="*/ 628319 h 1183785"/>
                        <a:gd name="connsiteX108" fmla="*/ 1287609 w 1583778"/>
                        <a:gd name="connsiteY108" fmla="*/ 641403 h 1183785"/>
                        <a:gd name="connsiteX109" fmla="*/ 1294746 w 1583778"/>
                        <a:gd name="connsiteY109" fmla="*/ 644971 h 1183785"/>
                        <a:gd name="connsiteX110" fmla="*/ 1300693 w 1583778"/>
                        <a:gd name="connsiteY110" fmla="*/ 640213 h 1183785"/>
                        <a:gd name="connsiteX111" fmla="*/ 1304261 w 1583778"/>
                        <a:gd name="connsiteY111" fmla="*/ 643782 h 1183785"/>
                        <a:gd name="connsiteX112" fmla="*/ 1310208 w 1583778"/>
                        <a:gd name="connsiteY112" fmla="*/ 639024 h 1183785"/>
                        <a:gd name="connsiteX113" fmla="*/ 1307829 w 1583778"/>
                        <a:gd name="connsiteY113" fmla="*/ 631887 h 1183785"/>
                        <a:gd name="connsiteX114" fmla="*/ 1314966 w 1583778"/>
                        <a:gd name="connsiteY114" fmla="*/ 628319 h 1183785"/>
                        <a:gd name="connsiteX115" fmla="*/ 1317345 w 1583778"/>
                        <a:gd name="connsiteY115" fmla="*/ 621182 h 1183785"/>
                        <a:gd name="connsiteX116" fmla="*/ 1323292 w 1583778"/>
                        <a:gd name="connsiteY116" fmla="*/ 619993 h 1183785"/>
                        <a:gd name="connsiteX117" fmla="*/ 1332808 w 1583778"/>
                        <a:gd name="connsiteY117" fmla="*/ 615235 h 1183785"/>
                        <a:gd name="connsiteX118" fmla="*/ 1345891 w 1583778"/>
                        <a:gd name="connsiteY118" fmla="*/ 625940 h 1183785"/>
                        <a:gd name="connsiteX119" fmla="*/ 1363733 w 1583778"/>
                        <a:gd name="connsiteY119" fmla="*/ 625940 h 1183785"/>
                        <a:gd name="connsiteX120" fmla="*/ 1369680 w 1583778"/>
                        <a:gd name="connsiteY120" fmla="*/ 622372 h 1183785"/>
                        <a:gd name="connsiteX121" fmla="*/ 1376817 w 1583778"/>
                        <a:gd name="connsiteY121" fmla="*/ 623561 h 1183785"/>
                        <a:gd name="connsiteX122" fmla="*/ 1387521 w 1583778"/>
                        <a:gd name="connsiteY122" fmla="*/ 622372 h 1183785"/>
                        <a:gd name="connsiteX123" fmla="*/ 1382764 w 1583778"/>
                        <a:gd name="connsiteY123" fmla="*/ 627130 h 1183785"/>
                        <a:gd name="connsiteX124" fmla="*/ 1386332 w 1583778"/>
                        <a:gd name="connsiteY124" fmla="*/ 634266 h 1183785"/>
                        <a:gd name="connsiteX125" fmla="*/ 1380385 w 1583778"/>
                        <a:gd name="connsiteY125" fmla="*/ 639024 h 1183785"/>
                        <a:gd name="connsiteX126" fmla="*/ 1385142 w 1583778"/>
                        <a:gd name="connsiteY126" fmla="*/ 643782 h 1183785"/>
                        <a:gd name="connsiteX127" fmla="*/ 1380385 w 1583778"/>
                        <a:gd name="connsiteY127" fmla="*/ 650918 h 1183785"/>
                        <a:gd name="connsiteX128" fmla="*/ 1375627 w 1583778"/>
                        <a:gd name="connsiteY128" fmla="*/ 649729 h 1183785"/>
                        <a:gd name="connsiteX129" fmla="*/ 1370870 w 1583778"/>
                        <a:gd name="connsiteY129" fmla="*/ 647350 h 1183785"/>
                        <a:gd name="connsiteX130" fmla="*/ 1367301 w 1583778"/>
                        <a:gd name="connsiteY130" fmla="*/ 646161 h 1183785"/>
                        <a:gd name="connsiteX131" fmla="*/ 1357785 w 1583778"/>
                        <a:gd name="connsiteY131" fmla="*/ 652108 h 1183785"/>
                        <a:gd name="connsiteX132" fmla="*/ 1351838 w 1583778"/>
                        <a:gd name="connsiteY132" fmla="*/ 656865 h 1183785"/>
                        <a:gd name="connsiteX133" fmla="*/ 1348270 w 1583778"/>
                        <a:gd name="connsiteY133" fmla="*/ 659244 h 1183785"/>
                        <a:gd name="connsiteX134" fmla="*/ 1344702 w 1583778"/>
                        <a:gd name="connsiteY134" fmla="*/ 656865 h 1183785"/>
                        <a:gd name="connsiteX135" fmla="*/ 1339944 w 1583778"/>
                        <a:gd name="connsiteY135" fmla="*/ 658055 h 1183785"/>
                        <a:gd name="connsiteX136" fmla="*/ 1344702 w 1583778"/>
                        <a:gd name="connsiteY136" fmla="*/ 664002 h 1183785"/>
                        <a:gd name="connsiteX137" fmla="*/ 1339944 w 1583778"/>
                        <a:gd name="connsiteY137" fmla="*/ 666381 h 1183785"/>
                        <a:gd name="connsiteX138" fmla="*/ 1336376 w 1583778"/>
                        <a:gd name="connsiteY138" fmla="*/ 671139 h 1183785"/>
                        <a:gd name="connsiteX139" fmla="*/ 1326860 w 1583778"/>
                        <a:gd name="connsiteY139" fmla="*/ 673518 h 1183785"/>
                        <a:gd name="connsiteX140" fmla="*/ 1332808 w 1583778"/>
                        <a:gd name="connsiteY140" fmla="*/ 681844 h 1183785"/>
                        <a:gd name="connsiteX141" fmla="*/ 1326860 w 1583778"/>
                        <a:gd name="connsiteY141" fmla="*/ 686601 h 1183785"/>
                        <a:gd name="connsiteX142" fmla="*/ 1322102 w 1583778"/>
                        <a:gd name="connsiteY142" fmla="*/ 693738 h 1183785"/>
                        <a:gd name="connsiteX143" fmla="*/ 1313776 w 1583778"/>
                        <a:gd name="connsiteY143" fmla="*/ 698496 h 1183785"/>
                        <a:gd name="connsiteX144" fmla="*/ 1317345 w 1583778"/>
                        <a:gd name="connsiteY144" fmla="*/ 708011 h 1183785"/>
                        <a:gd name="connsiteX145" fmla="*/ 1314966 w 1583778"/>
                        <a:gd name="connsiteY145" fmla="*/ 727042 h 1183785"/>
                        <a:gd name="connsiteX146" fmla="*/ 1326860 w 1583778"/>
                        <a:gd name="connsiteY146" fmla="*/ 732989 h 1183785"/>
                        <a:gd name="connsiteX147" fmla="*/ 1329239 w 1583778"/>
                        <a:gd name="connsiteY147" fmla="*/ 737747 h 1183785"/>
                        <a:gd name="connsiteX148" fmla="*/ 1335187 w 1583778"/>
                        <a:gd name="connsiteY148" fmla="*/ 736558 h 1183785"/>
                        <a:gd name="connsiteX149" fmla="*/ 1345891 w 1583778"/>
                        <a:gd name="connsiteY149" fmla="*/ 741315 h 1183785"/>
                        <a:gd name="connsiteX150" fmla="*/ 1357785 w 1583778"/>
                        <a:gd name="connsiteY150" fmla="*/ 757967 h 1183785"/>
                        <a:gd name="connsiteX151" fmla="*/ 1356596 w 1583778"/>
                        <a:gd name="connsiteY151" fmla="*/ 763915 h 1183785"/>
                        <a:gd name="connsiteX152" fmla="*/ 1360164 w 1583778"/>
                        <a:gd name="connsiteY152" fmla="*/ 766293 h 1183785"/>
                        <a:gd name="connsiteX153" fmla="*/ 1361354 w 1583778"/>
                        <a:gd name="connsiteY153" fmla="*/ 773430 h 1183785"/>
                        <a:gd name="connsiteX154" fmla="*/ 1370870 w 1583778"/>
                        <a:gd name="connsiteY154" fmla="*/ 780567 h 1183785"/>
                        <a:gd name="connsiteX155" fmla="*/ 1372059 w 1583778"/>
                        <a:gd name="connsiteY155" fmla="*/ 787703 h 1183785"/>
                        <a:gd name="connsiteX156" fmla="*/ 1379195 w 1583778"/>
                        <a:gd name="connsiteY156" fmla="*/ 799598 h 1183785"/>
                        <a:gd name="connsiteX157" fmla="*/ 1391089 w 1583778"/>
                        <a:gd name="connsiteY157" fmla="*/ 803166 h 1183785"/>
                        <a:gd name="connsiteX158" fmla="*/ 1399416 w 1583778"/>
                        <a:gd name="connsiteY158" fmla="*/ 813871 h 1183785"/>
                        <a:gd name="connsiteX159" fmla="*/ 1404174 w 1583778"/>
                        <a:gd name="connsiteY159" fmla="*/ 823386 h 1183785"/>
                        <a:gd name="connsiteX160" fmla="*/ 1395848 w 1583778"/>
                        <a:gd name="connsiteY160" fmla="*/ 822197 h 1183785"/>
                        <a:gd name="connsiteX161" fmla="*/ 1385142 w 1583778"/>
                        <a:gd name="connsiteY161" fmla="*/ 823386 h 1183785"/>
                        <a:gd name="connsiteX162" fmla="*/ 1381574 w 1583778"/>
                        <a:gd name="connsiteY162" fmla="*/ 822197 h 1183785"/>
                        <a:gd name="connsiteX163" fmla="*/ 1375627 w 1583778"/>
                        <a:gd name="connsiteY163" fmla="*/ 818629 h 1183785"/>
                        <a:gd name="connsiteX164" fmla="*/ 1366112 w 1583778"/>
                        <a:gd name="connsiteY164" fmla="*/ 813871 h 1183785"/>
                        <a:gd name="connsiteX165" fmla="*/ 1353028 w 1583778"/>
                        <a:gd name="connsiteY165" fmla="*/ 817439 h 1183785"/>
                        <a:gd name="connsiteX166" fmla="*/ 1345891 w 1583778"/>
                        <a:gd name="connsiteY166" fmla="*/ 807924 h 1183785"/>
                        <a:gd name="connsiteX167" fmla="*/ 1338755 w 1583778"/>
                        <a:gd name="connsiteY167" fmla="*/ 810303 h 1183785"/>
                        <a:gd name="connsiteX168" fmla="*/ 1326860 w 1583778"/>
                        <a:gd name="connsiteY168" fmla="*/ 810303 h 1183785"/>
                        <a:gd name="connsiteX169" fmla="*/ 1317345 w 1583778"/>
                        <a:gd name="connsiteY169" fmla="*/ 823386 h 1183785"/>
                        <a:gd name="connsiteX170" fmla="*/ 1325671 w 1583778"/>
                        <a:gd name="connsiteY170" fmla="*/ 815060 h 1183785"/>
                        <a:gd name="connsiteX171" fmla="*/ 1336376 w 1583778"/>
                        <a:gd name="connsiteY171" fmla="*/ 815060 h 1183785"/>
                        <a:gd name="connsiteX172" fmla="*/ 1344702 w 1583778"/>
                        <a:gd name="connsiteY172" fmla="*/ 813871 h 1183785"/>
                        <a:gd name="connsiteX173" fmla="*/ 1347081 w 1583778"/>
                        <a:gd name="connsiteY173" fmla="*/ 818629 h 1183785"/>
                        <a:gd name="connsiteX174" fmla="*/ 1355406 w 1583778"/>
                        <a:gd name="connsiteY174" fmla="*/ 824576 h 1183785"/>
                        <a:gd name="connsiteX175" fmla="*/ 1368491 w 1583778"/>
                        <a:gd name="connsiteY175" fmla="*/ 819818 h 1183785"/>
                        <a:gd name="connsiteX176" fmla="*/ 1378006 w 1583778"/>
                        <a:gd name="connsiteY176" fmla="*/ 826955 h 1183785"/>
                        <a:gd name="connsiteX177" fmla="*/ 1397037 w 1583778"/>
                        <a:gd name="connsiteY177" fmla="*/ 838849 h 1183785"/>
                        <a:gd name="connsiteX178" fmla="*/ 1408931 w 1583778"/>
                        <a:gd name="connsiteY178" fmla="*/ 853122 h 1183785"/>
                        <a:gd name="connsiteX179" fmla="*/ 1404174 w 1583778"/>
                        <a:gd name="connsiteY179" fmla="*/ 856691 h 1183785"/>
                        <a:gd name="connsiteX180" fmla="*/ 1399416 w 1583778"/>
                        <a:gd name="connsiteY180" fmla="*/ 861448 h 1183785"/>
                        <a:gd name="connsiteX181" fmla="*/ 1393469 w 1583778"/>
                        <a:gd name="connsiteY181" fmla="*/ 863827 h 1183785"/>
                        <a:gd name="connsiteX182" fmla="*/ 1392279 w 1583778"/>
                        <a:gd name="connsiteY182" fmla="*/ 868585 h 1183785"/>
                        <a:gd name="connsiteX183" fmla="*/ 1383953 w 1583778"/>
                        <a:gd name="connsiteY183" fmla="*/ 869774 h 1183785"/>
                        <a:gd name="connsiteX184" fmla="*/ 1374438 w 1583778"/>
                        <a:gd name="connsiteY184" fmla="*/ 869774 h 1183785"/>
                        <a:gd name="connsiteX185" fmla="*/ 1366112 w 1583778"/>
                        <a:gd name="connsiteY185" fmla="*/ 876911 h 1183785"/>
                        <a:gd name="connsiteX186" fmla="*/ 1370870 w 1583778"/>
                        <a:gd name="connsiteY186" fmla="*/ 874532 h 1183785"/>
                        <a:gd name="connsiteX187" fmla="*/ 1378006 w 1583778"/>
                        <a:gd name="connsiteY187" fmla="*/ 872153 h 1183785"/>
                        <a:gd name="connsiteX188" fmla="*/ 1385142 w 1583778"/>
                        <a:gd name="connsiteY188" fmla="*/ 880479 h 1183785"/>
                        <a:gd name="connsiteX189" fmla="*/ 1393469 w 1583778"/>
                        <a:gd name="connsiteY189" fmla="*/ 874532 h 1183785"/>
                        <a:gd name="connsiteX190" fmla="*/ 1399416 w 1583778"/>
                        <a:gd name="connsiteY190" fmla="*/ 874532 h 1183785"/>
                        <a:gd name="connsiteX191" fmla="*/ 1406553 w 1583778"/>
                        <a:gd name="connsiteY191" fmla="*/ 884048 h 1183785"/>
                        <a:gd name="connsiteX192" fmla="*/ 1411310 w 1583778"/>
                        <a:gd name="connsiteY192" fmla="*/ 886426 h 1183785"/>
                        <a:gd name="connsiteX193" fmla="*/ 1417257 w 1583778"/>
                        <a:gd name="connsiteY193" fmla="*/ 886426 h 1183785"/>
                        <a:gd name="connsiteX194" fmla="*/ 1410121 w 1583778"/>
                        <a:gd name="connsiteY194" fmla="*/ 894752 h 1183785"/>
                        <a:gd name="connsiteX195" fmla="*/ 1401795 w 1583778"/>
                        <a:gd name="connsiteY195" fmla="*/ 898321 h 1183785"/>
                        <a:gd name="connsiteX196" fmla="*/ 1399416 w 1583778"/>
                        <a:gd name="connsiteY196" fmla="*/ 904268 h 1183785"/>
                        <a:gd name="connsiteX197" fmla="*/ 1408931 w 1583778"/>
                        <a:gd name="connsiteY197" fmla="*/ 898321 h 1183785"/>
                        <a:gd name="connsiteX198" fmla="*/ 1412500 w 1583778"/>
                        <a:gd name="connsiteY198" fmla="*/ 899510 h 1183785"/>
                        <a:gd name="connsiteX199" fmla="*/ 1418447 w 1583778"/>
                        <a:gd name="connsiteY199" fmla="*/ 892374 h 1183785"/>
                        <a:gd name="connsiteX200" fmla="*/ 1420825 w 1583778"/>
                        <a:gd name="connsiteY200" fmla="*/ 906647 h 1183785"/>
                        <a:gd name="connsiteX201" fmla="*/ 1416068 w 1583778"/>
                        <a:gd name="connsiteY201" fmla="*/ 903079 h 1183785"/>
                        <a:gd name="connsiteX202" fmla="*/ 1413689 w 1583778"/>
                        <a:gd name="connsiteY202" fmla="*/ 906647 h 1183785"/>
                        <a:gd name="connsiteX203" fmla="*/ 1410121 w 1583778"/>
                        <a:gd name="connsiteY203" fmla="*/ 905458 h 1183785"/>
                        <a:gd name="connsiteX204" fmla="*/ 1402984 w 1583778"/>
                        <a:gd name="connsiteY204" fmla="*/ 910215 h 1183785"/>
                        <a:gd name="connsiteX205" fmla="*/ 1411310 w 1583778"/>
                        <a:gd name="connsiteY205" fmla="*/ 912594 h 1183785"/>
                        <a:gd name="connsiteX206" fmla="*/ 1408931 w 1583778"/>
                        <a:gd name="connsiteY206" fmla="*/ 918541 h 1183785"/>
                        <a:gd name="connsiteX207" fmla="*/ 1412500 w 1583778"/>
                        <a:gd name="connsiteY207" fmla="*/ 923299 h 1183785"/>
                        <a:gd name="connsiteX208" fmla="*/ 1405363 w 1583778"/>
                        <a:gd name="connsiteY208" fmla="*/ 925678 h 1183785"/>
                        <a:gd name="connsiteX209" fmla="*/ 1408931 w 1583778"/>
                        <a:gd name="connsiteY209" fmla="*/ 929246 h 1183785"/>
                        <a:gd name="connsiteX210" fmla="*/ 1413689 w 1583778"/>
                        <a:gd name="connsiteY210" fmla="*/ 932814 h 1183785"/>
                        <a:gd name="connsiteX211" fmla="*/ 1410121 w 1583778"/>
                        <a:gd name="connsiteY211" fmla="*/ 935193 h 1183785"/>
                        <a:gd name="connsiteX212" fmla="*/ 1408931 w 1583778"/>
                        <a:gd name="connsiteY212" fmla="*/ 939951 h 1183785"/>
                        <a:gd name="connsiteX213" fmla="*/ 1402984 w 1583778"/>
                        <a:gd name="connsiteY213" fmla="*/ 935193 h 1183785"/>
                        <a:gd name="connsiteX214" fmla="*/ 1397037 w 1583778"/>
                        <a:gd name="connsiteY214" fmla="*/ 944709 h 1183785"/>
                        <a:gd name="connsiteX215" fmla="*/ 1389900 w 1583778"/>
                        <a:gd name="connsiteY215" fmla="*/ 944709 h 1183785"/>
                        <a:gd name="connsiteX216" fmla="*/ 1393469 w 1583778"/>
                        <a:gd name="connsiteY216" fmla="*/ 949466 h 1183785"/>
                        <a:gd name="connsiteX217" fmla="*/ 1393469 w 1583778"/>
                        <a:gd name="connsiteY217" fmla="*/ 954224 h 1183785"/>
                        <a:gd name="connsiteX218" fmla="*/ 1393469 w 1583778"/>
                        <a:gd name="connsiteY218" fmla="*/ 960172 h 1183785"/>
                        <a:gd name="connsiteX219" fmla="*/ 1391089 w 1583778"/>
                        <a:gd name="connsiteY219" fmla="*/ 968497 h 1183785"/>
                        <a:gd name="connsiteX220" fmla="*/ 1385142 w 1583778"/>
                        <a:gd name="connsiteY220" fmla="*/ 966119 h 1183785"/>
                        <a:gd name="connsiteX221" fmla="*/ 1386332 w 1583778"/>
                        <a:gd name="connsiteY221" fmla="*/ 970876 h 1183785"/>
                        <a:gd name="connsiteX222" fmla="*/ 1391089 w 1583778"/>
                        <a:gd name="connsiteY222" fmla="*/ 975634 h 1183785"/>
                        <a:gd name="connsiteX223" fmla="*/ 1387521 w 1583778"/>
                        <a:gd name="connsiteY223" fmla="*/ 975634 h 1183785"/>
                        <a:gd name="connsiteX224" fmla="*/ 1385142 w 1583778"/>
                        <a:gd name="connsiteY224" fmla="*/ 980392 h 1183785"/>
                        <a:gd name="connsiteX225" fmla="*/ 1376817 w 1583778"/>
                        <a:gd name="connsiteY225" fmla="*/ 985149 h 1183785"/>
                        <a:gd name="connsiteX226" fmla="*/ 1375627 w 1583778"/>
                        <a:gd name="connsiteY226" fmla="*/ 980392 h 1183785"/>
                        <a:gd name="connsiteX227" fmla="*/ 1370870 w 1583778"/>
                        <a:gd name="connsiteY227" fmla="*/ 983960 h 1183785"/>
                        <a:gd name="connsiteX228" fmla="*/ 1370870 w 1583778"/>
                        <a:gd name="connsiteY228" fmla="*/ 988718 h 1183785"/>
                        <a:gd name="connsiteX229" fmla="*/ 1375627 w 1583778"/>
                        <a:gd name="connsiteY229" fmla="*/ 992286 h 1183785"/>
                        <a:gd name="connsiteX230" fmla="*/ 1372059 w 1583778"/>
                        <a:gd name="connsiteY230" fmla="*/ 994665 h 1183785"/>
                        <a:gd name="connsiteX231" fmla="*/ 1374438 w 1583778"/>
                        <a:gd name="connsiteY231" fmla="*/ 998233 h 1183785"/>
                        <a:gd name="connsiteX232" fmla="*/ 1381574 w 1583778"/>
                        <a:gd name="connsiteY232" fmla="*/ 998233 h 1183785"/>
                        <a:gd name="connsiteX233" fmla="*/ 1369680 w 1583778"/>
                        <a:gd name="connsiteY233" fmla="*/ 1006559 h 1183785"/>
                        <a:gd name="connsiteX234" fmla="*/ 1374438 w 1583778"/>
                        <a:gd name="connsiteY234" fmla="*/ 1007749 h 1183785"/>
                        <a:gd name="connsiteX235" fmla="*/ 1372059 w 1583778"/>
                        <a:gd name="connsiteY235" fmla="*/ 1013696 h 1183785"/>
                        <a:gd name="connsiteX236" fmla="*/ 1374438 w 1583778"/>
                        <a:gd name="connsiteY236" fmla="*/ 1018454 h 1183785"/>
                        <a:gd name="connsiteX237" fmla="*/ 1372059 w 1583778"/>
                        <a:gd name="connsiteY237" fmla="*/ 1023212 h 1183785"/>
                        <a:gd name="connsiteX238" fmla="*/ 1374438 w 1583778"/>
                        <a:gd name="connsiteY238" fmla="*/ 1026780 h 1183785"/>
                        <a:gd name="connsiteX239" fmla="*/ 1374438 w 1583778"/>
                        <a:gd name="connsiteY239" fmla="*/ 1033916 h 1183785"/>
                        <a:gd name="connsiteX240" fmla="*/ 1369680 w 1583778"/>
                        <a:gd name="connsiteY240" fmla="*/ 1029159 h 1183785"/>
                        <a:gd name="connsiteX241" fmla="*/ 1366112 w 1583778"/>
                        <a:gd name="connsiteY241" fmla="*/ 1024401 h 1183785"/>
                        <a:gd name="connsiteX242" fmla="*/ 1361354 w 1583778"/>
                        <a:gd name="connsiteY242" fmla="*/ 1026780 h 1183785"/>
                        <a:gd name="connsiteX243" fmla="*/ 1363733 w 1583778"/>
                        <a:gd name="connsiteY243" fmla="*/ 1032727 h 1183785"/>
                        <a:gd name="connsiteX244" fmla="*/ 1364923 w 1583778"/>
                        <a:gd name="connsiteY244" fmla="*/ 1037485 h 1183785"/>
                        <a:gd name="connsiteX245" fmla="*/ 1355406 w 1583778"/>
                        <a:gd name="connsiteY245" fmla="*/ 1033916 h 1183785"/>
                        <a:gd name="connsiteX246" fmla="*/ 1357785 w 1583778"/>
                        <a:gd name="connsiteY246" fmla="*/ 1038674 h 1183785"/>
                        <a:gd name="connsiteX247" fmla="*/ 1361354 w 1583778"/>
                        <a:gd name="connsiteY247" fmla="*/ 1041053 h 1183785"/>
                        <a:gd name="connsiteX248" fmla="*/ 1360164 w 1583778"/>
                        <a:gd name="connsiteY248" fmla="*/ 1045811 h 1183785"/>
                        <a:gd name="connsiteX249" fmla="*/ 1353028 w 1583778"/>
                        <a:gd name="connsiteY249" fmla="*/ 1043432 h 1183785"/>
                        <a:gd name="connsiteX250" fmla="*/ 1357785 w 1583778"/>
                        <a:gd name="connsiteY250" fmla="*/ 1049379 h 1183785"/>
                        <a:gd name="connsiteX251" fmla="*/ 1358975 w 1583778"/>
                        <a:gd name="connsiteY251" fmla="*/ 1054137 h 1183785"/>
                        <a:gd name="connsiteX252" fmla="*/ 1354217 w 1583778"/>
                        <a:gd name="connsiteY252" fmla="*/ 1051758 h 1183785"/>
                        <a:gd name="connsiteX253" fmla="*/ 1350649 w 1583778"/>
                        <a:gd name="connsiteY253" fmla="*/ 1052947 h 1183785"/>
                        <a:gd name="connsiteX254" fmla="*/ 1347081 w 1583778"/>
                        <a:gd name="connsiteY254" fmla="*/ 1050568 h 1183785"/>
                        <a:gd name="connsiteX255" fmla="*/ 1344702 w 1583778"/>
                        <a:gd name="connsiteY255" fmla="*/ 1056516 h 1183785"/>
                        <a:gd name="connsiteX256" fmla="*/ 1336376 w 1583778"/>
                        <a:gd name="connsiteY256" fmla="*/ 1057705 h 1183785"/>
                        <a:gd name="connsiteX257" fmla="*/ 1342323 w 1583778"/>
                        <a:gd name="connsiteY257" fmla="*/ 1061274 h 1183785"/>
                        <a:gd name="connsiteX258" fmla="*/ 1351838 w 1583778"/>
                        <a:gd name="connsiteY258" fmla="*/ 1061274 h 1183785"/>
                        <a:gd name="connsiteX259" fmla="*/ 1349459 w 1583778"/>
                        <a:gd name="connsiteY259" fmla="*/ 1064842 h 1183785"/>
                        <a:gd name="connsiteX260" fmla="*/ 1347081 w 1583778"/>
                        <a:gd name="connsiteY260" fmla="*/ 1069599 h 1183785"/>
                        <a:gd name="connsiteX261" fmla="*/ 1342323 w 1583778"/>
                        <a:gd name="connsiteY261" fmla="*/ 1068410 h 1183785"/>
                        <a:gd name="connsiteX262" fmla="*/ 1338755 w 1583778"/>
                        <a:gd name="connsiteY262" fmla="*/ 1073168 h 1183785"/>
                        <a:gd name="connsiteX263" fmla="*/ 1335187 w 1583778"/>
                        <a:gd name="connsiteY263" fmla="*/ 1070789 h 1183785"/>
                        <a:gd name="connsiteX264" fmla="*/ 1331618 w 1583778"/>
                        <a:gd name="connsiteY264" fmla="*/ 1075547 h 1183785"/>
                        <a:gd name="connsiteX265" fmla="*/ 1330429 w 1583778"/>
                        <a:gd name="connsiteY265" fmla="*/ 1081494 h 1183785"/>
                        <a:gd name="connsiteX266" fmla="*/ 1323292 w 1583778"/>
                        <a:gd name="connsiteY266" fmla="*/ 1080304 h 1183785"/>
                        <a:gd name="connsiteX267" fmla="*/ 1314966 w 1583778"/>
                        <a:gd name="connsiteY267" fmla="*/ 1082683 h 1183785"/>
                        <a:gd name="connsiteX268" fmla="*/ 1314966 w 1583778"/>
                        <a:gd name="connsiteY268" fmla="*/ 1088630 h 1183785"/>
                        <a:gd name="connsiteX269" fmla="*/ 1312587 w 1583778"/>
                        <a:gd name="connsiteY269" fmla="*/ 1093388 h 1183785"/>
                        <a:gd name="connsiteX270" fmla="*/ 1313776 w 1583778"/>
                        <a:gd name="connsiteY270" fmla="*/ 1099335 h 1183785"/>
                        <a:gd name="connsiteX271" fmla="*/ 1305451 w 1583778"/>
                        <a:gd name="connsiteY271" fmla="*/ 1100525 h 1183785"/>
                        <a:gd name="connsiteX272" fmla="*/ 1300693 w 1583778"/>
                        <a:gd name="connsiteY272" fmla="*/ 1104093 h 1183785"/>
                        <a:gd name="connsiteX273" fmla="*/ 1293556 w 1583778"/>
                        <a:gd name="connsiteY273" fmla="*/ 1105282 h 1183785"/>
                        <a:gd name="connsiteX274" fmla="*/ 1291177 w 1583778"/>
                        <a:gd name="connsiteY274" fmla="*/ 1108851 h 1183785"/>
                        <a:gd name="connsiteX275" fmla="*/ 1285230 w 1583778"/>
                        <a:gd name="connsiteY275" fmla="*/ 1106472 h 1183785"/>
                        <a:gd name="connsiteX276" fmla="*/ 1281662 w 1583778"/>
                        <a:gd name="connsiteY276" fmla="*/ 1112419 h 1183785"/>
                        <a:gd name="connsiteX277" fmla="*/ 1275715 w 1583778"/>
                        <a:gd name="connsiteY277" fmla="*/ 1106472 h 1183785"/>
                        <a:gd name="connsiteX278" fmla="*/ 1270957 w 1583778"/>
                        <a:gd name="connsiteY278" fmla="*/ 1108851 h 1183785"/>
                        <a:gd name="connsiteX279" fmla="*/ 1267389 w 1583778"/>
                        <a:gd name="connsiteY279" fmla="*/ 1113609 h 1183785"/>
                        <a:gd name="connsiteX280" fmla="*/ 1262631 w 1583778"/>
                        <a:gd name="connsiteY280" fmla="*/ 1111230 h 1183785"/>
                        <a:gd name="connsiteX281" fmla="*/ 1256683 w 1583778"/>
                        <a:gd name="connsiteY281" fmla="*/ 1113609 h 1183785"/>
                        <a:gd name="connsiteX282" fmla="*/ 1255494 w 1583778"/>
                        <a:gd name="connsiteY282" fmla="*/ 1118366 h 1183785"/>
                        <a:gd name="connsiteX283" fmla="*/ 1251926 w 1583778"/>
                        <a:gd name="connsiteY283" fmla="*/ 1121934 h 1183785"/>
                        <a:gd name="connsiteX284" fmla="*/ 1244789 w 1583778"/>
                        <a:gd name="connsiteY284" fmla="*/ 1123124 h 1183785"/>
                        <a:gd name="connsiteX285" fmla="*/ 1250736 w 1583778"/>
                        <a:gd name="connsiteY285" fmla="*/ 1118366 h 1183785"/>
                        <a:gd name="connsiteX286" fmla="*/ 1244789 w 1583778"/>
                        <a:gd name="connsiteY286" fmla="*/ 1115987 h 1183785"/>
                        <a:gd name="connsiteX287" fmla="*/ 1241221 w 1583778"/>
                        <a:gd name="connsiteY287" fmla="*/ 1110040 h 1183785"/>
                        <a:gd name="connsiteX288" fmla="*/ 1234085 w 1583778"/>
                        <a:gd name="connsiteY288" fmla="*/ 1106472 h 1183785"/>
                        <a:gd name="connsiteX289" fmla="*/ 1236463 w 1583778"/>
                        <a:gd name="connsiteY289" fmla="*/ 1121934 h 1183785"/>
                        <a:gd name="connsiteX290" fmla="*/ 1231706 w 1583778"/>
                        <a:gd name="connsiteY290" fmla="*/ 1124314 h 1183785"/>
                        <a:gd name="connsiteX291" fmla="*/ 1229327 w 1583778"/>
                        <a:gd name="connsiteY291" fmla="*/ 1129071 h 1183785"/>
                        <a:gd name="connsiteX292" fmla="*/ 1223379 w 1583778"/>
                        <a:gd name="connsiteY292" fmla="*/ 1127882 h 1183785"/>
                        <a:gd name="connsiteX293" fmla="*/ 1218621 w 1583778"/>
                        <a:gd name="connsiteY293" fmla="*/ 1135018 h 1183785"/>
                        <a:gd name="connsiteX294" fmla="*/ 1206727 w 1583778"/>
                        <a:gd name="connsiteY294" fmla="*/ 1142155 h 1183785"/>
                        <a:gd name="connsiteX295" fmla="*/ 1191265 w 1583778"/>
                        <a:gd name="connsiteY295" fmla="*/ 1142155 h 1183785"/>
                        <a:gd name="connsiteX296" fmla="*/ 1190075 w 1583778"/>
                        <a:gd name="connsiteY296" fmla="*/ 1148102 h 1183785"/>
                        <a:gd name="connsiteX297" fmla="*/ 1179370 w 1583778"/>
                        <a:gd name="connsiteY297" fmla="*/ 1149292 h 1183785"/>
                        <a:gd name="connsiteX298" fmla="*/ 1175802 w 1583778"/>
                        <a:gd name="connsiteY298" fmla="*/ 1152860 h 1183785"/>
                        <a:gd name="connsiteX299" fmla="*/ 1167476 w 1583778"/>
                        <a:gd name="connsiteY299" fmla="*/ 1156428 h 1183785"/>
                        <a:gd name="connsiteX300" fmla="*/ 1160340 w 1583778"/>
                        <a:gd name="connsiteY300" fmla="*/ 1150481 h 1183785"/>
                        <a:gd name="connsiteX301" fmla="*/ 1159150 w 1583778"/>
                        <a:gd name="connsiteY301" fmla="*/ 1156428 h 1183785"/>
                        <a:gd name="connsiteX302" fmla="*/ 1154392 w 1583778"/>
                        <a:gd name="connsiteY302" fmla="*/ 1162376 h 1183785"/>
                        <a:gd name="connsiteX303" fmla="*/ 1159150 w 1583778"/>
                        <a:gd name="connsiteY303" fmla="*/ 1165944 h 1183785"/>
                        <a:gd name="connsiteX304" fmla="*/ 1166287 w 1583778"/>
                        <a:gd name="connsiteY304" fmla="*/ 1175459 h 1183785"/>
                        <a:gd name="connsiteX305" fmla="*/ 1161529 w 1583778"/>
                        <a:gd name="connsiteY305" fmla="*/ 1181406 h 1183785"/>
                        <a:gd name="connsiteX306" fmla="*/ 1153202 w 1583778"/>
                        <a:gd name="connsiteY306" fmla="*/ 1179028 h 1183785"/>
                        <a:gd name="connsiteX307" fmla="*/ 1149634 w 1583778"/>
                        <a:gd name="connsiteY307" fmla="*/ 1183785 h 1183785"/>
                        <a:gd name="connsiteX308" fmla="*/ 1147255 w 1583778"/>
                        <a:gd name="connsiteY308" fmla="*/ 1176649 h 1183785"/>
                        <a:gd name="connsiteX309" fmla="*/ 1138930 w 1583778"/>
                        <a:gd name="connsiteY309" fmla="*/ 1165944 h 1183785"/>
                        <a:gd name="connsiteX310" fmla="*/ 1140119 w 1583778"/>
                        <a:gd name="connsiteY310" fmla="*/ 1158807 h 1183785"/>
                        <a:gd name="connsiteX311" fmla="*/ 1143687 w 1583778"/>
                        <a:gd name="connsiteY311" fmla="*/ 1154049 h 1183785"/>
                        <a:gd name="connsiteX312" fmla="*/ 1147255 w 1583778"/>
                        <a:gd name="connsiteY312" fmla="*/ 1150481 h 1183785"/>
                        <a:gd name="connsiteX313" fmla="*/ 1142498 w 1583778"/>
                        <a:gd name="connsiteY313" fmla="*/ 1150481 h 1183785"/>
                        <a:gd name="connsiteX314" fmla="*/ 1137740 w 1583778"/>
                        <a:gd name="connsiteY314" fmla="*/ 1148102 h 1183785"/>
                        <a:gd name="connsiteX315" fmla="*/ 1130604 w 1583778"/>
                        <a:gd name="connsiteY315" fmla="*/ 1151670 h 1183785"/>
                        <a:gd name="connsiteX316" fmla="*/ 1123467 w 1583778"/>
                        <a:gd name="connsiteY316" fmla="*/ 1148102 h 1183785"/>
                        <a:gd name="connsiteX317" fmla="*/ 1115141 w 1583778"/>
                        <a:gd name="connsiteY317" fmla="*/ 1144534 h 1183785"/>
                        <a:gd name="connsiteX318" fmla="*/ 1110383 w 1583778"/>
                        <a:gd name="connsiteY318" fmla="*/ 1139776 h 1183785"/>
                        <a:gd name="connsiteX319" fmla="*/ 1110383 w 1583778"/>
                        <a:gd name="connsiteY319" fmla="*/ 1145723 h 1183785"/>
                        <a:gd name="connsiteX320" fmla="*/ 1106815 w 1583778"/>
                        <a:gd name="connsiteY320" fmla="*/ 1149292 h 1183785"/>
                        <a:gd name="connsiteX321" fmla="*/ 1102057 w 1583778"/>
                        <a:gd name="connsiteY321" fmla="*/ 1149292 h 1183785"/>
                        <a:gd name="connsiteX322" fmla="*/ 1099678 w 1583778"/>
                        <a:gd name="connsiteY322" fmla="*/ 1148102 h 1183785"/>
                        <a:gd name="connsiteX323" fmla="*/ 1092542 w 1583778"/>
                        <a:gd name="connsiteY323" fmla="*/ 1143345 h 1183785"/>
                        <a:gd name="connsiteX324" fmla="*/ 1085405 w 1583778"/>
                        <a:gd name="connsiteY324" fmla="*/ 1145723 h 1183785"/>
                        <a:gd name="connsiteX325" fmla="*/ 1075889 w 1583778"/>
                        <a:gd name="connsiteY325" fmla="*/ 1138587 h 1183785"/>
                        <a:gd name="connsiteX326" fmla="*/ 1065185 w 1583778"/>
                        <a:gd name="connsiteY326" fmla="*/ 1133829 h 1183785"/>
                        <a:gd name="connsiteX327" fmla="*/ 1060427 w 1583778"/>
                        <a:gd name="connsiteY327" fmla="*/ 1121934 h 1183785"/>
                        <a:gd name="connsiteX328" fmla="*/ 1067564 w 1583778"/>
                        <a:gd name="connsiteY328" fmla="*/ 1110040 h 1183785"/>
                        <a:gd name="connsiteX329" fmla="*/ 1044964 w 1583778"/>
                        <a:gd name="connsiteY329" fmla="*/ 1107661 h 1183785"/>
                        <a:gd name="connsiteX330" fmla="*/ 1037828 w 1583778"/>
                        <a:gd name="connsiteY330" fmla="*/ 1104093 h 1183785"/>
                        <a:gd name="connsiteX331" fmla="*/ 1033070 w 1583778"/>
                        <a:gd name="connsiteY331" fmla="*/ 1095767 h 1183785"/>
                        <a:gd name="connsiteX332" fmla="*/ 1025933 w 1583778"/>
                        <a:gd name="connsiteY332" fmla="*/ 1099335 h 1183785"/>
                        <a:gd name="connsiteX333" fmla="*/ 1017607 w 1583778"/>
                        <a:gd name="connsiteY333" fmla="*/ 1100525 h 1183785"/>
                        <a:gd name="connsiteX334" fmla="*/ 1012849 w 1583778"/>
                        <a:gd name="connsiteY334" fmla="*/ 1111230 h 1183785"/>
                        <a:gd name="connsiteX335" fmla="*/ 995008 w 1583778"/>
                        <a:gd name="connsiteY335" fmla="*/ 1111230 h 1183785"/>
                        <a:gd name="connsiteX336" fmla="*/ 991440 w 1583778"/>
                        <a:gd name="connsiteY336" fmla="*/ 1115987 h 1183785"/>
                        <a:gd name="connsiteX337" fmla="*/ 984303 w 1583778"/>
                        <a:gd name="connsiteY337" fmla="*/ 1114798 h 1183785"/>
                        <a:gd name="connsiteX338" fmla="*/ 980734 w 1583778"/>
                        <a:gd name="connsiteY338" fmla="*/ 1118366 h 1183785"/>
                        <a:gd name="connsiteX339" fmla="*/ 975977 w 1583778"/>
                        <a:gd name="connsiteY339" fmla="*/ 1114798 h 1183785"/>
                        <a:gd name="connsiteX340" fmla="*/ 971219 w 1583778"/>
                        <a:gd name="connsiteY340" fmla="*/ 1118366 h 1183785"/>
                        <a:gd name="connsiteX341" fmla="*/ 966462 w 1583778"/>
                        <a:gd name="connsiteY341" fmla="*/ 1121934 h 1183785"/>
                        <a:gd name="connsiteX342" fmla="*/ 960515 w 1583778"/>
                        <a:gd name="connsiteY342" fmla="*/ 1115987 h 1183785"/>
                        <a:gd name="connsiteX343" fmla="*/ 949809 w 1583778"/>
                        <a:gd name="connsiteY343" fmla="*/ 1124314 h 1183785"/>
                        <a:gd name="connsiteX344" fmla="*/ 949809 w 1583778"/>
                        <a:gd name="connsiteY344" fmla="*/ 1124314 h 1183785"/>
                        <a:gd name="connsiteX345" fmla="*/ 940294 w 1583778"/>
                        <a:gd name="connsiteY345" fmla="*/ 1123124 h 1183785"/>
                        <a:gd name="connsiteX346" fmla="*/ 940294 w 1583778"/>
                        <a:gd name="connsiteY346" fmla="*/ 1127882 h 1183785"/>
                        <a:gd name="connsiteX347" fmla="*/ 935536 w 1583778"/>
                        <a:gd name="connsiteY347" fmla="*/ 1132640 h 1183785"/>
                        <a:gd name="connsiteX348" fmla="*/ 937915 w 1583778"/>
                        <a:gd name="connsiteY348" fmla="*/ 1144534 h 1183785"/>
                        <a:gd name="connsiteX349" fmla="*/ 940294 w 1583778"/>
                        <a:gd name="connsiteY349" fmla="*/ 1157618 h 1183785"/>
                        <a:gd name="connsiteX350" fmla="*/ 936726 w 1583778"/>
                        <a:gd name="connsiteY350" fmla="*/ 1157618 h 1183785"/>
                        <a:gd name="connsiteX351" fmla="*/ 930779 w 1583778"/>
                        <a:gd name="connsiteY351" fmla="*/ 1159997 h 1183785"/>
                        <a:gd name="connsiteX352" fmla="*/ 924832 w 1583778"/>
                        <a:gd name="connsiteY352" fmla="*/ 1152860 h 1183785"/>
                        <a:gd name="connsiteX353" fmla="*/ 924832 w 1583778"/>
                        <a:gd name="connsiteY353" fmla="*/ 1152860 h 1183785"/>
                        <a:gd name="connsiteX354" fmla="*/ 926021 w 1583778"/>
                        <a:gd name="connsiteY354" fmla="*/ 1144534 h 1183785"/>
                        <a:gd name="connsiteX355" fmla="*/ 912937 w 1583778"/>
                        <a:gd name="connsiteY355" fmla="*/ 1149292 h 1183785"/>
                        <a:gd name="connsiteX356" fmla="*/ 897474 w 1583778"/>
                        <a:gd name="connsiteY356" fmla="*/ 1152860 h 1183785"/>
                        <a:gd name="connsiteX357" fmla="*/ 893906 w 1583778"/>
                        <a:gd name="connsiteY357" fmla="*/ 1136208 h 1183785"/>
                        <a:gd name="connsiteX358" fmla="*/ 874875 w 1583778"/>
                        <a:gd name="connsiteY358" fmla="*/ 1136208 h 1183785"/>
                        <a:gd name="connsiteX359" fmla="*/ 877254 w 1583778"/>
                        <a:gd name="connsiteY359" fmla="*/ 1127882 h 1183785"/>
                        <a:gd name="connsiteX360" fmla="*/ 885580 w 1583778"/>
                        <a:gd name="connsiteY360" fmla="*/ 1114798 h 1183785"/>
                        <a:gd name="connsiteX361" fmla="*/ 882011 w 1583778"/>
                        <a:gd name="connsiteY361" fmla="*/ 1106472 h 1183785"/>
                        <a:gd name="connsiteX362" fmla="*/ 870117 w 1583778"/>
                        <a:gd name="connsiteY362" fmla="*/ 1104093 h 1183785"/>
                        <a:gd name="connsiteX363" fmla="*/ 862981 w 1583778"/>
                        <a:gd name="connsiteY363" fmla="*/ 1098146 h 1183785"/>
                        <a:gd name="connsiteX364" fmla="*/ 861791 w 1583778"/>
                        <a:gd name="connsiteY364" fmla="*/ 1087441 h 1183785"/>
                        <a:gd name="connsiteX365" fmla="*/ 854655 w 1583778"/>
                        <a:gd name="connsiteY365" fmla="*/ 1087441 h 1183785"/>
                        <a:gd name="connsiteX366" fmla="*/ 854655 w 1583778"/>
                        <a:gd name="connsiteY366" fmla="*/ 1077926 h 1183785"/>
                        <a:gd name="connsiteX367" fmla="*/ 842760 w 1583778"/>
                        <a:gd name="connsiteY367" fmla="*/ 1079115 h 1183785"/>
                        <a:gd name="connsiteX368" fmla="*/ 834434 w 1583778"/>
                        <a:gd name="connsiteY368" fmla="*/ 1083873 h 1183785"/>
                        <a:gd name="connsiteX369" fmla="*/ 832055 w 1583778"/>
                        <a:gd name="connsiteY369" fmla="*/ 1073168 h 1183785"/>
                        <a:gd name="connsiteX370" fmla="*/ 823730 w 1583778"/>
                        <a:gd name="connsiteY370" fmla="*/ 1063652 h 1183785"/>
                        <a:gd name="connsiteX371" fmla="*/ 826108 w 1583778"/>
                        <a:gd name="connsiteY371" fmla="*/ 1047000 h 1183785"/>
                        <a:gd name="connsiteX372" fmla="*/ 833245 w 1583778"/>
                        <a:gd name="connsiteY372" fmla="*/ 1042243 h 1183785"/>
                        <a:gd name="connsiteX373" fmla="*/ 834434 w 1583778"/>
                        <a:gd name="connsiteY373" fmla="*/ 1033916 h 1183785"/>
                        <a:gd name="connsiteX374" fmla="*/ 845139 w 1583778"/>
                        <a:gd name="connsiteY374" fmla="*/ 1022022 h 1183785"/>
                        <a:gd name="connsiteX375" fmla="*/ 843949 w 1583778"/>
                        <a:gd name="connsiteY375" fmla="*/ 994665 h 1183785"/>
                        <a:gd name="connsiteX376" fmla="*/ 839192 w 1583778"/>
                        <a:gd name="connsiteY376" fmla="*/ 979202 h 1183785"/>
                        <a:gd name="connsiteX377" fmla="*/ 833245 w 1583778"/>
                        <a:gd name="connsiteY377" fmla="*/ 975634 h 1183785"/>
                        <a:gd name="connsiteX378" fmla="*/ 832055 w 1583778"/>
                        <a:gd name="connsiteY378" fmla="*/ 968497 h 1183785"/>
                        <a:gd name="connsiteX379" fmla="*/ 827298 w 1583778"/>
                        <a:gd name="connsiteY379" fmla="*/ 964929 h 1183785"/>
                        <a:gd name="connsiteX380" fmla="*/ 823730 w 1583778"/>
                        <a:gd name="connsiteY380" fmla="*/ 958982 h 1183785"/>
                        <a:gd name="connsiteX381" fmla="*/ 799941 w 1583778"/>
                        <a:gd name="connsiteY381" fmla="*/ 957793 h 1183785"/>
                        <a:gd name="connsiteX382" fmla="*/ 799941 w 1583778"/>
                        <a:gd name="connsiteY382" fmla="*/ 957793 h 1183785"/>
                        <a:gd name="connsiteX383" fmla="*/ 795183 w 1583778"/>
                        <a:gd name="connsiteY383" fmla="*/ 953035 h 1183785"/>
                        <a:gd name="connsiteX384" fmla="*/ 783288 w 1583778"/>
                        <a:gd name="connsiteY384" fmla="*/ 951845 h 1183785"/>
                        <a:gd name="connsiteX385" fmla="*/ 786857 w 1583778"/>
                        <a:gd name="connsiteY385" fmla="*/ 943519 h 1183785"/>
                        <a:gd name="connsiteX386" fmla="*/ 785667 w 1583778"/>
                        <a:gd name="connsiteY386" fmla="*/ 938762 h 1183785"/>
                        <a:gd name="connsiteX387" fmla="*/ 782099 w 1583778"/>
                        <a:gd name="connsiteY387" fmla="*/ 932814 h 1183785"/>
                        <a:gd name="connsiteX388" fmla="*/ 772583 w 1583778"/>
                        <a:gd name="connsiteY388" fmla="*/ 930436 h 1183785"/>
                        <a:gd name="connsiteX389" fmla="*/ 776152 w 1583778"/>
                        <a:gd name="connsiteY389" fmla="*/ 922110 h 1183785"/>
                        <a:gd name="connsiteX390" fmla="*/ 772583 w 1583778"/>
                        <a:gd name="connsiteY390" fmla="*/ 919731 h 1183785"/>
                        <a:gd name="connsiteX391" fmla="*/ 766636 w 1583778"/>
                        <a:gd name="connsiteY391" fmla="*/ 916162 h 1183785"/>
                        <a:gd name="connsiteX392" fmla="*/ 753553 w 1583778"/>
                        <a:gd name="connsiteY392" fmla="*/ 922110 h 1183785"/>
                        <a:gd name="connsiteX393" fmla="*/ 751174 w 1583778"/>
                        <a:gd name="connsiteY393" fmla="*/ 929246 h 1183785"/>
                        <a:gd name="connsiteX394" fmla="*/ 742847 w 1583778"/>
                        <a:gd name="connsiteY394" fmla="*/ 926867 h 1183785"/>
                        <a:gd name="connsiteX395" fmla="*/ 735711 w 1583778"/>
                        <a:gd name="connsiteY395" fmla="*/ 928057 h 1183785"/>
                        <a:gd name="connsiteX396" fmla="*/ 729764 w 1583778"/>
                        <a:gd name="connsiteY396" fmla="*/ 922110 h 1183785"/>
                        <a:gd name="connsiteX397" fmla="*/ 721438 w 1583778"/>
                        <a:gd name="connsiteY397" fmla="*/ 925678 h 1183785"/>
                        <a:gd name="connsiteX398" fmla="*/ 717870 w 1583778"/>
                        <a:gd name="connsiteY398" fmla="*/ 936383 h 1183785"/>
                        <a:gd name="connsiteX399" fmla="*/ 700028 w 1583778"/>
                        <a:gd name="connsiteY399" fmla="*/ 942330 h 1183785"/>
                        <a:gd name="connsiteX400" fmla="*/ 695270 w 1583778"/>
                        <a:gd name="connsiteY400" fmla="*/ 951845 h 1183785"/>
                        <a:gd name="connsiteX401" fmla="*/ 690513 w 1583778"/>
                        <a:gd name="connsiteY401" fmla="*/ 954224 h 1183785"/>
                        <a:gd name="connsiteX402" fmla="*/ 689323 w 1583778"/>
                        <a:gd name="connsiteY402" fmla="*/ 957793 h 1183785"/>
                        <a:gd name="connsiteX403" fmla="*/ 684566 w 1583778"/>
                        <a:gd name="connsiteY403" fmla="*/ 957793 h 1183785"/>
                        <a:gd name="connsiteX404" fmla="*/ 679807 w 1583778"/>
                        <a:gd name="connsiteY404" fmla="*/ 964929 h 1183785"/>
                        <a:gd name="connsiteX405" fmla="*/ 672671 w 1583778"/>
                        <a:gd name="connsiteY405" fmla="*/ 966119 h 1183785"/>
                        <a:gd name="connsiteX406" fmla="*/ 663156 w 1583778"/>
                        <a:gd name="connsiteY406" fmla="*/ 969687 h 1183785"/>
                        <a:gd name="connsiteX407" fmla="*/ 663156 w 1583778"/>
                        <a:gd name="connsiteY407" fmla="*/ 969687 h 1183785"/>
                        <a:gd name="connsiteX408" fmla="*/ 660777 w 1583778"/>
                        <a:gd name="connsiteY408" fmla="*/ 963740 h 1183785"/>
                        <a:gd name="connsiteX409" fmla="*/ 651261 w 1583778"/>
                        <a:gd name="connsiteY409" fmla="*/ 962550 h 1183785"/>
                        <a:gd name="connsiteX410" fmla="*/ 647693 w 1583778"/>
                        <a:gd name="connsiteY410" fmla="*/ 966119 h 1183785"/>
                        <a:gd name="connsiteX411" fmla="*/ 639367 w 1583778"/>
                        <a:gd name="connsiteY411" fmla="*/ 963740 h 1183785"/>
                        <a:gd name="connsiteX412" fmla="*/ 629851 w 1583778"/>
                        <a:gd name="connsiteY412" fmla="*/ 963740 h 1183785"/>
                        <a:gd name="connsiteX413" fmla="*/ 622715 w 1583778"/>
                        <a:gd name="connsiteY413" fmla="*/ 958982 h 1183785"/>
                        <a:gd name="connsiteX414" fmla="*/ 603684 w 1583778"/>
                        <a:gd name="connsiteY414" fmla="*/ 969687 h 1183785"/>
                        <a:gd name="connsiteX415" fmla="*/ 598926 w 1583778"/>
                        <a:gd name="connsiteY415" fmla="*/ 978013 h 1183785"/>
                        <a:gd name="connsiteX416" fmla="*/ 592979 w 1583778"/>
                        <a:gd name="connsiteY416" fmla="*/ 981581 h 1183785"/>
                        <a:gd name="connsiteX417" fmla="*/ 592979 w 1583778"/>
                        <a:gd name="connsiteY417" fmla="*/ 981581 h 1183785"/>
                        <a:gd name="connsiteX418" fmla="*/ 588221 w 1583778"/>
                        <a:gd name="connsiteY418" fmla="*/ 974445 h 1183785"/>
                        <a:gd name="connsiteX419" fmla="*/ 583464 w 1583778"/>
                        <a:gd name="connsiteY419" fmla="*/ 967308 h 1183785"/>
                        <a:gd name="connsiteX420" fmla="*/ 573948 w 1583778"/>
                        <a:gd name="connsiteY420" fmla="*/ 972066 h 1183785"/>
                        <a:gd name="connsiteX421" fmla="*/ 573948 w 1583778"/>
                        <a:gd name="connsiteY421" fmla="*/ 972066 h 1183785"/>
                        <a:gd name="connsiteX422" fmla="*/ 560864 w 1583778"/>
                        <a:gd name="connsiteY422" fmla="*/ 973255 h 1183785"/>
                        <a:gd name="connsiteX423" fmla="*/ 550159 w 1583778"/>
                        <a:gd name="connsiteY423" fmla="*/ 974445 h 1183785"/>
                        <a:gd name="connsiteX424" fmla="*/ 543022 w 1583778"/>
                        <a:gd name="connsiteY424" fmla="*/ 966119 h 1183785"/>
                        <a:gd name="connsiteX425" fmla="*/ 534696 w 1583778"/>
                        <a:gd name="connsiteY425" fmla="*/ 963740 h 1183785"/>
                        <a:gd name="connsiteX426" fmla="*/ 533507 w 1583778"/>
                        <a:gd name="connsiteY426" fmla="*/ 957793 h 1183785"/>
                        <a:gd name="connsiteX427" fmla="*/ 516855 w 1583778"/>
                        <a:gd name="connsiteY427" fmla="*/ 954224 h 1183785"/>
                        <a:gd name="connsiteX428" fmla="*/ 506150 w 1583778"/>
                        <a:gd name="connsiteY428" fmla="*/ 961361 h 1183785"/>
                        <a:gd name="connsiteX429" fmla="*/ 500203 w 1583778"/>
                        <a:gd name="connsiteY429" fmla="*/ 960172 h 1183785"/>
                        <a:gd name="connsiteX430" fmla="*/ 493066 w 1583778"/>
                        <a:gd name="connsiteY430" fmla="*/ 960172 h 1183785"/>
                        <a:gd name="connsiteX431" fmla="*/ 488309 w 1583778"/>
                        <a:gd name="connsiteY431" fmla="*/ 953035 h 1183785"/>
                        <a:gd name="connsiteX432" fmla="*/ 490688 w 1583778"/>
                        <a:gd name="connsiteY432" fmla="*/ 945898 h 1183785"/>
                        <a:gd name="connsiteX433" fmla="*/ 484741 w 1583778"/>
                        <a:gd name="connsiteY433" fmla="*/ 944709 h 1183785"/>
                        <a:gd name="connsiteX434" fmla="*/ 477604 w 1583778"/>
                        <a:gd name="connsiteY434" fmla="*/ 947088 h 1183785"/>
                        <a:gd name="connsiteX435" fmla="*/ 471656 w 1583778"/>
                        <a:gd name="connsiteY435" fmla="*/ 942330 h 1183785"/>
                        <a:gd name="connsiteX436" fmla="*/ 469277 w 1583778"/>
                        <a:gd name="connsiteY436" fmla="*/ 934004 h 1183785"/>
                        <a:gd name="connsiteX437" fmla="*/ 455005 w 1583778"/>
                        <a:gd name="connsiteY437" fmla="*/ 928057 h 1183785"/>
                        <a:gd name="connsiteX438" fmla="*/ 453815 w 1583778"/>
                        <a:gd name="connsiteY438" fmla="*/ 935193 h 1183785"/>
                        <a:gd name="connsiteX439" fmla="*/ 451436 w 1583778"/>
                        <a:gd name="connsiteY439" fmla="*/ 938762 h 1183785"/>
                        <a:gd name="connsiteX440" fmla="*/ 438352 w 1583778"/>
                        <a:gd name="connsiteY440" fmla="*/ 923299 h 1183785"/>
                        <a:gd name="connsiteX441" fmla="*/ 430026 w 1583778"/>
                        <a:gd name="connsiteY441" fmla="*/ 922110 h 1183785"/>
                        <a:gd name="connsiteX442" fmla="*/ 419322 w 1583778"/>
                        <a:gd name="connsiteY442" fmla="*/ 912594 h 1183785"/>
                        <a:gd name="connsiteX443" fmla="*/ 412185 w 1583778"/>
                        <a:gd name="connsiteY443" fmla="*/ 911405 h 1183785"/>
                        <a:gd name="connsiteX444" fmla="*/ 401480 w 1583778"/>
                        <a:gd name="connsiteY444" fmla="*/ 904268 h 1183785"/>
                        <a:gd name="connsiteX445" fmla="*/ 391964 w 1583778"/>
                        <a:gd name="connsiteY445" fmla="*/ 906647 h 1183785"/>
                        <a:gd name="connsiteX446" fmla="*/ 387207 w 1583778"/>
                        <a:gd name="connsiteY446" fmla="*/ 909026 h 1183785"/>
                        <a:gd name="connsiteX447" fmla="*/ 380070 w 1583778"/>
                        <a:gd name="connsiteY447" fmla="*/ 905458 h 1183785"/>
                        <a:gd name="connsiteX448" fmla="*/ 372933 w 1583778"/>
                        <a:gd name="connsiteY448" fmla="*/ 903079 h 1183785"/>
                        <a:gd name="connsiteX449" fmla="*/ 371744 w 1583778"/>
                        <a:gd name="connsiteY449" fmla="*/ 901889 h 1183785"/>
                        <a:gd name="connsiteX450" fmla="*/ 371744 w 1583778"/>
                        <a:gd name="connsiteY450" fmla="*/ 901889 h 1183785"/>
                        <a:gd name="connsiteX451" fmla="*/ 370554 w 1583778"/>
                        <a:gd name="connsiteY451" fmla="*/ 897131 h 1183785"/>
                        <a:gd name="connsiteX452" fmla="*/ 365797 w 1583778"/>
                        <a:gd name="connsiteY452" fmla="*/ 897131 h 1183785"/>
                        <a:gd name="connsiteX453" fmla="*/ 362228 w 1583778"/>
                        <a:gd name="connsiteY453" fmla="*/ 889995 h 1183785"/>
                        <a:gd name="connsiteX454" fmla="*/ 358660 w 1583778"/>
                        <a:gd name="connsiteY454" fmla="*/ 889995 h 1183785"/>
                        <a:gd name="connsiteX455" fmla="*/ 353903 w 1583778"/>
                        <a:gd name="connsiteY455" fmla="*/ 884048 h 1183785"/>
                        <a:gd name="connsiteX456" fmla="*/ 347956 w 1583778"/>
                        <a:gd name="connsiteY456" fmla="*/ 884048 h 1183785"/>
                        <a:gd name="connsiteX457" fmla="*/ 340818 w 1583778"/>
                        <a:gd name="connsiteY457" fmla="*/ 879290 h 1183785"/>
                        <a:gd name="connsiteX458" fmla="*/ 334871 w 1583778"/>
                        <a:gd name="connsiteY458" fmla="*/ 885237 h 1183785"/>
                        <a:gd name="connsiteX459" fmla="*/ 325356 w 1583778"/>
                        <a:gd name="connsiteY459" fmla="*/ 869774 h 1183785"/>
                        <a:gd name="connsiteX460" fmla="*/ 321788 w 1583778"/>
                        <a:gd name="connsiteY460" fmla="*/ 866206 h 1183785"/>
                        <a:gd name="connsiteX461" fmla="*/ 322977 w 1583778"/>
                        <a:gd name="connsiteY461" fmla="*/ 861448 h 1183785"/>
                        <a:gd name="connsiteX462" fmla="*/ 320598 w 1583778"/>
                        <a:gd name="connsiteY462" fmla="*/ 857880 h 1183785"/>
                        <a:gd name="connsiteX463" fmla="*/ 321788 w 1583778"/>
                        <a:gd name="connsiteY463" fmla="*/ 848365 h 1183785"/>
                        <a:gd name="connsiteX464" fmla="*/ 317030 w 1583778"/>
                        <a:gd name="connsiteY464" fmla="*/ 845986 h 1183785"/>
                        <a:gd name="connsiteX465" fmla="*/ 313462 w 1583778"/>
                        <a:gd name="connsiteY465" fmla="*/ 837660 h 1183785"/>
                        <a:gd name="connsiteX466" fmla="*/ 313462 w 1583778"/>
                        <a:gd name="connsiteY466" fmla="*/ 836470 h 1183785"/>
                        <a:gd name="connsiteX467" fmla="*/ 317030 w 1583778"/>
                        <a:gd name="connsiteY467" fmla="*/ 832902 h 1183785"/>
                        <a:gd name="connsiteX468" fmla="*/ 320598 w 1583778"/>
                        <a:gd name="connsiteY468" fmla="*/ 829334 h 1183785"/>
                        <a:gd name="connsiteX469" fmla="*/ 325356 w 1583778"/>
                        <a:gd name="connsiteY469" fmla="*/ 834091 h 1183785"/>
                        <a:gd name="connsiteX470" fmla="*/ 328924 w 1583778"/>
                        <a:gd name="connsiteY470" fmla="*/ 828144 h 1183785"/>
                        <a:gd name="connsiteX471" fmla="*/ 325356 w 1583778"/>
                        <a:gd name="connsiteY471" fmla="*/ 811492 h 1183785"/>
                        <a:gd name="connsiteX472" fmla="*/ 319409 w 1583778"/>
                        <a:gd name="connsiteY472" fmla="*/ 807924 h 1183785"/>
                        <a:gd name="connsiteX473" fmla="*/ 314651 w 1583778"/>
                        <a:gd name="connsiteY473" fmla="*/ 799598 h 1183785"/>
                        <a:gd name="connsiteX474" fmla="*/ 313462 w 1583778"/>
                        <a:gd name="connsiteY474" fmla="*/ 790082 h 1183785"/>
                        <a:gd name="connsiteX475" fmla="*/ 311083 w 1583778"/>
                        <a:gd name="connsiteY475" fmla="*/ 778188 h 1183785"/>
                        <a:gd name="connsiteX476" fmla="*/ 295620 w 1583778"/>
                        <a:gd name="connsiteY476" fmla="*/ 766293 h 1183785"/>
                        <a:gd name="connsiteX477" fmla="*/ 290862 w 1583778"/>
                        <a:gd name="connsiteY477" fmla="*/ 753210 h 1183785"/>
                        <a:gd name="connsiteX478" fmla="*/ 273021 w 1583778"/>
                        <a:gd name="connsiteY478" fmla="*/ 744884 h 1183785"/>
                        <a:gd name="connsiteX479" fmla="*/ 270642 w 1583778"/>
                        <a:gd name="connsiteY479" fmla="*/ 738937 h 1183785"/>
                        <a:gd name="connsiteX480" fmla="*/ 249232 w 1583778"/>
                        <a:gd name="connsiteY480" fmla="*/ 736558 h 1183785"/>
                        <a:gd name="connsiteX481" fmla="*/ 239717 w 1583778"/>
                        <a:gd name="connsiteY481" fmla="*/ 730610 h 1183785"/>
                        <a:gd name="connsiteX482" fmla="*/ 238527 w 1583778"/>
                        <a:gd name="connsiteY482" fmla="*/ 723474 h 1183785"/>
                        <a:gd name="connsiteX483" fmla="*/ 233769 w 1583778"/>
                        <a:gd name="connsiteY483" fmla="*/ 719906 h 1183785"/>
                        <a:gd name="connsiteX484" fmla="*/ 224254 w 1583778"/>
                        <a:gd name="connsiteY484" fmla="*/ 706822 h 1183785"/>
                        <a:gd name="connsiteX485" fmla="*/ 219496 w 1583778"/>
                        <a:gd name="connsiteY485" fmla="*/ 694927 h 1183785"/>
                        <a:gd name="connsiteX486" fmla="*/ 212360 w 1583778"/>
                        <a:gd name="connsiteY486" fmla="*/ 688980 h 1183785"/>
                        <a:gd name="connsiteX487" fmla="*/ 208791 w 1583778"/>
                        <a:gd name="connsiteY487" fmla="*/ 692549 h 1183785"/>
                        <a:gd name="connsiteX488" fmla="*/ 202844 w 1583778"/>
                        <a:gd name="connsiteY488" fmla="*/ 692549 h 1183785"/>
                        <a:gd name="connsiteX489" fmla="*/ 199276 w 1583778"/>
                        <a:gd name="connsiteY489" fmla="*/ 694927 h 1183785"/>
                        <a:gd name="connsiteX490" fmla="*/ 192139 w 1583778"/>
                        <a:gd name="connsiteY490" fmla="*/ 691359 h 1183785"/>
                        <a:gd name="connsiteX491" fmla="*/ 187382 w 1583778"/>
                        <a:gd name="connsiteY491" fmla="*/ 693738 h 1183785"/>
                        <a:gd name="connsiteX492" fmla="*/ 187382 w 1583778"/>
                        <a:gd name="connsiteY492" fmla="*/ 693738 h 1183785"/>
                        <a:gd name="connsiteX493" fmla="*/ 189760 w 1583778"/>
                        <a:gd name="connsiteY493" fmla="*/ 687791 h 1183785"/>
                        <a:gd name="connsiteX494" fmla="*/ 193329 w 1583778"/>
                        <a:gd name="connsiteY494" fmla="*/ 681844 h 1183785"/>
                        <a:gd name="connsiteX495" fmla="*/ 182624 w 1583778"/>
                        <a:gd name="connsiteY495" fmla="*/ 680654 h 1183785"/>
                        <a:gd name="connsiteX496" fmla="*/ 177866 w 1583778"/>
                        <a:gd name="connsiteY496" fmla="*/ 685412 h 1183785"/>
                        <a:gd name="connsiteX497" fmla="*/ 169540 w 1583778"/>
                        <a:gd name="connsiteY497" fmla="*/ 686601 h 1183785"/>
                        <a:gd name="connsiteX498" fmla="*/ 165971 w 1583778"/>
                        <a:gd name="connsiteY498" fmla="*/ 681844 h 1183785"/>
                        <a:gd name="connsiteX499" fmla="*/ 143373 w 1583778"/>
                        <a:gd name="connsiteY499" fmla="*/ 692549 h 1183785"/>
                        <a:gd name="connsiteX500" fmla="*/ 140994 w 1583778"/>
                        <a:gd name="connsiteY500" fmla="*/ 697306 h 1183785"/>
                        <a:gd name="connsiteX501" fmla="*/ 136236 w 1583778"/>
                        <a:gd name="connsiteY501" fmla="*/ 702064 h 1183785"/>
                        <a:gd name="connsiteX502" fmla="*/ 129099 w 1583778"/>
                        <a:gd name="connsiteY502" fmla="*/ 703254 h 1183785"/>
                        <a:gd name="connsiteX503" fmla="*/ 126720 w 1583778"/>
                        <a:gd name="connsiteY503" fmla="*/ 705632 h 1183785"/>
                        <a:gd name="connsiteX504" fmla="*/ 124341 w 1583778"/>
                        <a:gd name="connsiteY504" fmla="*/ 709201 h 1183785"/>
                        <a:gd name="connsiteX505" fmla="*/ 116016 w 1583778"/>
                        <a:gd name="connsiteY505" fmla="*/ 711580 h 1183785"/>
                        <a:gd name="connsiteX506" fmla="*/ 112447 w 1583778"/>
                        <a:gd name="connsiteY506" fmla="*/ 704443 h 1183785"/>
                        <a:gd name="connsiteX507" fmla="*/ 108879 w 1583778"/>
                        <a:gd name="connsiteY507" fmla="*/ 699685 h 1183785"/>
                        <a:gd name="connsiteX508" fmla="*/ 107690 w 1583778"/>
                        <a:gd name="connsiteY508" fmla="*/ 675897 h 1183785"/>
                        <a:gd name="connsiteX509" fmla="*/ 100552 w 1583778"/>
                        <a:gd name="connsiteY509" fmla="*/ 673518 h 1183785"/>
                        <a:gd name="connsiteX510" fmla="*/ 100552 w 1583778"/>
                        <a:gd name="connsiteY510" fmla="*/ 659244 h 1183785"/>
                        <a:gd name="connsiteX511" fmla="*/ 94605 w 1583778"/>
                        <a:gd name="connsiteY511" fmla="*/ 655676 h 1183785"/>
                        <a:gd name="connsiteX512" fmla="*/ 86280 w 1583778"/>
                        <a:gd name="connsiteY512" fmla="*/ 654487 h 1183785"/>
                        <a:gd name="connsiteX513" fmla="*/ 82711 w 1583778"/>
                        <a:gd name="connsiteY513" fmla="*/ 662813 h 1183785"/>
                        <a:gd name="connsiteX514" fmla="*/ 77954 w 1583778"/>
                        <a:gd name="connsiteY514" fmla="*/ 667571 h 1183785"/>
                        <a:gd name="connsiteX515" fmla="*/ 76764 w 1583778"/>
                        <a:gd name="connsiteY515" fmla="*/ 675897 h 1183785"/>
                        <a:gd name="connsiteX516" fmla="*/ 74385 w 1583778"/>
                        <a:gd name="connsiteY516" fmla="*/ 680654 h 1183785"/>
                        <a:gd name="connsiteX517" fmla="*/ 70817 w 1583778"/>
                        <a:gd name="connsiteY517" fmla="*/ 685412 h 1183785"/>
                        <a:gd name="connsiteX518" fmla="*/ 66059 w 1583778"/>
                        <a:gd name="connsiteY518" fmla="*/ 681844 h 1183785"/>
                        <a:gd name="connsiteX519" fmla="*/ 62491 w 1583778"/>
                        <a:gd name="connsiteY519" fmla="*/ 685412 h 1183785"/>
                        <a:gd name="connsiteX520" fmla="*/ 56544 w 1583778"/>
                        <a:gd name="connsiteY520" fmla="*/ 687791 h 1183785"/>
                        <a:gd name="connsiteX521" fmla="*/ 61301 w 1583778"/>
                        <a:gd name="connsiteY521" fmla="*/ 697306 h 1183785"/>
                        <a:gd name="connsiteX522" fmla="*/ 58922 w 1583778"/>
                        <a:gd name="connsiteY522" fmla="*/ 698496 h 1183785"/>
                        <a:gd name="connsiteX523" fmla="*/ 52975 w 1583778"/>
                        <a:gd name="connsiteY523" fmla="*/ 697306 h 1183785"/>
                        <a:gd name="connsiteX524" fmla="*/ 47028 w 1583778"/>
                        <a:gd name="connsiteY524" fmla="*/ 692549 h 1183785"/>
                        <a:gd name="connsiteX525" fmla="*/ 35134 w 1583778"/>
                        <a:gd name="connsiteY525" fmla="*/ 702064 h 1183785"/>
                        <a:gd name="connsiteX526" fmla="*/ 19671 w 1583778"/>
                        <a:gd name="connsiteY526" fmla="*/ 702064 h 1183785"/>
                        <a:gd name="connsiteX527" fmla="*/ 17292 w 1583778"/>
                        <a:gd name="connsiteY527" fmla="*/ 693738 h 1183785"/>
                        <a:gd name="connsiteX528" fmla="*/ 17292 w 1583778"/>
                        <a:gd name="connsiteY528" fmla="*/ 684223 h 1183785"/>
                        <a:gd name="connsiteX529" fmla="*/ 25618 w 1583778"/>
                        <a:gd name="connsiteY529" fmla="*/ 665192 h 1183785"/>
                        <a:gd name="connsiteX530" fmla="*/ 22050 w 1583778"/>
                        <a:gd name="connsiteY530" fmla="*/ 659244 h 1183785"/>
                        <a:gd name="connsiteX531" fmla="*/ 17292 w 1583778"/>
                        <a:gd name="connsiteY531" fmla="*/ 649729 h 1183785"/>
                        <a:gd name="connsiteX532" fmla="*/ 18482 w 1583778"/>
                        <a:gd name="connsiteY532" fmla="*/ 640213 h 1183785"/>
                        <a:gd name="connsiteX533" fmla="*/ 6588 w 1583778"/>
                        <a:gd name="connsiteY533" fmla="*/ 642592 h 1183785"/>
                        <a:gd name="connsiteX534" fmla="*/ 640 w 1583778"/>
                        <a:gd name="connsiteY534" fmla="*/ 623561 h 1183785"/>
                        <a:gd name="connsiteX535" fmla="*/ 19671 w 1583778"/>
                        <a:gd name="connsiteY535" fmla="*/ 623561 h 1183785"/>
                        <a:gd name="connsiteX536" fmla="*/ 22050 w 1583778"/>
                        <a:gd name="connsiteY536" fmla="*/ 616425 h 1183785"/>
                        <a:gd name="connsiteX537" fmla="*/ 31565 w 1583778"/>
                        <a:gd name="connsiteY537" fmla="*/ 612856 h 1183785"/>
                        <a:gd name="connsiteX538" fmla="*/ 27997 w 1583778"/>
                        <a:gd name="connsiteY538" fmla="*/ 606909 h 1183785"/>
                        <a:gd name="connsiteX539" fmla="*/ 41081 w 1583778"/>
                        <a:gd name="connsiteY539" fmla="*/ 602152 h 1183785"/>
                        <a:gd name="connsiteX540" fmla="*/ 48218 w 1583778"/>
                        <a:gd name="connsiteY540" fmla="*/ 596204 h 1183785"/>
                        <a:gd name="connsiteX541" fmla="*/ 39892 w 1583778"/>
                        <a:gd name="connsiteY541" fmla="*/ 586689 h 1183785"/>
                        <a:gd name="connsiteX542" fmla="*/ 50597 w 1583778"/>
                        <a:gd name="connsiteY542" fmla="*/ 578363 h 1183785"/>
                        <a:gd name="connsiteX543" fmla="*/ 57733 w 1583778"/>
                        <a:gd name="connsiteY543" fmla="*/ 577173 h 1183785"/>
                        <a:gd name="connsiteX544" fmla="*/ 67248 w 1583778"/>
                        <a:gd name="connsiteY544" fmla="*/ 568847 h 1183785"/>
                        <a:gd name="connsiteX545" fmla="*/ 75575 w 1583778"/>
                        <a:gd name="connsiteY545" fmla="*/ 575984 h 1183785"/>
                        <a:gd name="connsiteX546" fmla="*/ 89848 w 1583778"/>
                        <a:gd name="connsiteY546" fmla="*/ 575984 h 1183785"/>
                        <a:gd name="connsiteX547" fmla="*/ 104121 w 1583778"/>
                        <a:gd name="connsiteY547" fmla="*/ 567658 h 1183785"/>
                        <a:gd name="connsiteX548" fmla="*/ 88658 w 1583778"/>
                        <a:gd name="connsiteY548" fmla="*/ 552195 h 1183785"/>
                        <a:gd name="connsiteX549" fmla="*/ 82711 w 1583778"/>
                        <a:gd name="connsiteY549" fmla="*/ 562900 h 1183785"/>
                        <a:gd name="connsiteX550" fmla="*/ 72006 w 1583778"/>
                        <a:gd name="connsiteY550" fmla="*/ 556953 h 1183785"/>
                        <a:gd name="connsiteX551" fmla="*/ 57733 w 1583778"/>
                        <a:gd name="connsiteY551" fmla="*/ 551006 h 1183785"/>
                        <a:gd name="connsiteX552" fmla="*/ 69627 w 1583778"/>
                        <a:gd name="connsiteY552" fmla="*/ 529596 h 1183785"/>
                        <a:gd name="connsiteX553" fmla="*/ 66059 w 1583778"/>
                        <a:gd name="connsiteY553" fmla="*/ 523649 h 1183785"/>
                        <a:gd name="connsiteX554" fmla="*/ 66059 w 1583778"/>
                        <a:gd name="connsiteY554" fmla="*/ 522459 h 1183785"/>
                        <a:gd name="connsiteX555" fmla="*/ 70817 w 1583778"/>
                        <a:gd name="connsiteY555" fmla="*/ 518891 h 1183785"/>
                        <a:gd name="connsiteX556" fmla="*/ 74385 w 1583778"/>
                        <a:gd name="connsiteY556" fmla="*/ 510565 h 1183785"/>
                        <a:gd name="connsiteX557" fmla="*/ 87469 w 1583778"/>
                        <a:gd name="connsiteY557" fmla="*/ 515323 h 1183785"/>
                        <a:gd name="connsiteX558" fmla="*/ 106500 w 1583778"/>
                        <a:gd name="connsiteY558" fmla="*/ 515323 h 1183785"/>
                        <a:gd name="connsiteX559" fmla="*/ 127910 w 1583778"/>
                        <a:gd name="connsiteY559" fmla="*/ 515323 h 1183785"/>
                        <a:gd name="connsiteX560" fmla="*/ 127910 w 1583778"/>
                        <a:gd name="connsiteY560" fmla="*/ 495102 h 1183785"/>
                        <a:gd name="connsiteX561" fmla="*/ 140994 w 1583778"/>
                        <a:gd name="connsiteY561" fmla="*/ 496292 h 1183785"/>
                        <a:gd name="connsiteX562" fmla="*/ 152888 w 1583778"/>
                        <a:gd name="connsiteY562" fmla="*/ 492723 h 1183785"/>
                        <a:gd name="connsiteX563" fmla="*/ 183813 w 1583778"/>
                        <a:gd name="connsiteY563" fmla="*/ 501050 h 1183785"/>
                        <a:gd name="connsiteX564" fmla="*/ 192139 w 1583778"/>
                        <a:gd name="connsiteY564" fmla="*/ 496292 h 1183785"/>
                        <a:gd name="connsiteX565" fmla="*/ 202844 w 1583778"/>
                        <a:gd name="connsiteY565" fmla="*/ 497481 h 1183785"/>
                        <a:gd name="connsiteX566" fmla="*/ 212360 w 1583778"/>
                        <a:gd name="connsiteY566" fmla="*/ 491534 h 1183785"/>
                        <a:gd name="connsiteX567" fmla="*/ 229012 w 1583778"/>
                        <a:gd name="connsiteY567" fmla="*/ 496292 h 1183785"/>
                        <a:gd name="connsiteX568" fmla="*/ 239717 w 1583778"/>
                        <a:gd name="connsiteY568" fmla="*/ 492723 h 1183785"/>
                        <a:gd name="connsiteX569" fmla="*/ 259937 w 1583778"/>
                        <a:gd name="connsiteY569" fmla="*/ 497481 h 1183785"/>
                        <a:gd name="connsiteX570" fmla="*/ 269452 w 1583778"/>
                        <a:gd name="connsiteY570" fmla="*/ 498671 h 1183785"/>
                        <a:gd name="connsiteX571" fmla="*/ 280158 w 1583778"/>
                        <a:gd name="connsiteY571" fmla="*/ 510565 h 1183785"/>
                        <a:gd name="connsiteX572" fmla="*/ 294431 w 1583778"/>
                        <a:gd name="connsiteY572" fmla="*/ 510565 h 1183785"/>
                        <a:gd name="connsiteX573" fmla="*/ 294431 w 1583778"/>
                        <a:gd name="connsiteY573" fmla="*/ 503428 h 1183785"/>
                        <a:gd name="connsiteX574" fmla="*/ 301567 w 1583778"/>
                        <a:gd name="connsiteY574" fmla="*/ 497481 h 1183785"/>
                        <a:gd name="connsiteX575" fmla="*/ 297999 w 1583778"/>
                        <a:gd name="connsiteY575" fmla="*/ 491534 h 1183785"/>
                        <a:gd name="connsiteX576" fmla="*/ 302756 w 1583778"/>
                        <a:gd name="connsiteY576" fmla="*/ 480829 h 1183785"/>
                        <a:gd name="connsiteX577" fmla="*/ 296809 w 1583778"/>
                        <a:gd name="connsiteY577" fmla="*/ 470124 h 1183785"/>
                        <a:gd name="connsiteX578" fmla="*/ 284915 w 1583778"/>
                        <a:gd name="connsiteY578" fmla="*/ 440388 h 1183785"/>
                        <a:gd name="connsiteX579" fmla="*/ 288484 w 1583778"/>
                        <a:gd name="connsiteY579" fmla="*/ 432062 h 1183785"/>
                        <a:gd name="connsiteX580" fmla="*/ 271831 w 1583778"/>
                        <a:gd name="connsiteY580" fmla="*/ 429684 h 1183785"/>
                        <a:gd name="connsiteX581" fmla="*/ 275400 w 1583778"/>
                        <a:gd name="connsiteY581" fmla="*/ 418978 h 1183785"/>
                        <a:gd name="connsiteX582" fmla="*/ 284915 w 1583778"/>
                        <a:gd name="connsiteY582" fmla="*/ 420168 h 1183785"/>
                        <a:gd name="connsiteX583" fmla="*/ 293241 w 1583778"/>
                        <a:gd name="connsiteY583" fmla="*/ 415410 h 1183785"/>
                        <a:gd name="connsiteX584" fmla="*/ 308704 w 1583778"/>
                        <a:gd name="connsiteY584" fmla="*/ 413031 h 1183785"/>
                        <a:gd name="connsiteX585" fmla="*/ 317030 w 1583778"/>
                        <a:gd name="connsiteY585" fmla="*/ 411842 h 1183785"/>
                        <a:gd name="connsiteX586" fmla="*/ 325356 w 1583778"/>
                        <a:gd name="connsiteY586" fmla="*/ 411842 h 1183785"/>
                        <a:gd name="connsiteX587" fmla="*/ 331303 w 1583778"/>
                        <a:gd name="connsiteY587" fmla="*/ 403516 h 1183785"/>
                        <a:gd name="connsiteX588" fmla="*/ 324167 w 1583778"/>
                        <a:gd name="connsiteY588" fmla="*/ 399948 h 1183785"/>
                        <a:gd name="connsiteX589" fmla="*/ 325356 w 1583778"/>
                        <a:gd name="connsiteY589" fmla="*/ 370212 h 1183785"/>
                        <a:gd name="connsiteX590" fmla="*/ 331303 w 1583778"/>
                        <a:gd name="connsiteY590" fmla="*/ 341665 h 1183785"/>
                        <a:gd name="connsiteX591" fmla="*/ 353903 w 1583778"/>
                        <a:gd name="connsiteY591" fmla="*/ 346423 h 1183785"/>
                        <a:gd name="connsiteX592" fmla="*/ 369365 w 1583778"/>
                        <a:gd name="connsiteY592" fmla="*/ 342855 h 1183785"/>
                        <a:gd name="connsiteX593" fmla="*/ 375312 w 1583778"/>
                        <a:gd name="connsiteY593" fmla="*/ 347612 h 1183785"/>
                        <a:gd name="connsiteX594" fmla="*/ 381260 w 1583778"/>
                        <a:gd name="connsiteY594" fmla="*/ 342855 h 1183785"/>
                        <a:gd name="connsiteX595" fmla="*/ 388396 w 1583778"/>
                        <a:gd name="connsiteY595" fmla="*/ 338097 h 1183785"/>
                        <a:gd name="connsiteX596" fmla="*/ 395533 w 1583778"/>
                        <a:gd name="connsiteY596" fmla="*/ 329771 h 1183785"/>
                        <a:gd name="connsiteX597" fmla="*/ 387207 w 1583778"/>
                        <a:gd name="connsiteY597" fmla="*/ 315498 h 1183785"/>
                        <a:gd name="connsiteX598" fmla="*/ 387207 w 1583778"/>
                        <a:gd name="connsiteY598" fmla="*/ 294088 h 1183785"/>
                        <a:gd name="connsiteX599" fmla="*/ 401480 w 1583778"/>
                        <a:gd name="connsiteY599" fmla="*/ 286951 h 1183785"/>
                        <a:gd name="connsiteX600" fmla="*/ 401480 w 1583778"/>
                        <a:gd name="connsiteY600" fmla="*/ 275057 h 1183785"/>
                        <a:gd name="connsiteX601" fmla="*/ 414564 w 1583778"/>
                        <a:gd name="connsiteY601" fmla="*/ 263163 h 1183785"/>
                        <a:gd name="connsiteX602" fmla="*/ 416943 w 1583778"/>
                        <a:gd name="connsiteY602" fmla="*/ 259594 h 1183785"/>
                        <a:gd name="connsiteX603" fmla="*/ 420511 w 1583778"/>
                        <a:gd name="connsiteY603" fmla="*/ 260784 h 1183785"/>
                        <a:gd name="connsiteX604" fmla="*/ 426458 w 1583778"/>
                        <a:gd name="connsiteY604" fmla="*/ 260784 h 1183785"/>
                        <a:gd name="connsiteX605" fmla="*/ 426458 w 1583778"/>
                        <a:gd name="connsiteY605" fmla="*/ 259594 h 1183785"/>
                        <a:gd name="connsiteX606" fmla="*/ 427647 w 1583778"/>
                        <a:gd name="connsiteY606" fmla="*/ 269110 h 1183785"/>
                        <a:gd name="connsiteX607" fmla="*/ 433594 w 1583778"/>
                        <a:gd name="connsiteY607" fmla="*/ 272678 h 1183785"/>
                        <a:gd name="connsiteX608" fmla="*/ 439541 w 1583778"/>
                        <a:gd name="connsiteY608" fmla="*/ 283383 h 1183785"/>
                        <a:gd name="connsiteX609" fmla="*/ 452626 w 1583778"/>
                        <a:gd name="connsiteY609" fmla="*/ 294088 h 1183785"/>
                        <a:gd name="connsiteX610" fmla="*/ 458573 w 1583778"/>
                        <a:gd name="connsiteY610" fmla="*/ 305982 h 1183785"/>
                        <a:gd name="connsiteX611" fmla="*/ 465709 w 1583778"/>
                        <a:gd name="connsiteY611" fmla="*/ 301224 h 1183785"/>
                        <a:gd name="connsiteX612" fmla="*/ 475224 w 1583778"/>
                        <a:gd name="connsiteY612" fmla="*/ 298846 h 1183785"/>
                        <a:gd name="connsiteX613" fmla="*/ 483551 w 1583778"/>
                        <a:gd name="connsiteY613" fmla="*/ 307172 h 1183785"/>
                        <a:gd name="connsiteX614" fmla="*/ 490688 w 1583778"/>
                        <a:gd name="connsiteY614" fmla="*/ 303603 h 1183785"/>
                        <a:gd name="connsiteX615" fmla="*/ 506150 w 1583778"/>
                        <a:gd name="connsiteY615" fmla="*/ 313119 h 1183785"/>
                        <a:gd name="connsiteX616" fmla="*/ 515666 w 1583778"/>
                        <a:gd name="connsiteY616" fmla="*/ 330960 h 1183785"/>
                        <a:gd name="connsiteX617" fmla="*/ 528749 w 1583778"/>
                        <a:gd name="connsiteY617" fmla="*/ 344044 h 1183785"/>
                        <a:gd name="connsiteX618" fmla="*/ 532318 w 1583778"/>
                        <a:gd name="connsiteY618" fmla="*/ 357128 h 1183785"/>
                        <a:gd name="connsiteX619" fmla="*/ 534696 w 1583778"/>
                        <a:gd name="connsiteY619" fmla="*/ 367833 h 1183785"/>
                        <a:gd name="connsiteX620" fmla="*/ 528749 w 1583778"/>
                        <a:gd name="connsiteY620" fmla="*/ 382106 h 1183785"/>
                        <a:gd name="connsiteX621" fmla="*/ 560864 w 1583778"/>
                        <a:gd name="connsiteY621" fmla="*/ 402326 h 1183785"/>
                        <a:gd name="connsiteX622" fmla="*/ 592979 w 1583778"/>
                        <a:gd name="connsiteY622" fmla="*/ 399948 h 1183785"/>
                        <a:gd name="connsiteX623" fmla="*/ 610820 w 1583778"/>
                        <a:gd name="connsiteY623" fmla="*/ 407084 h 1183785"/>
                        <a:gd name="connsiteX624" fmla="*/ 619147 w 1583778"/>
                        <a:gd name="connsiteY624" fmla="*/ 411842 h 1183785"/>
                        <a:gd name="connsiteX625" fmla="*/ 635798 w 1583778"/>
                        <a:gd name="connsiteY625" fmla="*/ 421357 h 1183785"/>
                        <a:gd name="connsiteX626" fmla="*/ 650072 w 1583778"/>
                        <a:gd name="connsiteY626" fmla="*/ 422547 h 1183785"/>
                        <a:gd name="connsiteX627" fmla="*/ 651261 w 1583778"/>
                        <a:gd name="connsiteY627" fmla="*/ 427304 h 1183785"/>
                        <a:gd name="connsiteX628" fmla="*/ 660777 w 1583778"/>
                        <a:gd name="connsiteY628" fmla="*/ 433252 h 1183785"/>
                        <a:gd name="connsiteX629" fmla="*/ 665534 w 1583778"/>
                        <a:gd name="connsiteY629" fmla="*/ 445146 h 1183785"/>
                        <a:gd name="connsiteX630" fmla="*/ 682186 w 1583778"/>
                        <a:gd name="connsiteY630" fmla="*/ 476071 h 1183785"/>
                        <a:gd name="connsiteX631" fmla="*/ 769015 w 1583778"/>
                        <a:gd name="connsiteY631" fmla="*/ 478450 h 1183785"/>
                        <a:gd name="connsiteX632" fmla="*/ 777341 w 1583778"/>
                        <a:gd name="connsiteY632" fmla="*/ 471314 h 1183785"/>
                        <a:gd name="connsiteX633" fmla="*/ 822540 w 1583778"/>
                        <a:gd name="connsiteY633" fmla="*/ 472503 h 1183785"/>
                        <a:gd name="connsiteX634" fmla="*/ 832055 w 1583778"/>
                        <a:gd name="connsiteY634" fmla="*/ 480829 h 1183785"/>
                        <a:gd name="connsiteX635" fmla="*/ 857034 w 1583778"/>
                        <a:gd name="connsiteY635" fmla="*/ 492723 h 1183785"/>
                        <a:gd name="connsiteX636" fmla="*/ 884390 w 1583778"/>
                        <a:gd name="connsiteY636" fmla="*/ 501050 h 1183785"/>
                        <a:gd name="connsiteX637" fmla="*/ 899853 w 1583778"/>
                        <a:gd name="connsiteY637" fmla="*/ 496292 h 1183785"/>
                        <a:gd name="connsiteX638" fmla="*/ 901043 w 1583778"/>
                        <a:gd name="connsiteY638" fmla="*/ 501050 h 1183785"/>
                        <a:gd name="connsiteX639" fmla="*/ 911747 w 1583778"/>
                        <a:gd name="connsiteY639" fmla="*/ 504618 h 1183785"/>
                        <a:gd name="connsiteX640" fmla="*/ 937915 w 1583778"/>
                        <a:gd name="connsiteY640" fmla="*/ 484397 h 1183785"/>
                        <a:gd name="connsiteX641" fmla="*/ 946241 w 1583778"/>
                        <a:gd name="connsiteY641" fmla="*/ 482019 h 1183785"/>
                        <a:gd name="connsiteX642" fmla="*/ 967651 w 1583778"/>
                        <a:gd name="connsiteY642" fmla="*/ 473693 h 1183785"/>
                        <a:gd name="connsiteX643" fmla="*/ 987871 w 1583778"/>
                        <a:gd name="connsiteY643" fmla="*/ 466556 h 1183785"/>
                        <a:gd name="connsiteX644" fmla="*/ 1004523 w 1583778"/>
                        <a:gd name="connsiteY644" fmla="*/ 466556 h 1183785"/>
                        <a:gd name="connsiteX645" fmla="*/ 1018796 w 1583778"/>
                        <a:gd name="connsiteY645" fmla="*/ 457040 h 1183785"/>
                        <a:gd name="connsiteX646" fmla="*/ 1036638 w 1583778"/>
                        <a:gd name="connsiteY646" fmla="*/ 454662 h 1183785"/>
                        <a:gd name="connsiteX647" fmla="*/ 1046153 w 1583778"/>
                        <a:gd name="connsiteY647" fmla="*/ 438010 h 1183785"/>
                        <a:gd name="connsiteX648" fmla="*/ 1056859 w 1583778"/>
                        <a:gd name="connsiteY648" fmla="*/ 423736 h 1183785"/>
                        <a:gd name="connsiteX649" fmla="*/ 1066374 w 1583778"/>
                        <a:gd name="connsiteY649" fmla="*/ 411842 h 1183785"/>
                        <a:gd name="connsiteX650" fmla="*/ 1049722 w 1583778"/>
                        <a:gd name="connsiteY650" fmla="*/ 398758 h 1183785"/>
                        <a:gd name="connsiteX651" fmla="*/ 1043775 w 1583778"/>
                        <a:gd name="connsiteY651" fmla="*/ 382106 h 1183785"/>
                        <a:gd name="connsiteX652" fmla="*/ 1049722 w 1583778"/>
                        <a:gd name="connsiteY652" fmla="*/ 366643 h 1183785"/>
                        <a:gd name="connsiteX653" fmla="*/ 1066374 w 1583778"/>
                        <a:gd name="connsiteY653" fmla="*/ 363075 h 1183785"/>
                        <a:gd name="connsiteX654" fmla="*/ 1074700 w 1583778"/>
                        <a:gd name="connsiteY654" fmla="*/ 367833 h 1183785"/>
                        <a:gd name="connsiteX655" fmla="*/ 1086594 w 1583778"/>
                        <a:gd name="connsiteY655" fmla="*/ 371401 h 1183785"/>
                        <a:gd name="connsiteX656" fmla="*/ 1094921 w 1583778"/>
                        <a:gd name="connsiteY656" fmla="*/ 374969 h 1183785"/>
                        <a:gd name="connsiteX657" fmla="*/ 1100868 w 1583778"/>
                        <a:gd name="connsiteY657" fmla="*/ 365454 h 1183785"/>
                        <a:gd name="connsiteX658" fmla="*/ 1112762 w 1583778"/>
                        <a:gd name="connsiteY658" fmla="*/ 357128 h 1183785"/>
                        <a:gd name="connsiteX659" fmla="*/ 1119898 w 1583778"/>
                        <a:gd name="connsiteY659" fmla="*/ 347612 h 1183785"/>
                        <a:gd name="connsiteX660" fmla="*/ 1132983 w 1583778"/>
                        <a:gd name="connsiteY660" fmla="*/ 347612 h 1183785"/>
                        <a:gd name="connsiteX661" fmla="*/ 1141308 w 1583778"/>
                        <a:gd name="connsiteY661" fmla="*/ 340476 h 1183785"/>
                        <a:gd name="connsiteX662" fmla="*/ 1152013 w 1583778"/>
                        <a:gd name="connsiteY662" fmla="*/ 338097 h 1183785"/>
                        <a:gd name="connsiteX663" fmla="*/ 1153202 w 1583778"/>
                        <a:gd name="connsiteY663" fmla="*/ 323824 h 1183785"/>
                        <a:gd name="connsiteX664" fmla="*/ 1156771 w 1583778"/>
                        <a:gd name="connsiteY664" fmla="*/ 320255 h 1183785"/>
                        <a:gd name="connsiteX665" fmla="*/ 1159150 w 1583778"/>
                        <a:gd name="connsiteY665" fmla="*/ 314308 h 1183785"/>
                        <a:gd name="connsiteX666" fmla="*/ 1166287 w 1583778"/>
                        <a:gd name="connsiteY666" fmla="*/ 311929 h 1183785"/>
                        <a:gd name="connsiteX667" fmla="*/ 1168666 w 1583778"/>
                        <a:gd name="connsiteY667" fmla="*/ 303603 h 1183785"/>
                        <a:gd name="connsiteX668" fmla="*/ 1175802 w 1583778"/>
                        <a:gd name="connsiteY668" fmla="*/ 307172 h 1183785"/>
                        <a:gd name="connsiteX669" fmla="*/ 1187696 w 1583778"/>
                        <a:gd name="connsiteY669" fmla="*/ 296467 h 1183785"/>
                        <a:gd name="connsiteX670" fmla="*/ 1196023 w 1583778"/>
                        <a:gd name="connsiteY670" fmla="*/ 291709 h 1183785"/>
                        <a:gd name="connsiteX671" fmla="*/ 1201970 w 1583778"/>
                        <a:gd name="connsiteY671" fmla="*/ 295277 h 1183785"/>
                        <a:gd name="connsiteX672" fmla="*/ 1209106 w 1583778"/>
                        <a:gd name="connsiteY672" fmla="*/ 292898 h 1183785"/>
                        <a:gd name="connsiteX673" fmla="*/ 1219811 w 1583778"/>
                        <a:gd name="connsiteY673" fmla="*/ 295277 h 1183785"/>
                        <a:gd name="connsiteX674" fmla="*/ 1223379 w 1583778"/>
                        <a:gd name="connsiteY674" fmla="*/ 284572 h 1183785"/>
                        <a:gd name="connsiteX675" fmla="*/ 1219811 w 1583778"/>
                        <a:gd name="connsiteY675" fmla="*/ 273867 h 1183785"/>
                        <a:gd name="connsiteX676" fmla="*/ 1204349 w 1583778"/>
                        <a:gd name="connsiteY676" fmla="*/ 261973 h 1183785"/>
                        <a:gd name="connsiteX677" fmla="*/ 1188886 w 1583778"/>
                        <a:gd name="connsiteY677" fmla="*/ 244132 h 1183785"/>
                        <a:gd name="connsiteX678" fmla="*/ 1175802 w 1583778"/>
                        <a:gd name="connsiteY678" fmla="*/ 239374 h 1183785"/>
                        <a:gd name="connsiteX679" fmla="*/ 1167476 w 1583778"/>
                        <a:gd name="connsiteY679" fmla="*/ 244132 h 1183785"/>
                        <a:gd name="connsiteX680" fmla="*/ 1167476 w 1583778"/>
                        <a:gd name="connsiteY680" fmla="*/ 254836 h 1183785"/>
                        <a:gd name="connsiteX681" fmla="*/ 1163908 w 1583778"/>
                        <a:gd name="connsiteY681" fmla="*/ 258405 h 1183785"/>
                        <a:gd name="connsiteX682" fmla="*/ 1160340 w 1583778"/>
                        <a:gd name="connsiteY682" fmla="*/ 261973 h 1183785"/>
                        <a:gd name="connsiteX683" fmla="*/ 1155582 w 1583778"/>
                        <a:gd name="connsiteY683" fmla="*/ 257215 h 1183785"/>
                        <a:gd name="connsiteX684" fmla="*/ 1134172 w 1583778"/>
                        <a:gd name="connsiteY684" fmla="*/ 256026 h 1183785"/>
                        <a:gd name="connsiteX685" fmla="*/ 1125846 w 1583778"/>
                        <a:gd name="connsiteY685" fmla="*/ 263163 h 1183785"/>
                        <a:gd name="connsiteX686" fmla="*/ 1117519 w 1583778"/>
                        <a:gd name="connsiteY686" fmla="*/ 256026 h 1183785"/>
                        <a:gd name="connsiteX687" fmla="*/ 1111572 w 1583778"/>
                        <a:gd name="connsiteY687" fmla="*/ 252458 h 1183785"/>
                        <a:gd name="connsiteX688" fmla="*/ 1109194 w 1583778"/>
                        <a:gd name="connsiteY688" fmla="*/ 245321 h 1183785"/>
                        <a:gd name="connsiteX689" fmla="*/ 1112762 w 1583778"/>
                        <a:gd name="connsiteY689" fmla="*/ 240563 h 1183785"/>
                        <a:gd name="connsiteX690" fmla="*/ 1115141 w 1583778"/>
                        <a:gd name="connsiteY690" fmla="*/ 202501 h 1183785"/>
                        <a:gd name="connsiteX691" fmla="*/ 1117519 w 1583778"/>
                        <a:gd name="connsiteY691" fmla="*/ 191796 h 1183785"/>
                        <a:gd name="connsiteX692" fmla="*/ 1118709 w 1583778"/>
                        <a:gd name="connsiteY692" fmla="*/ 182281 h 1183785"/>
                        <a:gd name="connsiteX693" fmla="*/ 1119898 w 1583778"/>
                        <a:gd name="connsiteY693" fmla="*/ 172765 h 1183785"/>
                        <a:gd name="connsiteX694" fmla="*/ 1119898 w 1583778"/>
                        <a:gd name="connsiteY694" fmla="*/ 172765 h 1183785"/>
                        <a:gd name="connsiteX695" fmla="*/ 1128225 w 1583778"/>
                        <a:gd name="connsiteY695" fmla="*/ 173955 h 1183785"/>
                        <a:gd name="connsiteX696" fmla="*/ 1142498 w 1583778"/>
                        <a:gd name="connsiteY696" fmla="*/ 178713 h 1183785"/>
                        <a:gd name="connsiteX697" fmla="*/ 1161529 w 1583778"/>
                        <a:gd name="connsiteY697" fmla="*/ 162061 h 1183785"/>
                        <a:gd name="connsiteX698" fmla="*/ 1175802 w 1583778"/>
                        <a:gd name="connsiteY698" fmla="*/ 156113 h 1183785"/>
                        <a:gd name="connsiteX699" fmla="*/ 1173423 w 1583778"/>
                        <a:gd name="connsiteY699" fmla="*/ 148977 h 1183785"/>
                        <a:gd name="connsiteX700" fmla="*/ 1168666 w 1583778"/>
                        <a:gd name="connsiteY700" fmla="*/ 146598 h 1183785"/>
                        <a:gd name="connsiteX701" fmla="*/ 1167476 w 1583778"/>
                        <a:gd name="connsiteY701" fmla="*/ 138272 h 1183785"/>
                        <a:gd name="connsiteX702" fmla="*/ 1167476 w 1583778"/>
                        <a:gd name="connsiteY702" fmla="*/ 126378 h 1183785"/>
                        <a:gd name="connsiteX703" fmla="*/ 1165097 w 1583778"/>
                        <a:gd name="connsiteY703" fmla="*/ 120430 h 1183785"/>
                        <a:gd name="connsiteX704" fmla="*/ 1171044 w 1583778"/>
                        <a:gd name="connsiteY704" fmla="*/ 116862 h 1183785"/>
                        <a:gd name="connsiteX705" fmla="*/ 1167476 w 1583778"/>
                        <a:gd name="connsiteY705" fmla="*/ 112104 h 1183785"/>
                        <a:gd name="connsiteX706" fmla="*/ 1166287 w 1583778"/>
                        <a:gd name="connsiteY706" fmla="*/ 101399 h 1183785"/>
                        <a:gd name="connsiteX707" fmla="*/ 1165097 w 1583778"/>
                        <a:gd name="connsiteY707" fmla="*/ 93073 h 1183785"/>
                        <a:gd name="connsiteX708" fmla="*/ 1172234 w 1583778"/>
                        <a:gd name="connsiteY708" fmla="*/ 84747 h 1183785"/>
                        <a:gd name="connsiteX709" fmla="*/ 1174613 w 1583778"/>
                        <a:gd name="connsiteY709" fmla="*/ 77611 h 1183785"/>
                        <a:gd name="connsiteX710" fmla="*/ 1179370 w 1583778"/>
                        <a:gd name="connsiteY710" fmla="*/ 71663 h 1183785"/>
                        <a:gd name="connsiteX711" fmla="*/ 1178181 w 1583778"/>
                        <a:gd name="connsiteY711" fmla="*/ 59769 h 1183785"/>
                        <a:gd name="connsiteX712" fmla="*/ 1167476 w 1583778"/>
                        <a:gd name="connsiteY712" fmla="*/ 45496 h 1183785"/>
                        <a:gd name="connsiteX713" fmla="*/ 1153202 w 1583778"/>
                        <a:gd name="connsiteY713" fmla="*/ 51443 h 1183785"/>
                        <a:gd name="connsiteX714" fmla="*/ 1153202 w 1583778"/>
                        <a:gd name="connsiteY714" fmla="*/ 40738 h 1183785"/>
                        <a:gd name="connsiteX715" fmla="*/ 1157961 w 1583778"/>
                        <a:gd name="connsiteY715" fmla="*/ 33602 h 1183785"/>
                        <a:gd name="connsiteX716" fmla="*/ 1162719 w 1583778"/>
                        <a:gd name="connsiteY716" fmla="*/ 26465 h 1183785"/>
                        <a:gd name="connsiteX717" fmla="*/ 1165097 w 1583778"/>
                        <a:gd name="connsiteY717" fmla="*/ 20518 h 1183785"/>
                        <a:gd name="connsiteX718" fmla="*/ 1180560 w 1583778"/>
                        <a:gd name="connsiteY718" fmla="*/ 16949 h 1183785"/>
                        <a:gd name="connsiteX719" fmla="*/ 1186507 w 1583778"/>
                        <a:gd name="connsiteY719" fmla="*/ 16949 h 1183785"/>
                        <a:gd name="connsiteX720" fmla="*/ 1190075 w 1583778"/>
                        <a:gd name="connsiteY720" fmla="*/ 9813 h 1183785"/>
                        <a:gd name="connsiteX721" fmla="*/ 1196023 w 1583778"/>
                        <a:gd name="connsiteY721" fmla="*/ 9813 h 1183785"/>
                        <a:gd name="connsiteX722" fmla="*/ 1199591 w 1583778"/>
                        <a:gd name="connsiteY722" fmla="*/ 7434 h 1183785"/>
                        <a:gd name="connsiteX723" fmla="*/ 1212674 w 1583778"/>
                        <a:gd name="connsiteY723" fmla="*/ 6245 h 1183785"/>
                        <a:gd name="connsiteX724" fmla="*/ 1216243 w 1583778"/>
                        <a:gd name="connsiteY724" fmla="*/ 297 h 1183785"/>
                        <a:gd name="connsiteX725" fmla="*/ 1230516 w 1583778"/>
                        <a:gd name="connsiteY725" fmla="*/ 1487 h 1183785"/>
                        <a:gd name="connsiteX726" fmla="*/ 1232895 w 1583778"/>
                        <a:gd name="connsiteY726" fmla="*/ 5055 h 1183785"/>
                        <a:gd name="connsiteX727" fmla="*/ 1243600 w 1583778"/>
                        <a:gd name="connsiteY727" fmla="*/ 6245 h 1183785"/>
                        <a:gd name="connsiteX728" fmla="*/ 1248357 w 1583778"/>
                        <a:gd name="connsiteY728" fmla="*/ 11002 h 1183785"/>
                        <a:gd name="connsiteX729" fmla="*/ 1256683 w 1583778"/>
                        <a:gd name="connsiteY729" fmla="*/ 9813 h 1183785"/>
                        <a:gd name="connsiteX730" fmla="*/ 1260252 w 1583778"/>
                        <a:gd name="connsiteY730" fmla="*/ 12192 h 1183785"/>
                        <a:gd name="connsiteX731" fmla="*/ 1266199 w 1583778"/>
                        <a:gd name="connsiteY731" fmla="*/ 7434 h 1183785"/>
                        <a:gd name="connsiteX732" fmla="*/ 1275715 w 1583778"/>
                        <a:gd name="connsiteY732" fmla="*/ 8623 h 1183785"/>
                        <a:gd name="connsiteX733" fmla="*/ 1282851 w 1583778"/>
                        <a:gd name="connsiteY733" fmla="*/ 11002 h 1183785"/>
                        <a:gd name="connsiteX734" fmla="*/ 1284040 w 1583778"/>
                        <a:gd name="connsiteY734" fmla="*/ 18139 h 1183785"/>
                        <a:gd name="connsiteX735" fmla="*/ 1294746 w 1583778"/>
                        <a:gd name="connsiteY735" fmla="*/ 20518 h 1183785"/>
                        <a:gd name="connsiteX736" fmla="*/ 1292367 w 1583778"/>
                        <a:gd name="connsiteY736" fmla="*/ 24086 h 1183785"/>
                        <a:gd name="connsiteX737" fmla="*/ 1303072 w 1583778"/>
                        <a:gd name="connsiteY737" fmla="*/ 28844 h 1183785"/>
                        <a:gd name="connsiteX738" fmla="*/ 1307829 w 1583778"/>
                        <a:gd name="connsiteY738" fmla="*/ 39549 h 1183785"/>
                        <a:gd name="connsiteX739" fmla="*/ 1309019 w 1583778"/>
                        <a:gd name="connsiteY739" fmla="*/ 46685 h 1183785"/>
                        <a:gd name="connsiteX740" fmla="*/ 1318534 w 1583778"/>
                        <a:gd name="connsiteY740" fmla="*/ 46685 h 1183785"/>
                        <a:gd name="connsiteX741" fmla="*/ 1316155 w 1583778"/>
                        <a:gd name="connsiteY741" fmla="*/ 55011 h 1183785"/>
                        <a:gd name="connsiteX742" fmla="*/ 1329239 w 1583778"/>
                        <a:gd name="connsiteY742" fmla="*/ 68095 h 1183785"/>
                        <a:gd name="connsiteX743" fmla="*/ 1337565 w 1583778"/>
                        <a:gd name="connsiteY743" fmla="*/ 82368 h 1183785"/>
                        <a:gd name="connsiteX744" fmla="*/ 1341134 w 1583778"/>
                        <a:gd name="connsiteY744" fmla="*/ 85937 h 1183785"/>
                        <a:gd name="connsiteX745" fmla="*/ 1344702 w 1583778"/>
                        <a:gd name="connsiteY745" fmla="*/ 91884 h 1183785"/>
                        <a:gd name="connsiteX746" fmla="*/ 1357785 w 1583778"/>
                        <a:gd name="connsiteY746" fmla="*/ 103778 h 1183785"/>
                        <a:gd name="connsiteX747" fmla="*/ 1363733 w 1583778"/>
                        <a:gd name="connsiteY747" fmla="*/ 120430 h 1183785"/>
                        <a:gd name="connsiteX748" fmla="*/ 1368491 w 1583778"/>
                        <a:gd name="connsiteY748" fmla="*/ 125188 h 1183785"/>
                        <a:gd name="connsiteX749" fmla="*/ 1369680 w 1583778"/>
                        <a:gd name="connsiteY749" fmla="*/ 133514 h 1183785"/>
                        <a:gd name="connsiteX750" fmla="*/ 1381574 w 1583778"/>
                        <a:gd name="connsiteY750" fmla="*/ 143030 h 1183785"/>
                        <a:gd name="connsiteX751" fmla="*/ 1386332 w 1583778"/>
                        <a:gd name="connsiteY751" fmla="*/ 146598 h 1183785"/>
                        <a:gd name="connsiteX752" fmla="*/ 1400606 w 1583778"/>
                        <a:gd name="connsiteY752" fmla="*/ 145408 h 1183785"/>
                        <a:gd name="connsiteX753" fmla="*/ 1405363 w 1583778"/>
                        <a:gd name="connsiteY753" fmla="*/ 144219 h 1183785"/>
                        <a:gd name="connsiteX754" fmla="*/ 1404174 w 1583778"/>
                        <a:gd name="connsiteY754" fmla="*/ 148977 h 1183785"/>
                        <a:gd name="connsiteX755" fmla="*/ 1413689 w 1583778"/>
                        <a:gd name="connsiteY755" fmla="*/ 151356 h 1183785"/>
                        <a:gd name="connsiteX756" fmla="*/ 1418447 w 1583778"/>
                        <a:gd name="connsiteY756" fmla="*/ 154924 h 1183785"/>
                        <a:gd name="connsiteX757" fmla="*/ 1423204 w 1583778"/>
                        <a:gd name="connsiteY757" fmla="*/ 152545 h 1183785"/>
                        <a:gd name="connsiteX758" fmla="*/ 1426773 w 1583778"/>
                        <a:gd name="connsiteY758" fmla="*/ 150166 h 1183785"/>
                        <a:gd name="connsiteX759" fmla="*/ 1431531 w 1583778"/>
                        <a:gd name="connsiteY759" fmla="*/ 154924 h 1183785"/>
                        <a:gd name="connsiteX760" fmla="*/ 1438667 w 1583778"/>
                        <a:gd name="connsiteY760" fmla="*/ 160871 h 1183785"/>
                        <a:gd name="connsiteX761" fmla="*/ 1444614 w 1583778"/>
                        <a:gd name="connsiteY761" fmla="*/ 166818 h 1183785"/>
                        <a:gd name="connsiteX762" fmla="*/ 1452940 w 1583778"/>
                        <a:gd name="connsiteY762" fmla="*/ 170387 h 1183785"/>
                        <a:gd name="connsiteX763" fmla="*/ 1460077 w 1583778"/>
                        <a:gd name="connsiteY763" fmla="*/ 172765 h 1183785"/>
                        <a:gd name="connsiteX764" fmla="*/ 1473161 w 1583778"/>
                        <a:gd name="connsiteY764" fmla="*/ 170387 h 1183785"/>
                        <a:gd name="connsiteX765" fmla="*/ 1470782 w 1583778"/>
                        <a:gd name="connsiteY765" fmla="*/ 177523 h 1183785"/>
                        <a:gd name="connsiteX766" fmla="*/ 1475540 w 1583778"/>
                        <a:gd name="connsiteY766" fmla="*/ 183470 h 1183785"/>
                        <a:gd name="connsiteX767" fmla="*/ 1475540 w 1583778"/>
                        <a:gd name="connsiteY767" fmla="*/ 188228 h 1183785"/>
                        <a:gd name="connsiteX768" fmla="*/ 1476729 w 1583778"/>
                        <a:gd name="connsiteY768" fmla="*/ 192986 h 1183785"/>
                        <a:gd name="connsiteX769" fmla="*/ 1473161 w 1583778"/>
                        <a:gd name="connsiteY769" fmla="*/ 200123 h 1183785"/>
                        <a:gd name="connsiteX770" fmla="*/ 1482676 w 1583778"/>
                        <a:gd name="connsiteY770" fmla="*/ 208449 h 1183785"/>
                        <a:gd name="connsiteX771" fmla="*/ 1488623 w 1583778"/>
                        <a:gd name="connsiteY771" fmla="*/ 215585 h 1183785"/>
                        <a:gd name="connsiteX772" fmla="*/ 1498139 w 1583778"/>
                        <a:gd name="connsiteY772" fmla="*/ 212017 h 1183785"/>
                        <a:gd name="connsiteX773" fmla="*/ 1502897 w 1583778"/>
                        <a:gd name="connsiteY773" fmla="*/ 219153 h 1183785"/>
                        <a:gd name="connsiteX774" fmla="*/ 1510033 w 1583778"/>
                        <a:gd name="connsiteY774" fmla="*/ 215585 h 1183785"/>
                        <a:gd name="connsiteX775" fmla="*/ 1525496 w 1583778"/>
                        <a:gd name="connsiteY775" fmla="*/ 210827 h 1183785"/>
                        <a:gd name="connsiteX776" fmla="*/ 1526685 w 1583778"/>
                        <a:gd name="connsiteY776" fmla="*/ 202501 h 1183785"/>
                        <a:gd name="connsiteX777" fmla="*/ 1529064 w 1583778"/>
                        <a:gd name="connsiteY777" fmla="*/ 197744 h 1183785"/>
                        <a:gd name="connsiteX778" fmla="*/ 1531443 w 1583778"/>
                        <a:gd name="connsiteY778" fmla="*/ 191796 h 1183785"/>
                        <a:gd name="connsiteX779" fmla="*/ 1539769 w 1583778"/>
                        <a:gd name="connsiteY779" fmla="*/ 190607 h 1183785"/>
                        <a:gd name="connsiteX780" fmla="*/ 1543338 w 1583778"/>
                        <a:gd name="connsiteY780" fmla="*/ 185849 h 1183785"/>
                        <a:gd name="connsiteX781" fmla="*/ 1548095 w 1583778"/>
                        <a:gd name="connsiteY781" fmla="*/ 184660 h 1183785"/>
                        <a:gd name="connsiteX782" fmla="*/ 1549285 w 1583778"/>
                        <a:gd name="connsiteY782" fmla="*/ 178713 h 1183785"/>
                        <a:gd name="connsiteX783" fmla="*/ 1556421 w 1583778"/>
                        <a:gd name="connsiteY783" fmla="*/ 177523 h 1183785"/>
                        <a:gd name="connsiteX784" fmla="*/ 1561179 w 1583778"/>
                        <a:gd name="connsiteY784" fmla="*/ 175144 h 1183785"/>
                        <a:gd name="connsiteX785" fmla="*/ 1564747 w 1583778"/>
                        <a:gd name="connsiteY785" fmla="*/ 178713 h 1183785"/>
                        <a:gd name="connsiteX786" fmla="*/ 1574263 w 1583778"/>
                        <a:gd name="connsiteY786" fmla="*/ 183470 h 1183785"/>
                        <a:gd name="connsiteX787" fmla="*/ 1571884 w 1583778"/>
                        <a:gd name="connsiteY787" fmla="*/ 191796 h 1183785"/>
                        <a:gd name="connsiteX788" fmla="*/ 1577831 w 1583778"/>
                        <a:gd name="connsiteY788" fmla="*/ 197744 h 1183785"/>
                        <a:gd name="connsiteX789" fmla="*/ 1577831 w 1583778"/>
                        <a:gd name="connsiteY789" fmla="*/ 202501 h 1183785"/>
                        <a:gd name="connsiteX790" fmla="*/ 1583778 w 1583778"/>
                        <a:gd name="connsiteY790" fmla="*/ 207259 h 1183785"/>
                        <a:gd name="connsiteX791" fmla="*/ 1580210 w 1583778"/>
                        <a:gd name="connsiteY791" fmla="*/ 217964 h 1183785"/>
                        <a:gd name="connsiteX792" fmla="*/ 1565937 w 1583778"/>
                        <a:gd name="connsiteY792" fmla="*/ 227480 h 11837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  <a:cxn ang="0">
                          <a:pos x="connsiteX375" y="connsiteY375"/>
                        </a:cxn>
                        <a:cxn ang="0">
                          <a:pos x="connsiteX376" y="connsiteY376"/>
                        </a:cxn>
                        <a:cxn ang="0">
                          <a:pos x="connsiteX377" y="connsiteY377"/>
                        </a:cxn>
                        <a:cxn ang="0">
                          <a:pos x="connsiteX378" y="connsiteY378"/>
                        </a:cxn>
                        <a:cxn ang="0">
                          <a:pos x="connsiteX379" y="connsiteY379"/>
                        </a:cxn>
                        <a:cxn ang="0">
                          <a:pos x="connsiteX380" y="connsiteY380"/>
                        </a:cxn>
                        <a:cxn ang="0">
                          <a:pos x="connsiteX381" y="connsiteY381"/>
                        </a:cxn>
                        <a:cxn ang="0">
                          <a:pos x="connsiteX382" y="connsiteY382"/>
                        </a:cxn>
                        <a:cxn ang="0">
                          <a:pos x="connsiteX383" y="connsiteY383"/>
                        </a:cxn>
                        <a:cxn ang="0">
                          <a:pos x="connsiteX384" y="connsiteY384"/>
                        </a:cxn>
                        <a:cxn ang="0">
                          <a:pos x="connsiteX385" y="connsiteY385"/>
                        </a:cxn>
                        <a:cxn ang="0">
                          <a:pos x="connsiteX386" y="connsiteY386"/>
                        </a:cxn>
                        <a:cxn ang="0">
                          <a:pos x="connsiteX387" y="connsiteY387"/>
                        </a:cxn>
                        <a:cxn ang="0">
                          <a:pos x="connsiteX388" y="connsiteY388"/>
                        </a:cxn>
                        <a:cxn ang="0">
                          <a:pos x="connsiteX389" y="connsiteY389"/>
                        </a:cxn>
                        <a:cxn ang="0">
                          <a:pos x="connsiteX390" y="connsiteY390"/>
                        </a:cxn>
                        <a:cxn ang="0">
                          <a:pos x="connsiteX391" y="connsiteY391"/>
                        </a:cxn>
                        <a:cxn ang="0">
                          <a:pos x="connsiteX392" y="connsiteY392"/>
                        </a:cxn>
                        <a:cxn ang="0">
                          <a:pos x="connsiteX393" y="connsiteY393"/>
                        </a:cxn>
                        <a:cxn ang="0">
                          <a:pos x="connsiteX394" y="connsiteY394"/>
                        </a:cxn>
                        <a:cxn ang="0">
                          <a:pos x="connsiteX395" y="connsiteY395"/>
                        </a:cxn>
                        <a:cxn ang="0">
                          <a:pos x="connsiteX396" y="connsiteY396"/>
                        </a:cxn>
                        <a:cxn ang="0">
                          <a:pos x="connsiteX397" y="connsiteY397"/>
                        </a:cxn>
                        <a:cxn ang="0">
                          <a:pos x="connsiteX398" y="connsiteY398"/>
                        </a:cxn>
                        <a:cxn ang="0">
                          <a:pos x="connsiteX399" y="connsiteY399"/>
                        </a:cxn>
                        <a:cxn ang="0">
                          <a:pos x="connsiteX400" y="connsiteY400"/>
                        </a:cxn>
                        <a:cxn ang="0">
                          <a:pos x="connsiteX401" y="connsiteY401"/>
                        </a:cxn>
                        <a:cxn ang="0">
                          <a:pos x="connsiteX402" y="connsiteY402"/>
                        </a:cxn>
                        <a:cxn ang="0">
                          <a:pos x="connsiteX403" y="connsiteY403"/>
                        </a:cxn>
                        <a:cxn ang="0">
                          <a:pos x="connsiteX404" y="connsiteY404"/>
                        </a:cxn>
                        <a:cxn ang="0">
                          <a:pos x="connsiteX405" y="connsiteY405"/>
                        </a:cxn>
                        <a:cxn ang="0">
                          <a:pos x="connsiteX406" y="connsiteY406"/>
                        </a:cxn>
                        <a:cxn ang="0">
                          <a:pos x="connsiteX407" y="connsiteY407"/>
                        </a:cxn>
                        <a:cxn ang="0">
                          <a:pos x="connsiteX408" y="connsiteY408"/>
                        </a:cxn>
                        <a:cxn ang="0">
                          <a:pos x="connsiteX409" y="connsiteY409"/>
                        </a:cxn>
                        <a:cxn ang="0">
                          <a:pos x="connsiteX410" y="connsiteY410"/>
                        </a:cxn>
                        <a:cxn ang="0">
                          <a:pos x="connsiteX411" y="connsiteY411"/>
                        </a:cxn>
                        <a:cxn ang="0">
                          <a:pos x="connsiteX412" y="connsiteY412"/>
                        </a:cxn>
                        <a:cxn ang="0">
                          <a:pos x="connsiteX413" y="connsiteY413"/>
                        </a:cxn>
                        <a:cxn ang="0">
                          <a:pos x="connsiteX414" y="connsiteY414"/>
                        </a:cxn>
                        <a:cxn ang="0">
                          <a:pos x="connsiteX415" y="connsiteY415"/>
                        </a:cxn>
                        <a:cxn ang="0">
                          <a:pos x="connsiteX416" y="connsiteY416"/>
                        </a:cxn>
                        <a:cxn ang="0">
                          <a:pos x="connsiteX417" y="connsiteY417"/>
                        </a:cxn>
                        <a:cxn ang="0">
                          <a:pos x="connsiteX418" y="connsiteY418"/>
                        </a:cxn>
                        <a:cxn ang="0">
                          <a:pos x="connsiteX419" y="connsiteY419"/>
                        </a:cxn>
                        <a:cxn ang="0">
                          <a:pos x="connsiteX420" y="connsiteY420"/>
                        </a:cxn>
                        <a:cxn ang="0">
                          <a:pos x="connsiteX421" y="connsiteY421"/>
                        </a:cxn>
                        <a:cxn ang="0">
                          <a:pos x="connsiteX422" y="connsiteY422"/>
                        </a:cxn>
                        <a:cxn ang="0">
                          <a:pos x="connsiteX423" y="connsiteY423"/>
                        </a:cxn>
                        <a:cxn ang="0">
                          <a:pos x="connsiteX424" y="connsiteY424"/>
                        </a:cxn>
                        <a:cxn ang="0">
                          <a:pos x="connsiteX425" y="connsiteY425"/>
                        </a:cxn>
                        <a:cxn ang="0">
                          <a:pos x="connsiteX426" y="connsiteY426"/>
                        </a:cxn>
                        <a:cxn ang="0">
                          <a:pos x="connsiteX427" y="connsiteY427"/>
                        </a:cxn>
                        <a:cxn ang="0">
                          <a:pos x="connsiteX428" y="connsiteY428"/>
                        </a:cxn>
                        <a:cxn ang="0">
                          <a:pos x="connsiteX429" y="connsiteY429"/>
                        </a:cxn>
                        <a:cxn ang="0">
                          <a:pos x="connsiteX430" y="connsiteY430"/>
                        </a:cxn>
                        <a:cxn ang="0">
                          <a:pos x="connsiteX431" y="connsiteY431"/>
                        </a:cxn>
                        <a:cxn ang="0">
                          <a:pos x="connsiteX432" y="connsiteY432"/>
                        </a:cxn>
                        <a:cxn ang="0">
                          <a:pos x="connsiteX433" y="connsiteY433"/>
                        </a:cxn>
                        <a:cxn ang="0">
                          <a:pos x="connsiteX434" y="connsiteY434"/>
                        </a:cxn>
                        <a:cxn ang="0">
                          <a:pos x="connsiteX435" y="connsiteY435"/>
                        </a:cxn>
                        <a:cxn ang="0">
                          <a:pos x="connsiteX436" y="connsiteY436"/>
                        </a:cxn>
                        <a:cxn ang="0">
                          <a:pos x="connsiteX437" y="connsiteY437"/>
                        </a:cxn>
                        <a:cxn ang="0">
                          <a:pos x="connsiteX438" y="connsiteY438"/>
                        </a:cxn>
                        <a:cxn ang="0">
                          <a:pos x="connsiteX439" y="connsiteY439"/>
                        </a:cxn>
                        <a:cxn ang="0">
                          <a:pos x="connsiteX440" y="connsiteY440"/>
                        </a:cxn>
                        <a:cxn ang="0">
                          <a:pos x="connsiteX441" y="connsiteY441"/>
                        </a:cxn>
                        <a:cxn ang="0">
                          <a:pos x="connsiteX442" y="connsiteY442"/>
                        </a:cxn>
                        <a:cxn ang="0">
                          <a:pos x="connsiteX443" y="connsiteY443"/>
                        </a:cxn>
                        <a:cxn ang="0">
                          <a:pos x="connsiteX444" y="connsiteY444"/>
                        </a:cxn>
                        <a:cxn ang="0">
                          <a:pos x="connsiteX445" y="connsiteY445"/>
                        </a:cxn>
                        <a:cxn ang="0">
                          <a:pos x="connsiteX446" y="connsiteY446"/>
                        </a:cxn>
                        <a:cxn ang="0">
                          <a:pos x="connsiteX447" y="connsiteY447"/>
                        </a:cxn>
                        <a:cxn ang="0">
                          <a:pos x="connsiteX448" y="connsiteY448"/>
                        </a:cxn>
                        <a:cxn ang="0">
                          <a:pos x="connsiteX449" y="connsiteY449"/>
                        </a:cxn>
                        <a:cxn ang="0">
                          <a:pos x="connsiteX450" y="connsiteY450"/>
                        </a:cxn>
                        <a:cxn ang="0">
                          <a:pos x="connsiteX451" y="connsiteY451"/>
                        </a:cxn>
                        <a:cxn ang="0">
                          <a:pos x="connsiteX452" y="connsiteY452"/>
                        </a:cxn>
                        <a:cxn ang="0">
                          <a:pos x="connsiteX453" y="connsiteY453"/>
                        </a:cxn>
                        <a:cxn ang="0">
                          <a:pos x="connsiteX454" y="connsiteY454"/>
                        </a:cxn>
                        <a:cxn ang="0">
                          <a:pos x="connsiteX455" y="connsiteY455"/>
                        </a:cxn>
                        <a:cxn ang="0">
                          <a:pos x="connsiteX456" y="connsiteY456"/>
                        </a:cxn>
                        <a:cxn ang="0">
                          <a:pos x="connsiteX457" y="connsiteY457"/>
                        </a:cxn>
                        <a:cxn ang="0">
                          <a:pos x="connsiteX458" y="connsiteY458"/>
                        </a:cxn>
                        <a:cxn ang="0">
                          <a:pos x="connsiteX459" y="connsiteY459"/>
                        </a:cxn>
                        <a:cxn ang="0">
                          <a:pos x="connsiteX460" y="connsiteY460"/>
                        </a:cxn>
                        <a:cxn ang="0">
                          <a:pos x="connsiteX461" y="connsiteY461"/>
                        </a:cxn>
                        <a:cxn ang="0">
                          <a:pos x="connsiteX462" y="connsiteY462"/>
                        </a:cxn>
                        <a:cxn ang="0">
                          <a:pos x="connsiteX463" y="connsiteY463"/>
                        </a:cxn>
                        <a:cxn ang="0">
                          <a:pos x="connsiteX464" y="connsiteY464"/>
                        </a:cxn>
                        <a:cxn ang="0">
                          <a:pos x="connsiteX465" y="connsiteY465"/>
                        </a:cxn>
                        <a:cxn ang="0">
                          <a:pos x="connsiteX466" y="connsiteY466"/>
                        </a:cxn>
                        <a:cxn ang="0">
                          <a:pos x="connsiteX467" y="connsiteY467"/>
                        </a:cxn>
                        <a:cxn ang="0">
                          <a:pos x="connsiteX468" y="connsiteY468"/>
                        </a:cxn>
                        <a:cxn ang="0">
                          <a:pos x="connsiteX469" y="connsiteY469"/>
                        </a:cxn>
                        <a:cxn ang="0">
                          <a:pos x="connsiteX470" y="connsiteY470"/>
                        </a:cxn>
                        <a:cxn ang="0">
                          <a:pos x="connsiteX471" y="connsiteY471"/>
                        </a:cxn>
                        <a:cxn ang="0">
                          <a:pos x="connsiteX472" y="connsiteY472"/>
                        </a:cxn>
                        <a:cxn ang="0">
                          <a:pos x="connsiteX473" y="connsiteY473"/>
                        </a:cxn>
                        <a:cxn ang="0">
                          <a:pos x="connsiteX474" y="connsiteY474"/>
                        </a:cxn>
                        <a:cxn ang="0">
                          <a:pos x="connsiteX475" y="connsiteY475"/>
                        </a:cxn>
                        <a:cxn ang="0">
                          <a:pos x="connsiteX476" y="connsiteY476"/>
                        </a:cxn>
                        <a:cxn ang="0">
                          <a:pos x="connsiteX477" y="connsiteY477"/>
                        </a:cxn>
                        <a:cxn ang="0">
                          <a:pos x="connsiteX478" y="connsiteY478"/>
                        </a:cxn>
                        <a:cxn ang="0">
                          <a:pos x="connsiteX479" y="connsiteY479"/>
                        </a:cxn>
                        <a:cxn ang="0">
                          <a:pos x="connsiteX480" y="connsiteY480"/>
                        </a:cxn>
                        <a:cxn ang="0">
                          <a:pos x="connsiteX481" y="connsiteY481"/>
                        </a:cxn>
                        <a:cxn ang="0">
                          <a:pos x="connsiteX482" y="connsiteY482"/>
                        </a:cxn>
                        <a:cxn ang="0">
                          <a:pos x="connsiteX483" y="connsiteY483"/>
                        </a:cxn>
                        <a:cxn ang="0">
                          <a:pos x="connsiteX484" y="connsiteY484"/>
                        </a:cxn>
                        <a:cxn ang="0">
                          <a:pos x="connsiteX485" y="connsiteY485"/>
                        </a:cxn>
                        <a:cxn ang="0">
                          <a:pos x="connsiteX486" y="connsiteY486"/>
                        </a:cxn>
                        <a:cxn ang="0">
                          <a:pos x="connsiteX487" y="connsiteY487"/>
                        </a:cxn>
                        <a:cxn ang="0">
                          <a:pos x="connsiteX488" y="connsiteY488"/>
                        </a:cxn>
                        <a:cxn ang="0">
                          <a:pos x="connsiteX489" y="connsiteY489"/>
                        </a:cxn>
                        <a:cxn ang="0">
                          <a:pos x="connsiteX490" y="connsiteY490"/>
                        </a:cxn>
                        <a:cxn ang="0">
                          <a:pos x="connsiteX491" y="connsiteY491"/>
                        </a:cxn>
                        <a:cxn ang="0">
                          <a:pos x="connsiteX492" y="connsiteY492"/>
                        </a:cxn>
                        <a:cxn ang="0">
                          <a:pos x="connsiteX493" y="connsiteY493"/>
                        </a:cxn>
                        <a:cxn ang="0">
                          <a:pos x="connsiteX494" y="connsiteY494"/>
                        </a:cxn>
                        <a:cxn ang="0">
                          <a:pos x="connsiteX495" y="connsiteY495"/>
                        </a:cxn>
                        <a:cxn ang="0">
                          <a:pos x="connsiteX496" y="connsiteY496"/>
                        </a:cxn>
                        <a:cxn ang="0">
                          <a:pos x="connsiteX497" y="connsiteY497"/>
                        </a:cxn>
                        <a:cxn ang="0">
                          <a:pos x="connsiteX498" y="connsiteY498"/>
                        </a:cxn>
                        <a:cxn ang="0">
                          <a:pos x="connsiteX499" y="connsiteY499"/>
                        </a:cxn>
                        <a:cxn ang="0">
                          <a:pos x="connsiteX500" y="connsiteY500"/>
                        </a:cxn>
                        <a:cxn ang="0">
                          <a:pos x="connsiteX501" y="connsiteY501"/>
                        </a:cxn>
                        <a:cxn ang="0">
                          <a:pos x="connsiteX502" y="connsiteY502"/>
                        </a:cxn>
                        <a:cxn ang="0">
                          <a:pos x="connsiteX503" y="connsiteY503"/>
                        </a:cxn>
                        <a:cxn ang="0">
                          <a:pos x="connsiteX504" y="connsiteY504"/>
                        </a:cxn>
                        <a:cxn ang="0">
                          <a:pos x="connsiteX505" y="connsiteY505"/>
                        </a:cxn>
                        <a:cxn ang="0">
                          <a:pos x="connsiteX506" y="connsiteY506"/>
                        </a:cxn>
                        <a:cxn ang="0">
                          <a:pos x="connsiteX507" y="connsiteY507"/>
                        </a:cxn>
                        <a:cxn ang="0">
                          <a:pos x="connsiteX508" y="connsiteY508"/>
                        </a:cxn>
                        <a:cxn ang="0">
                          <a:pos x="connsiteX509" y="connsiteY509"/>
                        </a:cxn>
                        <a:cxn ang="0">
                          <a:pos x="connsiteX510" y="connsiteY510"/>
                        </a:cxn>
                        <a:cxn ang="0">
                          <a:pos x="connsiteX511" y="connsiteY511"/>
                        </a:cxn>
                        <a:cxn ang="0">
                          <a:pos x="connsiteX512" y="connsiteY512"/>
                        </a:cxn>
                        <a:cxn ang="0">
                          <a:pos x="connsiteX513" y="connsiteY513"/>
                        </a:cxn>
                        <a:cxn ang="0">
                          <a:pos x="connsiteX514" y="connsiteY514"/>
                        </a:cxn>
                        <a:cxn ang="0">
                          <a:pos x="connsiteX515" y="connsiteY515"/>
                        </a:cxn>
                        <a:cxn ang="0">
                          <a:pos x="connsiteX516" y="connsiteY516"/>
                        </a:cxn>
                        <a:cxn ang="0">
                          <a:pos x="connsiteX517" y="connsiteY517"/>
                        </a:cxn>
                        <a:cxn ang="0">
                          <a:pos x="connsiteX518" y="connsiteY518"/>
                        </a:cxn>
                        <a:cxn ang="0">
                          <a:pos x="connsiteX519" y="connsiteY519"/>
                        </a:cxn>
                        <a:cxn ang="0">
                          <a:pos x="connsiteX520" y="connsiteY520"/>
                        </a:cxn>
                        <a:cxn ang="0">
                          <a:pos x="connsiteX521" y="connsiteY521"/>
                        </a:cxn>
                        <a:cxn ang="0">
                          <a:pos x="connsiteX522" y="connsiteY522"/>
                        </a:cxn>
                        <a:cxn ang="0">
                          <a:pos x="connsiteX523" y="connsiteY523"/>
                        </a:cxn>
                        <a:cxn ang="0">
                          <a:pos x="connsiteX524" y="connsiteY524"/>
                        </a:cxn>
                        <a:cxn ang="0">
                          <a:pos x="connsiteX525" y="connsiteY525"/>
                        </a:cxn>
                        <a:cxn ang="0">
                          <a:pos x="connsiteX526" y="connsiteY526"/>
                        </a:cxn>
                        <a:cxn ang="0">
                          <a:pos x="connsiteX527" y="connsiteY527"/>
                        </a:cxn>
                        <a:cxn ang="0">
                          <a:pos x="connsiteX528" y="connsiteY528"/>
                        </a:cxn>
                        <a:cxn ang="0">
                          <a:pos x="connsiteX529" y="connsiteY529"/>
                        </a:cxn>
                        <a:cxn ang="0">
                          <a:pos x="connsiteX530" y="connsiteY530"/>
                        </a:cxn>
                        <a:cxn ang="0">
                          <a:pos x="connsiteX531" y="connsiteY531"/>
                        </a:cxn>
                        <a:cxn ang="0">
                          <a:pos x="connsiteX532" y="connsiteY532"/>
                        </a:cxn>
                        <a:cxn ang="0">
                          <a:pos x="connsiteX533" y="connsiteY533"/>
                        </a:cxn>
                        <a:cxn ang="0">
                          <a:pos x="connsiteX534" y="connsiteY534"/>
                        </a:cxn>
                        <a:cxn ang="0">
                          <a:pos x="connsiteX535" y="connsiteY535"/>
                        </a:cxn>
                        <a:cxn ang="0">
                          <a:pos x="connsiteX536" y="connsiteY536"/>
                        </a:cxn>
                        <a:cxn ang="0">
                          <a:pos x="connsiteX537" y="connsiteY537"/>
                        </a:cxn>
                        <a:cxn ang="0">
                          <a:pos x="connsiteX538" y="connsiteY538"/>
                        </a:cxn>
                        <a:cxn ang="0">
                          <a:pos x="connsiteX539" y="connsiteY539"/>
                        </a:cxn>
                        <a:cxn ang="0">
                          <a:pos x="connsiteX540" y="connsiteY540"/>
                        </a:cxn>
                        <a:cxn ang="0">
                          <a:pos x="connsiteX541" y="connsiteY541"/>
                        </a:cxn>
                        <a:cxn ang="0">
                          <a:pos x="connsiteX542" y="connsiteY542"/>
                        </a:cxn>
                        <a:cxn ang="0">
                          <a:pos x="connsiteX543" y="connsiteY543"/>
                        </a:cxn>
                        <a:cxn ang="0">
                          <a:pos x="connsiteX544" y="connsiteY544"/>
                        </a:cxn>
                        <a:cxn ang="0">
                          <a:pos x="connsiteX545" y="connsiteY545"/>
                        </a:cxn>
                        <a:cxn ang="0">
                          <a:pos x="connsiteX546" y="connsiteY546"/>
                        </a:cxn>
                        <a:cxn ang="0">
                          <a:pos x="connsiteX547" y="connsiteY547"/>
                        </a:cxn>
                        <a:cxn ang="0">
                          <a:pos x="connsiteX548" y="connsiteY548"/>
                        </a:cxn>
                        <a:cxn ang="0">
                          <a:pos x="connsiteX549" y="connsiteY549"/>
                        </a:cxn>
                        <a:cxn ang="0">
                          <a:pos x="connsiteX550" y="connsiteY550"/>
                        </a:cxn>
                        <a:cxn ang="0">
                          <a:pos x="connsiteX551" y="connsiteY551"/>
                        </a:cxn>
                        <a:cxn ang="0">
                          <a:pos x="connsiteX552" y="connsiteY552"/>
                        </a:cxn>
                        <a:cxn ang="0">
                          <a:pos x="connsiteX553" y="connsiteY553"/>
                        </a:cxn>
                        <a:cxn ang="0">
                          <a:pos x="connsiteX554" y="connsiteY554"/>
                        </a:cxn>
                        <a:cxn ang="0">
                          <a:pos x="connsiteX555" y="connsiteY555"/>
                        </a:cxn>
                        <a:cxn ang="0">
                          <a:pos x="connsiteX556" y="connsiteY556"/>
                        </a:cxn>
                        <a:cxn ang="0">
                          <a:pos x="connsiteX557" y="connsiteY557"/>
                        </a:cxn>
                        <a:cxn ang="0">
                          <a:pos x="connsiteX558" y="connsiteY558"/>
                        </a:cxn>
                        <a:cxn ang="0">
                          <a:pos x="connsiteX559" y="connsiteY559"/>
                        </a:cxn>
                        <a:cxn ang="0">
                          <a:pos x="connsiteX560" y="connsiteY560"/>
                        </a:cxn>
                        <a:cxn ang="0">
                          <a:pos x="connsiteX561" y="connsiteY561"/>
                        </a:cxn>
                        <a:cxn ang="0">
                          <a:pos x="connsiteX562" y="connsiteY562"/>
                        </a:cxn>
                        <a:cxn ang="0">
                          <a:pos x="connsiteX563" y="connsiteY563"/>
                        </a:cxn>
                        <a:cxn ang="0">
                          <a:pos x="connsiteX564" y="connsiteY564"/>
                        </a:cxn>
                        <a:cxn ang="0">
                          <a:pos x="connsiteX565" y="connsiteY565"/>
                        </a:cxn>
                        <a:cxn ang="0">
                          <a:pos x="connsiteX566" y="connsiteY566"/>
                        </a:cxn>
                        <a:cxn ang="0">
                          <a:pos x="connsiteX567" y="connsiteY567"/>
                        </a:cxn>
                        <a:cxn ang="0">
                          <a:pos x="connsiteX568" y="connsiteY568"/>
                        </a:cxn>
                        <a:cxn ang="0">
                          <a:pos x="connsiteX569" y="connsiteY569"/>
                        </a:cxn>
                        <a:cxn ang="0">
                          <a:pos x="connsiteX570" y="connsiteY570"/>
                        </a:cxn>
                        <a:cxn ang="0">
                          <a:pos x="connsiteX571" y="connsiteY571"/>
                        </a:cxn>
                        <a:cxn ang="0">
                          <a:pos x="connsiteX572" y="connsiteY572"/>
                        </a:cxn>
                        <a:cxn ang="0">
                          <a:pos x="connsiteX573" y="connsiteY573"/>
                        </a:cxn>
                        <a:cxn ang="0">
                          <a:pos x="connsiteX574" y="connsiteY574"/>
                        </a:cxn>
                        <a:cxn ang="0">
                          <a:pos x="connsiteX575" y="connsiteY575"/>
                        </a:cxn>
                        <a:cxn ang="0">
                          <a:pos x="connsiteX576" y="connsiteY576"/>
                        </a:cxn>
                        <a:cxn ang="0">
                          <a:pos x="connsiteX577" y="connsiteY577"/>
                        </a:cxn>
                        <a:cxn ang="0">
                          <a:pos x="connsiteX578" y="connsiteY578"/>
                        </a:cxn>
                        <a:cxn ang="0">
                          <a:pos x="connsiteX579" y="connsiteY579"/>
                        </a:cxn>
                        <a:cxn ang="0">
                          <a:pos x="connsiteX580" y="connsiteY580"/>
                        </a:cxn>
                        <a:cxn ang="0">
                          <a:pos x="connsiteX581" y="connsiteY581"/>
                        </a:cxn>
                        <a:cxn ang="0">
                          <a:pos x="connsiteX582" y="connsiteY582"/>
                        </a:cxn>
                        <a:cxn ang="0">
                          <a:pos x="connsiteX583" y="connsiteY583"/>
                        </a:cxn>
                        <a:cxn ang="0">
                          <a:pos x="connsiteX584" y="connsiteY584"/>
                        </a:cxn>
                        <a:cxn ang="0">
                          <a:pos x="connsiteX585" y="connsiteY585"/>
                        </a:cxn>
                        <a:cxn ang="0">
                          <a:pos x="connsiteX586" y="connsiteY586"/>
                        </a:cxn>
                        <a:cxn ang="0">
                          <a:pos x="connsiteX587" y="connsiteY587"/>
                        </a:cxn>
                        <a:cxn ang="0">
                          <a:pos x="connsiteX588" y="connsiteY588"/>
                        </a:cxn>
                        <a:cxn ang="0">
                          <a:pos x="connsiteX589" y="connsiteY589"/>
                        </a:cxn>
                        <a:cxn ang="0">
                          <a:pos x="connsiteX590" y="connsiteY590"/>
                        </a:cxn>
                        <a:cxn ang="0">
                          <a:pos x="connsiteX591" y="connsiteY591"/>
                        </a:cxn>
                        <a:cxn ang="0">
                          <a:pos x="connsiteX592" y="connsiteY592"/>
                        </a:cxn>
                        <a:cxn ang="0">
                          <a:pos x="connsiteX593" y="connsiteY593"/>
                        </a:cxn>
                        <a:cxn ang="0">
                          <a:pos x="connsiteX594" y="connsiteY594"/>
                        </a:cxn>
                        <a:cxn ang="0">
                          <a:pos x="connsiteX595" y="connsiteY595"/>
                        </a:cxn>
                        <a:cxn ang="0">
                          <a:pos x="connsiteX596" y="connsiteY596"/>
                        </a:cxn>
                        <a:cxn ang="0">
                          <a:pos x="connsiteX597" y="connsiteY597"/>
                        </a:cxn>
                        <a:cxn ang="0">
                          <a:pos x="connsiteX598" y="connsiteY598"/>
                        </a:cxn>
                        <a:cxn ang="0">
                          <a:pos x="connsiteX599" y="connsiteY599"/>
                        </a:cxn>
                        <a:cxn ang="0">
                          <a:pos x="connsiteX600" y="connsiteY600"/>
                        </a:cxn>
                        <a:cxn ang="0">
                          <a:pos x="connsiteX601" y="connsiteY601"/>
                        </a:cxn>
                        <a:cxn ang="0">
                          <a:pos x="connsiteX602" y="connsiteY602"/>
                        </a:cxn>
                        <a:cxn ang="0">
                          <a:pos x="connsiteX603" y="connsiteY603"/>
                        </a:cxn>
                        <a:cxn ang="0">
                          <a:pos x="connsiteX604" y="connsiteY604"/>
                        </a:cxn>
                        <a:cxn ang="0">
                          <a:pos x="connsiteX605" y="connsiteY605"/>
                        </a:cxn>
                        <a:cxn ang="0">
                          <a:pos x="connsiteX606" y="connsiteY606"/>
                        </a:cxn>
                        <a:cxn ang="0">
                          <a:pos x="connsiteX607" y="connsiteY607"/>
                        </a:cxn>
                        <a:cxn ang="0">
                          <a:pos x="connsiteX608" y="connsiteY608"/>
                        </a:cxn>
                        <a:cxn ang="0">
                          <a:pos x="connsiteX609" y="connsiteY609"/>
                        </a:cxn>
                        <a:cxn ang="0">
                          <a:pos x="connsiteX610" y="connsiteY610"/>
                        </a:cxn>
                        <a:cxn ang="0">
                          <a:pos x="connsiteX611" y="connsiteY611"/>
                        </a:cxn>
                        <a:cxn ang="0">
                          <a:pos x="connsiteX612" y="connsiteY612"/>
                        </a:cxn>
                        <a:cxn ang="0">
                          <a:pos x="connsiteX613" y="connsiteY613"/>
                        </a:cxn>
                        <a:cxn ang="0">
                          <a:pos x="connsiteX614" y="connsiteY614"/>
                        </a:cxn>
                        <a:cxn ang="0">
                          <a:pos x="connsiteX615" y="connsiteY615"/>
                        </a:cxn>
                        <a:cxn ang="0">
                          <a:pos x="connsiteX616" y="connsiteY616"/>
                        </a:cxn>
                        <a:cxn ang="0">
                          <a:pos x="connsiteX617" y="connsiteY617"/>
                        </a:cxn>
                        <a:cxn ang="0">
                          <a:pos x="connsiteX618" y="connsiteY618"/>
                        </a:cxn>
                        <a:cxn ang="0">
                          <a:pos x="connsiteX619" y="connsiteY619"/>
                        </a:cxn>
                        <a:cxn ang="0">
                          <a:pos x="connsiteX620" y="connsiteY620"/>
                        </a:cxn>
                        <a:cxn ang="0">
                          <a:pos x="connsiteX621" y="connsiteY621"/>
                        </a:cxn>
                        <a:cxn ang="0">
                          <a:pos x="connsiteX622" y="connsiteY622"/>
                        </a:cxn>
                        <a:cxn ang="0">
                          <a:pos x="connsiteX623" y="connsiteY623"/>
                        </a:cxn>
                        <a:cxn ang="0">
                          <a:pos x="connsiteX624" y="connsiteY624"/>
                        </a:cxn>
                        <a:cxn ang="0">
                          <a:pos x="connsiteX625" y="connsiteY625"/>
                        </a:cxn>
                        <a:cxn ang="0">
                          <a:pos x="connsiteX626" y="connsiteY626"/>
                        </a:cxn>
                        <a:cxn ang="0">
                          <a:pos x="connsiteX627" y="connsiteY627"/>
                        </a:cxn>
                        <a:cxn ang="0">
                          <a:pos x="connsiteX628" y="connsiteY628"/>
                        </a:cxn>
                        <a:cxn ang="0">
                          <a:pos x="connsiteX629" y="connsiteY629"/>
                        </a:cxn>
                        <a:cxn ang="0">
                          <a:pos x="connsiteX630" y="connsiteY630"/>
                        </a:cxn>
                        <a:cxn ang="0">
                          <a:pos x="connsiteX631" y="connsiteY631"/>
                        </a:cxn>
                        <a:cxn ang="0">
                          <a:pos x="connsiteX632" y="connsiteY632"/>
                        </a:cxn>
                        <a:cxn ang="0">
                          <a:pos x="connsiteX633" y="connsiteY633"/>
                        </a:cxn>
                        <a:cxn ang="0">
                          <a:pos x="connsiteX634" y="connsiteY634"/>
                        </a:cxn>
                        <a:cxn ang="0">
                          <a:pos x="connsiteX635" y="connsiteY635"/>
                        </a:cxn>
                        <a:cxn ang="0">
                          <a:pos x="connsiteX636" y="connsiteY636"/>
                        </a:cxn>
                        <a:cxn ang="0">
                          <a:pos x="connsiteX637" y="connsiteY637"/>
                        </a:cxn>
                        <a:cxn ang="0">
                          <a:pos x="connsiteX638" y="connsiteY638"/>
                        </a:cxn>
                        <a:cxn ang="0">
                          <a:pos x="connsiteX639" y="connsiteY639"/>
                        </a:cxn>
                        <a:cxn ang="0">
                          <a:pos x="connsiteX640" y="connsiteY640"/>
                        </a:cxn>
                        <a:cxn ang="0">
                          <a:pos x="connsiteX641" y="connsiteY641"/>
                        </a:cxn>
                        <a:cxn ang="0">
                          <a:pos x="connsiteX642" y="connsiteY642"/>
                        </a:cxn>
                        <a:cxn ang="0">
                          <a:pos x="connsiteX643" y="connsiteY643"/>
                        </a:cxn>
                        <a:cxn ang="0">
                          <a:pos x="connsiteX644" y="connsiteY644"/>
                        </a:cxn>
                        <a:cxn ang="0">
                          <a:pos x="connsiteX645" y="connsiteY645"/>
                        </a:cxn>
                        <a:cxn ang="0">
                          <a:pos x="connsiteX646" y="connsiteY646"/>
                        </a:cxn>
                        <a:cxn ang="0">
                          <a:pos x="connsiteX647" y="connsiteY647"/>
                        </a:cxn>
                        <a:cxn ang="0">
                          <a:pos x="connsiteX648" y="connsiteY648"/>
                        </a:cxn>
                        <a:cxn ang="0">
                          <a:pos x="connsiteX649" y="connsiteY649"/>
                        </a:cxn>
                        <a:cxn ang="0">
                          <a:pos x="connsiteX650" y="connsiteY650"/>
                        </a:cxn>
                        <a:cxn ang="0">
                          <a:pos x="connsiteX651" y="connsiteY651"/>
                        </a:cxn>
                        <a:cxn ang="0">
                          <a:pos x="connsiteX652" y="connsiteY652"/>
                        </a:cxn>
                        <a:cxn ang="0">
                          <a:pos x="connsiteX653" y="connsiteY653"/>
                        </a:cxn>
                        <a:cxn ang="0">
                          <a:pos x="connsiteX654" y="connsiteY654"/>
                        </a:cxn>
                        <a:cxn ang="0">
                          <a:pos x="connsiteX655" y="connsiteY655"/>
                        </a:cxn>
                        <a:cxn ang="0">
                          <a:pos x="connsiteX656" y="connsiteY656"/>
                        </a:cxn>
                        <a:cxn ang="0">
                          <a:pos x="connsiteX657" y="connsiteY657"/>
                        </a:cxn>
                        <a:cxn ang="0">
                          <a:pos x="connsiteX658" y="connsiteY658"/>
                        </a:cxn>
                        <a:cxn ang="0">
                          <a:pos x="connsiteX659" y="connsiteY659"/>
                        </a:cxn>
                        <a:cxn ang="0">
                          <a:pos x="connsiteX660" y="connsiteY660"/>
                        </a:cxn>
                        <a:cxn ang="0">
                          <a:pos x="connsiteX661" y="connsiteY661"/>
                        </a:cxn>
                        <a:cxn ang="0">
                          <a:pos x="connsiteX662" y="connsiteY662"/>
                        </a:cxn>
                        <a:cxn ang="0">
                          <a:pos x="connsiteX663" y="connsiteY663"/>
                        </a:cxn>
                        <a:cxn ang="0">
                          <a:pos x="connsiteX664" y="connsiteY664"/>
                        </a:cxn>
                        <a:cxn ang="0">
                          <a:pos x="connsiteX665" y="connsiteY665"/>
                        </a:cxn>
                        <a:cxn ang="0">
                          <a:pos x="connsiteX666" y="connsiteY666"/>
                        </a:cxn>
                        <a:cxn ang="0">
                          <a:pos x="connsiteX667" y="connsiteY667"/>
                        </a:cxn>
                        <a:cxn ang="0">
                          <a:pos x="connsiteX668" y="connsiteY668"/>
                        </a:cxn>
                        <a:cxn ang="0">
                          <a:pos x="connsiteX669" y="connsiteY669"/>
                        </a:cxn>
                        <a:cxn ang="0">
                          <a:pos x="connsiteX670" y="connsiteY670"/>
                        </a:cxn>
                        <a:cxn ang="0">
                          <a:pos x="connsiteX671" y="connsiteY671"/>
                        </a:cxn>
                        <a:cxn ang="0">
                          <a:pos x="connsiteX672" y="connsiteY672"/>
                        </a:cxn>
                        <a:cxn ang="0">
                          <a:pos x="connsiteX673" y="connsiteY673"/>
                        </a:cxn>
                        <a:cxn ang="0">
                          <a:pos x="connsiteX674" y="connsiteY674"/>
                        </a:cxn>
                        <a:cxn ang="0">
                          <a:pos x="connsiteX675" y="connsiteY675"/>
                        </a:cxn>
                        <a:cxn ang="0">
                          <a:pos x="connsiteX676" y="connsiteY676"/>
                        </a:cxn>
                        <a:cxn ang="0">
                          <a:pos x="connsiteX677" y="connsiteY677"/>
                        </a:cxn>
                        <a:cxn ang="0">
                          <a:pos x="connsiteX678" y="connsiteY678"/>
                        </a:cxn>
                        <a:cxn ang="0">
                          <a:pos x="connsiteX679" y="connsiteY679"/>
                        </a:cxn>
                        <a:cxn ang="0">
                          <a:pos x="connsiteX680" y="connsiteY680"/>
                        </a:cxn>
                        <a:cxn ang="0">
                          <a:pos x="connsiteX681" y="connsiteY681"/>
                        </a:cxn>
                        <a:cxn ang="0">
                          <a:pos x="connsiteX682" y="connsiteY682"/>
                        </a:cxn>
                        <a:cxn ang="0">
                          <a:pos x="connsiteX683" y="connsiteY683"/>
                        </a:cxn>
                        <a:cxn ang="0">
                          <a:pos x="connsiteX684" y="connsiteY684"/>
                        </a:cxn>
                        <a:cxn ang="0">
                          <a:pos x="connsiteX685" y="connsiteY685"/>
                        </a:cxn>
                        <a:cxn ang="0">
                          <a:pos x="connsiteX686" y="connsiteY686"/>
                        </a:cxn>
                        <a:cxn ang="0">
                          <a:pos x="connsiteX687" y="connsiteY687"/>
                        </a:cxn>
                        <a:cxn ang="0">
                          <a:pos x="connsiteX688" y="connsiteY688"/>
                        </a:cxn>
                        <a:cxn ang="0">
                          <a:pos x="connsiteX689" y="connsiteY689"/>
                        </a:cxn>
                        <a:cxn ang="0">
                          <a:pos x="connsiteX690" y="connsiteY690"/>
                        </a:cxn>
                        <a:cxn ang="0">
                          <a:pos x="connsiteX691" y="connsiteY691"/>
                        </a:cxn>
                        <a:cxn ang="0">
                          <a:pos x="connsiteX692" y="connsiteY692"/>
                        </a:cxn>
                        <a:cxn ang="0">
                          <a:pos x="connsiteX693" y="connsiteY693"/>
                        </a:cxn>
                        <a:cxn ang="0">
                          <a:pos x="connsiteX694" y="connsiteY694"/>
                        </a:cxn>
                        <a:cxn ang="0">
                          <a:pos x="connsiteX695" y="connsiteY695"/>
                        </a:cxn>
                        <a:cxn ang="0">
                          <a:pos x="connsiteX696" y="connsiteY696"/>
                        </a:cxn>
                        <a:cxn ang="0">
                          <a:pos x="connsiteX697" y="connsiteY697"/>
                        </a:cxn>
                        <a:cxn ang="0">
                          <a:pos x="connsiteX698" y="connsiteY698"/>
                        </a:cxn>
                        <a:cxn ang="0">
                          <a:pos x="connsiteX699" y="connsiteY699"/>
                        </a:cxn>
                        <a:cxn ang="0">
                          <a:pos x="connsiteX700" y="connsiteY700"/>
                        </a:cxn>
                        <a:cxn ang="0">
                          <a:pos x="connsiteX701" y="connsiteY701"/>
                        </a:cxn>
                        <a:cxn ang="0">
                          <a:pos x="connsiteX702" y="connsiteY702"/>
                        </a:cxn>
                        <a:cxn ang="0">
                          <a:pos x="connsiteX703" y="connsiteY703"/>
                        </a:cxn>
                        <a:cxn ang="0">
                          <a:pos x="connsiteX704" y="connsiteY704"/>
                        </a:cxn>
                        <a:cxn ang="0">
                          <a:pos x="connsiteX705" y="connsiteY705"/>
                        </a:cxn>
                        <a:cxn ang="0">
                          <a:pos x="connsiteX706" y="connsiteY706"/>
                        </a:cxn>
                        <a:cxn ang="0">
                          <a:pos x="connsiteX707" y="connsiteY707"/>
                        </a:cxn>
                        <a:cxn ang="0">
                          <a:pos x="connsiteX708" y="connsiteY708"/>
                        </a:cxn>
                        <a:cxn ang="0">
                          <a:pos x="connsiteX709" y="connsiteY709"/>
                        </a:cxn>
                        <a:cxn ang="0">
                          <a:pos x="connsiteX710" y="connsiteY710"/>
                        </a:cxn>
                        <a:cxn ang="0">
                          <a:pos x="connsiteX711" y="connsiteY711"/>
                        </a:cxn>
                        <a:cxn ang="0">
                          <a:pos x="connsiteX712" y="connsiteY712"/>
                        </a:cxn>
                        <a:cxn ang="0">
                          <a:pos x="connsiteX713" y="connsiteY713"/>
                        </a:cxn>
                        <a:cxn ang="0">
                          <a:pos x="connsiteX714" y="connsiteY714"/>
                        </a:cxn>
                        <a:cxn ang="0">
                          <a:pos x="connsiteX715" y="connsiteY715"/>
                        </a:cxn>
                        <a:cxn ang="0">
                          <a:pos x="connsiteX716" y="connsiteY716"/>
                        </a:cxn>
                        <a:cxn ang="0">
                          <a:pos x="connsiteX717" y="connsiteY717"/>
                        </a:cxn>
                        <a:cxn ang="0">
                          <a:pos x="connsiteX718" y="connsiteY718"/>
                        </a:cxn>
                        <a:cxn ang="0">
                          <a:pos x="connsiteX719" y="connsiteY719"/>
                        </a:cxn>
                        <a:cxn ang="0">
                          <a:pos x="connsiteX720" y="connsiteY720"/>
                        </a:cxn>
                        <a:cxn ang="0">
                          <a:pos x="connsiteX721" y="connsiteY721"/>
                        </a:cxn>
                        <a:cxn ang="0">
                          <a:pos x="connsiteX722" y="connsiteY722"/>
                        </a:cxn>
                        <a:cxn ang="0">
                          <a:pos x="connsiteX723" y="connsiteY723"/>
                        </a:cxn>
                        <a:cxn ang="0">
                          <a:pos x="connsiteX724" y="connsiteY724"/>
                        </a:cxn>
                        <a:cxn ang="0">
                          <a:pos x="connsiteX725" y="connsiteY725"/>
                        </a:cxn>
                        <a:cxn ang="0">
                          <a:pos x="connsiteX726" y="connsiteY726"/>
                        </a:cxn>
                        <a:cxn ang="0">
                          <a:pos x="connsiteX727" y="connsiteY727"/>
                        </a:cxn>
                        <a:cxn ang="0">
                          <a:pos x="connsiteX728" y="connsiteY728"/>
                        </a:cxn>
                        <a:cxn ang="0">
                          <a:pos x="connsiteX729" y="connsiteY729"/>
                        </a:cxn>
                        <a:cxn ang="0">
                          <a:pos x="connsiteX730" y="connsiteY730"/>
                        </a:cxn>
                        <a:cxn ang="0">
                          <a:pos x="connsiteX731" y="connsiteY731"/>
                        </a:cxn>
                        <a:cxn ang="0">
                          <a:pos x="connsiteX732" y="connsiteY732"/>
                        </a:cxn>
                        <a:cxn ang="0">
                          <a:pos x="connsiteX733" y="connsiteY733"/>
                        </a:cxn>
                        <a:cxn ang="0">
                          <a:pos x="connsiteX734" y="connsiteY734"/>
                        </a:cxn>
                        <a:cxn ang="0">
                          <a:pos x="connsiteX735" y="connsiteY735"/>
                        </a:cxn>
                        <a:cxn ang="0">
                          <a:pos x="connsiteX736" y="connsiteY736"/>
                        </a:cxn>
                        <a:cxn ang="0">
                          <a:pos x="connsiteX737" y="connsiteY737"/>
                        </a:cxn>
                        <a:cxn ang="0">
                          <a:pos x="connsiteX738" y="connsiteY738"/>
                        </a:cxn>
                        <a:cxn ang="0">
                          <a:pos x="connsiteX739" y="connsiteY739"/>
                        </a:cxn>
                        <a:cxn ang="0">
                          <a:pos x="connsiteX740" y="connsiteY740"/>
                        </a:cxn>
                        <a:cxn ang="0">
                          <a:pos x="connsiteX741" y="connsiteY741"/>
                        </a:cxn>
                        <a:cxn ang="0">
                          <a:pos x="connsiteX742" y="connsiteY742"/>
                        </a:cxn>
                        <a:cxn ang="0">
                          <a:pos x="connsiteX743" y="connsiteY743"/>
                        </a:cxn>
                        <a:cxn ang="0">
                          <a:pos x="connsiteX744" y="connsiteY744"/>
                        </a:cxn>
                        <a:cxn ang="0">
                          <a:pos x="connsiteX745" y="connsiteY745"/>
                        </a:cxn>
                        <a:cxn ang="0">
                          <a:pos x="connsiteX746" y="connsiteY746"/>
                        </a:cxn>
                        <a:cxn ang="0">
                          <a:pos x="connsiteX747" y="connsiteY747"/>
                        </a:cxn>
                        <a:cxn ang="0">
                          <a:pos x="connsiteX748" y="connsiteY748"/>
                        </a:cxn>
                        <a:cxn ang="0">
                          <a:pos x="connsiteX749" y="connsiteY749"/>
                        </a:cxn>
                        <a:cxn ang="0">
                          <a:pos x="connsiteX750" y="connsiteY750"/>
                        </a:cxn>
                        <a:cxn ang="0">
                          <a:pos x="connsiteX751" y="connsiteY751"/>
                        </a:cxn>
                        <a:cxn ang="0">
                          <a:pos x="connsiteX752" y="connsiteY752"/>
                        </a:cxn>
                        <a:cxn ang="0">
                          <a:pos x="connsiteX753" y="connsiteY753"/>
                        </a:cxn>
                        <a:cxn ang="0">
                          <a:pos x="connsiteX754" y="connsiteY754"/>
                        </a:cxn>
                        <a:cxn ang="0">
                          <a:pos x="connsiteX755" y="connsiteY755"/>
                        </a:cxn>
                        <a:cxn ang="0">
                          <a:pos x="connsiteX756" y="connsiteY756"/>
                        </a:cxn>
                        <a:cxn ang="0">
                          <a:pos x="connsiteX757" y="connsiteY757"/>
                        </a:cxn>
                        <a:cxn ang="0">
                          <a:pos x="connsiteX758" y="connsiteY758"/>
                        </a:cxn>
                        <a:cxn ang="0">
                          <a:pos x="connsiteX759" y="connsiteY759"/>
                        </a:cxn>
                        <a:cxn ang="0">
                          <a:pos x="connsiteX760" y="connsiteY760"/>
                        </a:cxn>
                        <a:cxn ang="0">
                          <a:pos x="connsiteX761" y="connsiteY761"/>
                        </a:cxn>
                        <a:cxn ang="0">
                          <a:pos x="connsiteX762" y="connsiteY762"/>
                        </a:cxn>
                        <a:cxn ang="0">
                          <a:pos x="connsiteX763" y="connsiteY763"/>
                        </a:cxn>
                        <a:cxn ang="0">
                          <a:pos x="connsiteX764" y="connsiteY764"/>
                        </a:cxn>
                        <a:cxn ang="0">
                          <a:pos x="connsiteX765" y="connsiteY765"/>
                        </a:cxn>
                        <a:cxn ang="0">
                          <a:pos x="connsiteX766" y="connsiteY766"/>
                        </a:cxn>
                        <a:cxn ang="0">
                          <a:pos x="connsiteX767" y="connsiteY767"/>
                        </a:cxn>
                        <a:cxn ang="0">
                          <a:pos x="connsiteX768" y="connsiteY768"/>
                        </a:cxn>
                        <a:cxn ang="0">
                          <a:pos x="connsiteX769" y="connsiteY769"/>
                        </a:cxn>
                        <a:cxn ang="0">
                          <a:pos x="connsiteX770" y="connsiteY770"/>
                        </a:cxn>
                        <a:cxn ang="0">
                          <a:pos x="connsiteX771" y="connsiteY771"/>
                        </a:cxn>
                        <a:cxn ang="0">
                          <a:pos x="connsiteX772" y="connsiteY772"/>
                        </a:cxn>
                        <a:cxn ang="0">
                          <a:pos x="connsiteX773" y="connsiteY773"/>
                        </a:cxn>
                        <a:cxn ang="0">
                          <a:pos x="connsiteX774" y="connsiteY774"/>
                        </a:cxn>
                        <a:cxn ang="0">
                          <a:pos x="connsiteX775" y="connsiteY775"/>
                        </a:cxn>
                        <a:cxn ang="0">
                          <a:pos x="connsiteX776" y="connsiteY776"/>
                        </a:cxn>
                        <a:cxn ang="0">
                          <a:pos x="connsiteX777" y="connsiteY777"/>
                        </a:cxn>
                        <a:cxn ang="0">
                          <a:pos x="connsiteX778" y="connsiteY778"/>
                        </a:cxn>
                        <a:cxn ang="0">
                          <a:pos x="connsiteX779" y="connsiteY779"/>
                        </a:cxn>
                        <a:cxn ang="0">
                          <a:pos x="connsiteX780" y="connsiteY780"/>
                        </a:cxn>
                        <a:cxn ang="0">
                          <a:pos x="connsiteX781" y="connsiteY781"/>
                        </a:cxn>
                        <a:cxn ang="0">
                          <a:pos x="connsiteX782" y="connsiteY782"/>
                        </a:cxn>
                        <a:cxn ang="0">
                          <a:pos x="connsiteX783" y="connsiteY783"/>
                        </a:cxn>
                        <a:cxn ang="0">
                          <a:pos x="connsiteX784" y="connsiteY784"/>
                        </a:cxn>
                        <a:cxn ang="0">
                          <a:pos x="connsiteX785" y="connsiteY785"/>
                        </a:cxn>
                        <a:cxn ang="0">
                          <a:pos x="connsiteX786" y="connsiteY786"/>
                        </a:cxn>
                        <a:cxn ang="0">
                          <a:pos x="connsiteX787" y="connsiteY787"/>
                        </a:cxn>
                        <a:cxn ang="0">
                          <a:pos x="connsiteX788" y="connsiteY788"/>
                        </a:cxn>
                        <a:cxn ang="0">
                          <a:pos x="connsiteX789" y="connsiteY789"/>
                        </a:cxn>
                        <a:cxn ang="0">
                          <a:pos x="connsiteX790" y="connsiteY790"/>
                        </a:cxn>
                        <a:cxn ang="0">
                          <a:pos x="connsiteX791" y="connsiteY791"/>
                        </a:cxn>
                        <a:cxn ang="0">
                          <a:pos x="connsiteX792" y="connsiteY792"/>
                        </a:cxn>
                      </a:cxnLst>
                      <a:rect l="l" t="t" r="r" b="b"/>
                      <a:pathLst>
                        <a:path w="1583778" h="1183785">
                          <a:moveTo>
                            <a:pt x="1565937" y="227480"/>
                          </a:moveTo>
                          <a:cubicBezTo>
                            <a:pt x="1567126" y="229858"/>
                            <a:pt x="1569505" y="233427"/>
                            <a:pt x="1569505" y="235806"/>
                          </a:cubicBezTo>
                          <a:cubicBezTo>
                            <a:pt x="1569505" y="238184"/>
                            <a:pt x="1564747" y="239374"/>
                            <a:pt x="1567126" y="241753"/>
                          </a:cubicBezTo>
                          <a:cubicBezTo>
                            <a:pt x="1569505" y="242942"/>
                            <a:pt x="1571884" y="247700"/>
                            <a:pt x="1571884" y="247700"/>
                          </a:cubicBezTo>
                          <a:cubicBezTo>
                            <a:pt x="1571884" y="247700"/>
                            <a:pt x="1574263" y="254836"/>
                            <a:pt x="1571884" y="253647"/>
                          </a:cubicBezTo>
                          <a:cubicBezTo>
                            <a:pt x="1569505" y="252458"/>
                            <a:pt x="1567126" y="252458"/>
                            <a:pt x="1567126" y="253647"/>
                          </a:cubicBezTo>
                          <a:cubicBezTo>
                            <a:pt x="1567126" y="254836"/>
                            <a:pt x="1571884" y="265541"/>
                            <a:pt x="1571884" y="269110"/>
                          </a:cubicBezTo>
                          <a:cubicBezTo>
                            <a:pt x="1570695" y="272678"/>
                            <a:pt x="1568316" y="271489"/>
                            <a:pt x="1568316" y="273867"/>
                          </a:cubicBezTo>
                          <a:cubicBezTo>
                            <a:pt x="1568316" y="276246"/>
                            <a:pt x="1573074" y="283383"/>
                            <a:pt x="1571884" y="284572"/>
                          </a:cubicBezTo>
                          <a:cubicBezTo>
                            <a:pt x="1570695" y="285762"/>
                            <a:pt x="1567126" y="284572"/>
                            <a:pt x="1567126" y="286951"/>
                          </a:cubicBezTo>
                          <a:cubicBezTo>
                            <a:pt x="1568316" y="289330"/>
                            <a:pt x="1569505" y="292898"/>
                            <a:pt x="1568316" y="295277"/>
                          </a:cubicBezTo>
                          <a:cubicBezTo>
                            <a:pt x="1567126" y="297656"/>
                            <a:pt x="1564747" y="296467"/>
                            <a:pt x="1564747" y="298846"/>
                          </a:cubicBezTo>
                          <a:cubicBezTo>
                            <a:pt x="1564747" y="300035"/>
                            <a:pt x="1567126" y="303603"/>
                            <a:pt x="1567126" y="305982"/>
                          </a:cubicBezTo>
                          <a:cubicBezTo>
                            <a:pt x="1565937" y="307172"/>
                            <a:pt x="1563558" y="308361"/>
                            <a:pt x="1565937" y="310740"/>
                          </a:cubicBezTo>
                          <a:cubicBezTo>
                            <a:pt x="1568316" y="313119"/>
                            <a:pt x="1569505" y="316687"/>
                            <a:pt x="1567126" y="319066"/>
                          </a:cubicBezTo>
                          <a:cubicBezTo>
                            <a:pt x="1564747" y="321445"/>
                            <a:pt x="1561179" y="320255"/>
                            <a:pt x="1561179" y="322634"/>
                          </a:cubicBezTo>
                          <a:cubicBezTo>
                            <a:pt x="1561179" y="323824"/>
                            <a:pt x="1558800" y="326203"/>
                            <a:pt x="1557610" y="328582"/>
                          </a:cubicBezTo>
                          <a:cubicBezTo>
                            <a:pt x="1556421" y="329771"/>
                            <a:pt x="1555232" y="333339"/>
                            <a:pt x="1556421" y="334529"/>
                          </a:cubicBezTo>
                          <a:cubicBezTo>
                            <a:pt x="1557610" y="336908"/>
                            <a:pt x="1561179" y="340476"/>
                            <a:pt x="1558800" y="340476"/>
                          </a:cubicBezTo>
                          <a:cubicBezTo>
                            <a:pt x="1556421" y="340476"/>
                            <a:pt x="1555232" y="340476"/>
                            <a:pt x="1555232" y="341665"/>
                          </a:cubicBezTo>
                          <a:cubicBezTo>
                            <a:pt x="1555232" y="342855"/>
                            <a:pt x="1555232" y="347612"/>
                            <a:pt x="1552853" y="347612"/>
                          </a:cubicBezTo>
                          <a:cubicBezTo>
                            <a:pt x="1551663" y="347612"/>
                            <a:pt x="1550474" y="342855"/>
                            <a:pt x="1549285" y="341665"/>
                          </a:cubicBezTo>
                          <a:cubicBezTo>
                            <a:pt x="1548095" y="340476"/>
                            <a:pt x="1543338" y="339286"/>
                            <a:pt x="1542148" y="336908"/>
                          </a:cubicBezTo>
                          <a:cubicBezTo>
                            <a:pt x="1542148" y="334529"/>
                            <a:pt x="1544527" y="329771"/>
                            <a:pt x="1543338" y="327392"/>
                          </a:cubicBezTo>
                          <a:cubicBezTo>
                            <a:pt x="1542148" y="325013"/>
                            <a:pt x="1538580" y="325013"/>
                            <a:pt x="1538580" y="322634"/>
                          </a:cubicBezTo>
                          <a:cubicBezTo>
                            <a:pt x="1538580" y="320255"/>
                            <a:pt x="1536201" y="314308"/>
                            <a:pt x="1535012" y="314308"/>
                          </a:cubicBezTo>
                          <a:cubicBezTo>
                            <a:pt x="1533822" y="314308"/>
                            <a:pt x="1531443" y="315498"/>
                            <a:pt x="1530254" y="317877"/>
                          </a:cubicBezTo>
                          <a:cubicBezTo>
                            <a:pt x="1530254" y="320255"/>
                            <a:pt x="1527875" y="327392"/>
                            <a:pt x="1525496" y="328582"/>
                          </a:cubicBezTo>
                          <a:cubicBezTo>
                            <a:pt x="1523117" y="328582"/>
                            <a:pt x="1521927" y="328582"/>
                            <a:pt x="1519549" y="329771"/>
                          </a:cubicBezTo>
                          <a:cubicBezTo>
                            <a:pt x="1518359" y="332150"/>
                            <a:pt x="1515980" y="335718"/>
                            <a:pt x="1518359" y="336908"/>
                          </a:cubicBezTo>
                          <a:cubicBezTo>
                            <a:pt x="1519549" y="338097"/>
                            <a:pt x="1531443" y="354749"/>
                            <a:pt x="1531443" y="357128"/>
                          </a:cubicBezTo>
                          <a:cubicBezTo>
                            <a:pt x="1531443" y="359507"/>
                            <a:pt x="1532633" y="370212"/>
                            <a:pt x="1532633" y="371401"/>
                          </a:cubicBezTo>
                          <a:cubicBezTo>
                            <a:pt x="1531443" y="372591"/>
                            <a:pt x="1531443" y="379727"/>
                            <a:pt x="1532633" y="380917"/>
                          </a:cubicBezTo>
                          <a:cubicBezTo>
                            <a:pt x="1533822" y="382106"/>
                            <a:pt x="1537391" y="384485"/>
                            <a:pt x="1537391" y="388053"/>
                          </a:cubicBezTo>
                          <a:cubicBezTo>
                            <a:pt x="1537391" y="391621"/>
                            <a:pt x="1533822" y="394000"/>
                            <a:pt x="1535012" y="396379"/>
                          </a:cubicBezTo>
                          <a:cubicBezTo>
                            <a:pt x="1536201" y="398758"/>
                            <a:pt x="1537391" y="403516"/>
                            <a:pt x="1536201" y="405895"/>
                          </a:cubicBezTo>
                          <a:cubicBezTo>
                            <a:pt x="1533822" y="407084"/>
                            <a:pt x="1525496" y="405895"/>
                            <a:pt x="1525496" y="407084"/>
                          </a:cubicBezTo>
                          <a:cubicBezTo>
                            <a:pt x="1525496" y="408274"/>
                            <a:pt x="1527875" y="411842"/>
                            <a:pt x="1529064" y="415410"/>
                          </a:cubicBezTo>
                          <a:cubicBezTo>
                            <a:pt x="1526685" y="416600"/>
                            <a:pt x="1521927" y="416600"/>
                            <a:pt x="1519549" y="416600"/>
                          </a:cubicBezTo>
                          <a:cubicBezTo>
                            <a:pt x="1515980" y="416600"/>
                            <a:pt x="1515980" y="405895"/>
                            <a:pt x="1510033" y="404705"/>
                          </a:cubicBezTo>
                          <a:cubicBezTo>
                            <a:pt x="1504086" y="404705"/>
                            <a:pt x="1508844" y="416600"/>
                            <a:pt x="1510033" y="420168"/>
                          </a:cubicBezTo>
                          <a:cubicBezTo>
                            <a:pt x="1511223" y="424926"/>
                            <a:pt x="1507655" y="423736"/>
                            <a:pt x="1504086" y="423736"/>
                          </a:cubicBezTo>
                          <a:cubicBezTo>
                            <a:pt x="1500518" y="423736"/>
                            <a:pt x="1499329" y="430873"/>
                            <a:pt x="1496950" y="438010"/>
                          </a:cubicBezTo>
                          <a:cubicBezTo>
                            <a:pt x="1493381" y="445146"/>
                            <a:pt x="1491002" y="443957"/>
                            <a:pt x="1482676" y="445146"/>
                          </a:cubicBezTo>
                          <a:cubicBezTo>
                            <a:pt x="1475540" y="446336"/>
                            <a:pt x="1485055" y="453472"/>
                            <a:pt x="1489813" y="459419"/>
                          </a:cubicBezTo>
                          <a:cubicBezTo>
                            <a:pt x="1494570" y="465367"/>
                            <a:pt x="1480297" y="465367"/>
                            <a:pt x="1473161" y="467745"/>
                          </a:cubicBezTo>
                          <a:cubicBezTo>
                            <a:pt x="1466024" y="470124"/>
                            <a:pt x="1451751" y="459419"/>
                            <a:pt x="1445804" y="457040"/>
                          </a:cubicBezTo>
                          <a:cubicBezTo>
                            <a:pt x="1439857" y="454662"/>
                            <a:pt x="1442236" y="472503"/>
                            <a:pt x="1439857" y="479640"/>
                          </a:cubicBezTo>
                          <a:cubicBezTo>
                            <a:pt x="1438667" y="485587"/>
                            <a:pt x="1427962" y="496292"/>
                            <a:pt x="1423204" y="503428"/>
                          </a:cubicBezTo>
                          <a:cubicBezTo>
                            <a:pt x="1418447" y="510565"/>
                            <a:pt x="1417257" y="515323"/>
                            <a:pt x="1414878" y="517702"/>
                          </a:cubicBezTo>
                          <a:cubicBezTo>
                            <a:pt x="1413689" y="521270"/>
                            <a:pt x="1410121" y="527217"/>
                            <a:pt x="1410121" y="529596"/>
                          </a:cubicBezTo>
                          <a:cubicBezTo>
                            <a:pt x="1410121" y="531975"/>
                            <a:pt x="1408931" y="533164"/>
                            <a:pt x="1407742" y="533164"/>
                          </a:cubicBezTo>
                          <a:cubicBezTo>
                            <a:pt x="1407742" y="533164"/>
                            <a:pt x="1406553" y="533164"/>
                            <a:pt x="1406553" y="533164"/>
                          </a:cubicBezTo>
                          <a:cubicBezTo>
                            <a:pt x="1404174" y="533164"/>
                            <a:pt x="1401795" y="539111"/>
                            <a:pt x="1399416" y="540301"/>
                          </a:cubicBezTo>
                          <a:cubicBezTo>
                            <a:pt x="1397037" y="541490"/>
                            <a:pt x="1393469" y="541490"/>
                            <a:pt x="1389900" y="540301"/>
                          </a:cubicBezTo>
                          <a:cubicBezTo>
                            <a:pt x="1386332" y="537922"/>
                            <a:pt x="1385142" y="542680"/>
                            <a:pt x="1383953" y="543869"/>
                          </a:cubicBezTo>
                          <a:cubicBezTo>
                            <a:pt x="1382764" y="545059"/>
                            <a:pt x="1380385" y="543869"/>
                            <a:pt x="1376817" y="543869"/>
                          </a:cubicBezTo>
                          <a:cubicBezTo>
                            <a:pt x="1373248" y="543869"/>
                            <a:pt x="1375627" y="546248"/>
                            <a:pt x="1375627" y="547438"/>
                          </a:cubicBezTo>
                          <a:cubicBezTo>
                            <a:pt x="1375627" y="548627"/>
                            <a:pt x="1374438" y="549816"/>
                            <a:pt x="1372059" y="549816"/>
                          </a:cubicBezTo>
                          <a:cubicBezTo>
                            <a:pt x="1369680" y="549816"/>
                            <a:pt x="1357785" y="560521"/>
                            <a:pt x="1355406" y="561711"/>
                          </a:cubicBezTo>
                          <a:cubicBezTo>
                            <a:pt x="1353028" y="562900"/>
                            <a:pt x="1356596" y="566469"/>
                            <a:pt x="1356596" y="567658"/>
                          </a:cubicBezTo>
                          <a:cubicBezTo>
                            <a:pt x="1356596" y="568847"/>
                            <a:pt x="1356596" y="570037"/>
                            <a:pt x="1353028" y="571226"/>
                          </a:cubicBezTo>
                          <a:cubicBezTo>
                            <a:pt x="1350649" y="571226"/>
                            <a:pt x="1345891" y="575984"/>
                            <a:pt x="1345891" y="577173"/>
                          </a:cubicBezTo>
                          <a:cubicBezTo>
                            <a:pt x="1345891" y="579552"/>
                            <a:pt x="1344702" y="579552"/>
                            <a:pt x="1341134" y="579552"/>
                          </a:cubicBezTo>
                          <a:cubicBezTo>
                            <a:pt x="1337565" y="580742"/>
                            <a:pt x="1338755" y="580742"/>
                            <a:pt x="1337565" y="583121"/>
                          </a:cubicBezTo>
                          <a:cubicBezTo>
                            <a:pt x="1336376" y="585499"/>
                            <a:pt x="1333997" y="581931"/>
                            <a:pt x="1332808" y="579552"/>
                          </a:cubicBezTo>
                          <a:cubicBezTo>
                            <a:pt x="1332808" y="578363"/>
                            <a:pt x="1330429" y="578363"/>
                            <a:pt x="1328050" y="577173"/>
                          </a:cubicBezTo>
                          <a:cubicBezTo>
                            <a:pt x="1325671" y="575984"/>
                            <a:pt x="1329239" y="572416"/>
                            <a:pt x="1330429" y="572416"/>
                          </a:cubicBezTo>
                          <a:cubicBezTo>
                            <a:pt x="1331618" y="572416"/>
                            <a:pt x="1333997" y="571226"/>
                            <a:pt x="1335187" y="570037"/>
                          </a:cubicBezTo>
                          <a:cubicBezTo>
                            <a:pt x="1336376" y="567658"/>
                            <a:pt x="1338755" y="568847"/>
                            <a:pt x="1339944" y="568847"/>
                          </a:cubicBezTo>
                          <a:cubicBezTo>
                            <a:pt x="1342323" y="568847"/>
                            <a:pt x="1344702" y="566469"/>
                            <a:pt x="1345891" y="565279"/>
                          </a:cubicBezTo>
                          <a:cubicBezTo>
                            <a:pt x="1345891" y="564090"/>
                            <a:pt x="1343512" y="562900"/>
                            <a:pt x="1343512" y="561711"/>
                          </a:cubicBezTo>
                          <a:cubicBezTo>
                            <a:pt x="1342323" y="560521"/>
                            <a:pt x="1350649" y="554574"/>
                            <a:pt x="1349459" y="553385"/>
                          </a:cubicBezTo>
                          <a:cubicBezTo>
                            <a:pt x="1349459" y="552195"/>
                            <a:pt x="1343512" y="558142"/>
                            <a:pt x="1339944" y="558142"/>
                          </a:cubicBezTo>
                          <a:cubicBezTo>
                            <a:pt x="1336376" y="559332"/>
                            <a:pt x="1335187" y="556953"/>
                            <a:pt x="1335187" y="555764"/>
                          </a:cubicBezTo>
                          <a:cubicBezTo>
                            <a:pt x="1333997" y="554574"/>
                            <a:pt x="1338755" y="551006"/>
                            <a:pt x="1338755" y="548627"/>
                          </a:cubicBezTo>
                          <a:cubicBezTo>
                            <a:pt x="1338755" y="546248"/>
                            <a:pt x="1337565" y="546248"/>
                            <a:pt x="1335187" y="545059"/>
                          </a:cubicBezTo>
                          <a:cubicBezTo>
                            <a:pt x="1332808" y="542680"/>
                            <a:pt x="1332808" y="539111"/>
                            <a:pt x="1333997" y="536733"/>
                          </a:cubicBezTo>
                          <a:cubicBezTo>
                            <a:pt x="1333997" y="534354"/>
                            <a:pt x="1336376" y="534354"/>
                            <a:pt x="1338755" y="534354"/>
                          </a:cubicBezTo>
                          <a:cubicBezTo>
                            <a:pt x="1341134" y="533164"/>
                            <a:pt x="1341134" y="526028"/>
                            <a:pt x="1341134" y="523649"/>
                          </a:cubicBezTo>
                          <a:cubicBezTo>
                            <a:pt x="1342323" y="521270"/>
                            <a:pt x="1345891" y="517702"/>
                            <a:pt x="1348270" y="515323"/>
                          </a:cubicBezTo>
                          <a:cubicBezTo>
                            <a:pt x="1350649" y="511754"/>
                            <a:pt x="1341134" y="506997"/>
                            <a:pt x="1336376" y="505807"/>
                          </a:cubicBezTo>
                          <a:cubicBezTo>
                            <a:pt x="1331618" y="503428"/>
                            <a:pt x="1331618" y="499860"/>
                            <a:pt x="1330429" y="497481"/>
                          </a:cubicBezTo>
                          <a:cubicBezTo>
                            <a:pt x="1328050" y="496292"/>
                            <a:pt x="1328050" y="501050"/>
                            <a:pt x="1324481" y="502239"/>
                          </a:cubicBezTo>
                          <a:cubicBezTo>
                            <a:pt x="1320913" y="502239"/>
                            <a:pt x="1319723" y="499860"/>
                            <a:pt x="1316155" y="499860"/>
                          </a:cubicBezTo>
                          <a:cubicBezTo>
                            <a:pt x="1312587" y="499860"/>
                            <a:pt x="1311398" y="505807"/>
                            <a:pt x="1311398" y="508186"/>
                          </a:cubicBezTo>
                          <a:cubicBezTo>
                            <a:pt x="1311398" y="510565"/>
                            <a:pt x="1310208" y="512944"/>
                            <a:pt x="1306640" y="515323"/>
                          </a:cubicBezTo>
                          <a:cubicBezTo>
                            <a:pt x="1303072" y="517702"/>
                            <a:pt x="1304261" y="523649"/>
                            <a:pt x="1304261" y="524838"/>
                          </a:cubicBezTo>
                          <a:cubicBezTo>
                            <a:pt x="1304261" y="526028"/>
                            <a:pt x="1304261" y="529596"/>
                            <a:pt x="1301882" y="529596"/>
                          </a:cubicBezTo>
                          <a:cubicBezTo>
                            <a:pt x="1299504" y="529596"/>
                            <a:pt x="1299504" y="533164"/>
                            <a:pt x="1297125" y="535543"/>
                          </a:cubicBezTo>
                          <a:cubicBezTo>
                            <a:pt x="1294746" y="537922"/>
                            <a:pt x="1289988" y="537922"/>
                            <a:pt x="1284040" y="539111"/>
                          </a:cubicBezTo>
                          <a:cubicBezTo>
                            <a:pt x="1278093" y="540301"/>
                            <a:pt x="1281662" y="542680"/>
                            <a:pt x="1281662" y="545059"/>
                          </a:cubicBezTo>
                          <a:cubicBezTo>
                            <a:pt x="1282851" y="547438"/>
                            <a:pt x="1279283" y="552195"/>
                            <a:pt x="1276904" y="554574"/>
                          </a:cubicBezTo>
                          <a:cubicBezTo>
                            <a:pt x="1274525" y="556953"/>
                            <a:pt x="1278093" y="560521"/>
                            <a:pt x="1278093" y="562900"/>
                          </a:cubicBezTo>
                          <a:cubicBezTo>
                            <a:pt x="1278093" y="565279"/>
                            <a:pt x="1276904" y="565279"/>
                            <a:pt x="1274525" y="566469"/>
                          </a:cubicBezTo>
                          <a:cubicBezTo>
                            <a:pt x="1272146" y="567658"/>
                            <a:pt x="1276904" y="568847"/>
                            <a:pt x="1275715" y="571226"/>
                          </a:cubicBezTo>
                          <a:cubicBezTo>
                            <a:pt x="1273336" y="574795"/>
                            <a:pt x="1265010" y="572416"/>
                            <a:pt x="1260252" y="573605"/>
                          </a:cubicBezTo>
                          <a:cubicBezTo>
                            <a:pt x="1255494" y="573605"/>
                            <a:pt x="1256683" y="571226"/>
                            <a:pt x="1251926" y="570037"/>
                          </a:cubicBezTo>
                          <a:cubicBezTo>
                            <a:pt x="1247168" y="568847"/>
                            <a:pt x="1249547" y="572416"/>
                            <a:pt x="1247168" y="574795"/>
                          </a:cubicBezTo>
                          <a:cubicBezTo>
                            <a:pt x="1244789" y="577173"/>
                            <a:pt x="1245979" y="579552"/>
                            <a:pt x="1245979" y="583121"/>
                          </a:cubicBezTo>
                          <a:cubicBezTo>
                            <a:pt x="1245979" y="586689"/>
                            <a:pt x="1244789" y="586689"/>
                            <a:pt x="1242410" y="589068"/>
                          </a:cubicBezTo>
                          <a:cubicBezTo>
                            <a:pt x="1240032" y="591447"/>
                            <a:pt x="1245979" y="595015"/>
                            <a:pt x="1245979" y="599773"/>
                          </a:cubicBezTo>
                          <a:cubicBezTo>
                            <a:pt x="1247168" y="604530"/>
                            <a:pt x="1250736" y="604530"/>
                            <a:pt x="1255494" y="606909"/>
                          </a:cubicBezTo>
                          <a:cubicBezTo>
                            <a:pt x="1260252" y="609288"/>
                            <a:pt x="1261442" y="614046"/>
                            <a:pt x="1261442" y="617614"/>
                          </a:cubicBezTo>
                          <a:cubicBezTo>
                            <a:pt x="1261442" y="621182"/>
                            <a:pt x="1266199" y="618804"/>
                            <a:pt x="1267389" y="617614"/>
                          </a:cubicBezTo>
                          <a:cubicBezTo>
                            <a:pt x="1269768" y="616425"/>
                            <a:pt x="1272146" y="618804"/>
                            <a:pt x="1273336" y="617614"/>
                          </a:cubicBezTo>
                          <a:cubicBezTo>
                            <a:pt x="1274525" y="616425"/>
                            <a:pt x="1278093" y="617614"/>
                            <a:pt x="1280472" y="617614"/>
                          </a:cubicBezTo>
                          <a:cubicBezTo>
                            <a:pt x="1282851" y="617614"/>
                            <a:pt x="1281662" y="624751"/>
                            <a:pt x="1281662" y="628319"/>
                          </a:cubicBezTo>
                          <a:cubicBezTo>
                            <a:pt x="1281662" y="631887"/>
                            <a:pt x="1285230" y="637835"/>
                            <a:pt x="1287609" y="641403"/>
                          </a:cubicBezTo>
                          <a:cubicBezTo>
                            <a:pt x="1289988" y="644971"/>
                            <a:pt x="1291177" y="644971"/>
                            <a:pt x="1294746" y="644971"/>
                          </a:cubicBezTo>
                          <a:cubicBezTo>
                            <a:pt x="1298314" y="644971"/>
                            <a:pt x="1299504" y="641403"/>
                            <a:pt x="1300693" y="640213"/>
                          </a:cubicBezTo>
                          <a:cubicBezTo>
                            <a:pt x="1301882" y="639024"/>
                            <a:pt x="1303072" y="642592"/>
                            <a:pt x="1304261" y="643782"/>
                          </a:cubicBezTo>
                          <a:cubicBezTo>
                            <a:pt x="1306640" y="644971"/>
                            <a:pt x="1307829" y="640213"/>
                            <a:pt x="1310208" y="639024"/>
                          </a:cubicBezTo>
                          <a:cubicBezTo>
                            <a:pt x="1311398" y="636645"/>
                            <a:pt x="1307829" y="634266"/>
                            <a:pt x="1307829" y="631887"/>
                          </a:cubicBezTo>
                          <a:cubicBezTo>
                            <a:pt x="1307829" y="630698"/>
                            <a:pt x="1312587" y="629508"/>
                            <a:pt x="1314966" y="628319"/>
                          </a:cubicBezTo>
                          <a:cubicBezTo>
                            <a:pt x="1317345" y="627130"/>
                            <a:pt x="1316155" y="621182"/>
                            <a:pt x="1317345" y="621182"/>
                          </a:cubicBezTo>
                          <a:cubicBezTo>
                            <a:pt x="1317345" y="619993"/>
                            <a:pt x="1322102" y="619993"/>
                            <a:pt x="1323292" y="619993"/>
                          </a:cubicBezTo>
                          <a:cubicBezTo>
                            <a:pt x="1324481" y="619993"/>
                            <a:pt x="1330429" y="616425"/>
                            <a:pt x="1332808" y="615235"/>
                          </a:cubicBezTo>
                          <a:cubicBezTo>
                            <a:pt x="1335187" y="615235"/>
                            <a:pt x="1342323" y="624751"/>
                            <a:pt x="1345891" y="625940"/>
                          </a:cubicBezTo>
                          <a:cubicBezTo>
                            <a:pt x="1349459" y="628319"/>
                            <a:pt x="1360164" y="625940"/>
                            <a:pt x="1363733" y="625940"/>
                          </a:cubicBezTo>
                          <a:cubicBezTo>
                            <a:pt x="1367301" y="625940"/>
                            <a:pt x="1366112" y="623561"/>
                            <a:pt x="1369680" y="622372"/>
                          </a:cubicBezTo>
                          <a:cubicBezTo>
                            <a:pt x="1372059" y="622372"/>
                            <a:pt x="1373248" y="623561"/>
                            <a:pt x="1376817" y="623561"/>
                          </a:cubicBezTo>
                          <a:cubicBezTo>
                            <a:pt x="1379195" y="623561"/>
                            <a:pt x="1386332" y="622372"/>
                            <a:pt x="1387521" y="622372"/>
                          </a:cubicBezTo>
                          <a:cubicBezTo>
                            <a:pt x="1388711" y="623561"/>
                            <a:pt x="1385142" y="625940"/>
                            <a:pt x="1382764" y="627130"/>
                          </a:cubicBezTo>
                          <a:cubicBezTo>
                            <a:pt x="1380385" y="628319"/>
                            <a:pt x="1386332" y="633077"/>
                            <a:pt x="1386332" y="634266"/>
                          </a:cubicBezTo>
                          <a:cubicBezTo>
                            <a:pt x="1387521" y="635456"/>
                            <a:pt x="1382764" y="635456"/>
                            <a:pt x="1380385" y="639024"/>
                          </a:cubicBezTo>
                          <a:cubicBezTo>
                            <a:pt x="1379195" y="641403"/>
                            <a:pt x="1383953" y="642592"/>
                            <a:pt x="1385142" y="643782"/>
                          </a:cubicBezTo>
                          <a:cubicBezTo>
                            <a:pt x="1386332" y="644971"/>
                            <a:pt x="1383953" y="648539"/>
                            <a:pt x="1380385" y="650918"/>
                          </a:cubicBezTo>
                          <a:cubicBezTo>
                            <a:pt x="1376817" y="653297"/>
                            <a:pt x="1376817" y="652108"/>
                            <a:pt x="1375627" y="649729"/>
                          </a:cubicBezTo>
                          <a:cubicBezTo>
                            <a:pt x="1374438" y="648539"/>
                            <a:pt x="1372059" y="646161"/>
                            <a:pt x="1370870" y="647350"/>
                          </a:cubicBezTo>
                          <a:cubicBezTo>
                            <a:pt x="1369680" y="648539"/>
                            <a:pt x="1368491" y="647350"/>
                            <a:pt x="1367301" y="646161"/>
                          </a:cubicBezTo>
                          <a:cubicBezTo>
                            <a:pt x="1366112" y="644971"/>
                            <a:pt x="1361354" y="650918"/>
                            <a:pt x="1357785" y="652108"/>
                          </a:cubicBezTo>
                          <a:cubicBezTo>
                            <a:pt x="1354217" y="652108"/>
                            <a:pt x="1354217" y="655676"/>
                            <a:pt x="1351838" y="656865"/>
                          </a:cubicBezTo>
                          <a:cubicBezTo>
                            <a:pt x="1349459" y="656865"/>
                            <a:pt x="1349459" y="659244"/>
                            <a:pt x="1348270" y="659244"/>
                          </a:cubicBezTo>
                          <a:cubicBezTo>
                            <a:pt x="1347081" y="659244"/>
                            <a:pt x="1347081" y="658055"/>
                            <a:pt x="1344702" y="656865"/>
                          </a:cubicBezTo>
                          <a:cubicBezTo>
                            <a:pt x="1341134" y="655676"/>
                            <a:pt x="1341134" y="655676"/>
                            <a:pt x="1339944" y="658055"/>
                          </a:cubicBezTo>
                          <a:cubicBezTo>
                            <a:pt x="1339944" y="660434"/>
                            <a:pt x="1344702" y="662813"/>
                            <a:pt x="1344702" y="664002"/>
                          </a:cubicBezTo>
                          <a:cubicBezTo>
                            <a:pt x="1344702" y="665192"/>
                            <a:pt x="1342323" y="665192"/>
                            <a:pt x="1339944" y="666381"/>
                          </a:cubicBezTo>
                          <a:cubicBezTo>
                            <a:pt x="1337565" y="666381"/>
                            <a:pt x="1338755" y="669949"/>
                            <a:pt x="1336376" y="671139"/>
                          </a:cubicBezTo>
                          <a:cubicBezTo>
                            <a:pt x="1333997" y="672328"/>
                            <a:pt x="1329239" y="669949"/>
                            <a:pt x="1326860" y="673518"/>
                          </a:cubicBezTo>
                          <a:cubicBezTo>
                            <a:pt x="1324481" y="675897"/>
                            <a:pt x="1330429" y="680654"/>
                            <a:pt x="1332808" y="681844"/>
                          </a:cubicBezTo>
                          <a:cubicBezTo>
                            <a:pt x="1335187" y="683033"/>
                            <a:pt x="1328050" y="686601"/>
                            <a:pt x="1326860" y="686601"/>
                          </a:cubicBezTo>
                          <a:cubicBezTo>
                            <a:pt x="1324481" y="686601"/>
                            <a:pt x="1323292" y="691359"/>
                            <a:pt x="1322102" y="693738"/>
                          </a:cubicBezTo>
                          <a:cubicBezTo>
                            <a:pt x="1320913" y="696117"/>
                            <a:pt x="1316155" y="696117"/>
                            <a:pt x="1313776" y="698496"/>
                          </a:cubicBezTo>
                          <a:cubicBezTo>
                            <a:pt x="1312587" y="700875"/>
                            <a:pt x="1317345" y="705632"/>
                            <a:pt x="1317345" y="708011"/>
                          </a:cubicBezTo>
                          <a:cubicBezTo>
                            <a:pt x="1317345" y="710390"/>
                            <a:pt x="1314966" y="723474"/>
                            <a:pt x="1314966" y="727042"/>
                          </a:cubicBezTo>
                          <a:cubicBezTo>
                            <a:pt x="1316155" y="730610"/>
                            <a:pt x="1324481" y="731800"/>
                            <a:pt x="1326860" y="732989"/>
                          </a:cubicBezTo>
                          <a:cubicBezTo>
                            <a:pt x="1329239" y="734179"/>
                            <a:pt x="1329239" y="736558"/>
                            <a:pt x="1329239" y="737747"/>
                          </a:cubicBezTo>
                          <a:cubicBezTo>
                            <a:pt x="1329239" y="738937"/>
                            <a:pt x="1331618" y="737747"/>
                            <a:pt x="1335187" y="736558"/>
                          </a:cubicBezTo>
                          <a:cubicBezTo>
                            <a:pt x="1338755" y="735368"/>
                            <a:pt x="1342323" y="740126"/>
                            <a:pt x="1345891" y="741315"/>
                          </a:cubicBezTo>
                          <a:cubicBezTo>
                            <a:pt x="1349459" y="742505"/>
                            <a:pt x="1356596" y="756778"/>
                            <a:pt x="1357785" y="757967"/>
                          </a:cubicBezTo>
                          <a:cubicBezTo>
                            <a:pt x="1358975" y="760346"/>
                            <a:pt x="1358975" y="761536"/>
                            <a:pt x="1356596" y="763915"/>
                          </a:cubicBezTo>
                          <a:cubicBezTo>
                            <a:pt x="1354217" y="766293"/>
                            <a:pt x="1357785" y="766293"/>
                            <a:pt x="1360164" y="766293"/>
                          </a:cubicBezTo>
                          <a:cubicBezTo>
                            <a:pt x="1362543" y="767483"/>
                            <a:pt x="1360164" y="769862"/>
                            <a:pt x="1361354" y="773430"/>
                          </a:cubicBezTo>
                          <a:cubicBezTo>
                            <a:pt x="1362543" y="776998"/>
                            <a:pt x="1368491" y="779377"/>
                            <a:pt x="1370870" y="780567"/>
                          </a:cubicBezTo>
                          <a:cubicBezTo>
                            <a:pt x="1373248" y="781756"/>
                            <a:pt x="1372059" y="782946"/>
                            <a:pt x="1372059" y="787703"/>
                          </a:cubicBezTo>
                          <a:cubicBezTo>
                            <a:pt x="1372059" y="791272"/>
                            <a:pt x="1376817" y="796029"/>
                            <a:pt x="1379195" y="799598"/>
                          </a:cubicBezTo>
                          <a:cubicBezTo>
                            <a:pt x="1382764" y="803166"/>
                            <a:pt x="1389900" y="799598"/>
                            <a:pt x="1391089" y="803166"/>
                          </a:cubicBezTo>
                          <a:cubicBezTo>
                            <a:pt x="1392279" y="806734"/>
                            <a:pt x="1394658" y="810303"/>
                            <a:pt x="1399416" y="813871"/>
                          </a:cubicBezTo>
                          <a:cubicBezTo>
                            <a:pt x="1404174" y="817439"/>
                            <a:pt x="1404174" y="821008"/>
                            <a:pt x="1404174" y="823386"/>
                          </a:cubicBezTo>
                          <a:cubicBezTo>
                            <a:pt x="1404174" y="825765"/>
                            <a:pt x="1399416" y="824576"/>
                            <a:pt x="1395848" y="822197"/>
                          </a:cubicBezTo>
                          <a:cubicBezTo>
                            <a:pt x="1391089" y="819818"/>
                            <a:pt x="1387521" y="822197"/>
                            <a:pt x="1385142" y="823386"/>
                          </a:cubicBezTo>
                          <a:cubicBezTo>
                            <a:pt x="1382764" y="824576"/>
                            <a:pt x="1381574" y="823386"/>
                            <a:pt x="1381574" y="822197"/>
                          </a:cubicBezTo>
                          <a:cubicBezTo>
                            <a:pt x="1381574" y="821008"/>
                            <a:pt x="1378006" y="819818"/>
                            <a:pt x="1375627" y="818629"/>
                          </a:cubicBezTo>
                          <a:cubicBezTo>
                            <a:pt x="1372059" y="817439"/>
                            <a:pt x="1370870" y="813871"/>
                            <a:pt x="1366112" y="813871"/>
                          </a:cubicBezTo>
                          <a:cubicBezTo>
                            <a:pt x="1361354" y="813871"/>
                            <a:pt x="1358975" y="817439"/>
                            <a:pt x="1353028" y="817439"/>
                          </a:cubicBezTo>
                          <a:cubicBezTo>
                            <a:pt x="1347081" y="817439"/>
                            <a:pt x="1348270" y="809113"/>
                            <a:pt x="1345891" y="807924"/>
                          </a:cubicBezTo>
                          <a:cubicBezTo>
                            <a:pt x="1343512" y="806734"/>
                            <a:pt x="1341134" y="809113"/>
                            <a:pt x="1338755" y="810303"/>
                          </a:cubicBezTo>
                          <a:cubicBezTo>
                            <a:pt x="1336376" y="811492"/>
                            <a:pt x="1332808" y="809113"/>
                            <a:pt x="1326860" y="810303"/>
                          </a:cubicBezTo>
                          <a:cubicBezTo>
                            <a:pt x="1320913" y="811492"/>
                            <a:pt x="1317345" y="821008"/>
                            <a:pt x="1317345" y="823386"/>
                          </a:cubicBezTo>
                          <a:cubicBezTo>
                            <a:pt x="1317345" y="824576"/>
                            <a:pt x="1322102" y="816250"/>
                            <a:pt x="1325671" y="815060"/>
                          </a:cubicBezTo>
                          <a:cubicBezTo>
                            <a:pt x="1329239" y="812682"/>
                            <a:pt x="1332808" y="813871"/>
                            <a:pt x="1336376" y="815060"/>
                          </a:cubicBezTo>
                          <a:cubicBezTo>
                            <a:pt x="1339944" y="815060"/>
                            <a:pt x="1342323" y="813871"/>
                            <a:pt x="1344702" y="813871"/>
                          </a:cubicBezTo>
                          <a:cubicBezTo>
                            <a:pt x="1347081" y="813871"/>
                            <a:pt x="1347081" y="816250"/>
                            <a:pt x="1347081" y="818629"/>
                          </a:cubicBezTo>
                          <a:cubicBezTo>
                            <a:pt x="1348270" y="821008"/>
                            <a:pt x="1353028" y="823386"/>
                            <a:pt x="1355406" y="824576"/>
                          </a:cubicBezTo>
                          <a:cubicBezTo>
                            <a:pt x="1357785" y="825765"/>
                            <a:pt x="1366112" y="819818"/>
                            <a:pt x="1368491" y="819818"/>
                          </a:cubicBezTo>
                          <a:cubicBezTo>
                            <a:pt x="1370870" y="819818"/>
                            <a:pt x="1374438" y="824576"/>
                            <a:pt x="1378006" y="826955"/>
                          </a:cubicBezTo>
                          <a:cubicBezTo>
                            <a:pt x="1381574" y="829334"/>
                            <a:pt x="1391089" y="835281"/>
                            <a:pt x="1397037" y="838849"/>
                          </a:cubicBezTo>
                          <a:cubicBezTo>
                            <a:pt x="1402984" y="841228"/>
                            <a:pt x="1406553" y="848365"/>
                            <a:pt x="1408931" y="853122"/>
                          </a:cubicBezTo>
                          <a:cubicBezTo>
                            <a:pt x="1411310" y="859069"/>
                            <a:pt x="1406553" y="857880"/>
                            <a:pt x="1404174" y="856691"/>
                          </a:cubicBezTo>
                          <a:cubicBezTo>
                            <a:pt x="1401795" y="856691"/>
                            <a:pt x="1399416" y="860259"/>
                            <a:pt x="1399416" y="861448"/>
                          </a:cubicBezTo>
                          <a:cubicBezTo>
                            <a:pt x="1398227" y="862638"/>
                            <a:pt x="1397037" y="862638"/>
                            <a:pt x="1393469" y="863827"/>
                          </a:cubicBezTo>
                          <a:cubicBezTo>
                            <a:pt x="1391089" y="865017"/>
                            <a:pt x="1392279" y="866206"/>
                            <a:pt x="1392279" y="868585"/>
                          </a:cubicBezTo>
                          <a:cubicBezTo>
                            <a:pt x="1392279" y="870964"/>
                            <a:pt x="1388711" y="869774"/>
                            <a:pt x="1383953" y="869774"/>
                          </a:cubicBezTo>
                          <a:cubicBezTo>
                            <a:pt x="1379195" y="869774"/>
                            <a:pt x="1378006" y="869774"/>
                            <a:pt x="1374438" y="869774"/>
                          </a:cubicBezTo>
                          <a:cubicBezTo>
                            <a:pt x="1370870" y="870964"/>
                            <a:pt x="1367301" y="874532"/>
                            <a:pt x="1366112" y="876911"/>
                          </a:cubicBezTo>
                          <a:cubicBezTo>
                            <a:pt x="1364923" y="879290"/>
                            <a:pt x="1369680" y="876911"/>
                            <a:pt x="1370870" y="874532"/>
                          </a:cubicBezTo>
                          <a:cubicBezTo>
                            <a:pt x="1372059" y="872153"/>
                            <a:pt x="1375627" y="872153"/>
                            <a:pt x="1378006" y="872153"/>
                          </a:cubicBezTo>
                          <a:cubicBezTo>
                            <a:pt x="1380385" y="872153"/>
                            <a:pt x="1381574" y="879290"/>
                            <a:pt x="1385142" y="880479"/>
                          </a:cubicBezTo>
                          <a:cubicBezTo>
                            <a:pt x="1388711" y="881669"/>
                            <a:pt x="1392279" y="875722"/>
                            <a:pt x="1393469" y="874532"/>
                          </a:cubicBezTo>
                          <a:cubicBezTo>
                            <a:pt x="1395848" y="872153"/>
                            <a:pt x="1397037" y="874532"/>
                            <a:pt x="1399416" y="874532"/>
                          </a:cubicBezTo>
                          <a:cubicBezTo>
                            <a:pt x="1402984" y="874532"/>
                            <a:pt x="1405363" y="880479"/>
                            <a:pt x="1406553" y="884048"/>
                          </a:cubicBezTo>
                          <a:cubicBezTo>
                            <a:pt x="1407742" y="887616"/>
                            <a:pt x="1411310" y="885237"/>
                            <a:pt x="1411310" y="886426"/>
                          </a:cubicBezTo>
                          <a:cubicBezTo>
                            <a:pt x="1412500" y="887616"/>
                            <a:pt x="1414878" y="886426"/>
                            <a:pt x="1417257" y="886426"/>
                          </a:cubicBezTo>
                          <a:cubicBezTo>
                            <a:pt x="1420825" y="886426"/>
                            <a:pt x="1411310" y="892374"/>
                            <a:pt x="1410121" y="894752"/>
                          </a:cubicBezTo>
                          <a:cubicBezTo>
                            <a:pt x="1407742" y="897131"/>
                            <a:pt x="1405363" y="898321"/>
                            <a:pt x="1401795" y="898321"/>
                          </a:cubicBezTo>
                          <a:cubicBezTo>
                            <a:pt x="1398227" y="899510"/>
                            <a:pt x="1398227" y="900700"/>
                            <a:pt x="1399416" y="904268"/>
                          </a:cubicBezTo>
                          <a:cubicBezTo>
                            <a:pt x="1399416" y="907836"/>
                            <a:pt x="1407742" y="899510"/>
                            <a:pt x="1408931" y="898321"/>
                          </a:cubicBezTo>
                          <a:cubicBezTo>
                            <a:pt x="1410121" y="897131"/>
                            <a:pt x="1411310" y="899510"/>
                            <a:pt x="1412500" y="899510"/>
                          </a:cubicBezTo>
                          <a:cubicBezTo>
                            <a:pt x="1413689" y="899510"/>
                            <a:pt x="1417257" y="893563"/>
                            <a:pt x="1418447" y="892374"/>
                          </a:cubicBezTo>
                          <a:cubicBezTo>
                            <a:pt x="1419636" y="892374"/>
                            <a:pt x="1422015" y="905458"/>
                            <a:pt x="1420825" y="906647"/>
                          </a:cubicBezTo>
                          <a:cubicBezTo>
                            <a:pt x="1419636" y="907836"/>
                            <a:pt x="1418447" y="904268"/>
                            <a:pt x="1416068" y="903079"/>
                          </a:cubicBezTo>
                          <a:cubicBezTo>
                            <a:pt x="1413689" y="903079"/>
                            <a:pt x="1414878" y="904268"/>
                            <a:pt x="1413689" y="906647"/>
                          </a:cubicBezTo>
                          <a:cubicBezTo>
                            <a:pt x="1412500" y="909026"/>
                            <a:pt x="1412500" y="906647"/>
                            <a:pt x="1410121" y="905458"/>
                          </a:cubicBezTo>
                          <a:cubicBezTo>
                            <a:pt x="1407742" y="904268"/>
                            <a:pt x="1404174" y="909026"/>
                            <a:pt x="1402984" y="910215"/>
                          </a:cubicBezTo>
                          <a:cubicBezTo>
                            <a:pt x="1401795" y="912594"/>
                            <a:pt x="1408931" y="911405"/>
                            <a:pt x="1411310" y="912594"/>
                          </a:cubicBezTo>
                          <a:cubicBezTo>
                            <a:pt x="1413689" y="912594"/>
                            <a:pt x="1410121" y="917352"/>
                            <a:pt x="1408931" y="918541"/>
                          </a:cubicBezTo>
                          <a:cubicBezTo>
                            <a:pt x="1407742" y="919731"/>
                            <a:pt x="1411310" y="922110"/>
                            <a:pt x="1412500" y="923299"/>
                          </a:cubicBezTo>
                          <a:cubicBezTo>
                            <a:pt x="1413689" y="924488"/>
                            <a:pt x="1407742" y="925678"/>
                            <a:pt x="1405363" y="925678"/>
                          </a:cubicBezTo>
                          <a:cubicBezTo>
                            <a:pt x="1401795" y="925678"/>
                            <a:pt x="1407742" y="929246"/>
                            <a:pt x="1408931" y="929246"/>
                          </a:cubicBezTo>
                          <a:cubicBezTo>
                            <a:pt x="1410121" y="929246"/>
                            <a:pt x="1413689" y="931625"/>
                            <a:pt x="1413689" y="932814"/>
                          </a:cubicBezTo>
                          <a:cubicBezTo>
                            <a:pt x="1414878" y="935193"/>
                            <a:pt x="1412500" y="935193"/>
                            <a:pt x="1410121" y="935193"/>
                          </a:cubicBezTo>
                          <a:cubicBezTo>
                            <a:pt x="1407742" y="936383"/>
                            <a:pt x="1410121" y="938762"/>
                            <a:pt x="1408931" y="939951"/>
                          </a:cubicBezTo>
                          <a:cubicBezTo>
                            <a:pt x="1407742" y="942330"/>
                            <a:pt x="1406553" y="934004"/>
                            <a:pt x="1402984" y="935193"/>
                          </a:cubicBezTo>
                          <a:cubicBezTo>
                            <a:pt x="1399416" y="935193"/>
                            <a:pt x="1400606" y="941141"/>
                            <a:pt x="1397037" y="944709"/>
                          </a:cubicBezTo>
                          <a:cubicBezTo>
                            <a:pt x="1394658" y="949466"/>
                            <a:pt x="1392279" y="944709"/>
                            <a:pt x="1389900" y="944709"/>
                          </a:cubicBezTo>
                          <a:cubicBezTo>
                            <a:pt x="1387521" y="944709"/>
                            <a:pt x="1391089" y="948277"/>
                            <a:pt x="1393469" y="949466"/>
                          </a:cubicBezTo>
                          <a:cubicBezTo>
                            <a:pt x="1395848" y="950656"/>
                            <a:pt x="1394658" y="953035"/>
                            <a:pt x="1393469" y="954224"/>
                          </a:cubicBezTo>
                          <a:cubicBezTo>
                            <a:pt x="1392279" y="955414"/>
                            <a:pt x="1393469" y="957793"/>
                            <a:pt x="1393469" y="960172"/>
                          </a:cubicBezTo>
                          <a:cubicBezTo>
                            <a:pt x="1393469" y="962550"/>
                            <a:pt x="1393469" y="967308"/>
                            <a:pt x="1391089" y="968497"/>
                          </a:cubicBezTo>
                          <a:cubicBezTo>
                            <a:pt x="1388711" y="969687"/>
                            <a:pt x="1386332" y="966119"/>
                            <a:pt x="1385142" y="966119"/>
                          </a:cubicBezTo>
                          <a:cubicBezTo>
                            <a:pt x="1383953" y="966119"/>
                            <a:pt x="1383953" y="969687"/>
                            <a:pt x="1386332" y="970876"/>
                          </a:cubicBezTo>
                          <a:cubicBezTo>
                            <a:pt x="1388711" y="972066"/>
                            <a:pt x="1391089" y="974445"/>
                            <a:pt x="1391089" y="975634"/>
                          </a:cubicBezTo>
                          <a:cubicBezTo>
                            <a:pt x="1391089" y="976824"/>
                            <a:pt x="1389900" y="976824"/>
                            <a:pt x="1387521" y="975634"/>
                          </a:cubicBezTo>
                          <a:cubicBezTo>
                            <a:pt x="1385142" y="975634"/>
                            <a:pt x="1386332" y="978013"/>
                            <a:pt x="1385142" y="980392"/>
                          </a:cubicBezTo>
                          <a:cubicBezTo>
                            <a:pt x="1383953" y="982771"/>
                            <a:pt x="1380385" y="985149"/>
                            <a:pt x="1376817" y="985149"/>
                          </a:cubicBezTo>
                          <a:cubicBezTo>
                            <a:pt x="1373248" y="985149"/>
                            <a:pt x="1375627" y="981581"/>
                            <a:pt x="1375627" y="980392"/>
                          </a:cubicBezTo>
                          <a:cubicBezTo>
                            <a:pt x="1375627" y="979202"/>
                            <a:pt x="1372059" y="982771"/>
                            <a:pt x="1370870" y="983960"/>
                          </a:cubicBezTo>
                          <a:cubicBezTo>
                            <a:pt x="1369680" y="983960"/>
                            <a:pt x="1369680" y="986339"/>
                            <a:pt x="1370870" y="988718"/>
                          </a:cubicBezTo>
                          <a:cubicBezTo>
                            <a:pt x="1372059" y="991097"/>
                            <a:pt x="1374438" y="991097"/>
                            <a:pt x="1375627" y="992286"/>
                          </a:cubicBezTo>
                          <a:cubicBezTo>
                            <a:pt x="1376817" y="993476"/>
                            <a:pt x="1373248" y="993476"/>
                            <a:pt x="1372059" y="994665"/>
                          </a:cubicBezTo>
                          <a:cubicBezTo>
                            <a:pt x="1369680" y="995855"/>
                            <a:pt x="1373248" y="997044"/>
                            <a:pt x="1374438" y="998233"/>
                          </a:cubicBezTo>
                          <a:cubicBezTo>
                            <a:pt x="1375627" y="999423"/>
                            <a:pt x="1380385" y="997044"/>
                            <a:pt x="1381574" y="998233"/>
                          </a:cubicBezTo>
                          <a:cubicBezTo>
                            <a:pt x="1381574" y="1000612"/>
                            <a:pt x="1372059" y="1002991"/>
                            <a:pt x="1369680" y="1006559"/>
                          </a:cubicBezTo>
                          <a:cubicBezTo>
                            <a:pt x="1367301" y="1010128"/>
                            <a:pt x="1373248" y="1007749"/>
                            <a:pt x="1374438" y="1007749"/>
                          </a:cubicBezTo>
                          <a:cubicBezTo>
                            <a:pt x="1375627" y="1007749"/>
                            <a:pt x="1374438" y="1011317"/>
                            <a:pt x="1372059" y="1013696"/>
                          </a:cubicBezTo>
                          <a:cubicBezTo>
                            <a:pt x="1369680" y="1016075"/>
                            <a:pt x="1373248" y="1017264"/>
                            <a:pt x="1374438" y="1018454"/>
                          </a:cubicBezTo>
                          <a:cubicBezTo>
                            <a:pt x="1375627" y="1019643"/>
                            <a:pt x="1373248" y="1022022"/>
                            <a:pt x="1372059" y="1023212"/>
                          </a:cubicBezTo>
                          <a:cubicBezTo>
                            <a:pt x="1370870" y="1024401"/>
                            <a:pt x="1373248" y="1025591"/>
                            <a:pt x="1374438" y="1026780"/>
                          </a:cubicBezTo>
                          <a:cubicBezTo>
                            <a:pt x="1376817" y="1027969"/>
                            <a:pt x="1375627" y="1033916"/>
                            <a:pt x="1374438" y="1033916"/>
                          </a:cubicBezTo>
                          <a:cubicBezTo>
                            <a:pt x="1373248" y="1035106"/>
                            <a:pt x="1370870" y="1030348"/>
                            <a:pt x="1369680" y="1029159"/>
                          </a:cubicBezTo>
                          <a:cubicBezTo>
                            <a:pt x="1367301" y="1027969"/>
                            <a:pt x="1368491" y="1024401"/>
                            <a:pt x="1366112" y="1024401"/>
                          </a:cubicBezTo>
                          <a:cubicBezTo>
                            <a:pt x="1364923" y="1024401"/>
                            <a:pt x="1362543" y="1026780"/>
                            <a:pt x="1361354" y="1026780"/>
                          </a:cubicBezTo>
                          <a:cubicBezTo>
                            <a:pt x="1360164" y="1026780"/>
                            <a:pt x="1362543" y="1031538"/>
                            <a:pt x="1363733" y="1032727"/>
                          </a:cubicBezTo>
                          <a:cubicBezTo>
                            <a:pt x="1366112" y="1033916"/>
                            <a:pt x="1364923" y="1035106"/>
                            <a:pt x="1364923" y="1037485"/>
                          </a:cubicBezTo>
                          <a:cubicBezTo>
                            <a:pt x="1364923" y="1039864"/>
                            <a:pt x="1358975" y="1032727"/>
                            <a:pt x="1355406" y="1033916"/>
                          </a:cubicBezTo>
                          <a:cubicBezTo>
                            <a:pt x="1353028" y="1033916"/>
                            <a:pt x="1357785" y="1037485"/>
                            <a:pt x="1357785" y="1038674"/>
                          </a:cubicBezTo>
                          <a:cubicBezTo>
                            <a:pt x="1356596" y="1039864"/>
                            <a:pt x="1361354" y="1039864"/>
                            <a:pt x="1361354" y="1041053"/>
                          </a:cubicBezTo>
                          <a:cubicBezTo>
                            <a:pt x="1362543" y="1042243"/>
                            <a:pt x="1361354" y="1044621"/>
                            <a:pt x="1360164" y="1045811"/>
                          </a:cubicBezTo>
                          <a:cubicBezTo>
                            <a:pt x="1358975" y="1047000"/>
                            <a:pt x="1356596" y="1042243"/>
                            <a:pt x="1353028" y="1043432"/>
                          </a:cubicBezTo>
                          <a:cubicBezTo>
                            <a:pt x="1349459" y="1044621"/>
                            <a:pt x="1356596" y="1048190"/>
                            <a:pt x="1357785" y="1049379"/>
                          </a:cubicBezTo>
                          <a:cubicBezTo>
                            <a:pt x="1358975" y="1050568"/>
                            <a:pt x="1358975" y="1052947"/>
                            <a:pt x="1358975" y="1054137"/>
                          </a:cubicBezTo>
                          <a:cubicBezTo>
                            <a:pt x="1358975" y="1056516"/>
                            <a:pt x="1355406" y="1051758"/>
                            <a:pt x="1354217" y="1051758"/>
                          </a:cubicBezTo>
                          <a:cubicBezTo>
                            <a:pt x="1353028" y="1050568"/>
                            <a:pt x="1350649" y="1051758"/>
                            <a:pt x="1350649" y="1052947"/>
                          </a:cubicBezTo>
                          <a:cubicBezTo>
                            <a:pt x="1350649" y="1054137"/>
                            <a:pt x="1348270" y="1051758"/>
                            <a:pt x="1347081" y="1050568"/>
                          </a:cubicBezTo>
                          <a:cubicBezTo>
                            <a:pt x="1345891" y="1049379"/>
                            <a:pt x="1344702" y="1054137"/>
                            <a:pt x="1344702" y="1056516"/>
                          </a:cubicBezTo>
                          <a:cubicBezTo>
                            <a:pt x="1344702" y="1058895"/>
                            <a:pt x="1337565" y="1056516"/>
                            <a:pt x="1336376" y="1057705"/>
                          </a:cubicBezTo>
                          <a:cubicBezTo>
                            <a:pt x="1335187" y="1058895"/>
                            <a:pt x="1338755" y="1060084"/>
                            <a:pt x="1342323" y="1061274"/>
                          </a:cubicBezTo>
                          <a:cubicBezTo>
                            <a:pt x="1345891" y="1062463"/>
                            <a:pt x="1349459" y="1060084"/>
                            <a:pt x="1351838" y="1061274"/>
                          </a:cubicBezTo>
                          <a:cubicBezTo>
                            <a:pt x="1354217" y="1062463"/>
                            <a:pt x="1351838" y="1064842"/>
                            <a:pt x="1349459" y="1064842"/>
                          </a:cubicBezTo>
                          <a:cubicBezTo>
                            <a:pt x="1347081" y="1066031"/>
                            <a:pt x="1348270" y="1067221"/>
                            <a:pt x="1347081" y="1069599"/>
                          </a:cubicBezTo>
                          <a:cubicBezTo>
                            <a:pt x="1345891" y="1071978"/>
                            <a:pt x="1344702" y="1068410"/>
                            <a:pt x="1342323" y="1068410"/>
                          </a:cubicBezTo>
                          <a:cubicBezTo>
                            <a:pt x="1339944" y="1068410"/>
                            <a:pt x="1339944" y="1071978"/>
                            <a:pt x="1338755" y="1073168"/>
                          </a:cubicBezTo>
                          <a:cubicBezTo>
                            <a:pt x="1337565" y="1074357"/>
                            <a:pt x="1336376" y="1071978"/>
                            <a:pt x="1335187" y="1070789"/>
                          </a:cubicBezTo>
                          <a:cubicBezTo>
                            <a:pt x="1333997" y="1069599"/>
                            <a:pt x="1332808" y="1074357"/>
                            <a:pt x="1331618" y="1075547"/>
                          </a:cubicBezTo>
                          <a:cubicBezTo>
                            <a:pt x="1330429" y="1075547"/>
                            <a:pt x="1330429" y="1079115"/>
                            <a:pt x="1330429" y="1081494"/>
                          </a:cubicBezTo>
                          <a:cubicBezTo>
                            <a:pt x="1330429" y="1082683"/>
                            <a:pt x="1325671" y="1082683"/>
                            <a:pt x="1323292" y="1080304"/>
                          </a:cubicBezTo>
                          <a:cubicBezTo>
                            <a:pt x="1320913" y="1077926"/>
                            <a:pt x="1314966" y="1081494"/>
                            <a:pt x="1314966" y="1082683"/>
                          </a:cubicBezTo>
                          <a:cubicBezTo>
                            <a:pt x="1314966" y="1082683"/>
                            <a:pt x="1314966" y="1086251"/>
                            <a:pt x="1314966" y="1088630"/>
                          </a:cubicBezTo>
                          <a:cubicBezTo>
                            <a:pt x="1314966" y="1091009"/>
                            <a:pt x="1313776" y="1092199"/>
                            <a:pt x="1312587" y="1093388"/>
                          </a:cubicBezTo>
                          <a:cubicBezTo>
                            <a:pt x="1311398" y="1094578"/>
                            <a:pt x="1313776" y="1096957"/>
                            <a:pt x="1313776" y="1099335"/>
                          </a:cubicBezTo>
                          <a:cubicBezTo>
                            <a:pt x="1313776" y="1101714"/>
                            <a:pt x="1309019" y="1101714"/>
                            <a:pt x="1305451" y="1100525"/>
                          </a:cubicBezTo>
                          <a:cubicBezTo>
                            <a:pt x="1301882" y="1100525"/>
                            <a:pt x="1301882" y="1102904"/>
                            <a:pt x="1300693" y="1104093"/>
                          </a:cubicBezTo>
                          <a:cubicBezTo>
                            <a:pt x="1298314" y="1105282"/>
                            <a:pt x="1294746" y="1105282"/>
                            <a:pt x="1293556" y="1105282"/>
                          </a:cubicBezTo>
                          <a:cubicBezTo>
                            <a:pt x="1292367" y="1105282"/>
                            <a:pt x="1292367" y="1108851"/>
                            <a:pt x="1291177" y="1108851"/>
                          </a:cubicBezTo>
                          <a:cubicBezTo>
                            <a:pt x="1289988" y="1110040"/>
                            <a:pt x="1287609" y="1106472"/>
                            <a:pt x="1285230" y="1106472"/>
                          </a:cubicBezTo>
                          <a:cubicBezTo>
                            <a:pt x="1282851" y="1105282"/>
                            <a:pt x="1284040" y="1112419"/>
                            <a:pt x="1281662" y="1112419"/>
                          </a:cubicBezTo>
                          <a:cubicBezTo>
                            <a:pt x="1279283" y="1113609"/>
                            <a:pt x="1276904" y="1106472"/>
                            <a:pt x="1275715" y="1106472"/>
                          </a:cubicBezTo>
                          <a:cubicBezTo>
                            <a:pt x="1274525" y="1106472"/>
                            <a:pt x="1273336" y="1108851"/>
                            <a:pt x="1270957" y="1108851"/>
                          </a:cubicBezTo>
                          <a:cubicBezTo>
                            <a:pt x="1268578" y="1108851"/>
                            <a:pt x="1268578" y="1111230"/>
                            <a:pt x="1267389" y="1113609"/>
                          </a:cubicBezTo>
                          <a:cubicBezTo>
                            <a:pt x="1266199" y="1114798"/>
                            <a:pt x="1262631" y="1112419"/>
                            <a:pt x="1262631" y="1111230"/>
                          </a:cubicBezTo>
                          <a:cubicBezTo>
                            <a:pt x="1262631" y="1110040"/>
                            <a:pt x="1259063" y="1113609"/>
                            <a:pt x="1256683" y="1113609"/>
                          </a:cubicBezTo>
                          <a:cubicBezTo>
                            <a:pt x="1254304" y="1113609"/>
                            <a:pt x="1255494" y="1115987"/>
                            <a:pt x="1255494" y="1118366"/>
                          </a:cubicBezTo>
                          <a:cubicBezTo>
                            <a:pt x="1255494" y="1120745"/>
                            <a:pt x="1255494" y="1120745"/>
                            <a:pt x="1251926" y="1121934"/>
                          </a:cubicBezTo>
                          <a:cubicBezTo>
                            <a:pt x="1248357" y="1123124"/>
                            <a:pt x="1244789" y="1124314"/>
                            <a:pt x="1244789" y="1123124"/>
                          </a:cubicBezTo>
                          <a:cubicBezTo>
                            <a:pt x="1244789" y="1121934"/>
                            <a:pt x="1248357" y="1119556"/>
                            <a:pt x="1250736" y="1118366"/>
                          </a:cubicBezTo>
                          <a:cubicBezTo>
                            <a:pt x="1253115" y="1115987"/>
                            <a:pt x="1247168" y="1117177"/>
                            <a:pt x="1244789" y="1115987"/>
                          </a:cubicBezTo>
                          <a:cubicBezTo>
                            <a:pt x="1242410" y="1114798"/>
                            <a:pt x="1242410" y="1111230"/>
                            <a:pt x="1241221" y="1110040"/>
                          </a:cubicBezTo>
                          <a:cubicBezTo>
                            <a:pt x="1240032" y="1108851"/>
                            <a:pt x="1236463" y="1107661"/>
                            <a:pt x="1234085" y="1106472"/>
                          </a:cubicBezTo>
                          <a:cubicBezTo>
                            <a:pt x="1231706" y="1105282"/>
                            <a:pt x="1235274" y="1119556"/>
                            <a:pt x="1236463" y="1121934"/>
                          </a:cubicBezTo>
                          <a:cubicBezTo>
                            <a:pt x="1237653" y="1124314"/>
                            <a:pt x="1234085" y="1124314"/>
                            <a:pt x="1231706" y="1124314"/>
                          </a:cubicBezTo>
                          <a:cubicBezTo>
                            <a:pt x="1229327" y="1124314"/>
                            <a:pt x="1230516" y="1127882"/>
                            <a:pt x="1229327" y="1129071"/>
                          </a:cubicBezTo>
                          <a:cubicBezTo>
                            <a:pt x="1228137" y="1130261"/>
                            <a:pt x="1225758" y="1129071"/>
                            <a:pt x="1223379" y="1127882"/>
                          </a:cubicBezTo>
                          <a:cubicBezTo>
                            <a:pt x="1222190" y="1126693"/>
                            <a:pt x="1221000" y="1131450"/>
                            <a:pt x="1218621" y="1135018"/>
                          </a:cubicBezTo>
                          <a:cubicBezTo>
                            <a:pt x="1216243" y="1138587"/>
                            <a:pt x="1209106" y="1140966"/>
                            <a:pt x="1206727" y="1142155"/>
                          </a:cubicBezTo>
                          <a:cubicBezTo>
                            <a:pt x="1204349" y="1143345"/>
                            <a:pt x="1194833" y="1142155"/>
                            <a:pt x="1191265" y="1142155"/>
                          </a:cubicBezTo>
                          <a:cubicBezTo>
                            <a:pt x="1187696" y="1142155"/>
                            <a:pt x="1191265" y="1145723"/>
                            <a:pt x="1190075" y="1148102"/>
                          </a:cubicBezTo>
                          <a:cubicBezTo>
                            <a:pt x="1188886" y="1149292"/>
                            <a:pt x="1181749" y="1149292"/>
                            <a:pt x="1179370" y="1149292"/>
                          </a:cubicBezTo>
                          <a:cubicBezTo>
                            <a:pt x="1176991" y="1148102"/>
                            <a:pt x="1175802" y="1150481"/>
                            <a:pt x="1175802" y="1152860"/>
                          </a:cubicBezTo>
                          <a:cubicBezTo>
                            <a:pt x="1175802" y="1155239"/>
                            <a:pt x="1169855" y="1156428"/>
                            <a:pt x="1167476" y="1156428"/>
                          </a:cubicBezTo>
                          <a:cubicBezTo>
                            <a:pt x="1166287" y="1156428"/>
                            <a:pt x="1162719" y="1150481"/>
                            <a:pt x="1160340" y="1150481"/>
                          </a:cubicBezTo>
                          <a:cubicBezTo>
                            <a:pt x="1157961" y="1150481"/>
                            <a:pt x="1159150" y="1154049"/>
                            <a:pt x="1159150" y="1156428"/>
                          </a:cubicBezTo>
                          <a:cubicBezTo>
                            <a:pt x="1159150" y="1158807"/>
                            <a:pt x="1155582" y="1158807"/>
                            <a:pt x="1154392" y="1162376"/>
                          </a:cubicBezTo>
                          <a:cubicBezTo>
                            <a:pt x="1152013" y="1165944"/>
                            <a:pt x="1156771" y="1165944"/>
                            <a:pt x="1159150" y="1165944"/>
                          </a:cubicBezTo>
                          <a:cubicBezTo>
                            <a:pt x="1161529" y="1165944"/>
                            <a:pt x="1163908" y="1173080"/>
                            <a:pt x="1166287" y="1175459"/>
                          </a:cubicBezTo>
                          <a:cubicBezTo>
                            <a:pt x="1167476" y="1177838"/>
                            <a:pt x="1163908" y="1180217"/>
                            <a:pt x="1161529" y="1181406"/>
                          </a:cubicBezTo>
                          <a:cubicBezTo>
                            <a:pt x="1159150" y="1182596"/>
                            <a:pt x="1155582" y="1180217"/>
                            <a:pt x="1153202" y="1179028"/>
                          </a:cubicBezTo>
                          <a:cubicBezTo>
                            <a:pt x="1150824" y="1177838"/>
                            <a:pt x="1152013" y="1182596"/>
                            <a:pt x="1149634" y="1183785"/>
                          </a:cubicBezTo>
                          <a:cubicBezTo>
                            <a:pt x="1148445" y="1183785"/>
                            <a:pt x="1147255" y="1177838"/>
                            <a:pt x="1147255" y="1176649"/>
                          </a:cubicBezTo>
                          <a:cubicBezTo>
                            <a:pt x="1147255" y="1174270"/>
                            <a:pt x="1140119" y="1169512"/>
                            <a:pt x="1138930" y="1165944"/>
                          </a:cubicBezTo>
                          <a:cubicBezTo>
                            <a:pt x="1137740" y="1163565"/>
                            <a:pt x="1137740" y="1161186"/>
                            <a:pt x="1140119" y="1158807"/>
                          </a:cubicBezTo>
                          <a:cubicBezTo>
                            <a:pt x="1142498" y="1156428"/>
                            <a:pt x="1142498" y="1156428"/>
                            <a:pt x="1143687" y="1154049"/>
                          </a:cubicBezTo>
                          <a:cubicBezTo>
                            <a:pt x="1144877" y="1151670"/>
                            <a:pt x="1146066" y="1151670"/>
                            <a:pt x="1147255" y="1150481"/>
                          </a:cubicBezTo>
                          <a:cubicBezTo>
                            <a:pt x="1148445" y="1149292"/>
                            <a:pt x="1144877" y="1149292"/>
                            <a:pt x="1142498" y="1150481"/>
                          </a:cubicBezTo>
                          <a:cubicBezTo>
                            <a:pt x="1140119" y="1151670"/>
                            <a:pt x="1137740" y="1149292"/>
                            <a:pt x="1137740" y="1148102"/>
                          </a:cubicBezTo>
                          <a:cubicBezTo>
                            <a:pt x="1136551" y="1145723"/>
                            <a:pt x="1132983" y="1150481"/>
                            <a:pt x="1130604" y="1151670"/>
                          </a:cubicBezTo>
                          <a:cubicBezTo>
                            <a:pt x="1127036" y="1152860"/>
                            <a:pt x="1124656" y="1150481"/>
                            <a:pt x="1123467" y="1148102"/>
                          </a:cubicBezTo>
                          <a:cubicBezTo>
                            <a:pt x="1122277" y="1145723"/>
                            <a:pt x="1117519" y="1145723"/>
                            <a:pt x="1115141" y="1144534"/>
                          </a:cubicBezTo>
                          <a:cubicBezTo>
                            <a:pt x="1113951" y="1143345"/>
                            <a:pt x="1111572" y="1139776"/>
                            <a:pt x="1110383" y="1139776"/>
                          </a:cubicBezTo>
                          <a:cubicBezTo>
                            <a:pt x="1109194" y="1139776"/>
                            <a:pt x="1110383" y="1143345"/>
                            <a:pt x="1110383" y="1145723"/>
                          </a:cubicBezTo>
                          <a:cubicBezTo>
                            <a:pt x="1110383" y="1148102"/>
                            <a:pt x="1109194" y="1148102"/>
                            <a:pt x="1106815" y="1149292"/>
                          </a:cubicBezTo>
                          <a:cubicBezTo>
                            <a:pt x="1105625" y="1150481"/>
                            <a:pt x="1103247" y="1149292"/>
                            <a:pt x="1102057" y="1149292"/>
                          </a:cubicBezTo>
                          <a:cubicBezTo>
                            <a:pt x="1100868" y="1149292"/>
                            <a:pt x="1099678" y="1148102"/>
                            <a:pt x="1099678" y="1148102"/>
                          </a:cubicBezTo>
                          <a:cubicBezTo>
                            <a:pt x="1098489" y="1148102"/>
                            <a:pt x="1094921" y="1145723"/>
                            <a:pt x="1092542" y="1143345"/>
                          </a:cubicBezTo>
                          <a:cubicBezTo>
                            <a:pt x="1090163" y="1142155"/>
                            <a:pt x="1088973" y="1144534"/>
                            <a:pt x="1085405" y="1145723"/>
                          </a:cubicBezTo>
                          <a:cubicBezTo>
                            <a:pt x="1081836" y="1145723"/>
                            <a:pt x="1078268" y="1140966"/>
                            <a:pt x="1075889" y="1138587"/>
                          </a:cubicBezTo>
                          <a:cubicBezTo>
                            <a:pt x="1074700" y="1136208"/>
                            <a:pt x="1071132" y="1137397"/>
                            <a:pt x="1065185" y="1133829"/>
                          </a:cubicBezTo>
                          <a:cubicBezTo>
                            <a:pt x="1059238" y="1131450"/>
                            <a:pt x="1059238" y="1126693"/>
                            <a:pt x="1060427" y="1121934"/>
                          </a:cubicBezTo>
                          <a:cubicBezTo>
                            <a:pt x="1060427" y="1117177"/>
                            <a:pt x="1066374" y="1113609"/>
                            <a:pt x="1067564" y="1110040"/>
                          </a:cubicBezTo>
                          <a:cubicBezTo>
                            <a:pt x="1068753" y="1106472"/>
                            <a:pt x="1049722" y="1107661"/>
                            <a:pt x="1044964" y="1107661"/>
                          </a:cubicBezTo>
                          <a:cubicBezTo>
                            <a:pt x="1040206" y="1107661"/>
                            <a:pt x="1039017" y="1105282"/>
                            <a:pt x="1037828" y="1104093"/>
                          </a:cubicBezTo>
                          <a:cubicBezTo>
                            <a:pt x="1036638" y="1102904"/>
                            <a:pt x="1034259" y="1096957"/>
                            <a:pt x="1033070" y="1095767"/>
                          </a:cubicBezTo>
                          <a:cubicBezTo>
                            <a:pt x="1030691" y="1094578"/>
                            <a:pt x="1028312" y="1098146"/>
                            <a:pt x="1025933" y="1099335"/>
                          </a:cubicBezTo>
                          <a:cubicBezTo>
                            <a:pt x="1024744" y="1101714"/>
                            <a:pt x="1021175" y="1099335"/>
                            <a:pt x="1017607" y="1100525"/>
                          </a:cubicBezTo>
                          <a:cubicBezTo>
                            <a:pt x="1014039" y="1101714"/>
                            <a:pt x="1014039" y="1106472"/>
                            <a:pt x="1012849" y="1111230"/>
                          </a:cubicBezTo>
                          <a:cubicBezTo>
                            <a:pt x="1011660" y="1114798"/>
                            <a:pt x="997387" y="1111230"/>
                            <a:pt x="995008" y="1111230"/>
                          </a:cubicBezTo>
                          <a:cubicBezTo>
                            <a:pt x="992629" y="1111230"/>
                            <a:pt x="992629" y="1114798"/>
                            <a:pt x="991440" y="1115987"/>
                          </a:cubicBezTo>
                          <a:cubicBezTo>
                            <a:pt x="990250" y="1118366"/>
                            <a:pt x="986682" y="1115987"/>
                            <a:pt x="984303" y="1114798"/>
                          </a:cubicBezTo>
                          <a:cubicBezTo>
                            <a:pt x="981924" y="1113609"/>
                            <a:pt x="980734" y="1117177"/>
                            <a:pt x="980734" y="1118366"/>
                          </a:cubicBezTo>
                          <a:cubicBezTo>
                            <a:pt x="979545" y="1119556"/>
                            <a:pt x="977166" y="1114798"/>
                            <a:pt x="975977" y="1114798"/>
                          </a:cubicBezTo>
                          <a:cubicBezTo>
                            <a:pt x="974787" y="1113609"/>
                            <a:pt x="972409" y="1115987"/>
                            <a:pt x="971219" y="1118366"/>
                          </a:cubicBezTo>
                          <a:cubicBezTo>
                            <a:pt x="970030" y="1120745"/>
                            <a:pt x="968840" y="1121934"/>
                            <a:pt x="966462" y="1121934"/>
                          </a:cubicBezTo>
                          <a:cubicBezTo>
                            <a:pt x="964083" y="1121934"/>
                            <a:pt x="964083" y="1115987"/>
                            <a:pt x="960515" y="1115987"/>
                          </a:cubicBezTo>
                          <a:cubicBezTo>
                            <a:pt x="956946" y="1115987"/>
                            <a:pt x="950999" y="1123124"/>
                            <a:pt x="949809" y="1124314"/>
                          </a:cubicBezTo>
                          <a:cubicBezTo>
                            <a:pt x="949809" y="1124314"/>
                            <a:pt x="949809" y="1124314"/>
                            <a:pt x="949809" y="1124314"/>
                          </a:cubicBezTo>
                          <a:cubicBezTo>
                            <a:pt x="948620" y="1124314"/>
                            <a:pt x="942673" y="1121934"/>
                            <a:pt x="940294" y="1123124"/>
                          </a:cubicBezTo>
                          <a:cubicBezTo>
                            <a:pt x="937915" y="1124314"/>
                            <a:pt x="940294" y="1125503"/>
                            <a:pt x="940294" y="1127882"/>
                          </a:cubicBezTo>
                          <a:cubicBezTo>
                            <a:pt x="940294" y="1130261"/>
                            <a:pt x="936726" y="1130261"/>
                            <a:pt x="935536" y="1132640"/>
                          </a:cubicBezTo>
                          <a:cubicBezTo>
                            <a:pt x="934347" y="1135018"/>
                            <a:pt x="936726" y="1140966"/>
                            <a:pt x="937915" y="1144534"/>
                          </a:cubicBezTo>
                          <a:cubicBezTo>
                            <a:pt x="939104" y="1146913"/>
                            <a:pt x="940294" y="1156428"/>
                            <a:pt x="940294" y="1157618"/>
                          </a:cubicBezTo>
                          <a:cubicBezTo>
                            <a:pt x="940294" y="1159997"/>
                            <a:pt x="937915" y="1158807"/>
                            <a:pt x="936726" y="1157618"/>
                          </a:cubicBezTo>
                          <a:cubicBezTo>
                            <a:pt x="935536" y="1156428"/>
                            <a:pt x="931968" y="1158807"/>
                            <a:pt x="930779" y="1159997"/>
                          </a:cubicBezTo>
                          <a:cubicBezTo>
                            <a:pt x="928400" y="1161186"/>
                            <a:pt x="926021" y="1154049"/>
                            <a:pt x="924832" y="1152860"/>
                          </a:cubicBezTo>
                          <a:cubicBezTo>
                            <a:pt x="924832" y="1152860"/>
                            <a:pt x="924832" y="1152860"/>
                            <a:pt x="924832" y="1152860"/>
                          </a:cubicBezTo>
                          <a:cubicBezTo>
                            <a:pt x="923642" y="1151670"/>
                            <a:pt x="927210" y="1146913"/>
                            <a:pt x="926021" y="1144534"/>
                          </a:cubicBezTo>
                          <a:cubicBezTo>
                            <a:pt x="924832" y="1142155"/>
                            <a:pt x="917694" y="1145723"/>
                            <a:pt x="912937" y="1149292"/>
                          </a:cubicBezTo>
                          <a:cubicBezTo>
                            <a:pt x="908179" y="1151670"/>
                            <a:pt x="901043" y="1152860"/>
                            <a:pt x="897474" y="1152860"/>
                          </a:cubicBezTo>
                          <a:cubicBezTo>
                            <a:pt x="892717" y="1152860"/>
                            <a:pt x="895096" y="1139776"/>
                            <a:pt x="893906" y="1136208"/>
                          </a:cubicBezTo>
                          <a:cubicBezTo>
                            <a:pt x="892717" y="1132640"/>
                            <a:pt x="878443" y="1137397"/>
                            <a:pt x="874875" y="1136208"/>
                          </a:cubicBezTo>
                          <a:cubicBezTo>
                            <a:pt x="872496" y="1135018"/>
                            <a:pt x="874875" y="1130261"/>
                            <a:pt x="877254" y="1127882"/>
                          </a:cubicBezTo>
                          <a:cubicBezTo>
                            <a:pt x="879632" y="1125503"/>
                            <a:pt x="884390" y="1120745"/>
                            <a:pt x="885580" y="1114798"/>
                          </a:cubicBezTo>
                          <a:cubicBezTo>
                            <a:pt x="886769" y="1108851"/>
                            <a:pt x="885580" y="1107661"/>
                            <a:pt x="882011" y="1106472"/>
                          </a:cubicBezTo>
                          <a:cubicBezTo>
                            <a:pt x="878443" y="1105282"/>
                            <a:pt x="871307" y="1106472"/>
                            <a:pt x="870117" y="1104093"/>
                          </a:cubicBezTo>
                          <a:cubicBezTo>
                            <a:pt x="868928" y="1101714"/>
                            <a:pt x="866549" y="1100525"/>
                            <a:pt x="862981" y="1098146"/>
                          </a:cubicBezTo>
                          <a:cubicBezTo>
                            <a:pt x="860602" y="1096957"/>
                            <a:pt x="861791" y="1089820"/>
                            <a:pt x="861791" y="1087441"/>
                          </a:cubicBezTo>
                          <a:cubicBezTo>
                            <a:pt x="861791" y="1085062"/>
                            <a:pt x="855844" y="1087441"/>
                            <a:pt x="854655" y="1087441"/>
                          </a:cubicBezTo>
                          <a:cubicBezTo>
                            <a:pt x="852276" y="1087441"/>
                            <a:pt x="854655" y="1080304"/>
                            <a:pt x="854655" y="1077926"/>
                          </a:cubicBezTo>
                          <a:cubicBezTo>
                            <a:pt x="854655" y="1076736"/>
                            <a:pt x="845139" y="1079115"/>
                            <a:pt x="842760" y="1079115"/>
                          </a:cubicBezTo>
                          <a:cubicBezTo>
                            <a:pt x="840381" y="1079115"/>
                            <a:pt x="838002" y="1082683"/>
                            <a:pt x="834434" y="1083873"/>
                          </a:cubicBezTo>
                          <a:cubicBezTo>
                            <a:pt x="830866" y="1085062"/>
                            <a:pt x="832055" y="1076736"/>
                            <a:pt x="832055" y="1073168"/>
                          </a:cubicBezTo>
                          <a:cubicBezTo>
                            <a:pt x="832055" y="1070789"/>
                            <a:pt x="826108" y="1066031"/>
                            <a:pt x="823730" y="1063652"/>
                          </a:cubicBezTo>
                          <a:cubicBezTo>
                            <a:pt x="820161" y="1061274"/>
                            <a:pt x="824919" y="1050568"/>
                            <a:pt x="826108" y="1047000"/>
                          </a:cubicBezTo>
                          <a:cubicBezTo>
                            <a:pt x="827298" y="1043432"/>
                            <a:pt x="830866" y="1044621"/>
                            <a:pt x="833245" y="1042243"/>
                          </a:cubicBezTo>
                          <a:cubicBezTo>
                            <a:pt x="835624" y="1039864"/>
                            <a:pt x="833245" y="1038674"/>
                            <a:pt x="834434" y="1033916"/>
                          </a:cubicBezTo>
                          <a:cubicBezTo>
                            <a:pt x="835624" y="1029159"/>
                            <a:pt x="842760" y="1026780"/>
                            <a:pt x="845139" y="1022022"/>
                          </a:cubicBezTo>
                          <a:cubicBezTo>
                            <a:pt x="847518" y="1017264"/>
                            <a:pt x="845139" y="997044"/>
                            <a:pt x="843949" y="994665"/>
                          </a:cubicBezTo>
                          <a:cubicBezTo>
                            <a:pt x="842760" y="992286"/>
                            <a:pt x="839192" y="981581"/>
                            <a:pt x="839192" y="979202"/>
                          </a:cubicBezTo>
                          <a:cubicBezTo>
                            <a:pt x="839192" y="976824"/>
                            <a:pt x="836813" y="976824"/>
                            <a:pt x="833245" y="975634"/>
                          </a:cubicBezTo>
                          <a:cubicBezTo>
                            <a:pt x="830866" y="974445"/>
                            <a:pt x="832055" y="970876"/>
                            <a:pt x="832055" y="968497"/>
                          </a:cubicBezTo>
                          <a:cubicBezTo>
                            <a:pt x="832055" y="966119"/>
                            <a:pt x="829677" y="966119"/>
                            <a:pt x="827298" y="964929"/>
                          </a:cubicBezTo>
                          <a:cubicBezTo>
                            <a:pt x="824919" y="963740"/>
                            <a:pt x="824919" y="961361"/>
                            <a:pt x="823730" y="958982"/>
                          </a:cubicBezTo>
                          <a:cubicBezTo>
                            <a:pt x="822540" y="956603"/>
                            <a:pt x="803509" y="957793"/>
                            <a:pt x="799941" y="957793"/>
                          </a:cubicBezTo>
                          <a:lnTo>
                            <a:pt x="799941" y="957793"/>
                          </a:lnTo>
                          <a:cubicBezTo>
                            <a:pt x="796372" y="957793"/>
                            <a:pt x="796372" y="954224"/>
                            <a:pt x="795183" y="953035"/>
                          </a:cubicBezTo>
                          <a:cubicBezTo>
                            <a:pt x="793994" y="951845"/>
                            <a:pt x="785667" y="954224"/>
                            <a:pt x="783288" y="951845"/>
                          </a:cubicBezTo>
                          <a:cubicBezTo>
                            <a:pt x="780909" y="949466"/>
                            <a:pt x="785667" y="945898"/>
                            <a:pt x="786857" y="943519"/>
                          </a:cubicBezTo>
                          <a:cubicBezTo>
                            <a:pt x="788046" y="941141"/>
                            <a:pt x="786857" y="939951"/>
                            <a:pt x="785667" y="938762"/>
                          </a:cubicBezTo>
                          <a:cubicBezTo>
                            <a:pt x="784478" y="938762"/>
                            <a:pt x="783288" y="934004"/>
                            <a:pt x="782099" y="932814"/>
                          </a:cubicBezTo>
                          <a:cubicBezTo>
                            <a:pt x="782099" y="931625"/>
                            <a:pt x="774962" y="932814"/>
                            <a:pt x="772583" y="930436"/>
                          </a:cubicBezTo>
                          <a:cubicBezTo>
                            <a:pt x="771394" y="928057"/>
                            <a:pt x="776152" y="923299"/>
                            <a:pt x="776152" y="922110"/>
                          </a:cubicBezTo>
                          <a:cubicBezTo>
                            <a:pt x="777341" y="920920"/>
                            <a:pt x="773773" y="919731"/>
                            <a:pt x="772583" y="919731"/>
                          </a:cubicBezTo>
                          <a:cubicBezTo>
                            <a:pt x="770205" y="919731"/>
                            <a:pt x="767826" y="917352"/>
                            <a:pt x="766636" y="916162"/>
                          </a:cubicBezTo>
                          <a:cubicBezTo>
                            <a:pt x="765447" y="914973"/>
                            <a:pt x="754742" y="920920"/>
                            <a:pt x="753553" y="922110"/>
                          </a:cubicBezTo>
                          <a:cubicBezTo>
                            <a:pt x="752363" y="923299"/>
                            <a:pt x="753553" y="926867"/>
                            <a:pt x="751174" y="929246"/>
                          </a:cubicBezTo>
                          <a:cubicBezTo>
                            <a:pt x="748795" y="931625"/>
                            <a:pt x="745226" y="928057"/>
                            <a:pt x="742847" y="926867"/>
                          </a:cubicBezTo>
                          <a:cubicBezTo>
                            <a:pt x="740469" y="925678"/>
                            <a:pt x="738090" y="926867"/>
                            <a:pt x="735711" y="928057"/>
                          </a:cubicBezTo>
                          <a:cubicBezTo>
                            <a:pt x="733332" y="929246"/>
                            <a:pt x="730953" y="922110"/>
                            <a:pt x="729764" y="922110"/>
                          </a:cubicBezTo>
                          <a:cubicBezTo>
                            <a:pt x="728575" y="920920"/>
                            <a:pt x="722628" y="925678"/>
                            <a:pt x="721438" y="925678"/>
                          </a:cubicBezTo>
                          <a:cubicBezTo>
                            <a:pt x="720249" y="925678"/>
                            <a:pt x="721438" y="930436"/>
                            <a:pt x="717870" y="936383"/>
                          </a:cubicBezTo>
                          <a:cubicBezTo>
                            <a:pt x="714301" y="941141"/>
                            <a:pt x="702407" y="942330"/>
                            <a:pt x="700028" y="942330"/>
                          </a:cubicBezTo>
                          <a:cubicBezTo>
                            <a:pt x="697649" y="942330"/>
                            <a:pt x="696460" y="948277"/>
                            <a:pt x="695270" y="951845"/>
                          </a:cubicBezTo>
                          <a:cubicBezTo>
                            <a:pt x="694081" y="955414"/>
                            <a:pt x="691702" y="954224"/>
                            <a:pt x="690513" y="954224"/>
                          </a:cubicBezTo>
                          <a:cubicBezTo>
                            <a:pt x="688134" y="955414"/>
                            <a:pt x="689323" y="956603"/>
                            <a:pt x="689323" y="957793"/>
                          </a:cubicBezTo>
                          <a:cubicBezTo>
                            <a:pt x="688134" y="958982"/>
                            <a:pt x="686945" y="957793"/>
                            <a:pt x="684566" y="957793"/>
                          </a:cubicBezTo>
                          <a:cubicBezTo>
                            <a:pt x="682186" y="957793"/>
                            <a:pt x="680997" y="962550"/>
                            <a:pt x="679807" y="964929"/>
                          </a:cubicBezTo>
                          <a:cubicBezTo>
                            <a:pt x="678618" y="967308"/>
                            <a:pt x="675050" y="966119"/>
                            <a:pt x="672671" y="966119"/>
                          </a:cubicBezTo>
                          <a:cubicBezTo>
                            <a:pt x="670292" y="966119"/>
                            <a:pt x="666724" y="969687"/>
                            <a:pt x="663156" y="969687"/>
                          </a:cubicBezTo>
                          <a:cubicBezTo>
                            <a:pt x="663156" y="969687"/>
                            <a:pt x="663156" y="969687"/>
                            <a:pt x="663156" y="969687"/>
                          </a:cubicBezTo>
                          <a:cubicBezTo>
                            <a:pt x="660777" y="969687"/>
                            <a:pt x="660777" y="966119"/>
                            <a:pt x="660777" y="963740"/>
                          </a:cubicBezTo>
                          <a:cubicBezTo>
                            <a:pt x="660777" y="962550"/>
                            <a:pt x="652451" y="962550"/>
                            <a:pt x="651261" y="962550"/>
                          </a:cubicBezTo>
                          <a:cubicBezTo>
                            <a:pt x="650072" y="962550"/>
                            <a:pt x="650072" y="964929"/>
                            <a:pt x="647693" y="966119"/>
                          </a:cubicBezTo>
                          <a:cubicBezTo>
                            <a:pt x="646503" y="967308"/>
                            <a:pt x="641745" y="964929"/>
                            <a:pt x="639367" y="963740"/>
                          </a:cubicBezTo>
                          <a:cubicBezTo>
                            <a:pt x="636988" y="961361"/>
                            <a:pt x="633420" y="962550"/>
                            <a:pt x="629851" y="963740"/>
                          </a:cubicBezTo>
                          <a:cubicBezTo>
                            <a:pt x="627473" y="963740"/>
                            <a:pt x="625094" y="960172"/>
                            <a:pt x="622715" y="958982"/>
                          </a:cubicBezTo>
                          <a:cubicBezTo>
                            <a:pt x="620336" y="957793"/>
                            <a:pt x="606062" y="967308"/>
                            <a:pt x="603684" y="969687"/>
                          </a:cubicBezTo>
                          <a:cubicBezTo>
                            <a:pt x="600115" y="972066"/>
                            <a:pt x="598926" y="975634"/>
                            <a:pt x="598926" y="978013"/>
                          </a:cubicBezTo>
                          <a:cubicBezTo>
                            <a:pt x="598926" y="980392"/>
                            <a:pt x="596547" y="980392"/>
                            <a:pt x="592979" y="981581"/>
                          </a:cubicBezTo>
                          <a:cubicBezTo>
                            <a:pt x="592979" y="981581"/>
                            <a:pt x="592979" y="981581"/>
                            <a:pt x="592979" y="981581"/>
                          </a:cubicBezTo>
                          <a:cubicBezTo>
                            <a:pt x="589411" y="982771"/>
                            <a:pt x="588221" y="976824"/>
                            <a:pt x="588221" y="974445"/>
                          </a:cubicBezTo>
                          <a:cubicBezTo>
                            <a:pt x="589411" y="970876"/>
                            <a:pt x="585843" y="968497"/>
                            <a:pt x="583464" y="967308"/>
                          </a:cubicBezTo>
                          <a:cubicBezTo>
                            <a:pt x="581085" y="964929"/>
                            <a:pt x="573948" y="970876"/>
                            <a:pt x="573948" y="972066"/>
                          </a:cubicBezTo>
                          <a:cubicBezTo>
                            <a:pt x="573948" y="972066"/>
                            <a:pt x="573948" y="972066"/>
                            <a:pt x="573948" y="972066"/>
                          </a:cubicBezTo>
                          <a:cubicBezTo>
                            <a:pt x="572758" y="973255"/>
                            <a:pt x="563243" y="973255"/>
                            <a:pt x="560864" y="973255"/>
                          </a:cubicBezTo>
                          <a:cubicBezTo>
                            <a:pt x="557296" y="973255"/>
                            <a:pt x="551349" y="974445"/>
                            <a:pt x="550159" y="974445"/>
                          </a:cubicBezTo>
                          <a:cubicBezTo>
                            <a:pt x="548970" y="974445"/>
                            <a:pt x="544212" y="967308"/>
                            <a:pt x="543022" y="966119"/>
                          </a:cubicBezTo>
                          <a:cubicBezTo>
                            <a:pt x="541833" y="964929"/>
                            <a:pt x="538265" y="963740"/>
                            <a:pt x="534696" y="963740"/>
                          </a:cubicBezTo>
                          <a:cubicBezTo>
                            <a:pt x="532318" y="963740"/>
                            <a:pt x="533507" y="958982"/>
                            <a:pt x="533507" y="957793"/>
                          </a:cubicBezTo>
                          <a:cubicBezTo>
                            <a:pt x="533507" y="955414"/>
                            <a:pt x="519234" y="954224"/>
                            <a:pt x="516855" y="954224"/>
                          </a:cubicBezTo>
                          <a:cubicBezTo>
                            <a:pt x="514476" y="955414"/>
                            <a:pt x="507339" y="960172"/>
                            <a:pt x="506150" y="961361"/>
                          </a:cubicBezTo>
                          <a:cubicBezTo>
                            <a:pt x="504960" y="963740"/>
                            <a:pt x="501392" y="961361"/>
                            <a:pt x="500203" y="960172"/>
                          </a:cubicBezTo>
                          <a:cubicBezTo>
                            <a:pt x="499013" y="958982"/>
                            <a:pt x="495445" y="961361"/>
                            <a:pt x="493066" y="960172"/>
                          </a:cubicBezTo>
                          <a:cubicBezTo>
                            <a:pt x="489498" y="958982"/>
                            <a:pt x="489498" y="954224"/>
                            <a:pt x="488309" y="953035"/>
                          </a:cubicBezTo>
                          <a:cubicBezTo>
                            <a:pt x="487119" y="951845"/>
                            <a:pt x="489498" y="948277"/>
                            <a:pt x="490688" y="945898"/>
                          </a:cubicBezTo>
                          <a:cubicBezTo>
                            <a:pt x="490688" y="943519"/>
                            <a:pt x="488309" y="944709"/>
                            <a:pt x="484741" y="944709"/>
                          </a:cubicBezTo>
                          <a:cubicBezTo>
                            <a:pt x="481172" y="944709"/>
                            <a:pt x="479983" y="945898"/>
                            <a:pt x="477604" y="947088"/>
                          </a:cubicBezTo>
                          <a:cubicBezTo>
                            <a:pt x="476414" y="948277"/>
                            <a:pt x="474035" y="944709"/>
                            <a:pt x="471656" y="942330"/>
                          </a:cubicBezTo>
                          <a:cubicBezTo>
                            <a:pt x="470467" y="939951"/>
                            <a:pt x="468088" y="936383"/>
                            <a:pt x="469277" y="934004"/>
                          </a:cubicBezTo>
                          <a:cubicBezTo>
                            <a:pt x="469277" y="931625"/>
                            <a:pt x="458573" y="929246"/>
                            <a:pt x="455005" y="928057"/>
                          </a:cubicBezTo>
                          <a:cubicBezTo>
                            <a:pt x="451436" y="928057"/>
                            <a:pt x="452626" y="932814"/>
                            <a:pt x="453815" y="935193"/>
                          </a:cubicBezTo>
                          <a:cubicBezTo>
                            <a:pt x="453815" y="937572"/>
                            <a:pt x="453815" y="938762"/>
                            <a:pt x="451436" y="938762"/>
                          </a:cubicBezTo>
                          <a:cubicBezTo>
                            <a:pt x="449058" y="938762"/>
                            <a:pt x="440731" y="925678"/>
                            <a:pt x="438352" y="923299"/>
                          </a:cubicBezTo>
                          <a:cubicBezTo>
                            <a:pt x="437163" y="920920"/>
                            <a:pt x="433594" y="922110"/>
                            <a:pt x="430026" y="922110"/>
                          </a:cubicBezTo>
                          <a:cubicBezTo>
                            <a:pt x="426458" y="922110"/>
                            <a:pt x="420511" y="913784"/>
                            <a:pt x="419322" y="912594"/>
                          </a:cubicBezTo>
                          <a:cubicBezTo>
                            <a:pt x="418132" y="911405"/>
                            <a:pt x="414564" y="911405"/>
                            <a:pt x="412185" y="911405"/>
                          </a:cubicBezTo>
                          <a:cubicBezTo>
                            <a:pt x="409806" y="911405"/>
                            <a:pt x="403858" y="906647"/>
                            <a:pt x="401480" y="904268"/>
                          </a:cubicBezTo>
                          <a:cubicBezTo>
                            <a:pt x="399101" y="901889"/>
                            <a:pt x="393154" y="906647"/>
                            <a:pt x="391964" y="906647"/>
                          </a:cubicBezTo>
                          <a:cubicBezTo>
                            <a:pt x="390775" y="907836"/>
                            <a:pt x="389586" y="909026"/>
                            <a:pt x="387207" y="909026"/>
                          </a:cubicBezTo>
                          <a:cubicBezTo>
                            <a:pt x="383639" y="909026"/>
                            <a:pt x="381260" y="907836"/>
                            <a:pt x="380070" y="905458"/>
                          </a:cubicBezTo>
                          <a:cubicBezTo>
                            <a:pt x="378881" y="903079"/>
                            <a:pt x="374123" y="903079"/>
                            <a:pt x="372933" y="903079"/>
                          </a:cubicBezTo>
                          <a:cubicBezTo>
                            <a:pt x="372933" y="903079"/>
                            <a:pt x="371744" y="903079"/>
                            <a:pt x="371744" y="901889"/>
                          </a:cubicBezTo>
                          <a:lnTo>
                            <a:pt x="371744" y="901889"/>
                          </a:lnTo>
                          <a:cubicBezTo>
                            <a:pt x="370554" y="900700"/>
                            <a:pt x="370554" y="898321"/>
                            <a:pt x="370554" y="897131"/>
                          </a:cubicBezTo>
                          <a:cubicBezTo>
                            <a:pt x="370554" y="895942"/>
                            <a:pt x="368175" y="897131"/>
                            <a:pt x="365797" y="897131"/>
                          </a:cubicBezTo>
                          <a:cubicBezTo>
                            <a:pt x="364607" y="897131"/>
                            <a:pt x="362228" y="891184"/>
                            <a:pt x="362228" y="889995"/>
                          </a:cubicBezTo>
                          <a:cubicBezTo>
                            <a:pt x="362228" y="888805"/>
                            <a:pt x="359850" y="889995"/>
                            <a:pt x="358660" y="889995"/>
                          </a:cubicBezTo>
                          <a:cubicBezTo>
                            <a:pt x="357471" y="889995"/>
                            <a:pt x="355092" y="885237"/>
                            <a:pt x="353903" y="884048"/>
                          </a:cubicBezTo>
                          <a:cubicBezTo>
                            <a:pt x="352713" y="882858"/>
                            <a:pt x="350334" y="884048"/>
                            <a:pt x="347956" y="884048"/>
                          </a:cubicBezTo>
                          <a:cubicBezTo>
                            <a:pt x="345577" y="884048"/>
                            <a:pt x="342008" y="880479"/>
                            <a:pt x="340818" y="879290"/>
                          </a:cubicBezTo>
                          <a:cubicBezTo>
                            <a:pt x="339629" y="879290"/>
                            <a:pt x="337250" y="882858"/>
                            <a:pt x="334871" y="885237"/>
                          </a:cubicBezTo>
                          <a:cubicBezTo>
                            <a:pt x="332492" y="887616"/>
                            <a:pt x="326545" y="872153"/>
                            <a:pt x="325356" y="869774"/>
                          </a:cubicBezTo>
                          <a:cubicBezTo>
                            <a:pt x="324167" y="868585"/>
                            <a:pt x="322977" y="867395"/>
                            <a:pt x="321788" y="866206"/>
                          </a:cubicBezTo>
                          <a:cubicBezTo>
                            <a:pt x="319409" y="865017"/>
                            <a:pt x="321788" y="862638"/>
                            <a:pt x="322977" y="861448"/>
                          </a:cubicBezTo>
                          <a:cubicBezTo>
                            <a:pt x="324167" y="860259"/>
                            <a:pt x="321788" y="859069"/>
                            <a:pt x="320598" y="857880"/>
                          </a:cubicBezTo>
                          <a:cubicBezTo>
                            <a:pt x="319409" y="856691"/>
                            <a:pt x="321788" y="850743"/>
                            <a:pt x="321788" y="848365"/>
                          </a:cubicBezTo>
                          <a:cubicBezTo>
                            <a:pt x="321788" y="845986"/>
                            <a:pt x="319409" y="845986"/>
                            <a:pt x="317030" y="845986"/>
                          </a:cubicBezTo>
                          <a:cubicBezTo>
                            <a:pt x="314651" y="844796"/>
                            <a:pt x="314651" y="840039"/>
                            <a:pt x="313462" y="837660"/>
                          </a:cubicBezTo>
                          <a:cubicBezTo>
                            <a:pt x="313462" y="836470"/>
                            <a:pt x="313462" y="836470"/>
                            <a:pt x="313462" y="836470"/>
                          </a:cubicBezTo>
                          <a:cubicBezTo>
                            <a:pt x="314651" y="835281"/>
                            <a:pt x="315841" y="834091"/>
                            <a:pt x="317030" y="832902"/>
                          </a:cubicBezTo>
                          <a:cubicBezTo>
                            <a:pt x="318220" y="831712"/>
                            <a:pt x="319409" y="829334"/>
                            <a:pt x="320598" y="829334"/>
                          </a:cubicBezTo>
                          <a:cubicBezTo>
                            <a:pt x="321788" y="829334"/>
                            <a:pt x="324167" y="832902"/>
                            <a:pt x="325356" y="834091"/>
                          </a:cubicBezTo>
                          <a:cubicBezTo>
                            <a:pt x="326545" y="835281"/>
                            <a:pt x="326545" y="829334"/>
                            <a:pt x="328924" y="828144"/>
                          </a:cubicBezTo>
                          <a:cubicBezTo>
                            <a:pt x="330114" y="826955"/>
                            <a:pt x="325356" y="816250"/>
                            <a:pt x="325356" y="811492"/>
                          </a:cubicBezTo>
                          <a:cubicBezTo>
                            <a:pt x="324167" y="806734"/>
                            <a:pt x="321788" y="807924"/>
                            <a:pt x="319409" y="807924"/>
                          </a:cubicBezTo>
                          <a:cubicBezTo>
                            <a:pt x="317030" y="806734"/>
                            <a:pt x="315841" y="800787"/>
                            <a:pt x="314651" y="799598"/>
                          </a:cubicBezTo>
                          <a:cubicBezTo>
                            <a:pt x="313462" y="797219"/>
                            <a:pt x="312272" y="794840"/>
                            <a:pt x="313462" y="790082"/>
                          </a:cubicBezTo>
                          <a:cubicBezTo>
                            <a:pt x="314651" y="786514"/>
                            <a:pt x="313462" y="781756"/>
                            <a:pt x="311083" y="778188"/>
                          </a:cubicBezTo>
                          <a:cubicBezTo>
                            <a:pt x="309893" y="775809"/>
                            <a:pt x="297999" y="769862"/>
                            <a:pt x="295620" y="766293"/>
                          </a:cubicBezTo>
                          <a:cubicBezTo>
                            <a:pt x="293241" y="762725"/>
                            <a:pt x="292052" y="757967"/>
                            <a:pt x="290862" y="753210"/>
                          </a:cubicBezTo>
                          <a:cubicBezTo>
                            <a:pt x="289673" y="748452"/>
                            <a:pt x="275400" y="744884"/>
                            <a:pt x="273021" y="744884"/>
                          </a:cubicBezTo>
                          <a:cubicBezTo>
                            <a:pt x="270642" y="744884"/>
                            <a:pt x="271831" y="741315"/>
                            <a:pt x="270642" y="738937"/>
                          </a:cubicBezTo>
                          <a:cubicBezTo>
                            <a:pt x="270642" y="736558"/>
                            <a:pt x="253990" y="737747"/>
                            <a:pt x="249232" y="736558"/>
                          </a:cubicBezTo>
                          <a:cubicBezTo>
                            <a:pt x="244475" y="736558"/>
                            <a:pt x="242096" y="731800"/>
                            <a:pt x="239717" y="730610"/>
                          </a:cubicBezTo>
                          <a:cubicBezTo>
                            <a:pt x="237337" y="729421"/>
                            <a:pt x="238527" y="724663"/>
                            <a:pt x="238527" y="723474"/>
                          </a:cubicBezTo>
                          <a:cubicBezTo>
                            <a:pt x="238527" y="721095"/>
                            <a:pt x="234959" y="721095"/>
                            <a:pt x="233769" y="719906"/>
                          </a:cubicBezTo>
                          <a:cubicBezTo>
                            <a:pt x="231390" y="718716"/>
                            <a:pt x="226633" y="710390"/>
                            <a:pt x="224254" y="706822"/>
                          </a:cubicBezTo>
                          <a:cubicBezTo>
                            <a:pt x="221875" y="703254"/>
                            <a:pt x="219496" y="697306"/>
                            <a:pt x="219496" y="694927"/>
                          </a:cubicBezTo>
                          <a:cubicBezTo>
                            <a:pt x="219496" y="692549"/>
                            <a:pt x="214739" y="690170"/>
                            <a:pt x="212360" y="688980"/>
                          </a:cubicBezTo>
                          <a:cubicBezTo>
                            <a:pt x="209981" y="687791"/>
                            <a:pt x="208791" y="691359"/>
                            <a:pt x="208791" y="692549"/>
                          </a:cubicBezTo>
                          <a:cubicBezTo>
                            <a:pt x="208791" y="693738"/>
                            <a:pt x="205223" y="693738"/>
                            <a:pt x="202844" y="692549"/>
                          </a:cubicBezTo>
                          <a:cubicBezTo>
                            <a:pt x="200465" y="692549"/>
                            <a:pt x="199276" y="693738"/>
                            <a:pt x="199276" y="694927"/>
                          </a:cubicBezTo>
                          <a:cubicBezTo>
                            <a:pt x="198086" y="696117"/>
                            <a:pt x="194518" y="691359"/>
                            <a:pt x="192139" y="691359"/>
                          </a:cubicBezTo>
                          <a:cubicBezTo>
                            <a:pt x="189760" y="691359"/>
                            <a:pt x="189760" y="693738"/>
                            <a:pt x="187382" y="693738"/>
                          </a:cubicBezTo>
                          <a:cubicBezTo>
                            <a:pt x="187382" y="693738"/>
                            <a:pt x="187382" y="693738"/>
                            <a:pt x="187382" y="693738"/>
                          </a:cubicBezTo>
                          <a:cubicBezTo>
                            <a:pt x="185003" y="694927"/>
                            <a:pt x="187382" y="688980"/>
                            <a:pt x="189760" y="687791"/>
                          </a:cubicBezTo>
                          <a:cubicBezTo>
                            <a:pt x="190950" y="686601"/>
                            <a:pt x="192139" y="684223"/>
                            <a:pt x="193329" y="681844"/>
                          </a:cubicBezTo>
                          <a:cubicBezTo>
                            <a:pt x="194518" y="678275"/>
                            <a:pt x="186192" y="680654"/>
                            <a:pt x="182624" y="680654"/>
                          </a:cubicBezTo>
                          <a:cubicBezTo>
                            <a:pt x="180245" y="680654"/>
                            <a:pt x="177866" y="683033"/>
                            <a:pt x="177866" y="685412"/>
                          </a:cubicBezTo>
                          <a:cubicBezTo>
                            <a:pt x="176677" y="687791"/>
                            <a:pt x="171919" y="686601"/>
                            <a:pt x="169540" y="686601"/>
                          </a:cubicBezTo>
                          <a:cubicBezTo>
                            <a:pt x="167161" y="686601"/>
                            <a:pt x="167161" y="684223"/>
                            <a:pt x="165971" y="681844"/>
                          </a:cubicBezTo>
                          <a:cubicBezTo>
                            <a:pt x="164782" y="678275"/>
                            <a:pt x="144562" y="692549"/>
                            <a:pt x="143373" y="692549"/>
                          </a:cubicBezTo>
                          <a:cubicBezTo>
                            <a:pt x="142183" y="693738"/>
                            <a:pt x="142183" y="697306"/>
                            <a:pt x="140994" y="697306"/>
                          </a:cubicBezTo>
                          <a:cubicBezTo>
                            <a:pt x="139804" y="697306"/>
                            <a:pt x="138615" y="702064"/>
                            <a:pt x="136236" y="702064"/>
                          </a:cubicBezTo>
                          <a:cubicBezTo>
                            <a:pt x="133857" y="702064"/>
                            <a:pt x="130288" y="702064"/>
                            <a:pt x="129099" y="703254"/>
                          </a:cubicBezTo>
                          <a:cubicBezTo>
                            <a:pt x="127910" y="704443"/>
                            <a:pt x="127910" y="705632"/>
                            <a:pt x="126720" y="705632"/>
                          </a:cubicBezTo>
                          <a:cubicBezTo>
                            <a:pt x="125531" y="705632"/>
                            <a:pt x="124341" y="708011"/>
                            <a:pt x="124341" y="709201"/>
                          </a:cubicBezTo>
                          <a:cubicBezTo>
                            <a:pt x="124341" y="710390"/>
                            <a:pt x="118394" y="712769"/>
                            <a:pt x="116016" y="711580"/>
                          </a:cubicBezTo>
                          <a:cubicBezTo>
                            <a:pt x="113637" y="710390"/>
                            <a:pt x="112447" y="706822"/>
                            <a:pt x="112447" y="704443"/>
                          </a:cubicBezTo>
                          <a:cubicBezTo>
                            <a:pt x="112447" y="702064"/>
                            <a:pt x="110069" y="700875"/>
                            <a:pt x="108879" y="699685"/>
                          </a:cubicBezTo>
                          <a:cubicBezTo>
                            <a:pt x="107690" y="697306"/>
                            <a:pt x="107690" y="677086"/>
                            <a:pt x="107690" y="675897"/>
                          </a:cubicBezTo>
                          <a:cubicBezTo>
                            <a:pt x="107690" y="673518"/>
                            <a:pt x="102931" y="673518"/>
                            <a:pt x="100552" y="673518"/>
                          </a:cubicBezTo>
                          <a:cubicBezTo>
                            <a:pt x="98174" y="673518"/>
                            <a:pt x="100552" y="661623"/>
                            <a:pt x="100552" y="659244"/>
                          </a:cubicBezTo>
                          <a:cubicBezTo>
                            <a:pt x="100552" y="656865"/>
                            <a:pt x="95795" y="656865"/>
                            <a:pt x="94605" y="655676"/>
                          </a:cubicBezTo>
                          <a:cubicBezTo>
                            <a:pt x="92227" y="653297"/>
                            <a:pt x="88658" y="653297"/>
                            <a:pt x="86280" y="654487"/>
                          </a:cubicBezTo>
                          <a:cubicBezTo>
                            <a:pt x="83901" y="655676"/>
                            <a:pt x="82711" y="660434"/>
                            <a:pt x="82711" y="662813"/>
                          </a:cubicBezTo>
                          <a:cubicBezTo>
                            <a:pt x="82711" y="665192"/>
                            <a:pt x="80333" y="666381"/>
                            <a:pt x="77954" y="667571"/>
                          </a:cubicBezTo>
                          <a:cubicBezTo>
                            <a:pt x="75575" y="668760"/>
                            <a:pt x="76764" y="673518"/>
                            <a:pt x="76764" y="675897"/>
                          </a:cubicBezTo>
                          <a:cubicBezTo>
                            <a:pt x="76764" y="678275"/>
                            <a:pt x="75575" y="679465"/>
                            <a:pt x="74385" y="680654"/>
                          </a:cubicBezTo>
                          <a:cubicBezTo>
                            <a:pt x="73196" y="681844"/>
                            <a:pt x="73196" y="684223"/>
                            <a:pt x="70817" y="685412"/>
                          </a:cubicBezTo>
                          <a:cubicBezTo>
                            <a:pt x="68438" y="686601"/>
                            <a:pt x="67248" y="681844"/>
                            <a:pt x="66059" y="681844"/>
                          </a:cubicBezTo>
                          <a:cubicBezTo>
                            <a:pt x="64869" y="681844"/>
                            <a:pt x="63680" y="684223"/>
                            <a:pt x="62491" y="685412"/>
                          </a:cubicBezTo>
                          <a:cubicBezTo>
                            <a:pt x="61301" y="686601"/>
                            <a:pt x="57733" y="685412"/>
                            <a:pt x="56544" y="687791"/>
                          </a:cubicBezTo>
                          <a:cubicBezTo>
                            <a:pt x="55354" y="690170"/>
                            <a:pt x="60112" y="694927"/>
                            <a:pt x="61301" y="697306"/>
                          </a:cubicBezTo>
                          <a:cubicBezTo>
                            <a:pt x="62491" y="699685"/>
                            <a:pt x="58922" y="699685"/>
                            <a:pt x="58922" y="698496"/>
                          </a:cubicBezTo>
                          <a:cubicBezTo>
                            <a:pt x="57733" y="697306"/>
                            <a:pt x="55354" y="696117"/>
                            <a:pt x="52975" y="697306"/>
                          </a:cubicBezTo>
                          <a:cubicBezTo>
                            <a:pt x="50597" y="697306"/>
                            <a:pt x="49407" y="693738"/>
                            <a:pt x="47028" y="692549"/>
                          </a:cubicBezTo>
                          <a:cubicBezTo>
                            <a:pt x="44650" y="691359"/>
                            <a:pt x="38702" y="698496"/>
                            <a:pt x="35134" y="702064"/>
                          </a:cubicBezTo>
                          <a:cubicBezTo>
                            <a:pt x="31565" y="705632"/>
                            <a:pt x="23239" y="704443"/>
                            <a:pt x="19671" y="702064"/>
                          </a:cubicBezTo>
                          <a:cubicBezTo>
                            <a:pt x="17292" y="700875"/>
                            <a:pt x="17292" y="697306"/>
                            <a:pt x="17292" y="693738"/>
                          </a:cubicBezTo>
                          <a:cubicBezTo>
                            <a:pt x="17292" y="690170"/>
                            <a:pt x="17292" y="685412"/>
                            <a:pt x="17292" y="684223"/>
                          </a:cubicBezTo>
                          <a:cubicBezTo>
                            <a:pt x="17292" y="680654"/>
                            <a:pt x="24429" y="668760"/>
                            <a:pt x="25618" y="665192"/>
                          </a:cubicBezTo>
                          <a:cubicBezTo>
                            <a:pt x="26808" y="661623"/>
                            <a:pt x="24429" y="659244"/>
                            <a:pt x="22050" y="659244"/>
                          </a:cubicBezTo>
                          <a:cubicBezTo>
                            <a:pt x="19671" y="659244"/>
                            <a:pt x="18482" y="652108"/>
                            <a:pt x="17292" y="649729"/>
                          </a:cubicBezTo>
                          <a:cubicBezTo>
                            <a:pt x="16103" y="647350"/>
                            <a:pt x="19671" y="642592"/>
                            <a:pt x="18482" y="640213"/>
                          </a:cubicBezTo>
                          <a:cubicBezTo>
                            <a:pt x="16103" y="637835"/>
                            <a:pt x="11345" y="641403"/>
                            <a:pt x="6588" y="642592"/>
                          </a:cubicBezTo>
                          <a:cubicBezTo>
                            <a:pt x="3019" y="643782"/>
                            <a:pt x="-1739" y="627130"/>
                            <a:pt x="640" y="623561"/>
                          </a:cubicBezTo>
                          <a:cubicBezTo>
                            <a:pt x="1829" y="618804"/>
                            <a:pt x="17292" y="623561"/>
                            <a:pt x="19671" y="623561"/>
                          </a:cubicBezTo>
                          <a:cubicBezTo>
                            <a:pt x="22050" y="623561"/>
                            <a:pt x="22050" y="618804"/>
                            <a:pt x="22050" y="616425"/>
                          </a:cubicBezTo>
                          <a:cubicBezTo>
                            <a:pt x="22050" y="612856"/>
                            <a:pt x="29186" y="612856"/>
                            <a:pt x="31565" y="612856"/>
                          </a:cubicBezTo>
                          <a:cubicBezTo>
                            <a:pt x="33944" y="612856"/>
                            <a:pt x="30376" y="609288"/>
                            <a:pt x="27997" y="606909"/>
                          </a:cubicBezTo>
                          <a:cubicBezTo>
                            <a:pt x="25618" y="604530"/>
                            <a:pt x="38702" y="603341"/>
                            <a:pt x="41081" y="602152"/>
                          </a:cubicBezTo>
                          <a:cubicBezTo>
                            <a:pt x="43460" y="600962"/>
                            <a:pt x="47028" y="599773"/>
                            <a:pt x="48218" y="596204"/>
                          </a:cubicBezTo>
                          <a:cubicBezTo>
                            <a:pt x="49407" y="593825"/>
                            <a:pt x="39892" y="590257"/>
                            <a:pt x="39892" y="586689"/>
                          </a:cubicBezTo>
                          <a:cubicBezTo>
                            <a:pt x="38702" y="583121"/>
                            <a:pt x="48218" y="579552"/>
                            <a:pt x="50597" y="578363"/>
                          </a:cubicBezTo>
                          <a:cubicBezTo>
                            <a:pt x="52975" y="577173"/>
                            <a:pt x="56544" y="577173"/>
                            <a:pt x="57733" y="577173"/>
                          </a:cubicBezTo>
                          <a:cubicBezTo>
                            <a:pt x="60112" y="577173"/>
                            <a:pt x="64869" y="570037"/>
                            <a:pt x="67248" y="568847"/>
                          </a:cubicBezTo>
                          <a:cubicBezTo>
                            <a:pt x="69627" y="568847"/>
                            <a:pt x="73196" y="573605"/>
                            <a:pt x="75575" y="575984"/>
                          </a:cubicBezTo>
                          <a:cubicBezTo>
                            <a:pt x="77954" y="578363"/>
                            <a:pt x="83901" y="575984"/>
                            <a:pt x="89848" y="575984"/>
                          </a:cubicBezTo>
                          <a:cubicBezTo>
                            <a:pt x="95795" y="575984"/>
                            <a:pt x="100552" y="572416"/>
                            <a:pt x="104121" y="567658"/>
                          </a:cubicBezTo>
                          <a:cubicBezTo>
                            <a:pt x="107690" y="562900"/>
                            <a:pt x="91037" y="553385"/>
                            <a:pt x="88658" y="552195"/>
                          </a:cubicBezTo>
                          <a:cubicBezTo>
                            <a:pt x="86280" y="551006"/>
                            <a:pt x="86280" y="561711"/>
                            <a:pt x="82711" y="562900"/>
                          </a:cubicBezTo>
                          <a:cubicBezTo>
                            <a:pt x="79143" y="565279"/>
                            <a:pt x="74385" y="559332"/>
                            <a:pt x="72006" y="556953"/>
                          </a:cubicBezTo>
                          <a:cubicBezTo>
                            <a:pt x="69627" y="554574"/>
                            <a:pt x="61301" y="553385"/>
                            <a:pt x="57733" y="551006"/>
                          </a:cubicBezTo>
                          <a:cubicBezTo>
                            <a:pt x="54165" y="548627"/>
                            <a:pt x="68438" y="530785"/>
                            <a:pt x="69627" y="529596"/>
                          </a:cubicBezTo>
                          <a:cubicBezTo>
                            <a:pt x="70817" y="528406"/>
                            <a:pt x="67248" y="526028"/>
                            <a:pt x="66059" y="523649"/>
                          </a:cubicBezTo>
                          <a:cubicBezTo>
                            <a:pt x="66059" y="522459"/>
                            <a:pt x="66059" y="522459"/>
                            <a:pt x="66059" y="522459"/>
                          </a:cubicBezTo>
                          <a:cubicBezTo>
                            <a:pt x="67248" y="521270"/>
                            <a:pt x="69627" y="520080"/>
                            <a:pt x="70817" y="518891"/>
                          </a:cubicBezTo>
                          <a:cubicBezTo>
                            <a:pt x="72006" y="517702"/>
                            <a:pt x="72006" y="512944"/>
                            <a:pt x="74385" y="510565"/>
                          </a:cubicBezTo>
                          <a:cubicBezTo>
                            <a:pt x="76764" y="509376"/>
                            <a:pt x="85090" y="512944"/>
                            <a:pt x="87469" y="515323"/>
                          </a:cubicBezTo>
                          <a:cubicBezTo>
                            <a:pt x="91037" y="517702"/>
                            <a:pt x="100552" y="515323"/>
                            <a:pt x="106500" y="515323"/>
                          </a:cubicBezTo>
                          <a:cubicBezTo>
                            <a:pt x="113637" y="515323"/>
                            <a:pt x="123152" y="514133"/>
                            <a:pt x="127910" y="515323"/>
                          </a:cubicBezTo>
                          <a:cubicBezTo>
                            <a:pt x="132667" y="516512"/>
                            <a:pt x="126720" y="497481"/>
                            <a:pt x="127910" y="495102"/>
                          </a:cubicBezTo>
                          <a:cubicBezTo>
                            <a:pt x="129099" y="492723"/>
                            <a:pt x="138615" y="496292"/>
                            <a:pt x="140994" y="496292"/>
                          </a:cubicBezTo>
                          <a:cubicBezTo>
                            <a:pt x="143373" y="497481"/>
                            <a:pt x="149320" y="493913"/>
                            <a:pt x="152888" y="492723"/>
                          </a:cubicBezTo>
                          <a:cubicBezTo>
                            <a:pt x="156456" y="492723"/>
                            <a:pt x="180245" y="502239"/>
                            <a:pt x="183813" y="501050"/>
                          </a:cubicBezTo>
                          <a:cubicBezTo>
                            <a:pt x="187382" y="501050"/>
                            <a:pt x="189760" y="496292"/>
                            <a:pt x="192139" y="496292"/>
                          </a:cubicBezTo>
                          <a:cubicBezTo>
                            <a:pt x="194518" y="495102"/>
                            <a:pt x="198086" y="497481"/>
                            <a:pt x="202844" y="497481"/>
                          </a:cubicBezTo>
                          <a:cubicBezTo>
                            <a:pt x="207602" y="497481"/>
                            <a:pt x="208791" y="492723"/>
                            <a:pt x="212360" y="491534"/>
                          </a:cubicBezTo>
                          <a:cubicBezTo>
                            <a:pt x="215928" y="490345"/>
                            <a:pt x="224254" y="495102"/>
                            <a:pt x="229012" y="496292"/>
                          </a:cubicBezTo>
                          <a:cubicBezTo>
                            <a:pt x="233769" y="497481"/>
                            <a:pt x="236148" y="493913"/>
                            <a:pt x="239717" y="492723"/>
                          </a:cubicBezTo>
                          <a:cubicBezTo>
                            <a:pt x="244475" y="491534"/>
                            <a:pt x="257558" y="496292"/>
                            <a:pt x="259937" y="497481"/>
                          </a:cubicBezTo>
                          <a:cubicBezTo>
                            <a:pt x="262316" y="498671"/>
                            <a:pt x="267073" y="497481"/>
                            <a:pt x="269452" y="498671"/>
                          </a:cubicBezTo>
                          <a:cubicBezTo>
                            <a:pt x="271831" y="498671"/>
                            <a:pt x="275400" y="506997"/>
                            <a:pt x="280158" y="510565"/>
                          </a:cubicBezTo>
                          <a:cubicBezTo>
                            <a:pt x="284915" y="514133"/>
                            <a:pt x="292052" y="511754"/>
                            <a:pt x="294431" y="510565"/>
                          </a:cubicBezTo>
                          <a:cubicBezTo>
                            <a:pt x="296809" y="509376"/>
                            <a:pt x="295620" y="504618"/>
                            <a:pt x="294431" y="503428"/>
                          </a:cubicBezTo>
                          <a:cubicBezTo>
                            <a:pt x="294431" y="501050"/>
                            <a:pt x="300378" y="498671"/>
                            <a:pt x="301567" y="497481"/>
                          </a:cubicBezTo>
                          <a:cubicBezTo>
                            <a:pt x="302756" y="496292"/>
                            <a:pt x="300378" y="493913"/>
                            <a:pt x="297999" y="491534"/>
                          </a:cubicBezTo>
                          <a:cubicBezTo>
                            <a:pt x="296809" y="489155"/>
                            <a:pt x="300378" y="485587"/>
                            <a:pt x="302756" y="480829"/>
                          </a:cubicBezTo>
                          <a:cubicBezTo>
                            <a:pt x="303946" y="476071"/>
                            <a:pt x="299188" y="472503"/>
                            <a:pt x="296809" y="470124"/>
                          </a:cubicBezTo>
                          <a:cubicBezTo>
                            <a:pt x="294431" y="467745"/>
                            <a:pt x="286105" y="443957"/>
                            <a:pt x="284915" y="440388"/>
                          </a:cubicBezTo>
                          <a:cubicBezTo>
                            <a:pt x="283726" y="435631"/>
                            <a:pt x="287294" y="433252"/>
                            <a:pt x="288484" y="432062"/>
                          </a:cubicBezTo>
                          <a:cubicBezTo>
                            <a:pt x="289673" y="430873"/>
                            <a:pt x="273021" y="430873"/>
                            <a:pt x="271831" y="429684"/>
                          </a:cubicBezTo>
                          <a:cubicBezTo>
                            <a:pt x="270642" y="428494"/>
                            <a:pt x="270642" y="421357"/>
                            <a:pt x="275400" y="418978"/>
                          </a:cubicBezTo>
                          <a:cubicBezTo>
                            <a:pt x="280158" y="416600"/>
                            <a:pt x="281347" y="420168"/>
                            <a:pt x="284915" y="420168"/>
                          </a:cubicBezTo>
                          <a:cubicBezTo>
                            <a:pt x="288484" y="420168"/>
                            <a:pt x="289673" y="417789"/>
                            <a:pt x="293241" y="415410"/>
                          </a:cubicBezTo>
                          <a:cubicBezTo>
                            <a:pt x="296809" y="414221"/>
                            <a:pt x="305135" y="413031"/>
                            <a:pt x="308704" y="413031"/>
                          </a:cubicBezTo>
                          <a:cubicBezTo>
                            <a:pt x="312272" y="413031"/>
                            <a:pt x="313462" y="408274"/>
                            <a:pt x="317030" y="411842"/>
                          </a:cubicBezTo>
                          <a:cubicBezTo>
                            <a:pt x="321788" y="415410"/>
                            <a:pt x="324167" y="413031"/>
                            <a:pt x="325356" y="411842"/>
                          </a:cubicBezTo>
                          <a:cubicBezTo>
                            <a:pt x="326545" y="410652"/>
                            <a:pt x="328924" y="405895"/>
                            <a:pt x="331303" y="403516"/>
                          </a:cubicBezTo>
                          <a:cubicBezTo>
                            <a:pt x="333682" y="402326"/>
                            <a:pt x="327735" y="401137"/>
                            <a:pt x="324167" y="399948"/>
                          </a:cubicBezTo>
                          <a:cubicBezTo>
                            <a:pt x="321788" y="398758"/>
                            <a:pt x="322977" y="379727"/>
                            <a:pt x="325356" y="370212"/>
                          </a:cubicBezTo>
                          <a:cubicBezTo>
                            <a:pt x="326545" y="360696"/>
                            <a:pt x="328924" y="345234"/>
                            <a:pt x="331303" y="341665"/>
                          </a:cubicBezTo>
                          <a:cubicBezTo>
                            <a:pt x="333682" y="338097"/>
                            <a:pt x="349145" y="346423"/>
                            <a:pt x="353903" y="346423"/>
                          </a:cubicBezTo>
                          <a:cubicBezTo>
                            <a:pt x="358660" y="347612"/>
                            <a:pt x="365797" y="342855"/>
                            <a:pt x="369365" y="342855"/>
                          </a:cubicBezTo>
                          <a:cubicBezTo>
                            <a:pt x="372933" y="342855"/>
                            <a:pt x="372933" y="346423"/>
                            <a:pt x="375312" y="347612"/>
                          </a:cubicBezTo>
                          <a:cubicBezTo>
                            <a:pt x="377691" y="348802"/>
                            <a:pt x="381260" y="345234"/>
                            <a:pt x="381260" y="342855"/>
                          </a:cubicBezTo>
                          <a:cubicBezTo>
                            <a:pt x="382449" y="340476"/>
                            <a:pt x="386017" y="339286"/>
                            <a:pt x="388396" y="338097"/>
                          </a:cubicBezTo>
                          <a:cubicBezTo>
                            <a:pt x="390775" y="336908"/>
                            <a:pt x="394343" y="332150"/>
                            <a:pt x="395533" y="329771"/>
                          </a:cubicBezTo>
                          <a:cubicBezTo>
                            <a:pt x="396722" y="327392"/>
                            <a:pt x="389586" y="319066"/>
                            <a:pt x="387207" y="315498"/>
                          </a:cubicBezTo>
                          <a:cubicBezTo>
                            <a:pt x="383639" y="311929"/>
                            <a:pt x="387207" y="296467"/>
                            <a:pt x="387207" y="294088"/>
                          </a:cubicBezTo>
                          <a:cubicBezTo>
                            <a:pt x="387207" y="291709"/>
                            <a:pt x="399101" y="288141"/>
                            <a:pt x="401480" y="286951"/>
                          </a:cubicBezTo>
                          <a:cubicBezTo>
                            <a:pt x="403858" y="285762"/>
                            <a:pt x="401480" y="277436"/>
                            <a:pt x="401480" y="275057"/>
                          </a:cubicBezTo>
                          <a:cubicBezTo>
                            <a:pt x="401480" y="272678"/>
                            <a:pt x="413374" y="264352"/>
                            <a:pt x="414564" y="263163"/>
                          </a:cubicBezTo>
                          <a:cubicBezTo>
                            <a:pt x="415753" y="261973"/>
                            <a:pt x="416943" y="260784"/>
                            <a:pt x="416943" y="259594"/>
                          </a:cubicBezTo>
                          <a:cubicBezTo>
                            <a:pt x="418132" y="259594"/>
                            <a:pt x="419322" y="260784"/>
                            <a:pt x="420511" y="260784"/>
                          </a:cubicBezTo>
                          <a:cubicBezTo>
                            <a:pt x="422890" y="261973"/>
                            <a:pt x="426458" y="263163"/>
                            <a:pt x="426458" y="260784"/>
                          </a:cubicBezTo>
                          <a:cubicBezTo>
                            <a:pt x="426458" y="260784"/>
                            <a:pt x="426458" y="260784"/>
                            <a:pt x="426458" y="259594"/>
                          </a:cubicBezTo>
                          <a:cubicBezTo>
                            <a:pt x="427647" y="261973"/>
                            <a:pt x="427647" y="266731"/>
                            <a:pt x="427647" y="269110"/>
                          </a:cubicBezTo>
                          <a:cubicBezTo>
                            <a:pt x="427647" y="272678"/>
                            <a:pt x="431216" y="271489"/>
                            <a:pt x="433594" y="272678"/>
                          </a:cubicBezTo>
                          <a:cubicBezTo>
                            <a:pt x="435973" y="273867"/>
                            <a:pt x="433594" y="277436"/>
                            <a:pt x="439541" y="283383"/>
                          </a:cubicBezTo>
                          <a:cubicBezTo>
                            <a:pt x="444299" y="288141"/>
                            <a:pt x="450247" y="291709"/>
                            <a:pt x="452626" y="294088"/>
                          </a:cubicBezTo>
                          <a:cubicBezTo>
                            <a:pt x="455005" y="296467"/>
                            <a:pt x="456194" y="304793"/>
                            <a:pt x="458573" y="305982"/>
                          </a:cubicBezTo>
                          <a:cubicBezTo>
                            <a:pt x="460952" y="307172"/>
                            <a:pt x="464520" y="302414"/>
                            <a:pt x="465709" y="301224"/>
                          </a:cubicBezTo>
                          <a:cubicBezTo>
                            <a:pt x="465709" y="300035"/>
                            <a:pt x="471656" y="297656"/>
                            <a:pt x="475224" y="298846"/>
                          </a:cubicBezTo>
                          <a:cubicBezTo>
                            <a:pt x="478793" y="298846"/>
                            <a:pt x="481172" y="305982"/>
                            <a:pt x="483551" y="307172"/>
                          </a:cubicBezTo>
                          <a:cubicBezTo>
                            <a:pt x="485930" y="308361"/>
                            <a:pt x="487119" y="304793"/>
                            <a:pt x="490688" y="303603"/>
                          </a:cubicBezTo>
                          <a:cubicBezTo>
                            <a:pt x="494256" y="302414"/>
                            <a:pt x="500203" y="308361"/>
                            <a:pt x="506150" y="313119"/>
                          </a:cubicBezTo>
                          <a:cubicBezTo>
                            <a:pt x="512097" y="317877"/>
                            <a:pt x="513287" y="326203"/>
                            <a:pt x="515666" y="330960"/>
                          </a:cubicBezTo>
                          <a:cubicBezTo>
                            <a:pt x="518045" y="335718"/>
                            <a:pt x="526371" y="341665"/>
                            <a:pt x="528749" y="344044"/>
                          </a:cubicBezTo>
                          <a:cubicBezTo>
                            <a:pt x="529939" y="346423"/>
                            <a:pt x="532318" y="352370"/>
                            <a:pt x="532318" y="357128"/>
                          </a:cubicBezTo>
                          <a:cubicBezTo>
                            <a:pt x="532318" y="361886"/>
                            <a:pt x="534696" y="365454"/>
                            <a:pt x="534696" y="367833"/>
                          </a:cubicBezTo>
                          <a:cubicBezTo>
                            <a:pt x="534696" y="370212"/>
                            <a:pt x="529939" y="371401"/>
                            <a:pt x="528749" y="382106"/>
                          </a:cubicBezTo>
                          <a:cubicBezTo>
                            <a:pt x="527560" y="392811"/>
                            <a:pt x="551349" y="399948"/>
                            <a:pt x="560864" y="402326"/>
                          </a:cubicBezTo>
                          <a:cubicBezTo>
                            <a:pt x="570379" y="403516"/>
                            <a:pt x="589411" y="399948"/>
                            <a:pt x="592979" y="399948"/>
                          </a:cubicBezTo>
                          <a:cubicBezTo>
                            <a:pt x="597737" y="399948"/>
                            <a:pt x="608441" y="404705"/>
                            <a:pt x="610820" y="407084"/>
                          </a:cubicBezTo>
                          <a:cubicBezTo>
                            <a:pt x="613199" y="408274"/>
                            <a:pt x="615578" y="411842"/>
                            <a:pt x="619147" y="411842"/>
                          </a:cubicBezTo>
                          <a:cubicBezTo>
                            <a:pt x="623904" y="413031"/>
                            <a:pt x="633420" y="418978"/>
                            <a:pt x="635798" y="421357"/>
                          </a:cubicBezTo>
                          <a:cubicBezTo>
                            <a:pt x="638177" y="424926"/>
                            <a:pt x="647693" y="422547"/>
                            <a:pt x="650072" y="422547"/>
                          </a:cubicBezTo>
                          <a:cubicBezTo>
                            <a:pt x="652451" y="422547"/>
                            <a:pt x="651261" y="424926"/>
                            <a:pt x="651261" y="427304"/>
                          </a:cubicBezTo>
                          <a:cubicBezTo>
                            <a:pt x="651261" y="429684"/>
                            <a:pt x="658398" y="432062"/>
                            <a:pt x="660777" y="433252"/>
                          </a:cubicBezTo>
                          <a:cubicBezTo>
                            <a:pt x="661966" y="434441"/>
                            <a:pt x="663156" y="441578"/>
                            <a:pt x="665534" y="445146"/>
                          </a:cubicBezTo>
                          <a:cubicBezTo>
                            <a:pt x="667913" y="448714"/>
                            <a:pt x="678618" y="468935"/>
                            <a:pt x="682186" y="476071"/>
                          </a:cubicBezTo>
                          <a:cubicBezTo>
                            <a:pt x="685755" y="483208"/>
                            <a:pt x="766636" y="478450"/>
                            <a:pt x="769015" y="478450"/>
                          </a:cubicBezTo>
                          <a:cubicBezTo>
                            <a:pt x="771394" y="478450"/>
                            <a:pt x="773773" y="473693"/>
                            <a:pt x="777341" y="471314"/>
                          </a:cubicBezTo>
                          <a:cubicBezTo>
                            <a:pt x="779720" y="468935"/>
                            <a:pt x="818972" y="472503"/>
                            <a:pt x="822540" y="472503"/>
                          </a:cubicBezTo>
                          <a:cubicBezTo>
                            <a:pt x="826108" y="473693"/>
                            <a:pt x="829677" y="478450"/>
                            <a:pt x="832055" y="480829"/>
                          </a:cubicBezTo>
                          <a:cubicBezTo>
                            <a:pt x="834434" y="484397"/>
                            <a:pt x="852276" y="491534"/>
                            <a:pt x="857034" y="492723"/>
                          </a:cubicBezTo>
                          <a:cubicBezTo>
                            <a:pt x="861791" y="493913"/>
                            <a:pt x="878443" y="499860"/>
                            <a:pt x="884390" y="501050"/>
                          </a:cubicBezTo>
                          <a:cubicBezTo>
                            <a:pt x="890338" y="503428"/>
                            <a:pt x="897474" y="496292"/>
                            <a:pt x="899853" y="496292"/>
                          </a:cubicBezTo>
                          <a:cubicBezTo>
                            <a:pt x="902232" y="496292"/>
                            <a:pt x="902232" y="498671"/>
                            <a:pt x="901043" y="501050"/>
                          </a:cubicBezTo>
                          <a:cubicBezTo>
                            <a:pt x="901043" y="503428"/>
                            <a:pt x="904611" y="504618"/>
                            <a:pt x="911747" y="504618"/>
                          </a:cubicBezTo>
                          <a:cubicBezTo>
                            <a:pt x="918884" y="504618"/>
                            <a:pt x="935536" y="486776"/>
                            <a:pt x="937915" y="484397"/>
                          </a:cubicBezTo>
                          <a:cubicBezTo>
                            <a:pt x="940294" y="482019"/>
                            <a:pt x="942673" y="482019"/>
                            <a:pt x="946241" y="482019"/>
                          </a:cubicBezTo>
                          <a:cubicBezTo>
                            <a:pt x="949809" y="482019"/>
                            <a:pt x="961704" y="474882"/>
                            <a:pt x="967651" y="473693"/>
                          </a:cubicBezTo>
                          <a:cubicBezTo>
                            <a:pt x="973598" y="472503"/>
                            <a:pt x="984303" y="467745"/>
                            <a:pt x="987871" y="466556"/>
                          </a:cubicBezTo>
                          <a:cubicBezTo>
                            <a:pt x="991440" y="465367"/>
                            <a:pt x="999766" y="467745"/>
                            <a:pt x="1004523" y="466556"/>
                          </a:cubicBezTo>
                          <a:cubicBezTo>
                            <a:pt x="1009281" y="465367"/>
                            <a:pt x="1016417" y="459419"/>
                            <a:pt x="1018796" y="457040"/>
                          </a:cubicBezTo>
                          <a:cubicBezTo>
                            <a:pt x="1021175" y="454662"/>
                            <a:pt x="1034259" y="454662"/>
                            <a:pt x="1036638" y="454662"/>
                          </a:cubicBezTo>
                          <a:cubicBezTo>
                            <a:pt x="1040206" y="454662"/>
                            <a:pt x="1044964" y="440388"/>
                            <a:pt x="1046153" y="438010"/>
                          </a:cubicBezTo>
                          <a:cubicBezTo>
                            <a:pt x="1047343" y="435631"/>
                            <a:pt x="1053290" y="427304"/>
                            <a:pt x="1056859" y="423736"/>
                          </a:cubicBezTo>
                          <a:cubicBezTo>
                            <a:pt x="1060427" y="420168"/>
                            <a:pt x="1063995" y="414221"/>
                            <a:pt x="1066374" y="411842"/>
                          </a:cubicBezTo>
                          <a:cubicBezTo>
                            <a:pt x="1067564" y="409463"/>
                            <a:pt x="1058048" y="402326"/>
                            <a:pt x="1049722" y="398758"/>
                          </a:cubicBezTo>
                          <a:cubicBezTo>
                            <a:pt x="1041396" y="395190"/>
                            <a:pt x="1043775" y="385674"/>
                            <a:pt x="1043775" y="382106"/>
                          </a:cubicBezTo>
                          <a:cubicBezTo>
                            <a:pt x="1043775" y="378538"/>
                            <a:pt x="1047343" y="370212"/>
                            <a:pt x="1049722" y="366643"/>
                          </a:cubicBezTo>
                          <a:cubicBezTo>
                            <a:pt x="1053290" y="364265"/>
                            <a:pt x="1062806" y="363075"/>
                            <a:pt x="1066374" y="363075"/>
                          </a:cubicBezTo>
                          <a:cubicBezTo>
                            <a:pt x="1069942" y="363075"/>
                            <a:pt x="1073511" y="365454"/>
                            <a:pt x="1074700" y="367833"/>
                          </a:cubicBezTo>
                          <a:cubicBezTo>
                            <a:pt x="1075889" y="369022"/>
                            <a:pt x="1084215" y="371401"/>
                            <a:pt x="1086594" y="371401"/>
                          </a:cubicBezTo>
                          <a:cubicBezTo>
                            <a:pt x="1088973" y="371401"/>
                            <a:pt x="1091352" y="374969"/>
                            <a:pt x="1094921" y="374969"/>
                          </a:cubicBezTo>
                          <a:cubicBezTo>
                            <a:pt x="1098489" y="374969"/>
                            <a:pt x="1099678" y="367833"/>
                            <a:pt x="1100868" y="365454"/>
                          </a:cubicBezTo>
                          <a:cubicBezTo>
                            <a:pt x="1102057" y="363075"/>
                            <a:pt x="1110383" y="359507"/>
                            <a:pt x="1112762" y="357128"/>
                          </a:cubicBezTo>
                          <a:cubicBezTo>
                            <a:pt x="1115141" y="354749"/>
                            <a:pt x="1117519" y="347612"/>
                            <a:pt x="1119898" y="347612"/>
                          </a:cubicBezTo>
                          <a:cubicBezTo>
                            <a:pt x="1122277" y="347612"/>
                            <a:pt x="1130604" y="347612"/>
                            <a:pt x="1132983" y="347612"/>
                          </a:cubicBezTo>
                          <a:cubicBezTo>
                            <a:pt x="1135361" y="347612"/>
                            <a:pt x="1138930" y="341665"/>
                            <a:pt x="1141308" y="340476"/>
                          </a:cubicBezTo>
                          <a:cubicBezTo>
                            <a:pt x="1143687" y="339286"/>
                            <a:pt x="1149634" y="339286"/>
                            <a:pt x="1152013" y="338097"/>
                          </a:cubicBezTo>
                          <a:cubicBezTo>
                            <a:pt x="1154392" y="336908"/>
                            <a:pt x="1153202" y="326203"/>
                            <a:pt x="1153202" y="323824"/>
                          </a:cubicBezTo>
                          <a:cubicBezTo>
                            <a:pt x="1153202" y="321445"/>
                            <a:pt x="1155582" y="321445"/>
                            <a:pt x="1156771" y="320255"/>
                          </a:cubicBezTo>
                          <a:cubicBezTo>
                            <a:pt x="1157961" y="319066"/>
                            <a:pt x="1157961" y="315498"/>
                            <a:pt x="1159150" y="314308"/>
                          </a:cubicBezTo>
                          <a:cubicBezTo>
                            <a:pt x="1160340" y="311929"/>
                            <a:pt x="1163908" y="311929"/>
                            <a:pt x="1166287" y="311929"/>
                          </a:cubicBezTo>
                          <a:cubicBezTo>
                            <a:pt x="1168666" y="310740"/>
                            <a:pt x="1167476" y="305982"/>
                            <a:pt x="1168666" y="303603"/>
                          </a:cubicBezTo>
                          <a:cubicBezTo>
                            <a:pt x="1169855" y="302414"/>
                            <a:pt x="1173423" y="305982"/>
                            <a:pt x="1175802" y="307172"/>
                          </a:cubicBezTo>
                          <a:cubicBezTo>
                            <a:pt x="1179370" y="309550"/>
                            <a:pt x="1186507" y="297656"/>
                            <a:pt x="1187696" y="296467"/>
                          </a:cubicBezTo>
                          <a:cubicBezTo>
                            <a:pt x="1188886" y="294088"/>
                            <a:pt x="1193644" y="291709"/>
                            <a:pt x="1196023" y="291709"/>
                          </a:cubicBezTo>
                          <a:cubicBezTo>
                            <a:pt x="1198402" y="291709"/>
                            <a:pt x="1200780" y="294088"/>
                            <a:pt x="1201970" y="295277"/>
                          </a:cubicBezTo>
                          <a:cubicBezTo>
                            <a:pt x="1203159" y="295277"/>
                            <a:pt x="1206727" y="292898"/>
                            <a:pt x="1209106" y="292898"/>
                          </a:cubicBezTo>
                          <a:cubicBezTo>
                            <a:pt x="1211485" y="292898"/>
                            <a:pt x="1217432" y="295277"/>
                            <a:pt x="1219811" y="295277"/>
                          </a:cubicBezTo>
                          <a:cubicBezTo>
                            <a:pt x="1222190" y="295277"/>
                            <a:pt x="1222190" y="286951"/>
                            <a:pt x="1223379" y="284572"/>
                          </a:cubicBezTo>
                          <a:cubicBezTo>
                            <a:pt x="1223379" y="282193"/>
                            <a:pt x="1221000" y="276246"/>
                            <a:pt x="1219811" y="273867"/>
                          </a:cubicBezTo>
                          <a:cubicBezTo>
                            <a:pt x="1218621" y="271489"/>
                            <a:pt x="1207917" y="264352"/>
                            <a:pt x="1204349" y="261973"/>
                          </a:cubicBezTo>
                          <a:cubicBezTo>
                            <a:pt x="1200780" y="259594"/>
                            <a:pt x="1190075" y="246510"/>
                            <a:pt x="1188886" y="244132"/>
                          </a:cubicBezTo>
                          <a:cubicBezTo>
                            <a:pt x="1186507" y="241753"/>
                            <a:pt x="1178181" y="239374"/>
                            <a:pt x="1175802" y="239374"/>
                          </a:cubicBezTo>
                          <a:cubicBezTo>
                            <a:pt x="1173423" y="239374"/>
                            <a:pt x="1168666" y="242942"/>
                            <a:pt x="1167476" y="244132"/>
                          </a:cubicBezTo>
                          <a:cubicBezTo>
                            <a:pt x="1165097" y="245321"/>
                            <a:pt x="1167476" y="253647"/>
                            <a:pt x="1167476" y="254836"/>
                          </a:cubicBezTo>
                          <a:cubicBezTo>
                            <a:pt x="1167476" y="257215"/>
                            <a:pt x="1165097" y="257215"/>
                            <a:pt x="1163908" y="258405"/>
                          </a:cubicBezTo>
                          <a:cubicBezTo>
                            <a:pt x="1162719" y="259594"/>
                            <a:pt x="1162719" y="261973"/>
                            <a:pt x="1160340" y="261973"/>
                          </a:cubicBezTo>
                          <a:cubicBezTo>
                            <a:pt x="1157961" y="261973"/>
                            <a:pt x="1155582" y="258405"/>
                            <a:pt x="1155582" y="257215"/>
                          </a:cubicBezTo>
                          <a:cubicBezTo>
                            <a:pt x="1155582" y="254836"/>
                            <a:pt x="1137740" y="256026"/>
                            <a:pt x="1134172" y="256026"/>
                          </a:cubicBezTo>
                          <a:cubicBezTo>
                            <a:pt x="1130604" y="256026"/>
                            <a:pt x="1127036" y="261973"/>
                            <a:pt x="1125846" y="263163"/>
                          </a:cubicBezTo>
                          <a:cubicBezTo>
                            <a:pt x="1123467" y="264352"/>
                            <a:pt x="1118709" y="257215"/>
                            <a:pt x="1117519" y="256026"/>
                          </a:cubicBezTo>
                          <a:cubicBezTo>
                            <a:pt x="1116330" y="254836"/>
                            <a:pt x="1112762" y="252458"/>
                            <a:pt x="1111572" y="252458"/>
                          </a:cubicBezTo>
                          <a:cubicBezTo>
                            <a:pt x="1110383" y="252458"/>
                            <a:pt x="1109194" y="246510"/>
                            <a:pt x="1109194" y="245321"/>
                          </a:cubicBezTo>
                          <a:cubicBezTo>
                            <a:pt x="1108004" y="242942"/>
                            <a:pt x="1111572" y="242942"/>
                            <a:pt x="1112762" y="240563"/>
                          </a:cubicBezTo>
                          <a:cubicBezTo>
                            <a:pt x="1113951" y="239374"/>
                            <a:pt x="1115141" y="206070"/>
                            <a:pt x="1115141" y="202501"/>
                          </a:cubicBezTo>
                          <a:cubicBezTo>
                            <a:pt x="1115141" y="200123"/>
                            <a:pt x="1116330" y="192986"/>
                            <a:pt x="1117519" y="191796"/>
                          </a:cubicBezTo>
                          <a:cubicBezTo>
                            <a:pt x="1118709" y="190607"/>
                            <a:pt x="1118709" y="184660"/>
                            <a:pt x="1118709" y="182281"/>
                          </a:cubicBezTo>
                          <a:cubicBezTo>
                            <a:pt x="1118709" y="179902"/>
                            <a:pt x="1119898" y="175144"/>
                            <a:pt x="1119898" y="172765"/>
                          </a:cubicBezTo>
                          <a:cubicBezTo>
                            <a:pt x="1119898" y="172765"/>
                            <a:pt x="1119898" y="172765"/>
                            <a:pt x="1119898" y="172765"/>
                          </a:cubicBezTo>
                          <a:cubicBezTo>
                            <a:pt x="1119898" y="172765"/>
                            <a:pt x="1123467" y="173955"/>
                            <a:pt x="1128225" y="173955"/>
                          </a:cubicBezTo>
                          <a:cubicBezTo>
                            <a:pt x="1131793" y="173955"/>
                            <a:pt x="1138930" y="179902"/>
                            <a:pt x="1142498" y="178713"/>
                          </a:cubicBezTo>
                          <a:cubicBezTo>
                            <a:pt x="1146066" y="177523"/>
                            <a:pt x="1156771" y="162061"/>
                            <a:pt x="1161529" y="162061"/>
                          </a:cubicBezTo>
                          <a:cubicBezTo>
                            <a:pt x="1166287" y="162061"/>
                            <a:pt x="1175802" y="159682"/>
                            <a:pt x="1175802" y="156113"/>
                          </a:cubicBezTo>
                          <a:cubicBezTo>
                            <a:pt x="1175802" y="152545"/>
                            <a:pt x="1175802" y="150166"/>
                            <a:pt x="1173423" y="148977"/>
                          </a:cubicBezTo>
                          <a:cubicBezTo>
                            <a:pt x="1173423" y="148977"/>
                            <a:pt x="1169855" y="147787"/>
                            <a:pt x="1168666" y="146598"/>
                          </a:cubicBezTo>
                          <a:cubicBezTo>
                            <a:pt x="1167476" y="144219"/>
                            <a:pt x="1166287" y="140651"/>
                            <a:pt x="1167476" y="138272"/>
                          </a:cubicBezTo>
                          <a:cubicBezTo>
                            <a:pt x="1168666" y="135893"/>
                            <a:pt x="1168666" y="127567"/>
                            <a:pt x="1167476" y="126378"/>
                          </a:cubicBezTo>
                          <a:cubicBezTo>
                            <a:pt x="1166287" y="125188"/>
                            <a:pt x="1163908" y="120430"/>
                            <a:pt x="1165097" y="120430"/>
                          </a:cubicBezTo>
                          <a:cubicBezTo>
                            <a:pt x="1166287" y="120430"/>
                            <a:pt x="1171044" y="120430"/>
                            <a:pt x="1171044" y="116862"/>
                          </a:cubicBezTo>
                          <a:cubicBezTo>
                            <a:pt x="1171044" y="114483"/>
                            <a:pt x="1168666" y="115673"/>
                            <a:pt x="1167476" y="112104"/>
                          </a:cubicBezTo>
                          <a:cubicBezTo>
                            <a:pt x="1166287" y="108536"/>
                            <a:pt x="1167476" y="103778"/>
                            <a:pt x="1166287" y="101399"/>
                          </a:cubicBezTo>
                          <a:cubicBezTo>
                            <a:pt x="1165097" y="99021"/>
                            <a:pt x="1163908" y="95452"/>
                            <a:pt x="1165097" y="93073"/>
                          </a:cubicBezTo>
                          <a:cubicBezTo>
                            <a:pt x="1166287" y="90695"/>
                            <a:pt x="1171044" y="87126"/>
                            <a:pt x="1172234" y="84747"/>
                          </a:cubicBezTo>
                          <a:cubicBezTo>
                            <a:pt x="1172234" y="82368"/>
                            <a:pt x="1172234" y="78800"/>
                            <a:pt x="1174613" y="77611"/>
                          </a:cubicBezTo>
                          <a:cubicBezTo>
                            <a:pt x="1176991" y="76421"/>
                            <a:pt x="1179370" y="74042"/>
                            <a:pt x="1179370" y="71663"/>
                          </a:cubicBezTo>
                          <a:cubicBezTo>
                            <a:pt x="1179370" y="69285"/>
                            <a:pt x="1179370" y="62148"/>
                            <a:pt x="1178181" y="59769"/>
                          </a:cubicBezTo>
                          <a:cubicBezTo>
                            <a:pt x="1175802" y="57390"/>
                            <a:pt x="1169855" y="45496"/>
                            <a:pt x="1167476" y="45496"/>
                          </a:cubicBezTo>
                          <a:cubicBezTo>
                            <a:pt x="1165097" y="45496"/>
                            <a:pt x="1154392" y="53822"/>
                            <a:pt x="1153202" y="51443"/>
                          </a:cubicBezTo>
                          <a:cubicBezTo>
                            <a:pt x="1152013" y="49064"/>
                            <a:pt x="1150824" y="41928"/>
                            <a:pt x="1153202" y="40738"/>
                          </a:cubicBezTo>
                          <a:cubicBezTo>
                            <a:pt x="1155582" y="39549"/>
                            <a:pt x="1157961" y="35980"/>
                            <a:pt x="1157961" y="33602"/>
                          </a:cubicBezTo>
                          <a:cubicBezTo>
                            <a:pt x="1157961" y="31223"/>
                            <a:pt x="1161529" y="27654"/>
                            <a:pt x="1162719" y="26465"/>
                          </a:cubicBezTo>
                          <a:cubicBezTo>
                            <a:pt x="1163908" y="25276"/>
                            <a:pt x="1162719" y="21707"/>
                            <a:pt x="1165097" y="20518"/>
                          </a:cubicBezTo>
                          <a:cubicBezTo>
                            <a:pt x="1167476" y="19328"/>
                            <a:pt x="1179370" y="15760"/>
                            <a:pt x="1180560" y="16949"/>
                          </a:cubicBezTo>
                          <a:cubicBezTo>
                            <a:pt x="1182938" y="18139"/>
                            <a:pt x="1186507" y="18139"/>
                            <a:pt x="1186507" y="16949"/>
                          </a:cubicBezTo>
                          <a:cubicBezTo>
                            <a:pt x="1187696" y="15760"/>
                            <a:pt x="1188886" y="9813"/>
                            <a:pt x="1190075" y="9813"/>
                          </a:cubicBezTo>
                          <a:cubicBezTo>
                            <a:pt x="1192454" y="9813"/>
                            <a:pt x="1196023" y="9813"/>
                            <a:pt x="1196023" y="9813"/>
                          </a:cubicBezTo>
                          <a:cubicBezTo>
                            <a:pt x="1196023" y="9813"/>
                            <a:pt x="1197212" y="7434"/>
                            <a:pt x="1199591" y="7434"/>
                          </a:cubicBezTo>
                          <a:cubicBezTo>
                            <a:pt x="1203159" y="7434"/>
                            <a:pt x="1211485" y="8623"/>
                            <a:pt x="1212674" y="6245"/>
                          </a:cubicBezTo>
                          <a:cubicBezTo>
                            <a:pt x="1213864" y="5055"/>
                            <a:pt x="1215053" y="297"/>
                            <a:pt x="1216243" y="297"/>
                          </a:cubicBezTo>
                          <a:cubicBezTo>
                            <a:pt x="1218621" y="297"/>
                            <a:pt x="1229327" y="-892"/>
                            <a:pt x="1230516" y="1487"/>
                          </a:cubicBezTo>
                          <a:cubicBezTo>
                            <a:pt x="1231706" y="2676"/>
                            <a:pt x="1232895" y="5055"/>
                            <a:pt x="1232895" y="5055"/>
                          </a:cubicBezTo>
                          <a:cubicBezTo>
                            <a:pt x="1232895" y="5055"/>
                            <a:pt x="1242410" y="3866"/>
                            <a:pt x="1243600" y="6245"/>
                          </a:cubicBezTo>
                          <a:cubicBezTo>
                            <a:pt x="1244789" y="7434"/>
                            <a:pt x="1244789" y="11002"/>
                            <a:pt x="1248357" y="11002"/>
                          </a:cubicBezTo>
                          <a:cubicBezTo>
                            <a:pt x="1250736" y="11002"/>
                            <a:pt x="1256683" y="8623"/>
                            <a:pt x="1256683" y="9813"/>
                          </a:cubicBezTo>
                          <a:cubicBezTo>
                            <a:pt x="1257873" y="11002"/>
                            <a:pt x="1259063" y="12192"/>
                            <a:pt x="1260252" y="12192"/>
                          </a:cubicBezTo>
                          <a:cubicBezTo>
                            <a:pt x="1261442" y="11002"/>
                            <a:pt x="1262631" y="6245"/>
                            <a:pt x="1266199" y="7434"/>
                          </a:cubicBezTo>
                          <a:cubicBezTo>
                            <a:pt x="1269768" y="7434"/>
                            <a:pt x="1275715" y="7434"/>
                            <a:pt x="1275715" y="8623"/>
                          </a:cubicBezTo>
                          <a:cubicBezTo>
                            <a:pt x="1275715" y="9813"/>
                            <a:pt x="1281662" y="9813"/>
                            <a:pt x="1282851" y="11002"/>
                          </a:cubicBezTo>
                          <a:cubicBezTo>
                            <a:pt x="1282851" y="13381"/>
                            <a:pt x="1280472" y="16949"/>
                            <a:pt x="1284040" y="18139"/>
                          </a:cubicBezTo>
                          <a:cubicBezTo>
                            <a:pt x="1287609" y="18139"/>
                            <a:pt x="1294746" y="18139"/>
                            <a:pt x="1294746" y="20518"/>
                          </a:cubicBezTo>
                          <a:cubicBezTo>
                            <a:pt x="1294746" y="21707"/>
                            <a:pt x="1291177" y="21707"/>
                            <a:pt x="1292367" y="24086"/>
                          </a:cubicBezTo>
                          <a:cubicBezTo>
                            <a:pt x="1294746" y="26465"/>
                            <a:pt x="1301882" y="26465"/>
                            <a:pt x="1303072" y="28844"/>
                          </a:cubicBezTo>
                          <a:cubicBezTo>
                            <a:pt x="1304261" y="31223"/>
                            <a:pt x="1306640" y="37170"/>
                            <a:pt x="1307829" y="39549"/>
                          </a:cubicBezTo>
                          <a:cubicBezTo>
                            <a:pt x="1307829" y="43117"/>
                            <a:pt x="1305451" y="46685"/>
                            <a:pt x="1309019" y="46685"/>
                          </a:cubicBezTo>
                          <a:cubicBezTo>
                            <a:pt x="1311398" y="46685"/>
                            <a:pt x="1319723" y="44306"/>
                            <a:pt x="1318534" y="46685"/>
                          </a:cubicBezTo>
                          <a:cubicBezTo>
                            <a:pt x="1317345" y="50254"/>
                            <a:pt x="1313776" y="53822"/>
                            <a:pt x="1316155" y="55011"/>
                          </a:cubicBezTo>
                          <a:cubicBezTo>
                            <a:pt x="1318534" y="56201"/>
                            <a:pt x="1326860" y="64527"/>
                            <a:pt x="1329239" y="68095"/>
                          </a:cubicBezTo>
                          <a:cubicBezTo>
                            <a:pt x="1330429" y="71663"/>
                            <a:pt x="1337565" y="79989"/>
                            <a:pt x="1337565" y="82368"/>
                          </a:cubicBezTo>
                          <a:cubicBezTo>
                            <a:pt x="1337565" y="83558"/>
                            <a:pt x="1339944" y="84747"/>
                            <a:pt x="1341134" y="85937"/>
                          </a:cubicBezTo>
                          <a:cubicBezTo>
                            <a:pt x="1342323" y="87126"/>
                            <a:pt x="1343512" y="89505"/>
                            <a:pt x="1344702" y="91884"/>
                          </a:cubicBezTo>
                          <a:cubicBezTo>
                            <a:pt x="1347081" y="94263"/>
                            <a:pt x="1356596" y="100210"/>
                            <a:pt x="1357785" y="103778"/>
                          </a:cubicBezTo>
                          <a:cubicBezTo>
                            <a:pt x="1358975" y="107347"/>
                            <a:pt x="1361354" y="119241"/>
                            <a:pt x="1363733" y="120430"/>
                          </a:cubicBezTo>
                          <a:cubicBezTo>
                            <a:pt x="1366112" y="121620"/>
                            <a:pt x="1368491" y="122809"/>
                            <a:pt x="1368491" y="125188"/>
                          </a:cubicBezTo>
                          <a:cubicBezTo>
                            <a:pt x="1368491" y="127567"/>
                            <a:pt x="1368491" y="131135"/>
                            <a:pt x="1369680" y="133514"/>
                          </a:cubicBezTo>
                          <a:cubicBezTo>
                            <a:pt x="1372059" y="135893"/>
                            <a:pt x="1380385" y="140651"/>
                            <a:pt x="1381574" y="143030"/>
                          </a:cubicBezTo>
                          <a:cubicBezTo>
                            <a:pt x="1382764" y="145408"/>
                            <a:pt x="1382764" y="146598"/>
                            <a:pt x="1386332" y="146598"/>
                          </a:cubicBezTo>
                          <a:cubicBezTo>
                            <a:pt x="1389900" y="146598"/>
                            <a:pt x="1400606" y="146598"/>
                            <a:pt x="1400606" y="145408"/>
                          </a:cubicBezTo>
                          <a:cubicBezTo>
                            <a:pt x="1400606" y="144219"/>
                            <a:pt x="1404174" y="143030"/>
                            <a:pt x="1405363" y="144219"/>
                          </a:cubicBezTo>
                          <a:cubicBezTo>
                            <a:pt x="1406553" y="145408"/>
                            <a:pt x="1401795" y="147787"/>
                            <a:pt x="1404174" y="148977"/>
                          </a:cubicBezTo>
                          <a:cubicBezTo>
                            <a:pt x="1407742" y="150166"/>
                            <a:pt x="1412500" y="148977"/>
                            <a:pt x="1413689" y="151356"/>
                          </a:cubicBezTo>
                          <a:cubicBezTo>
                            <a:pt x="1414878" y="153734"/>
                            <a:pt x="1417257" y="156113"/>
                            <a:pt x="1418447" y="154924"/>
                          </a:cubicBezTo>
                          <a:cubicBezTo>
                            <a:pt x="1419636" y="153734"/>
                            <a:pt x="1422015" y="151356"/>
                            <a:pt x="1423204" y="152545"/>
                          </a:cubicBezTo>
                          <a:cubicBezTo>
                            <a:pt x="1424394" y="153734"/>
                            <a:pt x="1425583" y="150166"/>
                            <a:pt x="1426773" y="150166"/>
                          </a:cubicBezTo>
                          <a:cubicBezTo>
                            <a:pt x="1427962" y="150166"/>
                            <a:pt x="1429152" y="152545"/>
                            <a:pt x="1431531" y="154924"/>
                          </a:cubicBezTo>
                          <a:cubicBezTo>
                            <a:pt x="1433910" y="157303"/>
                            <a:pt x="1437478" y="159682"/>
                            <a:pt x="1438667" y="160871"/>
                          </a:cubicBezTo>
                          <a:cubicBezTo>
                            <a:pt x="1439857" y="163250"/>
                            <a:pt x="1442236" y="165629"/>
                            <a:pt x="1444614" y="166818"/>
                          </a:cubicBezTo>
                          <a:cubicBezTo>
                            <a:pt x="1446993" y="168008"/>
                            <a:pt x="1451751" y="169197"/>
                            <a:pt x="1452940" y="170387"/>
                          </a:cubicBezTo>
                          <a:cubicBezTo>
                            <a:pt x="1454130" y="172765"/>
                            <a:pt x="1456508" y="172765"/>
                            <a:pt x="1460077" y="172765"/>
                          </a:cubicBezTo>
                          <a:cubicBezTo>
                            <a:pt x="1462456" y="172765"/>
                            <a:pt x="1473161" y="168008"/>
                            <a:pt x="1473161" y="170387"/>
                          </a:cubicBezTo>
                          <a:cubicBezTo>
                            <a:pt x="1474350" y="173955"/>
                            <a:pt x="1471972" y="173955"/>
                            <a:pt x="1470782" y="177523"/>
                          </a:cubicBezTo>
                          <a:cubicBezTo>
                            <a:pt x="1469593" y="181091"/>
                            <a:pt x="1475540" y="182281"/>
                            <a:pt x="1475540" y="183470"/>
                          </a:cubicBezTo>
                          <a:cubicBezTo>
                            <a:pt x="1475540" y="185849"/>
                            <a:pt x="1475540" y="187039"/>
                            <a:pt x="1475540" y="188228"/>
                          </a:cubicBezTo>
                          <a:cubicBezTo>
                            <a:pt x="1475540" y="189417"/>
                            <a:pt x="1476729" y="190607"/>
                            <a:pt x="1476729" y="192986"/>
                          </a:cubicBezTo>
                          <a:cubicBezTo>
                            <a:pt x="1475540" y="195365"/>
                            <a:pt x="1471972" y="198933"/>
                            <a:pt x="1473161" y="200123"/>
                          </a:cubicBezTo>
                          <a:cubicBezTo>
                            <a:pt x="1475540" y="202501"/>
                            <a:pt x="1482676" y="206070"/>
                            <a:pt x="1482676" y="208449"/>
                          </a:cubicBezTo>
                          <a:cubicBezTo>
                            <a:pt x="1483866" y="210827"/>
                            <a:pt x="1485055" y="216775"/>
                            <a:pt x="1488623" y="215585"/>
                          </a:cubicBezTo>
                          <a:cubicBezTo>
                            <a:pt x="1491002" y="214396"/>
                            <a:pt x="1496950" y="209638"/>
                            <a:pt x="1498139" y="212017"/>
                          </a:cubicBezTo>
                          <a:cubicBezTo>
                            <a:pt x="1499329" y="213206"/>
                            <a:pt x="1500518" y="220343"/>
                            <a:pt x="1502897" y="219153"/>
                          </a:cubicBezTo>
                          <a:cubicBezTo>
                            <a:pt x="1505276" y="217964"/>
                            <a:pt x="1506465" y="214396"/>
                            <a:pt x="1510033" y="215585"/>
                          </a:cubicBezTo>
                          <a:cubicBezTo>
                            <a:pt x="1513602" y="215585"/>
                            <a:pt x="1525496" y="213206"/>
                            <a:pt x="1525496" y="210827"/>
                          </a:cubicBezTo>
                          <a:cubicBezTo>
                            <a:pt x="1525496" y="207259"/>
                            <a:pt x="1526685" y="203691"/>
                            <a:pt x="1526685" y="202501"/>
                          </a:cubicBezTo>
                          <a:cubicBezTo>
                            <a:pt x="1527875" y="202501"/>
                            <a:pt x="1529064" y="200123"/>
                            <a:pt x="1529064" y="197744"/>
                          </a:cubicBezTo>
                          <a:cubicBezTo>
                            <a:pt x="1529064" y="195365"/>
                            <a:pt x="1529064" y="191796"/>
                            <a:pt x="1531443" y="191796"/>
                          </a:cubicBezTo>
                          <a:cubicBezTo>
                            <a:pt x="1533822" y="191796"/>
                            <a:pt x="1538580" y="191796"/>
                            <a:pt x="1539769" y="190607"/>
                          </a:cubicBezTo>
                          <a:cubicBezTo>
                            <a:pt x="1540959" y="189417"/>
                            <a:pt x="1542148" y="185849"/>
                            <a:pt x="1543338" y="185849"/>
                          </a:cubicBezTo>
                          <a:cubicBezTo>
                            <a:pt x="1545716" y="185849"/>
                            <a:pt x="1548095" y="185849"/>
                            <a:pt x="1548095" y="184660"/>
                          </a:cubicBezTo>
                          <a:cubicBezTo>
                            <a:pt x="1548095" y="183470"/>
                            <a:pt x="1546906" y="179902"/>
                            <a:pt x="1549285" y="178713"/>
                          </a:cubicBezTo>
                          <a:cubicBezTo>
                            <a:pt x="1551663" y="177523"/>
                            <a:pt x="1555232" y="178713"/>
                            <a:pt x="1556421" y="177523"/>
                          </a:cubicBezTo>
                          <a:cubicBezTo>
                            <a:pt x="1557610" y="176334"/>
                            <a:pt x="1561179" y="175144"/>
                            <a:pt x="1561179" y="175144"/>
                          </a:cubicBezTo>
                          <a:cubicBezTo>
                            <a:pt x="1561179" y="175144"/>
                            <a:pt x="1562368" y="178713"/>
                            <a:pt x="1564747" y="178713"/>
                          </a:cubicBezTo>
                          <a:cubicBezTo>
                            <a:pt x="1568316" y="178713"/>
                            <a:pt x="1573074" y="179902"/>
                            <a:pt x="1574263" y="183470"/>
                          </a:cubicBezTo>
                          <a:cubicBezTo>
                            <a:pt x="1574263" y="185849"/>
                            <a:pt x="1568316" y="189417"/>
                            <a:pt x="1571884" y="191796"/>
                          </a:cubicBezTo>
                          <a:cubicBezTo>
                            <a:pt x="1575452" y="194175"/>
                            <a:pt x="1577831" y="197744"/>
                            <a:pt x="1577831" y="197744"/>
                          </a:cubicBezTo>
                          <a:cubicBezTo>
                            <a:pt x="1577831" y="197744"/>
                            <a:pt x="1576642" y="201312"/>
                            <a:pt x="1577831" y="202501"/>
                          </a:cubicBezTo>
                          <a:cubicBezTo>
                            <a:pt x="1579021" y="203691"/>
                            <a:pt x="1583778" y="203691"/>
                            <a:pt x="1583778" y="207259"/>
                          </a:cubicBezTo>
                          <a:cubicBezTo>
                            <a:pt x="1583778" y="209638"/>
                            <a:pt x="1582589" y="216775"/>
                            <a:pt x="1580210" y="217964"/>
                          </a:cubicBezTo>
                          <a:cubicBezTo>
                            <a:pt x="1569505" y="223911"/>
                            <a:pt x="1564747" y="225101"/>
                            <a:pt x="1565937" y="227480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7" name="Freeform 466">
                      <a:extLst>
                        <a:ext uri="{FF2B5EF4-FFF2-40B4-BE49-F238E27FC236}">
                          <a16:creationId xmlns:a16="http://schemas.microsoft.com/office/drawing/2014/main" id="{1505842B-54EF-E8E1-4EEF-7E2473072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0920" y="3706357"/>
                      <a:ext cx="44804" cy="113369"/>
                    </a:xfrm>
                    <a:custGeom>
                      <a:avLst/>
                      <a:gdLst>
                        <a:gd name="connsiteX0" fmla="*/ 34810 w 44804"/>
                        <a:gd name="connsiteY0" fmla="*/ 5947 h 113369"/>
                        <a:gd name="connsiteX1" fmla="*/ 27673 w 44804"/>
                        <a:gd name="connsiteY1" fmla="*/ 0 h 113369"/>
                        <a:gd name="connsiteX2" fmla="*/ 20537 w 44804"/>
                        <a:gd name="connsiteY2" fmla="*/ 8326 h 113369"/>
                        <a:gd name="connsiteX3" fmla="*/ 11021 w 44804"/>
                        <a:gd name="connsiteY3" fmla="*/ 20221 h 113369"/>
                        <a:gd name="connsiteX4" fmla="*/ 11021 w 44804"/>
                        <a:gd name="connsiteY4" fmla="*/ 30925 h 113369"/>
                        <a:gd name="connsiteX5" fmla="*/ 316 w 44804"/>
                        <a:gd name="connsiteY5" fmla="*/ 52335 h 113369"/>
                        <a:gd name="connsiteX6" fmla="*/ 3884 w 44804"/>
                        <a:gd name="connsiteY6" fmla="*/ 77313 h 113369"/>
                        <a:gd name="connsiteX7" fmla="*/ 5074 w 44804"/>
                        <a:gd name="connsiteY7" fmla="*/ 86829 h 113369"/>
                        <a:gd name="connsiteX8" fmla="*/ 20537 w 44804"/>
                        <a:gd name="connsiteY8" fmla="*/ 98723 h 113369"/>
                        <a:gd name="connsiteX9" fmla="*/ 22916 w 44804"/>
                        <a:gd name="connsiteY9" fmla="*/ 111807 h 113369"/>
                        <a:gd name="connsiteX10" fmla="*/ 27673 w 44804"/>
                        <a:gd name="connsiteY10" fmla="*/ 109428 h 113369"/>
                        <a:gd name="connsiteX11" fmla="*/ 27673 w 44804"/>
                        <a:gd name="connsiteY11" fmla="*/ 98723 h 113369"/>
                        <a:gd name="connsiteX12" fmla="*/ 27673 w 44804"/>
                        <a:gd name="connsiteY12" fmla="*/ 90397 h 113369"/>
                        <a:gd name="connsiteX13" fmla="*/ 37188 w 44804"/>
                        <a:gd name="connsiteY13" fmla="*/ 72556 h 113369"/>
                        <a:gd name="connsiteX14" fmla="*/ 37188 w 44804"/>
                        <a:gd name="connsiteY14" fmla="*/ 41630 h 113369"/>
                        <a:gd name="connsiteX15" fmla="*/ 44326 w 44804"/>
                        <a:gd name="connsiteY15" fmla="*/ 11894 h 113369"/>
                        <a:gd name="connsiteX16" fmla="*/ 34810 w 44804"/>
                        <a:gd name="connsiteY16" fmla="*/ 5947 h 1133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44804" h="113369">
                          <a:moveTo>
                            <a:pt x="34810" y="5947"/>
                          </a:moveTo>
                          <a:cubicBezTo>
                            <a:pt x="34810" y="3568"/>
                            <a:pt x="28863" y="0"/>
                            <a:pt x="27673" y="0"/>
                          </a:cubicBezTo>
                          <a:cubicBezTo>
                            <a:pt x="26484" y="0"/>
                            <a:pt x="22916" y="7137"/>
                            <a:pt x="20537" y="8326"/>
                          </a:cubicBezTo>
                          <a:cubicBezTo>
                            <a:pt x="16969" y="9515"/>
                            <a:pt x="11021" y="17842"/>
                            <a:pt x="11021" y="20221"/>
                          </a:cubicBezTo>
                          <a:cubicBezTo>
                            <a:pt x="11021" y="23789"/>
                            <a:pt x="13400" y="27357"/>
                            <a:pt x="11021" y="30925"/>
                          </a:cubicBezTo>
                          <a:cubicBezTo>
                            <a:pt x="8642" y="34494"/>
                            <a:pt x="1505" y="46388"/>
                            <a:pt x="316" y="52335"/>
                          </a:cubicBezTo>
                          <a:cubicBezTo>
                            <a:pt x="-873" y="58282"/>
                            <a:pt x="1505" y="76124"/>
                            <a:pt x="3884" y="77313"/>
                          </a:cubicBezTo>
                          <a:cubicBezTo>
                            <a:pt x="6263" y="78503"/>
                            <a:pt x="2695" y="84450"/>
                            <a:pt x="5074" y="86829"/>
                          </a:cubicBezTo>
                          <a:cubicBezTo>
                            <a:pt x="7453" y="89208"/>
                            <a:pt x="19347" y="92776"/>
                            <a:pt x="20537" y="98723"/>
                          </a:cubicBezTo>
                          <a:cubicBezTo>
                            <a:pt x="21726" y="103481"/>
                            <a:pt x="18158" y="109428"/>
                            <a:pt x="22916" y="111807"/>
                          </a:cubicBezTo>
                          <a:cubicBezTo>
                            <a:pt x="27673" y="114186"/>
                            <a:pt x="27673" y="114186"/>
                            <a:pt x="27673" y="109428"/>
                          </a:cubicBezTo>
                          <a:cubicBezTo>
                            <a:pt x="27673" y="109428"/>
                            <a:pt x="27673" y="102291"/>
                            <a:pt x="27673" y="98723"/>
                          </a:cubicBezTo>
                          <a:cubicBezTo>
                            <a:pt x="27673" y="95155"/>
                            <a:pt x="24105" y="92776"/>
                            <a:pt x="27673" y="90397"/>
                          </a:cubicBezTo>
                          <a:cubicBezTo>
                            <a:pt x="31241" y="86829"/>
                            <a:pt x="37188" y="78503"/>
                            <a:pt x="37188" y="72556"/>
                          </a:cubicBezTo>
                          <a:cubicBezTo>
                            <a:pt x="37188" y="66608"/>
                            <a:pt x="34810" y="47577"/>
                            <a:pt x="37188" y="41630"/>
                          </a:cubicBezTo>
                          <a:cubicBezTo>
                            <a:pt x="39568" y="36873"/>
                            <a:pt x="46705" y="16652"/>
                            <a:pt x="44326" y="11894"/>
                          </a:cubicBezTo>
                          <a:cubicBezTo>
                            <a:pt x="41947" y="8326"/>
                            <a:pt x="34810" y="9515"/>
                            <a:pt x="34810" y="5947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8" name="Freeform 467">
                      <a:extLst>
                        <a:ext uri="{FF2B5EF4-FFF2-40B4-BE49-F238E27FC236}">
                          <a16:creationId xmlns:a16="http://schemas.microsoft.com/office/drawing/2014/main" id="{0D0CE80A-66AF-0ED0-E556-1CA59D9C3E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5962" y="3724042"/>
                      <a:ext cx="8750" cy="7590"/>
                    </a:xfrm>
                    <a:custGeom>
                      <a:avLst/>
                      <a:gdLst>
                        <a:gd name="connsiteX0" fmla="*/ 2543 w 8750"/>
                        <a:gd name="connsiteY0" fmla="*/ 156 h 7590"/>
                        <a:gd name="connsiteX1" fmla="*/ 3733 w 8750"/>
                        <a:gd name="connsiteY1" fmla="*/ 7293 h 7590"/>
                        <a:gd name="connsiteX2" fmla="*/ 7301 w 8750"/>
                        <a:gd name="connsiteY2" fmla="*/ 6104 h 7590"/>
                        <a:gd name="connsiteX3" fmla="*/ 2543 w 8750"/>
                        <a:gd name="connsiteY3" fmla="*/ 156 h 75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750" h="7590">
                          <a:moveTo>
                            <a:pt x="2543" y="156"/>
                          </a:moveTo>
                          <a:cubicBezTo>
                            <a:pt x="-1025" y="1346"/>
                            <a:pt x="-1025" y="8483"/>
                            <a:pt x="3733" y="7293"/>
                          </a:cubicBezTo>
                          <a:cubicBezTo>
                            <a:pt x="3733" y="7293"/>
                            <a:pt x="4922" y="8483"/>
                            <a:pt x="7301" y="6104"/>
                          </a:cubicBezTo>
                          <a:cubicBezTo>
                            <a:pt x="10870" y="4914"/>
                            <a:pt x="7301" y="-1033"/>
                            <a:pt x="2543" y="15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9" name="Freeform 468">
                      <a:extLst>
                        <a:ext uri="{FF2B5EF4-FFF2-40B4-BE49-F238E27FC236}">
                          <a16:creationId xmlns:a16="http://schemas.microsoft.com/office/drawing/2014/main" id="{715C3FE9-6A79-D6F6-DE62-4E0E1155A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3527" y="3738472"/>
                      <a:ext cx="5286" cy="6263"/>
                    </a:xfrm>
                    <a:custGeom>
                      <a:avLst/>
                      <a:gdLst>
                        <a:gd name="connsiteX0" fmla="*/ 4758 w 5286"/>
                        <a:gd name="connsiteY0" fmla="*/ 0 h 6263"/>
                        <a:gd name="connsiteX1" fmla="*/ 0 w 5286"/>
                        <a:gd name="connsiteY1" fmla="*/ 2379 h 6263"/>
                        <a:gd name="connsiteX2" fmla="*/ 4758 w 5286"/>
                        <a:gd name="connsiteY2" fmla="*/ 5947 h 6263"/>
                        <a:gd name="connsiteX3" fmla="*/ 4758 w 5286"/>
                        <a:gd name="connsiteY3" fmla="*/ 0 h 62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286" h="6263">
                          <a:moveTo>
                            <a:pt x="4758" y="0"/>
                          </a:moveTo>
                          <a:cubicBezTo>
                            <a:pt x="2379" y="0"/>
                            <a:pt x="0" y="0"/>
                            <a:pt x="0" y="2379"/>
                          </a:cubicBezTo>
                          <a:cubicBezTo>
                            <a:pt x="1190" y="4758"/>
                            <a:pt x="2379" y="7136"/>
                            <a:pt x="4758" y="5947"/>
                          </a:cubicBezTo>
                          <a:cubicBezTo>
                            <a:pt x="4758" y="5947"/>
                            <a:pt x="5947" y="1189"/>
                            <a:pt x="475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0" name="Freeform 469">
                      <a:extLst>
                        <a:ext uri="{FF2B5EF4-FFF2-40B4-BE49-F238E27FC236}">
                          <a16:creationId xmlns:a16="http://schemas.microsoft.com/office/drawing/2014/main" id="{6EE56B6F-8DBE-8721-FA8A-F951757722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3242" y="3742040"/>
                      <a:ext cx="7494" cy="6131"/>
                    </a:xfrm>
                    <a:custGeom>
                      <a:avLst/>
                      <a:gdLst>
                        <a:gd name="connsiteX0" fmla="*/ 5528 w 7494"/>
                        <a:gd name="connsiteY0" fmla="*/ 0 h 6131"/>
                        <a:gd name="connsiteX1" fmla="*/ 770 w 7494"/>
                        <a:gd name="connsiteY1" fmla="*/ 4758 h 6131"/>
                        <a:gd name="connsiteX2" fmla="*/ 6717 w 7494"/>
                        <a:gd name="connsiteY2" fmla="*/ 4758 h 6131"/>
                        <a:gd name="connsiteX3" fmla="*/ 5528 w 7494"/>
                        <a:gd name="connsiteY3" fmla="*/ 0 h 61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94" h="6131">
                          <a:moveTo>
                            <a:pt x="5528" y="0"/>
                          </a:moveTo>
                          <a:cubicBezTo>
                            <a:pt x="1960" y="0"/>
                            <a:pt x="-1609" y="3568"/>
                            <a:pt x="770" y="4758"/>
                          </a:cubicBezTo>
                          <a:cubicBezTo>
                            <a:pt x="3149" y="5947"/>
                            <a:pt x="4338" y="7137"/>
                            <a:pt x="6717" y="4758"/>
                          </a:cubicBezTo>
                          <a:cubicBezTo>
                            <a:pt x="6717" y="4758"/>
                            <a:pt x="9096" y="0"/>
                            <a:pt x="552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71" name="Freeform 470">
                    <a:extLst>
                      <a:ext uri="{FF2B5EF4-FFF2-40B4-BE49-F238E27FC236}">
                        <a16:creationId xmlns:a16="http://schemas.microsoft.com/office/drawing/2014/main" id="{E02AD8F3-66E6-3350-C416-0B4B78749C16}"/>
                      </a:ext>
                    </a:extLst>
                  </p:cNvPr>
                  <p:cNvSpPr/>
                  <p:nvPr/>
                </p:nvSpPr>
                <p:spPr>
                  <a:xfrm>
                    <a:off x="5472448" y="3416098"/>
                    <a:ext cx="517404" cy="502166"/>
                  </a:xfrm>
                  <a:custGeom>
                    <a:avLst/>
                    <a:gdLst>
                      <a:gd name="connsiteX0" fmla="*/ 517404 w 517404"/>
                      <a:gd name="connsiteY0" fmla="*/ 383035 h 502166"/>
                      <a:gd name="connsiteX1" fmla="*/ 497184 w 517404"/>
                      <a:gd name="connsiteY1" fmla="*/ 398498 h 502166"/>
                      <a:gd name="connsiteX2" fmla="*/ 463880 w 517404"/>
                      <a:gd name="connsiteY2" fmla="*/ 417529 h 502166"/>
                      <a:gd name="connsiteX3" fmla="*/ 398461 w 517404"/>
                      <a:gd name="connsiteY3" fmla="*/ 461538 h 502166"/>
                      <a:gd name="connsiteX4" fmla="*/ 369914 w 517404"/>
                      <a:gd name="connsiteY4" fmla="*/ 486516 h 502166"/>
                      <a:gd name="connsiteX5" fmla="*/ 335421 w 517404"/>
                      <a:gd name="connsiteY5" fmla="*/ 496031 h 502166"/>
                      <a:gd name="connsiteX6" fmla="*/ 306874 w 517404"/>
                      <a:gd name="connsiteY6" fmla="*/ 501978 h 502166"/>
                      <a:gd name="connsiteX7" fmla="*/ 303306 w 517404"/>
                      <a:gd name="connsiteY7" fmla="*/ 484137 h 502166"/>
                      <a:gd name="connsiteX8" fmla="*/ 292601 w 517404"/>
                      <a:gd name="connsiteY8" fmla="*/ 474622 h 502166"/>
                      <a:gd name="connsiteX9" fmla="*/ 279517 w 517404"/>
                      <a:gd name="connsiteY9" fmla="*/ 469864 h 502166"/>
                      <a:gd name="connsiteX10" fmla="*/ 264055 w 517404"/>
                      <a:gd name="connsiteY10" fmla="*/ 459159 h 502166"/>
                      <a:gd name="connsiteX11" fmla="*/ 254539 w 517404"/>
                      <a:gd name="connsiteY11" fmla="*/ 447265 h 502166"/>
                      <a:gd name="connsiteX12" fmla="*/ 91587 w 517404"/>
                      <a:gd name="connsiteY12" fmla="*/ 339026 h 502166"/>
                      <a:gd name="connsiteX13" fmla="*/ 0 w 517404"/>
                      <a:gd name="connsiteY13" fmla="*/ 278365 h 502166"/>
                      <a:gd name="connsiteX14" fmla="*/ 0 w 517404"/>
                      <a:gd name="connsiteY14" fmla="*/ 278365 h 502166"/>
                      <a:gd name="connsiteX15" fmla="*/ 0 w 517404"/>
                      <a:gd name="connsiteY15" fmla="*/ 246250 h 502166"/>
                      <a:gd name="connsiteX16" fmla="*/ 8326 w 517404"/>
                      <a:gd name="connsiteY16" fmla="*/ 240303 h 502166"/>
                      <a:gd name="connsiteX17" fmla="*/ 41630 w 517404"/>
                      <a:gd name="connsiteY17" fmla="*/ 224840 h 502166"/>
                      <a:gd name="connsiteX18" fmla="*/ 79692 w 517404"/>
                      <a:gd name="connsiteY18" fmla="*/ 216514 h 502166"/>
                      <a:gd name="connsiteX19" fmla="*/ 136785 w 517404"/>
                      <a:gd name="connsiteY19" fmla="*/ 179642 h 502166"/>
                      <a:gd name="connsiteX20" fmla="*/ 159384 w 517404"/>
                      <a:gd name="connsiteY20" fmla="*/ 147527 h 502166"/>
                      <a:gd name="connsiteX21" fmla="*/ 183173 w 517404"/>
                      <a:gd name="connsiteY21" fmla="*/ 146337 h 502166"/>
                      <a:gd name="connsiteX22" fmla="*/ 195067 w 517404"/>
                      <a:gd name="connsiteY22" fmla="*/ 133254 h 502166"/>
                      <a:gd name="connsiteX23" fmla="*/ 195067 w 517404"/>
                      <a:gd name="connsiteY23" fmla="*/ 130875 h 502166"/>
                      <a:gd name="connsiteX24" fmla="*/ 184362 w 517404"/>
                      <a:gd name="connsiteY24" fmla="*/ 127307 h 502166"/>
                      <a:gd name="connsiteX25" fmla="*/ 176036 w 517404"/>
                      <a:gd name="connsiteY25" fmla="*/ 90434 h 502166"/>
                      <a:gd name="connsiteX26" fmla="*/ 174847 w 517404"/>
                      <a:gd name="connsiteY26" fmla="*/ 70214 h 502166"/>
                      <a:gd name="connsiteX27" fmla="*/ 167710 w 517404"/>
                      <a:gd name="connsiteY27" fmla="*/ 54751 h 502166"/>
                      <a:gd name="connsiteX28" fmla="*/ 167710 w 517404"/>
                      <a:gd name="connsiteY28" fmla="*/ 54751 h 502166"/>
                      <a:gd name="connsiteX29" fmla="*/ 186741 w 517404"/>
                      <a:gd name="connsiteY29" fmla="*/ 46425 h 502166"/>
                      <a:gd name="connsiteX30" fmla="*/ 204583 w 517404"/>
                      <a:gd name="connsiteY30" fmla="*/ 39288 h 502166"/>
                      <a:gd name="connsiteX31" fmla="*/ 211719 w 517404"/>
                      <a:gd name="connsiteY31" fmla="*/ 35720 h 502166"/>
                      <a:gd name="connsiteX32" fmla="*/ 224803 w 517404"/>
                      <a:gd name="connsiteY32" fmla="*/ 23826 h 502166"/>
                      <a:gd name="connsiteX33" fmla="*/ 258108 w 517404"/>
                      <a:gd name="connsiteY33" fmla="*/ 14310 h 502166"/>
                      <a:gd name="connsiteX34" fmla="*/ 290222 w 517404"/>
                      <a:gd name="connsiteY34" fmla="*/ 8363 h 502166"/>
                      <a:gd name="connsiteX35" fmla="*/ 291412 w 517404"/>
                      <a:gd name="connsiteY35" fmla="*/ 9552 h 502166"/>
                      <a:gd name="connsiteX36" fmla="*/ 302116 w 517404"/>
                      <a:gd name="connsiteY36" fmla="*/ 8363 h 502166"/>
                      <a:gd name="connsiteX37" fmla="*/ 302116 w 517404"/>
                      <a:gd name="connsiteY37" fmla="*/ 4795 h 502166"/>
                      <a:gd name="connsiteX38" fmla="*/ 324716 w 517404"/>
                      <a:gd name="connsiteY38" fmla="*/ 5984 h 502166"/>
                      <a:gd name="connsiteX39" fmla="*/ 335421 w 517404"/>
                      <a:gd name="connsiteY39" fmla="*/ 8363 h 502166"/>
                      <a:gd name="connsiteX40" fmla="*/ 346126 w 517404"/>
                      <a:gd name="connsiteY40" fmla="*/ 10742 h 502166"/>
                      <a:gd name="connsiteX41" fmla="*/ 356831 w 517404"/>
                      <a:gd name="connsiteY41" fmla="*/ 8363 h 502166"/>
                      <a:gd name="connsiteX42" fmla="*/ 359210 w 517404"/>
                      <a:gd name="connsiteY42" fmla="*/ 3605 h 502166"/>
                      <a:gd name="connsiteX43" fmla="*/ 362778 w 517404"/>
                      <a:gd name="connsiteY43" fmla="*/ 4795 h 502166"/>
                      <a:gd name="connsiteX44" fmla="*/ 375862 w 517404"/>
                      <a:gd name="connsiteY44" fmla="*/ 5984 h 502166"/>
                      <a:gd name="connsiteX45" fmla="*/ 391324 w 517404"/>
                      <a:gd name="connsiteY45" fmla="*/ 37 h 502166"/>
                      <a:gd name="connsiteX46" fmla="*/ 409166 w 517404"/>
                      <a:gd name="connsiteY46" fmla="*/ 7174 h 502166"/>
                      <a:gd name="connsiteX47" fmla="*/ 425818 w 517404"/>
                      <a:gd name="connsiteY47" fmla="*/ 5984 h 502166"/>
                      <a:gd name="connsiteX48" fmla="*/ 425818 w 517404"/>
                      <a:gd name="connsiteY48" fmla="*/ 14310 h 502166"/>
                      <a:gd name="connsiteX49" fmla="*/ 423439 w 517404"/>
                      <a:gd name="connsiteY49" fmla="*/ 34531 h 502166"/>
                      <a:gd name="connsiteX50" fmla="*/ 421060 w 517404"/>
                      <a:gd name="connsiteY50" fmla="*/ 44046 h 502166"/>
                      <a:gd name="connsiteX51" fmla="*/ 424628 w 517404"/>
                      <a:gd name="connsiteY51" fmla="*/ 51183 h 502166"/>
                      <a:gd name="connsiteX52" fmla="*/ 422249 w 517404"/>
                      <a:gd name="connsiteY52" fmla="*/ 54751 h 502166"/>
                      <a:gd name="connsiteX53" fmla="*/ 423439 w 517404"/>
                      <a:gd name="connsiteY53" fmla="*/ 58319 h 502166"/>
                      <a:gd name="connsiteX54" fmla="*/ 422249 w 517404"/>
                      <a:gd name="connsiteY54" fmla="*/ 66645 h 502166"/>
                      <a:gd name="connsiteX55" fmla="*/ 411545 w 517404"/>
                      <a:gd name="connsiteY55" fmla="*/ 79729 h 502166"/>
                      <a:gd name="connsiteX56" fmla="*/ 403218 w 517404"/>
                      <a:gd name="connsiteY56" fmla="*/ 94002 h 502166"/>
                      <a:gd name="connsiteX57" fmla="*/ 405597 w 517404"/>
                      <a:gd name="connsiteY57" fmla="*/ 103518 h 502166"/>
                      <a:gd name="connsiteX58" fmla="*/ 407976 w 517404"/>
                      <a:gd name="connsiteY58" fmla="*/ 113033 h 502166"/>
                      <a:gd name="connsiteX59" fmla="*/ 415113 w 517404"/>
                      <a:gd name="connsiteY59" fmla="*/ 118981 h 502166"/>
                      <a:gd name="connsiteX60" fmla="*/ 419870 w 517404"/>
                      <a:gd name="connsiteY60" fmla="*/ 126117 h 502166"/>
                      <a:gd name="connsiteX61" fmla="*/ 434144 w 517404"/>
                      <a:gd name="connsiteY61" fmla="*/ 136822 h 502166"/>
                      <a:gd name="connsiteX62" fmla="*/ 443659 w 517404"/>
                      <a:gd name="connsiteY62" fmla="*/ 151095 h 502166"/>
                      <a:gd name="connsiteX63" fmla="*/ 448417 w 517404"/>
                      <a:gd name="connsiteY63" fmla="*/ 168937 h 502166"/>
                      <a:gd name="connsiteX64" fmla="*/ 453175 w 517404"/>
                      <a:gd name="connsiteY64" fmla="*/ 185589 h 502166"/>
                      <a:gd name="connsiteX65" fmla="*/ 455553 w 517404"/>
                      <a:gd name="connsiteY65" fmla="*/ 195104 h 502166"/>
                      <a:gd name="connsiteX66" fmla="*/ 451985 w 517404"/>
                      <a:gd name="connsiteY66" fmla="*/ 198673 h 502166"/>
                      <a:gd name="connsiteX67" fmla="*/ 457932 w 517404"/>
                      <a:gd name="connsiteY67" fmla="*/ 210567 h 502166"/>
                      <a:gd name="connsiteX68" fmla="*/ 459122 w 517404"/>
                      <a:gd name="connsiteY68" fmla="*/ 226030 h 502166"/>
                      <a:gd name="connsiteX69" fmla="*/ 460312 w 517404"/>
                      <a:gd name="connsiteY69" fmla="*/ 256955 h 502166"/>
                      <a:gd name="connsiteX70" fmla="*/ 461501 w 517404"/>
                      <a:gd name="connsiteY70" fmla="*/ 264091 h 502166"/>
                      <a:gd name="connsiteX71" fmla="*/ 460312 w 517404"/>
                      <a:gd name="connsiteY71" fmla="*/ 271228 h 502166"/>
                      <a:gd name="connsiteX72" fmla="*/ 461501 w 517404"/>
                      <a:gd name="connsiteY72" fmla="*/ 285502 h 502166"/>
                      <a:gd name="connsiteX73" fmla="*/ 460312 w 517404"/>
                      <a:gd name="connsiteY73" fmla="*/ 299775 h 502166"/>
                      <a:gd name="connsiteX74" fmla="*/ 449606 w 517404"/>
                      <a:gd name="connsiteY74" fmla="*/ 306911 h 502166"/>
                      <a:gd name="connsiteX75" fmla="*/ 465069 w 517404"/>
                      <a:gd name="connsiteY75" fmla="*/ 329510 h 502166"/>
                      <a:gd name="connsiteX76" fmla="*/ 472206 w 517404"/>
                      <a:gd name="connsiteY76" fmla="*/ 354489 h 502166"/>
                      <a:gd name="connsiteX77" fmla="*/ 485289 w 517404"/>
                      <a:gd name="connsiteY77" fmla="*/ 359246 h 502166"/>
                      <a:gd name="connsiteX78" fmla="*/ 500752 w 517404"/>
                      <a:gd name="connsiteY78" fmla="*/ 360436 h 502166"/>
                      <a:gd name="connsiteX79" fmla="*/ 505510 w 517404"/>
                      <a:gd name="connsiteY79" fmla="*/ 372330 h 502166"/>
                      <a:gd name="connsiteX80" fmla="*/ 517404 w 517404"/>
                      <a:gd name="connsiteY80" fmla="*/ 383035 h 502166"/>
                      <a:gd name="connsiteX81" fmla="*/ 517404 w 517404"/>
                      <a:gd name="connsiteY81" fmla="*/ 383035 h 502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517404" h="502166">
                        <a:moveTo>
                          <a:pt x="517404" y="383035"/>
                        </a:moveTo>
                        <a:cubicBezTo>
                          <a:pt x="510268" y="387793"/>
                          <a:pt x="504320" y="394929"/>
                          <a:pt x="497184" y="398498"/>
                        </a:cubicBezTo>
                        <a:cubicBezTo>
                          <a:pt x="485289" y="404445"/>
                          <a:pt x="474585" y="411582"/>
                          <a:pt x="463880" y="417529"/>
                        </a:cubicBezTo>
                        <a:cubicBezTo>
                          <a:pt x="442470" y="431802"/>
                          <a:pt x="418681" y="443696"/>
                          <a:pt x="398461" y="461538"/>
                        </a:cubicBezTo>
                        <a:cubicBezTo>
                          <a:pt x="390135" y="468674"/>
                          <a:pt x="379430" y="479379"/>
                          <a:pt x="369914" y="486516"/>
                        </a:cubicBezTo>
                        <a:cubicBezTo>
                          <a:pt x="361588" y="492463"/>
                          <a:pt x="344936" y="490084"/>
                          <a:pt x="335421" y="496031"/>
                        </a:cubicBezTo>
                        <a:cubicBezTo>
                          <a:pt x="325905" y="498410"/>
                          <a:pt x="316390" y="503168"/>
                          <a:pt x="306874" y="501978"/>
                        </a:cubicBezTo>
                        <a:cubicBezTo>
                          <a:pt x="297359" y="498410"/>
                          <a:pt x="305685" y="487705"/>
                          <a:pt x="303306" y="484137"/>
                        </a:cubicBezTo>
                        <a:cubicBezTo>
                          <a:pt x="300927" y="479379"/>
                          <a:pt x="296169" y="477001"/>
                          <a:pt x="292601" y="474622"/>
                        </a:cubicBezTo>
                        <a:cubicBezTo>
                          <a:pt x="287843" y="472243"/>
                          <a:pt x="285464" y="469864"/>
                          <a:pt x="279517" y="469864"/>
                        </a:cubicBezTo>
                        <a:cubicBezTo>
                          <a:pt x="268812" y="468674"/>
                          <a:pt x="267623" y="469864"/>
                          <a:pt x="264055" y="459159"/>
                        </a:cubicBezTo>
                        <a:cubicBezTo>
                          <a:pt x="262865" y="454401"/>
                          <a:pt x="261676" y="453212"/>
                          <a:pt x="254539" y="447265"/>
                        </a:cubicBezTo>
                        <a:cubicBezTo>
                          <a:pt x="253350" y="446075"/>
                          <a:pt x="164142" y="386603"/>
                          <a:pt x="91587" y="339026"/>
                        </a:cubicBezTo>
                        <a:cubicBezTo>
                          <a:pt x="44009" y="308101"/>
                          <a:pt x="4758" y="280744"/>
                          <a:pt x="0" y="278365"/>
                        </a:cubicBezTo>
                        <a:cubicBezTo>
                          <a:pt x="0" y="278365"/>
                          <a:pt x="0" y="278365"/>
                          <a:pt x="0" y="278365"/>
                        </a:cubicBezTo>
                        <a:lnTo>
                          <a:pt x="0" y="246250"/>
                        </a:lnTo>
                        <a:cubicBezTo>
                          <a:pt x="2379" y="243871"/>
                          <a:pt x="5947" y="242682"/>
                          <a:pt x="8326" y="240303"/>
                        </a:cubicBezTo>
                        <a:cubicBezTo>
                          <a:pt x="19031" y="231977"/>
                          <a:pt x="26168" y="226030"/>
                          <a:pt x="41630" y="224840"/>
                        </a:cubicBezTo>
                        <a:cubicBezTo>
                          <a:pt x="55904" y="223651"/>
                          <a:pt x="67798" y="224840"/>
                          <a:pt x="79692" y="216514"/>
                        </a:cubicBezTo>
                        <a:cubicBezTo>
                          <a:pt x="99912" y="204620"/>
                          <a:pt x="116564" y="190347"/>
                          <a:pt x="136785" y="179642"/>
                        </a:cubicBezTo>
                        <a:cubicBezTo>
                          <a:pt x="135596" y="166558"/>
                          <a:pt x="148679" y="151095"/>
                          <a:pt x="159384" y="147527"/>
                        </a:cubicBezTo>
                        <a:cubicBezTo>
                          <a:pt x="166521" y="145148"/>
                          <a:pt x="174847" y="146337"/>
                          <a:pt x="183173" y="146337"/>
                        </a:cubicBezTo>
                        <a:cubicBezTo>
                          <a:pt x="195067" y="145148"/>
                          <a:pt x="187931" y="138011"/>
                          <a:pt x="195067" y="133254"/>
                        </a:cubicBezTo>
                        <a:cubicBezTo>
                          <a:pt x="195067" y="133254"/>
                          <a:pt x="195067" y="130875"/>
                          <a:pt x="195067" y="130875"/>
                        </a:cubicBezTo>
                        <a:cubicBezTo>
                          <a:pt x="191499" y="130875"/>
                          <a:pt x="187931" y="128496"/>
                          <a:pt x="184362" y="127307"/>
                        </a:cubicBezTo>
                        <a:cubicBezTo>
                          <a:pt x="177226" y="118981"/>
                          <a:pt x="176036" y="102328"/>
                          <a:pt x="176036" y="90434"/>
                        </a:cubicBezTo>
                        <a:cubicBezTo>
                          <a:pt x="176036" y="83298"/>
                          <a:pt x="176036" y="76161"/>
                          <a:pt x="174847" y="70214"/>
                        </a:cubicBezTo>
                        <a:cubicBezTo>
                          <a:pt x="173658" y="64267"/>
                          <a:pt x="168900" y="59509"/>
                          <a:pt x="167710" y="54751"/>
                        </a:cubicBezTo>
                        <a:cubicBezTo>
                          <a:pt x="167710" y="54751"/>
                          <a:pt x="167710" y="54751"/>
                          <a:pt x="167710" y="54751"/>
                        </a:cubicBezTo>
                        <a:cubicBezTo>
                          <a:pt x="172468" y="54751"/>
                          <a:pt x="185552" y="51183"/>
                          <a:pt x="186741" y="46425"/>
                        </a:cubicBezTo>
                        <a:cubicBezTo>
                          <a:pt x="192689" y="44046"/>
                          <a:pt x="197446" y="38099"/>
                          <a:pt x="204583" y="39288"/>
                        </a:cubicBezTo>
                        <a:cubicBezTo>
                          <a:pt x="205772" y="35720"/>
                          <a:pt x="208151" y="34531"/>
                          <a:pt x="211719" y="35720"/>
                        </a:cubicBezTo>
                        <a:cubicBezTo>
                          <a:pt x="216477" y="40478"/>
                          <a:pt x="223614" y="28583"/>
                          <a:pt x="224803" y="23826"/>
                        </a:cubicBezTo>
                        <a:cubicBezTo>
                          <a:pt x="237887" y="25015"/>
                          <a:pt x="246213" y="16689"/>
                          <a:pt x="258108" y="14310"/>
                        </a:cubicBezTo>
                        <a:cubicBezTo>
                          <a:pt x="267623" y="13121"/>
                          <a:pt x="284275" y="17879"/>
                          <a:pt x="290222" y="8363"/>
                        </a:cubicBezTo>
                        <a:cubicBezTo>
                          <a:pt x="290222" y="8363"/>
                          <a:pt x="291412" y="9552"/>
                          <a:pt x="291412" y="9552"/>
                        </a:cubicBezTo>
                        <a:cubicBezTo>
                          <a:pt x="294980" y="9552"/>
                          <a:pt x="298548" y="7174"/>
                          <a:pt x="302116" y="8363"/>
                        </a:cubicBezTo>
                        <a:cubicBezTo>
                          <a:pt x="302116" y="7174"/>
                          <a:pt x="302116" y="5984"/>
                          <a:pt x="302116" y="4795"/>
                        </a:cubicBezTo>
                        <a:cubicBezTo>
                          <a:pt x="309253" y="3605"/>
                          <a:pt x="317579" y="5984"/>
                          <a:pt x="324716" y="5984"/>
                        </a:cubicBezTo>
                        <a:cubicBezTo>
                          <a:pt x="329474" y="5984"/>
                          <a:pt x="331852" y="7174"/>
                          <a:pt x="335421" y="8363"/>
                        </a:cubicBezTo>
                        <a:cubicBezTo>
                          <a:pt x="338989" y="9552"/>
                          <a:pt x="341368" y="10742"/>
                          <a:pt x="346126" y="10742"/>
                        </a:cubicBezTo>
                        <a:cubicBezTo>
                          <a:pt x="348504" y="5984"/>
                          <a:pt x="353262" y="7174"/>
                          <a:pt x="356831" y="8363"/>
                        </a:cubicBezTo>
                        <a:cubicBezTo>
                          <a:pt x="356831" y="5984"/>
                          <a:pt x="358020" y="5984"/>
                          <a:pt x="359210" y="3605"/>
                        </a:cubicBezTo>
                        <a:cubicBezTo>
                          <a:pt x="360399" y="4795"/>
                          <a:pt x="361588" y="4795"/>
                          <a:pt x="362778" y="4795"/>
                        </a:cubicBezTo>
                        <a:cubicBezTo>
                          <a:pt x="366346" y="-2342"/>
                          <a:pt x="373483" y="-1152"/>
                          <a:pt x="375862" y="5984"/>
                        </a:cubicBezTo>
                        <a:cubicBezTo>
                          <a:pt x="380619" y="3605"/>
                          <a:pt x="386566" y="5984"/>
                          <a:pt x="391324" y="37"/>
                        </a:cubicBezTo>
                        <a:cubicBezTo>
                          <a:pt x="399650" y="1226"/>
                          <a:pt x="399650" y="8363"/>
                          <a:pt x="409166" y="7174"/>
                        </a:cubicBezTo>
                        <a:cubicBezTo>
                          <a:pt x="413923" y="5984"/>
                          <a:pt x="419870" y="4795"/>
                          <a:pt x="425818" y="5984"/>
                        </a:cubicBezTo>
                        <a:cubicBezTo>
                          <a:pt x="423439" y="9552"/>
                          <a:pt x="425818" y="10742"/>
                          <a:pt x="425818" y="14310"/>
                        </a:cubicBezTo>
                        <a:cubicBezTo>
                          <a:pt x="425818" y="20257"/>
                          <a:pt x="424628" y="28583"/>
                          <a:pt x="423439" y="34531"/>
                        </a:cubicBezTo>
                        <a:cubicBezTo>
                          <a:pt x="422249" y="38099"/>
                          <a:pt x="421060" y="40478"/>
                          <a:pt x="421060" y="44046"/>
                        </a:cubicBezTo>
                        <a:cubicBezTo>
                          <a:pt x="421060" y="46425"/>
                          <a:pt x="424628" y="48804"/>
                          <a:pt x="424628" y="51183"/>
                        </a:cubicBezTo>
                        <a:cubicBezTo>
                          <a:pt x="424628" y="53562"/>
                          <a:pt x="423439" y="53562"/>
                          <a:pt x="422249" y="54751"/>
                        </a:cubicBezTo>
                        <a:cubicBezTo>
                          <a:pt x="422249" y="57130"/>
                          <a:pt x="422249" y="57130"/>
                          <a:pt x="423439" y="58319"/>
                        </a:cubicBezTo>
                        <a:cubicBezTo>
                          <a:pt x="423439" y="60698"/>
                          <a:pt x="423439" y="64267"/>
                          <a:pt x="422249" y="66645"/>
                        </a:cubicBezTo>
                        <a:cubicBezTo>
                          <a:pt x="419870" y="72593"/>
                          <a:pt x="417492" y="76161"/>
                          <a:pt x="411545" y="79729"/>
                        </a:cubicBezTo>
                        <a:cubicBezTo>
                          <a:pt x="406787" y="83298"/>
                          <a:pt x="404408" y="88055"/>
                          <a:pt x="403218" y="94002"/>
                        </a:cubicBezTo>
                        <a:cubicBezTo>
                          <a:pt x="402029" y="97571"/>
                          <a:pt x="404408" y="99950"/>
                          <a:pt x="405597" y="103518"/>
                        </a:cubicBezTo>
                        <a:cubicBezTo>
                          <a:pt x="406787" y="105897"/>
                          <a:pt x="406787" y="110654"/>
                          <a:pt x="407976" y="113033"/>
                        </a:cubicBezTo>
                        <a:cubicBezTo>
                          <a:pt x="409166" y="115412"/>
                          <a:pt x="412734" y="116602"/>
                          <a:pt x="415113" y="118981"/>
                        </a:cubicBezTo>
                        <a:cubicBezTo>
                          <a:pt x="417492" y="121359"/>
                          <a:pt x="418681" y="122549"/>
                          <a:pt x="419870" y="126117"/>
                        </a:cubicBezTo>
                        <a:cubicBezTo>
                          <a:pt x="423439" y="132064"/>
                          <a:pt x="428197" y="134443"/>
                          <a:pt x="434144" y="136822"/>
                        </a:cubicBezTo>
                        <a:cubicBezTo>
                          <a:pt x="440091" y="139201"/>
                          <a:pt x="441280" y="145148"/>
                          <a:pt x="443659" y="151095"/>
                        </a:cubicBezTo>
                        <a:cubicBezTo>
                          <a:pt x="444849" y="157042"/>
                          <a:pt x="447228" y="162990"/>
                          <a:pt x="448417" y="168937"/>
                        </a:cubicBezTo>
                        <a:cubicBezTo>
                          <a:pt x="449606" y="174884"/>
                          <a:pt x="451985" y="179642"/>
                          <a:pt x="453175" y="185589"/>
                        </a:cubicBezTo>
                        <a:cubicBezTo>
                          <a:pt x="454364" y="187968"/>
                          <a:pt x="454364" y="191536"/>
                          <a:pt x="455553" y="195104"/>
                        </a:cubicBezTo>
                        <a:cubicBezTo>
                          <a:pt x="454364" y="196294"/>
                          <a:pt x="453175" y="197483"/>
                          <a:pt x="451985" y="198673"/>
                        </a:cubicBezTo>
                        <a:cubicBezTo>
                          <a:pt x="450796" y="204620"/>
                          <a:pt x="456743" y="206999"/>
                          <a:pt x="457932" y="210567"/>
                        </a:cubicBezTo>
                        <a:cubicBezTo>
                          <a:pt x="459122" y="214135"/>
                          <a:pt x="459122" y="221272"/>
                          <a:pt x="459122" y="226030"/>
                        </a:cubicBezTo>
                        <a:cubicBezTo>
                          <a:pt x="457932" y="236735"/>
                          <a:pt x="457932" y="247439"/>
                          <a:pt x="460312" y="256955"/>
                        </a:cubicBezTo>
                        <a:cubicBezTo>
                          <a:pt x="460312" y="259334"/>
                          <a:pt x="461501" y="261713"/>
                          <a:pt x="461501" y="264091"/>
                        </a:cubicBezTo>
                        <a:cubicBezTo>
                          <a:pt x="461501" y="266470"/>
                          <a:pt x="461501" y="267660"/>
                          <a:pt x="460312" y="271228"/>
                        </a:cubicBezTo>
                        <a:cubicBezTo>
                          <a:pt x="459122" y="277175"/>
                          <a:pt x="460312" y="280744"/>
                          <a:pt x="461501" y="285502"/>
                        </a:cubicBezTo>
                        <a:cubicBezTo>
                          <a:pt x="462690" y="290259"/>
                          <a:pt x="463880" y="295017"/>
                          <a:pt x="460312" y="299775"/>
                        </a:cubicBezTo>
                        <a:cubicBezTo>
                          <a:pt x="457932" y="303343"/>
                          <a:pt x="450796" y="304533"/>
                          <a:pt x="449606" y="306911"/>
                        </a:cubicBezTo>
                        <a:cubicBezTo>
                          <a:pt x="447228" y="312858"/>
                          <a:pt x="462690" y="324753"/>
                          <a:pt x="465069" y="329510"/>
                        </a:cubicBezTo>
                        <a:cubicBezTo>
                          <a:pt x="468637" y="335458"/>
                          <a:pt x="465069" y="347352"/>
                          <a:pt x="472206" y="354489"/>
                        </a:cubicBezTo>
                        <a:cubicBezTo>
                          <a:pt x="475774" y="358057"/>
                          <a:pt x="480532" y="358057"/>
                          <a:pt x="485289" y="359246"/>
                        </a:cubicBezTo>
                        <a:cubicBezTo>
                          <a:pt x="488858" y="359246"/>
                          <a:pt x="498373" y="358057"/>
                          <a:pt x="500752" y="360436"/>
                        </a:cubicBezTo>
                        <a:cubicBezTo>
                          <a:pt x="503131" y="362815"/>
                          <a:pt x="503131" y="368762"/>
                          <a:pt x="505510" y="372330"/>
                        </a:cubicBezTo>
                        <a:cubicBezTo>
                          <a:pt x="511457" y="375899"/>
                          <a:pt x="513836" y="380656"/>
                          <a:pt x="517404" y="383035"/>
                        </a:cubicBezTo>
                        <a:cubicBezTo>
                          <a:pt x="517404" y="383035"/>
                          <a:pt x="517404" y="383035"/>
                          <a:pt x="517404" y="38303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472" name="Graphic 27">
                    <a:extLst>
                      <a:ext uri="{FF2B5EF4-FFF2-40B4-BE49-F238E27FC236}">
                        <a16:creationId xmlns:a16="http://schemas.microsoft.com/office/drawing/2014/main" id="{96B42680-DA10-052F-860E-FE476337E3BE}"/>
                      </a:ext>
                    </a:extLst>
                  </p:cNvPr>
                  <p:cNvGrpSpPr/>
                  <p:nvPr/>
                </p:nvGrpSpPr>
                <p:grpSpPr>
                  <a:xfrm>
                    <a:off x="8575685" y="4718566"/>
                    <a:ext cx="1029254" cy="1101656"/>
                    <a:chOff x="8575685" y="4718566"/>
                    <a:chExt cx="1029254" cy="1101656"/>
                  </a:xfrm>
                  <a:grpFill/>
                </p:grpSpPr>
                <p:sp>
                  <p:nvSpPr>
                    <p:cNvPr id="473" name="Freeform 472">
                      <a:extLst>
                        <a:ext uri="{FF2B5EF4-FFF2-40B4-BE49-F238E27FC236}">
                          <a16:creationId xmlns:a16="http://schemas.microsoft.com/office/drawing/2014/main" id="{E4330CFB-2C47-1F16-4E2F-E79103822A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13221" y="4799205"/>
                      <a:ext cx="14765" cy="15573"/>
                    </a:xfrm>
                    <a:custGeom>
                      <a:avLst/>
                      <a:gdLst>
                        <a:gd name="connsiteX0" fmla="*/ 7136 w 14765"/>
                        <a:gd name="connsiteY0" fmla="*/ 243 h 15573"/>
                        <a:gd name="connsiteX1" fmla="*/ 3568 w 14765"/>
                        <a:gd name="connsiteY1" fmla="*/ 3811 h 15573"/>
                        <a:gd name="connsiteX2" fmla="*/ 0 w 14765"/>
                        <a:gd name="connsiteY2" fmla="*/ 6190 h 15573"/>
                        <a:gd name="connsiteX3" fmla="*/ 5947 w 14765"/>
                        <a:gd name="connsiteY3" fmla="*/ 14516 h 15573"/>
                        <a:gd name="connsiteX4" fmla="*/ 14273 w 14765"/>
                        <a:gd name="connsiteY4" fmla="*/ 14516 h 15573"/>
                        <a:gd name="connsiteX5" fmla="*/ 13083 w 14765"/>
                        <a:gd name="connsiteY5" fmla="*/ 9758 h 15573"/>
                        <a:gd name="connsiteX6" fmla="*/ 10705 w 14765"/>
                        <a:gd name="connsiteY6" fmla="*/ 7379 h 15573"/>
                        <a:gd name="connsiteX7" fmla="*/ 13083 w 14765"/>
                        <a:gd name="connsiteY7" fmla="*/ 3811 h 15573"/>
                        <a:gd name="connsiteX8" fmla="*/ 8326 w 14765"/>
                        <a:gd name="connsiteY8" fmla="*/ 2622 h 15573"/>
                        <a:gd name="connsiteX9" fmla="*/ 7136 w 14765"/>
                        <a:gd name="connsiteY9" fmla="*/ 243 h 155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4765" h="15573">
                          <a:moveTo>
                            <a:pt x="7136" y="243"/>
                          </a:moveTo>
                          <a:cubicBezTo>
                            <a:pt x="5947" y="1432"/>
                            <a:pt x="5947" y="3811"/>
                            <a:pt x="3568" y="3811"/>
                          </a:cubicBezTo>
                          <a:cubicBezTo>
                            <a:pt x="2379" y="3811"/>
                            <a:pt x="0" y="3811"/>
                            <a:pt x="0" y="6190"/>
                          </a:cubicBezTo>
                          <a:cubicBezTo>
                            <a:pt x="0" y="8569"/>
                            <a:pt x="2379" y="18084"/>
                            <a:pt x="5947" y="14516"/>
                          </a:cubicBezTo>
                          <a:cubicBezTo>
                            <a:pt x="5947" y="14516"/>
                            <a:pt x="13083" y="16895"/>
                            <a:pt x="14273" y="14516"/>
                          </a:cubicBezTo>
                          <a:cubicBezTo>
                            <a:pt x="15463" y="12137"/>
                            <a:pt x="14273" y="9758"/>
                            <a:pt x="13083" y="9758"/>
                          </a:cubicBezTo>
                          <a:cubicBezTo>
                            <a:pt x="11894" y="9758"/>
                            <a:pt x="10705" y="8569"/>
                            <a:pt x="10705" y="7379"/>
                          </a:cubicBezTo>
                          <a:cubicBezTo>
                            <a:pt x="11894" y="6190"/>
                            <a:pt x="14273" y="5000"/>
                            <a:pt x="13083" y="3811"/>
                          </a:cubicBezTo>
                          <a:cubicBezTo>
                            <a:pt x="11894" y="2622"/>
                            <a:pt x="8326" y="3811"/>
                            <a:pt x="8326" y="2622"/>
                          </a:cubicBezTo>
                          <a:cubicBezTo>
                            <a:pt x="8326" y="2622"/>
                            <a:pt x="8326" y="-947"/>
                            <a:pt x="7136" y="24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4" name="Freeform 473">
                      <a:extLst>
                        <a:ext uri="{FF2B5EF4-FFF2-40B4-BE49-F238E27FC236}">
                          <a16:creationId xmlns:a16="http://schemas.microsoft.com/office/drawing/2014/main" id="{58DD3462-6109-CA67-D61D-FF573FB74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6085" y="4798258"/>
                      <a:ext cx="4625" cy="6904"/>
                    </a:xfrm>
                    <a:custGeom>
                      <a:avLst/>
                      <a:gdLst>
                        <a:gd name="connsiteX0" fmla="*/ 0 w 4625"/>
                        <a:gd name="connsiteY0" fmla="*/ 2379 h 6904"/>
                        <a:gd name="connsiteX1" fmla="*/ 3568 w 4625"/>
                        <a:gd name="connsiteY1" fmla="*/ 5947 h 6904"/>
                        <a:gd name="connsiteX2" fmla="*/ 3568 w 4625"/>
                        <a:gd name="connsiteY2" fmla="*/ 1189 h 6904"/>
                        <a:gd name="connsiteX3" fmla="*/ 0 w 4625"/>
                        <a:gd name="connsiteY3" fmla="*/ 2379 h 69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25" h="6904">
                          <a:moveTo>
                            <a:pt x="0" y="2379"/>
                          </a:moveTo>
                          <a:cubicBezTo>
                            <a:pt x="0" y="5947"/>
                            <a:pt x="3568" y="8326"/>
                            <a:pt x="3568" y="5947"/>
                          </a:cubicBezTo>
                          <a:cubicBezTo>
                            <a:pt x="3568" y="5947"/>
                            <a:pt x="5947" y="2379"/>
                            <a:pt x="3568" y="1189"/>
                          </a:cubicBezTo>
                          <a:cubicBezTo>
                            <a:pt x="2378" y="0"/>
                            <a:pt x="0" y="-1189"/>
                            <a:pt x="0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5" name="Freeform 474">
                      <a:extLst>
                        <a:ext uri="{FF2B5EF4-FFF2-40B4-BE49-F238E27FC236}">
                          <a16:creationId xmlns:a16="http://schemas.microsoft.com/office/drawing/2014/main" id="{5A6FA5B5-4DB5-5221-5ED9-165520167A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2461" y="4725703"/>
                      <a:ext cx="30628" cy="21765"/>
                    </a:xfrm>
                    <a:custGeom>
                      <a:avLst/>
                      <a:gdLst>
                        <a:gd name="connsiteX0" fmla="*/ 11597 w 30628"/>
                        <a:gd name="connsiteY0" fmla="*/ 19031 h 21765"/>
                        <a:gd name="connsiteX1" fmla="*/ 18734 w 30628"/>
                        <a:gd name="connsiteY1" fmla="*/ 20220 h 21765"/>
                        <a:gd name="connsiteX2" fmla="*/ 27059 w 30628"/>
                        <a:gd name="connsiteY2" fmla="*/ 13083 h 21765"/>
                        <a:gd name="connsiteX3" fmla="*/ 30628 w 30628"/>
                        <a:gd name="connsiteY3" fmla="*/ 9515 h 21765"/>
                        <a:gd name="connsiteX4" fmla="*/ 25870 w 30628"/>
                        <a:gd name="connsiteY4" fmla="*/ 3568 h 21765"/>
                        <a:gd name="connsiteX5" fmla="*/ 19923 w 30628"/>
                        <a:gd name="connsiteY5" fmla="*/ 4758 h 21765"/>
                        <a:gd name="connsiteX6" fmla="*/ 13976 w 30628"/>
                        <a:gd name="connsiteY6" fmla="*/ 3568 h 21765"/>
                        <a:gd name="connsiteX7" fmla="*/ 11597 w 30628"/>
                        <a:gd name="connsiteY7" fmla="*/ 7136 h 21765"/>
                        <a:gd name="connsiteX8" fmla="*/ 8029 w 30628"/>
                        <a:gd name="connsiteY8" fmla="*/ 4758 h 21765"/>
                        <a:gd name="connsiteX9" fmla="*/ 892 w 30628"/>
                        <a:gd name="connsiteY9" fmla="*/ 0 h 21765"/>
                        <a:gd name="connsiteX10" fmla="*/ 892 w 30628"/>
                        <a:gd name="connsiteY10" fmla="*/ 7136 h 21765"/>
                        <a:gd name="connsiteX11" fmla="*/ 11597 w 30628"/>
                        <a:gd name="connsiteY11" fmla="*/ 19031 h 217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30628" h="21765">
                          <a:moveTo>
                            <a:pt x="11597" y="19031"/>
                          </a:moveTo>
                          <a:cubicBezTo>
                            <a:pt x="13976" y="20220"/>
                            <a:pt x="15165" y="23789"/>
                            <a:pt x="18734" y="20220"/>
                          </a:cubicBezTo>
                          <a:cubicBezTo>
                            <a:pt x="18734" y="20220"/>
                            <a:pt x="25870" y="13083"/>
                            <a:pt x="27059" y="13083"/>
                          </a:cubicBezTo>
                          <a:cubicBezTo>
                            <a:pt x="28249" y="13083"/>
                            <a:pt x="30628" y="11894"/>
                            <a:pt x="30628" y="9515"/>
                          </a:cubicBezTo>
                          <a:cubicBezTo>
                            <a:pt x="30628" y="7136"/>
                            <a:pt x="27059" y="3568"/>
                            <a:pt x="25870" y="3568"/>
                          </a:cubicBezTo>
                          <a:cubicBezTo>
                            <a:pt x="24681" y="3568"/>
                            <a:pt x="22302" y="5947"/>
                            <a:pt x="19923" y="4758"/>
                          </a:cubicBezTo>
                          <a:cubicBezTo>
                            <a:pt x="18734" y="4758"/>
                            <a:pt x="16355" y="3568"/>
                            <a:pt x="13976" y="3568"/>
                          </a:cubicBezTo>
                          <a:cubicBezTo>
                            <a:pt x="12787" y="4758"/>
                            <a:pt x="12787" y="7136"/>
                            <a:pt x="11597" y="7136"/>
                          </a:cubicBezTo>
                          <a:cubicBezTo>
                            <a:pt x="10408" y="7136"/>
                            <a:pt x="10408" y="7136"/>
                            <a:pt x="8029" y="4758"/>
                          </a:cubicBezTo>
                          <a:cubicBezTo>
                            <a:pt x="5650" y="3568"/>
                            <a:pt x="3271" y="0"/>
                            <a:pt x="892" y="0"/>
                          </a:cubicBezTo>
                          <a:cubicBezTo>
                            <a:pt x="-297" y="1189"/>
                            <a:pt x="-297" y="4758"/>
                            <a:pt x="892" y="7136"/>
                          </a:cubicBezTo>
                          <a:cubicBezTo>
                            <a:pt x="2082" y="10705"/>
                            <a:pt x="8029" y="17842"/>
                            <a:pt x="11597" y="1903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6" name="Freeform 475">
                      <a:extLst>
                        <a:ext uri="{FF2B5EF4-FFF2-40B4-BE49-F238E27FC236}">
                          <a16:creationId xmlns:a16="http://schemas.microsoft.com/office/drawing/2014/main" id="{FCE71296-5A51-E63D-99ED-7094BA692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4784" y="4731494"/>
                      <a:ext cx="11236" cy="11706"/>
                    </a:xfrm>
                    <a:custGeom>
                      <a:avLst/>
                      <a:gdLst>
                        <a:gd name="connsiteX0" fmla="*/ 10947 w 11236"/>
                        <a:gd name="connsiteY0" fmla="*/ 9671 h 11706"/>
                        <a:gd name="connsiteX1" fmla="*/ 7379 w 11236"/>
                        <a:gd name="connsiteY1" fmla="*/ 7292 h 11706"/>
                        <a:gd name="connsiteX2" fmla="*/ 5000 w 11236"/>
                        <a:gd name="connsiteY2" fmla="*/ 156 h 11706"/>
                        <a:gd name="connsiteX3" fmla="*/ 2622 w 11236"/>
                        <a:gd name="connsiteY3" fmla="*/ 3724 h 11706"/>
                        <a:gd name="connsiteX4" fmla="*/ 243 w 11236"/>
                        <a:gd name="connsiteY4" fmla="*/ 7292 h 11706"/>
                        <a:gd name="connsiteX5" fmla="*/ 10947 w 11236"/>
                        <a:gd name="connsiteY5" fmla="*/ 9671 h 117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1236" h="11706">
                          <a:moveTo>
                            <a:pt x="10947" y="9671"/>
                          </a:moveTo>
                          <a:cubicBezTo>
                            <a:pt x="10947" y="9671"/>
                            <a:pt x="8569" y="9671"/>
                            <a:pt x="7379" y="7292"/>
                          </a:cubicBezTo>
                          <a:cubicBezTo>
                            <a:pt x="6190" y="4913"/>
                            <a:pt x="6190" y="-1034"/>
                            <a:pt x="5000" y="156"/>
                          </a:cubicBezTo>
                          <a:cubicBezTo>
                            <a:pt x="3811" y="156"/>
                            <a:pt x="3811" y="2534"/>
                            <a:pt x="2622" y="3724"/>
                          </a:cubicBezTo>
                          <a:cubicBezTo>
                            <a:pt x="2622" y="4913"/>
                            <a:pt x="-947" y="3724"/>
                            <a:pt x="243" y="7292"/>
                          </a:cubicBezTo>
                          <a:cubicBezTo>
                            <a:pt x="243" y="9671"/>
                            <a:pt x="13326" y="14429"/>
                            <a:pt x="10947" y="967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7" name="Freeform 476">
                      <a:extLst>
                        <a:ext uri="{FF2B5EF4-FFF2-40B4-BE49-F238E27FC236}">
                          <a16:creationId xmlns:a16="http://schemas.microsoft.com/office/drawing/2014/main" id="{2381C98A-18AD-67DD-2646-FEE1462D8E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0930" y="5486941"/>
                      <a:ext cx="40440" cy="15462"/>
                    </a:xfrm>
                    <a:custGeom>
                      <a:avLst/>
                      <a:gdLst>
                        <a:gd name="connsiteX0" fmla="*/ 35683 w 40440"/>
                        <a:gd name="connsiteY0" fmla="*/ 8326 h 15462"/>
                        <a:gd name="connsiteX1" fmla="*/ 30925 w 40440"/>
                        <a:gd name="connsiteY1" fmla="*/ 7136 h 15462"/>
                        <a:gd name="connsiteX2" fmla="*/ 28546 w 40440"/>
                        <a:gd name="connsiteY2" fmla="*/ 0 h 15462"/>
                        <a:gd name="connsiteX3" fmla="*/ 16652 w 40440"/>
                        <a:gd name="connsiteY3" fmla="*/ 1189 h 15462"/>
                        <a:gd name="connsiteX4" fmla="*/ 0 w 40440"/>
                        <a:gd name="connsiteY4" fmla="*/ 8326 h 15462"/>
                        <a:gd name="connsiteX5" fmla="*/ 3568 w 40440"/>
                        <a:gd name="connsiteY5" fmla="*/ 14273 h 15462"/>
                        <a:gd name="connsiteX6" fmla="*/ 19031 w 40440"/>
                        <a:gd name="connsiteY6" fmla="*/ 13083 h 15462"/>
                        <a:gd name="connsiteX7" fmla="*/ 22599 w 40440"/>
                        <a:gd name="connsiteY7" fmla="*/ 15463 h 15462"/>
                        <a:gd name="connsiteX8" fmla="*/ 28546 w 40440"/>
                        <a:gd name="connsiteY8" fmla="*/ 11894 h 15462"/>
                        <a:gd name="connsiteX9" fmla="*/ 40440 w 40440"/>
                        <a:gd name="connsiteY9" fmla="*/ 10705 h 15462"/>
                        <a:gd name="connsiteX10" fmla="*/ 35683 w 40440"/>
                        <a:gd name="connsiteY10" fmla="*/ 8326 h 15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0440" h="15462">
                          <a:moveTo>
                            <a:pt x="35683" y="8326"/>
                          </a:moveTo>
                          <a:cubicBezTo>
                            <a:pt x="35683" y="8326"/>
                            <a:pt x="32114" y="8326"/>
                            <a:pt x="30925" y="7136"/>
                          </a:cubicBezTo>
                          <a:cubicBezTo>
                            <a:pt x="29736" y="5947"/>
                            <a:pt x="30925" y="0"/>
                            <a:pt x="28546" y="0"/>
                          </a:cubicBezTo>
                          <a:cubicBezTo>
                            <a:pt x="26167" y="0"/>
                            <a:pt x="17842" y="0"/>
                            <a:pt x="16652" y="1189"/>
                          </a:cubicBezTo>
                          <a:cubicBezTo>
                            <a:pt x="14273" y="2379"/>
                            <a:pt x="0" y="4758"/>
                            <a:pt x="0" y="8326"/>
                          </a:cubicBezTo>
                          <a:cubicBezTo>
                            <a:pt x="1189" y="11894"/>
                            <a:pt x="1189" y="14273"/>
                            <a:pt x="3568" y="14273"/>
                          </a:cubicBezTo>
                          <a:cubicBezTo>
                            <a:pt x="5947" y="14273"/>
                            <a:pt x="19031" y="11894"/>
                            <a:pt x="19031" y="13083"/>
                          </a:cubicBezTo>
                          <a:cubicBezTo>
                            <a:pt x="19031" y="14273"/>
                            <a:pt x="21410" y="15463"/>
                            <a:pt x="22599" y="15463"/>
                          </a:cubicBezTo>
                          <a:cubicBezTo>
                            <a:pt x="23789" y="15463"/>
                            <a:pt x="26167" y="11894"/>
                            <a:pt x="28546" y="11894"/>
                          </a:cubicBezTo>
                          <a:cubicBezTo>
                            <a:pt x="30925" y="11894"/>
                            <a:pt x="40440" y="13083"/>
                            <a:pt x="40440" y="10705"/>
                          </a:cubicBezTo>
                          <a:cubicBezTo>
                            <a:pt x="40440" y="8326"/>
                            <a:pt x="38061" y="7136"/>
                            <a:pt x="35683" y="832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8" name="Freeform 477">
                      <a:extLst>
                        <a:ext uri="{FF2B5EF4-FFF2-40B4-BE49-F238E27FC236}">
                          <a16:creationId xmlns:a16="http://schemas.microsoft.com/office/drawing/2014/main" id="{5EC7EAF5-AC0C-68EA-3FD6-73E4FB2C6D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4233" y="5354914"/>
                      <a:ext cx="2379" cy="1189"/>
                    </a:xfrm>
                    <a:custGeom>
                      <a:avLst/>
                      <a:gdLst>
                        <a:gd name="connsiteX0" fmla="*/ 2379 w 2379"/>
                        <a:gd name="connsiteY0" fmla="*/ 1190 h 1189"/>
                        <a:gd name="connsiteX1" fmla="*/ 1189 w 2379"/>
                        <a:gd name="connsiteY1" fmla="*/ 0 h 1189"/>
                        <a:gd name="connsiteX2" fmla="*/ 0 w 2379"/>
                        <a:gd name="connsiteY2" fmla="*/ 0 h 1189"/>
                        <a:gd name="connsiteX3" fmla="*/ 2379 w 2379"/>
                        <a:gd name="connsiteY3" fmla="*/ 1190 h 11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9" h="1189">
                          <a:moveTo>
                            <a:pt x="2379" y="1190"/>
                          </a:moveTo>
                          <a:cubicBezTo>
                            <a:pt x="2379" y="1190"/>
                            <a:pt x="1189" y="1190"/>
                            <a:pt x="1189" y="0"/>
                          </a:cubicBezTo>
                          <a:cubicBezTo>
                            <a:pt x="1189" y="0"/>
                            <a:pt x="0" y="0"/>
                            <a:pt x="0" y="0"/>
                          </a:cubicBezTo>
                          <a:cubicBezTo>
                            <a:pt x="1189" y="1190"/>
                            <a:pt x="2379" y="1190"/>
                            <a:pt x="2379" y="119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9" name="Freeform 478">
                      <a:extLst>
                        <a:ext uri="{FF2B5EF4-FFF2-40B4-BE49-F238E27FC236}">
                          <a16:creationId xmlns:a16="http://schemas.microsoft.com/office/drawing/2014/main" id="{26217103-402A-E379-6761-A7C73ACCBF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5685" y="4718566"/>
                      <a:ext cx="1029254" cy="926569"/>
                    </a:xfrm>
                    <a:custGeom>
                      <a:avLst/>
                      <a:gdLst>
                        <a:gd name="connsiteX0" fmla="*/ 1024103 w 1029254"/>
                        <a:gd name="connsiteY0" fmla="*/ 451985 h 926569"/>
                        <a:gd name="connsiteX1" fmla="*/ 1021724 w 1029254"/>
                        <a:gd name="connsiteY1" fmla="*/ 436522 h 926569"/>
                        <a:gd name="connsiteX2" fmla="*/ 1015777 w 1029254"/>
                        <a:gd name="connsiteY2" fmla="*/ 428197 h 926569"/>
                        <a:gd name="connsiteX3" fmla="*/ 1016967 w 1029254"/>
                        <a:gd name="connsiteY3" fmla="*/ 419870 h 926569"/>
                        <a:gd name="connsiteX4" fmla="*/ 1011020 w 1029254"/>
                        <a:gd name="connsiteY4" fmla="*/ 416302 h 926569"/>
                        <a:gd name="connsiteX5" fmla="*/ 1006262 w 1029254"/>
                        <a:gd name="connsiteY5" fmla="*/ 399650 h 926569"/>
                        <a:gd name="connsiteX6" fmla="*/ 991988 w 1029254"/>
                        <a:gd name="connsiteY6" fmla="*/ 393703 h 926569"/>
                        <a:gd name="connsiteX7" fmla="*/ 986041 w 1029254"/>
                        <a:gd name="connsiteY7" fmla="*/ 380619 h 926569"/>
                        <a:gd name="connsiteX8" fmla="*/ 980094 w 1029254"/>
                        <a:gd name="connsiteY8" fmla="*/ 369914 h 926569"/>
                        <a:gd name="connsiteX9" fmla="*/ 983662 w 1029254"/>
                        <a:gd name="connsiteY9" fmla="*/ 340178 h 926569"/>
                        <a:gd name="connsiteX10" fmla="*/ 981284 w 1029254"/>
                        <a:gd name="connsiteY10" fmla="*/ 340178 h 926569"/>
                        <a:gd name="connsiteX11" fmla="*/ 970579 w 1029254"/>
                        <a:gd name="connsiteY11" fmla="*/ 342557 h 926569"/>
                        <a:gd name="connsiteX12" fmla="*/ 963442 w 1029254"/>
                        <a:gd name="connsiteY12" fmla="*/ 330663 h 926569"/>
                        <a:gd name="connsiteX13" fmla="*/ 962253 w 1029254"/>
                        <a:gd name="connsiteY13" fmla="*/ 342557 h 926569"/>
                        <a:gd name="connsiteX14" fmla="*/ 957495 w 1029254"/>
                        <a:gd name="connsiteY14" fmla="*/ 338989 h 926569"/>
                        <a:gd name="connsiteX15" fmla="*/ 955116 w 1029254"/>
                        <a:gd name="connsiteY15" fmla="*/ 341368 h 926569"/>
                        <a:gd name="connsiteX16" fmla="*/ 952737 w 1029254"/>
                        <a:gd name="connsiteY16" fmla="*/ 323526 h 926569"/>
                        <a:gd name="connsiteX17" fmla="*/ 949169 w 1029254"/>
                        <a:gd name="connsiteY17" fmla="*/ 308064 h 926569"/>
                        <a:gd name="connsiteX18" fmla="*/ 944411 w 1029254"/>
                        <a:gd name="connsiteY18" fmla="*/ 294980 h 926569"/>
                        <a:gd name="connsiteX19" fmla="*/ 936085 w 1029254"/>
                        <a:gd name="connsiteY19" fmla="*/ 281896 h 926569"/>
                        <a:gd name="connsiteX20" fmla="*/ 939654 w 1029254"/>
                        <a:gd name="connsiteY20" fmla="*/ 281896 h 926569"/>
                        <a:gd name="connsiteX21" fmla="*/ 931327 w 1029254"/>
                        <a:gd name="connsiteY21" fmla="*/ 270002 h 926569"/>
                        <a:gd name="connsiteX22" fmla="*/ 918243 w 1029254"/>
                        <a:gd name="connsiteY22" fmla="*/ 258107 h 926569"/>
                        <a:gd name="connsiteX23" fmla="*/ 913486 w 1029254"/>
                        <a:gd name="connsiteY23" fmla="*/ 258107 h 926569"/>
                        <a:gd name="connsiteX24" fmla="*/ 912296 w 1029254"/>
                        <a:gd name="connsiteY24" fmla="*/ 260486 h 926569"/>
                        <a:gd name="connsiteX25" fmla="*/ 905160 w 1029254"/>
                        <a:gd name="connsiteY25" fmla="*/ 255729 h 926569"/>
                        <a:gd name="connsiteX26" fmla="*/ 900402 w 1029254"/>
                        <a:gd name="connsiteY26" fmla="*/ 246213 h 926569"/>
                        <a:gd name="connsiteX27" fmla="*/ 884939 w 1029254"/>
                        <a:gd name="connsiteY27" fmla="*/ 236698 h 926569"/>
                        <a:gd name="connsiteX28" fmla="*/ 877803 w 1029254"/>
                        <a:gd name="connsiteY28" fmla="*/ 218856 h 926569"/>
                        <a:gd name="connsiteX29" fmla="*/ 875424 w 1029254"/>
                        <a:gd name="connsiteY29" fmla="*/ 176036 h 926569"/>
                        <a:gd name="connsiteX30" fmla="*/ 877803 w 1029254"/>
                        <a:gd name="connsiteY30" fmla="*/ 174847 h 926569"/>
                        <a:gd name="connsiteX31" fmla="*/ 875424 w 1029254"/>
                        <a:gd name="connsiteY31" fmla="*/ 174847 h 926569"/>
                        <a:gd name="connsiteX32" fmla="*/ 875424 w 1029254"/>
                        <a:gd name="connsiteY32" fmla="*/ 173658 h 926569"/>
                        <a:gd name="connsiteX33" fmla="*/ 870666 w 1029254"/>
                        <a:gd name="connsiteY33" fmla="*/ 172468 h 926569"/>
                        <a:gd name="connsiteX34" fmla="*/ 865909 w 1029254"/>
                        <a:gd name="connsiteY34" fmla="*/ 153437 h 926569"/>
                        <a:gd name="connsiteX35" fmla="*/ 867098 w 1029254"/>
                        <a:gd name="connsiteY35" fmla="*/ 136785 h 926569"/>
                        <a:gd name="connsiteX36" fmla="*/ 865909 w 1029254"/>
                        <a:gd name="connsiteY36" fmla="*/ 116564 h 926569"/>
                        <a:gd name="connsiteX37" fmla="*/ 857582 w 1029254"/>
                        <a:gd name="connsiteY37" fmla="*/ 103481 h 926569"/>
                        <a:gd name="connsiteX38" fmla="*/ 845688 w 1029254"/>
                        <a:gd name="connsiteY38" fmla="*/ 95155 h 926569"/>
                        <a:gd name="connsiteX39" fmla="*/ 827847 w 1029254"/>
                        <a:gd name="connsiteY39" fmla="*/ 98723 h 926569"/>
                        <a:gd name="connsiteX40" fmla="*/ 825467 w 1029254"/>
                        <a:gd name="connsiteY40" fmla="*/ 80881 h 926569"/>
                        <a:gd name="connsiteX41" fmla="*/ 826657 w 1029254"/>
                        <a:gd name="connsiteY41" fmla="*/ 71366 h 926569"/>
                        <a:gd name="connsiteX42" fmla="*/ 823088 w 1029254"/>
                        <a:gd name="connsiteY42" fmla="*/ 63040 h 926569"/>
                        <a:gd name="connsiteX43" fmla="*/ 820710 w 1029254"/>
                        <a:gd name="connsiteY43" fmla="*/ 46388 h 926569"/>
                        <a:gd name="connsiteX44" fmla="*/ 818331 w 1029254"/>
                        <a:gd name="connsiteY44" fmla="*/ 30925 h 926569"/>
                        <a:gd name="connsiteX45" fmla="*/ 812384 w 1029254"/>
                        <a:gd name="connsiteY45" fmla="*/ 28546 h 926569"/>
                        <a:gd name="connsiteX46" fmla="*/ 807626 w 1029254"/>
                        <a:gd name="connsiteY46" fmla="*/ 5947 h 926569"/>
                        <a:gd name="connsiteX47" fmla="*/ 802869 w 1029254"/>
                        <a:gd name="connsiteY47" fmla="*/ 0 h 926569"/>
                        <a:gd name="connsiteX48" fmla="*/ 790974 w 1029254"/>
                        <a:gd name="connsiteY48" fmla="*/ 27357 h 926569"/>
                        <a:gd name="connsiteX49" fmla="*/ 781458 w 1029254"/>
                        <a:gd name="connsiteY49" fmla="*/ 44009 h 926569"/>
                        <a:gd name="connsiteX50" fmla="*/ 783837 w 1029254"/>
                        <a:gd name="connsiteY50" fmla="*/ 57093 h 926569"/>
                        <a:gd name="connsiteX51" fmla="*/ 781458 w 1029254"/>
                        <a:gd name="connsiteY51" fmla="*/ 74934 h 926569"/>
                        <a:gd name="connsiteX52" fmla="*/ 776701 w 1029254"/>
                        <a:gd name="connsiteY52" fmla="*/ 74934 h 926569"/>
                        <a:gd name="connsiteX53" fmla="*/ 775511 w 1029254"/>
                        <a:gd name="connsiteY53" fmla="*/ 117754 h 926569"/>
                        <a:gd name="connsiteX54" fmla="*/ 770754 w 1029254"/>
                        <a:gd name="connsiteY54" fmla="*/ 124891 h 926569"/>
                        <a:gd name="connsiteX55" fmla="*/ 768375 w 1029254"/>
                        <a:gd name="connsiteY55" fmla="*/ 135596 h 926569"/>
                        <a:gd name="connsiteX56" fmla="*/ 763617 w 1029254"/>
                        <a:gd name="connsiteY56" fmla="*/ 143922 h 926569"/>
                        <a:gd name="connsiteX57" fmla="*/ 762428 w 1029254"/>
                        <a:gd name="connsiteY57" fmla="*/ 154627 h 926569"/>
                        <a:gd name="connsiteX58" fmla="*/ 757670 w 1029254"/>
                        <a:gd name="connsiteY58" fmla="*/ 161763 h 926569"/>
                        <a:gd name="connsiteX59" fmla="*/ 755291 w 1029254"/>
                        <a:gd name="connsiteY59" fmla="*/ 170089 h 926569"/>
                        <a:gd name="connsiteX60" fmla="*/ 749344 w 1029254"/>
                        <a:gd name="connsiteY60" fmla="*/ 186741 h 926569"/>
                        <a:gd name="connsiteX61" fmla="*/ 717229 w 1029254"/>
                        <a:gd name="connsiteY61" fmla="*/ 195067 h 926569"/>
                        <a:gd name="connsiteX62" fmla="*/ 708903 w 1029254"/>
                        <a:gd name="connsiteY62" fmla="*/ 189120 h 926569"/>
                        <a:gd name="connsiteX63" fmla="*/ 702956 w 1029254"/>
                        <a:gd name="connsiteY63" fmla="*/ 179605 h 926569"/>
                        <a:gd name="connsiteX64" fmla="*/ 693440 w 1029254"/>
                        <a:gd name="connsiteY64" fmla="*/ 172468 h 926569"/>
                        <a:gd name="connsiteX65" fmla="*/ 681546 w 1029254"/>
                        <a:gd name="connsiteY65" fmla="*/ 168900 h 926569"/>
                        <a:gd name="connsiteX66" fmla="*/ 657757 w 1029254"/>
                        <a:gd name="connsiteY66" fmla="*/ 151058 h 926569"/>
                        <a:gd name="connsiteX67" fmla="*/ 652999 w 1029254"/>
                        <a:gd name="connsiteY67" fmla="*/ 146300 h 926569"/>
                        <a:gd name="connsiteX68" fmla="*/ 644673 w 1029254"/>
                        <a:gd name="connsiteY68" fmla="*/ 145111 h 926569"/>
                        <a:gd name="connsiteX69" fmla="*/ 632779 w 1029254"/>
                        <a:gd name="connsiteY69" fmla="*/ 133217 h 926569"/>
                        <a:gd name="connsiteX70" fmla="*/ 630401 w 1029254"/>
                        <a:gd name="connsiteY70" fmla="*/ 124891 h 926569"/>
                        <a:gd name="connsiteX71" fmla="*/ 622074 w 1029254"/>
                        <a:gd name="connsiteY71" fmla="*/ 121322 h 926569"/>
                        <a:gd name="connsiteX72" fmla="*/ 616127 w 1029254"/>
                        <a:gd name="connsiteY72" fmla="*/ 105860 h 926569"/>
                        <a:gd name="connsiteX73" fmla="*/ 624453 w 1029254"/>
                        <a:gd name="connsiteY73" fmla="*/ 92776 h 926569"/>
                        <a:gd name="connsiteX74" fmla="*/ 629211 w 1029254"/>
                        <a:gd name="connsiteY74" fmla="*/ 89208 h 926569"/>
                        <a:gd name="connsiteX75" fmla="*/ 631590 w 1029254"/>
                        <a:gd name="connsiteY75" fmla="*/ 80881 h 926569"/>
                        <a:gd name="connsiteX76" fmla="*/ 628022 w 1029254"/>
                        <a:gd name="connsiteY76" fmla="*/ 79692 h 926569"/>
                        <a:gd name="connsiteX77" fmla="*/ 624453 w 1029254"/>
                        <a:gd name="connsiteY77" fmla="*/ 83260 h 926569"/>
                        <a:gd name="connsiteX78" fmla="*/ 623264 w 1029254"/>
                        <a:gd name="connsiteY78" fmla="*/ 76124 h 926569"/>
                        <a:gd name="connsiteX79" fmla="*/ 628022 w 1029254"/>
                        <a:gd name="connsiteY79" fmla="*/ 67798 h 926569"/>
                        <a:gd name="connsiteX80" fmla="*/ 647052 w 1029254"/>
                        <a:gd name="connsiteY80" fmla="*/ 60661 h 926569"/>
                        <a:gd name="connsiteX81" fmla="*/ 658947 w 1029254"/>
                        <a:gd name="connsiteY81" fmla="*/ 39251 h 926569"/>
                        <a:gd name="connsiteX82" fmla="*/ 648242 w 1029254"/>
                        <a:gd name="connsiteY82" fmla="*/ 39251 h 926569"/>
                        <a:gd name="connsiteX83" fmla="*/ 645863 w 1029254"/>
                        <a:gd name="connsiteY83" fmla="*/ 27357 h 926569"/>
                        <a:gd name="connsiteX84" fmla="*/ 637537 w 1029254"/>
                        <a:gd name="connsiteY84" fmla="*/ 42820 h 926569"/>
                        <a:gd name="connsiteX85" fmla="*/ 633969 w 1029254"/>
                        <a:gd name="connsiteY85" fmla="*/ 45198 h 926569"/>
                        <a:gd name="connsiteX86" fmla="*/ 624453 w 1029254"/>
                        <a:gd name="connsiteY86" fmla="*/ 40441 h 926569"/>
                        <a:gd name="connsiteX87" fmla="*/ 625643 w 1029254"/>
                        <a:gd name="connsiteY87" fmla="*/ 34494 h 926569"/>
                        <a:gd name="connsiteX88" fmla="*/ 624453 w 1029254"/>
                        <a:gd name="connsiteY88" fmla="*/ 32115 h 926569"/>
                        <a:gd name="connsiteX89" fmla="*/ 610180 w 1029254"/>
                        <a:gd name="connsiteY89" fmla="*/ 39251 h 926569"/>
                        <a:gd name="connsiteX90" fmla="*/ 598286 w 1029254"/>
                        <a:gd name="connsiteY90" fmla="*/ 28546 h 926569"/>
                        <a:gd name="connsiteX91" fmla="*/ 580444 w 1029254"/>
                        <a:gd name="connsiteY91" fmla="*/ 24978 h 926569"/>
                        <a:gd name="connsiteX92" fmla="*/ 566171 w 1029254"/>
                        <a:gd name="connsiteY92" fmla="*/ 22599 h 926569"/>
                        <a:gd name="connsiteX93" fmla="*/ 556655 w 1029254"/>
                        <a:gd name="connsiteY93" fmla="*/ 13084 h 926569"/>
                        <a:gd name="connsiteX94" fmla="*/ 556655 w 1029254"/>
                        <a:gd name="connsiteY94" fmla="*/ 16652 h 926569"/>
                        <a:gd name="connsiteX95" fmla="*/ 535246 w 1029254"/>
                        <a:gd name="connsiteY95" fmla="*/ 7137 h 926569"/>
                        <a:gd name="connsiteX96" fmla="*/ 535246 w 1029254"/>
                        <a:gd name="connsiteY96" fmla="*/ 9515 h 926569"/>
                        <a:gd name="connsiteX97" fmla="*/ 529299 w 1029254"/>
                        <a:gd name="connsiteY97" fmla="*/ 9515 h 926569"/>
                        <a:gd name="connsiteX98" fmla="*/ 545950 w 1029254"/>
                        <a:gd name="connsiteY98" fmla="*/ 20220 h 926569"/>
                        <a:gd name="connsiteX99" fmla="*/ 542382 w 1029254"/>
                        <a:gd name="connsiteY99" fmla="*/ 35683 h 926569"/>
                        <a:gd name="connsiteX100" fmla="*/ 526920 w 1029254"/>
                        <a:gd name="connsiteY100" fmla="*/ 39251 h 926569"/>
                        <a:gd name="connsiteX101" fmla="*/ 511457 w 1029254"/>
                        <a:gd name="connsiteY101" fmla="*/ 35683 h 926569"/>
                        <a:gd name="connsiteX102" fmla="*/ 503131 w 1029254"/>
                        <a:gd name="connsiteY102" fmla="*/ 44009 h 926569"/>
                        <a:gd name="connsiteX103" fmla="*/ 500752 w 1029254"/>
                        <a:gd name="connsiteY103" fmla="*/ 48767 h 926569"/>
                        <a:gd name="connsiteX104" fmla="*/ 494805 w 1029254"/>
                        <a:gd name="connsiteY104" fmla="*/ 44009 h 926569"/>
                        <a:gd name="connsiteX105" fmla="*/ 492426 w 1029254"/>
                        <a:gd name="connsiteY105" fmla="*/ 54714 h 926569"/>
                        <a:gd name="connsiteX106" fmla="*/ 485289 w 1029254"/>
                        <a:gd name="connsiteY106" fmla="*/ 54714 h 926569"/>
                        <a:gd name="connsiteX107" fmla="*/ 481721 w 1029254"/>
                        <a:gd name="connsiteY107" fmla="*/ 63040 h 926569"/>
                        <a:gd name="connsiteX108" fmla="*/ 484099 w 1029254"/>
                        <a:gd name="connsiteY108" fmla="*/ 72556 h 926569"/>
                        <a:gd name="connsiteX109" fmla="*/ 460311 w 1029254"/>
                        <a:gd name="connsiteY109" fmla="*/ 90397 h 926569"/>
                        <a:gd name="connsiteX110" fmla="*/ 459122 w 1029254"/>
                        <a:gd name="connsiteY110" fmla="*/ 96344 h 926569"/>
                        <a:gd name="connsiteX111" fmla="*/ 462690 w 1029254"/>
                        <a:gd name="connsiteY111" fmla="*/ 102291 h 926569"/>
                        <a:gd name="connsiteX112" fmla="*/ 461501 w 1029254"/>
                        <a:gd name="connsiteY112" fmla="*/ 107049 h 926569"/>
                        <a:gd name="connsiteX113" fmla="*/ 468637 w 1029254"/>
                        <a:gd name="connsiteY113" fmla="*/ 109428 h 926569"/>
                        <a:gd name="connsiteX114" fmla="*/ 471016 w 1029254"/>
                        <a:gd name="connsiteY114" fmla="*/ 111807 h 926569"/>
                        <a:gd name="connsiteX115" fmla="*/ 461501 w 1029254"/>
                        <a:gd name="connsiteY115" fmla="*/ 112996 h 926569"/>
                        <a:gd name="connsiteX116" fmla="*/ 465069 w 1029254"/>
                        <a:gd name="connsiteY116" fmla="*/ 126080 h 926569"/>
                        <a:gd name="connsiteX117" fmla="*/ 459122 w 1029254"/>
                        <a:gd name="connsiteY117" fmla="*/ 116564 h 926569"/>
                        <a:gd name="connsiteX118" fmla="*/ 454364 w 1029254"/>
                        <a:gd name="connsiteY118" fmla="*/ 115375 h 926569"/>
                        <a:gd name="connsiteX119" fmla="*/ 444848 w 1029254"/>
                        <a:gd name="connsiteY119" fmla="*/ 114186 h 926569"/>
                        <a:gd name="connsiteX120" fmla="*/ 432954 w 1029254"/>
                        <a:gd name="connsiteY120" fmla="*/ 111807 h 926569"/>
                        <a:gd name="connsiteX121" fmla="*/ 432954 w 1029254"/>
                        <a:gd name="connsiteY121" fmla="*/ 117754 h 926569"/>
                        <a:gd name="connsiteX122" fmla="*/ 424628 w 1029254"/>
                        <a:gd name="connsiteY122" fmla="*/ 116564 h 926569"/>
                        <a:gd name="connsiteX123" fmla="*/ 428197 w 1029254"/>
                        <a:gd name="connsiteY123" fmla="*/ 124891 h 926569"/>
                        <a:gd name="connsiteX124" fmla="*/ 424628 w 1029254"/>
                        <a:gd name="connsiteY124" fmla="*/ 123701 h 926569"/>
                        <a:gd name="connsiteX125" fmla="*/ 412733 w 1029254"/>
                        <a:gd name="connsiteY125" fmla="*/ 132027 h 926569"/>
                        <a:gd name="connsiteX126" fmla="*/ 417491 w 1029254"/>
                        <a:gd name="connsiteY126" fmla="*/ 128459 h 926569"/>
                        <a:gd name="connsiteX127" fmla="*/ 421060 w 1029254"/>
                        <a:gd name="connsiteY127" fmla="*/ 107049 h 926569"/>
                        <a:gd name="connsiteX128" fmla="*/ 406786 w 1029254"/>
                        <a:gd name="connsiteY128" fmla="*/ 86829 h 926569"/>
                        <a:gd name="connsiteX129" fmla="*/ 390135 w 1029254"/>
                        <a:gd name="connsiteY129" fmla="*/ 82071 h 926569"/>
                        <a:gd name="connsiteX130" fmla="*/ 393703 w 1029254"/>
                        <a:gd name="connsiteY130" fmla="*/ 89208 h 926569"/>
                        <a:gd name="connsiteX131" fmla="*/ 381808 w 1029254"/>
                        <a:gd name="connsiteY131" fmla="*/ 91586 h 926569"/>
                        <a:gd name="connsiteX132" fmla="*/ 378240 w 1029254"/>
                        <a:gd name="connsiteY132" fmla="*/ 95155 h 926569"/>
                        <a:gd name="connsiteX133" fmla="*/ 373482 w 1029254"/>
                        <a:gd name="connsiteY133" fmla="*/ 93965 h 926569"/>
                        <a:gd name="connsiteX134" fmla="*/ 367535 w 1029254"/>
                        <a:gd name="connsiteY134" fmla="*/ 107049 h 926569"/>
                        <a:gd name="connsiteX135" fmla="*/ 362778 w 1029254"/>
                        <a:gd name="connsiteY135" fmla="*/ 105860 h 926569"/>
                        <a:gd name="connsiteX136" fmla="*/ 362778 w 1029254"/>
                        <a:gd name="connsiteY136" fmla="*/ 98723 h 926569"/>
                        <a:gd name="connsiteX137" fmla="*/ 359209 w 1029254"/>
                        <a:gd name="connsiteY137" fmla="*/ 98723 h 926569"/>
                        <a:gd name="connsiteX138" fmla="*/ 350883 w 1029254"/>
                        <a:gd name="connsiteY138" fmla="*/ 111807 h 926569"/>
                        <a:gd name="connsiteX139" fmla="*/ 354452 w 1029254"/>
                        <a:gd name="connsiteY139" fmla="*/ 112996 h 926569"/>
                        <a:gd name="connsiteX140" fmla="*/ 341367 w 1029254"/>
                        <a:gd name="connsiteY140" fmla="*/ 120133 h 926569"/>
                        <a:gd name="connsiteX141" fmla="*/ 340178 w 1029254"/>
                        <a:gd name="connsiteY141" fmla="*/ 126080 h 926569"/>
                        <a:gd name="connsiteX142" fmla="*/ 347314 w 1029254"/>
                        <a:gd name="connsiteY142" fmla="*/ 128459 h 926569"/>
                        <a:gd name="connsiteX143" fmla="*/ 337799 w 1029254"/>
                        <a:gd name="connsiteY143" fmla="*/ 127269 h 926569"/>
                        <a:gd name="connsiteX144" fmla="*/ 334231 w 1029254"/>
                        <a:gd name="connsiteY144" fmla="*/ 132027 h 926569"/>
                        <a:gd name="connsiteX145" fmla="*/ 328284 w 1029254"/>
                        <a:gd name="connsiteY145" fmla="*/ 134406 h 926569"/>
                        <a:gd name="connsiteX146" fmla="*/ 330663 w 1029254"/>
                        <a:gd name="connsiteY146" fmla="*/ 141543 h 926569"/>
                        <a:gd name="connsiteX147" fmla="*/ 334231 w 1029254"/>
                        <a:gd name="connsiteY147" fmla="*/ 142732 h 926569"/>
                        <a:gd name="connsiteX148" fmla="*/ 324716 w 1029254"/>
                        <a:gd name="connsiteY148" fmla="*/ 157005 h 926569"/>
                        <a:gd name="connsiteX149" fmla="*/ 333042 w 1029254"/>
                        <a:gd name="connsiteY149" fmla="*/ 158195 h 926569"/>
                        <a:gd name="connsiteX150" fmla="*/ 324716 w 1029254"/>
                        <a:gd name="connsiteY150" fmla="*/ 164142 h 926569"/>
                        <a:gd name="connsiteX151" fmla="*/ 309253 w 1029254"/>
                        <a:gd name="connsiteY151" fmla="*/ 158195 h 926569"/>
                        <a:gd name="connsiteX152" fmla="*/ 302116 w 1029254"/>
                        <a:gd name="connsiteY152" fmla="*/ 152248 h 926569"/>
                        <a:gd name="connsiteX153" fmla="*/ 300927 w 1029254"/>
                        <a:gd name="connsiteY153" fmla="*/ 158195 h 926569"/>
                        <a:gd name="connsiteX154" fmla="*/ 304495 w 1029254"/>
                        <a:gd name="connsiteY154" fmla="*/ 158195 h 926569"/>
                        <a:gd name="connsiteX155" fmla="*/ 310442 w 1029254"/>
                        <a:gd name="connsiteY155" fmla="*/ 167710 h 926569"/>
                        <a:gd name="connsiteX156" fmla="*/ 310442 w 1029254"/>
                        <a:gd name="connsiteY156" fmla="*/ 177226 h 926569"/>
                        <a:gd name="connsiteX157" fmla="*/ 306874 w 1029254"/>
                        <a:gd name="connsiteY157" fmla="*/ 174847 h 926569"/>
                        <a:gd name="connsiteX158" fmla="*/ 304495 w 1029254"/>
                        <a:gd name="connsiteY158" fmla="*/ 189120 h 926569"/>
                        <a:gd name="connsiteX159" fmla="*/ 302116 w 1029254"/>
                        <a:gd name="connsiteY159" fmla="*/ 190310 h 926569"/>
                        <a:gd name="connsiteX160" fmla="*/ 286654 w 1029254"/>
                        <a:gd name="connsiteY160" fmla="*/ 159384 h 926569"/>
                        <a:gd name="connsiteX161" fmla="*/ 284275 w 1029254"/>
                        <a:gd name="connsiteY161" fmla="*/ 161763 h 926569"/>
                        <a:gd name="connsiteX162" fmla="*/ 279517 w 1029254"/>
                        <a:gd name="connsiteY162" fmla="*/ 167710 h 926569"/>
                        <a:gd name="connsiteX163" fmla="*/ 265244 w 1029254"/>
                        <a:gd name="connsiteY163" fmla="*/ 179605 h 926569"/>
                        <a:gd name="connsiteX164" fmla="*/ 262865 w 1029254"/>
                        <a:gd name="connsiteY164" fmla="*/ 191499 h 926569"/>
                        <a:gd name="connsiteX165" fmla="*/ 264054 w 1029254"/>
                        <a:gd name="connsiteY165" fmla="*/ 203393 h 926569"/>
                        <a:gd name="connsiteX166" fmla="*/ 259297 w 1029254"/>
                        <a:gd name="connsiteY166" fmla="*/ 214098 h 926569"/>
                        <a:gd name="connsiteX167" fmla="*/ 252160 w 1029254"/>
                        <a:gd name="connsiteY167" fmla="*/ 218856 h 926569"/>
                        <a:gd name="connsiteX168" fmla="*/ 247402 w 1029254"/>
                        <a:gd name="connsiteY168" fmla="*/ 228371 h 926569"/>
                        <a:gd name="connsiteX169" fmla="*/ 241455 w 1029254"/>
                        <a:gd name="connsiteY169" fmla="*/ 234318 h 926569"/>
                        <a:gd name="connsiteX170" fmla="*/ 235508 w 1029254"/>
                        <a:gd name="connsiteY170" fmla="*/ 240266 h 926569"/>
                        <a:gd name="connsiteX171" fmla="*/ 217666 w 1029254"/>
                        <a:gd name="connsiteY171" fmla="*/ 249781 h 926569"/>
                        <a:gd name="connsiteX172" fmla="*/ 198635 w 1029254"/>
                        <a:gd name="connsiteY172" fmla="*/ 254539 h 926569"/>
                        <a:gd name="connsiteX173" fmla="*/ 177225 w 1029254"/>
                        <a:gd name="connsiteY173" fmla="*/ 256918 h 926569"/>
                        <a:gd name="connsiteX174" fmla="*/ 173657 w 1029254"/>
                        <a:gd name="connsiteY174" fmla="*/ 256918 h 926569"/>
                        <a:gd name="connsiteX175" fmla="*/ 147490 w 1029254"/>
                        <a:gd name="connsiteY175" fmla="*/ 265244 h 926569"/>
                        <a:gd name="connsiteX176" fmla="*/ 123701 w 1029254"/>
                        <a:gd name="connsiteY176" fmla="*/ 274760 h 926569"/>
                        <a:gd name="connsiteX177" fmla="*/ 110617 w 1029254"/>
                        <a:gd name="connsiteY177" fmla="*/ 275949 h 926569"/>
                        <a:gd name="connsiteX178" fmla="*/ 96344 w 1029254"/>
                        <a:gd name="connsiteY178" fmla="*/ 284275 h 926569"/>
                        <a:gd name="connsiteX179" fmla="*/ 82071 w 1029254"/>
                        <a:gd name="connsiteY179" fmla="*/ 292601 h 926569"/>
                        <a:gd name="connsiteX180" fmla="*/ 65419 w 1029254"/>
                        <a:gd name="connsiteY180" fmla="*/ 299737 h 926569"/>
                        <a:gd name="connsiteX181" fmla="*/ 52335 w 1029254"/>
                        <a:gd name="connsiteY181" fmla="*/ 309253 h 926569"/>
                        <a:gd name="connsiteX182" fmla="*/ 49956 w 1029254"/>
                        <a:gd name="connsiteY182" fmla="*/ 318768 h 926569"/>
                        <a:gd name="connsiteX183" fmla="*/ 41630 w 1029254"/>
                        <a:gd name="connsiteY183" fmla="*/ 319958 h 926569"/>
                        <a:gd name="connsiteX184" fmla="*/ 44009 w 1029254"/>
                        <a:gd name="connsiteY184" fmla="*/ 319958 h 926569"/>
                        <a:gd name="connsiteX185" fmla="*/ 42819 w 1029254"/>
                        <a:gd name="connsiteY185" fmla="*/ 317579 h 926569"/>
                        <a:gd name="connsiteX186" fmla="*/ 45198 w 1029254"/>
                        <a:gd name="connsiteY186" fmla="*/ 304495 h 926569"/>
                        <a:gd name="connsiteX187" fmla="*/ 28546 w 1029254"/>
                        <a:gd name="connsiteY187" fmla="*/ 324716 h 926569"/>
                        <a:gd name="connsiteX188" fmla="*/ 32114 w 1029254"/>
                        <a:gd name="connsiteY188" fmla="*/ 337799 h 926569"/>
                        <a:gd name="connsiteX189" fmla="*/ 29736 w 1029254"/>
                        <a:gd name="connsiteY189" fmla="*/ 344936 h 926569"/>
                        <a:gd name="connsiteX190" fmla="*/ 28546 w 1029254"/>
                        <a:gd name="connsiteY190" fmla="*/ 353262 h 926569"/>
                        <a:gd name="connsiteX191" fmla="*/ 20220 w 1029254"/>
                        <a:gd name="connsiteY191" fmla="*/ 362778 h 926569"/>
                        <a:gd name="connsiteX192" fmla="*/ 16652 w 1029254"/>
                        <a:gd name="connsiteY192" fmla="*/ 375862 h 926569"/>
                        <a:gd name="connsiteX193" fmla="*/ 17842 w 1029254"/>
                        <a:gd name="connsiteY193" fmla="*/ 391324 h 926569"/>
                        <a:gd name="connsiteX194" fmla="*/ 17842 w 1029254"/>
                        <a:gd name="connsiteY194" fmla="*/ 405597 h 926569"/>
                        <a:gd name="connsiteX195" fmla="*/ 24978 w 1029254"/>
                        <a:gd name="connsiteY195" fmla="*/ 417492 h 926569"/>
                        <a:gd name="connsiteX196" fmla="*/ 26167 w 1029254"/>
                        <a:gd name="connsiteY196" fmla="*/ 423439 h 926569"/>
                        <a:gd name="connsiteX197" fmla="*/ 28546 w 1029254"/>
                        <a:gd name="connsiteY197" fmla="*/ 429386 h 926569"/>
                        <a:gd name="connsiteX198" fmla="*/ 26167 w 1029254"/>
                        <a:gd name="connsiteY198" fmla="*/ 438901 h 926569"/>
                        <a:gd name="connsiteX199" fmla="*/ 21410 w 1029254"/>
                        <a:gd name="connsiteY199" fmla="*/ 446038 h 926569"/>
                        <a:gd name="connsiteX200" fmla="*/ 20220 w 1029254"/>
                        <a:gd name="connsiteY200" fmla="*/ 436522 h 926569"/>
                        <a:gd name="connsiteX201" fmla="*/ 15463 w 1029254"/>
                        <a:gd name="connsiteY201" fmla="*/ 436522 h 926569"/>
                        <a:gd name="connsiteX202" fmla="*/ 14273 w 1029254"/>
                        <a:gd name="connsiteY202" fmla="*/ 427007 h 926569"/>
                        <a:gd name="connsiteX203" fmla="*/ 9515 w 1029254"/>
                        <a:gd name="connsiteY203" fmla="*/ 417492 h 926569"/>
                        <a:gd name="connsiteX204" fmla="*/ 5947 w 1029254"/>
                        <a:gd name="connsiteY204" fmla="*/ 436522 h 926569"/>
                        <a:gd name="connsiteX205" fmla="*/ 17842 w 1029254"/>
                        <a:gd name="connsiteY205" fmla="*/ 449606 h 926569"/>
                        <a:gd name="connsiteX206" fmla="*/ 7136 w 1029254"/>
                        <a:gd name="connsiteY206" fmla="*/ 446038 h 926569"/>
                        <a:gd name="connsiteX207" fmla="*/ 0 w 1029254"/>
                        <a:gd name="connsiteY207" fmla="*/ 442470 h 926569"/>
                        <a:gd name="connsiteX208" fmla="*/ 11894 w 1029254"/>
                        <a:gd name="connsiteY208" fmla="*/ 465069 h 926569"/>
                        <a:gd name="connsiteX209" fmla="*/ 16652 w 1029254"/>
                        <a:gd name="connsiteY209" fmla="*/ 494805 h 926569"/>
                        <a:gd name="connsiteX210" fmla="*/ 24978 w 1029254"/>
                        <a:gd name="connsiteY210" fmla="*/ 522162 h 926569"/>
                        <a:gd name="connsiteX211" fmla="*/ 28546 w 1029254"/>
                        <a:gd name="connsiteY211" fmla="*/ 549519 h 926569"/>
                        <a:gd name="connsiteX212" fmla="*/ 30925 w 1029254"/>
                        <a:gd name="connsiteY212" fmla="*/ 576876 h 926569"/>
                        <a:gd name="connsiteX213" fmla="*/ 34493 w 1029254"/>
                        <a:gd name="connsiteY213" fmla="*/ 604233 h 926569"/>
                        <a:gd name="connsiteX214" fmla="*/ 36872 w 1029254"/>
                        <a:gd name="connsiteY214" fmla="*/ 611370 h 926569"/>
                        <a:gd name="connsiteX215" fmla="*/ 35683 w 1029254"/>
                        <a:gd name="connsiteY215" fmla="*/ 618506 h 926569"/>
                        <a:gd name="connsiteX216" fmla="*/ 30925 w 1029254"/>
                        <a:gd name="connsiteY216" fmla="*/ 643484 h 926569"/>
                        <a:gd name="connsiteX217" fmla="*/ 27357 w 1029254"/>
                        <a:gd name="connsiteY217" fmla="*/ 644674 h 926569"/>
                        <a:gd name="connsiteX218" fmla="*/ 27357 w 1029254"/>
                        <a:gd name="connsiteY218" fmla="*/ 654189 h 926569"/>
                        <a:gd name="connsiteX219" fmla="*/ 22599 w 1029254"/>
                        <a:gd name="connsiteY219" fmla="*/ 658947 h 926569"/>
                        <a:gd name="connsiteX220" fmla="*/ 21410 w 1029254"/>
                        <a:gd name="connsiteY220" fmla="*/ 667273 h 926569"/>
                        <a:gd name="connsiteX221" fmla="*/ 14273 w 1029254"/>
                        <a:gd name="connsiteY221" fmla="*/ 669652 h 926569"/>
                        <a:gd name="connsiteX222" fmla="*/ 4757 w 1029254"/>
                        <a:gd name="connsiteY222" fmla="*/ 695820 h 926569"/>
                        <a:gd name="connsiteX223" fmla="*/ 15463 w 1029254"/>
                        <a:gd name="connsiteY223" fmla="*/ 701767 h 926569"/>
                        <a:gd name="connsiteX224" fmla="*/ 22599 w 1029254"/>
                        <a:gd name="connsiteY224" fmla="*/ 713661 h 926569"/>
                        <a:gd name="connsiteX225" fmla="*/ 45198 w 1029254"/>
                        <a:gd name="connsiteY225" fmla="*/ 723176 h 926569"/>
                        <a:gd name="connsiteX226" fmla="*/ 73744 w 1029254"/>
                        <a:gd name="connsiteY226" fmla="*/ 724366 h 926569"/>
                        <a:gd name="connsiteX227" fmla="*/ 93965 w 1029254"/>
                        <a:gd name="connsiteY227" fmla="*/ 712472 h 926569"/>
                        <a:gd name="connsiteX228" fmla="*/ 95155 w 1029254"/>
                        <a:gd name="connsiteY228" fmla="*/ 707714 h 926569"/>
                        <a:gd name="connsiteX229" fmla="*/ 107049 w 1029254"/>
                        <a:gd name="connsiteY229" fmla="*/ 708903 h 926569"/>
                        <a:gd name="connsiteX230" fmla="*/ 108238 w 1029254"/>
                        <a:gd name="connsiteY230" fmla="*/ 704145 h 926569"/>
                        <a:gd name="connsiteX231" fmla="*/ 116564 w 1029254"/>
                        <a:gd name="connsiteY231" fmla="*/ 705335 h 926569"/>
                        <a:gd name="connsiteX232" fmla="*/ 122512 w 1029254"/>
                        <a:gd name="connsiteY232" fmla="*/ 691062 h 926569"/>
                        <a:gd name="connsiteX233" fmla="*/ 136785 w 1029254"/>
                        <a:gd name="connsiteY233" fmla="*/ 691062 h 926569"/>
                        <a:gd name="connsiteX234" fmla="*/ 153437 w 1029254"/>
                        <a:gd name="connsiteY234" fmla="*/ 686304 h 926569"/>
                        <a:gd name="connsiteX235" fmla="*/ 170089 w 1029254"/>
                        <a:gd name="connsiteY235" fmla="*/ 687493 h 926569"/>
                        <a:gd name="connsiteX236" fmla="*/ 179604 w 1029254"/>
                        <a:gd name="connsiteY236" fmla="*/ 687493 h 926569"/>
                        <a:gd name="connsiteX237" fmla="*/ 186741 w 1029254"/>
                        <a:gd name="connsiteY237" fmla="*/ 691062 h 926569"/>
                        <a:gd name="connsiteX238" fmla="*/ 205772 w 1029254"/>
                        <a:gd name="connsiteY238" fmla="*/ 688683 h 926569"/>
                        <a:gd name="connsiteX239" fmla="*/ 206961 w 1029254"/>
                        <a:gd name="connsiteY239" fmla="*/ 693440 h 926569"/>
                        <a:gd name="connsiteX240" fmla="*/ 221235 w 1029254"/>
                        <a:gd name="connsiteY240" fmla="*/ 691062 h 926569"/>
                        <a:gd name="connsiteX241" fmla="*/ 227182 w 1029254"/>
                        <a:gd name="connsiteY241" fmla="*/ 680357 h 926569"/>
                        <a:gd name="connsiteX242" fmla="*/ 237887 w 1029254"/>
                        <a:gd name="connsiteY242" fmla="*/ 672031 h 926569"/>
                        <a:gd name="connsiteX243" fmla="*/ 242644 w 1029254"/>
                        <a:gd name="connsiteY243" fmla="*/ 660136 h 926569"/>
                        <a:gd name="connsiteX244" fmla="*/ 255729 w 1029254"/>
                        <a:gd name="connsiteY244" fmla="*/ 658947 h 926569"/>
                        <a:gd name="connsiteX245" fmla="*/ 303306 w 1029254"/>
                        <a:gd name="connsiteY245" fmla="*/ 638726 h 926569"/>
                        <a:gd name="connsiteX246" fmla="*/ 317579 w 1029254"/>
                        <a:gd name="connsiteY246" fmla="*/ 642295 h 926569"/>
                        <a:gd name="connsiteX247" fmla="*/ 331852 w 1029254"/>
                        <a:gd name="connsiteY247" fmla="*/ 639916 h 926569"/>
                        <a:gd name="connsiteX248" fmla="*/ 360399 w 1029254"/>
                        <a:gd name="connsiteY248" fmla="*/ 630401 h 926569"/>
                        <a:gd name="connsiteX249" fmla="*/ 388945 w 1029254"/>
                        <a:gd name="connsiteY249" fmla="*/ 623264 h 926569"/>
                        <a:gd name="connsiteX250" fmla="*/ 404408 w 1029254"/>
                        <a:gd name="connsiteY250" fmla="*/ 622074 h 926569"/>
                        <a:gd name="connsiteX251" fmla="*/ 419870 w 1029254"/>
                        <a:gd name="connsiteY251" fmla="*/ 625643 h 926569"/>
                        <a:gd name="connsiteX252" fmla="*/ 443659 w 1029254"/>
                        <a:gd name="connsiteY252" fmla="*/ 625643 h 926569"/>
                        <a:gd name="connsiteX253" fmla="*/ 459122 w 1029254"/>
                        <a:gd name="connsiteY253" fmla="*/ 641105 h 926569"/>
                        <a:gd name="connsiteX254" fmla="*/ 459122 w 1029254"/>
                        <a:gd name="connsiteY254" fmla="*/ 638726 h 926569"/>
                        <a:gd name="connsiteX255" fmla="*/ 466258 w 1029254"/>
                        <a:gd name="connsiteY255" fmla="*/ 641105 h 926569"/>
                        <a:gd name="connsiteX256" fmla="*/ 476963 w 1029254"/>
                        <a:gd name="connsiteY256" fmla="*/ 645863 h 926569"/>
                        <a:gd name="connsiteX257" fmla="*/ 488858 w 1029254"/>
                        <a:gd name="connsiteY257" fmla="*/ 648242 h 926569"/>
                        <a:gd name="connsiteX258" fmla="*/ 498373 w 1029254"/>
                        <a:gd name="connsiteY258" fmla="*/ 655379 h 926569"/>
                        <a:gd name="connsiteX259" fmla="*/ 498373 w 1029254"/>
                        <a:gd name="connsiteY259" fmla="*/ 658947 h 926569"/>
                        <a:gd name="connsiteX260" fmla="*/ 500752 w 1029254"/>
                        <a:gd name="connsiteY260" fmla="*/ 660136 h 926569"/>
                        <a:gd name="connsiteX261" fmla="*/ 504320 w 1029254"/>
                        <a:gd name="connsiteY261" fmla="*/ 664894 h 926569"/>
                        <a:gd name="connsiteX262" fmla="*/ 499563 w 1029254"/>
                        <a:gd name="connsiteY262" fmla="*/ 672031 h 926569"/>
                        <a:gd name="connsiteX263" fmla="*/ 509078 w 1029254"/>
                        <a:gd name="connsiteY263" fmla="*/ 679167 h 926569"/>
                        <a:gd name="connsiteX264" fmla="*/ 512646 w 1029254"/>
                        <a:gd name="connsiteY264" fmla="*/ 686304 h 926569"/>
                        <a:gd name="connsiteX265" fmla="*/ 513835 w 1029254"/>
                        <a:gd name="connsiteY265" fmla="*/ 695820 h 926569"/>
                        <a:gd name="connsiteX266" fmla="*/ 517404 w 1029254"/>
                        <a:gd name="connsiteY266" fmla="*/ 706524 h 926569"/>
                        <a:gd name="connsiteX267" fmla="*/ 516214 w 1029254"/>
                        <a:gd name="connsiteY267" fmla="*/ 726745 h 926569"/>
                        <a:gd name="connsiteX268" fmla="*/ 510267 w 1029254"/>
                        <a:gd name="connsiteY268" fmla="*/ 727934 h 926569"/>
                        <a:gd name="connsiteX269" fmla="*/ 517404 w 1029254"/>
                        <a:gd name="connsiteY269" fmla="*/ 733881 h 926569"/>
                        <a:gd name="connsiteX270" fmla="*/ 529299 w 1029254"/>
                        <a:gd name="connsiteY270" fmla="*/ 742207 h 926569"/>
                        <a:gd name="connsiteX271" fmla="*/ 525730 w 1029254"/>
                        <a:gd name="connsiteY271" fmla="*/ 735071 h 926569"/>
                        <a:gd name="connsiteX272" fmla="*/ 537624 w 1029254"/>
                        <a:gd name="connsiteY272" fmla="*/ 725555 h 926569"/>
                        <a:gd name="connsiteX273" fmla="*/ 545950 w 1029254"/>
                        <a:gd name="connsiteY273" fmla="*/ 710093 h 926569"/>
                        <a:gd name="connsiteX274" fmla="*/ 562603 w 1029254"/>
                        <a:gd name="connsiteY274" fmla="*/ 701767 h 926569"/>
                        <a:gd name="connsiteX275" fmla="*/ 574497 w 1029254"/>
                        <a:gd name="connsiteY275" fmla="*/ 691062 h 926569"/>
                        <a:gd name="connsiteX276" fmla="*/ 582823 w 1029254"/>
                        <a:gd name="connsiteY276" fmla="*/ 680357 h 926569"/>
                        <a:gd name="connsiteX277" fmla="*/ 591149 w 1029254"/>
                        <a:gd name="connsiteY277" fmla="*/ 672031 h 926569"/>
                        <a:gd name="connsiteX278" fmla="*/ 595907 w 1029254"/>
                        <a:gd name="connsiteY278" fmla="*/ 661326 h 926569"/>
                        <a:gd name="connsiteX279" fmla="*/ 595907 w 1029254"/>
                        <a:gd name="connsiteY279" fmla="*/ 677978 h 926569"/>
                        <a:gd name="connsiteX280" fmla="*/ 591149 w 1029254"/>
                        <a:gd name="connsiteY280" fmla="*/ 691062 h 926569"/>
                        <a:gd name="connsiteX281" fmla="*/ 585201 w 1029254"/>
                        <a:gd name="connsiteY281" fmla="*/ 702956 h 926569"/>
                        <a:gd name="connsiteX282" fmla="*/ 578065 w 1029254"/>
                        <a:gd name="connsiteY282" fmla="*/ 712472 h 926569"/>
                        <a:gd name="connsiteX283" fmla="*/ 573307 w 1029254"/>
                        <a:gd name="connsiteY283" fmla="*/ 726745 h 926569"/>
                        <a:gd name="connsiteX284" fmla="*/ 568550 w 1029254"/>
                        <a:gd name="connsiteY284" fmla="*/ 731503 h 926569"/>
                        <a:gd name="connsiteX285" fmla="*/ 572118 w 1029254"/>
                        <a:gd name="connsiteY285" fmla="*/ 732692 h 926569"/>
                        <a:gd name="connsiteX286" fmla="*/ 566171 w 1029254"/>
                        <a:gd name="connsiteY286" fmla="*/ 741018 h 926569"/>
                        <a:gd name="connsiteX287" fmla="*/ 562603 w 1029254"/>
                        <a:gd name="connsiteY287" fmla="*/ 744586 h 926569"/>
                        <a:gd name="connsiteX288" fmla="*/ 556655 w 1029254"/>
                        <a:gd name="connsiteY288" fmla="*/ 743397 h 926569"/>
                        <a:gd name="connsiteX289" fmla="*/ 545950 w 1029254"/>
                        <a:gd name="connsiteY289" fmla="*/ 758859 h 926569"/>
                        <a:gd name="connsiteX290" fmla="*/ 569739 w 1029254"/>
                        <a:gd name="connsiteY290" fmla="*/ 757670 h 926569"/>
                        <a:gd name="connsiteX291" fmla="*/ 580444 w 1029254"/>
                        <a:gd name="connsiteY291" fmla="*/ 741018 h 926569"/>
                        <a:gd name="connsiteX292" fmla="*/ 589960 w 1029254"/>
                        <a:gd name="connsiteY292" fmla="*/ 721987 h 926569"/>
                        <a:gd name="connsiteX293" fmla="*/ 593528 w 1029254"/>
                        <a:gd name="connsiteY293" fmla="*/ 736260 h 926569"/>
                        <a:gd name="connsiteX294" fmla="*/ 592339 w 1029254"/>
                        <a:gd name="connsiteY294" fmla="*/ 750534 h 926569"/>
                        <a:gd name="connsiteX295" fmla="*/ 587580 w 1029254"/>
                        <a:gd name="connsiteY295" fmla="*/ 764807 h 926569"/>
                        <a:gd name="connsiteX296" fmla="*/ 579254 w 1029254"/>
                        <a:gd name="connsiteY296" fmla="*/ 774322 h 926569"/>
                        <a:gd name="connsiteX297" fmla="*/ 597096 w 1029254"/>
                        <a:gd name="connsiteY297" fmla="*/ 770754 h 926569"/>
                        <a:gd name="connsiteX298" fmla="*/ 613748 w 1029254"/>
                        <a:gd name="connsiteY298" fmla="*/ 765996 h 926569"/>
                        <a:gd name="connsiteX299" fmla="*/ 610180 w 1029254"/>
                        <a:gd name="connsiteY299" fmla="*/ 773133 h 926569"/>
                        <a:gd name="connsiteX300" fmla="*/ 604233 w 1029254"/>
                        <a:gd name="connsiteY300" fmla="*/ 776701 h 926569"/>
                        <a:gd name="connsiteX301" fmla="*/ 610180 w 1029254"/>
                        <a:gd name="connsiteY301" fmla="*/ 792164 h 926569"/>
                        <a:gd name="connsiteX302" fmla="*/ 614937 w 1029254"/>
                        <a:gd name="connsiteY302" fmla="*/ 808816 h 926569"/>
                        <a:gd name="connsiteX303" fmla="*/ 608990 w 1029254"/>
                        <a:gd name="connsiteY303" fmla="*/ 823089 h 926569"/>
                        <a:gd name="connsiteX304" fmla="*/ 614937 w 1029254"/>
                        <a:gd name="connsiteY304" fmla="*/ 848067 h 926569"/>
                        <a:gd name="connsiteX305" fmla="*/ 628022 w 1029254"/>
                        <a:gd name="connsiteY305" fmla="*/ 871856 h 926569"/>
                        <a:gd name="connsiteX306" fmla="*/ 635158 w 1029254"/>
                        <a:gd name="connsiteY306" fmla="*/ 874235 h 926569"/>
                        <a:gd name="connsiteX307" fmla="*/ 637537 w 1029254"/>
                        <a:gd name="connsiteY307" fmla="*/ 880182 h 926569"/>
                        <a:gd name="connsiteX308" fmla="*/ 650620 w 1029254"/>
                        <a:gd name="connsiteY308" fmla="*/ 878992 h 926569"/>
                        <a:gd name="connsiteX309" fmla="*/ 670841 w 1029254"/>
                        <a:gd name="connsiteY309" fmla="*/ 894455 h 926569"/>
                        <a:gd name="connsiteX310" fmla="*/ 673220 w 1029254"/>
                        <a:gd name="connsiteY310" fmla="*/ 894455 h 926569"/>
                        <a:gd name="connsiteX311" fmla="*/ 679167 w 1029254"/>
                        <a:gd name="connsiteY311" fmla="*/ 900402 h 926569"/>
                        <a:gd name="connsiteX312" fmla="*/ 683925 w 1029254"/>
                        <a:gd name="connsiteY312" fmla="*/ 906349 h 926569"/>
                        <a:gd name="connsiteX313" fmla="*/ 689872 w 1029254"/>
                        <a:gd name="connsiteY313" fmla="*/ 903971 h 926569"/>
                        <a:gd name="connsiteX314" fmla="*/ 698198 w 1029254"/>
                        <a:gd name="connsiteY314" fmla="*/ 900402 h 926569"/>
                        <a:gd name="connsiteX315" fmla="*/ 710092 w 1029254"/>
                        <a:gd name="connsiteY315" fmla="*/ 895644 h 926569"/>
                        <a:gd name="connsiteX316" fmla="*/ 720797 w 1029254"/>
                        <a:gd name="connsiteY316" fmla="*/ 888508 h 926569"/>
                        <a:gd name="connsiteX317" fmla="*/ 721986 w 1029254"/>
                        <a:gd name="connsiteY317" fmla="*/ 887319 h 926569"/>
                        <a:gd name="connsiteX318" fmla="*/ 716039 w 1029254"/>
                        <a:gd name="connsiteY318" fmla="*/ 880182 h 926569"/>
                        <a:gd name="connsiteX319" fmla="*/ 735071 w 1029254"/>
                        <a:gd name="connsiteY319" fmla="*/ 876613 h 926569"/>
                        <a:gd name="connsiteX320" fmla="*/ 726745 w 1029254"/>
                        <a:gd name="connsiteY320" fmla="*/ 893266 h 926569"/>
                        <a:gd name="connsiteX321" fmla="*/ 742207 w 1029254"/>
                        <a:gd name="connsiteY321" fmla="*/ 889697 h 926569"/>
                        <a:gd name="connsiteX322" fmla="*/ 738639 w 1029254"/>
                        <a:gd name="connsiteY322" fmla="*/ 899213 h 926569"/>
                        <a:gd name="connsiteX323" fmla="*/ 746965 w 1029254"/>
                        <a:gd name="connsiteY323" fmla="*/ 914675 h 926569"/>
                        <a:gd name="connsiteX324" fmla="*/ 751722 w 1029254"/>
                        <a:gd name="connsiteY324" fmla="*/ 915865 h 926569"/>
                        <a:gd name="connsiteX325" fmla="*/ 752912 w 1029254"/>
                        <a:gd name="connsiteY325" fmla="*/ 920623 h 926569"/>
                        <a:gd name="connsiteX326" fmla="*/ 758859 w 1029254"/>
                        <a:gd name="connsiteY326" fmla="*/ 926570 h 926569"/>
                        <a:gd name="connsiteX327" fmla="*/ 758859 w 1029254"/>
                        <a:gd name="connsiteY327" fmla="*/ 915865 h 926569"/>
                        <a:gd name="connsiteX328" fmla="*/ 754101 w 1029254"/>
                        <a:gd name="connsiteY328" fmla="*/ 915865 h 926569"/>
                        <a:gd name="connsiteX329" fmla="*/ 754101 w 1029254"/>
                        <a:gd name="connsiteY329" fmla="*/ 913486 h 926569"/>
                        <a:gd name="connsiteX330" fmla="*/ 767186 w 1029254"/>
                        <a:gd name="connsiteY330" fmla="*/ 909918 h 926569"/>
                        <a:gd name="connsiteX331" fmla="*/ 776701 w 1029254"/>
                        <a:gd name="connsiteY331" fmla="*/ 907539 h 926569"/>
                        <a:gd name="connsiteX332" fmla="*/ 798111 w 1029254"/>
                        <a:gd name="connsiteY332" fmla="*/ 888508 h 926569"/>
                        <a:gd name="connsiteX333" fmla="*/ 793353 w 1029254"/>
                        <a:gd name="connsiteY333" fmla="*/ 888508 h 926569"/>
                        <a:gd name="connsiteX334" fmla="*/ 802869 w 1029254"/>
                        <a:gd name="connsiteY334" fmla="*/ 884940 h 926569"/>
                        <a:gd name="connsiteX335" fmla="*/ 808816 w 1029254"/>
                        <a:gd name="connsiteY335" fmla="*/ 882561 h 926569"/>
                        <a:gd name="connsiteX336" fmla="*/ 834983 w 1029254"/>
                        <a:gd name="connsiteY336" fmla="*/ 880182 h 926569"/>
                        <a:gd name="connsiteX337" fmla="*/ 863530 w 1029254"/>
                        <a:gd name="connsiteY337" fmla="*/ 869477 h 926569"/>
                        <a:gd name="connsiteX338" fmla="*/ 868288 w 1029254"/>
                        <a:gd name="connsiteY338" fmla="*/ 843309 h 926569"/>
                        <a:gd name="connsiteX339" fmla="*/ 875424 w 1029254"/>
                        <a:gd name="connsiteY339" fmla="*/ 836173 h 926569"/>
                        <a:gd name="connsiteX340" fmla="*/ 875424 w 1029254"/>
                        <a:gd name="connsiteY340" fmla="*/ 820710 h 926569"/>
                        <a:gd name="connsiteX341" fmla="*/ 881371 w 1029254"/>
                        <a:gd name="connsiteY341" fmla="*/ 805247 h 926569"/>
                        <a:gd name="connsiteX342" fmla="*/ 886129 w 1029254"/>
                        <a:gd name="connsiteY342" fmla="*/ 796921 h 926569"/>
                        <a:gd name="connsiteX343" fmla="*/ 892076 w 1029254"/>
                        <a:gd name="connsiteY343" fmla="*/ 788595 h 926569"/>
                        <a:gd name="connsiteX344" fmla="*/ 906349 w 1029254"/>
                        <a:gd name="connsiteY344" fmla="*/ 777890 h 926569"/>
                        <a:gd name="connsiteX345" fmla="*/ 908728 w 1029254"/>
                        <a:gd name="connsiteY345" fmla="*/ 762428 h 926569"/>
                        <a:gd name="connsiteX346" fmla="*/ 918243 w 1029254"/>
                        <a:gd name="connsiteY346" fmla="*/ 750534 h 926569"/>
                        <a:gd name="connsiteX347" fmla="*/ 926569 w 1029254"/>
                        <a:gd name="connsiteY347" fmla="*/ 732692 h 926569"/>
                        <a:gd name="connsiteX348" fmla="*/ 931327 w 1029254"/>
                        <a:gd name="connsiteY348" fmla="*/ 719608 h 926569"/>
                        <a:gd name="connsiteX349" fmla="*/ 939654 w 1029254"/>
                        <a:gd name="connsiteY349" fmla="*/ 713661 h 926569"/>
                        <a:gd name="connsiteX350" fmla="*/ 958684 w 1029254"/>
                        <a:gd name="connsiteY350" fmla="*/ 693440 h 926569"/>
                        <a:gd name="connsiteX351" fmla="*/ 961063 w 1029254"/>
                        <a:gd name="connsiteY351" fmla="*/ 689872 h 926569"/>
                        <a:gd name="connsiteX352" fmla="*/ 957495 w 1029254"/>
                        <a:gd name="connsiteY352" fmla="*/ 688683 h 926569"/>
                        <a:gd name="connsiteX353" fmla="*/ 975337 w 1029254"/>
                        <a:gd name="connsiteY353" fmla="*/ 683925 h 926569"/>
                        <a:gd name="connsiteX354" fmla="*/ 977715 w 1029254"/>
                        <a:gd name="connsiteY354" fmla="*/ 664894 h 926569"/>
                        <a:gd name="connsiteX355" fmla="*/ 984852 w 1029254"/>
                        <a:gd name="connsiteY355" fmla="*/ 654189 h 926569"/>
                        <a:gd name="connsiteX356" fmla="*/ 993178 w 1029254"/>
                        <a:gd name="connsiteY356" fmla="*/ 650621 h 926569"/>
                        <a:gd name="connsiteX357" fmla="*/ 996746 w 1029254"/>
                        <a:gd name="connsiteY357" fmla="*/ 626832 h 926569"/>
                        <a:gd name="connsiteX358" fmla="*/ 1005073 w 1029254"/>
                        <a:gd name="connsiteY358" fmla="*/ 606612 h 926569"/>
                        <a:gd name="connsiteX359" fmla="*/ 1013398 w 1029254"/>
                        <a:gd name="connsiteY359" fmla="*/ 585202 h 926569"/>
                        <a:gd name="connsiteX360" fmla="*/ 1027671 w 1029254"/>
                        <a:gd name="connsiteY360" fmla="*/ 551898 h 926569"/>
                        <a:gd name="connsiteX361" fmla="*/ 1026482 w 1029254"/>
                        <a:gd name="connsiteY361" fmla="*/ 543572 h 926569"/>
                        <a:gd name="connsiteX362" fmla="*/ 1022914 w 1029254"/>
                        <a:gd name="connsiteY362" fmla="*/ 540003 h 926569"/>
                        <a:gd name="connsiteX363" fmla="*/ 1026482 w 1029254"/>
                        <a:gd name="connsiteY363" fmla="*/ 540003 h 926569"/>
                        <a:gd name="connsiteX364" fmla="*/ 1021724 w 1029254"/>
                        <a:gd name="connsiteY364" fmla="*/ 501941 h 926569"/>
                        <a:gd name="connsiteX365" fmla="*/ 1027671 w 1029254"/>
                        <a:gd name="connsiteY365" fmla="*/ 484100 h 926569"/>
                        <a:gd name="connsiteX366" fmla="*/ 1028861 w 1029254"/>
                        <a:gd name="connsiteY366" fmla="*/ 465069 h 926569"/>
                        <a:gd name="connsiteX367" fmla="*/ 1024103 w 1029254"/>
                        <a:gd name="connsiteY367" fmla="*/ 451985 h 9265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</a:cxnLst>
                      <a:rect l="l" t="t" r="r" b="b"/>
                      <a:pathLst>
                        <a:path w="1029254" h="926569">
                          <a:moveTo>
                            <a:pt x="1024103" y="451985"/>
                          </a:moveTo>
                          <a:cubicBezTo>
                            <a:pt x="1024103" y="446038"/>
                            <a:pt x="1021724" y="442470"/>
                            <a:pt x="1021724" y="436522"/>
                          </a:cubicBezTo>
                          <a:cubicBezTo>
                            <a:pt x="1031240" y="431765"/>
                            <a:pt x="1018156" y="431765"/>
                            <a:pt x="1015777" y="428197"/>
                          </a:cubicBezTo>
                          <a:cubicBezTo>
                            <a:pt x="1014588" y="425818"/>
                            <a:pt x="1018156" y="422249"/>
                            <a:pt x="1016967" y="419870"/>
                          </a:cubicBezTo>
                          <a:cubicBezTo>
                            <a:pt x="1015777" y="416302"/>
                            <a:pt x="1012209" y="418681"/>
                            <a:pt x="1011020" y="416302"/>
                          </a:cubicBezTo>
                          <a:cubicBezTo>
                            <a:pt x="1006262" y="410355"/>
                            <a:pt x="1008641" y="404408"/>
                            <a:pt x="1006262" y="399650"/>
                          </a:cubicBezTo>
                          <a:cubicBezTo>
                            <a:pt x="1002694" y="393703"/>
                            <a:pt x="996746" y="397271"/>
                            <a:pt x="991988" y="393703"/>
                          </a:cubicBezTo>
                          <a:cubicBezTo>
                            <a:pt x="988420" y="391324"/>
                            <a:pt x="989609" y="385377"/>
                            <a:pt x="986041" y="380619"/>
                          </a:cubicBezTo>
                          <a:cubicBezTo>
                            <a:pt x="981284" y="374672"/>
                            <a:pt x="981284" y="375862"/>
                            <a:pt x="980094" y="369914"/>
                          </a:cubicBezTo>
                          <a:cubicBezTo>
                            <a:pt x="977715" y="360399"/>
                            <a:pt x="978905" y="348504"/>
                            <a:pt x="983662" y="340178"/>
                          </a:cubicBezTo>
                          <a:cubicBezTo>
                            <a:pt x="983662" y="340178"/>
                            <a:pt x="981284" y="340178"/>
                            <a:pt x="981284" y="340178"/>
                          </a:cubicBezTo>
                          <a:cubicBezTo>
                            <a:pt x="977715" y="346126"/>
                            <a:pt x="974147" y="344936"/>
                            <a:pt x="970579" y="342557"/>
                          </a:cubicBezTo>
                          <a:cubicBezTo>
                            <a:pt x="967011" y="340178"/>
                            <a:pt x="967011" y="330663"/>
                            <a:pt x="963442" y="330663"/>
                          </a:cubicBezTo>
                          <a:cubicBezTo>
                            <a:pt x="958684" y="331852"/>
                            <a:pt x="965821" y="341368"/>
                            <a:pt x="962253" y="342557"/>
                          </a:cubicBezTo>
                          <a:cubicBezTo>
                            <a:pt x="961063" y="343747"/>
                            <a:pt x="958684" y="340178"/>
                            <a:pt x="957495" y="338989"/>
                          </a:cubicBezTo>
                          <a:cubicBezTo>
                            <a:pt x="956305" y="340178"/>
                            <a:pt x="955116" y="340178"/>
                            <a:pt x="955116" y="341368"/>
                          </a:cubicBezTo>
                          <a:cubicBezTo>
                            <a:pt x="952737" y="335420"/>
                            <a:pt x="952737" y="329473"/>
                            <a:pt x="952737" y="323526"/>
                          </a:cubicBezTo>
                          <a:cubicBezTo>
                            <a:pt x="952737" y="317579"/>
                            <a:pt x="951548" y="314011"/>
                            <a:pt x="949169" y="308064"/>
                          </a:cubicBezTo>
                          <a:cubicBezTo>
                            <a:pt x="947979" y="304495"/>
                            <a:pt x="946790" y="298548"/>
                            <a:pt x="944411" y="294980"/>
                          </a:cubicBezTo>
                          <a:cubicBezTo>
                            <a:pt x="942032" y="290222"/>
                            <a:pt x="936085" y="287843"/>
                            <a:pt x="936085" y="281896"/>
                          </a:cubicBezTo>
                          <a:cubicBezTo>
                            <a:pt x="937275" y="281896"/>
                            <a:pt x="938464" y="281896"/>
                            <a:pt x="939654" y="281896"/>
                          </a:cubicBezTo>
                          <a:cubicBezTo>
                            <a:pt x="945601" y="273570"/>
                            <a:pt x="939654" y="270002"/>
                            <a:pt x="931327" y="270002"/>
                          </a:cubicBezTo>
                          <a:cubicBezTo>
                            <a:pt x="928948" y="261676"/>
                            <a:pt x="920622" y="265244"/>
                            <a:pt x="918243" y="258107"/>
                          </a:cubicBezTo>
                          <a:cubicBezTo>
                            <a:pt x="917054" y="258107"/>
                            <a:pt x="914675" y="258107"/>
                            <a:pt x="913486" y="258107"/>
                          </a:cubicBezTo>
                          <a:cubicBezTo>
                            <a:pt x="913486" y="259297"/>
                            <a:pt x="912296" y="259297"/>
                            <a:pt x="912296" y="260486"/>
                          </a:cubicBezTo>
                          <a:cubicBezTo>
                            <a:pt x="909918" y="259297"/>
                            <a:pt x="906349" y="258107"/>
                            <a:pt x="905160" y="255729"/>
                          </a:cubicBezTo>
                          <a:cubicBezTo>
                            <a:pt x="917054" y="252160"/>
                            <a:pt x="909918" y="247402"/>
                            <a:pt x="900402" y="246213"/>
                          </a:cubicBezTo>
                          <a:cubicBezTo>
                            <a:pt x="898023" y="240266"/>
                            <a:pt x="888507" y="241455"/>
                            <a:pt x="884939" y="236698"/>
                          </a:cubicBezTo>
                          <a:cubicBezTo>
                            <a:pt x="880182" y="231940"/>
                            <a:pt x="878992" y="224803"/>
                            <a:pt x="877803" y="218856"/>
                          </a:cubicBezTo>
                          <a:cubicBezTo>
                            <a:pt x="875424" y="204583"/>
                            <a:pt x="883750" y="192688"/>
                            <a:pt x="875424" y="176036"/>
                          </a:cubicBezTo>
                          <a:cubicBezTo>
                            <a:pt x="875424" y="174847"/>
                            <a:pt x="877803" y="174847"/>
                            <a:pt x="877803" y="174847"/>
                          </a:cubicBezTo>
                          <a:cubicBezTo>
                            <a:pt x="877803" y="173658"/>
                            <a:pt x="875424" y="174847"/>
                            <a:pt x="875424" y="174847"/>
                          </a:cubicBezTo>
                          <a:cubicBezTo>
                            <a:pt x="875424" y="174847"/>
                            <a:pt x="875424" y="173658"/>
                            <a:pt x="875424" y="173658"/>
                          </a:cubicBezTo>
                          <a:cubicBezTo>
                            <a:pt x="874235" y="172468"/>
                            <a:pt x="871856" y="173658"/>
                            <a:pt x="870666" y="172468"/>
                          </a:cubicBezTo>
                          <a:cubicBezTo>
                            <a:pt x="865909" y="167710"/>
                            <a:pt x="865909" y="160574"/>
                            <a:pt x="865909" y="153437"/>
                          </a:cubicBezTo>
                          <a:cubicBezTo>
                            <a:pt x="865909" y="147490"/>
                            <a:pt x="868288" y="143922"/>
                            <a:pt x="867098" y="136785"/>
                          </a:cubicBezTo>
                          <a:cubicBezTo>
                            <a:pt x="865909" y="129648"/>
                            <a:pt x="867098" y="122512"/>
                            <a:pt x="865909" y="116564"/>
                          </a:cubicBezTo>
                          <a:cubicBezTo>
                            <a:pt x="865909" y="109428"/>
                            <a:pt x="863530" y="108239"/>
                            <a:pt x="857582" y="103481"/>
                          </a:cubicBezTo>
                          <a:cubicBezTo>
                            <a:pt x="852824" y="98723"/>
                            <a:pt x="852824" y="95155"/>
                            <a:pt x="845688" y="95155"/>
                          </a:cubicBezTo>
                          <a:cubicBezTo>
                            <a:pt x="839741" y="95155"/>
                            <a:pt x="833794" y="102291"/>
                            <a:pt x="827847" y="98723"/>
                          </a:cubicBezTo>
                          <a:cubicBezTo>
                            <a:pt x="821899" y="95155"/>
                            <a:pt x="824278" y="85639"/>
                            <a:pt x="825467" y="80881"/>
                          </a:cubicBezTo>
                          <a:cubicBezTo>
                            <a:pt x="825467" y="77313"/>
                            <a:pt x="827847" y="74934"/>
                            <a:pt x="826657" y="71366"/>
                          </a:cubicBezTo>
                          <a:cubicBezTo>
                            <a:pt x="826657" y="67798"/>
                            <a:pt x="823088" y="66608"/>
                            <a:pt x="823088" y="63040"/>
                          </a:cubicBezTo>
                          <a:cubicBezTo>
                            <a:pt x="821899" y="57093"/>
                            <a:pt x="823088" y="52335"/>
                            <a:pt x="820710" y="46388"/>
                          </a:cubicBezTo>
                          <a:cubicBezTo>
                            <a:pt x="817141" y="39251"/>
                            <a:pt x="823088" y="35683"/>
                            <a:pt x="818331" y="30925"/>
                          </a:cubicBezTo>
                          <a:cubicBezTo>
                            <a:pt x="815952" y="28546"/>
                            <a:pt x="813573" y="30925"/>
                            <a:pt x="812384" y="28546"/>
                          </a:cubicBezTo>
                          <a:cubicBezTo>
                            <a:pt x="807626" y="21410"/>
                            <a:pt x="820710" y="17842"/>
                            <a:pt x="807626" y="5947"/>
                          </a:cubicBezTo>
                          <a:cubicBezTo>
                            <a:pt x="806437" y="4758"/>
                            <a:pt x="805247" y="0"/>
                            <a:pt x="802869" y="0"/>
                          </a:cubicBezTo>
                          <a:cubicBezTo>
                            <a:pt x="792163" y="0"/>
                            <a:pt x="794542" y="15463"/>
                            <a:pt x="790974" y="27357"/>
                          </a:cubicBezTo>
                          <a:cubicBezTo>
                            <a:pt x="787405" y="38062"/>
                            <a:pt x="782648" y="40441"/>
                            <a:pt x="781458" y="44009"/>
                          </a:cubicBezTo>
                          <a:cubicBezTo>
                            <a:pt x="777890" y="54714"/>
                            <a:pt x="794542" y="48767"/>
                            <a:pt x="783837" y="57093"/>
                          </a:cubicBezTo>
                          <a:cubicBezTo>
                            <a:pt x="771943" y="66608"/>
                            <a:pt x="787405" y="65419"/>
                            <a:pt x="781458" y="74934"/>
                          </a:cubicBezTo>
                          <a:cubicBezTo>
                            <a:pt x="780269" y="77313"/>
                            <a:pt x="777890" y="72556"/>
                            <a:pt x="776701" y="74934"/>
                          </a:cubicBezTo>
                          <a:cubicBezTo>
                            <a:pt x="769564" y="85639"/>
                            <a:pt x="777890" y="105860"/>
                            <a:pt x="775511" y="117754"/>
                          </a:cubicBezTo>
                          <a:cubicBezTo>
                            <a:pt x="775511" y="120133"/>
                            <a:pt x="771943" y="122512"/>
                            <a:pt x="770754" y="124891"/>
                          </a:cubicBezTo>
                          <a:cubicBezTo>
                            <a:pt x="769564" y="128459"/>
                            <a:pt x="769564" y="132027"/>
                            <a:pt x="768375" y="135596"/>
                          </a:cubicBezTo>
                          <a:cubicBezTo>
                            <a:pt x="767186" y="137975"/>
                            <a:pt x="764807" y="140353"/>
                            <a:pt x="763617" y="143922"/>
                          </a:cubicBezTo>
                          <a:cubicBezTo>
                            <a:pt x="762428" y="147490"/>
                            <a:pt x="763617" y="151058"/>
                            <a:pt x="762428" y="154627"/>
                          </a:cubicBezTo>
                          <a:cubicBezTo>
                            <a:pt x="762428" y="155816"/>
                            <a:pt x="758859" y="159384"/>
                            <a:pt x="757670" y="161763"/>
                          </a:cubicBezTo>
                          <a:cubicBezTo>
                            <a:pt x="756480" y="164142"/>
                            <a:pt x="755291" y="167710"/>
                            <a:pt x="755291" y="170089"/>
                          </a:cubicBezTo>
                          <a:cubicBezTo>
                            <a:pt x="754101" y="174847"/>
                            <a:pt x="751722" y="183173"/>
                            <a:pt x="749344" y="186741"/>
                          </a:cubicBezTo>
                          <a:cubicBezTo>
                            <a:pt x="742207" y="196257"/>
                            <a:pt x="727934" y="198635"/>
                            <a:pt x="717229" y="195067"/>
                          </a:cubicBezTo>
                          <a:cubicBezTo>
                            <a:pt x="710092" y="192688"/>
                            <a:pt x="712471" y="193878"/>
                            <a:pt x="708903" y="189120"/>
                          </a:cubicBezTo>
                          <a:cubicBezTo>
                            <a:pt x="706524" y="185552"/>
                            <a:pt x="704145" y="181983"/>
                            <a:pt x="702956" y="179605"/>
                          </a:cubicBezTo>
                          <a:cubicBezTo>
                            <a:pt x="699388" y="174847"/>
                            <a:pt x="700577" y="174847"/>
                            <a:pt x="693440" y="172468"/>
                          </a:cubicBezTo>
                          <a:cubicBezTo>
                            <a:pt x="688682" y="171279"/>
                            <a:pt x="685114" y="170089"/>
                            <a:pt x="681546" y="168900"/>
                          </a:cubicBezTo>
                          <a:cubicBezTo>
                            <a:pt x="675599" y="158195"/>
                            <a:pt x="666084" y="157005"/>
                            <a:pt x="657757" y="151058"/>
                          </a:cubicBezTo>
                          <a:cubicBezTo>
                            <a:pt x="655378" y="149869"/>
                            <a:pt x="655378" y="147490"/>
                            <a:pt x="652999" y="146300"/>
                          </a:cubicBezTo>
                          <a:cubicBezTo>
                            <a:pt x="650620" y="145111"/>
                            <a:pt x="647052" y="146300"/>
                            <a:pt x="644673" y="145111"/>
                          </a:cubicBezTo>
                          <a:cubicBezTo>
                            <a:pt x="639916" y="142732"/>
                            <a:pt x="633969" y="136785"/>
                            <a:pt x="632779" y="133217"/>
                          </a:cubicBezTo>
                          <a:cubicBezTo>
                            <a:pt x="631590" y="130838"/>
                            <a:pt x="632779" y="127269"/>
                            <a:pt x="630401" y="124891"/>
                          </a:cubicBezTo>
                          <a:cubicBezTo>
                            <a:pt x="629211" y="122512"/>
                            <a:pt x="624453" y="122512"/>
                            <a:pt x="622074" y="121322"/>
                          </a:cubicBezTo>
                          <a:cubicBezTo>
                            <a:pt x="617316" y="117754"/>
                            <a:pt x="613748" y="112996"/>
                            <a:pt x="616127" y="105860"/>
                          </a:cubicBezTo>
                          <a:cubicBezTo>
                            <a:pt x="617316" y="102291"/>
                            <a:pt x="620885" y="96344"/>
                            <a:pt x="624453" y="92776"/>
                          </a:cubicBezTo>
                          <a:cubicBezTo>
                            <a:pt x="625643" y="90397"/>
                            <a:pt x="626832" y="91586"/>
                            <a:pt x="629211" y="89208"/>
                          </a:cubicBezTo>
                          <a:cubicBezTo>
                            <a:pt x="630401" y="86829"/>
                            <a:pt x="628022" y="85639"/>
                            <a:pt x="631590" y="80881"/>
                          </a:cubicBezTo>
                          <a:cubicBezTo>
                            <a:pt x="631590" y="79692"/>
                            <a:pt x="629211" y="79692"/>
                            <a:pt x="628022" y="79692"/>
                          </a:cubicBezTo>
                          <a:cubicBezTo>
                            <a:pt x="625643" y="79692"/>
                            <a:pt x="626832" y="83260"/>
                            <a:pt x="624453" y="83260"/>
                          </a:cubicBezTo>
                          <a:cubicBezTo>
                            <a:pt x="619695" y="82071"/>
                            <a:pt x="623264" y="79692"/>
                            <a:pt x="623264" y="76124"/>
                          </a:cubicBezTo>
                          <a:cubicBezTo>
                            <a:pt x="623264" y="73745"/>
                            <a:pt x="625643" y="72556"/>
                            <a:pt x="628022" y="67798"/>
                          </a:cubicBezTo>
                          <a:cubicBezTo>
                            <a:pt x="629211" y="63040"/>
                            <a:pt x="655378" y="74934"/>
                            <a:pt x="647052" y="60661"/>
                          </a:cubicBezTo>
                          <a:cubicBezTo>
                            <a:pt x="642295" y="52335"/>
                            <a:pt x="658947" y="44009"/>
                            <a:pt x="658947" y="39251"/>
                          </a:cubicBezTo>
                          <a:cubicBezTo>
                            <a:pt x="658947" y="34494"/>
                            <a:pt x="651810" y="40441"/>
                            <a:pt x="648242" y="39251"/>
                          </a:cubicBezTo>
                          <a:cubicBezTo>
                            <a:pt x="644673" y="38062"/>
                            <a:pt x="649431" y="28546"/>
                            <a:pt x="645863" y="27357"/>
                          </a:cubicBezTo>
                          <a:cubicBezTo>
                            <a:pt x="639916" y="27357"/>
                            <a:pt x="639916" y="36873"/>
                            <a:pt x="637537" y="42820"/>
                          </a:cubicBezTo>
                          <a:cubicBezTo>
                            <a:pt x="637537" y="44009"/>
                            <a:pt x="635158" y="45198"/>
                            <a:pt x="633969" y="45198"/>
                          </a:cubicBezTo>
                          <a:cubicBezTo>
                            <a:pt x="629211" y="42820"/>
                            <a:pt x="629211" y="41630"/>
                            <a:pt x="624453" y="40441"/>
                          </a:cubicBezTo>
                          <a:cubicBezTo>
                            <a:pt x="622074" y="40441"/>
                            <a:pt x="625643" y="36873"/>
                            <a:pt x="625643" y="34494"/>
                          </a:cubicBezTo>
                          <a:cubicBezTo>
                            <a:pt x="625643" y="33304"/>
                            <a:pt x="625643" y="32115"/>
                            <a:pt x="624453" y="32115"/>
                          </a:cubicBezTo>
                          <a:cubicBezTo>
                            <a:pt x="618506" y="34494"/>
                            <a:pt x="616127" y="41630"/>
                            <a:pt x="610180" y="39251"/>
                          </a:cubicBezTo>
                          <a:cubicBezTo>
                            <a:pt x="604233" y="38062"/>
                            <a:pt x="603043" y="26167"/>
                            <a:pt x="598286" y="28546"/>
                          </a:cubicBezTo>
                          <a:cubicBezTo>
                            <a:pt x="589960" y="32115"/>
                            <a:pt x="585201" y="28546"/>
                            <a:pt x="580444" y="24978"/>
                          </a:cubicBezTo>
                          <a:cubicBezTo>
                            <a:pt x="575686" y="22599"/>
                            <a:pt x="570929" y="24978"/>
                            <a:pt x="566171" y="22599"/>
                          </a:cubicBezTo>
                          <a:cubicBezTo>
                            <a:pt x="561413" y="20220"/>
                            <a:pt x="560224" y="9515"/>
                            <a:pt x="556655" y="13084"/>
                          </a:cubicBezTo>
                          <a:cubicBezTo>
                            <a:pt x="555466" y="14273"/>
                            <a:pt x="556655" y="15463"/>
                            <a:pt x="556655" y="16652"/>
                          </a:cubicBezTo>
                          <a:cubicBezTo>
                            <a:pt x="553087" y="22599"/>
                            <a:pt x="540003" y="4758"/>
                            <a:pt x="535246" y="7137"/>
                          </a:cubicBezTo>
                          <a:cubicBezTo>
                            <a:pt x="534056" y="7137"/>
                            <a:pt x="535246" y="9515"/>
                            <a:pt x="535246" y="9515"/>
                          </a:cubicBezTo>
                          <a:cubicBezTo>
                            <a:pt x="534056" y="10705"/>
                            <a:pt x="530488" y="8326"/>
                            <a:pt x="529299" y="9515"/>
                          </a:cubicBezTo>
                          <a:cubicBezTo>
                            <a:pt x="523351" y="14273"/>
                            <a:pt x="540003" y="15463"/>
                            <a:pt x="545950" y="20220"/>
                          </a:cubicBezTo>
                          <a:cubicBezTo>
                            <a:pt x="555466" y="28546"/>
                            <a:pt x="547140" y="34494"/>
                            <a:pt x="542382" y="35683"/>
                          </a:cubicBezTo>
                          <a:cubicBezTo>
                            <a:pt x="535246" y="36873"/>
                            <a:pt x="531677" y="38062"/>
                            <a:pt x="526920" y="39251"/>
                          </a:cubicBezTo>
                          <a:cubicBezTo>
                            <a:pt x="518593" y="40441"/>
                            <a:pt x="517404" y="33304"/>
                            <a:pt x="511457" y="35683"/>
                          </a:cubicBezTo>
                          <a:cubicBezTo>
                            <a:pt x="509078" y="36873"/>
                            <a:pt x="505510" y="38062"/>
                            <a:pt x="503131" y="44009"/>
                          </a:cubicBezTo>
                          <a:cubicBezTo>
                            <a:pt x="501941" y="45198"/>
                            <a:pt x="501941" y="47577"/>
                            <a:pt x="500752" y="48767"/>
                          </a:cubicBezTo>
                          <a:cubicBezTo>
                            <a:pt x="498373" y="49956"/>
                            <a:pt x="498373" y="44009"/>
                            <a:pt x="494805" y="44009"/>
                          </a:cubicBezTo>
                          <a:cubicBezTo>
                            <a:pt x="491237" y="44009"/>
                            <a:pt x="495994" y="52335"/>
                            <a:pt x="492426" y="54714"/>
                          </a:cubicBezTo>
                          <a:cubicBezTo>
                            <a:pt x="490047" y="55903"/>
                            <a:pt x="486478" y="51146"/>
                            <a:pt x="485289" y="54714"/>
                          </a:cubicBezTo>
                          <a:cubicBezTo>
                            <a:pt x="482910" y="58282"/>
                            <a:pt x="484099" y="59472"/>
                            <a:pt x="481721" y="63040"/>
                          </a:cubicBezTo>
                          <a:cubicBezTo>
                            <a:pt x="479342" y="66608"/>
                            <a:pt x="482910" y="68987"/>
                            <a:pt x="484099" y="72556"/>
                          </a:cubicBezTo>
                          <a:cubicBezTo>
                            <a:pt x="474584" y="72556"/>
                            <a:pt x="466258" y="79692"/>
                            <a:pt x="460311" y="90397"/>
                          </a:cubicBezTo>
                          <a:cubicBezTo>
                            <a:pt x="459122" y="92776"/>
                            <a:pt x="460311" y="95155"/>
                            <a:pt x="459122" y="96344"/>
                          </a:cubicBezTo>
                          <a:cubicBezTo>
                            <a:pt x="455553" y="99912"/>
                            <a:pt x="454364" y="102291"/>
                            <a:pt x="462690" y="102291"/>
                          </a:cubicBezTo>
                          <a:cubicBezTo>
                            <a:pt x="465069" y="102291"/>
                            <a:pt x="460311" y="104670"/>
                            <a:pt x="461501" y="107049"/>
                          </a:cubicBezTo>
                          <a:cubicBezTo>
                            <a:pt x="462690" y="109428"/>
                            <a:pt x="466258" y="108239"/>
                            <a:pt x="468637" y="109428"/>
                          </a:cubicBezTo>
                          <a:cubicBezTo>
                            <a:pt x="469827" y="109428"/>
                            <a:pt x="471016" y="110617"/>
                            <a:pt x="471016" y="111807"/>
                          </a:cubicBezTo>
                          <a:cubicBezTo>
                            <a:pt x="471016" y="115375"/>
                            <a:pt x="461501" y="111807"/>
                            <a:pt x="461501" y="112996"/>
                          </a:cubicBezTo>
                          <a:cubicBezTo>
                            <a:pt x="461501" y="114186"/>
                            <a:pt x="468637" y="122512"/>
                            <a:pt x="465069" y="126080"/>
                          </a:cubicBezTo>
                          <a:cubicBezTo>
                            <a:pt x="462690" y="129648"/>
                            <a:pt x="461501" y="120133"/>
                            <a:pt x="459122" y="116564"/>
                          </a:cubicBezTo>
                          <a:cubicBezTo>
                            <a:pt x="459122" y="115375"/>
                            <a:pt x="455553" y="115375"/>
                            <a:pt x="454364" y="115375"/>
                          </a:cubicBezTo>
                          <a:cubicBezTo>
                            <a:pt x="447227" y="121322"/>
                            <a:pt x="447227" y="116564"/>
                            <a:pt x="444848" y="114186"/>
                          </a:cubicBezTo>
                          <a:cubicBezTo>
                            <a:pt x="441280" y="111807"/>
                            <a:pt x="435333" y="108239"/>
                            <a:pt x="432954" y="111807"/>
                          </a:cubicBezTo>
                          <a:cubicBezTo>
                            <a:pt x="431765" y="114186"/>
                            <a:pt x="435333" y="115375"/>
                            <a:pt x="432954" y="117754"/>
                          </a:cubicBezTo>
                          <a:cubicBezTo>
                            <a:pt x="431765" y="120133"/>
                            <a:pt x="425818" y="114186"/>
                            <a:pt x="424628" y="116564"/>
                          </a:cubicBezTo>
                          <a:cubicBezTo>
                            <a:pt x="423439" y="118944"/>
                            <a:pt x="430575" y="123701"/>
                            <a:pt x="428197" y="124891"/>
                          </a:cubicBezTo>
                          <a:cubicBezTo>
                            <a:pt x="427007" y="126080"/>
                            <a:pt x="424628" y="122512"/>
                            <a:pt x="424628" y="123701"/>
                          </a:cubicBezTo>
                          <a:cubicBezTo>
                            <a:pt x="421060" y="129648"/>
                            <a:pt x="412733" y="135596"/>
                            <a:pt x="412733" y="132027"/>
                          </a:cubicBezTo>
                          <a:cubicBezTo>
                            <a:pt x="412733" y="130838"/>
                            <a:pt x="415112" y="129648"/>
                            <a:pt x="417491" y="128459"/>
                          </a:cubicBezTo>
                          <a:cubicBezTo>
                            <a:pt x="424628" y="120133"/>
                            <a:pt x="423439" y="111807"/>
                            <a:pt x="421060" y="107049"/>
                          </a:cubicBezTo>
                          <a:cubicBezTo>
                            <a:pt x="418681" y="101102"/>
                            <a:pt x="410355" y="92776"/>
                            <a:pt x="406786" y="86829"/>
                          </a:cubicBezTo>
                          <a:cubicBezTo>
                            <a:pt x="399650" y="88018"/>
                            <a:pt x="397271" y="80881"/>
                            <a:pt x="390135" y="82071"/>
                          </a:cubicBezTo>
                          <a:cubicBezTo>
                            <a:pt x="390135" y="85639"/>
                            <a:pt x="390135" y="86829"/>
                            <a:pt x="393703" y="89208"/>
                          </a:cubicBezTo>
                          <a:cubicBezTo>
                            <a:pt x="388945" y="90397"/>
                            <a:pt x="385377" y="97533"/>
                            <a:pt x="381808" y="91586"/>
                          </a:cubicBezTo>
                          <a:cubicBezTo>
                            <a:pt x="380619" y="92776"/>
                            <a:pt x="379429" y="93965"/>
                            <a:pt x="378240" y="95155"/>
                          </a:cubicBezTo>
                          <a:cubicBezTo>
                            <a:pt x="380619" y="85639"/>
                            <a:pt x="366346" y="86829"/>
                            <a:pt x="373482" y="93965"/>
                          </a:cubicBezTo>
                          <a:cubicBezTo>
                            <a:pt x="369914" y="102291"/>
                            <a:pt x="365156" y="96344"/>
                            <a:pt x="367535" y="107049"/>
                          </a:cubicBezTo>
                          <a:cubicBezTo>
                            <a:pt x="365156" y="107049"/>
                            <a:pt x="363967" y="107049"/>
                            <a:pt x="362778" y="105860"/>
                          </a:cubicBezTo>
                          <a:cubicBezTo>
                            <a:pt x="362778" y="103481"/>
                            <a:pt x="361588" y="101102"/>
                            <a:pt x="362778" y="98723"/>
                          </a:cubicBezTo>
                          <a:cubicBezTo>
                            <a:pt x="361588" y="98723"/>
                            <a:pt x="360399" y="98723"/>
                            <a:pt x="359209" y="98723"/>
                          </a:cubicBezTo>
                          <a:cubicBezTo>
                            <a:pt x="358020" y="104670"/>
                            <a:pt x="349693" y="103481"/>
                            <a:pt x="350883" y="111807"/>
                          </a:cubicBezTo>
                          <a:cubicBezTo>
                            <a:pt x="352072" y="111807"/>
                            <a:pt x="353262" y="112996"/>
                            <a:pt x="354452" y="112996"/>
                          </a:cubicBezTo>
                          <a:cubicBezTo>
                            <a:pt x="356831" y="123701"/>
                            <a:pt x="347314" y="118944"/>
                            <a:pt x="341367" y="120133"/>
                          </a:cubicBezTo>
                          <a:cubicBezTo>
                            <a:pt x="340178" y="122512"/>
                            <a:pt x="340178" y="123701"/>
                            <a:pt x="340178" y="126080"/>
                          </a:cubicBezTo>
                          <a:cubicBezTo>
                            <a:pt x="343746" y="126080"/>
                            <a:pt x="343746" y="127269"/>
                            <a:pt x="347314" y="128459"/>
                          </a:cubicBezTo>
                          <a:cubicBezTo>
                            <a:pt x="344936" y="133217"/>
                            <a:pt x="338989" y="133217"/>
                            <a:pt x="337799" y="127269"/>
                          </a:cubicBezTo>
                          <a:cubicBezTo>
                            <a:pt x="336610" y="128459"/>
                            <a:pt x="335420" y="129648"/>
                            <a:pt x="334231" y="132027"/>
                          </a:cubicBezTo>
                          <a:cubicBezTo>
                            <a:pt x="331852" y="132027"/>
                            <a:pt x="330663" y="133217"/>
                            <a:pt x="328284" y="134406"/>
                          </a:cubicBezTo>
                          <a:cubicBezTo>
                            <a:pt x="329473" y="136785"/>
                            <a:pt x="329473" y="137975"/>
                            <a:pt x="330663" y="141543"/>
                          </a:cubicBezTo>
                          <a:cubicBezTo>
                            <a:pt x="331852" y="141543"/>
                            <a:pt x="333042" y="142732"/>
                            <a:pt x="334231" y="142732"/>
                          </a:cubicBezTo>
                          <a:cubicBezTo>
                            <a:pt x="330663" y="145111"/>
                            <a:pt x="328284" y="152248"/>
                            <a:pt x="324716" y="157005"/>
                          </a:cubicBezTo>
                          <a:cubicBezTo>
                            <a:pt x="327095" y="157005"/>
                            <a:pt x="330663" y="157005"/>
                            <a:pt x="333042" y="158195"/>
                          </a:cubicBezTo>
                          <a:cubicBezTo>
                            <a:pt x="330663" y="159384"/>
                            <a:pt x="325905" y="161763"/>
                            <a:pt x="324716" y="164142"/>
                          </a:cubicBezTo>
                          <a:cubicBezTo>
                            <a:pt x="319958" y="161763"/>
                            <a:pt x="316389" y="155816"/>
                            <a:pt x="309253" y="158195"/>
                          </a:cubicBezTo>
                          <a:cubicBezTo>
                            <a:pt x="306874" y="155816"/>
                            <a:pt x="305684" y="152248"/>
                            <a:pt x="302116" y="152248"/>
                          </a:cubicBezTo>
                          <a:cubicBezTo>
                            <a:pt x="300927" y="153437"/>
                            <a:pt x="300927" y="157005"/>
                            <a:pt x="300927" y="158195"/>
                          </a:cubicBezTo>
                          <a:cubicBezTo>
                            <a:pt x="302116" y="158195"/>
                            <a:pt x="303306" y="158195"/>
                            <a:pt x="304495" y="158195"/>
                          </a:cubicBezTo>
                          <a:cubicBezTo>
                            <a:pt x="300927" y="162952"/>
                            <a:pt x="303306" y="170089"/>
                            <a:pt x="310442" y="167710"/>
                          </a:cubicBezTo>
                          <a:cubicBezTo>
                            <a:pt x="310442" y="171279"/>
                            <a:pt x="310442" y="173658"/>
                            <a:pt x="310442" y="177226"/>
                          </a:cubicBezTo>
                          <a:cubicBezTo>
                            <a:pt x="309253" y="176036"/>
                            <a:pt x="306874" y="176036"/>
                            <a:pt x="306874" y="174847"/>
                          </a:cubicBezTo>
                          <a:cubicBezTo>
                            <a:pt x="306874" y="180794"/>
                            <a:pt x="305684" y="184362"/>
                            <a:pt x="304495" y="189120"/>
                          </a:cubicBezTo>
                          <a:cubicBezTo>
                            <a:pt x="303306" y="189120"/>
                            <a:pt x="303306" y="190310"/>
                            <a:pt x="302116" y="190310"/>
                          </a:cubicBezTo>
                          <a:cubicBezTo>
                            <a:pt x="296169" y="183173"/>
                            <a:pt x="291412" y="167710"/>
                            <a:pt x="286654" y="159384"/>
                          </a:cubicBezTo>
                          <a:cubicBezTo>
                            <a:pt x="285464" y="159384"/>
                            <a:pt x="284275" y="160574"/>
                            <a:pt x="284275" y="161763"/>
                          </a:cubicBezTo>
                          <a:cubicBezTo>
                            <a:pt x="281896" y="167710"/>
                            <a:pt x="279517" y="167710"/>
                            <a:pt x="279517" y="167710"/>
                          </a:cubicBezTo>
                          <a:cubicBezTo>
                            <a:pt x="274759" y="170089"/>
                            <a:pt x="267623" y="174847"/>
                            <a:pt x="265244" y="179605"/>
                          </a:cubicBezTo>
                          <a:cubicBezTo>
                            <a:pt x="264054" y="183173"/>
                            <a:pt x="262865" y="187931"/>
                            <a:pt x="262865" y="191499"/>
                          </a:cubicBezTo>
                          <a:cubicBezTo>
                            <a:pt x="262865" y="195067"/>
                            <a:pt x="265244" y="199825"/>
                            <a:pt x="264054" y="203393"/>
                          </a:cubicBezTo>
                          <a:cubicBezTo>
                            <a:pt x="261676" y="204583"/>
                            <a:pt x="259297" y="210530"/>
                            <a:pt x="259297" y="214098"/>
                          </a:cubicBezTo>
                          <a:cubicBezTo>
                            <a:pt x="255729" y="215288"/>
                            <a:pt x="252160" y="212909"/>
                            <a:pt x="252160" y="218856"/>
                          </a:cubicBezTo>
                          <a:cubicBezTo>
                            <a:pt x="247402" y="217666"/>
                            <a:pt x="246212" y="224803"/>
                            <a:pt x="247402" y="228371"/>
                          </a:cubicBezTo>
                          <a:cubicBezTo>
                            <a:pt x="245023" y="229561"/>
                            <a:pt x="243834" y="233129"/>
                            <a:pt x="241455" y="234318"/>
                          </a:cubicBezTo>
                          <a:cubicBezTo>
                            <a:pt x="239076" y="236698"/>
                            <a:pt x="236697" y="237887"/>
                            <a:pt x="235508" y="240266"/>
                          </a:cubicBezTo>
                          <a:cubicBezTo>
                            <a:pt x="230750" y="246213"/>
                            <a:pt x="225993" y="248592"/>
                            <a:pt x="217666" y="249781"/>
                          </a:cubicBezTo>
                          <a:cubicBezTo>
                            <a:pt x="211719" y="250971"/>
                            <a:pt x="204582" y="253350"/>
                            <a:pt x="198635" y="254539"/>
                          </a:cubicBezTo>
                          <a:cubicBezTo>
                            <a:pt x="191499" y="255729"/>
                            <a:pt x="183173" y="254539"/>
                            <a:pt x="177225" y="256918"/>
                          </a:cubicBezTo>
                          <a:cubicBezTo>
                            <a:pt x="176036" y="256918"/>
                            <a:pt x="174846" y="256918"/>
                            <a:pt x="173657" y="256918"/>
                          </a:cubicBezTo>
                          <a:cubicBezTo>
                            <a:pt x="173657" y="267623"/>
                            <a:pt x="155816" y="262865"/>
                            <a:pt x="147490" y="265244"/>
                          </a:cubicBezTo>
                          <a:cubicBezTo>
                            <a:pt x="148679" y="277138"/>
                            <a:pt x="130838" y="274760"/>
                            <a:pt x="123701" y="274760"/>
                          </a:cubicBezTo>
                          <a:cubicBezTo>
                            <a:pt x="115375" y="274760"/>
                            <a:pt x="110617" y="275949"/>
                            <a:pt x="110617" y="275949"/>
                          </a:cubicBezTo>
                          <a:cubicBezTo>
                            <a:pt x="108238" y="279517"/>
                            <a:pt x="99912" y="280707"/>
                            <a:pt x="96344" y="284275"/>
                          </a:cubicBezTo>
                          <a:cubicBezTo>
                            <a:pt x="91586" y="287843"/>
                            <a:pt x="88018" y="290222"/>
                            <a:pt x="82071" y="292601"/>
                          </a:cubicBezTo>
                          <a:cubicBezTo>
                            <a:pt x="76123" y="294980"/>
                            <a:pt x="71366" y="296169"/>
                            <a:pt x="65419" y="299737"/>
                          </a:cubicBezTo>
                          <a:cubicBezTo>
                            <a:pt x="60661" y="302116"/>
                            <a:pt x="57093" y="306874"/>
                            <a:pt x="52335" y="309253"/>
                          </a:cubicBezTo>
                          <a:cubicBezTo>
                            <a:pt x="51146" y="312821"/>
                            <a:pt x="52335" y="316390"/>
                            <a:pt x="49956" y="318768"/>
                          </a:cubicBezTo>
                          <a:cubicBezTo>
                            <a:pt x="48767" y="321147"/>
                            <a:pt x="42819" y="325905"/>
                            <a:pt x="41630" y="319958"/>
                          </a:cubicBezTo>
                          <a:cubicBezTo>
                            <a:pt x="42819" y="319958"/>
                            <a:pt x="42819" y="319958"/>
                            <a:pt x="44009" y="319958"/>
                          </a:cubicBezTo>
                          <a:cubicBezTo>
                            <a:pt x="42819" y="318768"/>
                            <a:pt x="44009" y="318768"/>
                            <a:pt x="42819" y="317579"/>
                          </a:cubicBezTo>
                          <a:cubicBezTo>
                            <a:pt x="42819" y="311632"/>
                            <a:pt x="45198" y="309253"/>
                            <a:pt x="45198" y="304495"/>
                          </a:cubicBezTo>
                          <a:cubicBezTo>
                            <a:pt x="35683" y="304495"/>
                            <a:pt x="34493" y="318768"/>
                            <a:pt x="28546" y="324716"/>
                          </a:cubicBezTo>
                          <a:cubicBezTo>
                            <a:pt x="27357" y="330663"/>
                            <a:pt x="32114" y="333042"/>
                            <a:pt x="32114" y="337799"/>
                          </a:cubicBezTo>
                          <a:cubicBezTo>
                            <a:pt x="32114" y="338989"/>
                            <a:pt x="30925" y="342557"/>
                            <a:pt x="29736" y="344936"/>
                          </a:cubicBezTo>
                          <a:cubicBezTo>
                            <a:pt x="29736" y="347315"/>
                            <a:pt x="29736" y="350883"/>
                            <a:pt x="28546" y="353262"/>
                          </a:cubicBezTo>
                          <a:cubicBezTo>
                            <a:pt x="27357" y="359209"/>
                            <a:pt x="23789" y="359209"/>
                            <a:pt x="20220" y="362778"/>
                          </a:cubicBezTo>
                          <a:cubicBezTo>
                            <a:pt x="17842" y="365156"/>
                            <a:pt x="16652" y="372293"/>
                            <a:pt x="16652" y="375862"/>
                          </a:cubicBezTo>
                          <a:cubicBezTo>
                            <a:pt x="15463" y="381809"/>
                            <a:pt x="17842" y="385377"/>
                            <a:pt x="17842" y="391324"/>
                          </a:cubicBezTo>
                          <a:cubicBezTo>
                            <a:pt x="17842" y="396082"/>
                            <a:pt x="15463" y="400839"/>
                            <a:pt x="17842" y="405597"/>
                          </a:cubicBezTo>
                          <a:cubicBezTo>
                            <a:pt x="19031" y="409166"/>
                            <a:pt x="23789" y="413923"/>
                            <a:pt x="24978" y="417492"/>
                          </a:cubicBezTo>
                          <a:cubicBezTo>
                            <a:pt x="26167" y="419870"/>
                            <a:pt x="26167" y="422249"/>
                            <a:pt x="26167" y="423439"/>
                          </a:cubicBezTo>
                          <a:cubicBezTo>
                            <a:pt x="26167" y="424628"/>
                            <a:pt x="28546" y="429386"/>
                            <a:pt x="28546" y="429386"/>
                          </a:cubicBezTo>
                          <a:cubicBezTo>
                            <a:pt x="28546" y="431765"/>
                            <a:pt x="27357" y="436522"/>
                            <a:pt x="26167" y="438901"/>
                          </a:cubicBezTo>
                          <a:cubicBezTo>
                            <a:pt x="24978" y="442470"/>
                            <a:pt x="26167" y="446038"/>
                            <a:pt x="21410" y="446038"/>
                          </a:cubicBezTo>
                          <a:cubicBezTo>
                            <a:pt x="20220" y="442470"/>
                            <a:pt x="20220" y="438901"/>
                            <a:pt x="20220" y="436522"/>
                          </a:cubicBezTo>
                          <a:cubicBezTo>
                            <a:pt x="17842" y="436522"/>
                            <a:pt x="16652" y="435333"/>
                            <a:pt x="15463" y="436522"/>
                          </a:cubicBezTo>
                          <a:cubicBezTo>
                            <a:pt x="14273" y="432954"/>
                            <a:pt x="15463" y="429386"/>
                            <a:pt x="14273" y="427007"/>
                          </a:cubicBezTo>
                          <a:cubicBezTo>
                            <a:pt x="13083" y="423439"/>
                            <a:pt x="10704" y="421060"/>
                            <a:pt x="9515" y="417492"/>
                          </a:cubicBezTo>
                          <a:cubicBezTo>
                            <a:pt x="8325" y="419870"/>
                            <a:pt x="5947" y="432954"/>
                            <a:pt x="5947" y="436522"/>
                          </a:cubicBezTo>
                          <a:cubicBezTo>
                            <a:pt x="8325" y="441280"/>
                            <a:pt x="16652" y="443659"/>
                            <a:pt x="17842" y="449606"/>
                          </a:cubicBezTo>
                          <a:cubicBezTo>
                            <a:pt x="11894" y="449606"/>
                            <a:pt x="10704" y="449606"/>
                            <a:pt x="7136" y="446038"/>
                          </a:cubicBezTo>
                          <a:cubicBezTo>
                            <a:pt x="4757" y="443659"/>
                            <a:pt x="4757" y="437712"/>
                            <a:pt x="0" y="442470"/>
                          </a:cubicBezTo>
                          <a:cubicBezTo>
                            <a:pt x="2378" y="450796"/>
                            <a:pt x="7136" y="456743"/>
                            <a:pt x="11894" y="465069"/>
                          </a:cubicBezTo>
                          <a:cubicBezTo>
                            <a:pt x="16652" y="474585"/>
                            <a:pt x="16652" y="484100"/>
                            <a:pt x="16652" y="494805"/>
                          </a:cubicBezTo>
                          <a:cubicBezTo>
                            <a:pt x="16652" y="505510"/>
                            <a:pt x="21410" y="512647"/>
                            <a:pt x="24978" y="522162"/>
                          </a:cubicBezTo>
                          <a:cubicBezTo>
                            <a:pt x="28546" y="532867"/>
                            <a:pt x="30925" y="537624"/>
                            <a:pt x="28546" y="549519"/>
                          </a:cubicBezTo>
                          <a:cubicBezTo>
                            <a:pt x="26167" y="559034"/>
                            <a:pt x="29736" y="567360"/>
                            <a:pt x="30925" y="576876"/>
                          </a:cubicBezTo>
                          <a:cubicBezTo>
                            <a:pt x="30925" y="584013"/>
                            <a:pt x="32114" y="600665"/>
                            <a:pt x="34493" y="604233"/>
                          </a:cubicBezTo>
                          <a:cubicBezTo>
                            <a:pt x="34493" y="604233"/>
                            <a:pt x="38061" y="607801"/>
                            <a:pt x="36872" y="611370"/>
                          </a:cubicBezTo>
                          <a:cubicBezTo>
                            <a:pt x="36872" y="613749"/>
                            <a:pt x="35683" y="616127"/>
                            <a:pt x="35683" y="618506"/>
                          </a:cubicBezTo>
                          <a:cubicBezTo>
                            <a:pt x="30925" y="618506"/>
                            <a:pt x="33304" y="637537"/>
                            <a:pt x="30925" y="643484"/>
                          </a:cubicBezTo>
                          <a:cubicBezTo>
                            <a:pt x="29736" y="643484"/>
                            <a:pt x="28546" y="644674"/>
                            <a:pt x="27357" y="644674"/>
                          </a:cubicBezTo>
                          <a:cubicBezTo>
                            <a:pt x="27357" y="647053"/>
                            <a:pt x="28546" y="651810"/>
                            <a:pt x="27357" y="654189"/>
                          </a:cubicBezTo>
                          <a:cubicBezTo>
                            <a:pt x="26167" y="657757"/>
                            <a:pt x="23789" y="656568"/>
                            <a:pt x="22599" y="658947"/>
                          </a:cubicBezTo>
                          <a:cubicBezTo>
                            <a:pt x="21410" y="662515"/>
                            <a:pt x="23789" y="664894"/>
                            <a:pt x="21410" y="667273"/>
                          </a:cubicBezTo>
                          <a:cubicBezTo>
                            <a:pt x="20220" y="668462"/>
                            <a:pt x="15463" y="668462"/>
                            <a:pt x="14273" y="669652"/>
                          </a:cubicBezTo>
                          <a:cubicBezTo>
                            <a:pt x="5947" y="673220"/>
                            <a:pt x="1189" y="685115"/>
                            <a:pt x="4757" y="695820"/>
                          </a:cubicBezTo>
                          <a:cubicBezTo>
                            <a:pt x="9515" y="697009"/>
                            <a:pt x="11894" y="697009"/>
                            <a:pt x="15463" y="701767"/>
                          </a:cubicBezTo>
                          <a:cubicBezTo>
                            <a:pt x="19031" y="705335"/>
                            <a:pt x="20220" y="708903"/>
                            <a:pt x="22599" y="713661"/>
                          </a:cubicBezTo>
                          <a:cubicBezTo>
                            <a:pt x="26167" y="719608"/>
                            <a:pt x="38061" y="721987"/>
                            <a:pt x="45198" y="723176"/>
                          </a:cubicBezTo>
                          <a:cubicBezTo>
                            <a:pt x="53525" y="725555"/>
                            <a:pt x="64229" y="727934"/>
                            <a:pt x="73744" y="724366"/>
                          </a:cubicBezTo>
                          <a:cubicBezTo>
                            <a:pt x="79692" y="721987"/>
                            <a:pt x="86829" y="712472"/>
                            <a:pt x="93965" y="712472"/>
                          </a:cubicBezTo>
                          <a:cubicBezTo>
                            <a:pt x="93965" y="711282"/>
                            <a:pt x="95155" y="710093"/>
                            <a:pt x="95155" y="707714"/>
                          </a:cubicBezTo>
                          <a:cubicBezTo>
                            <a:pt x="101102" y="707714"/>
                            <a:pt x="102291" y="706524"/>
                            <a:pt x="107049" y="708903"/>
                          </a:cubicBezTo>
                          <a:cubicBezTo>
                            <a:pt x="107049" y="707714"/>
                            <a:pt x="108238" y="706524"/>
                            <a:pt x="108238" y="704145"/>
                          </a:cubicBezTo>
                          <a:cubicBezTo>
                            <a:pt x="110617" y="702956"/>
                            <a:pt x="114185" y="704145"/>
                            <a:pt x="116564" y="705335"/>
                          </a:cubicBezTo>
                          <a:cubicBezTo>
                            <a:pt x="116564" y="700577"/>
                            <a:pt x="118944" y="693440"/>
                            <a:pt x="122512" y="691062"/>
                          </a:cubicBezTo>
                          <a:cubicBezTo>
                            <a:pt x="126080" y="688683"/>
                            <a:pt x="136785" y="686304"/>
                            <a:pt x="136785" y="691062"/>
                          </a:cubicBezTo>
                          <a:cubicBezTo>
                            <a:pt x="141542" y="689872"/>
                            <a:pt x="148679" y="687493"/>
                            <a:pt x="153437" y="686304"/>
                          </a:cubicBezTo>
                          <a:cubicBezTo>
                            <a:pt x="159384" y="685115"/>
                            <a:pt x="164142" y="687493"/>
                            <a:pt x="170089" y="687493"/>
                          </a:cubicBezTo>
                          <a:cubicBezTo>
                            <a:pt x="172468" y="687493"/>
                            <a:pt x="177225" y="686304"/>
                            <a:pt x="179604" y="687493"/>
                          </a:cubicBezTo>
                          <a:cubicBezTo>
                            <a:pt x="183173" y="688683"/>
                            <a:pt x="181983" y="691062"/>
                            <a:pt x="186741" y="691062"/>
                          </a:cubicBezTo>
                          <a:cubicBezTo>
                            <a:pt x="192688" y="692251"/>
                            <a:pt x="198635" y="688683"/>
                            <a:pt x="205772" y="688683"/>
                          </a:cubicBezTo>
                          <a:cubicBezTo>
                            <a:pt x="205772" y="689872"/>
                            <a:pt x="206961" y="691062"/>
                            <a:pt x="206961" y="693440"/>
                          </a:cubicBezTo>
                          <a:cubicBezTo>
                            <a:pt x="211719" y="688683"/>
                            <a:pt x="214098" y="691062"/>
                            <a:pt x="221235" y="691062"/>
                          </a:cubicBezTo>
                          <a:cubicBezTo>
                            <a:pt x="221235" y="687493"/>
                            <a:pt x="224803" y="682736"/>
                            <a:pt x="227182" y="680357"/>
                          </a:cubicBezTo>
                          <a:cubicBezTo>
                            <a:pt x="230750" y="676788"/>
                            <a:pt x="235508" y="675599"/>
                            <a:pt x="237887" y="672031"/>
                          </a:cubicBezTo>
                          <a:cubicBezTo>
                            <a:pt x="240265" y="668462"/>
                            <a:pt x="239076" y="663705"/>
                            <a:pt x="242644" y="660136"/>
                          </a:cubicBezTo>
                          <a:cubicBezTo>
                            <a:pt x="247402" y="655379"/>
                            <a:pt x="249781" y="658947"/>
                            <a:pt x="255729" y="658947"/>
                          </a:cubicBezTo>
                          <a:cubicBezTo>
                            <a:pt x="273570" y="658947"/>
                            <a:pt x="285464" y="632779"/>
                            <a:pt x="303306" y="638726"/>
                          </a:cubicBezTo>
                          <a:cubicBezTo>
                            <a:pt x="308063" y="638726"/>
                            <a:pt x="311631" y="642295"/>
                            <a:pt x="317579" y="642295"/>
                          </a:cubicBezTo>
                          <a:cubicBezTo>
                            <a:pt x="323526" y="642295"/>
                            <a:pt x="327095" y="641105"/>
                            <a:pt x="331852" y="639916"/>
                          </a:cubicBezTo>
                          <a:cubicBezTo>
                            <a:pt x="342557" y="637537"/>
                            <a:pt x="350883" y="636348"/>
                            <a:pt x="360399" y="630401"/>
                          </a:cubicBezTo>
                          <a:cubicBezTo>
                            <a:pt x="369914" y="624453"/>
                            <a:pt x="377050" y="623264"/>
                            <a:pt x="388945" y="623264"/>
                          </a:cubicBezTo>
                          <a:cubicBezTo>
                            <a:pt x="393703" y="623264"/>
                            <a:pt x="399650" y="622074"/>
                            <a:pt x="404408" y="622074"/>
                          </a:cubicBezTo>
                          <a:cubicBezTo>
                            <a:pt x="410355" y="622074"/>
                            <a:pt x="415112" y="625643"/>
                            <a:pt x="419870" y="625643"/>
                          </a:cubicBezTo>
                          <a:cubicBezTo>
                            <a:pt x="428197" y="625643"/>
                            <a:pt x="436522" y="616127"/>
                            <a:pt x="443659" y="625643"/>
                          </a:cubicBezTo>
                          <a:cubicBezTo>
                            <a:pt x="447227" y="630401"/>
                            <a:pt x="450795" y="643484"/>
                            <a:pt x="459122" y="641105"/>
                          </a:cubicBezTo>
                          <a:cubicBezTo>
                            <a:pt x="459122" y="639916"/>
                            <a:pt x="459122" y="639916"/>
                            <a:pt x="459122" y="638726"/>
                          </a:cubicBezTo>
                          <a:cubicBezTo>
                            <a:pt x="461501" y="638726"/>
                            <a:pt x="465069" y="638726"/>
                            <a:pt x="466258" y="641105"/>
                          </a:cubicBezTo>
                          <a:cubicBezTo>
                            <a:pt x="472205" y="641105"/>
                            <a:pt x="473395" y="643484"/>
                            <a:pt x="476963" y="645863"/>
                          </a:cubicBezTo>
                          <a:cubicBezTo>
                            <a:pt x="481721" y="649432"/>
                            <a:pt x="484099" y="647053"/>
                            <a:pt x="488858" y="648242"/>
                          </a:cubicBezTo>
                          <a:cubicBezTo>
                            <a:pt x="493616" y="649432"/>
                            <a:pt x="495994" y="651810"/>
                            <a:pt x="498373" y="655379"/>
                          </a:cubicBezTo>
                          <a:cubicBezTo>
                            <a:pt x="498373" y="656568"/>
                            <a:pt x="497184" y="657757"/>
                            <a:pt x="498373" y="658947"/>
                          </a:cubicBezTo>
                          <a:cubicBezTo>
                            <a:pt x="498373" y="658947"/>
                            <a:pt x="500752" y="660136"/>
                            <a:pt x="500752" y="660136"/>
                          </a:cubicBezTo>
                          <a:cubicBezTo>
                            <a:pt x="501941" y="662515"/>
                            <a:pt x="505510" y="660136"/>
                            <a:pt x="504320" y="664894"/>
                          </a:cubicBezTo>
                          <a:cubicBezTo>
                            <a:pt x="498373" y="666084"/>
                            <a:pt x="495994" y="666084"/>
                            <a:pt x="499563" y="672031"/>
                          </a:cubicBezTo>
                          <a:cubicBezTo>
                            <a:pt x="500752" y="675599"/>
                            <a:pt x="504320" y="679167"/>
                            <a:pt x="509078" y="679167"/>
                          </a:cubicBezTo>
                          <a:cubicBezTo>
                            <a:pt x="509078" y="679167"/>
                            <a:pt x="511457" y="677978"/>
                            <a:pt x="512646" y="686304"/>
                          </a:cubicBezTo>
                          <a:cubicBezTo>
                            <a:pt x="513835" y="689872"/>
                            <a:pt x="512646" y="692251"/>
                            <a:pt x="513835" y="695820"/>
                          </a:cubicBezTo>
                          <a:cubicBezTo>
                            <a:pt x="515025" y="699388"/>
                            <a:pt x="516214" y="702956"/>
                            <a:pt x="517404" y="706524"/>
                          </a:cubicBezTo>
                          <a:cubicBezTo>
                            <a:pt x="518593" y="713661"/>
                            <a:pt x="522162" y="719608"/>
                            <a:pt x="516214" y="726745"/>
                          </a:cubicBezTo>
                          <a:cubicBezTo>
                            <a:pt x="513835" y="723176"/>
                            <a:pt x="510267" y="724366"/>
                            <a:pt x="510267" y="727934"/>
                          </a:cubicBezTo>
                          <a:cubicBezTo>
                            <a:pt x="510267" y="731503"/>
                            <a:pt x="515025" y="732692"/>
                            <a:pt x="517404" y="733881"/>
                          </a:cubicBezTo>
                          <a:cubicBezTo>
                            <a:pt x="516214" y="743397"/>
                            <a:pt x="524541" y="737450"/>
                            <a:pt x="529299" y="742207"/>
                          </a:cubicBezTo>
                          <a:cubicBezTo>
                            <a:pt x="530488" y="738639"/>
                            <a:pt x="528109" y="737450"/>
                            <a:pt x="525730" y="735071"/>
                          </a:cubicBezTo>
                          <a:cubicBezTo>
                            <a:pt x="530488" y="732692"/>
                            <a:pt x="534056" y="727934"/>
                            <a:pt x="537624" y="725555"/>
                          </a:cubicBezTo>
                          <a:cubicBezTo>
                            <a:pt x="542382" y="720798"/>
                            <a:pt x="542382" y="714851"/>
                            <a:pt x="545950" y="710093"/>
                          </a:cubicBezTo>
                          <a:cubicBezTo>
                            <a:pt x="549518" y="706524"/>
                            <a:pt x="557845" y="704145"/>
                            <a:pt x="562603" y="701767"/>
                          </a:cubicBezTo>
                          <a:cubicBezTo>
                            <a:pt x="568550" y="698198"/>
                            <a:pt x="570929" y="697009"/>
                            <a:pt x="574497" y="691062"/>
                          </a:cubicBezTo>
                          <a:cubicBezTo>
                            <a:pt x="576876" y="687493"/>
                            <a:pt x="579254" y="682736"/>
                            <a:pt x="582823" y="680357"/>
                          </a:cubicBezTo>
                          <a:cubicBezTo>
                            <a:pt x="586391" y="676788"/>
                            <a:pt x="589960" y="675599"/>
                            <a:pt x="591149" y="672031"/>
                          </a:cubicBezTo>
                          <a:cubicBezTo>
                            <a:pt x="591149" y="670841"/>
                            <a:pt x="589960" y="656568"/>
                            <a:pt x="595907" y="661326"/>
                          </a:cubicBezTo>
                          <a:cubicBezTo>
                            <a:pt x="597096" y="662515"/>
                            <a:pt x="595907" y="675599"/>
                            <a:pt x="595907" y="677978"/>
                          </a:cubicBezTo>
                          <a:cubicBezTo>
                            <a:pt x="594718" y="682736"/>
                            <a:pt x="592339" y="685115"/>
                            <a:pt x="591149" y="691062"/>
                          </a:cubicBezTo>
                          <a:cubicBezTo>
                            <a:pt x="589960" y="698198"/>
                            <a:pt x="589960" y="699388"/>
                            <a:pt x="585201" y="702956"/>
                          </a:cubicBezTo>
                          <a:cubicBezTo>
                            <a:pt x="579254" y="706524"/>
                            <a:pt x="580444" y="706524"/>
                            <a:pt x="578065" y="712472"/>
                          </a:cubicBezTo>
                          <a:cubicBezTo>
                            <a:pt x="576876" y="717229"/>
                            <a:pt x="574497" y="721987"/>
                            <a:pt x="573307" y="726745"/>
                          </a:cubicBezTo>
                          <a:cubicBezTo>
                            <a:pt x="570929" y="727934"/>
                            <a:pt x="569739" y="729124"/>
                            <a:pt x="568550" y="731503"/>
                          </a:cubicBezTo>
                          <a:cubicBezTo>
                            <a:pt x="569739" y="731503"/>
                            <a:pt x="570929" y="732692"/>
                            <a:pt x="572118" y="732692"/>
                          </a:cubicBezTo>
                          <a:cubicBezTo>
                            <a:pt x="569739" y="735071"/>
                            <a:pt x="568550" y="738639"/>
                            <a:pt x="566171" y="741018"/>
                          </a:cubicBezTo>
                          <a:cubicBezTo>
                            <a:pt x="563792" y="743397"/>
                            <a:pt x="567360" y="743397"/>
                            <a:pt x="562603" y="744586"/>
                          </a:cubicBezTo>
                          <a:cubicBezTo>
                            <a:pt x="560224" y="745776"/>
                            <a:pt x="557845" y="743397"/>
                            <a:pt x="556655" y="743397"/>
                          </a:cubicBezTo>
                          <a:cubicBezTo>
                            <a:pt x="550708" y="743397"/>
                            <a:pt x="547140" y="751723"/>
                            <a:pt x="545950" y="758859"/>
                          </a:cubicBezTo>
                          <a:cubicBezTo>
                            <a:pt x="553087" y="756481"/>
                            <a:pt x="563792" y="751723"/>
                            <a:pt x="569739" y="757670"/>
                          </a:cubicBezTo>
                          <a:cubicBezTo>
                            <a:pt x="574497" y="755291"/>
                            <a:pt x="578065" y="745776"/>
                            <a:pt x="580444" y="741018"/>
                          </a:cubicBezTo>
                          <a:cubicBezTo>
                            <a:pt x="584012" y="735071"/>
                            <a:pt x="584012" y="726745"/>
                            <a:pt x="589960" y="721987"/>
                          </a:cubicBezTo>
                          <a:cubicBezTo>
                            <a:pt x="589960" y="726745"/>
                            <a:pt x="593528" y="731503"/>
                            <a:pt x="593528" y="736260"/>
                          </a:cubicBezTo>
                          <a:cubicBezTo>
                            <a:pt x="593528" y="741018"/>
                            <a:pt x="592339" y="744586"/>
                            <a:pt x="592339" y="750534"/>
                          </a:cubicBezTo>
                          <a:cubicBezTo>
                            <a:pt x="592339" y="755291"/>
                            <a:pt x="591149" y="760049"/>
                            <a:pt x="587580" y="764807"/>
                          </a:cubicBezTo>
                          <a:cubicBezTo>
                            <a:pt x="585201" y="768375"/>
                            <a:pt x="579254" y="769564"/>
                            <a:pt x="579254" y="774322"/>
                          </a:cubicBezTo>
                          <a:cubicBezTo>
                            <a:pt x="585201" y="774322"/>
                            <a:pt x="592339" y="773133"/>
                            <a:pt x="597096" y="770754"/>
                          </a:cubicBezTo>
                          <a:cubicBezTo>
                            <a:pt x="603043" y="768375"/>
                            <a:pt x="606612" y="762428"/>
                            <a:pt x="613748" y="765996"/>
                          </a:cubicBezTo>
                          <a:cubicBezTo>
                            <a:pt x="612559" y="768375"/>
                            <a:pt x="612559" y="770754"/>
                            <a:pt x="610180" y="773133"/>
                          </a:cubicBezTo>
                          <a:cubicBezTo>
                            <a:pt x="607801" y="774322"/>
                            <a:pt x="604233" y="774322"/>
                            <a:pt x="604233" y="776701"/>
                          </a:cubicBezTo>
                          <a:cubicBezTo>
                            <a:pt x="603043" y="780269"/>
                            <a:pt x="608990" y="788595"/>
                            <a:pt x="610180" y="792164"/>
                          </a:cubicBezTo>
                          <a:cubicBezTo>
                            <a:pt x="612559" y="796921"/>
                            <a:pt x="614937" y="802869"/>
                            <a:pt x="614937" y="808816"/>
                          </a:cubicBezTo>
                          <a:cubicBezTo>
                            <a:pt x="613748" y="814763"/>
                            <a:pt x="610180" y="818331"/>
                            <a:pt x="608990" y="823089"/>
                          </a:cubicBezTo>
                          <a:cubicBezTo>
                            <a:pt x="605422" y="832605"/>
                            <a:pt x="611369" y="840930"/>
                            <a:pt x="614937" y="848067"/>
                          </a:cubicBezTo>
                          <a:cubicBezTo>
                            <a:pt x="618506" y="855204"/>
                            <a:pt x="620885" y="865909"/>
                            <a:pt x="628022" y="871856"/>
                          </a:cubicBezTo>
                          <a:cubicBezTo>
                            <a:pt x="629211" y="873045"/>
                            <a:pt x="632779" y="873045"/>
                            <a:pt x="635158" y="874235"/>
                          </a:cubicBezTo>
                          <a:cubicBezTo>
                            <a:pt x="636348" y="875424"/>
                            <a:pt x="637537" y="878992"/>
                            <a:pt x="637537" y="880182"/>
                          </a:cubicBezTo>
                          <a:cubicBezTo>
                            <a:pt x="642295" y="883750"/>
                            <a:pt x="645863" y="878992"/>
                            <a:pt x="650620" y="878992"/>
                          </a:cubicBezTo>
                          <a:cubicBezTo>
                            <a:pt x="655378" y="878992"/>
                            <a:pt x="670841" y="889697"/>
                            <a:pt x="670841" y="894455"/>
                          </a:cubicBezTo>
                          <a:cubicBezTo>
                            <a:pt x="672031" y="894455"/>
                            <a:pt x="672031" y="894455"/>
                            <a:pt x="673220" y="894455"/>
                          </a:cubicBezTo>
                          <a:cubicBezTo>
                            <a:pt x="673220" y="900402"/>
                            <a:pt x="676788" y="898023"/>
                            <a:pt x="679167" y="900402"/>
                          </a:cubicBezTo>
                          <a:cubicBezTo>
                            <a:pt x="681546" y="901592"/>
                            <a:pt x="681546" y="905160"/>
                            <a:pt x="683925" y="906349"/>
                          </a:cubicBezTo>
                          <a:cubicBezTo>
                            <a:pt x="688682" y="908728"/>
                            <a:pt x="687493" y="905160"/>
                            <a:pt x="689872" y="903971"/>
                          </a:cubicBezTo>
                          <a:cubicBezTo>
                            <a:pt x="692251" y="902781"/>
                            <a:pt x="694630" y="900402"/>
                            <a:pt x="698198" y="900402"/>
                          </a:cubicBezTo>
                          <a:cubicBezTo>
                            <a:pt x="701767" y="894455"/>
                            <a:pt x="705335" y="898023"/>
                            <a:pt x="710092" y="895644"/>
                          </a:cubicBezTo>
                          <a:cubicBezTo>
                            <a:pt x="716039" y="893266"/>
                            <a:pt x="713661" y="886129"/>
                            <a:pt x="720797" y="888508"/>
                          </a:cubicBezTo>
                          <a:cubicBezTo>
                            <a:pt x="720797" y="888508"/>
                            <a:pt x="721986" y="887319"/>
                            <a:pt x="721986" y="887319"/>
                          </a:cubicBezTo>
                          <a:cubicBezTo>
                            <a:pt x="721986" y="883750"/>
                            <a:pt x="719608" y="882561"/>
                            <a:pt x="716039" y="880182"/>
                          </a:cubicBezTo>
                          <a:cubicBezTo>
                            <a:pt x="721986" y="877803"/>
                            <a:pt x="730313" y="870666"/>
                            <a:pt x="735071" y="876613"/>
                          </a:cubicBezTo>
                          <a:cubicBezTo>
                            <a:pt x="741018" y="886129"/>
                            <a:pt x="725555" y="886129"/>
                            <a:pt x="726745" y="893266"/>
                          </a:cubicBezTo>
                          <a:cubicBezTo>
                            <a:pt x="732692" y="894455"/>
                            <a:pt x="736260" y="886129"/>
                            <a:pt x="742207" y="889697"/>
                          </a:cubicBezTo>
                          <a:cubicBezTo>
                            <a:pt x="749344" y="894455"/>
                            <a:pt x="742207" y="898023"/>
                            <a:pt x="738639" y="899213"/>
                          </a:cubicBezTo>
                          <a:cubicBezTo>
                            <a:pt x="739828" y="902781"/>
                            <a:pt x="744586" y="912296"/>
                            <a:pt x="746965" y="914675"/>
                          </a:cubicBezTo>
                          <a:cubicBezTo>
                            <a:pt x="748154" y="915865"/>
                            <a:pt x="750533" y="914675"/>
                            <a:pt x="751722" y="915865"/>
                          </a:cubicBezTo>
                          <a:cubicBezTo>
                            <a:pt x="752912" y="917054"/>
                            <a:pt x="752912" y="919433"/>
                            <a:pt x="752912" y="920623"/>
                          </a:cubicBezTo>
                          <a:cubicBezTo>
                            <a:pt x="755291" y="923002"/>
                            <a:pt x="755291" y="925380"/>
                            <a:pt x="758859" y="926570"/>
                          </a:cubicBezTo>
                          <a:cubicBezTo>
                            <a:pt x="758859" y="923002"/>
                            <a:pt x="758859" y="919433"/>
                            <a:pt x="758859" y="915865"/>
                          </a:cubicBezTo>
                          <a:cubicBezTo>
                            <a:pt x="757670" y="915865"/>
                            <a:pt x="755291" y="915865"/>
                            <a:pt x="754101" y="915865"/>
                          </a:cubicBezTo>
                          <a:cubicBezTo>
                            <a:pt x="754101" y="915865"/>
                            <a:pt x="754101" y="914675"/>
                            <a:pt x="754101" y="913486"/>
                          </a:cubicBezTo>
                          <a:cubicBezTo>
                            <a:pt x="758859" y="912296"/>
                            <a:pt x="761238" y="908728"/>
                            <a:pt x="767186" y="909918"/>
                          </a:cubicBezTo>
                          <a:cubicBezTo>
                            <a:pt x="773133" y="909918"/>
                            <a:pt x="771943" y="912296"/>
                            <a:pt x="776701" y="907539"/>
                          </a:cubicBezTo>
                          <a:cubicBezTo>
                            <a:pt x="782648" y="901592"/>
                            <a:pt x="794542" y="895644"/>
                            <a:pt x="798111" y="888508"/>
                          </a:cubicBezTo>
                          <a:cubicBezTo>
                            <a:pt x="796921" y="888508"/>
                            <a:pt x="794542" y="888508"/>
                            <a:pt x="793353" y="888508"/>
                          </a:cubicBezTo>
                          <a:cubicBezTo>
                            <a:pt x="792163" y="883750"/>
                            <a:pt x="799300" y="884940"/>
                            <a:pt x="802869" y="884940"/>
                          </a:cubicBezTo>
                          <a:cubicBezTo>
                            <a:pt x="802869" y="884940"/>
                            <a:pt x="804058" y="882561"/>
                            <a:pt x="808816" y="882561"/>
                          </a:cubicBezTo>
                          <a:cubicBezTo>
                            <a:pt x="818331" y="883750"/>
                            <a:pt x="826657" y="881371"/>
                            <a:pt x="834983" y="880182"/>
                          </a:cubicBezTo>
                          <a:cubicBezTo>
                            <a:pt x="840930" y="880182"/>
                            <a:pt x="857582" y="878992"/>
                            <a:pt x="863530" y="869477"/>
                          </a:cubicBezTo>
                          <a:cubicBezTo>
                            <a:pt x="870666" y="858772"/>
                            <a:pt x="862340" y="858772"/>
                            <a:pt x="868288" y="843309"/>
                          </a:cubicBezTo>
                          <a:cubicBezTo>
                            <a:pt x="869477" y="838552"/>
                            <a:pt x="874235" y="838552"/>
                            <a:pt x="875424" y="836173"/>
                          </a:cubicBezTo>
                          <a:cubicBezTo>
                            <a:pt x="878992" y="831415"/>
                            <a:pt x="874235" y="826657"/>
                            <a:pt x="875424" y="820710"/>
                          </a:cubicBezTo>
                          <a:cubicBezTo>
                            <a:pt x="876613" y="813573"/>
                            <a:pt x="877803" y="810005"/>
                            <a:pt x="881371" y="805247"/>
                          </a:cubicBezTo>
                          <a:cubicBezTo>
                            <a:pt x="884939" y="800490"/>
                            <a:pt x="883750" y="800490"/>
                            <a:pt x="886129" y="796921"/>
                          </a:cubicBezTo>
                          <a:cubicBezTo>
                            <a:pt x="888507" y="792164"/>
                            <a:pt x="889697" y="792164"/>
                            <a:pt x="892076" y="788595"/>
                          </a:cubicBezTo>
                          <a:cubicBezTo>
                            <a:pt x="895644" y="785027"/>
                            <a:pt x="900402" y="780269"/>
                            <a:pt x="906349" y="777890"/>
                          </a:cubicBezTo>
                          <a:cubicBezTo>
                            <a:pt x="911107" y="775511"/>
                            <a:pt x="905160" y="765996"/>
                            <a:pt x="908728" y="762428"/>
                          </a:cubicBezTo>
                          <a:cubicBezTo>
                            <a:pt x="913486" y="758859"/>
                            <a:pt x="915865" y="755291"/>
                            <a:pt x="918243" y="750534"/>
                          </a:cubicBezTo>
                          <a:cubicBezTo>
                            <a:pt x="920622" y="745776"/>
                            <a:pt x="923001" y="737450"/>
                            <a:pt x="926569" y="732692"/>
                          </a:cubicBezTo>
                          <a:cubicBezTo>
                            <a:pt x="930138" y="729124"/>
                            <a:pt x="930138" y="723176"/>
                            <a:pt x="931327" y="719608"/>
                          </a:cubicBezTo>
                          <a:cubicBezTo>
                            <a:pt x="932517" y="716040"/>
                            <a:pt x="936085" y="716040"/>
                            <a:pt x="939654" y="713661"/>
                          </a:cubicBezTo>
                          <a:cubicBezTo>
                            <a:pt x="947979" y="707714"/>
                            <a:pt x="947979" y="688683"/>
                            <a:pt x="958684" y="693440"/>
                          </a:cubicBezTo>
                          <a:cubicBezTo>
                            <a:pt x="958684" y="693440"/>
                            <a:pt x="961063" y="689872"/>
                            <a:pt x="961063" y="689872"/>
                          </a:cubicBezTo>
                          <a:cubicBezTo>
                            <a:pt x="961063" y="688683"/>
                            <a:pt x="957495" y="689872"/>
                            <a:pt x="957495" y="688683"/>
                          </a:cubicBezTo>
                          <a:cubicBezTo>
                            <a:pt x="956305" y="683925"/>
                            <a:pt x="971768" y="687493"/>
                            <a:pt x="975337" y="683925"/>
                          </a:cubicBezTo>
                          <a:cubicBezTo>
                            <a:pt x="980094" y="679167"/>
                            <a:pt x="975337" y="670841"/>
                            <a:pt x="977715" y="664894"/>
                          </a:cubicBezTo>
                          <a:cubicBezTo>
                            <a:pt x="983662" y="664894"/>
                            <a:pt x="986041" y="660136"/>
                            <a:pt x="984852" y="654189"/>
                          </a:cubicBezTo>
                          <a:cubicBezTo>
                            <a:pt x="987231" y="653000"/>
                            <a:pt x="990799" y="651810"/>
                            <a:pt x="993178" y="650621"/>
                          </a:cubicBezTo>
                          <a:cubicBezTo>
                            <a:pt x="994367" y="642295"/>
                            <a:pt x="995557" y="636348"/>
                            <a:pt x="996746" y="626832"/>
                          </a:cubicBezTo>
                          <a:cubicBezTo>
                            <a:pt x="997936" y="618506"/>
                            <a:pt x="1002694" y="613749"/>
                            <a:pt x="1005073" y="606612"/>
                          </a:cubicBezTo>
                          <a:cubicBezTo>
                            <a:pt x="1008641" y="597096"/>
                            <a:pt x="1005073" y="589960"/>
                            <a:pt x="1013398" y="585202"/>
                          </a:cubicBezTo>
                          <a:cubicBezTo>
                            <a:pt x="1014588" y="566171"/>
                            <a:pt x="1027671" y="557845"/>
                            <a:pt x="1027671" y="551898"/>
                          </a:cubicBezTo>
                          <a:cubicBezTo>
                            <a:pt x="1027671" y="549519"/>
                            <a:pt x="1027671" y="547140"/>
                            <a:pt x="1026482" y="543572"/>
                          </a:cubicBezTo>
                          <a:cubicBezTo>
                            <a:pt x="1025292" y="543572"/>
                            <a:pt x="1022914" y="542382"/>
                            <a:pt x="1022914" y="540003"/>
                          </a:cubicBezTo>
                          <a:cubicBezTo>
                            <a:pt x="1022914" y="538814"/>
                            <a:pt x="1025292" y="540003"/>
                            <a:pt x="1026482" y="540003"/>
                          </a:cubicBezTo>
                          <a:cubicBezTo>
                            <a:pt x="1034808" y="528109"/>
                            <a:pt x="1021724" y="513836"/>
                            <a:pt x="1021724" y="501941"/>
                          </a:cubicBezTo>
                          <a:cubicBezTo>
                            <a:pt x="1021724" y="494805"/>
                            <a:pt x="1026482" y="491237"/>
                            <a:pt x="1027671" y="484100"/>
                          </a:cubicBezTo>
                          <a:cubicBezTo>
                            <a:pt x="1028861" y="478153"/>
                            <a:pt x="1026482" y="471016"/>
                            <a:pt x="1028861" y="465069"/>
                          </a:cubicBezTo>
                          <a:cubicBezTo>
                            <a:pt x="1027671" y="459122"/>
                            <a:pt x="1024103" y="451985"/>
                            <a:pt x="1024103" y="4519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0" name="Freeform 479">
                      <a:extLst>
                        <a:ext uri="{FF2B5EF4-FFF2-40B4-BE49-F238E27FC236}">
                          <a16:creationId xmlns:a16="http://schemas.microsoft.com/office/drawing/2014/main" id="{217BC662-449A-F730-E57E-AA05C6A7A2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4848" y="4982918"/>
                      <a:ext cx="892" cy="892"/>
                    </a:xfrm>
                    <a:custGeom>
                      <a:avLst/>
                      <a:gdLst>
                        <a:gd name="connsiteX0" fmla="*/ 0 w 892"/>
                        <a:gd name="connsiteY0" fmla="*/ 892 h 892"/>
                        <a:gd name="connsiteX1" fmla="*/ 0 w 892"/>
                        <a:gd name="connsiteY1" fmla="*/ 892 h 892"/>
                        <a:gd name="connsiteX2" fmla="*/ 0 w 892"/>
                        <a:gd name="connsiteY2" fmla="*/ 892 h 892"/>
                        <a:gd name="connsiteX3" fmla="*/ 0 w 892"/>
                        <a:gd name="connsiteY3" fmla="*/ 892 h 8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92" h="892">
                          <a:moveTo>
                            <a:pt x="0" y="892"/>
                          </a:moveTo>
                          <a:cubicBezTo>
                            <a:pt x="0" y="892"/>
                            <a:pt x="1190" y="-297"/>
                            <a:pt x="0" y="892"/>
                          </a:cubicBezTo>
                          <a:cubicBezTo>
                            <a:pt x="1190" y="-297"/>
                            <a:pt x="1190" y="-297"/>
                            <a:pt x="0" y="892"/>
                          </a:cubicBezTo>
                          <a:cubicBezTo>
                            <a:pt x="1190" y="-297"/>
                            <a:pt x="0" y="-297"/>
                            <a:pt x="0" y="8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1" name="Freeform 480">
                      <a:extLst>
                        <a:ext uri="{FF2B5EF4-FFF2-40B4-BE49-F238E27FC236}">
                          <a16:creationId xmlns:a16="http://schemas.microsoft.com/office/drawing/2014/main" id="{DE6ADC95-8281-0262-2CC7-7EE98D1057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52473" y="5649894"/>
                      <a:ext cx="13217" cy="25220"/>
                    </a:xfrm>
                    <a:custGeom>
                      <a:avLst/>
                      <a:gdLst>
                        <a:gd name="connsiteX0" fmla="*/ 7137 w 13217"/>
                        <a:gd name="connsiteY0" fmla="*/ 23789 h 25220"/>
                        <a:gd name="connsiteX1" fmla="*/ 13084 w 13217"/>
                        <a:gd name="connsiteY1" fmla="*/ 13084 h 25220"/>
                        <a:gd name="connsiteX2" fmla="*/ 11894 w 13217"/>
                        <a:gd name="connsiteY2" fmla="*/ 7137 h 25220"/>
                        <a:gd name="connsiteX3" fmla="*/ 10705 w 13217"/>
                        <a:gd name="connsiteY3" fmla="*/ 0 h 25220"/>
                        <a:gd name="connsiteX4" fmla="*/ 3568 w 13217"/>
                        <a:gd name="connsiteY4" fmla="*/ 5947 h 25220"/>
                        <a:gd name="connsiteX5" fmla="*/ 2379 w 13217"/>
                        <a:gd name="connsiteY5" fmla="*/ 11894 h 25220"/>
                        <a:gd name="connsiteX6" fmla="*/ 0 w 13217"/>
                        <a:gd name="connsiteY6" fmla="*/ 16652 h 25220"/>
                        <a:gd name="connsiteX7" fmla="*/ 7137 w 13217"/>
                        <a:gd name="connsiteY7" fmla="*/ 23789 h 252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3217" h="25220">
                          <a:moveTo>
                            <a:pt x="7137" y="23789"/>
                          </a:moveTo>
                          <a:cubicBezTo>
                            <a:pt x="7137" y="23789"/>
                            <a:pt x="14273" y="14273"/>
                            <a:pt x="13084" y="13084"/>
                          </a:cubicBezTo>
                          <a:cubicBezTo>
                            <a:pt x="11894" y="11894"/>
                            <a:pt x="10705" y="9516"/>
                            <a:pt x="11894" y="7137"/>
                          </a:cubicBezTo>
                          <a:cubicBezTo>
                            <a:pt x="13084" y="4758"/>
                            <a:pt x="13084" y="0"/>
                            <a:pt x="10705" y="0"/>
                          </a:cubicBezTo>
                          <a:cubicBezTo>
                            <a:pt x="8326" y="0"/>
                            <a:pt x="3568" y="4758"/>
                            <a:pt x="3568" y="5947"/>
                          </a:cubicBezTo>
                          <a:cubicBezTo>
                            <a:pt x="3568" y="8326"/>
                            <a:pt x="3568" y="10705"/>
                            <a:pt x="2379" y="11894"/>
                          </a:cubicBezTo>
                          <a:cubicBezTo>
                            <a:pt x="1190" y="13084"/>
                            <a:pt x="0" y="13084"/>
                            <a:pt x="0" y="16652"/>
                          </a:cubicBezTo>
                          <a:cubicBezTo>
                            <a:pt x="0" y="20221"/>
                            <a:pt x="2379" y="28546"/>
                            <a:pt x="7137" y="237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2" name="Freeform 481">
                      <a:extLst>
                        <a:ext uri="{FF2B5EF4-FFF2-40B4-BE49-F238E27FC236}">
                          <a16:creationId xmlns:a16="http://schemas.microsoft.com/office/drawing/2014/main" id="{09360D56-A396-8AAA-B094-77B7BFC2F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3082" y="5669096"/>
                      <a:ext cx="14561" cy="16668"/>
                    </a:xfrm>
                    <a:custGeom>
                      <a:avLst/>
                      <a:gdLst>
                        <a:gd name="connsiteX0" fmla="*/ 493 w 14561"/>
                        <a:gd name="connsiteY0" fmla="*/ 10533 h 16668"/>
                        <a:gd name="connsiteX1" fmla="*/ 6440 w 14561"/>
                        <a:gd name="connsiteY1" fmla="*/ 16480 h 16668"/>
                        <a:gd name="connsiteX2" fmla="*/ 11198 w 14561"/>
                        <a:gd name="connsiteY2" fmla="*/ 14102 h 16668"/>
                        <a:gd name="connsiteX3" fmla="*/ 13577 w 14561"/>
                        <a:gd name="connsiteY3" fmla="*/ 10533 h 16668"/>
                        <a:gd name="connsiteX4" fmla="*/ 6440 w 14561"/>
                        <a:gd name="connsiteY4" fmla="*/ 2207 h 16668"/>
                        <a:gd name="connsiteX5" fmla="*/ 1682 w 14561"/>
                        <a:gd name="connsiteY5" fmla="*/ 1018 h 16668"/>
                        <a:gd name="connsiteX6" fmla="*/ 1682 w 14561"/>
                        <a:gd name="connsiteY6" fmla="*/ 6965 h 16668"/>
                        <a:gd name="connsiteX7" fmla="*/ 493 w 14561"/>
                        <a:gd name="connsiteY7" fmla="*/ 10533 h 166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4561" h="16668">
                          <a:moveTo>
                            <a:pt x="493" y="10533"/>
                          </a:moveTo>
                          <a:cubicBezTo>
                            <a:pt x="1682" y="12912"/>
                            <a:pt x="2872" y="17670"/>
                            <a:pt x="6440" y="16480"/>
                          </a:cubicBezTo>
                          <a:cubicBezTo>
                            <a:pt x="6440" y="16480"/>
                            <a:pt x="8819" y="14102"/>
                            <a:pt x="11198" y="14102"/>
                          </a:cubicBezTo>
                          <a:cubicBezTo>
                            <a:pt x="13577" y="14102"/>
                            <a:pt x="15955" y="14102"/>
                            <a:pt x="13577" y="10533"/>
                          </a:cubicBezTo>
                          <a:cubicBezTo>
                            <a:pt x="11198" y="6965"/>
                            <a:pt x="7630" y="3397"/>
                            <a:pt x="6440" y="2207"/>
                          </a:cubicBezTo>
                          <a:cubicBezTo>
                            <a:pt x="5251" y="1018"/>
                            <a:pt x="2872" y="-1361"/>
                            <a:pt x="1682" y="1018"/>
                          </a:cubicBezTo>
                          <a:cubicBezTo>
                            <a:pt x="1682" y="3397"/>
                            <a:pt x="2872" y="4586"/>
                            <a:pt x="1682" y="6965"/>
                          </a:cubicBezTo>
                          <a:cubicBezTo>
                            <a:pt x="493" y="6965"/>
                            <a:pt x="-697" y="8155"/>
                            <a:pt x="493" y="105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3" name="Freeform 482">
                      <a:extLst>
                        <a:ext uri="{FF2B5EF4-FFF2-40B4-BE49-F238E27FC236}">
                          <a16:creationId xmlns:a16="http://schemas.microsoft.com/office/drawing/2014/main" id="{C24CC7B1-DDE4-140E-D7C4-66AD75B89E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1196" y="5689145"/>
                      <a:ext cx="14512" cy="8325"/>
                    </a:xfrm>
                    <a:custGeom>
                      <a:avLst/>
                      <a:gdLst>
                        <a:gd name="connsiteX0" fmla="*/ 8326 w 14512"/>
                        <a:gd name="connsiteY0" fmla="*/ 0 h 8325"/>
                        <a:gd name="connsiteX1" fmla="*/ 0 w 14512"/>
                        <a:gd name="connsiteY1" fmla="*/ 2379 h 8325"/>
                        <a:gd name="connsiteX2" fmla="*/ 5947 w 14512"/>
                        <a:gd name="connsiteY2" fmla="*/ 5947 h 8325"/>
                        <a:gd name="connsiteX3" fmla="*/ 10705 w 14512"/>
                        <a:gd name="connsiteY3" fmla="*/ 7136 h 8325"/>
                        <a:gd name="connsiteX4" fmla="*/ 14273 w 14512"/>
                        <a:gd name="connsiteY4" fmla="*/ 5947 h 8325"/>
                        <a:gd name="connsiteX5" fmla="*/ 8326 w 14512"/>
                        <a:gd name="connsiteY5" fmla="*/ 0 h 83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4512" h="8325">
                          <a:moveTo>
                            <a:pt x="8326" y="0"/>
                          </a:moveTo>
                          <a:cubicBezTo>
                            <a:pt x="5947" y="0"/>
                            <a:pt x="0" y="0"/>
                            <a:pt x="0" y="2379"/>
                          </a:cubicBezTo>
                          <a:cubicBezTo>
                            <a:pt x="0" y="4758"/>
                            <a:pt x="0" y="7136"/>
                            <a:pt x="5947" y="5947"/>
                          </a:cubicBezTo>
                          <a:cubicBezTo>
                            <a:pt x="5947" y="5947"/>
                            <a:pt x="9516" y="5947"/>
                            <a:pt x="10705" y="7136"/>
                          </a:cubicBezTo>
                          <a:cubicBezTo>
                            <a:pt x="11894" y="8326"/>
                            <a:pt x="15463" y="9515"/>
                            <a:pt x="14273" y="5947"/>
                          </a:cubicBezTo>
                          <a:cubicBezTo>
                            <a:pt x="15463" y="3568"/>
                            <a:pt x="11894" y="1189"/>
                            <a:pt x="8326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4" name="Freeform 483">
                      <a:extLst>
                        <a:ext uri="{FF2B5EF4-FFF2-40B4-BE49-F238E27FC236}">
                          <a16:creationId xmlns:a16="http://schemas.microsoft.com/office/drawing/2014/main" id="{99D793D9-7C39-E56A-D754-69307C1075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4298" y="5699850"/>
                      <a:ext cx="3373" cy="5081"/>
                    </a:xfrm>
                    <a:custGeom>
                      <a:avLst/>
                      <a:gdLst>
                        <a:gd name="connsiteX0" fmla="*/ 2845 w 3373"/>
                        <a:gd name="connsiteY0" fmla="*/ 0 h 5081"/>
                        <a:gd name="connsiteX1" fmla="*/ 467 w 3373"/>
                        <a:gd name="connsiteY1" fmla="*/ 2379 h 5081"/>
                        <a:gd name="connsiteX2" fmla="*/ 2845 w 3373"/>
                        <a:gd name="connsiteY2" fmla="*/ 4758 h 5081"/>
                        <a:gd name="connsiteX3" fmla="*/ 2845 w 3373"/>
                        <a:gd name="connsiteY3" fmla="*/ 0 h 5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373" h="5081">
                          <a:moveTo>
                            <a:pt x="2845" y="0"/>
                          </a:moveTo>
                          <a:cubicBezTo>
                            <a:pt x="467" y="0"/>
                            <a:pt x="-723" y="0"/>
                            <a:pt x="467" y="2379"/>
                          </a:cubicBezTo>
                          <a:cubicBezTo>
                            <a:pt x="1656" y="3568"/>
                            <a:pt x="1656" y="5947"/>
                            <a:pt x="2845" y="4758"/>
                          </a:cubicBezTo>
                          <a:cubicBezTo>
                            <a:pt x="2845" y="3568"/>
                            <a:pt x="4035" y="0"/>
                            <a:pt x="2845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5" name="Freeform 484">
                      <a:extLst>
                        <a:ext uri="{FF2B5EF4-FFF2-40B4-BE49-F238E27FC236}">
                          <a16:creationId xmlns:a16="http://schemas.microsoft.com/office/drawing/2014/main" id="{D042C8DA-33C0-726F-2233-97898A6C09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6590" y="5683198"/>
                      <a:ext cx="6632" cy="8792"/>
                    </a:xfrm>
                    <a:custGeom>
                      <a:avLst/>
                      <a:gdLst>
                        <a:gd name="connsiteX0" fmla="*/ 6104 w 6632"/>
                        <a:gd name="connsiteY0" fmla="*/ 0 h 8792"/>
                        <a:gd name="connsiteX1" fmla="*/ 156 w 6632"/>
                        <a:gd name="connsiteY1" fmla="*/ 5947 h 8792"/>
                        <a:gd name="connsiteX2" fmla="*/ 3724 w 6632"/>
                        <a:gd name="connsiteY2" fmla="*/ 8326 h 8792"/>
                        <a:gd name="connsiteX3" fmla="*/ 6104 w 6632"/>
                        <a:gd name="connsiteY3" fmla="*/ 4758 h 8792"/>
                        <a:gd name="connsiteX4" fmla="*/ 6104 w 6632"/>
                        <a:gd name="connsiteY4" fmla="*/ 0 h 87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632" h="8792">
                          <a:moveTo>
                            <a:pt x="6104" y="0"/>
                          </a:moveTo>
                          <a:cubicBezTo>
                            <a:pt x="4914" y="0"/>
                            <a:pt x="-1033" y="3568"/>
                            <a:pt x="156" y="5947"/>
                          </a:cubicBezTo>
                          <a:cubicBezTo>
                            <a:pt x="1345" y="8326"/>
                            <a:pt x="1345" y="9515"/>
                            <a:pt x="3724" y="8326"/>
                          </a:cubicBezTo>
                          <a:cubicBezTo>
                            <a:pt x="3724" y="8326"/>
                            <a:pt x="4914" y="7136"/>
                            <a:pt x="6104" y="4758"/>
                          </a:cubicBezTo>
                          <a:cubicBezTo>
                            <a:pt x="6104" y="2379"/>
                            <a:pt x="7293" y="0"/>
                            <a:pt x="6104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6" name="Freeform 485">
                      <a:extLst>
                        <a:ext uri="{FF2B5EF4-FFF2-40B4-BE49-F238E27FC236}">
                          <a16:creationId xmlns:a16="http://schemas.microsoft.com/office/drawing/2014/main" id="{8E305AFF-183D-53E4-F7E6-68CBD60389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4579" y="5685577"/>
                      <a:ext cx="4061" cy="4941"/>
                    </a:xfrm>
                    <a:custGeom>
                      <a:avLst/>
                      <a:gdLst>
                        <a:gd name="connsiteX0" fmla="*/ 4061 w 4061"/>
                        <a:gd name="connsiteY0" fmla="*/ 3569 h 4941"/>
                        <a:gd name="connsiteX1" fmla="*/ 1682 w 4061"/>
                        <a:gd name="connsiteY1" fmla="*/ 0 h 4941"/>
                        <a:gd name="connsiteX2" fmla="*/ 493 w 4061"/>
                        <a:gd name="connsiteY2" fmla="*/ 3569 h 4941"/>
                        <a:gd name="connsiteX3" fmla="*/ 4061 w 4061"/>
                        <a:gd name="connsiteY3" fmla="*/ 3569 h 49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061" h="4941">
                          <a:moveTo>
                            <a:pt x="4061" y="3569"/>
                          </a:moveTo>
                          <a:cubicBezTo>
                            <a:pt x="4061" y="3569"/>
                            <a:pt x="2872" y="0"/>
                            <a:pt x="1682" y="0"/>
                          </a:cubicBezTo>
                          <a:cubicBezTo>
                            <a:pt x="493" y="0"/>
                            <a:pt x="-697" y="1190"/>
                            <a:pt x="493" y="3569"/>
                          </a:cubicBezTo>
                          <a:cubicBezTo>
                            <a:pt x="2872" y="4758"/>
                            <a:pt x="4061" y="5947"/>
                            <a:pt x="4061" y="356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7" name="Freeform 486">
                      <a:extLst>
                        <a:ext uri="{FF2B5EF4-FFF2-40B4-BE49-F238E27FC236}">
                          <a16:creationId xmlns:a16="http://schemas.microsoft.com/office/drawing/2014/main" id="{BDA712E1-FEA9-BAEE-41F0-CFE4AAC0CD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2693" y="5693719"/>
                      <a:ext cx="5947" cy="5726"/>
                    </a:xfrm>
                    <a:custGeom>
                      <a:avLst/>
                      <a:gdLst>
                        <a:gd name="connsiteX0" fmla="*/ 0 w 5947"/>
                        <a:gd name="connsiteY0" fmla="*/ 1374 h 5726"/>
                        <a:gd name="connsiteX1" fmla="*/ 5947 w 5947"/>
                        <a:gd name="connsiteY1" fmla="*/ 4942 h 5726"/>
                        <a:gd name="connsiteX2" fmla="*/ 4758 w 5947"/>
                        <a:gd name="connsiteY2" fmla="*/ 1374 h 5726"/>
                        <a:gd name="connsiteX3" fmla="*/ 0 w 5947"/>
                        <a:gd name="connsiteY3" fmla="*/ 1374 h 57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947" h="5726">
                          <a:moveTo>
                            <a:pt x="0" y="1374"/>
                          </a:moveTo>
                          <a:cubicBezTo>
                            <a:pt x="0" y="3752"/>
                            <a:pt x="2379" y="7321"/>
                            <a:pt x="5947" y="4942"/>
                          </a:cubicBezTo>
                          <a:cubicBezTo>
                            <a:pt x="5947" y="4942"/>
                            <a:pt x="5947" y="2563"/>
                            <a:pt x="4758" y="1374"/>
                          </a:cubicBezTo>
                          <a:cubicBezTo>
                            <a:pt x="2379" y="184"/>
                            <a:pt x="0" y="-1005"/>
                            <a:pt x="0" y="137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8" name="Freeform 487">
                      <a:extLst>
                        <a:ext uri="{FF2B5EF4-FFF2-40B4-BE49-F238E27FC236}">
                          <a16:creationId xmlns:a16="http://schemas.microsoft.com/office/drawing/2014/main" id="{98EA3105-8B3D-FF49-F131-422CC52B4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54852" y="5697368"/>
                      <a:ext cx="100405" cy="122854"/>
                    </a:xfrm>
                    <a:custGeom>
                      <a:avLst/>
                      <a:gdLst>
                        <a:gd name="connsiteX0" fmla="*/ 91587 w 100405"/>
                        <a:gd name="connsiteY0" fmla="*/ 11997 h 122854"/>
                        <a:gd name="connsiteX1" fmla="*/ 89208 w 100405"/>
                        <a:gd name="connsiteY1" fmla="*/ 16755 h 122854"/>
                        <a:gd name="connsiteX2" fmla="*/ 84450 w 100405"/>
                        <a:gd name="connsiteY2" fmla="*/ 15566 h 122854"/>
                        <a:gd name="connsiteX3" fmla="*/ 78502 w 100405"/>
                        <a:gd name="connsiteY3" fmla="*/ 21513 h 122854"/>
                        <a:gd name="connsiteX4" fmla="*/ 61851 w 100405"/>
                        <a:gd name="connsiteY4" fmla="*/ 19134 h 122854"/>
                        <a:gd name="connsiteX5" fmla="*/ 60661 w 100405"/>
                        <a:gd name="connsiteY5" fmla="*/ 25081 h 122854"/>
                        <a:gd name="connsiteX6" fmla="*/ 57093 w 100405"/>
                        <a:gd name="connsiteY6" fmla="*/ 22702 h 122854"/>
                        <a:gd name="connsiteX7" fmla="*/ 48767 w 100405"/>
                        <a:gd name="connsiteY7" fmla="*/ 25081 h 122854"/>
                        <a:gd name="connsiteX8" fmla="*/ 36872 w 100405"/>
                        <a:gd name="connsiteY8" fmla="*/ 15566 h 122854"/>
                        <a:gd name="connsiteX9" fmla="*/ 28547 w 100405"/>
                        <a:gd name="connsiteY9" fmla="*/ 9619 h 122854"/>
                        <a:gd name="connsiteX10" fmla="*/ 27357 w 100405"/>
                        <a:gd name="connsiteY10" fmla="*/ 3671 h 122854"/>
                        <a:gd name="connsiteX11" fmla="*/ 22600 w 100405"/>
                        <a:gd name="connsiteY11" fmla="*/ 8429 h 122854"/>
                        <a:gd name="connsiteX12" fmla="*/ 9515 w 100405"/>
                        <a:gd name="connsiteY12" fmla="*/ 103 h 122854"/>
                        <a:gd name="connsiteX13" fmla="*/ 8326 w 100405"/>
                        <a:gd name="connsiteY13" fmla="*/ 8429 h 122854"/>
                        <a:gd name="connsiteX14" fmla="*/ 5947 w 100405"/>
                        <a:gd name="connsiteY14" fmla="*/ 14376 h 122854"/>
                        <a:gd name="connsiteX15" fmla="*/ 8326 w 100405"/>
                        <a:gd name="connsiteY15" fmla="*/ 31028 h 122854"/>
                        <a:gd name="connsiteX16" fmla="*/ 7136 w 100405"/>
                        <a:gd name="connsiteY16" fmla="*/ 45302 h 122854"/>
                        <a:gd name="connsiteX17" fmla="*/ 8326 w 100405"/>
                        <a:gd name="connsiteY17" fmla="*/ 53627 h 122854"/>
                        <a:gd name="connsiteX18" fmla="*/ 8326 w 100405"/>
                        <a:gd name="connsiteY18" fmla="*/ 58385 h 122854"/>
                        <a:gd name="connsiteX19" fmla="*/ 10705 w 100405"/>
                        <a:gd name="connsiteY19" fmla="*/ 59575 h 122854"/>
                        <a:gd name="connsiteX20" fmla="*/ 11894 w 100405"/>
                        <a:gd name="connsiteY20" fmla="*/ 63143 h 122854"/>
                        <a:gd name="connsiteX21" fmla="*/ 14273 w 100405"/>
                        <a:gd name="connsiteY21" fmla="*/ 66711 h 122854"/>
                        <a:gd name="connsiteX22" fmla="*/ 9515 w 100405"/>
                        <a:gd name="connsiteY22" fmla="*/ 66711 h 122854"/>
                        <a:gd name="connsiteX23" fmla="*/ 5947 w 100405"/>
                        <a:gd name="connsiteY23" fmla="*/ 63143 h 122854"/>
                        <a:gd name="connsiteX24" fmla="*/ 2379 w 100405"/>
                        <a:gd name="connsiteY24" fmla="*/ 60764 h 122854"/>
                        <a:gd name="connsiteX25" fmla="*/ 0 w 100405"/>
                        <a:gd name="connsiteY25" fmla="*/ 66711 h 122854"/>
                        <a:gd name="connsiteX26" fmla="*/ 1189 w 100405"/>
                        <a:gd name="connsiteY26" fmla="*/ 75038 h 122854"/>
                        <a:gd name="connsiteX27" fmla="*/ 4758 w 100405"/>
                        <a:gd name="connsiteY27" fmla="*/ 77416 h 122854"/>
                        <a:gd name="connsiteX28" fmla="*/ 2379 w 100405"/>
                        <a:gd name="connsiteY28" fmla="*/ 80985 h 122854"/>
                        <a:gd name="connsiteX29" fmla="*/ 2379 w 100405"/>
                        <a:gd name="connsiteY29" fmla="*/ 94068 h 122854"/>
                        <a:gd name="connsiteX30" fmla="*/ 5947 w 100405"/>
                        <a:gd name="connsiteY30" fmla="*/ 97637 h 122854"/>
                        <a:gd name="connsiteX31" fmla="*/ 3568 w 100405"/>
                        <a:gd name="connsiteY31" fmla="*/ 100015 h 122854"/>
                        <a:gd name="connsiteX32" fmla="*/ 5947 w 100405"/>
                        <a:gd name="connsiteY32" fmla="*/ 105963 h 122854"/>
                        <a:gd name="connsiteX33" fmla="*/ 9515 w 100405"/>
                        <a:gd name="connsiteY33" fmla="*/ 107152 h 122854"/>
                        <a:gd name="connsiteX34" fmla="*/ 7136 w 100405"/>
                        <a:gd name="connsiteY34" fmla="*/ 110721 h 122854"/>
                        <a:gd name="connsiteX35" fmla="*/ 9515 w 100405"/>
                        <a:gd name="connsiteY35" fmla="*/ 117857 h 122854"/>
                        <a:gd name="connsiteX36" fmla="*/ 14273 w 100405"/>
                        <a:gd name="connsiteY36" fmla="*/ 115478 h 122854"/>
                        <a:gd name="connsiteX37" fmla="*/ 17842 w 100405"/>
                        <a:gd name="connsiteY37" fmla="*/ 119046 h 122854"/>
                        <a:gd name="connsiteX38" fmla="*/ 21410 w 100405"/>
                        <a:gd name="connsiteY38" fmla="*/ 115478 h 122854"/>
                        <a:gd name="connsiteX39" fmla="*/ 22600 w 100405"/>
                        <a:gd name="connsiteY39" fmla="*/ 119046 h 122854"/>
                        <a:gd name="connsiteX40" fmla="*/ 26168 w 100405"/>
                        <a:gd name="connsiteY40" fmla="*/ 122615 h 122854"/>
                        <a:gd name="connsiteX41" fmla="*/ 30925 w 100405"/>
                        <a:gd name="connsiteY41" fmla="*/ 119046 h 122854"/>
                        <a:gd name="connsiteX42" fmla="*/ 33304 w 100405"/>
                        <a:gd name="connsiteY42" fmla="*/ 114289 h 122854"/>
                        <a:gd name="connsiteX43" fmla="*/ 34494 w 100405"/>
                        <a:gd name="connsiteY43" fmla="*/ 108342 h 122854"/>
                        <a:gd name="connsiteX44" fmla="*/ 35683 w 100405"/>
                        <a:gd name="connsiteY44" fmla="*/ 102394 h 122854"/>
                        <a:gd name="connsiteX45" fmla="*/ 40441 w 100405"/>
                        <a:gd name="connsiteY45" fmla="*/ 104773 h 122854"/>
                        <a:gd name="connsiteX46" fmla="*/ 44009 w 100405"/>
                        <a:gd name="connsiteY46" fmla="*/ 101205 h 122854"/>
                        <a:gd name="connsiteX47" fmla="*/ 46388 w 100405"/>
                        <a:gd name="connsiteY47" fmla="*/ 95258 h 122854"/>
                        <a:gd name="connsiteX48" fmla="*/ 49956 w 100405"/>
                        <a:gd name="connsiteY48" fmla="*/ 98826 h 122854"/>
                        <a:gd name="connsiteX49" fmla="*/ 55904 w 100405"/>
                        <a:gd name="connsiteY49" fmla="*/ 95258 h 122854"/>
                        <a:gd name="connsiteX50" fmla="*/ 61851 w 100405"/>
                        <a:gd name="connsiteY50" fmla="*/ 96447 h 122854"/>
                        <a:gd name="connsiteX51" fmla="*/ 61851 w 100405"/>
                        <a:gd name="connsiteY51" fmla="*/ 101205 h 122854"/>
                        <a:gd name="connsiteX52" fmla="*/ 57093 w 100405"/>
                        <a:gd name="connsiteY52" fmla="*/ 100015 h 122854"/>
                        <a:gd name="connsiteX53" fmla="*/ 57093 w 100405"/>
                        <a:gd name="connsiteY53" fmla="*/ 105963 h 122854"/>
                        <a:gd name="connsiteX54" fmla="*/ 65419 w 100405"/>
                        <a:gd name="connsiteY54" fmla="*/ 104773 h 122854"/>
                        <a:gd name="connsiteX55" fmla="*/ 68987 w 100405"/>
                        <a:gd name="connsiteY55" fmla="*/ 98826 h 122854"/>
                        <a:gd name="connsiteX56" fmla="*/ 71366 w 100405"/>
                        <a:gd name="connsiteY56" fmla="*/ 94068 h 122854"/>
                        <a:gd name="connsiteX57" fmla="*/ 66608 w 100405"/>
                        <a:gd name="connsiteY57" fmla="*/ 90500 h 122854"/>
                        <a:gd name="connsiteX58" fmla="*/ 70177 w 100405"/>
                        <a:gd name="connsiteY58" fmla="*/ 85742 h 122854"/>
                        <a:gd name="connsiteX59" fmla="*/ 70177 w 100405"/>
                        <a:gd name="connsiteY59" fmla="*/ 80985 h 122854"/>
                        <a:gd name="connsiteX60" fmla="*/ 76124 w 100405"/>
                        <a:gd name="connsiteY60" fmla="*/ 78606 h 122854"/>
                        <a:gd name="connsiteX61" fmla="*/ 77313 w 100405"/>
                        <a:gd name="connsiteY61" fmla="*/ 66711 h 122854"/>
                        <a:gd name="connsiteX62" fmla="*/ 80881 w 100405"/>
                        <a:gd name="connsiteY62" fmla="*/ 66711 h 122854"/>
                        <a:gd name="connsiteX63" fmla="*/ 83260 w 100405"/>
                        <a:gd name="connsiteY63" fmla="*/ 61954 h 122854"/>
                        <a:gd name="connsiteX64" fmla="*/ 85639 w 100405"/>
                        <a:gd name="connsiteY64" fmla="*/ 71469 h 122854"/>
                        <a:gd name="connsiteX65" fmla="*/ 88018 w 100405"/>
                        <a:gd name="connsiteY65" fmla="*/ 63143 h 122854"/>
                        <a:gd name="connsiteX66" fmla="*/ 89208 w 100405"/>
                        <a:gd name="connsiteY66" fmla="*/ 57196 h 122854"/>
                        <a:gd name="connsiteX67" fmla="*/ 88018 w 100405"/>
                        <a:gd name="connsiteY67" fmla="*/ 50059 h 122854"/>
                        <a:gd name="connsiteX68" fmla="*/ 91587 w 100405"/>
                        <a:gd name="connsiteY68" fmla="*/ 44112 h 122854"/>
                        <a:gd name="connsiteX69" fmla="*/ 91587 w 100405"/>
                        <a:gd name="connsiteY69" fmla="*/ 35786 h 122854"/>
                        <a:gd name="connsiteX70" fmla="*/ 97534 w 100405"/>
                        <a:gd name="connsiteY70" fmla="*/ 27460 h 122854"/>
                        <a:gd name="connsiteX71" fmla="*/ 98723 w 100405"/>
                        <a:gd name="connsiteY71" fmla="*/ 19134 h 122854"/>
                        <a:gd name="connsiteX72" fmla="*/ 99913 w 100405"/>
                        <a:gd name="connsiteY72" fmla="*/ 13187 h 122854"/>
                        <a:gd name="connsiteX73" fmla="*/ 91587 w 100405"/>
                        <a:gd name="connsiteY73" fmla="*/ 11997 h 1228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</a:cxnLst>
                      <a:rect l="l" t="t" r="r" b="b"/>
                      <a:pathLst>
                        <a:path w="100405" h="122854">
                          <a:moveTo>
                            <a:pt x="91587" y="11997"/>
                          </a:moveTo>
                          <a:cubicBezTo>
                            <a:pt x="91587" y="13187"/>
                            <a:pt x="90397" y="16755"/>
                            <a:pt x="89208" y="16755"/>
                          </a:cubicBezTo>
                          <a:cubicBezTo>
                            <a:pt x="88018" y="16755"/>
                            <a:pt x="86829" y="14376"/>
                            <a:pt x="84450" y="15566"/>
                          </a:cubicBezTo>
                          <a:cubicBezTo>
                            <a:pt x="82071" y="16755"/>
                            <a:pt x="82071" y="21513"/>
                            <a:pt x="78502" y="21513"/>
                          </a:cubicBezTo>
                          <a:cubicBezTo>
                            <a:pt x="74934" y="20323"/>
                            <a:pt x="63040" y="19134"/>
                            <a:pt x="61851" y="19134"/>
                          </a:cubicBezTo>
                          <a:cubicBezTo>
                            <a:pt x="60661" y="19134"/>
                            <a:pt x="63040" y="25081"/>
                            <a:pt x="60661" y="25081"/>
                          </a:cubicBezTo>
                          <a:cubicBezTo>
                            <a:pt x="58283" y="25081"/>
                            <a:pt x="59472" y="22702"/>
                            <a:pt x="57093" y="22702"/>
                          </a:cubicBezTo>
                          <a:cubicBezTo>
                            <a:pt x="54714" y="22702"/>
                            <a:pt x="51146" y="26271"/>
                            <a:pt x="48767" y="25081"/>
                          </a:cubicBezTo>
                          <a:cubicBezTo>
                            <a:pt x="46388" y="23892"/>
                            <a:pt x="40441" y="16755"/>
                            <a:pt x="36872" y="15566"/>
                          </a:cubicBezTo>
                          <a:cubicBezTo>
                            <a:pt x="34494" y="13187"/>
                            <a:pt x="29736" y="11997"/>
                            <a:pt x="28547" y="9619"/>
                          </a:cubicBezTo>
                          <a:cubicBezTo>
                            <a:pt x="27357" y="7240"/>
                            <a:pt x="29736" y="2482"/>
                            <a:pt x="27357" y="3671"/>
                          </a:cubicBezTo>
                          <a:cubicBezTo>
                            <a:pt x="26168" y="4861"/>
                            <a:pt x="24978" y="8429"/>
                            <a:pt x="22600" y="8429"/>
                          </a:cubicBezTo>
                          <a:cubicBezTo>
                            <a:pt x="21410" y="8429"/>
                            <a:pt x="10705" y="-1087"/>
                            <a:pt x="9515" y="103"/>
                          </a:cubicBezTo>
                          <a:cubicBezTo>
                            <a:pt x="8326" y="1292"/>
                            <a:pt x="9515" y="8429"/>
                            <a:pt x="8326" y="8429"/>
                          </a:cubicBezTo>
                          <a:cubicBezTo>
                            <a:pt x="8326" y="8429"/>
                            <a:pt x="5947" y="11997"/>
                            <a:pt x="5947" y="14376"/>
                          </a:cubicBezTo>
                          <a:cubicBezTo>
                            <a:pt x="5947" y="16755"/>
                            <a:pt x="8326" y="27460"/>
                            <a:pt x="8326" y="31028"/>
                          </a:cubicBezTo>
                          <a:cubicBezTo>
                            <a:pt x="8326" y="34596"/>
                            <a:pt x="5947" y="40544"/>
                            <a:pt x="7136" y="45302"/>
                          </a:cubicBezTo>
                          <a:cubicBezTo>
                            <a:pt x="8326" y="50059"/>
                            <a:pt x="9515" y="51249"/>
                            <a:pt x="8326" y="53627"/>
                          </a:cubicBezTo>
                          <a:cubicBezTo>
                            <a:pt x="7136" y="56006"/>
                            <a:pt x="7136" y="58385"/>
                            <a:pt x="8326" y="58385"/>
                          </a:cubicBezTo>
                          <a:cubicBezTo>
                            <a:pt x="9515" y="59575"/>
                            <a:pt x="10705" y="58385"/>
                            <a:pt x="10705" y="59575"/>
                          </a:cubicBezTo>
                          <a:cubicBezTo>
                            <a:pt x="10705" y="60764"/>
                            <a:pt x="10705" y="63143"/>
                            <a:pt x="11894" y="63143"/>
                          </a:cubicBezTo>
                          <a:cubicBezTo>
                            <a:pt x="13083" y="64332"/>
                            <a:pt x="15463" y="65522"/>
                            <a:pt x="14273" y="66711"/>
                          </a:cubicBezTo>
                          <a:cubicBezTo>
                            <a:pt x="13083" y="66711"/>
                            <a:pt x="11894" y="66711"/>
                            <a:pt x="9515" y="66711"/>
                          </a:cubicBezTo>
                          <a:cubicBezTo>
                            <a:pt x="8326" y="66711"/>
                            <a:pt x="7136" y="64332"/>
                            <a:pt x="5947" y="63143"/>
                          </a:cubicBezTo>
                          <a:cubicBezTo>
                            <a:pt x="4758" y="61954"/>
                            <a:pt x="3568" y="60764"/>
                            <a:pt x="2379" y="60764"/>
                          </a:cubicBezTo>
                          <a:cubicBezTo>
                            <a:pt x="2379" y="61954"/>
                            <a:pt x="0" y="65522"/>
                            <a:pt x="0" y="66711"/>
                          </a:cubicBezTo>
                          <a:cubicBezTo>
                            <a:pt x="0" y="67901"/>
                            <a:pt x="0" y="73848"/>
                            <a:pt x="1189" y="75038"/>
                          </a:cubicBezTo>
                          <a:cubicBezTo>
                            <a:pt x="3568" y="76227"/>
                            <a:pt x="4758" y="76227"/>
                            <a:pt x="4758" y="77416"/>
                          </a:cubicBezTo>
                          <a:cubicBezTo>
                            <a:pt x="3568" y="78606"/>
                            <a:pt x="2379" y="78606"/>
                            <a:pt x="2379" y="80985"/>
                          </a:cubicBezTo>
                          <a:cubicBezTo>
                            <a:pt x="2379" y="83363"/>
                            <a:pt x="1189" y="92879"/>
                            <a:pt x="2379" y="94068"/>
                          </a:cubicBezTo>
                          <a:cubicBezTo>
                            <a:pt x="3568" y="95258"/>
                            <a:pt x="7136" y="96447"/>
                            <a:pt x="5947" y="97637"/>
                          </a:cubicBezTo>
                          <a:cubicBezTo>
                            <a:pt x="4758" y="98826"/>
                            <a:pt x="3568" y="98826"/>
                            <a:pt x="3568" y="100015"/>
                          </a:cubicBezTo>
                          <a:cubicBezTo>
                            <a:pt x="3568" y="101205"/>
                            <a:pt x="4758" y="105963"/>
                            <a:pt x="5947" y="105963"/>
                          </a:cubicBezTo>
                          <a:cubicBezTo>
                            <a:pt x="7136" y="105963"/>
                            <a:pt x="10705" y="105963"/>
                            <a:pt x="9515" y="107152"/>
                          </a:cubicBezTo>
                          <a:cubicBezTo>
                            <a:pt x="8326" y="108342"/>
                            <a:pt x="7136" y="108342"/>
                            <a:pt x="7136" y="110721"/>
                          </a:cubicBezTo>
                          <a:cubicBezTo>
                            <a:pt x="7136" y="113099"/>
                            <a:pt x="7136" y="117857"/>
                            <a:pt x="9515" y="117857"/>
                          </a:cubicBezTo>
                          <a:cubicBezTo>
                            <a:pt x="11894" y="116668"/>
                            <a:pt x="14273" y="114289"/>
                            <a:pt x="14273" y="115478"/>
                          </a:cubicBezTo>
                          <a:cubicBezTo>
                            <a:pt x="15463" y="116668"/>
                            <a:pt x="16652" y="119046"/>
                            <a:pt x="17842" y="119046"/>
                          </a:cubicBezTo>
                          <a:cubicBezTo>
                            <a:pt x="19031" y="117857"/>
                            <a:pt x="21410" y="113099"/>
                            <a:pt x="21410" y="115478"/>
                          </a:cubicBezTo>
                          <a:cubicBezTo>
                            <a:pt x="22600" y="117857"/>
                            <a:pt x="21410" y="117857"/>
                            <a:pt x="22600" y="119046"/>
                          </a:cubicBezTo>
                          <a:cubicBezTo>
                            <a:pt x="23789" y="120236"/>
                            <a:pt x="23789" y="123804"/>
                            <a:pt x="26168" y="122615"/>
                          </a:cubicBezTo>
                          <a:cubicBezTo>
                            <a:pt x="27357" y="122615"/>
                            <a:pt x="29736" y="119046"/>
                            <a:pt x="30925" y="119046"/>
                          </a:cubicBezTo>
                          <a:cubicBezTo>
                            <a:pt x="32115" y="117857"/>
                            <a:pt x="33304" y="116668"/>
                            <a:pt x="33304" y="114289"/>
                          </a:cubicBezTo>
                          <a:cubicBezTo>
                            <a:pt x="33304" y="111910"/>
                            <a:pt x="33304" y="108342"/>
                            <a:pt x="34494" y="108342"/>
                          </a:cubicBezTo>
                          <a:cubicBezTo>
                            <a:pt x="35683" y="107152"/>
                            <a:pt x="33304" y="101205"/>
                            <a:pt x="35683" y="102394"/>
                          </a:cubicBezTo>
                          <a:cubicBezTo>
                            <a:pt x="38062" y="103584"/>
                            <a:pt x="39251" y="105963"/>
                            <a:pt x="40441" y="104773"/>
                          </a:cubicBezTo>
                          <a:cubicBezTo>
                            <a:pt x="41630" y="103584"/>
                            <a:pt x="44009" y="101205"/>
                            <a:pt x="44009" y="101205"/>
                          </a:cubicBezTo>
                          <a:cubicBezTo>
                            <a:pt x="45198" y="101205"/>
                            <a:pt x="45198" y="95258"/>
                            <a:pt x="46388" y="95258"/>
                          </a:cubicBezTo>
                          <a:cubicBezTo>
                            <a:pt x="47577" y="95258"/>
                            <a:pt x="47577" y="100015"/>
                            <a:pt x="49956" y="98826"/>
                          </a:cubicBezTo>
                          <a:cubicBezTo>
                            <a:pt x="51146" y="98826"/>
                            <a:pt x="53525" y="95258"/>
                            <a:pt x="55904" y="95258"/>
                          </a:cubicBezTo>
                          <a:cubicBezTo>
                            <a:pt x="58283" y="95258"/>
                            <a:pt x="60661" y="95258"/>
                            <a:pt x="61851" y="96447"/>
                          </a:cubicBezTo>
                          <a:cubicBezTo>
                            <a:pt x="61851" y="97637"/>
                            <a:pt x="63040" y="100015"/>
                            <a:pt x="61851" y="101205"/>
                          </a:cubicBezTo>
                          <a:cubicBezTo>
                            <a:pt x="60661" y="101205"/>
                            <a:pt x="57093" y="98826"/>
                            <a:pt x="57093" y="100015"/>
                          </a:cubicBezTo>
                          <a:cubicBezTo>
                            <a:pt x="57093" y="101205"/>
                            <a:pt x="55904" y="105963"/>
                            <a:pt x="57093" y="105963"/>
                          </a:cubicBezTo>
                          <a:cubicBezTo>
                            <a:pt x="58283" y="105963"/>
                            <a:pt x="64230" y="107152"/>
                            <a:pt x="65419" y="104773"/>
                          </a:cubicBezTo>
                          <a:cubicBezTo>
                            <a:pt x="66608" y="102394"/>
                            <a:pt x="66608" y="100015"/>
                            <a:pt x="68987" y="98826"/>
                          </a:cubicBezTo>
                          <a:cubicBezTo>
                            <a:pt x="71366" y="97637"/>
                            <a:pt x="72555" y="94068"/>
                            <a:pt x="71366" y="94068"/>
                          </a:cubicBezTo>
                          <a:cubicBezTo>
                            <a:pt x="70177" y="92879"/>
                            <a:pt x="65419" y="91690"/>
                            <a:pt x="66608" y="90500"/>
                          </a:cubicBezTo>
                          <a:cubicBezTo>
                            <a:pt x="67798" y="89311"/>
                            <a:pt x="70177" y="86932"/>
                            <a:pt x="70177" y="85742"/>
                          </a:cubicBezTo>
                          <a:cubicBezTo>
                            <a:pt x="70177" y="83363"/>
                            <a:pt x="68987" y="80985"/>
                            <a:pt x="70177" y="80985"/>
                          </a:cubicBezTo>
                          <a:cubicBezTo>
                            <a:pt x="71366" y="80985"/>
                            <a:pt x="76124" y="83363"/>
                            <a:pt x="76124" y="78606"/>
                          </a:cubicBezTo>
                          <a:cubicBezTo>
                            <a:pt x="76124" y="75038"/>
                            <a:pt x="76124" y="66711"/>
                            <a:pt x="77313" y="66711"/>
                          </a:cubicBezTo>
                          <a:cubicBezTo>
                            <a:pt x="78502" y="66711"/>
                            <a:pt x="79692" y="67901"/>
                            <a:pt x="80881" y="66711"/>
                          </a:cubicBezTo>
                          <a:cubicBezTo>
                            <a:pt x="80881" y="65522"/>
                            <a:pt x="82071" y="60764"/>
                            <a:pt x="83260" y="61954"/>
                          </a:cubicBezTo>
                          <a:cubicBezTo>
                            <a:pt x="84450" y="63143"/>
                            <a:pt x="84450" y="71469"/>
                            <a:pt x="85639" y="71469"/>
                          </a:cubicBezTo>
                          <a:cubicBezTo>
                            <a:pt x="86829" y="71469"/>
                            <a:pt x="88018" y="65522"/>
                            <a:pt x="88018" y="63143"/>
                          </a:cubicBezTo>
                          <a:cubicBezTo>
                            <a:pt x="88018" y="61954"/>
                            <a:pt x="90397" y="58385"/>
                            <a:pt x="89208" y="57196"/>
                          </a:cubicBezTo>
                          <a:cubicBezTo>
                            <a:pt x="89208" y="56006"/>
                            <a:pt x="86829" y="51249"/>
                            <a:pt x="88018" y="50059"/>
                          </a:cubicBezTo>
                          <a:cubicBezTo>
                            <a:pt x="89208" y="48870"/>
                            <a:pt x="91587" y="46491"/>
                            <a:pt x="91587" y="44112"/>
                          </a:cubicBezTo>
                          <a:cubicBezTo>
                            <a:pt x="91587" y="41733"/>
                            <a:pt x="90397" y="36975"/>
                            <a:pt x="91587" y="35786"/>
                          </a:cubicBezTo>
                          <a:cubicBezTo>
                            <a:pt x="92776" y="34596"/>
                            <a:pt x="97534" y="32218"/>
                            <a:pt x="97534" y="27460"/>
                          </a:cubicBezTo>
                          <a:cubicBezTo>
                            <a:pt x="97534" y="27460"/>
                            <a:pt x="97534" y="20323"/>
                            <a:pt x="98723" y="19134"/>
                          </a:cubicBezTo>
                          <a:cubicBezTo>
                            <a:pt x="99913" y="17944"/>
                            <a:pt x="101102" y="14376"/>
                            <a:pt x="99913" y="13187"/>
                          </a:cubicBezTo>
                          <a:cubicBezTo>
                            <a:pt x="98723" y="13187"/>
                            <a:pt x="92776" y="10808"/>
                            <a:pt x="91587" y="119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9" name="Freeform 488">
                      <a:extLst>
                        <a:ext uri="{FF2B5EF4-FFF2-40B4-BE49-F238E27FC236}">
                          <a16:creationId xmlns:a16="http://schemas.microsoft.com/office/drawing/2014/main" id="{90DBC7EF-F810-8939-3B94-47BC1943DA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4968" y="5805181"/>
                      <a:ext cx="7953" cy="11606"/>
                    </a:xfrm>
                    <a:custGeom>
                      <a:avLst/>
                      <a:gdLst>
                        <a:gd name="connsiteX0" fmla="*/ 3893 w 7953"/>
                        <a:gd name="connsiteY0" fmla="*/ 529 h 11606"/>
                        <a:gd name="connsiteX1" fmla="*/ 2703 w 7953"/>
                        <a:gd name="connsiteY1" fmla="*/ 5286 h 11606"/>
                        <a:gd name="connsiteX2" fmla="*/ 324 w 7953"/>
                        <a:gd name="connsiteY2" fmla="*/ 10044 h 11606"/>
                        <a:gd name="connsiteX3" fmla="*/ 5082 w 7953"/>
                        <a:gd name="connsiteY3" fmla="*/ 7665 h 11606"/>
                        <a:gd name="connsiteX4" fmla="*/ 6272 w 7953"/>
                        <a:gd name="connsiteY4" fmla="*/ 4097 h 11606"/>
                        <a:gd name="connsiteX5" fmla="*/ 7461 w 7953"/>
                        <a:gd name="connsiteY5" fmla="*/ 529 h 11606"/>
                        <a:gd name="connsiteX6" fmla="*/ 3893 w 7953"/>
                        <a:gd name="connsiteY6" fmla="*/ 529 h 116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953" h="11606">
                          <a:moveTo>
                            <a:pt x="3893" y="529"/>
                          </a:moveTo>
                          <a:cubicBezTo>
                            <a:pt x="3893" y="1718"/>
                            <a:pt x="3893" y="4097"/>
                            <a:pt x="2703" y="5286"/>
                          </a:cubicBezTo>
                          <a:cubicBezTo>
                            <a:pt x="1514" y="6476"/>
                            <a:pt x="-866" y="7665"/>
                            <a:pt x="324" y="10044"/>
                          </a:cubicBezTo>
                          <a:cubicBezTo>
                            <a:pt x="1514" y="12423"/>
                            <a:pt x="6272" y="12423"/>
                            <a:pt x="5082" y="7665"/>
                          </a:cubicBezTo>
                          <a:cubicBezTo>
                            <a:pt x="5082" y="7665"/>
                            <a:pt x="5082" y="4097"/>
                            <a:pt x="6272" y="4097"/>
                          </a:cubicBezTo>
                          <a:cubicBezTo>
                            <a:pt x="7461" y="4097"/>
                            <a:pt x="8650" y="529"/>
                            <a:pt x="7461" y="529"/>
                          </a:cubicBezTo>
                          <a:cubicBezTo>
                            <a:pt x="7461" y="529"/>
                            <a:pt x="5082" y="-661"/>
                            <a:pt x="3893" y="5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0" name="Freeform 489">
                      <a:extLst>
                        <a:ext uri="{FF2B5EF4-FFF2-40B4-BE49-F238E27FC236}">
                          <a16:creationId xmlns:a16="http://schemas.microsoft.com/office/drawing/2014/main" id="{A4B860A3-268C-6CCE-005C-87E5AF8F98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28597" y="5783771"/>
                      <a:ext cx="3901" cy="3231"/>
                    </a:xfrm>
                    <a:custGeom>
                      <a:avLst/>
                      <a:gdLst>
                        <a:gd name="connsiteX0" fmla="*/ 0 w 3901"/>
                        <a:gd name="connsiteY0" fmla="*/ 529 h 3231"/>
                        <a:gd name="connsiteX1" fmla="*/ 2379 w 3901"/>
                        <a:gd name="connsiteY1" fmla="*/ 2907 h 3231"/>
                        <a:gd name="connsiteX2" fmla="*/ 3568 w 3901"/>
                        <a:gd name="connsiteY2" fmla="*/ 529 h 3231"/>
                        <a:gd name="connsiteX3" fmla="*/ 0 w 3901"/>
                        <a:gd name="connsiteY3" fmla="*/ 529 h 32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01" h="3231">
                          <a:moveTo>
                            <a:pt x="0" y="529"/>
                          </a:moveTo>
                          <a:cubicBezTo>
                            <a:pt x="0" y="1718"/>
                            <a:pt x="0" y="4097"/>
                            <a:pt x="2379" y="2907"/>
                          </a:cubicBezTo>
                          <a:cubicBezTo>
                            <a:pt x="2379" y="2907"/>
                            <a:pt x="4757" y="1718"/>
                            <a:pt x="3568" y="529"/>
                          </a:cubicBezTo>
                          <a:cubicBezTo>
                            <a:pt x="1189" y="529"/>
                            <a:pt x="0" y="-661"/>
                            <a:pt x="0" y="5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1" name="Freeform 490">
                      <a:extLst>
                        <a:ext uri="{FF2B5EF4-FFF2-40B4-BE49-F238E27FC236}">
                          <a16:creationId xmlns:a16="http://schemas.microsoft.com/office/drawing/2014/main" id="{8DF0D2EB-E4C8-AA88-F903-2E684609D1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7971" y="4737597"/>
                      <a:ext cx="2871" cy="2907"/>
                    </a:xfrm>
                    <a:custGeom>
                      <a:avLst/>
                      <a:gdLst>
                        <a:gd name="connsiteX0" fmla="*/ 493 w 2871"/>
                        <a:gd name="connsiteY0" fmla="*/ 2379 h 2907"/>
                        <a:gd name="connsiteX1" fmla="*/ 2872 w 2871"/>
                        <a:gd name="connsiteY1" fmla="*/ 2379 h 2907"/>
                        <a:gd name="connsiteX2" fmla="*/ 1682 w 2871"/>
                        <a:gd name="connsiteY2" fmla="*/ 0 h 2907"/>
                        <a:gd name="connsiteX3" fmla="*/ 493 w 2871"/>
                        <a:gd name="connsiteY3" fmla="*/ 2379 h 29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71" h="2907">
                          <a:moveTo>
                            <a:pt x="493" y="2379"/>
                          </a:moveTo>
                          <a:cubicBezTo>
                            <a:pt x="1682" y="2379"/>
                            <a:pt x="2872" y="3568"/>
                            <a:pt x="2872" y="2379"/>
                          </a:cubicBezTo>
                          <a:cubicBezTo>
                            <a:pt x="2872" y="2379"/>
                            <a:pt x="2872" y="0"/>
                            <a:pt x="1682" y="0"/>
                          </a:cubicBezTo>
                          <a:cubicBezTo>
                            <a:pt x="493" y="1189"/>
                            <a:pt x="-697" y="2379"/>
                            <a:pt x="493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2" name="Freeform 491">
                      <a:extLst>
                        <a:ext uri="{FF2B5EF4-FFF2-40B4-BE49-F238E27FC236}">
                          <a16:creationId xmlns:a16="http://schemas.microsoft.com/office/drawing/2014/main" id="{2EDB940C-4187-D4A5-4F35-F52E2AF41C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12897" y="4735218"/>
                      <a:ext cx="4189" cy="3396"/>
                    </a:xfrm>
                    <a:custGeom>
                      <a:avLst/>
                      <a:gdLst>
                        <a:gd name="connsiteX0" fmla="*/ 3892 w 4189"/>
                        <a:gd name="connsiteY0" fmla="*/ 2379 h 3396"/>
                        <a:gd name="connsiteX1" fmla="*/ 2703 w 4189"/>
                        <a:gd name="connsiteY1" fmla="*/ 0 h 3396"/>
                        <a:gd name="connsiteX2" fmla="*/ 324 w 4189"/>
                        <a:gd name="connsiteY2" fmla="*/ 1190 h 3396"/>
                        <a:gd name="connsiteX3" fmla="*/ 3892 w 4189"/>
                        <a:gd name="connsiteY3" fmla="*/ 2379 h 33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189" h="3396">
                          <a:moveTo>
                            <a:pt x="3892" y="2379"/>
                          </a:moveTo>
                          <a:cubicBezTo>
                            <a:pt x="3892" y="2379"/>
                            <a:pt x="5082" y="0"/>
                            <a:pt x="2703" y="0"/>
                          </a:cubicBezTo>
                          <a:cubicBezTo>
                            <a:pt x="1513" y="0"/>
                            <a:pt x="-865" y="0"/>
                            <a:pt x="324" y="1190"/>
                          </a:cubicBezTo>
                          <a:cubicBezTo>
                            <a:pt x="1513" y="2379"/>
                            <a:pt x="3892" y="4758"/>
                            <a:pt x="3892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3" name="Freeform 492">
                      <a:extLst>
                        <a:ext uri="{FF2B5EF4-FFF2-40B4-BE49-F238E27FC236}">
                          <a16:creationId xmlns:a16="http://schemas.microsoft.com/office/drawing/2014/main" id="{D59B8F6C-9CE0-76AC-750C-807E527DB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19647" y="4724324"/>
                      <a:ext cx="9226" cy="9893"/>
                    </a:xfrm>
                    <a:custGeom>
                      <a:avLst/>
                      <a:gdLst>
                        <a:gd name="connsiteX0" fmla="*/ 3090 w 9226"/>
                        <a:gd name="connsiteY0" fmla="*/ 9705 h 9893"/>
                        <a:gd name="connsiteX1" fmla="*/ 4280 w 9226"/>
                        <a:gd name="connsiteY1" fmla="*/ 4947 h 9893"/>
                        <a:gd name="connsiteX2" fmla="*/ 9037 w 9226"/>
                        <a:gd name="connsiteY2" fmla="*/ 189 h 9893"/>
                        <a:gd name="connsiteX3" fmla="*/ 711 w 9226"/>
                        <a:gd name="connsiteY3" fmla="*/ 4947 h 9893"/>
                        <a:gd name="connsiteX4" fmla="*/ 3090 w 9226"/>
                        <a:gd name="connsiteY4" fmla="*/ 9705 h 98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226" h="9893">
                          <a:moveTo>
                            <a:pt x="3090" y="9705"/>
                          </a:moveTo>
                          <a:cubicBezTo>
                            <a:pt x="3090" y="9705"/>
                            <a:pt x="3090" y="6136"/>
                            <a:pt x="4280" y="4947"/>
                          </a:cubicBezTo>
                          <a:cubicBezTo>
                            <a:pt x="5469" y="3757"/>
                            <a:pt x="10227" y="189"/>
                            <a:pt x="9037" y="189"/>
                          </a:cubicBezTo>
                          <a:cubicBezTo>
                            <a:pt x="7848" y="-1000"/>
                            <a:pt x="711" y="3757"/>
                            <a:pt x="711" y="4947"/>
                          </a:cubicBezTo>
                          <a:cubicBezTo>
                            <a:pt x="-478" y="6136"/>
                            <a:pt x="-478" y="10894"/>
                            <a:pt x="3090" y="970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4" name="Freeform 493">
                      <a:extLst>
                        <a:ext uri="{FF2B5EF4-FFF2-40B4-BE49-F238E27FC236}">
                          <a16:creationId xmlns:a16="http://schemas.microsoft.com/office/drawing/2014/main" id="{BC62B422-AD86-D525-5018-13920CAF12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9895" y="4740923"/>
                      <a:ext cx="3811" cy="3150"/>
                    </a:xfrm>
                    <a:custGeom>
                      <a:avLst/>
                      <a:gdLst>
                        <a:gd name="connsiteX0" fmla="*/ 3811 w 3811"/>
                        <a:gd name="connsiteY0" fmla="*/ 2622 h 3150"/>
                        <a:gd name="connsiteX1" fmla="*/ 2621 w 3811"/>
                        <a:gd name="connsiteY1" fmla="*/ 243 h 3150"/>
                        <a:gd name="connsiteX2" fmla="*/ 243 w 3811"/>
                        <a:gd name="connsiteY2" fmla="*/ 2622 h 3150"/>
                        <a:gd name="connsiteX3" fmla="*/ 3811 w 3811"/>
                        <a:gd name="connsiteY3" fmla="*/ 2622 h 31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811" h="3150">
                          <a:moveTo>
                            <a:pt x="3811" y="2622"/>
                          </a:moveTo>
                          <a:cubicBezTo>
                            <a:pt x="3811" y="2622"/>
                            <a:pt x="3811" y="-947"/>
                            <a:pt x="2621" y="243"/>
                          </a:cubicBezTo>
                          <a:cubicBezTo>
                            <a:pt x="2621" y="243"/>
                            <a:pt x="-947" y="1432"/>
                            <a:pt x="243" y="2622"/>
                          </a:cubicBezTo>
                          <a:cubicBezTo>
                            <a:pt x="1432" y="2622"/>
                            <a:pt x="2621" y="3811"/>
                            <a:pt x="3811" y="262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5" name="Freeform 494">
                      <a:extLst>
                        <a:ext uri="{FF2B5EF4-FFF2-40B4-BE49-F238E27FC236}">
                          <a16:creationId xmlns:a16="http://schemas.microsoft.com/office/drawing/2014/main" id="{DD5ED938-A434-CA1F-C1FE-D6B57B165E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3662" y="4745923"/>
                      <a:ext cx="8193" cy="2379"/>
                    </a:xfrm>
                    <a:custGeom>
                      <a:avLst/>
                      <a:gdLst>
                        <a:gd name="connsiteX0" fmla="*/ 529 w 8193"/>
                        <a:gd name="connsiteY0" fmla="*/ 2379 h 2379"/>
                        <a:gd name="connsiteX1" fmla="*/ 7665 w 8193"/>
                        <a:gd name="connsiteY1" fmla="*/ 1190 h 2379"/>
                        <a:gd name="connsiteX2" fmla="*/ 7665 w 8193"/>
                        <a:gd name="connsiteY2" fmla="*/ 0 h 2379"/>
                        <a:gd name="connsiteX3" fmla="*/ 529 w 8193"/>
                        <a:gd name="connsiteY3" fmla="*/ 1190 h 2379"/>
                        <a:gd name="connsiteX4" fmla="*/ 529 w 8193"/>
                        <a:gd name="connsiteY4" fmla="*/ 2379 h 23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193" h="2379">
                          <a:moveTo>
                            <a:pt x="529" y="2379"/>
                          </a:moveTo>
                          <a:cubicBezTo>
                            <a:pt x="1718" y="2379"/>
                            <a:pt x="6476" y="1190"/>
                            <a:pt x="7665" y="1190"/>
                          </a:cubicBezTo>
                          <a:cubicBezTo>
                            <a:pt x="7665" y="1190"/>
                            <a:pt x="8854" y="0"/>
                            <a:pt x="7665" y="0"/>
                          </a:cubicBezTo>
                          <a:cubicBezTo>
                            <a:pt x="6476" y="0"/>
                            <a:pt x="529" y="0"/>
                            <a:pt x="529" y="1190"/>
                          </a:cubicBezTo>
                          <a:cubicBezTo>
                            <a:pt x="529" y="1190"/>
                            <a:pt x="-661" y="2379"/>
                            <a:pt x="529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496" name="Graphic 27">
                    <a:extLst>
                      <a:ext uri="{FF2B5EF4-FFF2-40B4-BE49-F238E27FC236}">
                        <a16:creationId xmlns:a16="http://schemas.microsoft.com/office/drawing/2014/main" id="{ADA4970D-1942-CA2A-9040-5EA97802833D}"/>
                      </a:ext>
                    </a:extLst>
                  </p:cNvPr>
                  <p:cNvGrpSpPr/>
                  <p:nvPr/>
                </p:nvGrpSpPr>
                <p:grpSpPr>
                  <a:xfrm>
                    <a:off x="3940456" y="5006715"/>
                    <a:ext cx="409446" cy="1069183"/>
                    <a:chOff x="3940456" y="5006715"/>
                    <a:chExt cx="409446" cy="1069183"/>
                  </a:xfrm>
                  <a:grpFill/>
                </p:grpSpPr>
                <p:sp>
                  <p:nvSpPr>
                    <p:cNvPr id="497" name="Freeform 496">
                      <a:extLst>
                        <a:ext uri="{FF2B5EF4-FFF2-40B4-BE49-F238E27FC236}">
                          <a16:creationId xmlns:a16="http://schemas.microsoft.com/office/drawing/2014/main" id="{613D8446-890C-18E2-EB43-9F5F500CF9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0456" y="5006715"/>
                      <a:ext cx="409446" cy="967894"/>
                    </a:xfrm>
                    <a:custGeom>
                      <a:avLst/>
                      <a:gdLst>
                        <a:gd name="connsiteX0" fmla="*/ 406787 w 409446"/>
                        <a:gd name="connsiteY0" fmla="*/ 105554 h 967894"/>
                        <a:gd name="connsiteX1" fmla="*/ 404408 w 409446"/>
                        <a:gd name="connsiteY1" fmla="*/ 98417 h 967894"/>
                        <a:gd name="connsiteX2" fmla="*/ 400840 w 409446"/>
                        <a:gd name="connsiteY2" fmla="*/ 93660 h 967894"/>
                        <a:gd name="connsiteX3" fmla="*/ 387756 w 409446"/>
                        <a:gd name="connsiteY3" fmla="*/ 94849 h 967894"/>
                        <a:gd name="connsiteX4" fmla="*/ 386567 w 409446"/>
                        <a:gd name="connsiteY4" fmla="*/ 103175 h 967894"/>
                        <a:gd name="connsiteX5" fmla="*/ 387756 w 409446"/>
                        <a:gd name="connsiteY5" fmla="*/ 124585 h 967894"/>
                        <a:gd name="connsiteX6" fmla="*/ 373483 w 409446"/>
                        <a:gd name="connsiteY6" fmla="*/ 134100 h 967894"/>
                        <a:gd name="connsiteX7" fmla="*/ 365157 w 409446"/>
                        <a:gd name="connsiteY7" fmla="*/ 149563 h 967894"/>
                        <a:gd name="connsiteX8" fmla="*/ 328284 w 409446"/>
                        <a:gd name="connsiteY8" fmla="*/ 154321 h 967894"/>
                        <a:gd name="connsiteX9" fmla="*/ 308064 w 409446"/>
                        <a:gd name="connsiteY9" fmla="*/ 150752 h 967894"/>
                        <a:gd name="connsiteX10" fmla="*/ 285464 w 409446"/>
                        <a:gd name="connsiteY10" fmla="*/ 151942 h 967894"/>
                        <a:gd name="connsiteX11" fmla="*/ 293790 w 409446"/>
                        <a:gd name="connsiteY11" fmla="*/ 138858 h 967894"/>
                        <a:gd name="connsiteX12" fmla="*/ 296169 w 409446"/>
                        <a:gd name="connsiteY12" fmla="*/ 122206 h 967894"/>
                        <a:gd name="connsiteX13" fmla="*/ 302117 w 409446"/>
                        <a:gd name="connsiteY13" fmla="*/ 93660 h 967894"/>
                        <a:gd name="connsiteX14" fmla="*/ 272381 w 409446"/>
                        <a:gd name="connsiteY14" fmla="*/ 79386 h 967894"/>
                        <a:gd name="connsiteX15" fmla="*/ 245024 w 409446"/>
                        <a:gd name="connsiteY15" fmla="*/ 63924 h 967894"/>
                        <a:gd name="connsiteX16" fmla="*/ 186741 w 409446"/>
                        <a:gd name="connsiteY16" fmla="*/ 21104 h 967894"/>
                        <a:gd name="connsiteX17" fmla="*/ 172468 w 409446"/>
                        <a:gd name="connsiteY17" fmla="*/ 6831 h 967894"/>
                        <a:gd name="connsiteX18" fmla="*/ 158195 w 409446"/>
                        <a:gd name="connsiteY18" fmla="*/ 2073 h 967894"/>
                        <a:gd name="connsiteX19" fmla="*/ 139164 w 409446"/>
                        <a:gd name="connsiteY19" fmla="*/ 4452 h 967894"/>
                        <a:gd name="connsiteX20" fmla="*/ 134406 w 409446"/>
                        <a:gd name="connsiteY20" fmla="*/ 22294 h 967894"/>
                        <a:gd name="connsiteX21" fmla="*/ 128459 w 409446"/>
                        <a:gd name="connsiteY21" fmla="*/ 17535 h 967894"/>
                        <a:gd name="connsiteX22" fmla="*/ 127270 w 409446"/>
                        <a:gd name="connsiteY22" fmla="*/ 8020 h 967894"/>
                        <a:gd name="connsiteX23" fmla="*/ 112996 w 409446"/>
                        <a:gd name="connsiteY23" fmla="*/ 2073 h 967894"/>
                        <a:gd name="connsiteX24" fmla="*/ 93965 w 409446"/>
                        <a:gd name="connsiteY24" fmla="*/ 3262 h 967894"/>
                        <a:gd name="connsiteX25" fmla="*/ 78503 w 409446"/>
                        <a:gd name="connsiteY25" fmla="*/ 2073 h 967894"/>
                        <a:gd name="connsiteX26" fmla="*/ 68987 w 409446"/>
                        <a:gd name="connsiteY26" fmla="*/ 12778 h 967894"/>
                        <a:gd name="connsiteX27" fmla="*/ 61851 w 409446"/>
                        <a:gd name="connsiteY27" fmla="*/ 21104 h 967894"/>
                        <a:gd name="connsiteX28" fmla="*/ 49956 w 409446"/>
                        <a:gd name="connsiteY28" fmla="*/ 63924 h 967894"/>
                        <a:gd name="connsiteX29" fmla="*/ 29736 w 409446"/>
                        <a:gd name="connsiteY29" fmla="*/ 79386 h 967894"/>
                        <a:gd name="connsiteX30" fmla="*/ 32115 w 409446"/>
                        <a:gd name="connsiteY30" fmla="*/ 107933 h 967894"/>
                        <a:gd name="connsiteX31" fmla="*/ 35683 w 409446"/>
                        <a:gd name="connsiteY31" fmla="*/ 118637 h 967894"/>
                        <a:gd name="connsiteX32" fmla="*/ 32115 w 409446"/>
                        <a:gd name="connsiteY32" fmla="*/ 130532 h 967894"/>
                        <a:gd name="connsiteX33" fmla="*/ 36873 w 409446"/>
                        <a:gd name="connsiteY33" fmla="*/ 141237 h 967894"/>
                        <a:gd name="connsiteX34" fmla="*/ 28547 w 409446"/>
                        <a:gd name="connsiteY34" fmla="*/ 151942 h 967894"/>
                        <a:gd name="connsiteX35" fmla="*/ 5947 w 409446"/>
                        <a:gd name="connsiteY35" fmla="*/ 206656 h 967894"/>
                        <a:gd name="connsiteX36" fmla="*/ 10705 w 409446"/>
                        <a:gd name="connsiteY36" fmla="*/ 241149 h 967894"/>
                        <a:gd name="connsiteX37" fmla="*/ 0 w 409446"/>
                        <a:gd name="connsiteY37" fmla="*/ 273264 h 967894"/>
                        <a:gd name="connsiteX38" fmla="*/ 22599 w 409446"/>
                        <a:gd name="connsiteY38" fmla="*/ 333925 h 967894"/>
                        <a:gd name="connsiteX39" fmla="*/ 19031 w 409446"/>
                        <a:gd name="connsiteY39" fmla="*/ 367230 h 967894"/>
                        <a:gd name="connsiteX40" fmla="*/ 9516 w 409446"/>
                        <a:gd name="connsiteY40" fmla="*/ 391018 h 967894"/>
                        <a:gd name="connsiteX41" fmla="*/ 9516 w 409446"/>
                        <a:gd name="connsiteY41" fmla="*/ 400534 h 967894"/>
                        <a:gd name="connsiteX42" fmla="*/ 13084 w 409446"/>
                        <a:gd name="connsiteY42" fmla="*/ 415996 h 967894"/>
                        <a:gd name="connsiteX43" fmla="*/ 8326 w 409446"/>
                        <a:gd name="connsiteY43" fmla="*/ 444543 h 967894"/>
                        <a:gd name="connsiteX44" fmla="*/ 8326 w 409446"/>
                        <a:gd name="connsiteY44" fmla="*/ 475468 h 967894"/>
                        <a:gd name="connsiteX45" fmla="*/ 19031 w 409446"/>
                        <a:gd name="connsiteY45" fmla="*/ 501636 h 967894"/>
                        <a:gd name="connsiteX46" fmla="*/ 7137 w 409446"/>
                        <a:gd name="connsiteY46" fmla="*/ 524235 h 967894"/>
                        <a:gd name="connsiteX47" fmla="*/ 7137 w 409446"/>
                        <a:gd name="connsiteY47" fmla="*/ 555160 h 967894"/>
                        <a:gd name="connsiteX48" fmla="*/ 9516 w 409446"/>
                        <a:gd name="connsiteY48" fmla="*/ 593222 h 967894"/>
                        <a:gd name="connsiteX49" fmla="*/ 14273 w 409446"/>
                        <a:gd name="connsiteY49" fmla="*/ 609874 h 967894"/>
                        <a:gd name="connsiteX50" fmla="*/ 10705 w 409446"/>
                        <a:gd name="connsiteY50" fmla="*/ 626526 h 967894"/>
                        <a:gd name="connsiteX51" fmla="*/ 22599 w 409446"/>
                        <a:gd name="connsiteY51" fmla="*/ 656262 h 967894"/>
                        <a:gd name="connsiteX52" fmla="*/ 23789 w 409446"/>
                        <a:gd name="connsiteY52" fmla="*/ 672914 h 967894"/>
                        <a:gd name="connsiteX53" fmla="*/ 32115 w 409446"/>
                        <a:gd name="connsiteY53" fmla="*/ 685998 h 967894"/>
                        <a:gd name="connsiteX54" fmla="*/ 38062 w 409446"/>
                        <a:gd name="connsiteY54" fmla="*/ 685998 h 967894"/>
                        <a:gd name="connsiteX55" fmla="*/ 38062 w 409446"/>
                        <a:gd name="connsiteY55" fmla="*/ 694324 h 967894"/>
                        <a:gd name="connsiteX56" fmla="*/ 21410 w 409446"/>
                        <a:gd name="connsiteY56" fmla="*/ 701461 h 967894"/>
                        <a:gd name="connsiteX57" fmla="*/ 38062 w 409446"/>
                        <a:gd name="connsiteY57" fmla="*/ 709787 h 967894"/>
                        <a:gd name="connsiteX58" fmla="*/ 42820 w 409446"/>
                        <a:gd name="connsiteY58" fmla="*/ 716924 h 967894"/>
                        <a:gd name="connsiteX59" fmla="*/ 41630 w 409446"/>
                        <a:gd name="connsiteY59" fmla="*/ 726439 h 967894"/>
                        <a:gd name="connsiteX60" fmla="*/ 39251 w 409446"/>
                        <a:gd name="connsiteY60" fmla="*/ 737144 h 967894"/>
                        <a:gd name="connsiteX61" fmla="*/ 44009 w 409446"/>
                        <a:gd name="connsiteY61" fmla="*/ 756175 h 967894"/>
                        <a:gd name="connsiteX62" fmla="*/ 41630 w 409446"/>
                        <a:gd name="connsiteY62" fmla="*/ 777585 h 967894"/>
                        <a:gd name="connsiteX63" fmla="*/ 38062 w 409446"/>
                        <a:gd name="connsiteY63" fmla="*/ 797805 h 967894"/>
                        <a:gd name="connsiteX64" fmla="*/ 39251 w 409446"/>
                        <a:gd name="connsiteY64" fmla="*/ 812078 h 967894"/>
                        <a:gd name="connsiteX65" fmla="*/ 40441 w 409446"/>
                        <a:gd name="connsiteY65" fmla="*/ 828730 h 967894"/>
                        <a:gd name="connsiteX66" fmla="*/ 41630 w 409446"/>
                        <a:gd name="connsiteY66" fmla="*/ 845382 h 967894"/>
                        <a:gd name="connsiteX67" fmla="*/ 33304 w 409446"/>
                        <a:gd name="connsiteY67" fmla="*/ 854898 h 967894"/>
                        <a:gd name="connsiteX68" fmla="*/ 20220 w 409446"/>
                        <a:gd name="connsiteY68" fmla="*/ 881065 h 967894"/>
                        <a:gd name="connsiteX69" fmla="*/ 23789 w 409446"/>
                        <a:gd name="connsiteY69" fmla="*/ 896528 h 967894"/>
                        <a:gd name="connsiteX70" fmla="*/ 28547 w 409446"/>
                        <a:gd name="connsiteY70" fmla="*/ 908423 h 967894"/>
                        <a:gd name="connsiteX71" fmla="*/ 32115 w 409446"/>
                        <a:gd name="connsiteY71" fmla="*/ 909612 h 967894"/>
                        <a:gd name="connsiteX72" fmla="*/ 47577 w 409446"/>
                        <a:gd name="connsiteY72" fmla="*/ 908423 h 967894"/>
                        <a:gd name="connsiteX73" fmla="*/ 55903 w 409446"/>
                        <a:gd name="connsiteY73" fmla="*/ 910801 h 967894"/>
                        <a:gd name="connsiteX74" fmla="*/ 57093 w 409446"/>
                        <a:gd name="connsiteY74" fmla="*/ 922696 h 967894"/>
                        <a:gd name="connsiteX75" fmla="*/ 64230 w 409446"/>
                        <a:gd name="connsiteY75" fmla="*/ 933400 h 967894"/>
                        <a:gd name="connsiteX76" fmla="*/ 70177 w 409446"/>
                        <a:gd name="connsiteY76" fmla="*/ 946484 h 967894"/>
                        <a:gd name="connsiteX77" fmla="*/ 97534 w 409446"/>
                        <a:gd name="connsiteY77" fmla="*/ 953621 h 967894"/>
                        <a:gd name="connsiteX78" fmla="*/ 114186 w 409446"/>
                        <a:gd name="connsiteY78" fmla="*/ 954811 h 967894"/>
                        <a:gd name="connsiteX79" fmla="*/ 128459 w 409446"/>
                        <a:gd name="connsiteY79" fmla="*/ 953621 h 967894"/>
                        <a:gd name="connsiteX80" fmla="*/ 142732 w 409446"/>
                        <a:gd name="connsiteY80" fmla="*/ 954811 h 967894"/>
                        <a:gd name="connsiteX81" fmla="*/ 161763 w 409446"/>
                        <a:gd name="connsiteY81" fmla="*/ 967894 h 967894"/>
                        <a:gd name="connsiteX82" fmla="*/ 161763 w 409446"/>
                        <a:gd name="connsiteY82" fmla="*/ 967894 h 967894"/>
                        <a:gd name="connsiteX83" fmla="*/ 161763 w 409446"/>
                        <a:gd name="connsiteY83" fmla="*/ 966705 h 967894"/>
                        <a:gd name="connsiteX84" fmla="*/ 151058 w 409446"/>
                        <a:gd name="connsiteY84" fmla="*/ 957189 h 967894"/>
                        <a:gd name="connsiteX85" fmla="*/ 142732 w 409446"/>
                        <a:gd name="connsiteY85" fmla="*/ 944106 h 967894"/>
                        <a:gd name="connsiteX86" fmla="*/ 135596 w 409446"/>
                        <a:gd name="connsiteY86" fmla="*/ 944106 h 967894"/>
                        <a:gd name="connsiteX87" fmla="*/ 137975 w 409446"/>
                        <a:gd name="connsiteY87" fmla="*/ 933400 h 967894"/>
                        <a:gd name="connsiteX88" fmla="*/ 133217 w 409446"/>
                        <a:gd name="connsiteY88" fmla="*/ 922696 h 967894"/>
                        <a:gd name="connsiteX89" fmla="*/ 128459 w 409446"/>
                        <a:gd name="connsiteY89" fmla="*/ 897717 h 967894"/>
                        <a:gd name="connsiteX90" fmla="*/ 135596 w 409446"/>
                        <a:gd name="connsiteY90" fmla="*/ 878687 h 967894"/>
                        <a:gd name="connsiteX91" fmla="*/ 146301 w 409446"/>
                        <a:gd name="connsiteY91" fmla="*/ 884634 h 967894"/>
                        <a:gd name="connsiteX92" fmla="*/ 149869 w 409446"/>
                        <a:gd name="connsiteY92" fmla="*/ 882255 h 967894"/>
                        <a:gd name="connsiteX93" fmla="*/ 157005 w 409446"/>
                        <a:gd name="connsiteY93" fmla="*/ 858466 h 967894"/>
                        <a:gd name="connsiteX94" fmla="*/ 151058 w 409446"/>
                        <a:gd name="connsiteY94" fmla="*/ 857277 h 967894"/>
                        <a:gd name="connsiteX95" fmla="*/ 164142 w 409446"/>
                        <a:gd name="connsiteY95" fmla="*/ 838246 h 967894"/>
                        <a:gd name="connsiteX96" fmla="*/ 173658 w 409446"/>
                        <a:gd name="connsiteY96" fmla="*/ 831109 h 967894"/>
                        <a:gd name="connsiteX97" fmla="*/ 178415 w 409446"/>
                        <a:gd name="connsiteY97" fmla="*/ 819215 h 967894"/>
                        <a:gd name="connsiteX98" fmla="*/ 184362 w 409446"/>
                        <a:gd name="connsiteY98" fmla="*/ 808510 h 967894"/>
                        <a:gd name="connsiteX99" fmla="*/ 181984 w 409446"/>
                        <a:gd name="connsiteY99" fmla="*/ 798994 h 967894"/>
                        <a:gd name="connsiteX100" fmla="*/ 181984 w 409446"/>
                        <a:gd name="connsiteY100" fmla="*/ 777585 h 967894"/>
                        <a:gd name="connsiteX101" fmla="*/ 155816 w 409446"/>
                        <a:gd name="connsiteY101" fmla="*/ 775206 h 967894"/>
                        <a:gd name="connsiteX102" fmla="*/ 140353 w 409446"/>
                        <a:gd name="connsiteY102" fmla="*/ 759743 h 967894"/>
                        <a:gd name="connsiteX103" fmla="*/ 133217 w 409446"/>
                        <a:gd name="connsiteY103" fmla="*/ 751417 h 967894"/>
                        <a:gd name="connsiteX104" fmla="*/ 130838 w 409446"/>
                        <a:gd name="connsiteY104" fmla="*/ 740712 h 967894"/>
                        <a:gd name="connsiteX105" fmla="*/ 134406 w 409446"/>
                        <a:gd name="connsiteY105" fmla="*/ 734765 h 967894"/>
                        <a:gd name="connsiteX106" fmla="*/ 139164 w 409446"/>
                        <a:gd name="connsiteY106" fmla="*/ 726439 h 967894"/>
                        <a:gd name="connsiteX107" fmla="*/ 153437 w 409446"/>
                        <a:gd name="connsiteY107" fmla="*/ 713355 h 967894"/>
                        <a:gd name="connsiteX108" fmla="*/ 176036 w 409446"/>
                        <a:gd name="connsiteY108" fmla="*/ 707408 h 967894"/>
                        <a:gd name="connsiteX109" fmla="*/ 171279 w 409446"/>
                        <a:gd name="connsiteY109" fmla="*/ 691945 h 967894"/>
                        <a:gd name="connsiteX110" fmla="*/ 174847 w 409446"/>
                        <a:gd name="connsiteY110" fmla="*/ 678861 h 967894"/>
                        <a:gd name="connsiteX111" fmla="*/ 170089 w 409446"/>
                        <a:gd name="connsiteY111" fmla="*/ 663399 h 967894"/>
                        <a:gd name="connsiteX112" fmla="*/ 174847 w 409446"/>
                        <a:gd name="connsiteY112" fmla="*/ 649126 h 967894"/>
                        <a:gd name="connsiteX113" fmla="*/ 183173 w 409446"/>
                        <a:gd name="connsiteY113" fmla="*/ 645557 h 967894"/>
                        <a:gd name="connsiteX114" fmla="*/ 189120 w 409446"/>
                        <a:gd name="connsiteY114" fmla="*/ 640800 h 967894"/>
                        <a:gd name="connsiteX115" fmla="*/ 173658 w 409446"/>
                        <a:gd name="connsiteY115" fmla="*/ 631284 h 967894"/>
                        <a:gd name="connsiteX116" fmla="*/ 192688 w 409446"/>
                        <a:gd name="connsiteY116" fmla="*/ 624147 h 967894"/>
                        <a:gd name="connsiteX117" fmla="*/ 208151 w 409446"/>
                        <a:gd name="connsiteY117" fmla="*/ 622958 h 967894"/>
                        <a:gd name="connsiteX118" fmla="*/ 206962 w 409446"/>
                        <a:gd name="connsiteY118" fmla="*/ 606306 h 967894"/>
                        <a:gd name="connsiteX119" fmla="*/ 192688 w 409446"/>
                        <a:gd name="connsiteY119" fmla="*/ 607495 h 967894"/>
                        <a:gd name="connsiteX120" fmla="*/ 196257 w 409446"/>
                        <a:gd name="connsiteY120" fmla="*/ 613443 h 967894"/>
                        <a:gd name="connsiteX121" fmla="*/ 184362 w 409446"/>
                        <a:gd name="connsiteY121" fmla="*/ 611064 h 967894"/>
                        <a:gd name="connsiteX122" fmla="*/ 170089 w 409446"/>
                        <a:gd name="connsiteY122" fmla="*/ 593222 h 967894"/>
                        <a:gd name="connsiteX123" fmla="*/ 171279 w 409446"/>
                        <a:gd name="connsiteY123" fmla="*/ 563486 h 967894"/>
                        <a:gd name="connsiteX124" fmla="*/ 184362 w 409446"/>
                        <a:gd name="connsiteY124" fmla="*/ 568244 h 967894"/>
                        <a:gd name="connsiteX125" fmla="*/ 206962 w 409446"/>
                        <a:gd name="connsiteY125" fmla="*/ 577759 h 967894"/>
                        <a:gd name="connsiteX126" fmla="*/ 231940 w 409446"/>
                        <a:gd name="connsiteY126" fmla="*/ 559918 h 967894"/>
                        <a:gd name="connsiteX127" fmla="*/ 227182 w 409446"/>
                        <a:gd name="connsiteY127" fmla="*/ 544455 h 967894"/>
                        <a:gd name="connsiteX128" fmla="*/ 230751 w 409446"/>
                        <a:gd name="connsiteY128" fmla="*/ 527803 h 967894"/>
                        <a:gd name="connsiteX129" fmla="*/ 224803 w 409446"/>
                        <a:gd name="connsiteY129" fmla="*/ 494499 h 967894"/>
                        <a:gd name="connsiteX130" fmla="*/ 254539 w 409446"/>
                        <a:gd name="connsiteY130" fmla="*/ 506393 h 967894"/>
                        <a:gd name="connsiteX131" fmla="*/ 272381 w 409446"/>
                        <a:gd name="connsiteY131" fmla="*/ 507583 h 967894"/>
                        <a:gd name="connsiteX132" fmla="*/ 286654 w 409446"/>
                        <a:gd name="connsiteY132" fmla="*/ 501636 h 967894"/>
                        <a:gd name="connsiteX133" fmla="*/ 316390 w 409446"/>
                        <a:gd name="connsiteY133" fmla="*/ 493310 h 967894"/>
                        <a:gd name="connsiteX134" fmla="*/ 343747 w 409446"/>
                        <a:gd name="connsiteY134" fmla="*/ 479037 h 967894"/>
                        <a:gd name="connsiteX135" fmla="*/ 344936 w 409446"/>
                        <a:gd name="connsiteY135" fmla="*/ 463574 h 967894"/>
                        <a:gd name="connsiteX136" fmla="*/ 352073 w 409446"/>
                        <a:gd name="connsiteY136" fmla="*/ 455248 h 967894"/>
                        <a:gd name="connsiteX137" fmla="*/ 355641 w 409446"/>
                        <a:gd name="connsiteY137" fmla="*/ 426701 h 967894"/>
                        <a:gd name="connsiteX138" fmla="*/ 337800 w 409446"/>
                        <a:gd name="connsiteY138" fmla="*/ 410049 h 967894"/>
                        <a:gd name="connsiteX139" fmla="*/ 329473 w 409446"/>
                        <a:gd name="connsiteY139" fmla="*/ 385071 h 967894"/>
                        <a:gd name="connsiteX140" fmla="*/ 304495 w 409446"/>
                        <a:gd name="connsiteY140" fmla="*/ 368419 h 967894"/>
                        <a:gd name="connsiteX141" fmla="*/ 297359 w 409446"/>
                        <a:gd name="connsiteY141" fmla="*/ 342251 h 967894"/>
                        <a:gd name="connsiteX142" fmla="*/ 297359 w 409446"/>
                        <a:gd name="connsiteY142" fmla="*/ 342251 h 967894"/>
                        <a:gd name="connsiteX143" fmla="*/ 297359 w 409446"/>
                        <a:gd name="connsiteY143" fmla="*/ 342251 h 967894"/>
                        <a:gd name="connsiteX144" fmla="*/ 297359 w 409446"/>
                        <a:gd name="connsiteY144" fmla="*/ 342251 h 967894"/>
                        <a:gd name="connsiteX145" fmla="*/ 297359 w 409446"/>
                        <a:gd name="connsiteY145" fmla="*/ 337494 h 967894"/>
                        <a:gd name="connsiteX146" fmla="*/ 303306 w 409446"/>
                        <a:gd name="connsiteY146" fmla="*/ 317273 h 967894"/>
                        <a:gd name="connsiteX147" fmla="*/ 300927 w 409446"/>
                        <a:gd name="connsiteY147" fmla="*/ 307758 h 967894"/>
                        <a:gd name="connsiteX148" fmla="*/ 300927 w 409446"/>
                        <a:gd name="connsiteY148" fmla="*/ 297053 h 967894"/>
                        <a:gd name="connsiteX149" fmla="*/ 303306 w 409446"/>
                        <a:gd name="connsiteY149" fmla="*/ 275643 h 967894"/>
                        <a:gd name="connsiteX150" fmla="*/ 305685 w 409446"/>
                        <a:gd name="connsiteY150" fmla="*/ 254233 h 967894"/>
                        <a:gd name="connsiteX151" fmla="*/ 312821 w 409446"/>
                        <a:gd name="connsiteY151" fmla="*/ 236392 h 967894"/>
                        <a:gd name="connsiteX152" fmla="*/ 312821 w 409446"/>
                        <a:gd name="connsiteY152" fmla="*/ 236392 h 967894"/>
                        <a:gd name="connsiteX153" fmla="*/ 325905 w 409446"/>
                        <a:gd name="connsiteY153" fmla="*/ 214982 h 967894"/>
                        <a:gd name="connsiteX154" fmla="*/ 335421 w 409446"/>
                        <a:gd name="connsiteY154" fmla="*/ 201898 h 967894"/>
                        <a:gd name="connsiteX155" fmla="*/ 342557 w 409446"/>
                        <a:gd name="connsiteY155" fmla="*/ 187625 h 967894"/>
                        <a:gd name="connsiteX156" fmla="*/ 350883 w 409446"/>
                        <a:gd name="connsiteY156" fmla="*/ 184056 h 967894"/>
                        <a:gd name="connsiteX157" fmla="*/ 355641 w 409446"/>
                        <a:gd name="connsiteY157" fmla="*/ 176920 h 967894"/>
                        <a:gd name="connsiteX158" fmla="*/ 371104 w 409446"/>
                        <a:gd name="connsiteY158" fmla="*/ 167404 h 967894"/>
                        <a:gd name="connsiteX159" fmla="*/ 378240 w 409446"/>
                        <a:gd name="connsiteY159" fmla="*/ 161457 h 967894"/>
                        <a:gd name="connsiteX160" fmla="*/ 385377 w 409446"/>
                        <a:gd name="connsiteY160" fmla="*/ 156700 h 967894"/>
                        <a:gd name="connsiteX161" fmla="*/ 391324 w 409446"/>
                        <a:gd name="connsiteY161" fmla="*/ 151942 h 967894"/>
                        <a:gd name="connsiteX162" fmla="*/ 399650 w 409446"/>
                        <a:gd name="connsiteY162" fmla="*/ 148373 h 967894"/>
                        <a:gd name="connsiteX163" fmla="*/ 406787 w 409446"/>
                        <a:gd name="connsiteY163" fmla="*/ 105554 h 967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</a:cxnLst>
                      <a:rect l="l" t="t" r="r" b="b"/>
                      <a:pathLst>
                        <a:path w="409446" h="967894">
                          <a:moveTo>
                            <a:pt x="406787" y="105554"/>
                          </a:moveTo>
                          <a:cubicBezTo>
                            <a:pt x="405597" y="101985"/>
                            <a:pt x="404408" y="101985"/>
                            <a:pt x="404408" y="98417"/>
                          </a:cubicBezTo>
                          <a:cubicBezTo>
                            <a:pt x="404408" y="93660"/>
                            <a:pt x="405597" y="93660"/>
                            <a:pt x="400840" y="93660"/>
                          </a:cubicBezTo>
                          <a:cubicBezTo>
                            <a:pt x="396082" y="93660"/>
                            <a:pt x="392514" y="93660"/>
                            <a:pt x="387756" y="94849"/>
                          </a:cubicBezTo>
                          <a:cubicBezTo>
                            <a:pt x="387756" y="97228"/>
                            <a:pt x="386567" y="99607"/>
                            <a:pt x="386567" y="103175"/>
                          </a:cubicBezTo>
                          <a:cubicBezTo>
                            <a:pt x="386567" y="109122"/>
                            <a:pt x="390135" y="118637"/>
                            <a:pt x="387756" y="124585"/>
                          </a:cubicBezTo>
                          <a:cubicBezTo>
                            <a:pt x="385377" y="129343"/>
                            <a:pt x="377051" y="130532"/>
                            <a:pt x="373483" y="134100"/>
                          </a:cubicBezTo>
                          <a:cubicBezTo>
                            <a:pt x="369914" y="138858"/>
                            <a:pt x="369914" y="145995"/>
                            <a:pt x="365157" y="149563"/>
                          </a:cubicBezTo>
                          <a:cubicBezTo>
                            <a:pt x="355641" y="159079"/>
                            <a:pt x="340178" y="157889"/>
                            <a:pt x="328284" y="154321"/>
                          </a:cubicBezTo>
                          <a:cubicBezTo>
                            <a:pt x="321147" y="151942"/>
                            <a:pt x="316390" y="150752"/>
                            <a:pt x="308064" y="150752"/>
                          </a:cubicBezTo>
                          <a:cubicBezTo>
                            <a:pt x="300927" y="150752"/>
                            <a:pt x="292601" y="151942"/>
                            <a:pt x="285464" y="151942"/>
                          </a:cubicBezTo>
                          <a:cubicBezTo>
                            <a:pt x="284275" y="144805"/>
                            <a:pt x="291412" y="143616"/>
                            <a:pt x="293790" y="138858"/>
                          </a:cubicBezTo>
                          <a:cubicBezTo>
                            <a:pt x="297359" y="132911"/>
                            <a:pt x="294980" y="128153"/>
                            <a:pt x="296169" y="122206"/>
                          </a:cubicBezTo>
                          <a:cubicBezTo>
                            <a:pt x="298548" y="110312"/>
                            <a:pt x="312821" y="105554"/>
                            <a:pt x="302117" y="93660"/>
                          </a:cubicBezTo>
                          <a:cubicBezTo>
                            <a:pt x="292601" y="84144"/>
                            <a:pt x="284275" y="84144"/>
                            <a:pt x="272381" y="79386"/>
                          </a:cubicBezTo>
                          <a:cubicBezTo>
                            <a:pt x="262865" y="75818"/>
                            <a:pt x="254539" y="68681"/>
                            <a:pt x="245024" y="63924"/>
                          </a:cubicBezTo>
                          <a:cubicBezTo>
                            <a:pt x="221235" y="54408"/>
                            <a:pt x="203393" y="40135"/>
                            <a:pt x="186741" y="21104"/>
                          </a:cubicBezTo>
                          <a:cubicBezTo>
                            <a:pt x="181984" y="16346"/>
                            <a:pt x="177226" y="10399"/>
                            <a:pt x="172468" y="6831"/>
                          </a:cubicBezTo>
                          <a:cubicBezTo>
                            <a:pt x="168900" y="4452"/>
                            <a:pt x="164142" y="2073"/>
                            <a:pt x="158195" y="2073"/>
                          </a:cubicBezTo>
                          <a:cubicBezTo>
                            <a:pt x="154627" y="2073"/>
                            <a:pt x="141543" y="3262"/>
                            <a:pt x="139164" y="4452"/>
                          </a:cubicBezTo>
                          <a:cubicBezTo>
                            <a:pt x="134406" y="8020"/>
                            <a:pt x="135596" y="17535"/>
                            <a:pt x="134406" y="22294"/>
                          </a:cubicBezTo>
                          <a:cubicBezTo>
                            <a:pt x="132027" y="22294"/>
                            <a:pt x="129649" y="19915"/>
                            <a:pt x="128459" y="17535"/>
                          </a:cubicBezTo>
                          <a:cubicBezTo>
                            <a:pt x="128459" y="13967"/>
                            <a:pt x="127270" y="11588"/>
                            <a:pt x="127270" y="8020"/>
                          </a:cubicBezTo>
                          <a:cubicBezTo>
                            <a:pt x="121322" y="4452"/>
                            <a:pt x="120133" y="2073"/>
                            <a:pt x="112996" y="2073"/>
                          </a:cubicBezTo>
                          <a:cubicBezTo>
                            <a:pt x="107049" y="2073"/>
                            <a:pt x="101102" y="4452"/>
                            <a:pt x="93965" y="3262"/>
                          </a:cubicBezTo>
                          <a:cubicBezTo>
                            <a:pt x="85639" y="2073"/>
                            <a:pt x="86829" y="-2685"/>
                            <a:pt x="78503" y="2073"/>
                          </a:cubicBezTo>
                          <a:cubicBezTo>
                            <a:pt x="72556" y="5641"/>
                            <a:pt x="71366" y="8020"/>
                            <a:pt x="68987" y="12778"/>
                          </a:cubicBezTo>
                          <a:cubicBezTo>
                            <a:pt x="66608" y="17535"/>
                            <a:pt x="64230" y="19915"/>
                            <a:pt x="61851" y="21104"/>
                          </a:cubicBezTo>
                          <a:cubicBezTo>
                            <a:pt x="67798" y="36567"/>
                            <a:pt x="64230" y="53219"/>
                            <a:pt x="49956" y="63924"/>
                          </a:cubicBezTo>
                          <a:cubicBezTo>
                            <a:pt x="42820" y="69871"/>
                            <a:pt x="33304" y="69871"/>
                            <a:pt x="29736" y="79386"/>
                          </a:cubicBezTo>
                          <a:cubicBezTo>
                            <a:pt x="28547" y="84144"/>
                            <a:pt x="30925" y="101985"/>
                            <a:pt x="32115" y="107933"/>
                          </a:cubicBezTo>
                          <a:cubicBezTo>
                            <a:pt x="33304" y="112690"/>
                            <a:pt x="35683" y="112690"/>
                            <a:pt x="35683" y="118637"/>
                          </a:cubicBezTo>
                          <a:cubicBezTo>
                            <a:pt x="35683" y="123395"/>
                            <a:pt x="32115" y="125774"/>
                            <a:pt x="32115" y="130532"/>
                          </a:cubicBezTo>
                          <a:cubicBezTo>
                            <a:pt x="32115" y="135290"/>
                            <a:pt x="38062" y="135290"/>
                            <a:pt x="36873" y="141237"/>
                          </a:cubicBezTo>
                          <a:cubicBezTo>
                            <a:pt x="36873" y="142426"/>
                            <a:pt x="29736" y="150752"/>
                            <a:pt x="28547" y="151942"/>
                          </a:cubicBezTo>
                          <a:cubicBezTo>
                            <a:pt x="19031" y="167404"/>
                            <a:pt x="7137" y="188814"/>
                            <a:pt x="5947" y="206656"/>
                          </a:cubicBezTo>
                          <a:cubicBezTo>
                            <a:pt x="4758" y="219739"/>
                            <a:pt x="14273" y="226876"/>
                            <a:pt x="10705" y="241149"/>
                          </a:cubicBezTo>
                          <a:cubicBezTo>
                            <a:pt x="8326" y="251854"/>
                            <a:pt x="1190" y="261370"/>
                            <a:pt x="0" y="273264"/>
                          </a:cubicBezTo>
                          <a:cubicBezTo>
                            <a:pt x="0" y="291106"/>
                            <a:pt x="23789" y="314894"/>
                            <a:pt x="22599" y="333925"/>
                          </a:cubicBezTo>
                          <a:cubicBezTo>
                            <a:pt x="21410" y="343441"/>
                            <a:pt x="24978" y="358903"/>
                            <a:pt x="19031" y="367230"/>
                          </a:cubicBezTo>
                          <a:cubicBezTo>
                            <a:pt x="14273" y="373177"/>
                            <a:pt x="10705" y="382692"/>
                            <a:pt x="9516" y="391018"/>
                          </a:cubicBezTo>
                          <a:cubicBezTo>
                            <a:pt x="8326" y="395776"/>
                            <a:pt x="8326" y="395776"/>
                            <a:pt x="9516" y="400534"/>
                          </a:cubicBezTo>
                          <a:cubicBezTo>
                            <a:pt x="10705" y="405291"/>
                            <a:pt x="13084" y="408860"/>
                            <a:pt x="13084" y="415996"/>
                          </a:cubicBezTo>
                          <a:cubicBezTo>
                            <a:pt x="13084" y="424322"/>
                            <a:pt x="8326" y="435027"/>
                            <a:pt x="8326" y="444543"/>
                          </a:cubicBezTo>
                          <a:cubicBezTo>
                            <a:pt x="7137" y="454058"/>
                            <a:pt x="5947" y="465953"/>
                            <a:pt x="8326" y="475468"/>
                          </a:cubicBezTo>
                          <a:cubicBezTo>
                            <a:pt x="10705" y="483794"/>
                            <a:pt x="20220" y="493310"/>
                            <a:pt x="19031" y="501636"/>
                          </a:cubicBezTo>
                          <a:cubicBezTo>
                            <a:pt x="19031" y="506393"/>
                            <a:pt x="9516" y="518288"/>
                            <a:pt x="7137" y="524235"/>
                          </a:cubicBezTo>
                          <a:cubicBezTo>
                            <a:pt x="2379" y="537319"/>
                            <a:pt x="5947" y="542076"/>
                            <a:pt x="7137" y="555160"/>
                          </a:cubicBezTo>
                          <a:cubicBezTo>
                            <a:pt x="8326" y="568244"/>
                            <a:pt x="5947" y="580138"/>
                            <a:pt x="9516" y="593222"/>
                          </a:cubicBezTo>
                          <a:cubicBezTo>
                            <a:pt x="10705" y="599170"/>
                            <a:pt x="14273" y="602738"/>
                            <a:pt x="14273" y="609874"/>
                          </a:cubicBezTo>
                          <a:cubicBezTo>
                            <a:pt x="14273" y="614632"/>
                            <a:pt x="9516" y="619390"/>
                            <a:pt x="10705" y="626526"/>
                          </a:cubicBezTo>
                          <a:cubicBezTo>
                            <a:pt x="11894" y="637231"/>
                            <a:pt x="21410" y="645557"/>
                            <a:pt x="22599" y="656262"/>
                          </a:cubicBezTo>
                          <a:cubicBezTo>
                            <a:pt x="23789" y="663399"/>
                            <a:pt x="21410" y="665778"/>
                            <a:pt x="23789" y="672914"/>
                          </a:cubicBezTo>
                          <a:cubicBezTo>
                            <a:pt x="26168" y="677672"/>
                            <a:pt x="27357" y="683619"/>
                            <a:pt x="32115" y="685998"/>
                          </a:cubicBezTo>
                          <a:cubicBezTo>
                            <a:pt x="33304" y="687188"/>
                            <a:pt x="36873" y="684809"/>
                            <a:pt x="38062" y="685998"/>
                          </a:cubicBezTo>
                          <a:cubicBezTo>
                            <a:pt x="40441" y="687188"/>
                            <a:pt x="39251" y="693135"/>
                            <a:pt x="38062" y="694324"/>
                          </a:cubicBezTo>
                          <a:cubicBezTo>
                            <a:pt x="33304" y="699082"/>
                            <a:pt x="20220" y="695513"/>
                            <a:pt x="21410" y="701461"/>
                          </a:cubicBezTo>
                          <a:cubicBezTo>
                            <a:pt x="21410" y="708597"/>
                            <a:pt x="35683" y="705029"/>
                            <a:pt x="38062" y="709787"/>
                          </a:cubicBezTo>
                          <a:cubicBezTo>
                            <a:pt x="38062" y="709787"/>
                            <a:pt x="41630" y="712166"/>
                            <a:pt x="42820" y="716924"/>
                          </a:cubicBezTo>
                          <a:cubicBezTo>
                            <a:pt x="45199" y="721681"/>
                            <a:pt x="44009" y="722871"/>
                            <a:pt x="41630" y="726439"/>
                          </a:cubicBezTo>
                          <a:cubicBezTo>
                            <a:pt x="40441" y="730007"/>
                            <a:pt x="39251" y="732386"/>
                            <a:pt x="39251" y="737144"/>
                          </a:cubicBezTo>
                          <a:cubicBezTo>
                            <a:pt x="39251" y="744280"/>
                            <a:pt x="41630" y="750228"/>
                            <a:pt x="44009" y="756175"/>
                          </a:cubicBezTo>
                          <a:cubicBezTo>
                            <a:pt x="46388" y="764501"/>
                            <a:pt x="42820" y="769259"/>
                            <a:pt x="41630" y="777585"/>
                          </a:cubicBezTo>
                          <a:cubicBezTo>
                            <a:pt x="41630" y="785911"/>
                            <a:pt x="39251" y="790668"/>
                            <a:pt x="38062" y="797805"/>
                          </a:cubicBezTo>
                          <a:cubicBezTo>
                            <a:pt x="36873" y="802563"/>
                            <a:pt x="39251" y="807321"/>
                            <a:pt x="39251" y="812078"/>
                          </a:cubicBezTo>
                          <a:cubicBezTo>
                            <a:pt x="39251" y="818025"/>
                            <a:pt x="39251" y="822783"/>
                            <a:pt x="40441" y="828730"/>
                          </a:cubicBezTo>
                          <a:cubicBezTo>
                            <a:pt x="41630" y="833488"/>
                            <a:pt x="42820" y="840625"/>
                            <a:pt x="41630" y="845382"/>
                          </a:cubicBezTo>
                          <a:cubicBezTo>
                            <a:pt x="40441" y="848951"/>
                            <a:pt x="35683" y="851330"/>
                            <a:pt x="33304" y="854898"/>
                          </a:cubicBezTo>
                          <a:cubicBezTo>
                            <a:pt x="27357" y="862034"/>
                            <a:pt x="20220" y="871550"/>
                            <a:pt x="20220" y="881065"/>
                          </a:cubicBezTo>
                          <a:cubicBezTo>
                            <a:pt x="20220" y="885823"/>
                            <a:pt x="21410" y="892960"/>
                            <a:pt x="23789" y="896528"/>
                          </a:cubicBezTo>
                          <a:cubicBezTo>
                            <a:pt x="26168" y="901286"/>
                            <a:pt x="24978" y="904854"/>
                            <a:pt x="28547" y="908423"/>
                          </a:cubicBezTo>
                          <a:cubicBezTo>
                            <a:pt x="28547" y="908423"/>
                            <a:pt x="32115" y="909612"/>
                            <a:pt x="32115" y="909612"/>
                          </a:cubicBezTo>
                          <a:cubicBezTo>
                            <a:pt x="35683" y="921506"/>
                            <a:pt x="44009" y="910801"/>
                            <a:pt x="47577" y="908423"/>
                          </a:cubicBezTo>
                          <a:cubicBezTo>
                            <a:pt x="52335" y="906044"/>
                            <a:pt x="53525" y="904854"/>
                            <a:pt x="55903" y="910801"/>
                          </a:cubicBezTo>
                          <a:cubicBezTo>
                            <a:pt x="58282" y="914370"/>
                            <a:pt x="57093" y="919127"/>
                            <a:pt x="57093" y="922696"/>
                          </a:cubicBezTo>
                          <a:cubicBezTo>
                            <a:pt x="58282" y="928643"/>
                            <a:pt x="60661" y="929832"/>
                            <a:pt x="64230" y="933400"/>
                          </a:cubicBezTo>
                          <a:cubicBezTo>
                            <a:pt x="67798" y="938158"/>
                            <a:pt x="67798" y="941727"/>
                            <a:pt x="70177" y="946484"/>
                          </a:cubicBezTo>
                          <a:cubicBezTo>
                            <a:pt x="73745" y="956000"/>
                            <a:pt x="88018" y="954811"/>
                            <a:pt x="97534" y="953621"/>
                          </a:cubicBezTo>
                          <a:cubicBezTo>
                            <a:pt x="103481" y="953621"/>
                            <a:pt x="108239" y="953621"/>
                            <a:pt x="114186" y="954811"/>
                          </a:cubicBezTo>
                          <a:cubicBezTo>
                            <a:pt x="118944" y="956000"/>
                            <a:pt x="123701" y="953621"/>
                            <a:pt x="128459" y="953621"/>
                          </a:cubicBezTo>
                          <a:cubicBezTo>
                            <a:pt x="134406" y="953621"/>
                            <a:pt x="137975" y="954811"/>
                            <a:pt x="142732" y="954811"/>
                          </a:cubicBezTo>
                          <a:cubicBezTo>
                            <a:pt x="146301" y="954811"/>
                            <a:pt x="155816" y="964326"/>
                            <a:pt x="161763" y="967894"/>
                          </a:cubicBezTo>
                          <a:lnTo>
                            <a:pt x="161763" y="967894"/>
                          </a:lnTo>
                          <a:cubicBezTo>
                            <a:pt x="161763" y="967894"/>
                            <a:pt x="161763" y="967894"/>
                            <a:pt x="161763" y="966705"/>
                          </a:cubicBezTo>
                          <a:cubicBezTo>
                            <a:pt x="164142" y="961947"/>
                            <a:pt x="153437" y="960758"/>
                            <a:pt x="151058" y="957189"/>
                          </a:cubicBezTo>
                          <a:cubicBezTo>
                            <a:pt x="147490" y="953621"/>
                            <a:pt x="147490" y="944106"/>
                            <a:pt x="142732" y="944106"/>
                          </a:cubicBezTo>
                          <a:cubicBezTo>
                            <a:pt x="139164" y="944106"/>
                            <a:pt x="136785" y="946484"/>
                            <a:pt x="135596" y="944106"/>
                          </a:cubicBezTo>
                          <a:cubicBezTo>
                            <a:pt x="133217" y="940537"/>
                            <a:pt x="139164" y="938158"/>
                            <a:pt x="137975" y="933400"/>
                          </a:cubicBezTo>
                          <a:cubicBezTo>
                            <a:pt x="137975" y="929832"/>
                            <a:pt x="134406" y="925075"/>
                            <a:pt x="133217" y="922696"/>
                          </a:cubicBezTo>
                          <a:cubicBezTo>
                            <a:pt x="129649" y="914370"/>
                            <a:pt x="123701" y="906044"/>
                            <a:pt x="128459" y="897717"/>
                          </a:cubicBezTo>
                          <a:cubicBezTo>
                            <a:pt x="134406" y="888202"/>
                            <a:pt x="129649" y="885823"/>
                            <a:pt x="135596" y="878687"/>
                          </a:cubicBezTo>
                          <a:cubicBezTo>
                            <a:pt x="139164" y="875118"/>
                            <a:pt x="142732" y="882255"/>
                            <a:pt x="146301" y="884634"/>
                          </a:cubicBezTo>
                          <a:cubicBezTo>
                            <a:pt x="146301" y="884634"/>
                            <a:pt x="149869" y="882255"/>
                            <a:pt x="149869" y="882255"/>
                          </a:cubicBezTo>
                          <a:cubicBezTo>
                            <a:pt x="157005" y="869171"/>
                            <a:pt x="164142" y="864413"/>
                            <a:pt x="157005" y="858466"/>
                          </a:cubicBezTo>
                          <a:cubicBezTo>
                            <a:pt x="155816" y="857277"/>
                            <a:pt x="151058" y="858466"/>
                            <a:pt x="151058" y="857277"/>
                          </a:cubicBezTo>
                          <a:cubicBezTo>
                            <a:pt x="148679" y="848951"/>
                            <a:pt x="158195" y="843004"/>
                            <a:pt x="164142" y="838246"/>
                          </a:cubicBezTo>
                          <a:cubicBezTo>
                            <a:pt x="167710" y="835867"/>
                            <a:pt x="171279" y="835867"/>
                            <a:pt x="173658" y="831109"/>
                          </a:cubicBezTo>
                          <a:cubicBezTo>
                            <a:pt x="176036" y="827541"/>
                            <a:pt x="174847" y="821594"/>
                            <a:pt x="178415" y="819215"/>
                          </a:cubicBezTo>
                          <a:cubicBezTo>
                            <a:pt x="184362" y="815646"/>
                            <a:pt x="183173" y="814457"/>
                            <a:pt x="184362" y="808510"/>
                          </a:cubicBezTo>
                          <a:cubicBezTo>
                            <a:pt x="186741" y="802563"/>
                            <a:pt x="181984" y="803752"/>
                            <a:pt x="181984" y="798994"/>
                          </a:cubicBezTo>
                          <a:cubicBezTo>
                            <a:pt x="180794" y="793047"/>
                            <a:pt x="186741" y="781153"/>
                            <a:pt x="181984" y="777585"/>
                          </a:cubicBezTo>
                          <a:cubicBezTo>
                            <a:pt x="177226" y="774016"/>
                            <a:pt x="162953" y="778774"/>
                            <a:pt x="155816" y="775206"/>
                          </a:cubicBezTo>
                          <a:cubicBezTo>
                            <a:pt x="147490" y="770448"/>
                            <a:pt x="145111" y="765690"/>
                            <a:pt x="140353" y="759743"/>
                          </a:cubicBezTo>
                          <a:cubicBezTo>
                            <a:pt x="137975" y="756175"/>
                            <a:pt x="134406" y="754985"/>
                            <a:pt x="133217" y="751417"/>
                          </a:cubicBezTo>
                          <a:cubicBezTo>
                            <a:pt x="132027" y="746659"/>
                            <a:pt x="133217" y="744280"/>
                            <a:pt x="130838" y="740712"/>
                          </a:cubicBezTo>
                          <a:cubicBezTo>
                            <a:pt x="128459" y="737144"/>
                            <a:pt x="130838" y="735955"/>
                            <a:pt x="134406" y="734765"/>
                          </a:cubicBezTo>
                          <a:cubicBezTo>
                            <a:pt x="137975" y="733576"/>
                            <a:pt x="137975" y="728818"/>
                            <a:pt x="139164" y="726439"/>
                          </a:cubicBezTo>
                          <a:cubicBezTo>
                            <a:pt x="143922" y="718113"/>
                            <a:pt x="147490" y="716924"/>
                            <a:pt x="153437" y="713355"/>
                          </a:cubicBezTo>
                          <a:cubicBezTo>
                            <a:pt x="161763" y="709787"/>
                            <a:pt x="173658" y="716924"/>
                            <a:pt x="176036" y="707408"/>
                          </a:cubicBezTo>
                          <a:cubicBezTo>
                            <a:pt x="178415" y="701461"/>
                            <a:pt x="168900" y="697892"/>
                            <a:pt x="171279" y="691945"/>
                          </a:cubicBezTo>
                          <a:cubicBezTo>
                            <a:pt x="176036" y="683619"/>
                            <a:pt x="178415" y="689566"/>
                            <a:pt x="174847" y="678861"/>
                          </a:cubicBezTo>
                          <a:cubicBezTo>
                            <a:pt x="173658" y="674104"/>
                            <a:pt x="170089" y="668157"/>
                            <a:pt x="170089" y="663399"/>
                          </a:cubicBezTo>
                          <a:cubicBezTo>
                            <a:pt x="170089" y="658641"/>
                            <a:pt x="172468" y="653883"/>
                            <a:pt x="174847" y="649126"/>
                          </a:cubicBezTo>
                          <a:cubicBezTo>
                            <a:pt x="176036" y="645557"/>
                            <a:pt x="180794" y="645557"/>
                            <a:pt x="183173" y="645557"/>
                          </a:cubicBezTo>
                          <a:cubicBezTo>
                            <a:pt x="190310" y="644368"/>
                            <a:pt x="190310" y="641989"/>
                            <a:pt x="189120" y="640800"/>
                          </a:cubicBezTo>
                          <a:cubicBezTo>
                            <a:pt x="186741" y="632474"/>
                            <a:pt x="176036" y="638421"/>
                            <a:pt x="173658" y="631284"/>
                          </a:cubicBezTo>
                          <a:cubicBezTo>
                            <a:pt x="171279" y="624147"/>
                            <a:pt x="189120" y="619390"/>
                            <a:pt x="192688" y="624147"/>
                          </a:cubicBezTo>
                          <a:cubicBezTo>
                            <a:pt x="203393" y="636042"/>
                            <a:pt x="211719" y="639610"/>
                            <a:pt x="208151" y="622958"/>
                          </a:cubicBezTo>
                          <a:cubicBezTo>
                            <a:pt x="206962" y="618200"/>
                            <a:pt x="208151" y="609874"/>
                            <a:pt x="206962" y="606306"/>
                          </a:cubicBezTo>
                          <a:cubicBezTo>
                            <a:pt x="203393" y="600359"/>
                            <a:pt x="193878" y="603927"/>
                            <a:pt x="192688" y="607495"/>
                          </a:cubicBezTo>
                          <a:cubicBezTo>
                            <a:pt x="191499" y="609874"/>
                            <a:pt x="196257" y="609874"/>
                            <a:pt x="196257" y="613443"/>
                          </a:cubicBezTo>
                          <a:cubicBezTo>
                            <a:pt x="196257" y="620579"/>
                            <a:pt x="189120" y="611064"/>
                            <a:pt x="184362" y="611064"/>
                          </a:cubicBezTo>
                          <a:cubicBezTo>
                            <a:pt x="172468" y="609874"/>
                            <a:pt x="166521" y="601548"/>
                            <a:pt x="170089" y="593222"/>
                          </a:cubicBezTo>
                          <a:cubicBezTo>
                            <a:pt x="176036" y="577759"/>
                            <a:pt x="151058" y="567055"/>
                            <a:pt x="171279" y="563486"/>
                          </a:cubicBezTo>
                          <a:cubicBezTo>
                            <a:pt x="172468" y="563486"/>
                            <a:pt x="184362" y="567055"/>
                            <a:pt x="184362" y="568244"/>
                          </a:cubicBezTo>
                          <a:cubicBezTo>
                            <a:pt x="195067" y="577759"/>
                            <a:pt x="193878" y="577759"/>
                            <a:pt x="206962" y="577759"/>
                          </a:cubicBezTo>
                          <a:cubicBezTo>
                            <a:pt x="218856" y="577759"/>
                            <a:pt x="229561" y="573002"/>
                            <a:pt x="231940" y="559918"/>
                          </a:cubicBezTo>
                          <a:cubicBezTo>
                            <a:pt x="234319" y="550403"/>
                            <a:pt x="229561" y="550403"/>
                            <a:pt x="227182" y="544455"/>
                          </a:cubicBezTo>
                          <a:cubicBezTo>
                            <a:pt x="224803" y="538508"/>
                            <a:pt x="229561" y="532561"/>
                            <a:pt x="230751" y="527803"/>
                          </a:cubicBezTo>
                          <a:cubicBezTo>
                            <a:pt x="234319" y="515909"/>
                            <a:pt x="212909" y="500446"/>
                            <a:pt x="224803" y="494499"/>
                          </a:cubicBezTo>
                          <a:cubicBezTo>
                            <a:pt x="234319" y="489741"/>
                            <a:pt x="242645" y="505204"/>
                            <a:pt x="254539" y="506393"/>
                          </a:cubicBezTo>
                          <a:cubicBezTo>
                            <a:pt x="260486" y="506393"/>
                            <a:pt x="266434" y="508772"/>
                            <a:pt x="272381" y="507583"/>
                          </a:cubicBezTo>
                          <a:cubicBezTo>
                            <a:pt x="277138" y="506393"/>
                            <a:pt x="281896" y="502825"/>
                            <a:pt x="286654" y="501636"/>
                          </a:cubicBezTo>
                          <a:cubicBezTo>
                            <a:pt x="296169" y="498068"/>
                            <a:pt x="306874" y="495689"/>
                            <a:pt x="316390" y="493310"/>
                          </a:cubicBezTo>
                          <a:cubicBezTo>
                            <a:pt x="327095" y="489741"/>
                            <a:pt x="334231" y="481415"/>
                            <a:pt x="343747" y="479037"/>
                          </a:cubicBezTo>
                          <a:cubicBezTo>
                            <a:pt x="343747" y="474279"/>
                            <a:pt x="343747" y="467142"/>
                            <a:pt x="344936" y="463574"/>
                          </a:cubicBezTo>
                          <a:cubicBezTo>
                            <a:pt x="346126" y="460005"/>
                            <a:pt x="350883" y="458816"/>
                            <a:pt x="352073" y="455248"/>
                          </a:cubicBezTo>
                          <a:cubicBezTo>
                            <a:pt x="356831" y="446922"/>
                            <a:pt x="355641" y="436217"/>
                            <a:pt x="355641" y="426701"/>
                          </a:cubicBezTo>
                          <a:cubicBezTo>
                            <a:pt x="342557" y="430270"/>
                            <a:pt x="335421" y="421943"/>
                            <a:pt x="337800" y="410049"/>
                          </a:cubicBezTo>
                          <a:cubicBezTo>
                            <a:pt x="341368" y="395776"/>
                            <a:pt x="341368" y="393397"/>
                            <a:pt x="329473" y="385071"/>
                          </a:cubicBezTo>
                          <a:cubicBezTo>
                            <a:pt x="322337" y="380313"/>
                            <a:pt x="310443" y="376745"/>
                            <a:pt x="304495" y="368419"/>
                          </a:cubicBezTo>
                          <a:cubicBezTo>
                            <a:pt x="300927" y="363661"/>
                            <a:pt x="296169" y="349388"/>
                            <a:pt x="297359" y="342251"/>
                          </a:cubicBezTo>
                          <a:cubicBezTo>
                            <a:pt x="297359" y="342251"/>
                            <a:pt x="297359" y="342251"/>
                            <a:pt x="297359" y="342251"/>
                          </a:cubicBezTo>
                          <a:lnTo>
                            <a:pt x="297359" y="342251"/>
                          </a:lnTo>
                          <a:lnTo>
                            <a:pt x="297359" y="342251"/>
                          </a:lnTo>
                          <a:cubicBezTo>
                            <a:pt x="297359" y="341062"/>
                            <a:pt x="297359" y="339872"/>
                            <a:pt x="297359" y="337494"/>
                          </a:cubicBezTo>
                          <a:cubicBezTo>
                            <a:pt x="298548" y="330357"/>
                            <a:pt x="303306" y="324410"/>
                            <a:pt x="303306" y="317273"/>
                          </a:cubicBezTo>
                          <a:cubicBezTo>
                            <a:pt x="303306" y="313705"/>
                            <a:pt x="302117" y="311326"/>
                            <a:pt x="300927" y="307758"/>
                          </a:cubicBezTo>
                          <a:cubicBezTo>
                            <a:pt x="299738" y="304189"/>
                            <a:pt x="300927" y="299432"/>
                            <a:pt x="300927" y="297053"/>
                          </a:cubicBezTo>
                          <a:cubicBezTo>
                            <a:pt x="300927" y="289916"/>
                            <a:pt x="302117" y="282780"/>
                            <a:pt x="303306" y="275643"/>
                          </a:cubicBezTo>
                          <a:cubicBezTo>
                            <a:pt x="304495" y="268506"/>
                            <a:pt x="305685" y="261370"/>
                            <a:pt x="305685" y="254233"/>
                          </a:cubicBezTo>
                          <a:cubicBezTo>
                            <a:pt x="305685" y="247097"/>
                            <a:pt x="310443" y="242339"/>
                            <a:pt x="312821" y="236392"/>
                          </a:cubicBezTo>
                          <a:cubicBezTo>
                            <a:pt x="312821" y="236392"/>
                            <a:pt x="312821" y="236392"/>
                            <a:pt x="312821" y="236392"/>
                          </a:cubicBezTo>
                          <a:cubicBezTo>
                            <a:pt x="315200" y="228066"/>
                            <a:pt x="322337" y="222118"/>
                            <a:pt x="325905" y="214982"/>
                          </a:cubicBezTo>
                          <a:cubicBezTo>
                            <a:pt x="328284" y="210224"/>
                            <a:pt x="333042" y="206656"/>
                            <a:pt x="335421" y="201898"/>
                          </a:cubicBezTo>
                          <a:cubicBezTo>
                            <a:pt x="337800" y="197140"/>
                            <a:pt x="338989" y="191193"/>
                            <a:pt x="342557" y="187625"/>
                          </a:cubicBezTo>
                          <a:cubicBezTo>
                            <a:pt x="344936" y="185246"/>
                            <a:pt x="348505" y="186435"/>
                            <a:pt x="350883" y="184056"/>
                          </a:cubicBezTo>
                          <a:cubicBezTo>
                            <a:pt x="353262" y="181678"/>
                            <a:pt x="352073" y="179299"/>
                            <a:pt x="355641" y="176920"/>
                          </a:cubicBezTo>
                          <a:cubicBezTo>
                            <a:pt x="360399" y="173352"/>
                            <a:pt x="367536" y="172162"/>
                            <a:pt x="371104" y="167404"/>
                          </a:cubicBezTo>
                          <a:cubicBezTo>
                            <a:pt x="373483" y="163836"/>
                            <a:pt x="374672" y="163836"/>
                            <a:pt x="378240" y="161457"/>
                          </a:cubicBezTo>
                          <a:cubicBezTo>
                            <a:pt x="381809" y="160268"/>
                            <a:pt x="382998" y="157889"/>
                            <a:pt x="385377" y="156700"/>
                          </a:cubicBezTo>
                          <a:cubicBezTo>
                            <a:pt x="387756" y="154321"/>
                            <a:pt x="390135" y="153131"/>
                            <a:pt x="391324" y="151942"/>
                          </a:cubicBezTo>
                          <a:cubicBezTo>
                            <a:pt x="394892" y="148373"/>
                            <a:pt x="394892" y="148373"/>
                            <a:pt x="399650" y="148373"/>
                          </a:cubicBezTo>
                          <a:cubicBezTo>
                            <a:pt x="410355" y="129343"/>
                            <a:pt x="411544" y="116259"/>
                            <a:pt x="406787" y="10555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8" name="Freeform 497">
                      <a:extLst>
                        <a:ext uri="{FF2B5EF4-FFF2-40B4-BE49-F238E27FC236}">
                          <a16:creationId xmlns:a16="http://schemas.microsoft.com/office/drawing/2014/main" id="{A13EAF32-486F-4913-02A1-875721E6A1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9840" y="5979252"/>
                      <a:ext cx="103480" cy="96647"/>
                    </a:xfrm>
                    <a:custGeom>
                      <a:avLst/>
                      <a:gdLst>
                        <a:gd name="connsiteX0" fmla="*/ 93965 w 103480"/>
                        <a:gd name="connsiteY0" fmla="*/ 77429 h 96647"/>
                        <a:gd name="connsiteX1" fmla="*/ 80881 w 103480"/>
                        <a:gd name="connsiteY1" fmla="*/ 77429 h 96647"/>
                        <a:gd name="connsiteX2" fmla="*/ 66608 w 103480"/>
                        <a:gd name="connsiteY2" fmla="*/ 70292 h 96647"/>
                        <a:gd name="connsiteX3" fmla="*/ 38062 w 103480"/>
                        <a:gd name="connsiteY3" fmla="*/ 58398 h 96647"/>
                        <a:gd name="connsiteX4" fmla="*/ 34494 w 103480"/>
                        <a:gd name="connsiteY4" fmla="*/ 50072 h 96647"/>
                        <a:gd name="connsiteX5" fmla="*/ 24978 w 103480"/>
                        <a:gd name="connsiteY5" fmla="*/ 46504 h 96647"/>
                        <a:gd name="connsiteX6" fmla="*/ 20220 w 103480"/>
                        <a:gd name="connsiteY6" fmla="*/ 34609 h 96647"/>
                        <a:gd name="connsiteX7" fmla="*/ 8326 w 103480"/>
                        <a:gd name="connsiteY7" fmla="*/ 28662 h 96647"/>
                        <a:gd name="connsiteX8" fmla="*/ 16652 w 103480"/>
                        <a:gd name="connsiteY8" fmla="*/ 25094 h 96647"/>
                        <a:gd name="connsiteX9" fmla="*/ 7137 w 103480"/>
                        <a:gd name="connsiteY9" fmla="*/ 9631 h 96647"/>
                        <a:gd name="connsiteX10" fmla="*/ 0 w 103480"/>
                        <a:gd name="connsiteY10" fmla="*/ 116 h 96647"/>
                        <a:gd name="connsiteX11" fmla="*/ 0 w 103480"/>
                        <a:gd name="connsiteY11" fmla="*/ 116 h 96647"/>
                        <a:gd name="connsiteX12" fmla="*/ 20220 w 103480"/>
                        <a:gd name="connsiteY12" fmla="*/ 79808 h 96647"/>
                        <a:gd name="connsiteX13" fmla="*/ 21410 w 103480"/>
                        <a:gd name="connsiteY13" fmla="*/ 79808 h 96647"/>
                        <a:gd name="connsiteX14" fmla="*/ 45198 w 103480"/>
                        <a:gd name="connsiteY14" fmla="*/ 78618 h 96647"/>
                        <a:gd name="connsiteX15" fmla="*/ 21410 w 103480"/>
                        <a:gd name="connsiteY15" fmla="*/ 84566 h 96647"/>
                        <a:gd name="connsiteX16" fmla="*/ 23789 w 103480"/>
                        <a:gd name="connsiteY16" fmla="*/ 92891 h 96647"/>
                        <a:gd name="connsiteX17" fmla="*/ 35683 w 103480"/>
                        <a:gd name="connsiteY17" fmla="*/ 90513 h 96647"/>
                        <a:gd name="connsiteX18" fmla="*/ 52335 w 103480"/>
                        <a:gd name="connsiteY18" fmla="*/ 90513 h 96647"/>
                        <a:gd name="connsiteX19" fmla="*/ 65419 w 103480"/>
                        <a:gd name="connsiteY19" fmla="*/ 90513 h 96647"/>
                        <a:gd name="connsiteX20" fmla="*/ 79692 w 103480"/>
                        <a:gd name="connsiteY20" fmla="*/ 96460 h 96647"/>
                        <a:gd name="connsiteX21" fmla="*/ 90397 w 103480"/>
                        <a:gd name="connsiteY21" fmla="*/ 85755 h 96647"/>
                        <a:gd name="connsiteX22" fmla="*/ 103481 w 103480"/>
                        <a:gd name="connsiteY22" fmla="*/ 83376 h 96647"/>
                        <a:gd name="connsiteX23" fmla="*/ 93965 w 103480"/>
                        <a:gd name="connsiteY23" fmla="*/ 77429 h 966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</a:cxnLst>
                      <a:rect l="l" t="t" r="r" b="b"/>
                      <a:pathLst>
                        <a:path w="103480" h="96647">
                          <a:moveTo>
                            <a:pt x="93965" y="77429"/>
                          </a:moveTo>
                          <a:cubicBezTo>
                            <a:pt x="91586" y="77429"/>
                            <a:pt x="84450" y="78618"/>
                            <a:pt x="80881" y="77429"/>
                          </a:cubicBezTo>
                          <a:cubicBezTo>
                            <a:pt x="77313" y="76239"/>
                            <a:pt x="68987" y="71482"/>
                            <a:pt x="66608" y="70292"/>
                          </a:cubicBezTo>
                          <a:cubicBezTo>
                            <a:pt x="64229" y="69103"/>
                            <a:pt x="35683" y="60777"/>
                            <a:pt x="38062" y="58398"/>
                          </a:cubicBezTo>
                          <a:cubicBezTo>
                            <a:pt x="39251" y="56019"/>
                            <a:pt x="38062" y="51261"/>
                            <a:pt x="34494" y="50072"/>
                          </a:cubicBezTo>
                          <a:cubicBezTo>
                            <a:pt x="30925" y="48883"/>
                            <a:pt x="24978" y="50072"/>
                            <a:pt x="24978" y="46504"/>
                          </a:cubicBezTo>
                          <a:cubicBezTo>
                            <a:pt x="24978" y="42935"/>
                            <a:pt x="22599" y="34609"/>
                            <a:pt x="20220" y="34609"/>
                          </a:cubicBezTo>
                          <a:cubicBezTo>
                            <a:pt x="17842" y="34609"/>
                            <a:pt x="3568" y="31041"/>
                            <a:pt x="8326" y="28662"/>
                          </a:cubicBezTo>
                          <a:cubicBezTo>
                            <a:pt x="13084" y="26283"/>
                            <a:pt x="17842" y="26283"/>
                            <a:pt x="16652" y="25094"/>
                          </a:cubicBezTo>
                          <a:cubicBezTo>
                            <a:pt x="15463" y="22715"/>
                            <a:pt x="10705" y="12010"/>
                            <a:pt x="7137" y="9631"/>
                          </a:cubicBezTo>
                          <a:cubicBezTo>
                            <a:pt x="3568" y="7252"/>
                            <a:pt x="1189" y="-1074"/>
                            <a:pt x="0" y="116"/>
                          </a:cubicBezTo>
                          <a:cubicBezTo>
                            <a:pt x="0" y="116"/>
                            <a:pt x="0" y="116"/>
                            <a:pt x="0" y="116"/>
                          </a:cubicBezTo>
                          <a:lnTo>
                            <a:pt x="20220" y="79808"/>
                          </a:lnTo>
                          <a:cubicBezTo>
                            <a:pt x="20220" y="79808"/>
                            <a:pt x="21410" y="79808"/>
                            <a:pt x="21410" y="79808"/>
                          </a:cubicBezTo>
                          <a:cubicBezTo>
                            <a:pt x="27357" y="79808"/>
                            <a:pt x="46388" y="77429"/>
                            <a:pt x="45198" y="78618"/>
                          </a:cubicBezTo>
                          <a:cubicBezTo>
                            <a:pt x="44009" y="79808"/>
                            <a:pt x="29736" y="85755"/>
                            <a:pt x="21410" y="84566"/>
                          </a:cubicBezTo>
                          <a:lnTo>
                            <a:pt x="23789" y="92891"/>
                          </a:lnTo>
                          <a:cubicBezTo>
                            <a:pt x="27357" y="91702"/>
                            <a:pt x="30925" y="91702"/>
                            <a:pt x="35683" y="90513"/>
                          </a:cubicBezTo>
                          <a:cubicBezTo>
                            <a:pt x="35683" y="90513"/>
                            <a:pt x="48767" y="90513"/>
                            <a:pt x="52335" y="90513"/>
                          </a:cubicBezTo>
                          <a:cubicBezTo>
                            <a:pt x="54714" y="90513"/>
                            <a:pt x="63040" y="88134"/>
                            <a:pt x="65419" y="90513"/>
                          </a:cubicBezTo>
                          <a:cubicBezTo>
                            <a:pt x="68987" y="92891"/>
                            <a:pt x="74934" y="97649"/>
                            <a:pt x="79692" y="96460"/>
                          </a:cubicBezTo>
                          <a:cubicBezTo>
                            <a:pt x="84450" y="94081"/>
                            <a:pt x="88018" y="85755"/>
                            <a:pt x="90397" y="85755"/>
                          </a:cubicBezTo>
                          <a:cubicBezTo>
                            <a:pt x="92776" y="86944"/>
                            <a:pt x="103481" y="85755"/>
                            <a:pt x="103481" y="83376"/>
                          </a:cubicBezTo>
                          <a:cubicBezTo>
                            <a:pt x="101102" y="79808"/>
                            <a:pt x="96344" y="77429"/>
                            <a:pt x="93965" y="774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9" name="Freeform 498">
                      <a:extLst>
                        <a:ext uri="{FF2B5EF4-FFF2-40B4-BE49-F238E27FC236}">
                          <a16:creationId xmlns:a16="http://schemas.microsoft.com/office/drawing/2014/main" id="{0BB8BF94-F55B-413D-E535-EC8AD53CFA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3612" y="6057627"/>
                      <a:ext cx="18904" cy="8804"/>
                    </a:xfrm>
                    <a:custGeom>
                      <a:avLst/>
                      <a:gdLst>
                        <a:gd name="connsiteX0" fmla="*/ 18256 w 18904"/>
                        <a:gd name="connsiteY0" fmla="*/ 243 h 8804"/>
                        <a:gd name="connsiteX1" fmla="*/ 9930 w 18904"/>
                        <a:gd name="connsiteY1" fmla="*/ 2621 h 8804"/>
                        <a:gd name="connsiteX2" fmla="*/ 414 w 18904"/>
                        <a:gd name="connsiteY2" fmla="*/ 3811 h 8804"/>
                        <a:gd name="connsiteX3" fmla="*/ 6362 w 18904"/>
                        <a:gd name="connsiteY3" fmla="*/ 8569 h 8804"/>
                        <a:gd name="connsiteX4" fmla="*/ 13498 w 18904"/>
                        <a:gd name="connsiteY4" fmla="*/ 7379 h 8804"/>
                        <a:gd name="connsiteX5" fmla="*/ 18256 w 18904"/>
                        <a:gd name="connsiteY5" fmla="*/ 243 h 88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8904" h="8804">
                          <a:moveTo>
                            <a:pt x="18256" y="243"/>
                          </a:moveTo>
                          <a:cubicBezTo>
                            <a:pt x="15877" y="-947"/>
                            <a:pt x="13498" y="2621"/>
                            <a:pt x="9930" y="2621"/>
                          </a:cubicBezTo>
                          <a:cubicBezTo>
                            <a:pt x="6362" y="2621"/>
                            <a:pt x="1604" y="1432"/>
                            <a:pt x="414" y="3811"/>
                          </a:cubicBezTo>
                          <a:cubicBezTo>
                            <a:pt x="-775" y="6190"/>
                            <a:pt x="414" y="9758"/>
                            <a:pt x="6362" y="8569"/>
                          </a:cubicBezTo>
                          <a:cubicBezTo>
                            <a:pt x="6362" y="8569"/>
                            <a:pt x="11119" y="7379"/>
                            <a:pt x="13498" y="7379"/>
                          </a:cubicBezTo>
                          <a:cubicBezTo>
                            <a:pt x="15877" y="6190"/>
                            <a:pt x="20635" y="1432"/>
                            <a:pt x="18256" y="24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00" name="Graphic 27">
                    <a:extLst>
                      <a:ext uri="{FF2B5EF4-FFF2-40B4-BE49-F238E27FC236}">
                        <a16:creationId xmlns:a16="http://schemas.microsoft.com/office/drawing/2014/main" id="{642FEF80-4B5E-5170-A0D4-72D95D4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4407789" y="1211878"/>
                    <a:ext cx="1108668" cy="1401577"/>
                    <a:chOff x="4407789" y="1211878"/>
                    <a:chExt cx="1108668" cy="1401577"/>
                  </a:xfrm>
                  <a:grpFill/>
                </p:grpSpPr>
                <p:sp>
                  <p:nvSpPr>
                    <p:cNvPr id="501" name="Freeform 500">
                      <a:extLst>
                        <a:ext uri="{FF2B5EF4-FFF2-40B4-BE49-F238E27FC236}">
                          <a16:creationId xmlns:a16="http://schemas.microsoft.com/office/drawing/2014/main" id="{9A77B6FE-C05D-9288-B835-FDC5C2792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7982" y="1295581"/>
                      <a:ext cx="11459" cy="19417"/>
                    </a:xfrm>
                    <a:custGeom>
                      <a:avLst/>
                      <a:gdLst>
                        <a:gd name="connsiteX0" fmla="*/ 1820 w 11459"/>
                        <a:gd name="connsiteY0" fmla="*/ 6928 h 19417"/>
                        <a:gd name="connsiteX1" fmla="*/ 3009 w 11459"/>
                        <a:gd name="connsiteY1" fmla="*/ 17633 h 19417"/>
                        <a:gd name="connsiteX2" fmla="*/ 10146 w 11459"/>
                        <a:gd name="connsiteY2" fmla="*/ 17633 h 19417"/>
                        <a:gd name="connsiteX3" fmla="*/ 3009 w 11459"/>
                        <a:gd name="connsiteY3" fmla="*/ 2170 h 19417"/>
                        <a:gd name="connsiteX4" fmla="*/ 3009 w 11459"/>
                        <a:gd name="connsiteY4" fmla="*/ 981 h 19417"/>
                        <a:gd name="connsiteX5" fmla="*/ 1820 w 11459"/>
                        <a:gd name="connsiteY5" fmla="*/ 6928 h 194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1459" h="19417">
                          <a:moveTo>
                            <a:pt x="1820" y="6928"/>
                          </a:moveTo>
                          <a:cubicBezTo>
                            <a:pt x="5388" y="9307"/>
                            <a:pt x="630" y="16444"/>
                            <a:pt x="3009" y="17633"/>
                          </a:cubicBezTo>
                          <a:cubicBezTo>
                            <a:pt x="6577" y="20012"/>
                            <a:pt x="6577" y="20012"/>
                            <a:pt x="10146" y="17633"/>
                          </a:cubicBezTo>
                          <a:cubicBezTo>
                            <a:pt x="14903" y="14065"/>
                            <a:pt x="5388" y="6928"/>
                            <a:pt x="3009" y="2170"/>
                          </a:cubicBezTo>
                          <a:cubicBezTo>
                            <a:pt x="3009" y="2170"/>
                            <a:pt x="3009" y="981"/>
                            <a:pt x="3009" y="981"/>
                          </a:cubicBezTo>
                          <a:cubicBezTo>
                            <a:pt x="630" y="-2587"/>
                            <a:pt x="-1749" y="4549"/>
                            <a:pt x="1820" y="692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2" name="Freeform 501">
                      <a:extLst>
                        <a:ext uri="{FF2B5EF4-FFF2-40B4-BE49-F238E27FC236}">
                          <a16:creationId xmlns:a16="http://schemas.microsoft.com/office/drawing/2014/main" id="{3807C99D-2CFF-55E4-42E4-67917DD547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92176" y="1309964"/>
                      <a:ext cx="6560" cy="10706"/>
                    </a:xfrm>
                    <a:custGeom>
                      <a:avLst/>
                      <a:gdLst>
                        <a:gd name="connsiteX0" fmla="*/ 1018 w 6560"/>
                        <a:gd name="connsiteY0" fmla="*/ 6818 h 10706"/>
                        <a:gd name="connsiteX1" fmla="*/ 5776 w 6560"/>
                        <a:gd name="connsiteY1" fmla="*/ 9196 h 10706"/>
                        <a:gd name="connsiteX2" fmla="*/ 2207 w 6560"/>
                        <a:gd name="connsiteY2" fmla="*/ 870 h 10706"/>
                        <a:gd name="connsiteX3" fmla="*/ 1018 w 6560"/>
                        <a:gd name="connsiteY3" fmla="*/ 6818 h 107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560" h="10706">
                          <a:moveTo>
                            <a:pt x="1018" y="6818"/>
                          </a:moveTo>
                          <a:cubicBezTo>
                            <a:pt x="4586" y="9196"/>
                            <a:pt x="3397" y="12765"/>
                            <a:pt x="5776" y="9196"/>
                          </a:cubicBezTo>
                          <a:cubicBezTo>
                            <a:pt x="8154" y="5628"/>
                            <a:pt x="4586" y="-2698"/>
                            <a:pt x="2207" y="870"/>
                          </a:cubicBezTo>
                          <a:cubicBezTo>
                            <a:pt x="1018" y="3249"/>
                            <a:pt x="-1361" y="5628"/>
                            <a:pt x="1018" y="681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3" name="Freeform 502">
                      <a:extLst>
                        <a:ext uri="{FF2B5EF4-FFF2-40B4-BE49-F238E27FC236}">
                          <a16:creationId xmlns:a16="http://schemas.microsoft.com/office/drawing/2014/main" id="{91FD161E-841C-47B7-F229-C21E7D75F9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76931" y="1296454"/>
                      <a:ext cx="16821" cy="57852"/>
                    </a:xfrm>
                    <a:custGeom>
                      <a:avLst/>
                      <a:gdLst>
                        <a:gd name="connsiteX0" fmla="*/ 5558 w 16821"/>
                        <a:gd name="connsiteY0" fmla="*/ 41737 h 57852"/>
                        <a:gd name="connsiteX1" fmla="*/ 13884 w 16821"/>
                        <a:gd name="connsiteY1" fmla="*/ 57200 h 57852"/>
                        <a:gd name="connsiteX2" fmla="*/ 9126 w 16821"/>
                        <a:gd name="connsiteY2" fmla="*/ 38169 h 57852"/>
                        <a:gd name="connsiteX3" fmla="*/ 9126 w 16821"/>
                        <a:gd name="connsiteY3" fmla="*/ 28654 h 57852"/>
                        <a:gd name="connsiteX4" fmla="*/ 9126 w 16821"/>
                        <a:gd name="connsiteY4" fmla="*/ 26275 h 57852"/>
                        <a:gd name="connsiteX5" fmla="*/ 9126 w 16821"/>
                        <a:gd name="connsiteY5" fmla="*/ 12002 h 57852"/>
                        <a:gd name="connsiteX6" fmla="*/ 9126 w 16821"/>
                        <a:gd name="connsiteY6" fmla="*/ 2486 h 57852"/>
                        <a:gd name="connsiteX7" fmla="*/ 7937 w 16821"/>
                        <a:gd name="connsiteY7" fmla="*/ 1297 h 57852"/>
                        <a:gd name="connsiteX8" fmla="*/ 7937 w 16821"/>
                        <a:gd name="connsiteY8" fmla="*/ 1297 h 57852"/>
                        <a:gd name="connsiteX9" fmla="*/ 7937 w 16821"/>
                        <a:gd name="connsiteY9" fmla="*/ 1297 h 57852"/>
                        <a:gd name="connsiteX10" fmla="*/ 7937 w 16821"/>
                        <a:gd name="connsiteY10" fmla="*/ 1297 h 57852"/>
                        <a:gd name="connsiteX11" fmla="*/ 7937 w 16821"/>
                        <a:gd name="connsiteY11" fmla="*/ 1297 h 57852"/>
                        <a:gd name="connsiteX12" fmla="*/ 7937 w 16821"/>
                        <a:gd name="connsiteY12" fmla="*/ 1297 h 57852"/>
                        <a:gd name="connsiteX13" fmla="*/ 6747 w 16821"/>
                        <a:gd name="connsiteY13" fmla="*/ 2486 h 57852"/>
                        <a:gd name="connsiteX14" fmla="*/ 6747 w 16821"/>
                        <a:gd name="connsiteY14" fmla="*/ 2486 h 57852"/>
                        <a:gd name="connsiteX15" fmla="*/ 6747 w 16821"/>
                        <a:gd name="connsiteY15" fmla="*/ 2486 h 57852"/>
                        <a:gd name="connsiteX16" fmla="*/ 6747 w 16821"/>
                        <a:gd name="connsiteY16" fmla="*/ 2486 h 57852"/>
                        <a:gd name="connsiteX17" fmla="*/ 800 w 16821"/>
                        <a:gd name="connsiteY17" fmla="*/ 20328 h 57852"/>
                        <a:gd name="connsiteX18" fmla="*/ 3179 w 16821"/>
                        <a:gd name="connsiteY18" fmla="*/ 35790 h 57852"/>
                        <a:gd name="connsiteX19" fmla="*/ 5558 w 16821"/>
                        <a:gd name="connsiteY19" fmla="*/ 41737 h 57852"/>
                        <a:gd name="connsiteX20" fmla="*/ 6747 w 16821"/>
                        <a:gd name="connsiteY20" fmla="*/ 1297 h 57852"/>
                        <a:gd name="connsiteX21" fmla="*/ 6747 w 16821"/>
                        <a:gd name="connsiteY21" fmla="*/ 1297 h 57852"/>
                        <a:gd name="connsiteX22" fmla="*/ 6747 w 16821"/>
                        <a:gd name="connsiteY22" fmla="*/ 1297 h 57852"/>
                        <a:gd name="connsiteX23" fmla="*/ 6747 w 16821"/>
                        <a:gd name="connsiteY23" fmla="*/ 1297 h 57852"/>
                        <a:gd name="connsiteX24" fmla="*/ 6747 w 16821"/>
                        <a:gd name="connsiteY24" fmla="*/ 1297 h 57852"/>
                        <a:gd name="connsiteX25" fmla="*/ 5558 w 16821"/>
                        <a:gd name="connsiteY25" fmla="*/ 1297 h 57852"/>
                        <a:gd name="connsiteX26" fmla="*/ 5558 w 16821"/>
                        <a:gd name="connsiteY26" fmla="*/ 1297 h 57852"/>
                        <a:gd name="connsiteX27" fmla="*/ 5558 w 16821"/>
                        <a:gd name="connsiteY27" fmla="*/ 1297 h 57852"/>
                        <a:gd name="connsiteX28" fmla="*/ 5558 w 16821"/>
                        <a:gd name="connsiteY28" fmla="*/ 1297 h 57852"/>
                        <a:gd name="connsiteX29" fmla="*/ 5558 w 16821"/>
                        <a:gd name="connsiteY29" fmla="*/ 1297 h 57852"/>
                        <a:gd name="connsiteX30" fmla="*/ 5558 w 16821"/>
                        <a:gd name="connsiteY30" fmla="*/ 2486 h 57852"/>
                        <a:gd name="connsiteX31" fmla="*/ 5558 w 16821"/>
                        <a:gd name="connsiteY31" fmla="*/ 2486 h 57852"/>
                        <a:gd name="connsiteX32" fmla="*/ 5558 w 16821"/>
                        <a:gd name="connsiteY32" fmla="*/ 2486 h 57852"/>
                        <a:gd name="connsiteX33" fmla="*/ 5558 w 16821"/>
                        <a:gd name="connsiteY33" fmla="*/ 2486 h 57852"/>
                        <a:gd name="connsiteX34" fmla="*/ 5558 w 16821"/>
                        <a:gd name="connsiteY34" fmla="*/ 2486 h 578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16821" h="57852">
                          <a:moveTo>
                            <a:pt x="5558" y="41737"/>
                          </a:moveTo>
                          <a:cubicBezTo>
                            <a:pt x="10316" y="48874"/>
                            <a:pt x="7937" y="60768"/>
                            <a:pt x="13884" y="57200"/>
                          </a:cubicBezTo>
                          <a:cubicBezTo>
                            <a:pt x="22210" y="53632"/>
                            <a:pt x="10316" y="45306"/>
                            <a:pt x="9126" y="38169"/>
                          </a:cubicBezTo>
                          <a:cubicBezTo>
                            <a:pt x="7937" y="35790"/>
                            <a:pt x="9126" y="32222"/>
                            <a:pt x="9126" y="28654"/>
                          </a:cubicBezTo>
                          <a:cubicBezTo>
                            <a:pt x="9126" y="27464"/>
                            <a:pt x="9126" y="26275"/>
                            <a:pt x="9126" y="26275"/>
                          </a:cubicBezTo>
                          <a:cubicBezTo>
                            <a:pt x="11505" y="22707"/>
                            <a:pt x="11505" y="14380"/>
                            <a:pt x="9126" y="12002"/>
                          </a:cubicBezTo>
                          <a:cubicBezTo>
                            <a:pt x="7937" y="9623"/>
                            <a:pt x="10316" y="6054"/>
                            <a:pt x="9126" y="2486"/>
                          </a:cubicBezTo>
                          <a:cubicBezTo>
                            <a:pt x="9126" y="1297"/>
                            <a:pt x="7937" y="1297"/>
                            <a:pt x="7937" y="1297"/>
                          </a:cubicBezTo>
                          <a:cubicBezTo>
                            <a:pt x="7937" y="1297"/>
                            <a:pt x="7937" y="1297"/>
                            <a:pt x="7937" y="1297"/>
                          </a:cubicBezTo>
                          <a:cubicBezTo>
                            <a:pt x="7937" y="1297"/>
                            <a:pt x="7937" y="1297"/>
                            <a:pt x="7937" y="1297"/>
                          </a:cubicBezTo>
                          <a:cubicBezTo>
                            <a:pt x="7937" y="1297"/>
                            <a:pt x="7937" y="1297"/>
                            <a:pt x="7937" y="1297"/>
                          </a:cubicBezTo>
                          <a:cubicBezTo>
                            <a:pt x="7937" y="1297"/>
                            <a:pt x="7937" y="1297"/>
                            <a:pt x="7937" y="1297"/>
                          </a:cubicBezTo>
                          <a:cubicBezTo>
                            <a:pt x="7937" y="1297"/>
                            <a:pt x="7937" y="1297"/>
                            <a:pt x="7937" y="1297"/>
                          </a:cubicBezTo>
                          <a:cubicBezTo>
                            <a:pt x="7937" y="-1082"/>
                            <a:pt x="7937" y="107"/>
                            <a:pt x="6747" y="2486"/>
                          </a:cubicBezTo>
                          <a:cubicBezTo>
                            <a:pt x="6747" y="2486"/>
                            <a:pt x="6747" y="2486"/>
                            <a:pt x="6747" y="2486"/>
                          </a:cubicBezTo>
                          <a:lnTo>
                            <a:pt x="6747" y="2486"/>
                          </a:lnTo>
                          <a:lnTo>
                            <a:pt x="6747" y="2486"/>
                          </a:lnTo>
                          <a:cubicBezTo>
                            <a:pt x="5558" y="7244"/>
                            <a:pt x="3179" y="15570"/>
                            <a:pt x="800" y="20328"/>
                          </a:cubicBezTo>
                          <a:cubicBezTo>
                            <a:pt x="-1579" y="26275"/>
                            <a:pt x="1990" y="32222"/>
                            <a:pt x="3179" y="35790"/>
                          </a:cubicBezTo>
                          <a:cubicBezTo>
                            <a:pt x="4368" y="38169"/>
                            <a:pt x="4368" y="39359"/>
                            <a:pt x="5558" y="41737"/>
                          </a:cubicBezTo>
                          <a:close/>
                          <a:moveTo>
                            <a:pt x="6747" y="1297"/>
                          </a:moveTo>
                          <a:cubicBezTo>
                            <a:pt x="6747" y="1297"/>
                            <a:pt x="6747" y="1297"/>
                            <a:pt x="6747" y="1297"/>
                          </a:cubicBezTo>
                          <a:cubicBezTo>
                            <a:pt x="6747" y="1297"/>
                            <a:pt x="6747" y="1297"/>
                            <a:pt x="6747" y="1297"/>
                          </a:cubicBezTo>
                          <a:cubicBezTo>
                            <a:pt x="5558" y="1297"/>
                            <a:pt x="5558" y="1297"/>
                            <a:pt x="6747" y="1297"/>
                          </a:cubicBezTo>
                          <a:cubicBezTo>
                            <a:pt x="5558" y="1297"/>
                            <a:pt x="5558" y="1297"/>
                            <a:pt x="6747" y="1297"/>
                          </a:cubicBezTo>
                          <a:close/>
                          <a:moveTo>
                            <a:pt x="5558" y="1297"/>
                          </a:moveTo>
                          <a:cubicBezTo>
                            <a:pt x="5558" y="1297"/>
                            <a:pt x="5558" y="1297"/>
                            <a:pt x="5558" y="1297"/>
                          </a:cubicBezTo>
                          <a:cubicBezTo>
                            <a:pt x="5558" y="1297"/>
                            <a:pt x="5558" y="1297"/>
                            <a:pt x="5558" y="1297"/>
                          </a:cubicBezTo>
                          <a:cubicBezTo>
                            <a:pt x="5558" y="2486"/>
                            <a:pt x="5558" y="2486"/>
                            <a:pt x="5558" y="1297"/>
                          </a:cubicBezTo>
                          <a:cubicBezTo>
                            <a:pt x="5558" y="2486"/>
                            <a:pt x="5558" y="2486"/>
                            <a:pt x="5558" y="1297"/>
                          </a:cubicBezTo>
                          <a:close/>
                          <a:moveTo>
                            <a:pt x="5558" y="2486"/>
                          </a:moveTo>
                          <a:cubicBezTo>
                            <a:pt x="5558" y="2486"/>
                            <a:pt x="5558" y="2486"/>
                            <a:pt x="5558" y="2486"/>
                          </a:cubicBezTo>
                          <a:cubicBezTo>
                            <a:pt x="5558" y="2486"/>
                            <a:pt x="5558" y="2486"/>
                            <a:pt x="5558" y="2486"/>
                          </a:cubicBezTo>
                          <a:cubicBezTo>
                            <a:pt x="5558" y="2486"/>
                            <a:pt x="5558" y="2486"/>
                            <a:pt x="5558" y="2486"/>
                          </a:cubicBezTo>
                          <a:cubicBezTo>
                            <a:pt x="5558" y="2486"/>
                            <a:pt x="5558" y="2486"/>
                            <a:pt x="5558" y="248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4" name="Freeform 503">
                      <a:extLst>
                        <a:ext uri="{FF2B5EF4-FFF2-40B4-BE49-F238E27FC236}">
                          <a16:creationId xmlns:a16="http://schemas.microsoft.com/office/drawing/2014/main" id="{D008ADFD-A65F-43DF-CB25-FFE002174E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1960" y="1300130"/>
                      <a:ext cx="528" cy="11894"/>
                    </a:xfrm>
                    <a:custGeom>
                      <a:avLst/>
                      <a:gdLst>
                        <a:gd name="connsiteX0" fmla="*/ 529 w 528"/>
                        <a:gd name="connsiteY0" fmla="*/ 0 h 11894"/>
                        <a:gd name="connsiteX1" fmla="*/ 529 w 528"/>
                        <a:gd name="connsiteY1" fmla="*/ 0 h 11894"/>
                        <a:gd name="connsiteX2" fmla="*/ 529 w 528"/>
                        <a:gd name="connsiteY2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28" h="11894">
                          <a:moveTo>
                            <a:pt x="529" y="0"/>
                          </a:moveTo>
                          <a:cubicBezTo>
                            <a:pt x="529" y="0"/>
                            <a:pt x="529" y="0"/>
                            <a:pt x="529" y="0"/>
                          </a:cubicBezTo>
                          <a:cubicBezTo>
                            <a:pt x="529" y="0"/>
                            <a:pt x="-661" y="0"/>
                            <a:pt x="529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5" name="Freeform 504">
                      <a:extLst>
                        <a:ext uri="{FF2B5EF4-FFF2-40B4-BE49-F238E27FC236}">
                          <a16:creationId xmlns:a16="http://schemas.microsoft.com/office/drawing/2014/main" id="{6D0B6FFE-9FEF-1AF7-6AC3-EA9B682165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1299" y="1300130"/>
                      <a:ext cx="11894" cy="11894"/>
                    </a:xfrm>
                    <a:custGeom>
                      <a:avLst/>
                      <a:gdLst>
                        <a:gd name="connsiteX0" fmla="*/ 0 w 11894"/>
                        <a:gd name="connsiteY0" fmla="*/ 0 h 11894"/>
                        <a:gd name="connsiteX1" fmla="*/ 0 w 11894"/>
                        <a:gd name="connsiteY1" fmla="*/ 0 h 11894"/>
                        <a:gd name="connsiteX2" fmla="*/ 0 w 11894"/>
                        <a:gd name="connsiteY2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894" h="11894">
                          <a:moveTo>
                            <a:pt x="0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6" name="Freeform 505">
                      <a:extLst>
                        <a:ext uri="{FF2B5EF4-FFF2-40B4-BE49-F238E27FC236}">
                          <a16:creationId xmlns:a16="http://schemas.microsoft.com/office/drawing/2014/main" id="{B393C38B-459A-A48A-5DD4-BAACC5440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2489" y="1300130"/>
                      <a:ext cx="11894" cy="11894"/>
                    </a:xfrm>
                    <a:custGeom>
                      <a:avLst/>
                      <a:gdLst>
                        <a:gd name="connsiteX0" fmla="*/ 0 w 11894"/>
                        <a:gd name="connsiteY0" fmla="*/ 0 h 11894"/>
                        <a:gd name="connsiteX1" fmla="*/ 0 w 11894"/>
                        <a:gd name="connsiteY1" fmla="*/ 0 h 11894"/>
                        <a:gd name="connsiteX2" fmla="*/ 0 w 11894"/>
                        <a:gd name="connsiteY2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894" h="11894">
                          <a:moveTo>
                            <a:pt x="0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7" name="Freeform 506">
                      <a:extLst>
                        <a:ext uri="{FF2B5EF4-FFF2-40B4-BE49-F238E27FC236}">
                          <a16:creationId xmlns:a16="http://schemas.microsoft.com/office/drawing/2014/main" id="{72D690FC-88FA-FA77-F062-ED02F130FF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0110" y="1300130"/>
                      <a:ext cx="11894" cy="11894"/>
                    </a:xfrm>
                    <a:custGeom>
                      <a:avLst/>
                      <a:gdLst>
                        <a:gd name="connsiteX0" fmla="*/ 0 w 11894"/>
                        <a:gd name="connsiteY0" fmla="*/ 0 h 11894"/>
                        <a:gd name="connsiteX1" fmla="*/ 0 w 11894"/>
                        <a:gd name="connsiteY1" fmla="*/ 0 h 11894"/>
                        <a:gd name="connsiteX2" fmla="*/ 0 w 11894"/>
                        <a:gd name="connsiteY2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894" h="11894">
                          <a:moveTo>
                            <a:pt x="0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8" name="Freeform 507">
                      <a:extLst>
                        <a:ext uri="{FF2B5EF4-FFF2-40B4-BE49-F238E27FC236}">
                          <a16:creationId xmlns:a16="http://schemas.microsoft.com/office/drawing/2014/main" id="{23B1F1EC-6273-777C-BB36-117BF68987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2489" y="1298940"/>
                      <a:ext cx="11894" cy="11894"/>
                    </a:xfrm>
                    <a:custGeom>
                      <a:avLst/>
                      <a:gdLst>
                        <a:gd name="connsiteX0" fmla="*/ 0 w 11894"/>
                        <a:gd name="connsiteY0" fmla="*/ 0 h 11894"/>
                        <a:gd name="connsiteX1" fmla="*/ 0 w 11894"/>
                        <a:gd name="connsiteY1" fmla="*/ 0 h 11894"/>
                        <a:gd name="connsiteX2" fmla="*/ 0 w 11894"/>
                        <a:gd name="connsiteY2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894" h="11894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9" name="Freeform 508">
                      <a:extLst>
                        <a:ext uri="{FF2B5EF4-FFF2-40B4-BE49-F238E27FC236}">
                          <a16:creationId xmlns:a16="http://schemas.microsoft.com/office/drawing/2014/main" id="{178D2682-8130-7BFC-D516-E23C0D22AD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8845" y="1401344"/>
                      <a:ext cx="10641" cy="17251"/>
                    </a:xfrm>
                    <a:custGeom>
                      <a:avLst/>
                      <a:gdLst>
                        <a:gd name="connsiteX0" fmla="*/ 343 w 10641"/>
                        <a:gd name="connsiteY0" fmla="*/ 16540 h 17251"/>
                        <a:gd name="connsiteX1" fmla="*/ 6291 w 10641"/>
                        <a:gd name="connsiteY1" fmla="*/ 14161 h 17251"/>
                        <a:gd name="connsiteX2" fmla="*/ 8670 w 10641"/>
                        <a:gd name="connsiteY2" fmla="*/ 1077 h 17251"/>
                        <a:gd name="connsiteX3" fmla="*/ 343 w 10641"/>
                        <a:gd name="connsiteY3" fmla="*/ 9403 h 17251"/>
                        <a:gd name="connsiteX4" fmla="*/ 343 w 10641"/>
                        <a:gd name="connsiteY4" fmla="*/ 16540 h 172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641" h="17251">
                          <a:moveTo>
                            <a:pt x="343" y="16540"/>
                          </a:moveTo>
                          <a:cubicBezTo>
                            <a:pt x="2722" y="17729"/>
                            <a:pt x="6291" y="17729"/>
                            <a:pt x="6291" y="14161"/>
                          </a:cubicBezTo>
                          <a:cubicBezTo>
                            <a:pt x="5101" y="8214"/>
                            <a:pt x="14617" y="5835"/>
                            <a:pt x="8670" y="1077"/>
                          </a:cubicBezTo>
                          <a:cubicBezTo>
                            <a:pt x="3912" y="-2491"/>
                            <a:pt x="343" y="3456"/>
                            <a:pt x="343" y="9403"/>
                          </a:cubicBezTo>
                          <a:cubicBezTo>
                            <a:pt x="1533" y="11782"/>
                            <a:pt x="-846" y="15350"/>
                            <a:pt x="343" y="1654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0" name="Freeform 509">
                      <a:extLst>
                        <a:ext uri="{FF2B5EF4-FFF2-40B4-BE49-F238E27FC236}">
                          <a16:creationId xmlns:a16="http://schemas.microsoft.com/office/drawing/2014/main" id="{DBC45999-932A-C2C4-D5E4-EEA6F8FB19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6104" y="1621175"/>
                      <a:ext cx="10399" cy="19056"/>
                    </a:xfrm>
                    <a:custGeom>
                      <a:avLst/>
                      <a:gdLst>
                        <a:gd name="connsiteX0" fmla="*/ 8326 w 10399"/>
                        <a:gd name="connsiteY0" fmla="*/ 103 h 19056"/>
                        <a:gd name="connsiteX1" fmla="*/ 0 w 10399"/>
                        <a:gd name="connsiteY1" fmla="*/ 13187 h 19056"/>
                        <a:gd name="connsiteX2" fmla="*/ 4758 w 10399"/>
                        <a:gd name="connsiteY2" fmla="*/ 17944 h 19056"/>
                        <a:gd name="connsiteX3" fmla="*/ 7137 w 10399"/>
                        <a:gd name="connsiteY3" fmla="*/ 9618 h 19056"/>
                        <a:gd name="connsiteX4" fmla="*/ 8326 w 10399"/>
                        <a:gd name="connsiteY4" fmla="*/ 103 h 190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99" h="19056">
                          <a:moveTo>
                            <a:pt x="8326" y="103"/>
                          </a:moveTo>
                          <a:cubicBezTo>
                            <a:pt x="2379" y="1292"/>
                            <a:pt x="0" y="8429"/>
                            <a:pt x="0" y="13187"/>
                          </a:cubicBezTo>
                          <a:cubicBezTo>
                            <a:pt x="0" y="15565"/>
                            <a:pt x="2379" y="21513"/>
                            <a:pt x="4758" y="17944"/>
                          </a:cubicBezTo>
                          <a:cubicBezTo>
                            <a:pt x="7137" y="15565"/>
                            <a:pt x="7137" y="15565"/>
                            <a:pt x="7137" y="9618"/>
                          </a:cubicBezTo>
                          <a:cubicBezTo>
                            <a:pt x="8326" y="8429"/>
                            <a:pt x="13084" y="-1087"/>
                            <a:pt x="8326" y="10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1" name="Freeform 510">
                      <a:extLst>
                        <a:ext uri="{FF2B5EF4-FFF2-40B4-BE49-F238E27FC236}">
                          <a16:creationId xmlns:a16="http://schemas.microsoft.com/office/drawing/2014/main" id="{7C72E844-8B6D-818D-BF53-F01CAC886F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8826" y="1907611"/>
                      <a:ext cx="7575" cy="5398"/>
                    </a:xfrm>
                    <a:custGeom>
                      <a:avLst/>
                      <a:gdLst>
                        <a:gd name="connsiteX0" fmla="*/ 93 w 7575"/>
                        <a:gd name="connsiteY0" fmla="*/ 1510 h 5398"/>
                        <a:gd name="connsiteX1" fmla="*/ 7229 w 7575"/>
                        <a:gd name="connsiteY1" fmla="*/ 3888 h 5398"/>
                        <a:gd name="connsiteX2" fmla="*/ 93 w 7575"/>
                        <a:gd name="connsiteY2" fmla="*/ 1510 h 53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575" h="5398">
                          <a:moveTo>
                            <a:pt x="93" y="1510"/>
                          </a:moveTo>
                          <a:cubicBezTo>
                            <a:pt x="93" y="3888"/>
                            <a:pt x="3661" y="7457"/>
                            <a:pt x="7229" y="3888"/>
                          </a:cubicBezTo>
                          <a:cubicBezTo>
                            <a:pt x="9608" y="1510"/>
                            <a:pt x="-1097" y="-2059"/>
                            <a:pt x="93" y="151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2" name="Freeform 511">
                      <a:extLst>
                        <a:ext uri="{FF2B5EF4-FFF2-40B4-BE49-F238E27FC236}">
                          <a16:creationId xmlns:a16="http://schemas.microsoft.com/office/drawing/2014/main" id="{6072488A-DC79-9335-EE25-6CD8E9EEFB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9701" y="2197135"/>
                      <a:ext cx="9640" cy="6761"/>
                    </a:xfrm>
                    <a:custGeom>
                      <a:avLst/>
                      <a:gdLst>
                        <a:gd name="connsiteX0" fmla="*/ 9218 w 9640"/>
                        <a:gd name="connsiteY0" fmla="*/ 3397 h 6761"/>
                        <a:gd name="connsiteX1" fmla="*/ 8028 w 9640"/>
                        <a:gd name="connsiteY1" fmla="*/ 1018 h 6761"/>
                        <a:gd name="connsiteX2" fmla="*/ 892 w 9640"/>
                        <a:gd name="connsiteY2" fmla="*/ 2207 h 6761"/>
                        <a:gd name="connsiteX3" fmla="*/ 892 w 9640"/>
                        <a:gd name="connsiteY3" fmla="*/ 5776 h 6761"/>
                        <a:gd name="connsiteX4" fmla="*/ 9218 w 9640"/>
                        <a:gd name="connsiteY4" fmla="*/ 3397 h 67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640" h="6761">
                          <a:moveTo>
                            <a:pt x="9218" y="3397"/>
                          </a:moveTo>
                          <a:cubicBezTo>
                            <a:pt x="9218" y="2207"/>
                            <a:pt x="9218" y="2207"/>
                            <a:pt x="8028" y="1018"/>
                          </a:cubicBezTo>
                          <a:cubicBezTo>
                            <a:pt x="5650" y="-1361"/>
                            <a:pt x="2081" y="1018"/>
                            <a:pt x="892" y="2207"/>
                          </a:cubicBezTo>
                          <a:cubicBezTo>
                            <a:pt x="-297" y="3397"/>
                            <a:pt x="-297" y="5776"/>
                            <a:pt x="892" y="5776"/>
                          </a:cubicBezTo>
                          <a:cubicBezTo>
                            <a:pt x="3271" y="8155"/>
                            <a:pt x="11597" y="5776"/>
                            <a:pt x="9218" y="33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3" name="Freeform 512">
                      <a:extLst>
                        <a:ext uri="{FF2B5EF4-FFF2-40B4-BE49-F238E27FC236}">
                          <a16:creationId xmlns:a16="http://schemas.microsoft.com/office/drawing/2014/main" id="{64D8A8D7-013F-82B5-E8A8-082546CC83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1250" y="2285186"/>
                      <a:ext cx="8118" cy="4349"/>
                    </a:xfrm>
                    <a:custGeom>
                      <a:avLst/>
                      <a:gdLst>
                        <a:gd name="connsiteX0" fmla="*/ 7933 w 8118"/>
                        <a:gd name="connsiteY0" fmla="*/ 985 h 4349"/>
                        <a:gd name="connsiteX1" fmla="*/ 796 w 8118"/>
                        <a:gd name="connsiteY1" fmla="*/ 3364 h 4349"/>
                        <a:gd name="connsiteX2" fmla="*/ 7933 w 8118"/>
                        <a:gd name="connsiteY2" fmla="*/ 985 h 43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118" h="4349">
                          <a:moveTo>
                            <a:pt x="7933" y="985"/>
                          </a:moveTo>
                          <a:cubicBezTo>
                            <a:pt x="6743" y="-1394"/>
                            <a:pt x="-2772" y="985"/>
                            <a:pt x="796" y="3364"/>
                          </a:cubicBezTo>
                          <a:cubicBezTo>
                            <a:pt x="4365" y="5743"/>
                            <a:pt x="9122" y="3364"/>
                            <a:pt x="7933" y="9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4" name="Freeform 513">
                      <a:extLst>
                        <a:ext uri="{FF2B5EF4-FFF2-40B4-BE49-F238E27FC236}">
                          <a16:creationId xmlns:a16="http://schemas.microsoft.com/office/drawing/2014/main" id="{21B819BF-47BB-1AE2-FC7B-FB63CD2AD2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16893" y="1218720"/>
                      <a:ext cx="7158" cy="10146"/>
                    </a:xfrm>
                    <a:custGeom>
                      <a:avLst/>
                      <a:gdLst>
                        <a:gd name="connsiteX0" fmla="*/ 4672 w 7158"/>
                        <a:gd name="connsiteY0" fmla="*/ 10044 h 10146"/>
                        <a:gd name="connsiteX1" fmla="*/ 5862 w 7158"/>
                        <a:gd name="connsiteY1" fmla="*/ 529 h 10146"/>
                        <a:gd name="connsiteX2" fmla="*/ 2293 w 7158"/>
                        <a:gd name="connsiteY2" fmla="*/ 529 h 10146"/>
                        <a:gd name="connsiteX3" fmla="*/ 4672 w 7158"/>
                        <a:gd name="connsiteY3" fmla="*/ 10044 h 101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158" h="10146">
                          <a:moveTo>
                            <a:pt x="4672" y="10044"/>
                          </a:moveTo>
                          <a:cubicBezTo>
                            <a:pt x="7051" y="8855"/>
                            <a:pt x="8240" y="2907"/>
                            <a:pt x="5862" y="529"/>
                          </a:cubicBezTo>
                          <a:cubicBezTo>
                            <a:pt x="4672" y="-661"/>
                            <a:pt x="3483" y="529"/>
                            <a:pt x="2293" y="529"/>
                          </a:cubicBezTo>
                          <a:cubicBezTo>
                            <a:pt x="-2465" y="1718"/>
                            <a:pt x="1104" y="11234"/>
                            <a:pt x="4672" y="1004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5" name="Freeform 514">
                      <a:extLst>
                        <a:ext uri="{FF2B5EF4-FFF2-40B4-BE49-F238E27FC236}">
                          <a16:creationId xmlns:a16="http://schemas.microsoft.com/office/drawing/2014/main" id="{FFB0BD66-8877-50F9-7FDC-7F107A0C2C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8778" y="1226854"/>
                      <a:ext cx="11371" cy="20543"/>
                    </a:xfrm>
                    <a:custGeom>
                      <a:avLst/>
                      <a:gdLst>
                        <a:gd name="connsiteX0" fmla="*/ 2566 w 11371"/>
                        <a:gd name="connsiteY0" fmla="*/ 16183 h 20543"/>
                        <a:gd name="connsiteX1" fmla="*/ 2566 w 11371"/>
                        <a:gd name="connsiteY1" fmla="*/ 17373 h 20543"/>
                        <a:gd name="connsiteX2" fmla="*/ 3756 w 11371"/>
                        <a:gd name="connsiteY2" fmla="*/ 19752 h 20543"/>
                        <a:gd name="connsiteX3" fmla="*/ 10893 w 11371"/>
                        <a:gd name="connsiteY3" fmla="*/ 11426 h 20543"/>
                        <a:gd name="connsiteX4" fmla="*/ 6135 w 11371"/>
                        <a:gd name="connsiteY4" fmla="*/ 3100 h 20543"/>
                        <a:gd name="connsiteX5" fmla="*/ 6135 w 11371"/>
                        <a:gd name="connsiteY5" fmla="*/ 1910 h 20543"/>
                        <a:gd name="connsiteX6" fmla="*/ 188 w 11371"/>
                        <a:gd name="connsiteY6" fmla="*/ 9047 h 20543"/>
                        <a:gd name="connsiteX7" fmla="*/ 2566 w 11371"/>
                        <a:gd name="connsiteY7" fmla="*/ 16183 h 205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371" h="20543">
                          <a:moveTo>
                            <a:pt x="2566" y="16183"/>
                          </a:moveTo>
                          <a:cubicBezTo>
                            <a:pt x="2566" y="16183"/>
                            <a:pt x="2566" y="17373"/>
                            <a:pt x="2566" y="17373"/>
                          </a:cubicBezTo>
                          <a:cubicBezTo>
                            <a:pt x="3756" y="18562"/>
                            <a:pt x="2566" y="18562"/>
                            <a:pt x="3756" y="19752"/>
                          </a:cubicBezTo>
                          <a:cubicBezTo>
                            <a:pt x="6135" y="23320"/>
                            <a:pt x="13272" y="13805"/>
                            <a:pt x="10893" y="11426"/>
                          </a:cubicBezTo>
                          <a:cubicBezTo>
                            <a:pt x="8514" y="9047"/>
                            <a:pt x="6135" y="7857"/>
                            <a:pt x="6135" y="3100"/>
                          </a:cubicBezTo>
                          <a:cubicBezTo>
                            <a:pt x="6135" y="3100"/>
                            <a:pt x="6135" y="1910"/>
                            <a:pt x="6135" y="1910"/>
                          </a:cubicBezTo>
                          <a:cubicBezTo>
                            <a:pt x="3756" y="-4037"/>
                            <a:pt x="-1002" y="5478"/>
                            <a:pt x="188" y="9047"/>
                          </a:cubicBezTo>
                          <a:cubicBezTo>
                            <a:pt x="1377" y="12615"/>
                            <a:pt x="2566" y="13805"/>
                            <a:pt x="2566" y="1618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6" name="Freeform 515">
                      <a:extLst>
                        <a:ext uri="{FF2B5EF4-FFF2-40B4-BE49-F238E27FC236}">
                          <a16:creationId xmlns:a16="http://schemas.microsoft.com/office/drawing/2014/main" id="{BA7B6617-F3A2-0B31-9915-B90FC3B4F5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4990" y="1240338"/>
                      <a:ext cx="5839" cy="7252"/>
                    </a:xfrm>
                    <a:custGeom>
                      <a:avLst/>
                      <a:gdLst>
                        <a:gd name="connsiteX0" fmla="*/ 5650 w 5839"/>
                        <a:gd name="connsiteY0" fmla="*/ 3888 h 7252"/>
                        <a:gd name="connsiteX1" fmla="*/ 892 w 5839"/>
                        <a:gd name="connsiteY1" fmla="*/ 1510 h 7252"/>
                        <a:gd name="connsiteX2" fmla="*/ 892 w 5839"/>
                        <a:gd name="connsiteY2" fmla="*/ 6267 h 7252"/>
                        <a:gd name="connsiteX3" fmla="*/ 5650 w 5839"/>
                        <a:gd name="connsiteY3" fmla="*/ 3888 h 72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839" h="7252">
                          <a:moveTo>
                            <a:pt x="5650" y="3888"/>
                          </a:moveTo>
                          <a:cubicBezTo>
                            <a:pt x="4460" y="1510"/>
                            <a:pt x="2082" y="-2059"/>
                            <a:pt x="892" y="1510"/>
                          </a:cubicBezTo>
                          <a:cubicBezTo>
                            <a:pt x="-297" y="2699"/>
                            <a:pt x="-297" y="5078"/>
                            <a:pt x="892" y="6267"/>
                          </a:cubicBezTo>
                          <a:cubicBezTo>
                            <a:pt x="2082" y="8646"/>
                            <a:pt x="6839" y="6267"/>
                            <a:pt x="5650" y="388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7" name="Freeform 516">
                      <a:extLst>
                        <a:ext uri="{FF2B5EF4-FFF2-40B4-BE49-F238E27FC236}">
                          <a16:creationId xmlns:a16="http://schemas.microsoft.com/office/drawing/2014/main" id="{588F4675-6534-2A52-6002-2A7EB0FC74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7063" y="1254350"/>
                      <a:ext cx="19876" cy="21991"/>
                    </a:xfrm>
                    <a:custGeom>
                      <a:avLst/>
                      <a:gdLst>
                        <a:gd name="connsiteX0" fmla="*/ 3885 w 19876"/>
                        <a:gd name="connsiteY0" fmla="*/ 13665 h 21991"/>
                        <a:gd name="connsiteX1" fmla="*/ 6264 w 19876"/>
                        <a:gd name="connsiteY1" fmla="*/ 13665 h 21991"/>
                        <a:gd name="connsiteX2" fmla="*/ 14590 w 19876"/>
                        <a:gd name="connsiteY2" fmla="*/ 21991 h 21991"/>
                        <a:gd name="connsiteX3" fmla="*/ 16968 w 19876"/>
                        <a:gd name="connsiteY3" fmla="*/ 19612 h 21991"/>
                        <a:gd name="connsiteX4" fmla="*/ 19347 w 19876"/>
                        <a:gd name="connsiteY4" fmla="*/ 10097 h 21991"/>
                        <a:gd name="connsiteX5" fmla="*/ 19347 w 19876"/>
                        <a:gd name="connsiteY5" fmla="*/ 6528 h 21991"/>
                        <a:gd name="connsiteX6" fmla="*/ 15779 w 19876"/>
                        <a:gd name="connsiteY6" fmla="*/ 6528 h 21991"/>
                        <a:gd name="connsiteX7" fmla="*/ 6264 w 19876"/>
                        <a:gd name="connsiteY7" fmla="*/ 1771 h 21991"/>
                        <a:gd name="connsiteX8" fmla="*/ 8643 w 19876"/>
                        <a:gd name="connsiteY8" fmla="*/ 8907 h 21991"/>
                        <a:gd name="connsiteX9" fmla="*/ 8643 w 19876"/>
                        <a:gd name="connsiteY9" fmla="*/ 10097 h 21991"/>
                        <a:gd name="connsiteX10" fmla="*/ 316 w 19876"/>
                        <a:gd name="connsiteY10" fmla="*/ 10097 h 21991"/>
                        <a:gd name="connsiteX11" fmla="*/ 3885 w 19876"/>
                        <a:gd name="connsiteY11" fmla="*/ 13665 h 219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9876" h="21991">
                          <a:moveTo>
                            <a:pt x="3885" y="13665"/>
                          </a:moveTo>
                          <a:cubicBezTo>
                            <a:pt x="5074" y="13665"/>
                            <a:pt x="6264" y="13665"/>
                            <a:pt x="6264" y="13665"/>
                          </a:cubicBezTo>
                          <a:cubicBezTo>
                            <a:pt x="9832" y="16044"/>
                            <a:pt x="9832" y="20802"/>
                            <a:pt x="14590" y="21991"/>
                          </a:cubicBezTo>
                          <a:cubicBezTo>
                            <a:pt x="15779" y="21991"/>
                            <a:pt x="15779" y="20802"/>
                            <a:pt x="16968" y="19612"/>
                          </a:cubicBezTo>
                          <a:cubicBezTo>
                            <a:pt x="18158" y="17233"/>
                            <a:pt x="19347" y="14854"/>
                            <a:pt x="19347" y="10097"/>
                          </a:cubicBezTo>
                          <a:cubicBezTo>
                            <a:pt x="19347" y="8907"/>
                            <a:pt x="20537" y="6528"/>
                            <a:pt x="19347" y="6528"/>
                          </a:cubicBezTo>
                          <a:cubicBezTo>
                            <a:pt x="18158" y="5339"/>
                            <a:pt x="15779" y="7718"/>
                            <a:pt x="15779" y="6528"/>
                          </a:cubicBezTo>
                          <a:cubicBezTo>
                            <a:pt x="12211" y="2960"/>
                            <a:pt x="9832" y="-2987"/>
                            <a:pt x="6264" y="1771"/>
                          </a:cubicBezTo>
                          <a:cubicBezTo>
                            <a:pt x="3885" y="4150"/>
                            <a:pt x="7453" y="6528"/>
                            <a:pt x="8643" y="8907"/>
                          </a:cubicBezTo>
                          <a:cubicBezTo>
                            <a:pt x="8643" y="8907"/>
                            <a:pt x="8643" y="10097"/>
                            <a:pt x="8643" y="10097"/>
                          </a:cubicBezTo>
                          <a:cubicBezTo>
                            <a:pt x="7453" y="13665"/>
                            <a:pt x="3885" y="6528"/>
                            <a:pt x="316" y="10097"/>
                          </a:cubicBezTo>
                          <a:cubicBezTo>
                            <a:pt x="-873" y="11286"/>
                            <a:pt x="1506" y="13665"/>
                            <a:pt x="3885" y="1366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8" name="Freeform 517">
                      <a:extLst>
                        <a:ext uri="{FF2B5EF4-FFF2-40B4-BE49-F238E27FC236}">
                          <a16:creationId xmlns:a16="http://schemas.microsoft.com/office/drawing/2014/main" id="{0E87AA41-657C-A645-0A85-20CBFD7EBC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9252" y="1258725"/>
                      <a:ext cx="12132" cy="14818"/>
                    </a:xfrm>
                    <a:custGeom>
                      <a:avLst/>
                      <a:gdLst>
                        <a:gd name="connsiteX0" fmla="*/ 11475 w 12132"/>
                        <a:gd name="connsiteY0" fmla="*/ 14048 h 14818"/>
                        <a:gd name="connsiteX1" fmla="*/ 7907 w 12132"/>
                        <a:gd name="connsiteY1" fmla="*/ 8101 h 14818"/>
                        <a:gd name="connsiteX2" fmla="*/ 5528 w 12132"/>
                        <a:gd name="connsiteY2" fmla="*/ 964 h 14818"/>
                        <a:gd name="connsiteX3" fmla="*/ 770 w 12132"/>
                        <a:gd name="connsiteY3" fmla="*/ 9290 h 14818"/>
                        <a:gd name="connsiteX4" fmla="*/ 11475 w 12132"/>
                        <a:gd name="connsiteY4" fmla="*/ 14048 h 148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132" h="14818">
                          <a:moveTo>
                            <a:pt x="11475" y="14048"/>
                          </a:moveTo>
                          <a:cubicBezTo>
                            <a:pt x="13854" y="11669"/>
                            <a:pt x="9096" y="10480"/>
                            <a:pt x="7907" y="8101"/>
                          </a:cubicBezTo>
                          <a:cubicBezTo>
                            <a:pt x="6717" y="5722"/>
                            <a:pt x="7907" y="3343"/>
                            <a:pt x="5528" y="964"/>
                          </a:cubicBezTo>
                          <a:cubicBezTo>
                            <a:pt x="1960" y="-2604"/>
                            <a:pt x="-1609" y="4533"/>
                            <a:pt x="770" y="9290"/>
                          </a:cubicBezTo>
                          <a:cubicBezTo>
                            <a:pt x="770" y="12859"/>
                            <a:pt x="7907" y="16427"/>
                            <a:pt x="11475" y="1404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9" name="Freeform 518">
                      <a:extLst>
                        <a:ext uri="{FF2B5EF4-FFF2-40B4-BE49-F238E27FC236}">
                          <a16:creationId xmlns:a16="http://schemas.microsoft.com/office/drawing/2014/main" id="{3F25B92A-3133-3DF6-976D-7CDA4D9530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68352" y="1367611"/>
                      <a:ext cx="12595" cy="20131"/>
                    </a:xfrm>
                    <a:custGeom>
                      <a:avLst/>
                      <a:gdLst>
                        <a:gd name="connsiteX0" fmla="*/ 10481 w 12595"/>
                        <a:gd name="connsiteY0" fmla="*/ 3885 h 20131"/>
                        <a:gd name="connsiteX1" fmla="*/ 3344 w 12595"/>
                        <a:gd name="connsiteY1" fmla="*/ 316 h 20131"/>
                        <a:gd name="connsiteX2" fmla="*/ 2154 w 12595"/>
                        <a:gd name="connsiteY2" fmla="*/ 15779 h 20131"/>
                        <a:gd name="connsiteX3" fmla="*/ 10481 w 12595"/>
                        <a:gd name="connsiteY3" fmla="*/ 19347 h 20131"/>
                        <a:gd name="connsiteX4" fmla="*/ 10481 w 12595"/>
                        <a:gd name="connsiteY4" fmla="*/ 5074 h 20131"/>
                        <a:gd name="connsiteX5" fmla="*/ 10481 w 12595"/>
                        <a:gd name="connsiteY5" fmla="*/ 3885 h 201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2595" h="20131">
                          <a:moveTo>
                            <a:pt x="10481" y="3885"/>
                          </a:moveTo>
                          <a:cubicBezTo>
                            <a:pt x="9291" y="1506"/>
                            <a:pt x="6912" y="-873"/>
                            <a:pt x="3344" y="316"/>
                          </a:cubicBezTo>
                          <a:cubicBezTo>
                            <a:pt x="-224" y="316"/>
                            <a:pt x="-1414" y="13400"/>
                            <a:pt x="2154" y="15779"/>
                          </a:cubicBezTo>
                          <a:cubicBezTo>
                            <a:pt x="4533" y="18158"/>
                            <a:pt x="6912" y="21726"/>
                            <a:pt x="10481" y="19347"/>
                          </a:cubicBezTo>
                          <a:cubicBezTo>
                            <a:pt x="15238" y="16968"/>
                            <a:pt x="10481" y="9832"/>
                            <a:pt x="10481" y="5074"/>
                          </a:cubicBezTo>
                          <a:cubicBezTo>
                            <a:pt x="10481" y="3885"/>
                            <a:pt x="10481" y="3885"/>
                            <a:pt x="10481" y="38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0" name="Freeform 519">
                      <a:extLst>
                        <a:ext uri="{FF2B5EF4-FFF2-40B4-BE49-F238E27FC236}">
                          <a16:creationId xmlns:a16="http://schemas.microsoft.com/office/drawing/2014/main" id="{3E973232-3AB2-0D8C-C50E-A3E3AE3608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11359" y="1392804"/>
                      <a:ext cx="7335" cy="21865"/>
                    </a:xfrm>
                    <a:custGeom>
                      <a:avLst/>
                      <a:gdLst>
                        <a:gd name="connsiteX0" fmla="*/ 5186 w 7335"/>
                        <a:gd name="connsiteY0" fmla="*/ 20323 h 21865"/>
                        <a:gd name="connsiteX1" fmla="*/ 3996 w 7335"/>
                        <a:gd name="connsiteY1" fmla="*/ 102 h 21865"/>
                        <a:gd name="connsiteX2" fmla="*/ 2807 w 7335"/>
                        <a:gd name="connsiteY2" fmla="*/ 11997 h 21865"/>
                        <a:gd name="connsiteX3" fmla="*/ 1617 w 7335"/>
                        <a:gd name="connsiteY3" fmla="*/ 11997 h 21865"/>
                        <a:gd name="connsiteX4" fmla="*/ 5186 w 7335"/>
                        <a:gd name="connsiteY4" fmla="*/ 20323 h 218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35" h="21865">
                          <a:moveTo>
                            <a:pt x="5186" y="20323"/>
                          </a:moveTo>
                          <a:cubicBezTo>
                            <a:pt x="6375" y="14375"/>
                            <a:pt x="9944" y="1292"/>
                            <a:pt x="3996" y="102"/>
                          </a:cubicBezTo>
                          <a:cubicBezTo>
                            <a:pt x="-1951" y="-1087"/>
                            <a:pt x="7565" y="8428"/>
                            <a:pt x="2807" y="11997"/>
                          </a:cubicBezTo>
                          <a:cubicBezTo>
                            <a:pt x="2807" y="11997"/>
                            <a:pt x="1617" y="11997"/>
                            <a:pt x="1617" y="11997"/>
                          </a:cubicBezTo>
                          <a:cubicBezTo>
                            <a:pt x="-3140" y="13186"/>
                            <a:pt x="3996" y="26270"/>
                            <a:pt x="5186" y="2032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1" name="Freeform 520">
                      <a:extLst>
                        <a:ext uri="{FF2B5EF4-FFF2-40B4-BE49-F238E27FC236}">
                          <a16:creationId xmlns:a16="http://schemas.microsoft.com/office/drawing/2014/main" id="{A28ACE37-3EE9-8885-2DCF-234B8B9C50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7574" y="1393314"/>
                      <a:ext cx="9057" cy="9898"/>
                    </a:xfrm>
                    <a:custGeom>
                      <a:avLst/>
                      <a:gdLst>
                        <a:gd name="connsiteX0" fmla="*/ 4914 w 9057"/>
                        <a:gd name="connsiteY0" fmla="*/ 9107 h 9898"/>
                        <a:gd name="connsiteX1" fmla="*/ 7292 w 9057"/>
                        <a:gd name="connsiteY1" fmla="*/ 781 h 9898"/>
                        <a:gd name="connsiteX2" fmla="*/ 155 w 9057"/>
                        <a:gd name="connsiteY2" fmla="*/ 1971 h 9898"/>
                        <a:gd name="connsiteX3" fmla="*/ 4914 w 9057"/>
                        <a:gd name="connsiteY3" fmla="*/ 9107 h 98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057" h="9898">
                          <a:moveTo>
                            <a:pt x="4914" y="9107"/>
                          </a:moveTo>
                          <a:cubicBezTo>
                            <a:pt x="8482" y="12676"/>
                            <a:pt x="10861" y="3160"/>
                            <a:pt x="7292" y="781"/>
                          </a:cubicBezTo>
                          <a:cubicBezTo>
                            <a:pt x="4914" y="-408"/>
                            <a:pt x="-1034" y="-408"/>
                            <a:pt x="155" y="1971"/>
                          </a:cubicBezTo>
                          <a:cubicBezTo>
                            <a:pt x="2534" y="4350"/>
                            <a:pt x="2534" y="6728"/>
                            <a:pt x="4914" y="910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2" name="Freeform 521">
                      <a:extLst>
                        <a:ext uri="{FF2B5EF4-FFF2-40B4-BE49-F238E27FC236}">
                          <a16:creationId xmlns:a16="http://schemas.microsoft.com/office/drawing/2014/main" id="{084F10CB-C9EF-AD54-1391-B2EF3F480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1029" y="1543164"/>
                      <a:ext cx="14069" cy="14226"/>
                    </a:xfrm>
                    <a:custGeom>
                      <a:avLst/>
                      <a:gdLst>
                        <a:gd name="connsiteX0" fmla="*/ 12696 w 14069"/>
                        <a:gd name="connsiteY0" fmla="*/ 800 h 14226"/>
                        <a:gd name="connsiteX1" fmla="*/ 4370 w 14069"/>
                        <a:gd name="connsiteY1" fmla="*/ 3179 h 14226"/>
                        <a:gd name="connsiteX2" fmla="*/ 3181 w 14069"/>
                        <a:gd name="connsiteY2" fmla="*/ 13884 h 14226"/>
                        <a:gd name="connsiteX3" fmla="*/ 12696 w 14069"/>
                        <a:gd name="connsiteY3" fmla="*/ 11505 h 14226"/>
                        <a:gd name="connsiteX4" fmla="*/ 12696 w 14069"/>
                        <a:gd name="connsiteY4" fmla="*/ 10316 h 14226"/>
                        <a:gd name="connsiteX5" fmla="*/ 12696 w 14069"/>
                        <a:gd name="connsiteY5" fmla="*/ 800 h 142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4069" h="14226">
                          <a:moveTo>
                            <a:pt x="12696" y="800"/>
                          </a:moveTo>
                          <a:cubicBezTo>
                            <a:pt x="10317" y="-1579"/>
                            <a:pt x="6749" y="1990"/>
                            <a:pt x="4370" y="3179"/>
                          </a:cubicBezTo>
                          <a:cubicBezTo>
                            <a:pt x="802" y="5558"/>
                            <a:pt x="-2766" y="16263"/>
                            <a:pt x="3181" y="13884"/>
                          </a:cubicBezTo>
                          <a:cubicBezTo>
                            <a:pt x="6749" y="12695"/>
                            <a:pt x="12696" y="15073"/>
                            <a:pt x="12696" y="11505"/>
                          </a:cubicBezTo>
                          <a:cubicBezTo>
                            <a:pt x="12696" y="11505"/>
                            <a:pt x="12696" y="10316"/>
                            <a:pt x="12696" y="10316"/>
                          </a:cubicBezTo>
                          <a:cubicBezTo>
                            <a:pt x="15075" y="6747"/>
                            <a:pt x="13886" y="1990"/>
                            <a:pt x="12696" y="80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3" name="Freeform 522">
                      <a:extLst>
                        <a:ext uri="{FF2B5EF4-FFF2-40B4-BE49-F238E27FC236}">
                          <a16:creationId xmlns:a16="http://schemas.microsoft.com/office/drawing/2014/main" id="{C5B2A30B-9B30-5707-1EB5-C4F965D2BF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5745" y="1713189"/>
                      <a:ext cx="11927" cy="12018"/>
                    </a:xfrm>
                    <a:custGeom>
                      <a:avLst/>
                      <a:gdLst>
                        <a:gd name="connsiteX0" fmla="*/ 1107 w 11927"/>
                        <a:gd name="connsiteY0" fmla="*/ 865 h 12018"/>
                        <a:gd name="connsiteX1" fmla="*/ 11812 w 11927"/>
                        <a:gd name="connsiteY1" fmla="*/ 10380 h 12018"/>
                        <a:gd name="connsiteX2" fmla="*/ 1107 w 11927"/>
                        <a:gd name="connsiteY2" fmla="*/ 865 h 120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927" h="12018">
                          <a:moveTo>
                            <a:pt x="1107" y="865"/>
                          </a:moveTo>
                          <a:cubicBezTo>
                            <a:pt x="-3650" y="4433"/>
                            <a:pt x="8244" y="16327"/>
                            <a:pt x="11812" y="10380"/>
                          </a:cubicBezTo>
                          <a:cubicBezTo>
                            <a:pt x="13002" y="5622"/>
                            <a:pt x="4676" y="-2704"/>
                            <a:pt x="1107" y="86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id="{3C796412-AF89-0E3D-0C13-37298D66DF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281" y="1721907"/>
                      <a:ext cx="9429" cy="17257"/>
                    </a:xfrm>
                    <a:custGeom>
                      <a:avLst/>
                      <a:gdLst>
                        <a:gd name="connsiteX0" fmla="*/ 8445 w 9429"/>
                        <a:gd name="connsiteY0" fmla="*/ 473 h 17257"/>
                        <a:gd name="connsiteX1" fmla="*/ 3686 w 9429"/>
                        <a:gd name="connsiteY1" fmla="*/ 9988 h 17257"/>
                        <a:gd name="connsiteX2" fmla="*/ 3686 w 9429"/>
                        <a:gd name="connsiteY2" fmla="*/ 12367 h 17257"/>
                        <a:gd name="connsiteX3" fmla="*/ 2497 w 9429"/>
                        <a:gd name="connsiteY3" fmla="*/ 12367 h 17257"/>
                        <a:gd name="connsiteX4" fmla="*/ 6066 w 9429"/>
                        <a:gd name="connsiteY4" fmla="*/ 13556 h 17257"/>
                        <a:gd name="connsiteX5" fmla="*/ 6066 w 9429"/>
                        <a:gd name="connsiteY5" fmla="*/ 8799 h 17257"/>
                        <a:gd name="connsiteX6" fmla="*/ 8445 w 9429"/>
                        <a:gd name="connsiteY6" fmla="*/ 473 h 172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429" h="17257">
                          <a:moveTo>
                            <a:pt x="8445" y="473"/>
                          </a:moveTo>
                          <a:cubicBezTo>
                            <a:pt x="4876" y="-1906"/>
                            <a:pt x="3686" y="5230"/>
                            <a:pt x="3686" y="9988"/>
                          </a:cubicBezTo>
                          <a:cubicBezTo>
                            <a:pt x="3686" y="11177"/>
                            <a:pt x="4876" y="12367"/>
                            <a:pt x="3686" y="12367"/>
                          </a:cubicBezTo>
                          <a:cubicBezTo>
                            <a:pt x="3686" y="12367"/>
                            <a:pt x="2497" y="12367"/>
                            <a:pt x="2497" y="12367"/>
                          </a:cubicBezTo>
                          <a:cubicBezTo>
                            <a:pt x="-5829" y="15935"/>
                            <a:pt x="9634" y="20693"/>
                            <a:pt x="6066" y="13556"/>
                          </a:cubicBezTo>
                          <a:cubicBezTo>
                            <a:pt x="4876" y="12367"/>
                            <a:pt x="4876" y="9988"/>
                            <a:pt x="6066" y="8799"/>
                          </a:cubicBezTo>
                          <a:cubicBezTo>
                            <a:pt x="8445" y="6420"/>
                            <a:pt x="10823" y="2851"/>
                            <a:pt x="8445" y="47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5" name="Freeform 524">
                      <a:extLst>
                        <a:ext uri="{FF2B5EF4-FFF2-40B4-BE49-F238E27FC236}">
                          <a16:creationId xmlns:a16="http://schemas.microsoft.com/office/drawing/2014/main" id="{5F8F38B0-5DFA-92CC-F7AC-673FB639DD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9975" y="1798080"/>
                      <a:ext cx="10145" cy="47529"/>
                    </a:xfrm>
                    <a:custGeom>
                      <a:avLst/>
                      <a:gdLst>
                        <a:gd name="connsiteX0" fmla="*/ 4014 w 10145"/>
                        <a:gd name="connsiteY0" fmla="*/ 423 h 47529"/>
                        <a:gd name="connsiteX1" fmla="*/ 1635 w 10145"/>
                        <a:gd name="connsiteY1" fmla="*/ 1612 h 47529"/>
                        <a:gd name="connsiteX2" fmla="*/ 4014 w 10145"/>
                        <a:gd name="connsiteY2" fmla="*/ 9938 h 47529"/>
                        <a:gd name="connsiteX3" fmla="*/ 1635 w 10145"/>
                        <a:gd name="connsiteY3" fmla="*/ 12317 h 47529"/>
                        <a:gd name="connsiteX4" fmla="*/ 4014 w 10145"/>
                        <a:gd name="connsiteY4" fmla="*/ 21833 h 47529"/>
                        <a:gd name="connsiteX5" fmla="*/ 4014 w 10145"/>
                        <a:gd name="connsiteY5" fmla="*/ 23022 h 47529"/>
                        <a:gd name="connsiteX6" fmla="*/ 4014 w 10145"/>
                        <a:gd name="connsiteY6" fmla="*/ 37295 h 47529"/>
                        <a:gd name="connsiteX7" fmla="*/ 4014 w 10145"/>
                        <a:gd name="connsiteY7" fmla="*/ 44432 h 47529"/>
                        <a:gd name="connsiteX8" fmla="*/ 4014 w 10145"/>
                        <a:gd name="connsiteY8" fmla="*/ 46811 h 47529"/>
                        <a:gd name="connsiteX9" fmla="*/ 8772 w 10145"/>
                        <a:gd name="connsiteY9" fmla="*/ 36106 h 47529"/>
                        <a:gd name="connsiteX10" fmla="*/ 8772 w 10145"/>
                        <a:gd name="connsiteY10" fmla="*/ 25401 h 47529"/>
                        <a:gd name="connsiteX11" fmla="*/ 6393 w 10145"/>
                        <a:gd name="connsiteY11" fmla="*/ 23022 h 47529"/>
                        <a:gd name="connsiteX12" fmla="*/ 6393 w 10145"/>
                        <a:gd name="connsiteY12" fmla="*/ 14696 h 47529"/>
                        <a:gd name="connsiteX13" fmla="*/ 6393 w 10145"/>
                        <a:gd name="connsiteY13" fmla="*/ 8749 h 47529"/>
                        <a:gd name="connsiteX14" fmla="*/ 4014 w 10145"/>
                        <a:gd name="connsiteY14" fmla="*/ 423 h 475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0145" h="47529">
                          <a:moveTo>
                            <a:pt x="4014" y="423"/>
                          </a:moveTo>
                          <a:cubicBezTo>
                            <a:pt x="2825" y="423"/>
                            <a:pt x="2825" y="423"/>
                            <a:pt x="1635" y="1612"/>
                          </a:cubicBezTo>
                          <a:cubicBezTo>
                            <a:pt x="-3122" y="3991"/>
                            <a:pt x="4014" y="6370"/>
                            <a:pt x="4014" y="9938"/>
                          </a:cubicBezTo>
                          <a:cubicBezTo>
                            <a:pt x="4014" y="11128"/>
                            <a:pt x="2825" y="11128"/>
                            <a:pt x="1635" y="12317"/>
                          </a:cubicBezTo>
                          <a:cubicBezTo>
                            <a:pt x="-744" y="14696"/>
                            <a:pt x="1635" y="19454"/>
                            <a:pt x="4014" y="21833"/>
                          </a:cubicBezTo>
                          <a:cubicBezTo>
                            <a:pt x="4014" y="21833"/>
                            <a:pt x="4014" y="23022"/>
                            <a:pt x="4014" y="23022"/>
                          </a:cubicBezTo>
                          <a:cubicBezTo>
                            <a:pt x="5204" y="27780"/>
                            <a:pt x="5204" y="33727"/>
                            <a:pt x="4014" y="37295"/>
                          </a:cubicBezTo>
                          <a:cubicBezTo>
                            <a:pt x="4014" y="39674"/>
                            <a:pt x="4014" y="42053"/>
                            <a:pt x="4014" y="44432"/>
                          </a:cubicBezTo>
                          <a:cubicBezTo>
                            <a:pt x="4014" y="45621"/>
                            <a:pt x="2825" y="46811"/>
                            <a:pt x="4014" y="46811"/>
                          </a:cubicBezTo>
                          <a:cubicBezTo>
                            <a:pt x="7583" y="50379"/>
                            <a:pt x="6393" y="39674"/>
                            <a:pt x="8772" y="36106"/>
                          </a:cubicBezTo>
                          <a:cubicBezTo>
                            <a:pt x="11151" y="33727"/>
                            <a:pt x="9962" y="28969"/>
                            <a:pt x="8772" y="25401"/>
                          </a:cubicBezTo>
                          <a:cubicBezTo>
                            <a:pt x="8772" y="24212"/>
                            <a:pt x="6393" y="24212"/>
                            <a:pt x="6393" y="23022"/>
                          </a:cubicBezTo>
                          <a:cubicBezTo>
                            <a:pt x="5204" y="20643"/>
                            <a:pt x="6393" y="18264"/>
                            <a:pt x="6393" y="14696"/>
                          </a:cubicBezTo>
                          <a:cubicBezTo>
                            <a:pt x="6393" y="12317"/>
                            <a:pt x="6393" y="11128"/>
                            <a:pt x="6393" y="8749"/>
                          </a:cubicBezTo>
                          <a:cubicBezTo>
                            <a:pt x="7583" y="6370"/>
                            <a:pt x="7583" y="-1956"/>
                            <a:pt x="4014" y="42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6" name="Freeform 525">
                      <a:extLst>
                        <a:ext uri="{FF2B5EF4-FFF2-40B4-BE49-F238E27FC236}">
                          <a16:creationId xmlns:a16="http://schemas.microsoft.com/office/drawing/2014/main" id="{A75089BA-56E3-E43D-D01B-6205D99A2D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271" y="1806736"/>
                      <a:ext cx="11263" cy="9897"/>
                    </a:xfrm>
                    <a:custGeom>
                      <a:avLst/>
                      <a:gdLst>
                        <a:gd name="connsiteX0" fmla="*/ 11171 w 11263"/>
                        <a:gd name="connsiteY0" fmla="*/ 4851 h 9897"/>
                        <a:gd name="connsiteX1" fmla="*/ 2846 w 11263"/>
                        <a:gd name="connsiteY1" fmla="*/ 1283 h 9897"/>
                        <a:gd name="connsiteX2" fmla="*/ 467 w 11263"/>
                        <a:gd name="connsiteY2" fmla="*/ 8420 h 9897"/>
                        <a:gd name="connsiteX3" fmla="*/ 11171 w 11263"/>
                        <a:gd name="connsiteY3" fmla="*/ 4851 h 98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263" h="9897">
                          <a:moveTo>
                            <a:pt x="11171" y="4851"/>
                          </a:moveTo>
                          <a:cubicBezTo>
                            <a:pt x="9982" y="2473"/>
                            <a:pt x="6414" y="-2285"/>
                            <a:pt x="2846" y="1283"/>
                          </a:cubicBezTo>
                          <a:cubicBezTo>
                            <a:pt x="467" y="3662"/>
                            <a:pt x="-723" y="6041"/>
                            <a:pt x="467" y="8420"/>
                          </a:cubicBezTo>
                          <a:cubicBezTo>
                            <a:pt x="1656" y="11988"/>
                            <a:pt x="12361" y="8420"/>
                            <a:pt x="11171" y="485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7" name="Freeform 526">
                      <a:extLst>
                        <a:ext uri="{FF2B5EF4-FFF2-40B4-BE49-F238E27FC236}">
                          <a16:creationId xmlns:a16="http://schemas.microsoft.com/office/drawing/2014/main" id="{B96DE255-4478-EA82-1E1B-843E9529A6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7297" y="1875370"/>
                      <a:ext cx="27697" cy="31190"/>
                    </a:xfrm>
                    <a:custGeom>
                      <a:avLst/>
                      <a:gdLst>
                        <a:gd name="connsiteX0" fmla="*/ 23344 w 27697"/>
                        <a:gd name="connsiteY0" fmla="*/ 14719 h 31190"/>
                        <a:gd name="connsiteX1" fmla="*/ 23344 w 27697"/>
                        <a:gd name="connsiteY1" fmla="*/ 19477 h 31190"/>
                        <a:gd name="connsiteX2" fmla="*/ 15018 w 27697"/>
                        <a:gd name="connsiteY2" fmla="*/ 4014 h 31190"/>
                        <a:gd name="connsiteX3" fmla="*/ 17397 w 27697"/>
                        <a:gd name="connsiteY3" fmla="*/ 1635 h 31190"/>
                        <a:gd name="connsiteX4" fmla="*/ 4313 w 27697"/>
                        <a:gd name="connsiteY4" fmla="*/ 4014 h 31190"/>
                        <a:gd name="connsiteX5" fmla="*/ 1934 w 27697"/>
                        <a:gd name="connsiteY5" fmla="*/ 4014 h 31190"/>
                        <a:gd name="connsiteX6" fmla="*/ 745 w 27697"/>
                        <a:gd name="connsiteY6" fmla="*/ 17098 h 31190"/>
                        <a:gd name="connsiteX7" fmla="*/ 7882 w 27697"/>
                        <a:gd name="connsiteY7" fmla="*/ 27803 h 31190"/>
                        <a:gd name="connsiteX8" fmla="*/ 23344 w 27697"/>
                        <a:gd name="connsiteY8" fmla="*/ 30182 h 31190"/>
                        <a:gd name="connsiteX9" fmla="*/ 24534 w 27697"/>
                        <a:gd name="connsiteY9" fmla="*/ 25424 h 31190"/>
                        <a:gd name="connsiteX10" fmla="*/ 26913 w 27697"/>
                        <a:gd name="connsiteY10" fmla="*/ 24235 h 31190"/>
                        <a:gd name="connsiteX11" fmla="*/ 23344 w 27697"/>
                        <a:gd name="connsiteY11" fmla="*/ 14719 h 311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27697" h="31190">
                          <a:moveTo>
                            <a:pt x="23344" y="14719"/>
                          </a:moveTo>
                          <a:cubicBezTo>
                            <a:pt x="22155" y="15909"/>
                            <a:pt x="24534" y="19477"/>
                            <a:pt x="23344" y="19477"/>
                          </a:cubicBezTo>
                          <a:cubicBezTo>
                            <a:pt x="18587" y="24235"/>
                            <a:pt x="10261" y="8772"/>
                            <a:pt x="15018" y="4014"/>
                          </a:cubicBezTo>
                          <a:cubicBezTo>
                            <a:pt x="16208" y="2825"/>
                            <a:pt x="18587" y="4014"/>
                            <a:pt x="17397" y="1635"/>
                          </a:cubicBezTo>
                          <a:cubicBezTo>
                            <a:pt x="16208" y="-3122"/>
                            <a:pt x="7882" y="4014"/>
                            <a:pt x="4313" y="4014"/>
                          </a:cubicBezTo>
                          <a:cubicBezTo>
                            <a:pt x="3124" y="4014"/>
                            <a:pt x="1934" y="4014"/>
                            <a:pt x="1934" y="4014"/>
                          </a:cubicBezTo>
                          <a:cubicBezTo>
                            <a:pt x="-1634" y="5204"/>
                            <a:pt x="1934" y="13530"/>
                            <a:pt x="745" y="17098"/>
                          </a:cubicBezTo>
                          <a:cubicBezTo>
                            <a:pt x="-1634" y="21856"/>
                            <a:pt x="1934" y="28992"/>
                            <a:pt x="7882" y="27803"/>
                          </a:cubicBezTo>
                          <a:cubicBezTo>
                            <a:pt x="17397" y="26614"/>
                            <a:pt x="18587" y="33750"/>
                            <a:pt x="23344" y="30182"/>
                          </a:cubicBezTo>
                          <a:cubicBezTo>
                            <a:pt x="25723" y="28992"/>
                            <a:pt x="23344" y="26614"/>
                            <a:pt x="24534" y="25424"/>
                          </a:cubicBezTo>
                          <a:cubicBezTo>
                            <a:pt x="25723" y="24235"/>
                            <a:pt x="26913" y="25424"/>
                            <a:pt x="26913" y="24235"/>
                          </a:cubicBezTo>
                          <a:cubicBezTo>
                            <a:pt x="29292" y="20666"/>
                            <a:pt x="25723" y="12340"/>
                            <a:pt x="23344" y="1471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8" name="Freeform 527">
                      <a:extLst>
                        <a:ext uri="{FF2B5EF4-FFF2-40B4-BE49-F238E27FC236}">
                          <a16:creationId xmlns:a16="http://schemas.microsoft.com/office/drawing/2014/main" id="{C470DA9C-62AC-43CF-1D86-2E0E638A90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2516" y="1896123"/>
                      <a:ext cx="11125" cy="6965"/>
                    </a:xfrm>
                    <a:custGeom>
                      <a:avLst/>
                      <a:gdLst>
                        <a:gd name="connsiteX0" fmla="*/ 10676 w 11125"/>
                        <a:gd name="connsiteY0" fmla="*/ 4672 h 6965"/>
                        <a:gd name="connsiteX1" fmla="*/ 1160 w 11125"/>
                        <a:gd name="connsiteY1" fmla="*/ 2293 h 6965"/>
                        <a:gd name="connsiteX2" fmla="*/ 10676 w 11125"/>
                        <a:gd name="connsiteY2" fmla="*/ 4672 h 6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125" h="6965">
                          <a:moveTo>
                            <a:pt x="10676" y="4672"/>
                          </a:moveTo>
                          <a:cubicBezTo>
                            <a:pt x="14244" y="1104"/>
                            <a:pt x="-4787" y="-2465"/>
                            <a:pt x="1160" y="2293"/>
                          </a:cubicBezTo>
                          <a:cubicBezTo>
                            <a:pt x="5918" y="5861"/>
                            <a:pt x="7107" y="9430"/>
                            <a:pt x="10676" y="467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9" name="Freeform 528">
                      <a:extLst>
                        <a:ext uri="{FF2B5EF4-FFF2-40B4-BE49-F238E27FC236}">
                          <a16:creationId xmlns:a16="http://schemas.microsoft.com/office/drawing/2014/main" id="{8577D522-4432-0ECF-BD37-3D5E0941A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7414" y="1921623"/>
                      <a:ext cx="7134" cy="7176"/>
                    </a:xfrm>
                    <a:custGeom>
                      <a:avLst/>
                      <a:gdLst>
                        <a:gd name="connsiteX0" fmla="*/ 1113 w 7134"/>
                        <a:gd name="connsiteY0" fmla="*/ 6528 h 7176"/>
                        <a:gd name="connsiteX1" fmla="*/ 5870 w 7134"/>
                        <a:gd name="connsiteY1" fmla="*/ 1771 h 7176"/>
                        <a:gd name="connsiteX2" fmla="*/ 1113 w 7134"/>
                        <a:gd name="connsiteY2" fmla="*/ 6528 h 71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134" h="7176">
                          <a:moveTo>
                            <a:pt x="1113" y="6528"/>
                          </a:moveTo>
                          <a:cubicBezTo>
                            <a:pt x="4681" y="8907"/>
                            <a:pt x="9439" y="4150"/>
                            <a:pt x="5870" y="1771"/>
                          </a:cubicBezTo>
                          <a:cubicBezTo>
                            <a:pt x="3492" y="-2987"/>
                            <a:pt x="-2455" y="2960"/>
                            <a:pt x="1113" y="652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0" name="Freeform 529">
                      <a:extLst>
                        <a:ext uri="{FF2B5EF4-FFF2-40B4-BE49-F238E27FC236}">
                          <a16:creationId xmlns:a16="http://schemas.microsoft.com/office/drawing/2014/main" id="{0E2765DC-CBCB-D977-C3A4-8677D972BB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75036" y="1928081"/>
                      <a:ext cx="30985" cy="26115"/>
                    </a:xfrm>
                    <a:custGeom>
                      <a:avLst/>
                      <a:gdLst>
                        <a:gd name="connsiteX0" fmla="*/ 29702 w 30985"/>
                        <a:gd name="connsiteY0" fmla="*/ 7208 h 26115"/>
                        <a:gd name="connsiteX1" fmla="*/ 23755 w 30985"/>
                        <a:gd name="connsiteY1" fmla="*/ 4829 h 26115"/>
                        <a:gd name="connsiteX2" fmla="*/ 21376 w 30985"/>
                        <a:gd name="connsiteY2" fmla="*/ 3639 h 26115"/>
                        <a:gd name="connsiteX3" fmla="*/ 3535 w 30985"/>
                        <a:gd name="connsiteY3" fmla="*/ 6018 h 26115"/>
                        <a:gd name="connsiteX4" fmla="*/ 2345 w 30985"/>
                        <a:gd name="connsiteY4" fmla="*/ 9586 h 26115"/>
                        <a:gd name="connsiteX5" fmla="*/ 3535 w 30985"/>
                        <a:gd name="connsiteY5" fmla="*/ 17912 h 26115"/>
                        <a:gd name="connsiteX6" fmla="*/ 26134 w 30985"/>
                        <a:gd name="connsiteY6" fmla="*/ 22670 h 26115"/>
                        <a:gd name="connsiteX7" fmla="*/ 26134 w 30985"/>
                        <a:gd name="connsiteY7" fmla="*/ 17912 h 26115"/>
                        <a:gd name="connsiteX8" fmla="*/ 29702 w 30985"/>
                        <a:gd name="connsiteY8" fmla="*/ 7208 h 26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0985" h="26115">
                          <a:moveTo>
                            <a:pt x="29702" y="7208"/>
                          </a:moveTo>
                          <a:cubicBezTo>
                            <a:pt x="26134" y="4829"/>
                            <a:pt x="28512" y="3639"/>
                            <a:pt x="23755" y="4829"/>
                          </a:cubicBezTo>
                          <a:cubicBezTo>
                            <a:pt x="22565" y="4829"/>
                            <a:pt x="22565" y="6018"/>
                            <a:pt x="21376" y="3639"/>
                          </a:cubicBezTo>
                          <a:cubicBezTo>
                            <a:pt x="16618" y="-3497"/>
                            <a:pt x="8292" y="1260"/>
                            <a:pt x="3535" y="6018"/>
                          </a:cubicBezTo>
                          <a:cubicBezTo>
                            <a:pt x="2345" y="7208"/>
                            <a:pt x="3535" y="8397"/>
                            <a:pt x="2345" y="9586"/>
                          </a:cubicBezTo>
                          <a:cubicBezTo>
                            <a:pt x="-2413" y="13155"/>
                            <a:pt x="1156" y="16723"/>
                            <a:pt x="3535" y="17912"/>
                          </a:cubicBezTo>
                          <a:cubicBezTo>
                            <a:pt x="10671" y="19102"/>
                            <a:pt x="20187" y="32186"/>
                            <a:pt x="26134" y="22670"/>
                          </a:cubicBezTo>
                          <a:cubicBezTo>
                            <a:pt x="27323" y="21481"/>
                            <a:pt x="24944" y="19102"/>
                            <a:pt x="26134" y="17912"/>
                          </a:cubicBezTo>
                          <a:cubicBezTo>
                            <a:pt x="28512" y="15534"/>
                            <a:pt x="33271" y="10776"/>
                            <a:pt x="29702" y="720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1" name="Freeform 530">
                      <a:extLst>
                        <a:ext uri="{FF2B5EF4-FFF2-40B4-BE49-F238E27FC236}">
                          <a16:creationId xmlns:a16="http://schemas.microsoft.com/office/drawing/2014/main" id="{89FCCD1E-69C7-FD97-8C23-39F3631C5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7830" y="1963720"/>
                      <a:ext cx="17872" cy="15691"/>
                    </a:xfrm>
                    <a:custGeom>
                      <a:avLst/>
                      <a:gdLst>
                        <a:gd name="connsiteX0" fmla="*/ 1088 w 17872"/>
                        <a:gd name="connsiteY0" fmla="*/ 14388 h 15691"/>
                        <a:gd name="connsiteX1" fmla="*/ 7036 w 17872"/>
                        <a:gd name="connsiteY1" fmla="*/ 12009 h 15691"/>
                        <a:gd name="connsiteX2" fmla="*/ 17740 w 17872"/>
                        <a:gd name="connsiteY2" fmla="*/ 1304 h 15691"/>
                        <a:gd name="connsiteX3" fmla="*/ 8225 w 17872"/>
                        <a:gd name="connsiteY3" fmla="*/ 3683 h 15691"/>
                        <a:gd name="connsiteX4" fmla="*/ 1088 w 17872"/>
                        <a:gd name="connsiteY4" fmla="*/ 14388 h 156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872" h="15691">
                          <a:moveTo>
                            <a:pt x="1088" y="14388"/>
                          </a:moveTo>
                          <a:cubicBezTo>
                            <a:pt x="3467" y="17956"/>
                            <a:pt x="4657" y="13198"/>
                            <a:pt x="7036" y="12009"/>
                          </a:cubicBezTo>
                          <a:cubicBezTo>
                            <a:pt x="11793" y="8441"/>
                            <a:pt x="18930" y="7251"/>
                            <a:pt x="17740" y="1304"/>
                          </a:cubicBezTo>
                          <a:cubicBezTo>
                            <a:pt x="16551" y="-2264"/>
                            <a:pt x="10604" y="2493"/>
                            <a:pt x="8225" y="3683"/>
                          </a:cubicBezTo>
                          <a:cubicBezTo>
                            <a:pt x="3467" y="6062"/>
                            <a:pt x="-2480" y="9630"/>
                            <a:pt x="1088" y="1438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2" name="Freeform 531">
                      <a:extLst>
                        <a:ext uri="{FF2B5EF4-FFF2-40B4-BE49-F238E27FC236}">
                          <a16:creationId xmlns:a16="http://schemas.microsoft.com/office/drawing/2014/main" id="{17038BB6-5805-0B73-D14D-553D7F2E41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97222" y="1990706"/>
                      <a:ext cx="70165" cy="41891"/>
                    </a:xfrm>
                    <a:custGeom>
                      <a:avLst/>
                      <a:gdLst>
                        <a:gd name="connsiteX0" fmla="*/ 55181 w 70165"/>
                        <a:gd name="connsiteY0" fmla="*/ 23085 h 41891"/>
                        <a:gd name="connsiteX1" fmla="*/ 55181 w 70165"/>
                        <a:gd name="connsiteY1" fmla="*/ 21895 h 41891"/>
                        <a:gd name="connsiteX2" fmla="*/ 48044 w 70165"/>
                        <a:gd name="connsiteY2" fmla="*/ 19516 h 41891"/>
                        <a:gd name="connsiteX3" fmla="*/ 50423 w 70165"/>
                        <a:gd name="connsiteY3" fmla="*/ 15948 h 41891"/>
                        <a:gd name="connsiteX4" fmla="*/ 15930 w 70165"/>
                        <a:gd name="connsiteY4" fmla="*/ 5243 h 41891"/>
                        <a:gd name="connsiteX5" fmla="*/ 39718 w 70165"/>
                        <a:gd name="connsiteY5" fmla="*/ 13569 h 41891"/>
                        <a:gd name="connsiteX6" fmla="*/ 15930 w 70165"/>
                        <a:gd name="connsiteY6" fmla="*/ 486 h 41891"/>
                        <a:gd name="connsiteX7" fmla="*/ 2846 w 70165"/>
                        <a:gd name="connsiteY7" fmla="*/ 5243 h 41891"/>
                        <a:gd name="connsiteX8" fmla="*/ 467 w 70165"/>
                        <a:gd name="connsiteY8" fmla="*/ 8812 h 41891"/>
                        <a:gd name="connsiteX9" fmla="*/ 6414 w 70165"/>
                        <a:gd name="connsiteY9" fmla="*/ 10001 h 41891"/>
                        <a:gd name="connsiteX10" fmla="*/ 17119 w 70165"/>
                        <a:gd name="connsiteY10" fmla="*/ 18327 h 41891"/>
                        <a:gd name="connsiteX11" fmla="*/ 19498 w 70165"/>
                        <a:gd name="connsiteY11" fmla="*/ 18327 h 41891"/>
                        <a:gd name="connsiteX12" fmla="*/ 45665 w 70165"/>
                        <a:gd name="connsiteY12" fmla="*/ 21895 h 41891"/>
                        <a:gd name="connsiteX13" fmla="*/ 43286 w 70165"/>
                        <a:gd name="connsiteY13" fmla="*/ 23085 h 41891"/>
                        <a:gd name="connsiteX14" fmla="*/ 34960 w 70165"/>
                        <a:gd name="connsiteY14" fmla="*/ 23085 h 41891"/>
                        <a:gd name="connsiteX15" fmla="*/ 19498 w 70165"/>
                        <a:gd name="connsiteY15" fmla="*/ 23085 h 41891"/>
                        <a:gd name="connsiteX16" fmla="*/ 32582 w 70165"/>
                        <a:gd name="connsiteY16" fmla="*/ 27842 h 41891"/>
                        <a:gd name="connsiteX17" fmla="*/ 53991 w 70165"/>
                        <a:gd name="connsiteY17" fmla="*/ 32600 h 41891"/>
                        <a:gd name="connsiteX18" fmla="*/ 53991 w 70165"/>
                        <a:gd name="connsiteY18" fmla="*/ 38547 h 41891"/>
                        <a:gd name="connsiteX19" fmla="*/ 67075 w 70165"/>
                        <a:gd name="connsiteY19" fmla="*/ 39737 h 41891"/>
                        <a:gd name="connsiteX20" fmla="*/ 69454 w 70165"/>
                        <a:gd name="connsiteY20" fmla="*/ 27842 h 41891"/>
                        <a:gd name="connsiteX21" fmla="*/ 55181 w 70165"/>
                        <a:gd name="connsiteY21" fmla="*/ 23085 h 418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70165" h="41891">
                          <a:moveTo>
                            <a:pt x="55181" y="23085"/>
                          </a:moveTo>
                          <a:cubicBezTo>
                            <a:pt x="55181" y="23085"/>
                            <a:pt x="55181" y="21895"/>
                            <a:pt x="55181" y="21895"/>
                          </a:cubicBezTo>
                          <a:cubicBezTo>
                            <a:pt x="55181" y="19516"/>
                            <a:pt x="46855" y="20706"/>
                            <a:pt x="48044" y="19516"/>
                          </a:cubicBezTo>
                          <a:cubicBezTo>
                            <a:pt x="50423" y="17138"/>
                            <a:pt x="56370" y="14759"/>
                            <a:pt x="50423" y="15948"/>
                          </a:cubicBezTo>
                          <a:cubicBezTo>
                            <a:pt x="34960" y="15948"/>
                            <a:pt x="9982" y="14759"/>
                            <a:pt x="15930" y="5243"/>
                          </a:cubicBezTo>
                          <a:cubicBezTo>
                            <a:pt x="20687" y="-4272"/>
                            <a:pt x="34960" y="23085"/>
                            <a:pt x="39718" y="13569"/>
                          </a:cubicBezTo>
                          <a:cubicBezTo>
                            <a:pt x="44476" y="5243"/>
                            <a:pt x="29013" y="4054"/>
                            <a:pt x="15930" y="486"/>
                          </a:cubicBezTo>
                          <a:cubicBezTo>
                            <a:pt x="9982" y="-1893"/>
                            <a:pt x="6414" y="5243"/>
                            <a:pt x="2846" y="5243"/>
                          </a:cubicBezTo>
                          <a:cubicBezTo>
                            <a:pt x="467" y="5243"/>
                            <a:pt x="-723" y="6433"/>
                            <a:pt x="467" y="8812"/>
                          </a:cubicBezTo>
                          <a:cubicBezTo>
                            <a:pt x="467" y="11190"/>
                            <a:pt x="4035" y="10001"/>
                            <a:pt x="6414" y="10001"/>
                          </a:cubicBezTo>
                          <a:cubicBezTo>
                            <a:pt x="11171" y="11190"/>
                            <a:pt x="12361" y="17138"/>
                            <a:pt x="17119" y="18327"/>
                          </a:cubicBezTo>
                          <a:cubicBezTo>
                            <a:pt x="18308" y="18327"/>
                            <a:pt x="19498" y="18327"/>
                            <a:pt x="19498" y="18327"/>
                          </a:cubicBezTo>
                          <a:cubicBezTo>
                            <a:pt x="27824" y="21895"/>
                            <a:pt x="48044" y="13569"/>
                            <a:pt x="45665" y="21895"/>
                          </a:cubicBezTo>
                          <a:cubicBezTo>
                            <a:pt x="45665" y="23085"/>
                            <a:pt x="44476" y="21895"/>
                            <a:pt x="43286" y="23085"/>
                          </a:cubicBezTo>
                          <a:cubicBezTo>
                            <a:pt x="40907" y="25464"/>
                            <a:pt x="37339" y="24274"/>
                            <a:pt x="34960" y="23085"/>
                          </a:cubicBezTo>
                          <a:cubicBezTo>
                            <a:pt x="31392" y="21895"/>
                            <a:pt x="20687" y="20706"/>
                            <a:pt x="19498" y="23085"/>
                          </a:cubicBezTo>
                          <a:cubicBezTo>
                            <a:pt x="15930" y="27842"/>
                            <a:pt x="29013" y="26653"/>
                            <a:pt x="32582" y="27842"/>
                          </a:cubicBezTo>
                          <a:cubicBezTo>
                            <a:pt x="38529" y="31411"/>
                            <a:pt x="46855" y="26653"/>
                            <a:pt x="53991" y="32600"/>
                          </a:cubicBezTo>
                          <a:cubicBezTo>
                            <a:pt x="55181" y="33790"/>
                            <a:pt x="52802" y="37358"/>
                            <a:pt x="53991" y="38547"/>
                          </a:cubicBezTo>
                          <a:cubicBezTo>
                            <a:pt x="58749" y="42116"/>
                            <a:pt x="62317" y="43305"/>
                            <a:pt x="67075" y="39737"/>
                          </a:cubicBezTo>
                          <a:cubicBezTo>
                            <a:pt x="70643" y="37358"/>
                            <a:pt x="70643" y="32600"/>
                            <a:pt x="69454" y="27842"/>
                          </a:cubicBezTo>
                          <a:cubicBezTo>
                            <a:pt x="68265" y="23085"/>
                            <a:pt x="58749" y="26653"/>
                            <a:pt x="55181" y="230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3" name="Freeform 532">
                      <a:extLst>
                        <a:ext uri="{FF2B5EF4-FFF2-40B4-BE49-F238E27FC236}">
                          <a16:creationId xmlns:a16="http://schemas.microsoft.com/office/drawing/2014/main" id="{22FBD6E0-30B7-2F2E-8D6C-0FE6E539FA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8818" y="1994931"/>
                      <a:ext cx="14858" cy="8120"/>
                    </a:xfrm>
                    <a:custGeom>
                      <a:avLst/>
                      <a:gdLst>
                        <a:gd name="connsiteX0" fmla="*/ 1775 w 14858"/>
                        <a:gd name="connsiteY0" fmla="*/ 5776 h 8120"/>
                        <a:gd name="connsiteX1" fmla="*/ 8911 w 14858"/>
                        <a:gd name="connsiteY1" fmla="*/ 4586 h 8120"/>
                        <a:gd name="connsiteX2" fmla="*/ 11291 w 14858"/>
                        <a:gd name="connsiteY2" fmla="*/ 4586 h 8120"/>
                        <a:gd name="connsiteX3" fmla="*/ 14859 w 14858"/>
                        <a:gd name="connsiteY3" fmla="*/ 1018 h 8120"/>
                        <a:gd name="connsiteX4" fmla="*/ 7722 w 14858"/>
                        <a:gd name="connsiteY4" fmla="*/ 2207 h 8120"/>
                        <a:gd name="connsiteX5" fmla="*/ 2964 w 14858"/>
                        <a:gd name="connsiteY5" fmla="*/ 5776 h 8120"/>
                        <a:gd name="connsiteX6" fmla="*/ 1775 w 14858"/>
                        <a:gd name="connsiteY6" fmla="*/ 5776 h 81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4858" h="8120">
                          <a:moveTo>
                            <a:pt x="1775" y="5776"/>
                          </a:moveTo>
                          <a:cubicBezTo>
                            <a:pt x="-4172" y="10533"/>
                            <a:pt x="6533" y="6965"/>
                            <a:pt x="8911" y="4586"/>
                          </a:cubicBezTo>
                          <a:cubicBezTo>
                            <a:pt x="10101" y="3397"/>
                            <a:pt x="10101" y="4586"/>
                            <a:pt x="11291" y="4586"/>
                          </a:cubicBezTo>
                          <a:cubicBezTo>
                            <a:pt x="14859" y="4586"/>
                            <a:pt x="14859" y="2207"/>
                            <a:pt x="14859" y="1018"/>
                          </a:cubicBezTo>
                          <a:cubicBezTo>
                            <a:pt x="14859" y="-1361"/>
                            <a:pt x="10101" y="1018"/>
                            <a:pt x="7722" y="2207"/>
                          </a:cubicBezTo>
                          <a:cubicBezTo>
                            <a:pt x="4154" y="4586"/>
                            <a:pt x="4154" y="4586"/>
                            <a:pt x="2964" y="5776"/>
                          </a:cubicBezTo>
                          <a:cubicBezTo>
                            <a:pt x="2964" y="6965"/>
                            <a:pt x="1775" y="5776"/>
                            <a:pt x="1775" y="577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4" name="Freeform 533">
                      <a:extLst>
                        <a:ext uri="{FF2B5EF4-FFF2-40B4-BE49-F238E27FC236}">
                          <a16:creationId xmlns:a16="http://schemas.microsoft.com/office/drawing/2014/main" id="{61C50FD0-DE8F-CCD9-082B-CEA284AAB9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35955" y="2036017"/>
                      <a:ext cx="13518" cy="12050"/>
                    </a:xfrm>
                    <a:custGeom>
                      <a:avLst/>
                      <a:gdLst>
                        <a:gd name="connsiteX0" fmla="*/ 13404 w 13518"/>
                        <a:gd name="connsiteY0" fmla="*/ 3941 h 12050"/>
                        <a:gd name="connsiteX1" fmla="*/ 3889 w 13518"/>
                        <a:gd name="connsiteY1" fmla="*/ 1563 h 12050"/>
                        <a:gd name="connsiteX2" fmla="*/ 1510 w 13518"/>
                        <a:gd name="connsiteY2" fmla="*/ 11078 h 12050"/>
                        <a:gd name="connsiteX3" fmla="*/ 13404 w 13518"/>
                        <a:gd name="connsiteY3" fmla="*/ 3941 h 120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518" h="12050">
                          <a:moveTo>
                            <a:pt x="13404" y="3941"/>
                          </a:moveTo>
                          <a:cubicBezTo>
                            <a:pt x="11025" y="-816"/>
                            <a:pt x="7457" y="-816"/>
                            <a:pt x="3889" y="1563"/>
                          </a:cubicBezTo>
                          <a:cubicBezTo>
                            <a:pt x="1510" y="2752"/>
                            <a:pt x="-2059" y="7510"/>
                            <a:pt x="1510" y="11078"/>
                          </a:cubicBezTo>
                          <a:cubicBezTo>
                            <a:pt x="6268" y="14646"/>
                            <a:pt x="14593" y="7510"/>
                            <a:pt x="13404" y="394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5" name="Freeform 534">
                      <a:extLst>
                        <a:ext uri="{FF2B5EF4-FFF2-40B4-BE49-F238E27FC236}">
                          <a16:creationId xmlns:a16="http://schemas.microsoft.com/office/drawing/2014/main" id="{D9311EBD-A3D8-EF60-ECE2-35D25CDEA0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37637" y="2054791"/>
                      <a:ext cx="11061" cy="14498"/>
                    </a:xfrm>
                    <a:custGeom>
                      <a:avLst/>
                      <a:gdLst>
                        <a:gd name="connsiteX0" fmla="*/ 1018 w 11061"/>
                        <a:gd name="connsiteY0" fmla="*/ 6577 h 14498"/>
                        <a:gd name="connsiteX1" fmla="*/ 2207 w 11061"/>
                        <a:gd name="connsiteY1" fmla="*/ 13714 h 14498"/>
                        <a:gd name="connsiteX2" fmla="*/ 10533 w 11061"/>
                        <a:gd name="connsiteY2" fmla="*/ 10146 h 14498"/>
                        <a:gd name="connsiteX3" fmla="*/ 10533 w 11061"/>
                        <a:gd name="connsiteY3" fmla="*/ 3009 h 14498"/>
                        <a:gd name="connsiteX4" fmla="*/ 3397 w 11061"/>
                        <a:gd name="connsiteY4" fmla="*/ 1820 h 14498"/>
                        <a:gd name="connsiteX5" fmla="*/ 2207 w 11061"/>
                        <a:gd name="connsiteY5" fmla="*/ 7767 h 14498"/>
                        <a:gd name="connsiteX6" fmla="*/ 1018 w 11061"/>
                        <a:gd name="connsiteY6" fmla="*/ 6577 h 144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061" h="14498">
                          <a:moveTo>
                            <a:pt x="1018" y="6577"/>
                          </a:moveTo>
                          <a:cubicBezTo>
                            <a:pt x="-1361" y="8956"/>
                            <a:pt x="1018" y="12525"/>
                            <a:pt x="2207" y="13714"/>
                          </a:cubicBezTo>
                          <a:cubicBezTo>
                            <a:pt x="5775" y="16093"/>
                            <a:pt x="9344" y="12525"/>
                            <a:pt x="10533" y="10146"/>
                          </a:cubicBezTo>
                          <a:cubicBezTo>
                            <a:pt x="10533" y="7767"/>
                            <a:pt x="11723" y="5388"/>
                            <a:pt x="10533" y="3009"/>
                          </a:cubicBezTo>
                          <a:cubicBezTo>
                            <a:pt x="8154" y="630"/>
                            <a:pt x="6965" y="-1749"/>
                            <a:pt x="3397" y="1820"/>
                          </a:cubicBezTo>
                          <a:cubicBezTo>
                            <a:pt x="2207" y="3009"/>
                            <a:pt x="3397" y="5388"/>
                            <a:pt x="2207" y="7767"/>
                          </a:cubicBezTo>
                          <a:cubicBezTo>
                            <a:pt x="1018" y="6577"/>
                            <a:pt x="1018" y="6577"/>
                            <a:pt x="1018" y="657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6" name="Freeform 535">
                      <a:extLst>
                        <a:ext uri="{FF2B5EF4-FFF2-40B4-BE49-F238E27FC236}">
                          <a16:creationId xmlns:a16="http://schemas.microsoft.com/office/drawing/2014/main" id="{866CD0BF-ECB0-E07D-81DC-120BF11390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0549" y="2081795"/>
                      <a:ext cx="6171" cy="5536"/>
                    </a:xfrm>
                    <a:custGeom>
                      <a:avLst/>
                      <a:gdLst>
                        <a:gd name="connsiteX0" fmla="*/ 0 w 6171"/>
                        <a:gd name="connsiteY0" fmla="*/ 3362 h 5536"/>
                        <a:gd name="connsiteX1" fmla="*/ 0 w 6171"/>
                        <a:gd name="connsiteY1" fmla="*/ 3362 h 5536"/>
                        <a:gd name="connsiteX2" fmla="*/ 0 w 6171"/>
                        <a:gd name="connsiteY2" fmla="*/ 3362 h 55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6171" h="5536">
                          <a:moveTo>
                            <a:pt x="0" y="3362"/>
                          </a:moveTo>
                          <a:cubicBezTo>
                            <a:pt x="11894" y="11688"/>
                            <a:pt x="3569" y="-7343"/>
                            <a:pt x="0" y="3362"/>
                          </a:cubicBezTo>
                          <a:lnTo>
                            <a:pt x="0" y="3362"/>
                          </a:ln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7" name="Freeform 536">
                      <a:extLst>
                        <a:ext uri="{FF2B5EF4-FFF2-40B4-BE49-F238E27FC236}">
                          <a16:creationId xmlns:a16="http://schemas.microsoft.com/office/drawing/2014/main" id="{EC5989D0-2644-B10D-90D1-76CC82775F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30486" y="2125218"/>
                      <a:ext cx="60820" cy="27565"/>
                    </a:xfrm>
                    <a:custGeom>
                      <a:avLst/>
                      <a:gdLst>
                        <a:gd name="connsiteX0" fmla="*/ 56498 w 60820"/>
                        <a:gd name="connsiteY0" fmla="*/ 20601 h 27565"/>
                        <a:gd name="connsiteX1" fmla="*/ 55309 w 60820"/>
                        <a:gd name="connsiteY1" fmla="*/ 380 h 27565"/>
                        <a:gd name="connsiteX2" fmla="*/ 36278 w 60820"/>
                        <a:gd name="connsiteY2" fmla="*/ 8706 h 27565"/>
                        <a:gd name="connsiteX3" fmla="*/ 22005 w 60820"/>
                        <a:gd name="connsiteY3" fmla="*/ 6327 h 27565"/>
                        <a:gd name="connsiteX4" fmla="*/ 18436 w 60820"/>
                        <a:gd name="connsiteY4" fmla="*/ 6327 h 27565"/>
                        <a:gd name="connsiteX5" fmla="*/ 8921 w 60820"/>
                        <a:gd name="connsiteY5" fmla="*/ 17032 h 27565"/>
                        <a:gd name="connsiteX6" fmla="*/ 595 w 60820"/>
                        <a:gd name="connsiteY6" fmla="*/ 21790 h 27565"/>
                        <a:gd name="connsiteX7" fmla="*/ 2974 w 60820"/>
                        <a:gd name="connsiteY7" fmla="*/ 26548 h 27565"/>
                        <a:gd name="connsiteX8" fmla="*/ 11300 w 60820"/>
                        <a:gd name="connsiteY8" fmla="*/ 24169 h 27565"/>
                        <a:gd name="connsiteX9" fmla="*/ 24383 w 60820"/>
                        <a:gd name="connsiteY9" fmla="*/ 24169 h 27565"/>
                        <a:gd name="connsiteX10" fmla="*/ 24383 w 60820"/>
                        <a:gd name="connsiteY10" fmla="*/ 25358 h 27565"/>
                        <a:gd name="connsiteX11" fmla="*/ 29141 w 60820"/>
                        <a:gd name="connsiteY11" fmla="*/ 26548 h 27565"/>
                        <a:gd name="connsiteX12" fmla="*/ 31520 w 60820"/>
                        <a:gd name="connsiteY12" fmla="*/ 21790 h 27565"/>
                        <a:gd name="connsiteX13" fmla="*/ 56498 w 60820"/>
                        <a:gd name="connsiteY13" fmla="*/ 20601 h 27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60820" h="27565">
                          <a:moveTo>
                            <a:pt x="56498" y="20601"/>
                          </a:moveTo>
                          <a:cubicBezTo>
                            <a:pt x="62445" y="12275"/>
                            <a:pt x="62445" y="2759"/>
                            <a:pt x="55309" y="380"/>
                          </a:cubicBezTo>
                          <a:cubicBezTo>
                            <a:pt x="48172" y="-1999"/>
                            <a:pt x="42225" y="7517"/>
                            <a:pt x="36278" y="8706"/>
                          </a:cubicBezTo>
                          <a:cubicBezTo>
                            <a:pt x="31520" y="9896"/>
                            <a:pt x="25573" y="6327"/>
                            <a:pt x="22005" y="6327"/>
                          </a:cubicBezTo>
                          <a:cubicBezTo>
                            <a:pt x="20815" y="6327"/>
                            <a:pt x="19626" y="5138"/>
                            <a:pt x="18436" y="6327"/>
                          </a:cubicBezTo>
                          <a:cubicBezTo>
                            <a:pt x="13678" y="9896"/>
                            <a:pt x="13678" y="13464"/>
                            <a:pt x="8921" y="17032"/>
                          </a:cubicBezTo>
                          <a:cubicBezTo>
                            <a:pt x="5353" y="19411"/>
                            <a:pt x="1784" y="18222"/>
                            <a:pt x="595" y="21790"/>
                          </a:cubicBezTo>
                          <a:cubicBezTo>
                            <a:pt x="595" y="25358"/>
                            <a:pt x="-1784" y="26548"/>
                            <a:pt x="2974" y="26548"/>
                          </a:cubicBezTo>
                          <a:cubicBezTo>
                            <a:pt x="6542" y="26548"/>
                            <a:pt x="8921" y="25358"/>
                            <a:pt x="11300" y="24169"/>
                          </a:cubicBezTo>
                          <a:cubicBezTo>
                            <a:pt x="14868" y="21790"/>
                            <a:pt x="22005" y="20601"/>
                            <a:pt x="24383" y="24169"/>
                          </a:cubicBezTo>
                          <a:cubicBezTo>
                            <a:pt x="24383" y="24169"/>
                            <a:pt x="24383" y="25358"/>
                            <a:pt x="24383" y="25358"/>
                          </a:cubicBezTo>
                          <a:cubicBezTo>
                            <a:pt x="26762" y="26548"/>
                            <a:pt x="27952" y="28927"/>
                            <a:pt x="29141" y="26548"/>
                          </a:cubicBezTo>
                          <a:cubicBezTo>
                            <a:pt x="31520" y="22979"/>
                            <a:pt x="29141" y="24169"/>
                            <a:pt x="31520" y="21790"/>
                          </a:cubicBezTo>
                          <a:cubicBezTo>
                            <a:pt x="38657" y="14653"/>
                            <a:pt x="51741" y="26548"/>
                            <a:pt x="56498" y="2060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8" name="Freeform 537">
                      <a:extLst>
                        <a:ext uri="{FF2B5EF4-FFF2-40B4-BE49-F238E27FC236}">
                          <a16:creationId xmlns:a16="http://schemas.microsoft.com/office/drawing/2014/main" id="{0DD3773F-3221-5E5F-B664-79D2CDC13B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2399" y="2137308"/>
                      <a:ext cx="11233" cy="14998"/>
                    </a:xfrm>
                    <a:custGeom>
                      <a:avLst/>
                      <a:gdLst>
                        <a:gd name="connsiteX0" fmla="*/ 529 w 11233"/>
                        <a:gd name="connsiteY0" fmla="*/ 14457 h 14998"/>
                        <a:gd name="connsiteX1" fmla="*/ 5286 w 11233"/>
                        <a:gd name="connsiteY1" fmla="*/ 6131 h 14998"/>
                        <a:gd name="connsiteX2" fmla="*/ 11234 w 11233"/>
                        <a:gd name="connsiteY2" fmla="*/ 1373 h 14998"/>
                        <a:gd name="connsiteX3" fmla="*/ 1718 w 11233"/>
                        <a:gd name="connsiteY3" fmla="*/ 1373 h 14998"/>
                        <a:gd name="connsiteX4" fmla="*/ 529 w 11233"/>
                        <a:gd name="connsiteY4" fmla="*/ 2563 h 14998"/>
                        <a:gd name="connsiteX5" fmla="*/ 529 w 11233"/>
                        <a:gd name="connsiteY5" fmla="*/ 10889 h 14998"/>
                        <a:gd name="connsiteX6" fmla="*/ 529 w 11233"/>
                        <a:gd name="connsiteY6" fmla="*/ 14457 h 149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233" h="14998">
                          <a:moveTo>
                            <a:pt x="529" y="14457"/>
                          </a:moveTo>
                          <a:cubicBezTo>
                            <a:pt x="4097" y="16836"/>
                            <a:pt x="2907" y="10889"/>
                            <a:pt x="5286" y="6131"/>
                          </a:cubicBezTo>
                          <a:cubicBezTo>
                            <a:pt x="6476" y="3752"/>
                            <a:pt x="11234" y="3752"/>
                            <a:pt x="11234" y="1373"/>
                          </a:cubicBezTo>
                          <a:cubicBezTo>
                            <a:pt x="11234" y="184"/>
                            <a:pt x="4097" y="-1005"/>
                            <a:pt x="1718" y="1373"/>
                          </a:cubicBezTo>
                          <a:cubicBezTo>
                            <a:pt x="529" y="1373"/>
                            <a:pt x="529" y="1373"/>
                            <a:pt x="529" y="2563"/>
                          </a:cubicBezTo>
                          <a:cubicBezTo>
                            <a:pt x="-661" y="4942"/>
                            <a:pt x="1718" y="7321"/>
                            <a:pt x="529" y="10889"/>
                          </a:cubicBezTo>
                          <a:cubicBezTo>
                            <a:pt x="529" y="12078"/>
                            <a:pt x="-661" y="14457"/>
                            <a:pt x="529" y="1445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9" name="Freeform 538">
                      <a:extLst>
                        <a:ext uri="{FF2B5EF4-FFF2-40B4-BE49-F238E27FC236}">
                          <a16:creationId xmlns:a16="http://schemas.microsoft.com/office/drawing/2014/main" id="{392F7C25-F78B-F251-6AED-08EB4A0AA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3874" y="2236756"/>
                      <a:ext cx="7138" cy="6518"/>
                    </a:xfrm>
                    <a:custGeom>
                      <a:avLst/>
                      <a:gdLst>
                        <a:gd name="connsiteX0" fmla="*/ 6498 w 7138"/>
                        <a:gd name="connsiteY0" fmla="*/ 648 h 6518"/>
                        <a:gd name="connsiteX1" fmla="*/ 551 w 7138"/>
                        <a:gd name="connsiteY1" fmla="*/ 5406 h 6518"/>
                        <a:gd name="connsiteX2" fmla="*/ 6498 w 7138"/>
                        <a:gd name="connsiteY2" fmla="*/ 648 h 65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138" h="6518">
                          <a:moveTo>
                            <a:pt x="6498" y="648"/>
                          </a:moveTo>
                          <a:cubicBezTo>
                            <a:pt x="4119" y="-1731"/>
                            <a:pt x="-1828" y="3027"/>
                            <a:pt x="551" y="5406"/>
                          </a:cubicBezTo>
                          <a:cubicBezTo>
                            <a:pt x="4119" y="8974"/>
                            <a:pt x="8877" y="3027"/>
                            <a:pt x="6498" y="64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0" name="Freeform 539">
                      <a:extLst>
                        <a:ext uri="{FF2B5EF4-FFF2-40B4-BE49-F238E27FC236}">
                          <a16:creationId xmlns:a16="http://schemas.microsoft.com/office/drawing/2014/main" id="{20461D33-4868-8212-FCFE-1467AEB451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5032" y="2564179"/>
                      <a:ext cx="9403" cy="5924"/>
                    </a:xfrm>
                    <a:custGeom>
                      <a:avLst/>
                      <a:gdLst>
                        <a:gd name="connsiteX0" fmla="*/ 539 w 9403"/>
                        <a:gd name="connsiteY0" fmla="*/ 1510 h 5924"/>
                        <a:gd name="connsiteX1" fmla="*/ 8865 w 9403"/>
                        <a:gd name="connsiteY1" fmla="*/ 3888 h 5924"/>
                        <a:gd name="connsiteX2" fmla="*/ 539 w 9403"/>
                        <a:gd name="connsiteY2" fmla="*/ 1510 h 59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9403" h="5924">
                          <a:moveTo>
                            <a:pt x="539" y="1510"/>
                          </a:moveTo>
                          <a:cubicBezTo>
                            <a:pt x="2918" y="3888"/>
                            <a:pt x="4107" y="8646"/>
                            <a:pt x="8865" y="3888"/>
                          </a:cubicBezTo>
                          <a:cubicBezTo>
                            <a:pt x="12433" y="1510"/>
                            <a:pt x="-3030" y="-2059"/>
                            <a:pt x="539" y="151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1" name="Freeform 540">
                      <a:extLst>
                        <a:ext uri="{FF2B5EF4-FFF2-40B4-BE49-F238E27FC236}">
                          <a16:creationId xmlns:a16="http://schemas.microsoft.com/office/drawing/2014/main" id="{06802862-0802-D3D6-65F3-0535190F4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20376" y="1229953"/>
                      <a:ext cx="8012" cy="9888"/>
                    </a:xfrm>
                    <a:custGeom>
                      <a:avLst/>
                      <a:gdLst>
                        <a:gd name="connsiteX0" fmla="*/ 0 w 8012"/>
                        <a:gd name="connsiteY0" fmla="*/ 5947 h 9888"/>
                        <a:gd name="connsiteX1" fmla="*/ 4758 w 8012"/>
                        <a:gd name="connsiteY1" fmla="*/ 8326 h 9888"/>
                        <a:gd name="connsiteX2" fmla="*/ 4758 w 8012"/>
                        <a:gd name="connsiteY2" fmla="*/ 0 h 9888"/>
                        <a:gd name="connsiteX3" fmla="*/ 0 w 8012"/>
                        <a:gd name="connsiteY3" fmla="*/ 5947 h 9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012" h="9888">
                          <a:moveTo>
                            <a:pt x="0" y="5947"/>
                          </a:moveTo>
                          <a:cubicBezTo>
                            <a:pt x="0" y="10705"/>
                            <a:pt x="3569" y="10705"/>
                            <a:pt x="4758" y="8326"/>
                          </a:cubicBezTo>
                          <a:cubicBezTo>
                            <a:pt x="7137" y="5947"/>
                            <a:pt x="10705" y="0"/>
                            <a:pt x="4758" y="0"/>
                          </a:cubicBezTo>
                          <a:cubicBezTo>
                            <a:pt x="2379" y="1189"/>
                            <a:pt x="0" y="2379"/>
                            <a:pt x="0" y="594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2" name="Freeform 541">
                      <a:extLst>
                        <a:ext uri="{FF2B5EF4-FFF2-40B4-BE49-F238E27FC236}">
                          <a16:creationId xmlns:a16="http://schemas.microsoft.com/office/drawing/2014/main" id="{27B7645E-23C8-819A-4EA1-698D59431E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0055" y="1266104"/>
                      <a:ext cx="7719" cy="10657"/>
                    </a:xfrm>
                    <a:custGeom>
                      <a:avLst/>
                      <a:gdLst>
                        <a:gd name="connsiteX0" fmla="*/ 6135 w 7719"/>
                        <a:gd name="connsiteY0" fmla="*/ 10237 h 10657"/>
                        <a:gd name="connsiteX1" fmla="*/ 188 w 7719"/>
                        <a:gd name="connsiteY1" fmla="*/ 721 h 10657"/>
                        <a:gd name="connsiteX2" fmla="*/ 6135 w 7719"/>
                        <a:gd name="connsiteY2" fmla="*/ 10237 h 106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719" h="10657">
                          <a:moveTo>
                            <a:pt x="6135" y="10237"/>
                          </a:moveTo>
                          <a:cubicBezTo>
                            <a:pt x="10893" y="7858"/>
                            <a:pt x="3756" y="-2847"/>
                            <a:pt x="188" y="721"/>
                          </a:cubicBezTo>
                          <a:cubicBezTo>
                            <a:pt x="-1001" y="4290"/>
                            <a:pt x="3756" y="12616"/>
                            <a:pt x="6135" y="102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3" name="Freeform 542">
                      <a:extLst>
                        <a:ext uri="{FF2B5EF4-FFF2-40B4-BE49-F238E27FC236}">
                          <a16:creationId xmlns:a16="http://schemas.microsoft.com/office/drawing/2014/main" id="{B281A44A-92C3-5D73-78AC-C73496020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7046" y="1419073"/>
                      <a:ext cx="6580" cy="12161"/>
                    </a:xfrm>
                    <a:custGeom>
                      <a:avLst/>
                      <a:gdLst>
                        <a:gd name="connsiteX0" fmla="*/ 2847 w 6580"/>
                        <a:gd name="connsiteY0" fmla="*/ 11894 h 12161"/>
                        <a:gd name="connsiteX1" fmla="*/ 4037 w 6580"/>
                        <a:gd name="connsiteY1" fmla="*/ 0 h 12161"/>
                        <a:gd name="connsiteX2" fmla="*/ 1658 w 6580"/>
                        <a:gd name="connsiteY2" fmla="*/ 1190 h 12161"/>
                        <a:gd name="connsiteX3" fmla="*/ 2847 w 6580"/>
                        <a:gd name="connsiteY3" fmla="*/ 11894 h 121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580" h="12161">
                          <a:moveTo>
                            <a:pt x="2847" y="11894"/>
                          </a:moveTo>
                          <a:cubicBezTo>
                            <a:pt x="7605" y="14273"/>
                            <a:pt x="7605" y="0"/>
                            <a:pt x="4037" y="0"/>
                          </a:cubicBezTo>
                          <a:cubicBezTo>
                            <a:pt x="2847" y="0"/>
                            <a:pt x="1658" y="0"/>
                            <a:pt x="1658" y="1190"/>
                          </a:cubicBezTo>
                          <a:cubicBezTo>
                            <a:pt x="-721" y="4758"/>
                            <a:pt x="-721" y="9516"/>
                            <a:pt x="2847" y="1189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4" name="Freeform 543">
                      <a:extLst>
                        <a:ext uri="{FF2B5EF4-FFF2-40B4-BE49-F238E27FC236}">
                          <a16:creationId xmlns:a16="http://schemas.microsoft.com/office/drawing/2014/main" id="{C9970434-E22C-2A01-6E00-CC69D9E47A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07789" y="1616928"/>
                      <a:ext cx="21448" cy="10480"/>
                    </a:xfrm>
                    <a:custGeom>
                      <a:avLst/>
                      <a:gdLst>
                        <a:gd name="connsiteX0" fmla="*/ 20336 w 21448"/>
                        <a:gd name="connsiteY0" fmla="*/ 9107 h 10480"/>
                        <a:gd name="connsiteX1" fmla="*/ 15578 w 21448"/>
                        <a:gd name="connsiteY1" fmla="*/ 781 h 10480"/>
                        <a:gd name="connsiteX2" fmla="*/ 10820 w 21448"/>
                        <a:gd name="connsiteY2" fmla="*/ 781 h 10480"/>
                        <a:gd name="connsiteX3" fmla="*/ 115 w 21448"/>
                        <a:gd name="connsiteY3" fmla="*/ 1971 h 10480"/>
                        <a:gd name="connsiteX4" fmla="*/ 12010 w 21448"/>
                        <a:gd name="connsiteY4" fmla="*/ 9107 h 10480"/>
                        <a:gd name="connsiteX5" fmla="*/ 20336 w 21448"/>
                        <a:gd name="connsiteY5" fmla="*/ 9107 h 104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1448" h="10480">
                          <a:moveTo>
                            <a:pt x="20336" y="9107"/>
                          </a:moveTo>
                          <a:cubicBezTo>
                            <a:pt x="23904" y="5539"/>
                            <a:pt x="17957" y="4350"/>
                            <a:pt x="15578" y="781"/>
                          </a:cubicBezTo>
                          <a:cubicBezTo>
                            <a:pt x="14389" y="-408"/>
                            <a:pt x="12010" y="1971"/>
                            <a:pt x="10820" y="781"/>
                          </a:cubicBezTo>
                          <a:cubicBezTo>
                            <a:pt x="7252" y="-408"/>
                            <a:pt x="-1074" y="-408"/>
                            <a:pt x="115" y="1971"/>
                          </a:cubicBezTo>
                          <a:cubicBezTo>
                            <a:pt x="2494" y="6728"/>
                            <a:pt x="4873" y="6728"/>
                            <a:pt x="12010" y="9107"/>
                          </a:cubicBezTo>
                          <a:cubicBezTo>
                            <a:pt x="15578" y="10297"/>
                            <a:pt x="17957" y="11486"/>
                            <a:pt x="20336" y="910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5" name="Freeform 544">
                      <a:extLst>
                        <a:ext uri="{FF2B5EF4-FFF2-40B4-BE49-F238E27FC236}">
                          <a16:creationId xmlns:a16="http://schemas.microsoft.com/office/drawing/2014/main" id="{515062CA-079A-B77F-4D70-9659AC4FD8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0659" y="1700893"/>
                      <a:ext cx="3645" cy="8259"/>
                    </a:xfrm>
                    <a:custGeom>
                      <a:avLst/>
                      <a:gdLst>
                        <a:gd name="connsiteX0" fmla="*/ 2846 w 3645"/>
                        <a:gd name="connsiteY0" fmla="*/ 77 h 8259"/>
                        <a:gd name="connsiteX1" fmla="*/ 466 w 3645"/>
                        <a:gd name="connsiteY1" fmla="*/ 7213 h 8259"/>
                        <a:gd name="connsiteX2" fmla="*/ 2846 w 3645"/>
                        <a:gd name="connsiteY2" fmla="*/ 77 h 8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3645" h="8259">
                          <a:moveTo>
                            <a:pt x="2846" y="77"/>
                          </a:moveTo>
                          <a:cubicBezTo>
                            <a:pt x="466" y="1266"/>
                            <a:pt x="-723" y="4835"/>
                            <a:pt x="466" y="7213"/>
                          </a:cubicBezTo>
                          <a:cubicBezTo>
                            <a:pt x="1656" y="11971"/>
                            <a:pt x="5225" y="-1113"/>
                            <a:pt x="2846" y="7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6" name="Freeform 545">
                      <a:extLst>
                        <a:ext uri="{FF2B5EF4-FFF2-40B4-BE49-F238E27FC236}">
                          <a16:creationId xmlns:a16="http://schemas.microsoft.com/office/drawing/2014/main" id="{66D986EC-A8BD-AA07-A8DD-90E5E4152A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2062" y="1799067"/>
                      <a:ext cx="3568" cy="6437"/>
                    </a:xfrm>
                    <a:custGeom>
                      <a:avLst/>
                      <a:gdLst>
                        <a:gd name="connsiteX0" fmla="*/ 2676 w 3568"/>
                        <a:gd name="connsiteY0" fmla="*/ 625 h 6437"/>
                        <a:gd name="connsiteX1" fmla="*/ 2676 w 3568"/>
                        <a:gd name="connsiteY1" fmla="*/ 5383 h 6437"/>
                        <a:gd name="connsiteX2" fmla="*/ 2676 w 3568"/>
                        <a:gd name="connsiteY2" fmla="*/ 625 h 64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3568" h="6437">
                          <a:moveTo>
                            <a:pt x="2676" y="625"/>
                          </a:moveTo>
                          <a:cubicBezTo>
                            <a:pt x="-892" y="-2943"/>
                            <a:pt x="-892" y="10141"/>
                            <a:pt x="2676" y="5383"/>
                          </a:cubicBezTo>
                          <a:cubicBezTo>
                            <a:pt x="3866" y="4193"/>
                            <a:pt x="3866" y="1815"/>
                            <a:pt x="2676" y="62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7" name="Freeform 546">
                      <a:extLst>
                        <a:ext uri="{FF2B5EF4-FFF2-40B4-BE49-F238E27FC236}">
                          <a16:creationId xmlns:a16="http://schemas.microsoft.com/office/drawing/2014/main" id="{97A5EAA9-7C46-C6FC-004E-4E75118B8F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3290" y="1851980"/>
                      <a:ext cx="24842" cy="9563"/>
                    </a:xfrm>
                    <a:custGeom>
                      <a:avLst/>
                      <a:gdLst>
                        <a:gd name="connsiteX0" fmla="*/ 22280 w 24842"/>
                        <a:gd name="connsiteY0" fmla="*/ 9564 h 9563"/>
                        <a:gd name="connsiteX1" fmla="*/ 19901 w 24842"/>
                        <a:gd name="connsiteY1" fmla="*/ 1238 h 9563"/>
                        <a:gd name="connsiteX2" fmla="*/ 9197 w 24842"/>
                        <a:gd name="connsiteY2" fmla="*/ 1238 h 9563"/>
                        <a:gd name="connsiteX3" fmla="*/ 870 w 24842"/>
                        <a:gd name="connsiteY3" fmla="*/ 3617 h 9563"/>
                        <a:gd name="connsiteX4" fmla="*/ 4439 w 24842"/>
                        <a:gd name="connsiteY4" fmla="*/ 3617 h 9563"/>
                        <a:gd name="connsiteX5" fmla="*/ 22280 w 24842"/>
                        <a:gd name="connsiteY5" fmla="*/ 9564 h 95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4842" h="9563">
                          <a:moveTo>
                            <a:pt x="22280" y="9564"/>
                          </a:moveTo>
                          <a:cubicBezTo>
                            <a:pt x="28227" y="9564"/>
                            <a:pt x="22280" y="4806"/>
                            <a:pt x="19901" y="1238"/>
                          </a:cubicBezTo>
                          <a:cubicBezTo>
                            <a:pt x="17522" y="-1141"/>
                            <a:pt x="12765" y="2427"/>
                            <a:pt x="9197" y="1238"/>
                          </a:cubicBezTo>
                          <a:cubicBezTo>
                            <a:pt x="5628" y="-1141"/>
                            <a:pt x="-2698" y="48"/>
                            <a:pt x="870" y="3617"/>
                          </a:cubicBezTo>
                          <a:cubicBezTo>
                            <a:pt x="2060" y="4806"/>
                            <a:pt x="3249" y="2427"/>
                            <a:pt x="4439" y="3617"/>
                          </a:cubicBezTo>
                          <a:cubicBezTo>
                            <a:pt x="10386" y="7185"/>
                            <a:pt x="17522" y="9564"/>
                            <a:pt x="22280" y="956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8" name="Freeform 547">
                      <a:extLst>
                        <a:ext uri="{FF2B5EF4-FFF2-40B4-BE49-F238E27FC236}">
                          <a16:creationId xmlns:a16="http://schemas.microsoft.com/office/drawing/2014/main" id="{286868FF-15FE-555D-4CC9-E23836DC9D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3500" y="1899010"/>
                      <a:ext cx="13528" cy="17483"/>
                    </a:xfrm>
                    <a:custGeom>
                      <a:avLst/>
                      <a:gdLst>
                        <a:gd name="connsiteX0" fmla="*/ 5995 w 13528"/>
                        <a:gd name="connsiteY0" fmla="*/ 1784 h 17483"/>
                        <a:gd name="connsiteX1" fmla="*/ 1238 w 13528"/>
                        <a:gd name="connsiteY1" fmla="*/ 1784 h 17483"/>
                        <a:gd name="connsiteX2" fmla="*/ 3617 w 13528"/>
                        <a:gd name="connsiteY2" fmla="*/ 12489 h 17483"/>
                        <a:gd name="connsiteX3" fmla="*/ 7185 w 13528"/>
                        <a:gd name="connsiteY3" fmla="*/ 17247 h 17483"/>
                        <a:gd name="connsiteX4" fmla="*/ 10753 w 13528"/>
                        <a:gd name="connsiteY4" fmla="*/ 2974 h 17483"/>
                        <a:gd name="connsiteX5" fmla="*/ 5995 w 13528"/>
                        <a:gd name="connsiteY5" fmla="*/ 1784 h 174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528" h="17483">
                          <a:moveTo>
                            <a:pt x="5995" y="1784"/>
                          </a:moveTo>
                          <a:cubicBezTo>
                            <a:pt x="2427" y="-595"/>
                            <a:pt x="2427" y="-595"/>
                            <a:pt x="1238" y="1784"/>
                          </a:cubicBezTo>
                          <a:cubicBezTo>
                            <a:pt x="-1141" y="4163"/>
                            <a:pt x="48" y="8921"/>
                            <a:pt x="3617" y="12489"/>
                          </a:cubicBezTo>
                          <a:cubicBezTo>
                            <a:pt x="5995" y="14868"/>
                            <a:pt x="4806" y="18436"/>
                            <a:pt x="7185" y="17247"/>
                          </a:cubicBezTo>
                          <a:cubicBezTo>
                            <a:pt x="11942" y="17247"/>
                            <a:pt x="16700" y="6542"/>
                            <a:pt x="10753" y="2974"/>
                          </a:cubicBezTo>
                          <a:cubicBezTo>
                            <a:pt x="9564" y="1784"/>
                            <a:pt x="8374" y="4163"/>
                            <a:pt x="5995" y="178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9" name="Freeform 548">
                      <a:extLst>
                        <a:ext uri="{FF2B5EF4-FFF2-40B4-BE49-F238E27FC236}">
                          <a16:creationId xmlns:a16="http://schemas.microsoft.com/office/drawing/2014/main" id="{F93E711D-667E-D8EF-BA57-FFC5D0022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5274" y="1921824"/>
                      <a:ext cx="2988" cy="8838"/>
                    </a:xfrm>
                    <a:custGeom>
                      <a:avLst/>
                      <a:gdLst>
                        <a:gd name="connsiteX0" fmla="*/ 781 w 2988"/>
                        <a:gd name="connsiteY0" fmla="*/ 380 h 8838"/>
                        <a:gd name="connsiteX1" fmla="*/ 1971 w 2988"/>
                        <a:gd name="connsiteY1" fmla="*/ 8706 h 8838"/>
                        <a:gd name="connsiteX2" fmla="*/ 781 w 2988"/>
                        <a:gd name="connsiteY2" fmla="*/ 380 h 8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988" h="8838">
                          <a:moveTo>
                            <a:pt x="781" y="380"/>
                          </a:moveTo>
                          <a:cubicBezTo>
                            <a:pt x="-408" y="2759"/>
                            <a:pt x="-408" y="9896"/>
                            <a:pt x="1971" y="8706"/>
                          </a:cubicBezTo>
                          <a:cubicBezTo>
                            <a:pt x="4349" y="7517"/>
                            <a:pt x="1971" y="-1999"/>
                            <a:pt x="781" y="38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0" name="Freeform 549">
                      <a:extLst>
                        <a:ext uri="{FF2B5EF4-FFF2-40B4-BE49-F238E27FC236}">
                          <a16:creationId xmlns:a16="http://schemas.microsoft.com/office/drawing/2014/main" id="{85F01D86-35F6-A6EA-72C4-D63C76DDBD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1161" y="1964132"/>
                      <a:ext cx="8048" cy="3568"/>
                    </a:xfrm>
                    <a:custGeom>
                      <a:avLst/>
                      <a:gdLst>
                        <a:gd name="connsiteX0" fmla="*/ 7757 w 8048"/>
                        <a:gd name="connsiteY0" fmla="*/ 892 h 3568"/>
                        <a:gd name="connsiteX1" fmla="*/ 621 w 8048"/>
                        <a:gd name="connsiteY1" fmla="*/ 892 h 3568"/>
                        <a:gd name="connsiteX2" fmla="*/ 7757 w 8048"/>
                        <a:gd name="connsiteY2" fmla="*/ 892 h 35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048" h="3568">
                          <a:moveTo>
                            <a:pt x="7757" y="892"/>
                          </a:moveTo>
                          <a:cubicBezTo>
                            <a:pt x="6568" y="-297"/>
                            <a:pt x="3000" y="-297"/>
                            <a:pt x="621" y="892"/>
                          </a:cubicBezTo>
                          <a:cubicBezTo>
                            <a:pt x="-2947" y="4460"/>
                            <a:pt x="10136" y="4460"/>
                            <a:pt x="7757" y="8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1" name="Freeform 550">
                      <a:extLst>
                        <a:ext uri="{FF2B5EF4-FFF2-40B4-BE49-F238E27FC236}">
                          <a16:creationId xmlns:a16="http://schemas.microsoft.com/office/drawing/2014/main" id="{48498F9A-3C58-24BB-803F-099DE83EB5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4730" y="2019554"/>
                      <a:ext cx="47632" cy="42614"/>
                    </a:xfrm>
                    <a:custGeom>
                      <a:avLst/>
                      <a:gdLst>
                        <a:gd name="connsiteX0" fmla="*/ 30536 w 47632"/>
                        <a:gd name="connsiteY0" fmla="*/ 9699 h 42614"/>
                        <a:gd name="connsiteX1" fmla="*/ 19831 w 47632"/>
                        <a:gd name="connsiteY1" fmla="*/ 3752 h 42614"/>
                        <a:gd name="connsiteX2" fmla="*/ 9126 w 47632"/>
                        <a:gd name="connsiteY2" fmla="*/ 1373 h 42614"/>
                        <a:gd name="connsiteX3" fmla="*/ 800 w 47632"/>
                        <a:gd name="connsiteY3" fmla="*/ 1373 h 42614"/>
                        <a:gd name="connsiteX4" fmla="*/ 3179 w 47632"/>
                        <a:gd name="connsiteY4" fmla="*/ 10889 h 42614"/>
                        <a:gd name="connsiteX5" fmla="*/ 32915 w 47632"/>
                        <a:gd name="connsiteY5" fmla="*/ 39435 h 42614"/>
                        <a:gd name="connsiteX6" fmla="*/ 40052 w 47632"/>
                        <a:gd name="connsiteY6" fmla="*/ 41814 h 42614"/>
                        <a:gd name="connsiteX7" fmla="*/ 41241 w 47632"/>
                        <a:gd name="connsiteY7" fmla="*/ 35867 h 42614"/>
                        <a:gd name="connsiteX8" fmla="*/ 42430 w 47632"/>
                        <a:gd name="connsiteY8" fmla="*/ 33488 h 42614"/>
                        <a:gd name="connsiteX9" fmla="*/ 30536 w 47632"/>
                        <a:gd name="connsiteY9" fmla="*/ 25162 h 42614"/>
                        <a:gd name="connsiteX10" fmla="*/ 32915 w 47632"/>
                        <a:gd name="connsiteY10" fmla="*/ 20404 h 42614"/>
                        <a:gd name="connsiteX11" fmla="*/ 47188 w 47632"/>
                        <a:gd name="connsiteY11" fmla="*/ 23973 h 42614"/>
                        <a:gd name="connsiteX12" fmla="*/ 30536 w 47632"/>
                        <a:gd name="connsiteY12" fmla="*/ 9699 h 426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47632" h="42614">
                          <a:moveTo>
                            <a:pt x="30536" y="9699"/>
                          </a:moveTo>
                          <a:cubicBezTo>
                            <a:pt x="29346" y="4942"/>
                            <a:pt x="23399" y="7321"/>
                            <a:pt x="19831" y="3752"/>
                          </a:cubicBezTo>
                          <a:cubicBezTo>
                            <a:pt x="17452" y="1373"/>
                            <a:pt x="13884" y="3752"/>
                            <a:pt x="9126" y="1373"/>
                          </a:cubicBezTo>
                          <a:cubicBezTo>
                            <a:pt x="5558" y="-1005"/>
                            <a:pt x="3179" y="184"/>
                            <a:pt x="800" y="1373"/>
                          </a:cubicBezTo>
                          <a:cubicBezTo>
                            <a:pt x="-1579" y="3752"/>
                            <a:pt x="1990" y="8510"/>
                            <a:pt x="3179" y="10889"/>
                          </a:cubicBezTo>
                          <a:cubicBezTo>
                            <a:pt x="11505" y="23973"/>
                            <a:pt x="23399" y="28730"/>
                            <a:pt x="32915" y="39435"/>
                          </a:cubicBezTo>
                          <a:cubicBezTo>
                            <a:pt x="34105" y="40625"/>
                            <a:pt x="37673" y="44193"/>
                            <a:pt x="40052" y="41814"/>
                          </a:cubicBezTo>
                          <a:cubicBezTo>
                            <a:pt x="41241" y="39435"/>
                            <a:pt x="41241" y="39435"/>
                            <a:pt x="41241" y="35867"/>
                          </a:cubicBezTo>
                          <a:cubicBezTo>
                            <a:pt x="41241" y="34678"/>
                            <a:pt x="42430" y="34678"/>
                            <a:pt x="42430" y="33488"/>
                          </a:cubicBezTo>
                          <a:cubicBezTo>
                            <a:pt x="42430" y="27541"/>
                            <a:pt x="31725" y="29920"/>
                            <a:pt x="30536" y="25162"/>
                          </a:cubicBezTo>
                          <a:cubicBezTo>
                            <a:pt x="29346" y="22783"/>
                            <a:pt x="31725" y="19215"/>
                            <a:pt x="32915" y="20404"/>
                          </a:cubicBezTo>
                          <a:cubicBezTo>
                            <a:pt x="36483" y="20404"/>
                            <a:pt x="45999" y="31109"/>
                            <a:pt x="47188" y="23973"/>
                          </a:cubicBezTo>
                          <a:cubicBezTo>
                            <a:pt x="50757" y="16836"/>
                            <a:pt x="31725" y="18026"/>
                            <a:pt x="30536" y="969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2" name="Freeform 551">
                      <a:extLst>
                        <a:ext uri="{FF2B5EF4-FFF2-40B4-BE49-F238E27FC236}">
                          <a16:creationId xmlns:a16="http://schemas.microsoft.com/office/drawing/2014/main" id="{CF148426-57B4-C441-7965-FBA2E183E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87783" y="2093041"/>
                      <a:ext cx="9491" cy="7235"/>
                    </a:xfrm>
                    <a:custGeom>
                      <a:avLst/>
                      <a:gdLst>
                        <a:gd name="connsiteX0" fmla="*/ 9241 w 9491"/>
                        <a:gd name="connsiteY0" fmla="*/ 5200 h 7235"/>
                        <a:gd name="connsiteX1" fmla="*/ 915 w 9491"/>
                        <a:gd name="connsiteY1" fmla="*/ 2821 h 7235"/>
                        <a:gd name="connsiteX2" fmla="*/ 9241 w 9491"/>
                        <a:gd name="connsiteY2" fmla="*/ 5200 h 72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9491" h="7235">
                          <a:moveTo>
                            <a:pt x="9241" y="5200"/>
                          </a:moveTo>
                          <a:cubicBezTo>
                            <a:pt x="11620" y="1632"/>
                            <a:pt x="-3843" y="-3126"/>
                            <a:pt x="915" y="2821"/>
                          </a:cubicBezTo>
                          <a:cubicBezTo>
                            <a:pt x="3294" y="5200"/>
                            <a:pt x="5673" y="9958"/>
                            <a:pt x="9241" y="520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3" name="Freeform 552">
                      <a:extLst>
                        <a:ext uri="{FF2B5EF4-FFF2-40B4-BE49-F238E27FC236}">
                          <a16:creationId xmlns:a16="http://schemas.microsoft.com/office/drawing/2014/main" id="{4BA6C753-2821-9FF2-5734-4B4AE86B58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1636" y="2393836"/>
                      <a:ext cx="7511" cy="21513"/>
                    </a:xfrm>
                    <a:custGeom>
                      <a:avLst/>
                      <a:gdLst>
                        <a:gd name="connsiteX0" fmla="*/ 191 w 7511"/>
                        <a:gd name="connsiteY0" fmla="*/ 1764 h 21513"/>
                        <a:gd name="connsiteX1" fmla="*/ 3759 w 7511"/>
                        <a:gd name="connsiteY1" fmla="*/ 10090 h 21513"/>
                        <a:gd name="connsiteX2" fmla="*/ 6138 w 7511"/>
                        <a:gd name="connsiteY2" fmla="*/ 20795 h 21513"/>
                        <a:gd name="connsiteX3" fmla="*/ 6138 w 7511"/>
                        <a:gd name="connsiteY3" fmla="*/ 10090 h 21513"/>
                        <a:gd name="connsiteX4" fmla="*/ 191 w 7511"/>
                        <a:gd name="connsiteY4" fmla="*/ 1764 h 215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511" h="21513">
                          <a:moveTo>
                            <a:pt x="191" y="1764"/>
                          </a:moveTo>
                          <a:cubicBezTo>
                            <a:pt x="-998" y="4143"/>
                            <a:pt x="3759" y="6522"/>
                            <a:pt x="3759" y="10090"/>
                          </a:cubicBezTo>
                          <a:cubicBezTo>
                            <a:pt x="4949" y="13658"/>
                            <a:pt x="3759" y="24363"/>
                            <a:pt x="6138" y="20795"/>
                          </a:cubicBezTo>
                          <a:cubicBezTo>
                            <a:pt x="8517" y="18416"/>
                            <a:pt x="7327" y="13658"/>
                            <a:pt x="6138" y="10090"/>
                          </a:cubicBezTo>
                          <a:cubicBezTo>
                            <a:pt x="6138" y="6522"/>
                            <a:pt x="3759" y="-4183"/>
                            <a:pt x="191" y="176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4" name="Freeform 553">
                      <a:extLst>
                        <a:ext uri="{FF2B5EF4-FFF2-40B4-BE49-F238E27FC236}">
                          <a16:creationId xmlns:a16="http://schemas.microsoft.com/office/drawing/2014/main" id="{B6349BCA-0A29-114A-B4BC-2F3FF8FD30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9574" y="2487735"/>
                      <a:ext cx="12189" cy="8171"/>
                    </a:xfrm>
                    <a:custGeom>
                      <a:avLst/>
                      <a:gdLst>
                        <a:gd name="connsiteX0" fmla="*/ 1107 w 12189"/>
                        <a:gd name="connsiteY0" fmla="*/ 640 h 8171"/>
                        <a:gd name="connsiteX1" fmla="*/ 11812 w 12189"/>
                        <a:gd name="connsiteY1" fmla="*/ 6588 h 8171"/>
                        <a:gd name="connsiteX2" fmla="*/ 1107 w 12189"/>
                        <a:gd name="connsiteY2" fmla="*/ 640 h 81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2189" h="8171">
                          <a:moveTo>
                            <a:pt x="1107" y="640"/>
                          </a:moveTo>
                          <a:cubicBezTo>
                            <a:pt x="-3650" y="4209"/>
                            <a:pt x="8244" y="11345"/>
                            <a:pt x="11812" y="6588"/>
                          </a:cubicBezTo>
                          <a:cubicBezTo>
                            <a:pt x="14191" y="3019"/>
                            <a:pt x="4676" y="-1739"/>
                            <a:pt x="1107" y="64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5" name="Freeform 554">
                      <a:extLst>
                        <a:ext uri="{FF2B5EF4-FFF2-40B4-BE49-F238E27FC236}">
                          <a16:creationId xmlns:a16="http://schemas.microsoft.com/office/drawing/2014/main" id="{B9E33202-99C9-3355-9062-4F755EFEC2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3210" y="2559946"/>
                      <a:ext cx="9172" cy="4349"/>
                    </a:xfrm>
                    <a:custGeom>
                      <a:avLst/>
                      <a:gdLst>
                        <a:gd name="connsiteX0" fmla="*/ 423 w 9172"/>
                        <a:gd name="connsiteY0" fmla="*/ 3364 h 4349"/>
                        <a:gd name="connsiteX1" fmla="*/ 8749 w 9172"/>
                        <a:gd name="connsiteY1" fmla="*/ 985 h 4349"/>
                        <a:gd name="connsiteX2" fmla="*/ 423 w 9172"/>
                        <a:gd name="connsiteY2" fmla="*/ 3364 h 43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9172" h="4349">
                          <a:moveTo>
                            <a:pt x="423" y="3364"/>
                          </a:moveTo>
                          <a:cubicBezTo>
                            <a:pt x="2802" y="5743"/>
                            <a:pt x="11128" y="3364"/>
                            <a:pt x="8749" y="985"/>
                          </a:cubicBezTo>
                          <a:cubicBezTo>
                            <a:pt x="6370" y="-1393"/>
                            <a:pt x="-1956" y="985"/>
                            <a:pt x="423" y="336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6" name="Freeform 555">
                      <a:extLst>
                        <a:ext uri="{FF2B5EF4-FFF2-40B4-BE49-F238E27FC236}">
                          <a16:creationId xmlns:a16="http://schemas.microsoft.com/office/drawing/2014/main" id="{16A68B5A-8B97-11B6-0376-084B387C92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0628" y="2586560"/>
                      <a:ext cx="5924" cy="9403"/>
                    </a:xfrm>
                    <a:custGeom>
                      <a:avLst/>
                      <a:gdLst>
                        <a:gd name="connsiteX0" fmla="*/ 4414 w 5924"/>
                        <a:gd name="connsiteY0" fmla="*/ 539 h 9403"/>
                        <a:gd name="connsiteX1" fmla="*/ 2036 w 5924"/>
                        <a:gd name="connsiteY1" fmla="*/ 8865 h 9403"/>
                        <a:gd name="connsiteX2" fmla="*/ 4414 w 5924"/>
                        <a:gd name="connsiteY2" fmla="*/ 539 h 94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924" h="9403">
                          <a:moveTo>
                            <a:pt x="4414" y="539"/>
                          </a:moveTo>
                          <a:cubicBezTo>
                            <a:pt x="2036" y="2918"/>
                            <a:pt x="-2722" y="4107"/>
                            <a:pt x="2036" y="8865"/>
                          </a:cubicBezTo>
                          <a:cubicBezTo>
                            <a:pt x="4414" y="12433"/>
                            <a:pt x="7983" y="-3030"/>
                            <a:pt x="4414" y="5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7" name="Freeform 556">
                      <a:extLst>
                        <a:ext uri="{FF2B5EF4-FFF2-40B4-BE49-F238E27FC236}">
                          <a16:creationId xmlns:a16="http://schemas.microsoft.com/office/drawing/2014/main" id="{D87D4CBC-8C4F-108E-EF24-B93FBDB7D7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0717" y="2608042"/>
                      <a:ext cx="9610" cy="5413"/>
                    </a:xfrm>
                    <a:custGeom>
                      <a:avLst/>
                      <a:gdLst>
                        <a:gd name="connsiteX0" fmla="*/ 493 w 9610"/>
                        <a:gd name="connsiteY0" fmla="*/ 467 h 5413"/>
                        <a:gd name="connsiteX1" fmla="*/ 1682 w 9610"/>
                        <a:gd name="connsiteY1" fmla="*/ 5224 h 5413"/>
                        <a:gd name="connsiteX2" fmla="*/ 8819 w 9610"/>
                        <a:gd name="connsiteY2" fmla="*/ 2845 h 5413"/>
                        <a:gd name="connsiteX3" fmla="*/ 493 w 9610"/>
                        <a:gd name="connsiteY3" fmla="*/ 467 h 54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610" h="5413">
                          <a:moveTo>
                            <a:pt x="493" y="467"/>
                          </a:moveTo>
                          <a:cubicBezTo>
                            <a:pt x="-697" y="1656"/>
                            <a:pt x="493" y="6414"/>
                            <a:pt x="1682" y="5224"/>
                          </a:cubicBezTo>
                          <a:cubicBezTo>
                            <a:pt x="4061" y="4035"/>
                            <a:pt x="5250" y="4035"/>
                            <a:pt x="8819" y="2845"/>
                          </a:cubicBezTo>
                          <a:cubicBezTo>
                            <a:pt x="12387" y="467"/>
                            <a:pt x="2872" y="-723"/>
                            <a:pt x="493" y="46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8" name="Freeform 557">
                      <a:extLst>
                        <a:ext uri="{FF2B5EF4-FFF2-40B4-BE49-F238E27FC236}">
                          <a16:creationId xmlns:a16="http://schemas.microsoft.com/office/drawing/2014/main" id="{11196A0E-D9B3-900F-2CFD-86AD9A5A5C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65154" y="1348005"/>
                      <a:ext cx="14961" cy="15924"/>
                    </a:xfrm>
                    <a:custGeom>
                      <a:avLst/>
                      <a:gdLst>
                        <a:gd name="connsiteX0" fmla="*/ 1784 w 14961"/>
                        <a:gd name="connsiteY0" fmla="*/ 11597 h 15924"/>
                        <a:gd name="connsiteX1" fmla="*/ 13679 w 14961"/>
                        <a:gd name="connsiteY1" fmla="*/ 13976 h 15924"/>
                        <a:gd name="connsiteX2" fmla="*/ 10110 w 14961"/>
                        <a:gd name="connsiteY2" fmla="*/ 5650 h 15924"/>
                        <a:gd name="connsiteX3" fmla="*/ 8921 w 14961"/>
                        <a:gd name="connsiteY3" fmla="*/ 892 h 15924"/>
                        <a:gd name="connsiteX4" fmla="*/ 1784 w 14961"/>
                        <a:gd name="connsiteY4" fmla="*/ 892 h 15924"/>
                        <a:gd name="connsiteX5" fmla="*/ 1784 w 14961"/>
                        <a:gd name="connsiteY5" fmla="*/ 11597 h 159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4961" h="15924">
                          <a:moveTo>
                            <a:pt x="1784" y="11597"/>
                          </a:moveTo>
                          <a:cubicBezTo>
                            <a:pt x="5352" y="17544"/>
                            <a:pt x="11300" y="16355"/>
                            <a:pt x="13679" y="13976"/>
                          </a:cubicBezTo>
                          <a:cubicBezTo>
                            <a:pt x="17247" y="10408"/>
                            <a:pt x="12489" y="6839"/>
                            <a:pt x="10110" y="5650"/>
                          </a:cubicBezTo>
                          <a:cubicBezTo>
                            <a:pt x="7731" y="4460"/>
                            <a:pt x="12489" y="2082"/>
                            <a:pt x="8921" y="892"/>
                          </a:cubicBezTo>
                          <a:cubicBezTo>
                            <a:pt x="6542" y="-297"/>
                            <a:pt x="4163" y="-297"/>
                            <a:pt x="1784" y="892"/>
                          </a:cubicBezTo>
                          <a:cubicBezTo>
                            <a:pt x="-595" y="892"/>
                            <a:pt x="-595" y="8029"/>
                            <a:pt x="1784" y="115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9" name="Freeform 558">
                      <a:extLst>
                        <a:ext uri="{FF2B5EF4-FFF2-40B4-BE49-F238E27FC236}">
                          <a16:creationId xmlns:a16="http://schemas.microsoft.com/office/drawing/2014/main" id="{0403AB4B-D77A-28FB-2C04-D1775515B9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2443" y="1615199"/>
                      <a:ext cx="18388" cy="11636"/>
                    </a:xfrm>
                    <a:custGeom>
                      <a:avLst/>
                      <a:gdLst>
                        <a:gd name="connsiteX0" fmla="*/ 17092 w 18388"/>
                        <a:gd name="connsiteY0" fmla="*/ 10837 h 11636"/>
                        <a:gd name="connsiteX1" fmla="*/ 7576 w 18388"/>
                        <a:gd name="connsiteY1" fmla="*/ 132 h 11636"/>
                        <a:gd name="connsiteX2" fmla="*/ 5197 w 18388"/>
                        <a:gd name="connsiteY2" fmla="*/ 2511 h 11636"/>
                        <a:gd name="connsiteX3" fmla="*/ 1629 w 18388"/>
                        <a:gd name="connsiteY3" fmla="*/ 1321 h 11636"/>
                        <a:gd name="connsiteX4" fmla="*/ 12334 w 18388"/>
                        <a:gd name="connsiteY4" fmla="*/ 8458 h 11636"/>
                        <a:gd name="connsiteX5" fmla="*/ 17092 w 18388"/>
                        <a:gd name="connsiteY5" fmla="*/ 10837 h 116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8388" h="11636">
                          <a:moveTo>
                            <a:pt x="17092" y="10837"/>
                          </a:moveTo>
                          <a:cubicBezTo>
                            <a:pt x="21849" y="6079"/>
                            <a:pt x="12334" y="-1058"/>
                            <a:pt x="7576" y="132"/>
                          </a:cubicBezTo>
                          <a:cubicBezTo>
                            <a:pt x="6387" y="132"/>
                            <a:pt x="6387" y="1321"/>
                            <a:pt x="5197" y="2511"/>
                          </a:cubicBezTo>
                          <a:cubicBezTo>
                            <a:pt x="4008" y="3700"/>
                            <a:pt x="2818" y="132"/>
                            <a:pt x="1629" y="1321"/>
                          </a:cubicBezTo>
                          <a:cubicBezTo>
                            <a:pt x="-4318" y="7268"/>
                            <a:pt x="7576" y="3700"/>
                            <a:pt x="12334" y="8458"/>
                          </a:cubicBezTo>
                          <a:cubicBezTo>
                            <a:pt x="13524" y="9647"/>
                            <a:pt x="15902" y="13215"/>
                            <a:pt x="17092" y="108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0" name="Freeform 559">
                      <a:extLst>
                        <a:ext uri="{FF2B5EF4-FFF2-40B4-BE49-F238E27FC236}">
                          <a16:creationId xmlns:a16="http://schemas.microsoft.com/office/drawing/2014/main" id="{2109BF33-1BFA-1F16-4865-C1D75A6124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0528" y="2055142"/>
                      <a:ext cx="10390" cy="14552"/>
                    </a:xfrm>
                    <a:custGeom>
                      <a:avLst/>
                      <a:gdLst>
                        <a:gd name="connsiteX0" fmla="*/ 9801 w 10390"/>
                        <a:gd name="connsiteY0" fmla="*/ 1468 h 14552"/>
                        <a:gd name="connsiteX1" fmla="*/ 2664 w 10390"/>
                        <a:gd name="connsiteY1" fmla="*/ 5037 h 14552"/>
                        <a:gd name="connsiteX2" fmla="*/ 3854 w 10390"/>
                        <a:gd name="connsiteY2" fmla="*/ 14552 h 14552"/>
                        <a:gd name="connsiteX3" fmla="*/ 9801 w 10390"/>
                        <a:gd name="connsiteY3" fmla="*/ 1468 h 145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390" h="14552">
                          <a:moveTo>
                            <a:pt x="9801" y="1468"/>
                          </a:moveTo>
                          <a:cubicBezTo>
                            <a:pt x="8612" y="-3289"/>
                            <a:pt x="5043" y="5037"/>
                            <a:pt x="2664" y="5037"/>
                          </a:cubicBezTo>
                          <a:cubicBezTo>
                            <a:pt x="-2093" y="6226"/>
                            <a:pt x="285" y="14552"/>
                            <a:pt x="3854" y="14552"/>
                          </a:cubicBezTo>
                          <a:cubicBezTo>
                            <a:pt x="10990" y="14552"/>
                            <a:pt x="10990" y="5037"/>
                            <a:pt x="9801" y="14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1" name="Freeform 560">
                      <a:extLst>
                        <a:ext uri="{FF2B5EF4-FFF2-40B4-BE49-F238E27FC236}">
                          <a16:creationId xmlns:a16="http://schemas.microsoft.com/office/drawing/2014/main" id="{9C85A4AA-0581-92DD-9487-F192EFB99C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9634" y="2189530"/>
                      <a:ext cx="11653" cy="5814"/>
                    </a:xfrm>
                    <a:custGeom>
                      <a:avLst/>
                      <a:gdLst>
                        <a:gd name="connsiteX0" fmla="*/ 11179 w 11653"/>
                        <a:gd name="connsiteY0" fmla="*/ 2676 h 5814"/>
                        <a:gd name="connsiteX1" fmla="*/ 475 w 11653"/>
                        <a:gd name="connsiteY1" fmla="*/ 2676 h 5814"/>
                        <a:gd name="connsiteX2" fmla="*/ 11179 w 11653"/>
                        <a:gd name="connsiteY2" fmla="*/ 2676 h 58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653" h="5814">
                          <a:moveTo>
                            <a:pt x="11179" y="2676"/>
                          </a:moveTo>
                          <a:cubicBezTo>
                            <a:pt x="8801" y="-892"/>
                            <a:pt x="2854" y="-892"/>
                            <a:pt x="475" y="2676"/>
                          </a:cubicBezTo>
                          <a:cubicBezTo>
                            <a:pt x="-3094" y="6245"/>
                            <a:pt x="14748" y="7434"/>
                            <a:pt x="11179" y="267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2" name="Freeform 561">
                      <a:extLst>
                        <a:ext uri="{FF2B5EF4-FFF2-40B4-BE49-F238E27FC236}">
                          <a16:creationId xmlns:a16="http://schemas.microsoft.com/office/drawing/2014/main" id="{B05B1294-CA4A-5A61-C166-F68F3E1E33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4708" y="2596219"/>
                      <a:ext cx="11043" cy="9115"/>
                    </a:xfrm>
                    <a:custGeom>
                      <a:avLst/>
                      <a:gdLst>
                        <a:gd name="connsiteX0" fmla="*/ 71 w 11043"/>
                        <a:gd name="connsiteY0" fmla="*/ 1584 h 9115"/>
                        <a:gd name="connsiteX1" fmla="*/ 10776 w 11043"/>
                        <a:gd name="connsiteY1" fmla="*/ 7532 h 9115"/>
                        <a:gd name="connsiteX2" fmla="*/ 71 w 11043"/>
                        <a:gd name="connsiteY2" fmla="*/ 1584 h 9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043" h="9115">
                          <a:moveTo>
                            <a:pt x="71" y="1584"/>
                          </a:moveTo>
                          <a:cubicBezTo>
                            <a:pt x="1260" y="5153"/>
                            <a:pt x="6018" y="12289"/>
                            <a:pt x="10776" y="7532"/>
                          </a:cubicBezTo>
                          <a:cubicBezTo>
                            <a:pt x="13154" y="3963"/>
                            <a:pt x="-1119" y="-3173"/>
                            <a:pt x="71" y="158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3" name="Freeform 562">
                      <a:extLst>
                        <a:ext uri="{FF2B5EF4-FFF2-40B4-BE49-F238E27FC236}">
                          <a16:creationId xmlns:a16="http://schemas.microsoft.com/office/drawing/2014/main" id="{1E8383D1-D791-A5A0-1F7F-6DF85D78A4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0011" y="1211878"/>
                      <a:ext cx="1086447" cy="1372624"/>
                    </a:xfrm>
                    <a:custGeom>
                      <a:avLst/>
                      <a:gdLst>
                        <a:gd name="connsiteX0" fmla="*/ 1063848 w 1086447"/>
                        <a:gd name="connsiteY0" fmla="*/ 235741 h 1372624"/>
                        <a:gd name="connsiteX1" fmla="*/ 1053143 w 1086447"/>
                        <a:gd name="connsiteY1" fmla="*/ 222658 h 1372624"/>
                        <a:gd name="connsiteX2" fmla="*/ 1017460 w 1086447"/>
                        <a:gd name="connsiteY2" fmla="*/ 207195 h 1372624"/>
                        <a:gd name="connsiteX3" fmla="*/ 1004376 w 1086447"/>
                        <a:gd name="connsiteY3" fmla="*/ 207195 h 1372624"/>
                        <a:gd name="connsiteX4" fmla="*/ 981777 w 1086447"/>
                        <a:gd name="connsiteY4" fmla="*/ 209574 h 1372624"/>
                        <a:gd name="connsiteX5" fmla="*/ 978208 w 1086447"/>
                        <a:gd name="connsiteY5" fmla="*/ 225037 h 1372624"/>
                        <a:gd name="connsiteX6" fmla="*/ 963935 w 1086447"/>
                        <a:gd name="connsiteY6" fmla="*/ 229794 h 1372624"/>
                        <a:gd name="connsiteX7" fmla="*/ 959177 w 1086447"/>
                        <a:gd name="connsiteY7" fmla="*/ 227415 h 1372624"/>
                        <a:gd name="connsiteX8" fmla="*/ 959177 w 1086447"/>
                        <a:gd name="connsiteY8" fmla="*/ 238120 h 1372624"/>
                        <a:gd name="connsiteX9" fmla="*/ 956798 w 1086447"/>
                        <a:gd name="connsiteY9" fmla="*/ 241689 h 1372624"/>
                        <a:gd name="connsiteX10" fmla="*/ 954420 w 1086447"/>
                        <a:gd name="connsiteY10" fmla="*/ 221468 h 1372624"/>
                        <a:gd name="connsiteX11" fmla="*/ 946094 w 1086447"/>
                        <a:gd name="connsiteY11" fmla="*/ 223847 h 1372624"/>
                        <a:gd name="connsiteX12" fmla="*/ 915168 w 1086447"/>
                        <a:gd name="connsiteY12" fmla="*/ 253583 h 1372624"/>
                        <a:gd name="connsiteX13" fmla="*/ 894948 w 1086447"/>
                        <a:gd name="connsiteY13" fmla="*/ 258341 h 1372624"/>
                        <a:gd name="connsiteX14" fmla="*/ 893758 w 1086447"/>
                        <a:gd name="connsiteY14" fmla="*/ 260720 h 1372624"/>
                        <a:gd name="connsiteX15" fmla="*/ 874727 w 1086447"/>
                        <a:gd name="connsiteY15" fmla="*/ 269046 h 1372624"/>
                        <a:gd name="connsiteX16" fmla="*/ 833097 w 1086447"/>
                        <a:gd name="connsiteY16" fmla="*/ 305918 h 1372624"/>
                        <a:gd name="connsiteX17" fmla="*/ 829529 w 1086447"/>
                        <a:gd name="connsiteY17" fmla="*/ 309486 h 1372624"/>
                        <a:gd name="connsiteX18" fmla="*/ 830719 w 1086447"/>
                        <a:gd name="connsiteY18" fmla="*/ 305918 h 1372624"/>
                        <a:gd name="connsiteX19" fmla="*/ 830719 w 1086447"/>
                        <a:gd name="connsiteY19" fmla="*/ 295213 h 1372624"/>
                        <a:gd name="connsiteX20" fmla="*/ 841423 w 1086447"/>
                        <a:gd name="connsiteY20" fmla="*/ 286887 h 1372624"/>
                        <a:gd name="connsiteX21" fmla="*/ 871159 w 1086447"/>
                        <a:gd name="connsiteY21" fmla="*/ 254772 h 1372624"/>
                        <a:gd name="connsiteX22" fmla="*/ 881864 w 1086447"/>
                        <a:gd name="connsiteY22" fmla="*/ 251204 h 1372624"/>
                        <a:gd name="connsiteX23" fmla="*/ 890190 w 1086447"/>
                        <a:gd name="connsiteY23" fmla="*/ 241689 h 1372624"/>
                        <a:gd name="connsiteX24" fmla="*/ 892569 w 1086447"/>
                        <a:gd name="connsiteY24" fmla="*/ 241689 h 1372624"/>
                        <a:gd name="connsiteX25" fmla="*/ 904463 w 1086447"/>
                        <a:gd name="connsiteY25" fmla="*/ 236931 h 1372624"/>
                        <a:gd name="connsiteX26" fmla="*/ 905653 w 1086447"/>
                        <a:gd name="connsiteY26" fmla="*/ 236931 h 1372624"/>
                        <a:gd name="connsiteX27" fmla="*/ 908032 w 1086447"/>
                        <a:gd name="connsiteY27" fmla="*/ 234552 h 1372624"/>
                        <a:gd name="connsiteX28" fmla="*/ 918737 w 1086447"/>
                        <a:gd name="connsiteY28" fmla="*/ 223847 h 1372624"/>
                        <a:gd name="connsiteX29" fmla="*/ 918737 w 1086447"/>
                        <a:gd name="connsiteY29" fmla="*/ 221468 h 1372624"/>
                        <a:gd name="connsiteX30" fmla="*/ 921115 w 1086447"/>
                        <a:gd name="connsiteY30" fmla="*/ 213142 h 1372624"/>
                        <a:gd name="connsiteX31" fmla="*/ 925873 w 1086447"/>
                        <a:gd name="connsiteY31" fmla="*/ 203627 h 1372624"/>
                        <a:gd name="connsiteX32" fmla="*/ 925873 w 1086447"/>
                        <a:gd name="connsiteY32" fmla="*/ 181027 h 1372624"/>
                        <a:gd name="connsiteX33" fmla="*/ 906842 w 1086447"/>
                        <a:gd name="connsiteY33" fmla="*/ 181027 h 1372624"/>
                        <a:gd name="connsiteX34" fmla="*/ 896138 w 1086447"/>
                        <a:gd name="connsiteY34" fmla="*/ 182217 h 1372624"/>
                        <a:gd name="connsiteX35" fmla="*/ 896138 w 1086447"/>
                        <a:gd name="connsiteY35" fmla="*/ 191732 h 1372624"/>
                        <a:gd name="connsiteX36" fmla="*/ 893758 w 1086447"/>
                        <a:gd name="connsiteY36" fmla="*/ 202437 h 1372624"/>
                        <a:gd name="connsiteX37" fmla="*/ 890190 w 1086447"/>
                        <a:gd name="connsiteY37" fmla="*/ 210763 h 1372624"/>
                        <a:gd name="connsiteX38" fmla="*/ 877106 w 1086447"/>
                        <a:gd name="connsiteY38" fmla="*/ 213142 h 1372624"/>
                        <a:gd name="connsiteX39" fmla="*/ 837855 w 1086447"/>
                        <a:gd name="connsiteY39" fmla="*/ 213142 h 1372624"/>
                        <a:gd name="connsiteX40" fmla="*/ 835476 w 1086447"/>
                        <a:gd name="connsiteY40" fmla="*/ 202437 h 1372624"/>
                        <a:gd name="connsiteX41" fmla="*/ 853318 w 1086447"/>
                        <a:gd name="connsiteY41" fmla="*/ 197680 h 1372624"/>
                        <a:gd name="connsiteX42" fmla="*/ 864023 w 1086447"/>
                        <a:gd name="connsiteY42" fmla="*/ 192922 h 1372624"/>
                        <a:gd name="connsiteX43" fmla="*/ 865212 w 1086447"/>
                        <a:gd name="connsiteY43" fmla="*/ 189353 h 1372624"/>
                        <a:gd name="connsiteX44" fmla="*/ 866402 w 1086447"/>
                        <a:gd name="connsiteY44" fmla="*/ 189353 h 1372624"/>
                        <a:gd name="connsiteX45" fmla="*/ 867591 w 1086447"/>
                        <a:gd name="connsiteY45" fmla="*/ 177459 h 1372624"/>
                        <a:gd name="connsiteX46" fmla="*/ 855696 w 1086447"/>
                        <a:gd name="connsiteY46" fmla="*/ 177459 h 1372624"/>
                        <a:gd name="connsiteX47" fmla="*/ 842613 w 1086447"/>
                        <a:gd name="connsiteY47" fmla="*/ 175080 h 1372624"/>
                        <a:gd name="connsiteX48" fmla="*/ 820013 w 1086447"/>
                        <a:gd name="connsiteY48" fmla="*/ 172701 h 1372624"/>
                        <a:gd name="connsiteX49" fmla="*/ 817635 w 1086447"/>
                        <a:gd name="connsiteY49" fmla="*/ 172701 h 1372624"/>
                        <a:gd name="connsiteX50" fmla="*/ 817635 w 1086447"/>
                        <a:gd name="connsiteY50" fmla="*/ 171512 h 1372624"/>
                        <a:gd name="connsiteX51" fmla="*/ 805740 w 1086447"/>
                        <a:gd name="connsiteY51" fmla="*/ 172701 h 1372624"/>
                        <a:gd name="connsiteX52" fmla="*/ 803361 w 1086447"/>
                        <a:gd name="connsiteY52" fmla="*/ 172701 h 1372624"/>
                        <a:gd name="connsiteX53" fmla="*/ 793846 w 1086447"/>
                        <a:gd name="connsiteY53" fmla="*/ 171512 h 1372624"/>
                        <a:gd name="connsiteX54" fmla="*/ 791467 w 1086447"/>
                        <a:gd name="connsiteY54" fmla="*/ 172701 h 1372624"/>
                        <a:gd name="connsiteX55" fmla="*/ 786709 w 1086447"/>
                        <a:gd name="connsiteY55" fmla="*/ 182217 h 1372624"/>
                        <a:gd name="connsiteX56" fmla="*/ 784330 w 1086447"/>
                        <a:gd name="connsiteY56" fmla="*/ 177459 h 1372624"/>
                        <a:gd name="connsiteX57" fmla="*/ 742700 w 1086447"/>
                        <a:gd name="connsiteY57" fmla="*/ 192922 h 1372624"/>
                        <a:gd name="connsiteX58" fmla="*/ 735564 w 1086447"/>
                        <a:gd name="connsiteY58" fmla="*/ 202437 h 1372624"/>
                        <a:gd name="connsiteX59" fmla="*/ 730806 w 1086447"/>
                        <a:gd name="connsiteY59" fmla="*/ 184596 h 1372624"/>
                        <a:gd name="connsiteX60" fmla="*/ 781952 w 1086447"/>
                        <a:gd name="connsiteY60" fmla="*/ 166754 h 1372624"/>
                        <a:gd name="connsiteX61" fmla="*/ 783141 w 1086447"/>
                        <a:gd name="connsiteY61" fmla="*/ 161996 h 1372624"/>
                        <a:gd name="connsiteX62" fmla="*/ 773625 w 1086447"/>
                        <a:gd name="connsiteY62" fmla="*/ 157239 h 1372624"/>
                        <a:gd name="connsiteX63" fmla="*/ 784330 w 1086447"/>
                        <a:gd name="connsiteY63" fmla="*/ 157239 h 1372624"/>
                        <a:gd name="connsiteX64" fmla="*/ 787899 w 1086447"/>
                        <a:gd name="connsiteY64" fmla="*/ 161996 h 1372624"/>
                        <a:gd name="connsiteX65" fmla="*/ 809309 w 1086447"/>
                        <a:gd name="connsiteY65" fmla="*/ 153670 h 1372624"/>
                        <a:gd name="connsiteX66" fmla="*/ 809309 w 1086447"/>
                        <a:gd name="connsiteY66" fmla="*/ 154860 h 1372624"/>
                        <a:gd name="connsiteX67" fmla="*/ 827150 w 1086447"/>
                        <a:gd name="connsiteY67" fmla="*/ 156049 h 1372624"/>
                        <a:gd name="connsiteX68" fmla="*/ 828340 w 1086447"/>
                        <a:gd name="connsiteY68" fmla="*/ 156049 h 1372624"/>
                        <a:gd name="connsiteX69" fmla="*/ 840234 w 1086447"/>
                        <a:gd name="connsiteY69" fmla="*/ 158428 h 1372624"/>
                        <a:gd name="connsiteX70" fmla="*/ 844992 w 1086447"/>
                        <a:gd name="connsiteY70" fmla="*/ 160807 h 1372624"/>
                        <a:gd name="connsiteX71" fmla="*/ 844992 w 1086447"/>
                        <a:gd name="connsiteY71" fmla="*/ 161996 h 1372624"/>
                        <a:gd name="connsiteX72" fmla="*/ 855696 w 1086447"/>
                        <a:gd name="connsiteY72" fmla="*/ 160807 h 1372624"/>
                        <a:gd name="connsiteX73" fmla="*/ 886622 w 1086447"/>
                        <a:gd name="connsiteY73" fmla="*/ 158428 h 1372624"/>
                        <a:gd name="connsiteX74" fmla="*/ 894948 w 1086447"/>
                        <a:gd name="connsiteY74" fmla="*/ 160807 h 1372624"/>
                        <a:gd name="connsiteX75" fmla="*/ 906842 w 1086447"/>
                        <a:gd name="connsiteY75" fmla="*/ 160807 h 1372624"/>
                        <a:gd name="connsiteX76" fmla="*/ 906842 w 1086447"/>
                        <a:gd name="connsiteY76" fmla="*/ 153670 h 1372624"/>
                        <a:gd name="connsiteX77" fmla="*/ 912790 w 1086447"/>
                        <a:gd name="connsiteY77" fmla="*/ 157239 h 1372624"/>
                        <a:gd name="connsiteX78" fmla="*/ 941336 w 1086447"/>
                        <a:gd name="connsiteY78" fmla="*/ 144155 h 1372624"/>
                        <a:gd name="connsiteX79" fmla="*/ 948473 w 1086447"/>
                        <a:gd name="connsiteY79" fmla="*/ 144155 h 1372624"/>
                        <a:gd name="connsiteX80" fmla="*/ 956798 w 1086447"/>
                        <a:gd name="connsiteY80" fmla="*/ 133450 h 1372624"/>
                        <a:gd name="connsiteX81" fmla="*/ 956798 w 1086447"/>
                        <a:gd name="connsiteY81" fmla="*/ 132261 h 1372624"/>
                        <a:gd name="connsiteX82" fmla="*/ 956798 w 1086447"/>
                        <a:gd name="connsiteY82" fmla="*/ 123935 h 1372624"/>
                        <a:gd name="connsiteX83" fmla="*/ 956798 w 1086447"/>
                        <a:gd name="connsiteY83" fmla="*/ 122745 h 1372624"/>
                        <a:gd name="connsiteX84" fmla="*/ 952041 w 1086447"/>
                        <a:gd name="connsiteY84" fmla="*/ 120366 h 1372624"/>
                        <a:gd name="connsiteX85" fmla="*/ 941336 w 1086447"/>
                        <a:gd name="connsiteY85" fmla="*/ 110851 h 1372624"/>
                        <a:gd name="connsiteX86" fmla="*/ 928252 w 1086447"/>
                        <a:gd name="connsiteY86" fmla="*/ 100146 h 1372624"/>
                        <a:gd name="connsiteX87" fmla="*/ 919926 w 1086447"/>
                        <a:gd name="connsiteY87" fmla="*/ 101335 h 1372624"/>
                        <a:gd name="connsiteX88" fmla="*/ 900895 w 1086447"/>
                        <a:gd name="connsiteY88" fmla="*/ 96578 h 1372624"/>
                        <a:gd name="connsiteX89" fmla="*/ 900895 w 1086447"/>
                        <a:gd name="connsiteY89" fmla="*/ 100146 h 1372624"/>
                        <a:gd name="connsiteX90" fmla="*/ 887811 w 1086447"/>
                        <a:gd name="connsiteY90" fmla="*/ 103714 h 1372624"/>
                        <a:gd name="connsiteX91" fmla="*/ 873538 w 1086447"/>
                        <a:gd name="connsiteY91" fmla="*/ 101335 h 1372624"/>
                        <a:gd name="connsiteX92" fmla="*/ 869970 w 1086447"/>
                        <a:gd name="connsiteY92" fmla="*/ 93009 h 1372624"/>
                        <a:gd name="connsiteX93" fmla="*/ 872349 w 1086447"/>
                        <a:gd name="connsiteY93" fmla="*/ 93009 h 1372624"/>
                        <a:gd name="connsiteX94" fmla="*/ 880675 w 1086447"/>
                        <a:gd name="connsiteY94" fmla="*/ 96578 h 1372624"/>
                        <a:gd name="connsiteX95" fmla="*/ 874727 w 1086447"/>
                        <a:gd name="connsiteY95" fmla="*/ 89441 h 1372624"/>
                        <a:gd name="connsiteX96" fmla="*/ 875917 w 1086447"/>
                        <a:gd name="connsiteY96" fmla="*/ 85873 h 1372624"/>
                        <a:gd name="connsiteX97" fmla="*/ 900895 w 1086447"/>
                        <a:gd name="connsiteY97" fmla="*/ 84683 h 1372624"/>
                        <a:gd name="connsiteX98" fmla="*/ 900895 w 1086447"/>
                        <a:gd name="connsiteY98" fmla="*/ 70410 h 1372624"/>
                        <a:gd name="connsiteX99" fmla="*/ 891379 w 1086447"/>
                        <a:gd name="connsiteY99" fmla="*/ 63273 h 1372624"/>
                        <a:gd name="connsiteX100" fmla="*/ 880675 w 1086447"/>
                        <a:gd name="connsiteY100" fmla="*/ 69221 h 1372624"/>
                        <a:gd name="connsiteX101" fmla="*/ 879485 w 1086447"/>
                        <a:gd name="connsiteY101" fmla="*/ 69221 h 1372624"/>
                        <a:gd name="connsiteX102" fmla="*/ 868780 w 1086447"/>
                        <a:gd name="connsiteY102" fmla="*/ 71599 h 1372624"/>
                        <a:gd name="connsiteX103" fmla="*/ 864023 w 1086447"/>
                        <a:gd name="connsiteY103" fmla="*/ 73978 h 1372624"/>
                        <a:gd name="connsiteX104" fmla="*/ 848560 w 1086447"/>
                        <a:gd name="connsiteY104" fmla="*/ 71599 h 1372624"/>
                        <a:gd name="connsiteX105" fmla="*/ 803361 w 1086447"/>
                        <a:gd name="connsiteY105" fmla="*/ 63273 h 1372624"/>
                        <a:gd name="connsiteX106" fmla="*/ 793846 w 1086447"/>
                        <a:gd name="connsiteY106" fmla="*/ 65652 h 1372624"/>
                        <a:gd name="connsiteX107" fmla="*/ 776005 w 1086447"/>
                        <a:gd name="connsiteY107" fmla="*/ 65652 h 1372624"/>
                        <a:gd name="connsiteX108" fmla="*/ 776005 w 1086447"/>
                        <a:gd name="connsiteY108" fmla="*/ 69221 h 1372624"/>
                        <a:gd name="connsiteX109" fmla="*/ 774815 w 1086447"/>
                        <a:gd name="connsiteY109" fmla="*/ 76357 h 1372624"/>
                        <a:gd name="connsiteX110" fmla="*/ 767678 w 1086447"/>
                        <a:gd name="connsiteY110" fmla="*/ 65652 h 1372624"/>
                        <a:gd name="connsiteX111" fmla="*/ 764110 w 1086447"/>
                        <a:gd name="connsiteY111" fmla="*/ 65652 h 1372624"/>
                        <a:gd name="connsiteX112" fmla="*/ 746269 w 1086447"/>
                        <a:gd name="connsiteY112" fmla="*/ 68031 h 1372624"/>
                        <a:gd name="connsiteX113" fmla="*/ 743890 w 1086447"/>
                        <a:gd name="connsiteY113" fmla="*/ 68031 h 1372624"/>
                        <a:gd name="connsiteX114" fmla="*/ 733185 w 1086447"/>
                        <a:gd name="connsiteY114" fmla="*/ 83494 h 1372624"/>
                        <a:gd name="connsiteX115" fmla="*/ 734374 w 1086447"/>
                        <a:gd name="connsiteY115" fmla="*/ 72789 h 1372624"/>
                        <a:gd name="connsiteX116" fmla="*/ 724859 w 1086447"/>
                        <a:gd name="connsiteY116" fmla="*/ 75168 h 1372624"/>
                        <a:gd name="connsiteX117" fmla="*/ 724859 w 1086447"/>
                        <a:gd name="connsiteY117" fmla="*/ 77547 h 1372624"/>
                        <a:gd name="connsiteX118" fmla="*/ 723669 w 1086447"/>
                        <a:gd name="connsiteY118" fmla="*/ 77547 h 1372624"/>
                        <a:gd name="connsiteX119" fmla="*/ 722480 w 1086447"/>
                        <a:gd name="connsiteY119" fmla="*/ 85873 h 1372624"/>
                        <a:gd name="connsiteX120" fmla="*/ 735564 w 1086447"/>
                        <a:gd name="connsiteY120" fmla="*/ 59705 h 1372624"/>
                        <a:gd name="connsiteX121" fmla="*/ 743890 w 1086447"/>
                        <a:gd name="connsiteY121" fmla="*/ 59705 h 1372624"/>
                        <a:gd name="connsiteX122" fmla="*/ 754594 w 1086447"/>
                        <a:gd name="connsiteY122" fmla="*/ 59705 h 1372624"/>
                        <a:gd name="connsiteX123" fmla="*/ 768868 w 1086447"/>
                        <a:gd name="connsiteY123" fmla="*/ 57326 h 1372624"/>
                        <a:gd name="connsiteX124" fmla="*/ 770057 w 1086447"/>
                        <a:gd name="connsiteY124" fmla="*/ 56137 h 1372624"/>
                        <a:gd name="connsiteX125" fmla="*/ 768868 w 1086447"/>
                        <a:gd name="connsiteY125" fmla="*/ 41864 h 1372624"/>
                        <a:gd name="connsiteX126" fmla="*/ 770057 w 1086447"/>
                        <a:gd name="connsiteY126" fmla="*/ 41864 h 1372624"/>
                        <a:gd name="connsiteX127" fmla="*/ 777194 w 1086447"/>
                        <a:gd name="connsiteY127" fmla="*/ 40674 h 1372624"/>
                        <a:gd name="connsiteX128" fmla="*/ 776005 w 1086447"/>
                        <a:gd name="connsiteY128" fmla="*/ 47811 h 1372624"/>
                        <a:gd name="connsiteX129" fmla="*/ 777194 w 1086447"/>
                        <a:gd name="connsiteY129" fmla="*/ 57326 h 1372624"/>
                        <a:gd name="connsiteX130" fmla="*/ 829529 w 1086447"/>
                        <a:gd name="connsiteY130" fmla="*/ 50190 h 1372624"/>
                        <a:gd name="connsiteX131" fmla="*/ 829529 w 1086447"/>
                        <a:gd name="connsiteY131" fmla="*/ 51379 h 1372624"/>
                        <a:gd name="connsiteX132" fmla="*/ 837855 w 1086447"/>
                        <a:gd name="connsiteY132" fmla="*/ 52568 h 1372624"/>
                        <a:gd name="connsiteX133" fmla="*/ 856886 w 1086447"/>
                        <a:gd name="connsiteY133" fmla="*/ 58516 h 1372624"/>
                        <a:gd name="connsiteX134" fmla="*/ 867591 w 1086447"/>
                        <a:gd name="connsiteY134" fmla="*/ 58516 h 1372624"/>
                        <a:gd name="connsiteX135" fmla="*/ 869970 w 1086447"/>
                        <a:gd name="connsiteY135" fmla="*/ 52568 h 1372624"/>
                        <a:gd name="connsiteX136" fmla="*/ 883054 w 1086447"/>
                        <a:gd name="connsiteY136" fmla="*/ 52568 h 1372624"/>
                        <a:gd name="connsiteX137" fmla="*/ 883054 w 1086447"/>
                        <a:gd name="connsiteY137" fmla="*/ 44242 h 1372624"/>
                        <a:gd name="connsiteX138" fmla="*/ 861644 w 1086447"/>
                        <a:gd name="connsiteY138" fmla="*/ 31159 h 1372624"/>
                        <a:gd name="connsiteX139" fmla="*/ 847371 w 1086447"/>
                        <a:gd name="connsiteY139" fmla="*/ 26401 h 1372624"/>
                        <a:gd name="connsiteX140" fmla="*/ 804551 w 1086447"/>
                        <a:gd name="connsiteY140" fmla="*/ 10938 h 1372624"/>
                        <a:gd name="connsiteX141" fmla="*/ 799793 w 1086447"/>
                        <a:gd name="connsiteY141" fmla="*/ 13317 h 1372624"/>
                        <a:gd name="connsiteX142" fmla="*/ 790278 w 1086447"/>
                        <a:gd name="connsiteY142" fmla="*/ 3802 h 1372624"/>
                        <a:gd name="connsiteX143" fmla="*/ 781952 w 1086447"/>
                        <a:gd name="connsiteY143" fmla="*/ 4991 h 1372624"/>
                        <a:gd name="connsiteX144" fmla="*/ 771247 w 1086447"/>
                        <a:gd name="connsiteY144" fmla="*/ 2612 h 1372624"/>
                        <a:gd name="connsiteX145" fmla="*/ 752216 w 1086447"/>
                        <a:gd name="connsiteY145" fmla="*/ 233 h 1372624"/>
                        <a:gd name="connsiteX146" fmla="*/ 743890 w 1086447"/>
                        <a:gd name="connsiteY146" fmla="*/ 233 h 1372624"/>
                        <a:gd name="connsiteX147" fmla="*/ 739132 w 1086447"/>
                        <a:gd name="connsiteY147" fmla="*/ 233 h 1372624"/>
                        <a:gd name="connsiteX148" fmla="*/ 737942 w 1086447"/>
                        <a:gd name="connsiteY148" fmla="*/ 233 h 1372624"/>
                        <a:gd name="connsiteX149" fmla="*/ 739132 w 1086447"/>
                        <a:gd name="connsiteY149" fmla="*/ 10938 h 1372624"/>
                        <a:gd name="connsiteX150" fmla="*/ 739132 w 1086447"/>
                        <a:gd name="connsiteY150" fmla="*/ 13317 h 1372624"/>
                        <a:gd name="connsiteX151" fmla="*/ 730806 w 1086447"/>
                        <a:gd name="connsiteY151" fmla="*/ 9749 h 1372624"/>
                        <a:gd name="connsiteX152" fmla="*/ 730806 w 1086447"/>
                        <a:gd name="connsiteY152" fmla="*/ 6180 h 1372624"/>
                        <a:gd name="connsiteX153" fmla="*/ 721290 w 1086447"/>
                        <a:gd name="connsiteY153" fmla="*/ 233 h 1372624"/>
                        <a:gd name="connsiteX154" fmla="*/ 716533 w 1086447"/>
                        <a:gd name="connsiteY154" fmla="*/ 10938 h 1372624"/>
                        <a:gd name="connsiteX155" fmla="*/ 709396 w 1086447"/>
                        <a:gd name="connsiteY155" fmla="*/ 10938 h 1372624"/>
                        <a:gd name="connsiteX156" fmla="*/ 711775 w 1086447"/>
                        <a:gd name="connsiteY156" fmla="*/ 19264 h 1372624"/>
                        <a:gd name="connsiteX157" fmla="*/ 709396 w 1086447"/>
                        <a:gd name="connsiteY157" fmla="*/ 24022 h 1372624"/>
                        <a:gd name="connsiteX158" fmla="*/ 707017 w 1086447"/>
                        <a:gd name="connsiteY158" fmla="*/ 32348 h 1372624"/>
                        <a:gd name="connsiteX159" fmla="*/ 709396 w 1086447"/>
                        <a:gd name="connsiteY159" fmla="*/ 37106 h 1372624"/>
                        <a:gd name="connsiteX160" fmla="*/ 696312 w 1086447"/>
                        <a:gd name="connsiteY160" fmla="*/ 34727 h 1372624"/>
                        <a:gd name="connsiteX161" fmla="*/ 685607 w 1086447"/>
                        <a:gd name="connsiteY161" fmla="*/ 37106 h 1372624"/>
                        <a:gd name="connsiteX162" fmla="*/ 698691 w 1086447"/>
                        <a:gd name="connsiteY162" fmla="*/ 60895 h 1372624"/>
                        <a:gd name="connsiteX163" fmla="*/ 670145 w 1086447"/>
                        <a:gd name="connsiteY163" fmla="*/ 40674 h 1372624"/>
                        <a:gd name="connsiteX164" fmla="*/ 672524 w 1086447"/>
                        <a:gd name="connsiteY164" fmla="*/ 63273 h 1372624"/>
                        <a:gd name="connsiteX165" fmla="*/ 668955 w 1086447"/>
                        <a:gd name="connsiteY165" fmla="*/ 53758 h 1372624"/>
                        <a:gd name="connsiteX166" fmla="*/ 657061 w 1086447"/>
                        <a:gd name="connsiteY166" fmla="*/ 34727 h 1372624"/>
                        <a:gd name="connsiteX167" fmla="*/ 649924 w 1086447"/>
                        <a:gd name="connsiteY167" fmla="*/ 43053 h 1372624"/>
                        <a:gd name="connsiteX168" fmla="*/ 647545 w 1086447"/>
                        <a:gd name="connsiteY168" fmla="*/ 28780 h 1372624"/>
                        <a:gd name="connsiteX169" fmla="*/ 639219 w 1086447"/>
                        <a:gd name="connsiteY169" fmla="*/ 28780 h 1372624"/>
                        <a:gd name="connsiteX170" fmla="*/ 639219 w 1086447"/>
                        <a:gd name="connsiteY170" fmla="*/ 20454 h 1372624"/>
                        <a:gd name="connsiteX171" fmla="*/ 615431 w 1086447"/>
                        <a:gd name="connsiteY171" fmla="*/ 40674 h 1372624"/>
                        <a:gd name="connsiteX172" fmla="*/ 610673 w 1086447"/>
                        <a:gd name="connsiteY172" fmla="*/ 33537 h 1372624"/>
                        <a:gd name="connsiteX173" fmla="*/ 610673 w 1086447"/>
                        <a:gd name="connsiteY173" fmla="*/ 31159 h 1372624"/>
                        <a:gd name="connsiteX174" fmla="*/ 609484 w 1086447"/>
                        <a:gd name="connsiteY174" fmla="*/ 46621 h 1372624"/>
                        <a:gd name="connsiteX175" fmla="*/ 613052 w 1086447"/>
                        <a:gd name="connsiteY175" fmla="*/ 51379 h 1372624"/>
                        <a:gd name="connsiteX176" fmla="*/ 605915 w 1086447"/>
                        <a:gd name="connsiteY176" fmla="*/ 63273 h 1372624"/>
                        <a:gd name="connsiteX177" fmla="*/ 613052 w 1086447"/>
                        <a:gd name="connsiteY177" fmla="*/ 66842 h 1372624"/>
                        <a:gd name="connsiteX178" fmla="*/ 627325 w 1086447"/>
                        <a:gd name="connsiteY178" fmla="*/ 64463 h 1372624"/>
                        <a:gd name="connsiteX179" fmla="*/ 634462 w 1086447"/>
                        <a:gd name="connsiteY179" fmla="*/ 72789 h 1372624"/>
                        <a:gd name="connsiteX180" fmla="*/ 636840 w 1086447"/>
                        <a:gd name="connsiteY180" fmla="*/ 94199 h 1372624"/>
                        <a:gd name="connsiteX181" fmla="*/ 639219 w 1086447"/>
                        <a:gd name="connsiteY181" fmla="*/ 114419 h 1372624"/>
                        <a:gd name="connsiteX182" fmla="*/ 642788 w 1086447"/>
                        <a:gd name="connsiteY182" fmla="*/ 115609 h 1372624"/>
                        <a:gd name="connsiteX183" fmla="*/ 642788 w 1086447"/>
                        <a:gd name="connsiteY183" fmla="*/ 116798 h 1372624"/>
                        <a:gd name="connsiteX184" fmla="*/ 654682 w 1086447"/>
                        <a:gd name="connsiteY184" fmla="*/ 121556 h 1372624"/>
                        <a:gd name="connsiteX185" fmla="*/ 657061 w 1086447"/>
                        <a:gd name="connsiteY185" fmla="*/ 128692 h 1372624"/>
                        <a:gd name="connsiteX186" fmla="*/ 647545 w 1086447"/>
                        <a:gd name="connsiteY186" fmla="*/ 123935 h 1372624"/>
                        <a:gd name="connsiteX187" fmla="*/ 638030 w 1086447"/>
                        <a:gd name="connsiteY187" fmla="*/ 121556 h 1372624"/>
                        <a:gd name="connsiteX188" fmla="*/ 629704 w 1086447"/>
                        <a:gd name="connsiteY188" fmla="*/ 98956 h 1372624"/>
                        <a:gd name="connsiteX189" fmla="*/ 629704 w 1086447"/>
                        <a:gd name="connsiteY189" fmla="*/ 90630 h 1372624"/>
                        <a:gd name="connsiteX190" fmla="*/ 592832 w 1086447"/>
                        <a:gd name="connsiteY190" fmla="*/ 70410 h 1372624"/>
                        <a:gd name="connsiteX191" fmla="*/ 590453 w 1086447"/>
                        <a:gd name="connsiteY191" fmla="*/ 78736 h 1372624"/>
                        <a:gd name="connsiteX192" fmla="*/ 592832 w 1086447"/>
                        <a:gd name="connsiteY192" fmla="*/ 87062 h 1372624"/>
                        <a:gd name="connsiteX193" fmla="*/ 574990 w 1086447"/>
                        <a:gd name="connsiteY193" fmla="*/ 76357 h 1372624"/>
                        <a:gd name="connsiteX194" fmla="*/ 566664 w 1086447"/>
                        <a:gd name="connsiteY194" fmla="*/ 78736 h 1372624"/>
                        <a:gd name="connsiteX195" fmla="*/ 554770 w 1086447"/>
                        <a:gd name="connsiteY195" fmla="*/ 76357 h 1372624"/>
                        <a:gd name="connsiteX196" fmla="*/ 559527 w 1086447"/>
                        <a:gd name="connsiteY196" fmla="*/ 100146 h 1372624"/>
                        <a:gd name="connsiteX197" fmla="*/ 561906 w 1086447"/>
                        <a:gd name="connsiteY197" fmla="*/ 110851 h 1372624"/>
                        <a:gd name="connsiteX198" fmla="*/ 561906 w 1086447"/>
                        <a:gd name="connsiteY198" fmla="*/ 126313 h 1372624"/>
                        <a:gd name="connsiteX199" fmla="*/ 564285 w 1086447"/>
                        <a:gd name="connsiteY199" fmla="*/ 128692 h 1372624"/>
                        <a:gd name="connsiteX200" fmla="*/ 566664 w 1086447"/>
                        <a:gd name="connsiteY200" fmla="*/ 144155 h 1372624"/>
                        <a:gd name="connsiteX201" fmla="*/ 582126 w 1086447"/>
                        <a:gd name="connsiteY201" fmla="*/ 176270 h 1372624"/>
                        <a:gd name="connsiteX202" fmla="*/ 586884 w 1086447"/>
                        <a:gd name="connsiteY202" fmla="*/ 184596 h 1372624"/>
                        <a:gd name="connsiteX203" fmla="*/ 573801 w 1086447"/>
                        <a:gd name="connsiteY203" fmla="*/ 181027 h 1372624"/>
                        <a:gd name="connsiteX204" fmla="*/ 573801 w 1086447"/>
                        <a:gd name="connsiteY204" fmla="*/ 173891 h 1372624"/>
                        <a:gd name="connsiteX205" fmla="*/ 564285 w 1086447"/>
                        <a:gd name="connsiteY205" fmla="*/ 173891 h 1372624"/>
                        <a:gd name="connsiteX206" fmla="*/ 561906 w 1086447"/>
                        <a:gd name="connsiteY206" fmla="*/ 165565 h 1372624"/>
                        <a:gd name="connsiteX207" fmla="*/ 553580 w 1086447"/>
                        <a:gd name="connsiteY207" fmla="*/ 176270 h 1372624"/>
                        <a:gd name="connsiteX208" fmla="*/ 541686 w 1086447"/>
                        <a:gd name="connsiteY208" fmla="*/ 173891 h 1372624"/>
                        <a:gd name="connsiteX209" fmla="*/ 541686 w 1086447"/>
                        <a:gd name="connsiteY209" fmla="*/ 172701 h 1372624"/>
                        <a:gd name="connsiteX210" fmla="*/ 533360 w 1086447"/>
                        <a:gd name="connsiteY210" fmla="*/ 154860 h 1372624"/>
                        <a:gd name="connsiteX211" fmla="*/ 527413 w 1086447"/>
                        <a:gd name="connsiteY211" fmla="*/ 141776 h 1372624"/>
                        <a:gd name="connsiteX212" fmla="*/ 522655 w 1086447"/>
                        <a:gd name="connsiteY212" fmla="*/ 106093 h 1372624"/>
                        <a:gd name="connsiteX213" fmla="*/ 496487 w 1086447"/>
                        <a:gd name="connsiteY213" fmla="*/ 81115 h 1372624"/>
                        <a:gd name="connsiteX214" fmla="*/ 496487 w 1086447"/>
                        <a:gd name="connsiteY214" fmla="*/ 82304 h 1372624"/>
                        <a:gd name="connsiteX215" fmla="*/ 494108 w 1086447"/>
                        <a:gd name="connsiteY215" fmla="*/ 91820 h 1372624"/>
                        <a:gd name="connsiteX216" fmla="*/ 491730 w 1086447"/>
                        <a:gd name="connsiteY216" fmla="*/ 139397 h 1372624"/>
                        <a:gd name="connsiteX217" fmla="*/ 490540 w 1086447"/>
                        <a:gd name="connsiteY217" fmla="*/ 150102 h 1372624"/>
                        <a:gd name="connsiteX218" fmla="*/ 486972 w 1086447"/>
                        <a:gd name="connsiteY218" fmla="*/ 150102 h 1372624"/>
                        <a:gd name="connsiteX219" fmla="*/ 477456 w 1086447"/>
                        <a:gd name="connsiteY219" fmla="*/ 147723 h 1372624"/>
                        <a:gd name="connsiteX220" fmla="*/ 465562 w 1086447"/>
                        <a:gd name="connsiteY220" fmla="*/ 142966 h 1372624"/>
                        <a:gd name="connsiteX221" fmla="*/ 467941 w 1086447"/>
                        <a:gd name="connsiteY221" fmla="*/ 147723 h 1372624"/>
                        <a:gd name="connsiteX222" fmla="*/ 466751 w 1086447"/>
                        <a:gd name="connsiteY222" fmla="*/ 157239 h 1372624"/>
                        <a:gd name="connsiteX223" fmla="*/ 452478 w 1086447"/>
                        <a:gd name="connsiteY223" fmla="*/ 132261 h 1372624"/>
                        <a:gd name="connsiteX224" fmla="*/ 444152 w 1086447"/>
                        <a:gd name="connsiteY224" fmla="*/ 123935 h 1372624"/>
                        <a:gd name="connsiteX225" fmla="*/ 444152 w 1086447"/>
                        <a:gd name="connsiteY225" fmla="*/ 125124 h 1372624"/>
                        <a:gd name="connsiteX226" fmla="*/ 439394 w 1086447"/>
                        <a:gd name="connsiteY226" fmla="*/ 134639 h 1372624"/>
                        <a:gd name="connsiteX227" fmla="*/ 426311 w 1086447"/>
                        <a:gd name="connsiteY227" fmla="*/ 153670 h 1372624"/>
                        <a:gd name="connsiteX228" fmla="*/ 417984 w 1086447"/>
                        <a:gd name="connsiteY228" fmla="*/ 164375 h 1372624"/>
                        <a:gd name="connsiteX229" fmla="*/ 417984 w 1086447"/>
                        <a:gd name="connsiteY229" fmla="*/ 165565 h 1372624"/>
                        <a:gd name="connsiteX230" fmla="*/ 412037 w 1086447"/>
                        <a:gd name="connsiteY230" fmla="*/ 166754 h 1372624"/>
                        <a:gd name="connsiteX231" fmla="*/ 412037 w 1086447"/>
                        <a:gd name="connsiteY231" fmla="*/ 164375 h 1372624"/>
                        <a:gd name="connsiteX232" fmla="*/ 412037 w 1086447"/>
                        <a:gd name="connsiteY232" fmla="*/ 161996 h 1372624"/>
                        <a:gd name="connsiteX233" fmla="*/ 415605 w 1086447"/>
                        <a:gd name="connsiteY233" fmla="*/ 151292 h 1372624"/>
                        <a:gd name="connsiteX234" fmla="*/ 427500 w 1086447"/>
                        <a:gd name="connsiteY234" fmla="*/ 125124 h 1372624"/>
                        <a:gd name="connsiteX235" fmla="*/ 432258 w 1086447"/>
                        <a:gd name="connsiteY235" fmla="*/ 123935 h 1372624"/>
                        <a:gd name="connsiteX236" fmla="*/ 440584 w 1086447"/>
                        <a:gd name="connsiteY236" fmla="*/ 77547 h 1372624"/>
                        <a:gd name="connsiteX237" fmla="*/ 414416 w 1086447"/>
                        <a:gd name="connsiteY237" fmla="*/ 78736 h 1372624"/>
                        <a:gd name="connsiteX238" fmla="*/ 420363 w 1086447"/>
                        <a:gd name="connsiteY238" fmla="*/ 93009 h 1372624"/>
                        <a:gd name="connsiteX239" fmla="*/ 416795 w 1086447"/>
                        <a:gd name="connsiteY239" fmla="*/ 95388 h 1372624"/>
                        <a:gd name="connsiteX240" fmla="*/ 413227 w 1086447"/>
                        <a:gd name="connsiteY240" fmla="*/ 84683 h 1372624"/>
                        <a:gd name="connsiteX241" fmla="*/ 401332 w 1086447"/>
                        <a:gd name="connsiteY241" fmla="*/ 100146 h 1372624"/>
                        <a:gd name="connsiteX242" fmla="*/ 397764 w 1086447"/>
                        <a:gd name="connsiteY242" fmla="*/ 100146 h 1372624"/>
                        <a:gd name="connsiteX243" fmla="*/ 397764 w 1086447"/>
                        <a:gd name="connsiteY243" fmla="*/ 91820 h 1372624"/>
                        <a:gd name="connsiteX244" fmla="*/ 382301 w 1086447"/>
                        <a:gd name="connsiteY244" fmla="*/ 89441 h 1372624"/>
                        <a:gd name="connsiteX245" fmla="*/ 363270 w 1086447"/>
                        <a:gd name="connsiteY245" fmla="*/ 91820 h 1372624"/>
                        <a:gd name="connsiteX246" fmla="*/ 351376 w 1086447"/>
                        <a:gd name="connsiteY246" fmla="*/ 91820 h 1372624"/>
                        <a:gd name="connsiteX247" fmla="*/ 337103 w 1086447"/>
                        <a:gd name="connsiteY247" fmla="*/ 98956 h 1372624"/>
                        <a:gd name="connsiteX248" fmla="*/ 345429 w 1086447"/>
                        <a:gd name="connsiteY248" fmla="*/ 138208 h 1372624"/>
                        <a:gd name="connsiteX249" fmla="*/ 347808 w 1086447"/>
                        <a:gd name="connsiteY249" fmla="*/ 153670 h 1372624"/>
                        <a:gd name="connsiteX250" fmla="*/ 343050 w 1086447"/>
                        <a:gd name="connsiteY250" fmla="*/ 151292 h 1372624"/>
                        <a:gd name="connsiteX251" fmla="*/ 343050 w 1086447"/>
                        <a:gd name="connsiteY251" fmla="*/ 148913 h 1372624"/>
                        <a:gd name="connsiteX252" fmla="*/ 332345 w 1086447"/>
                        <a:gd name="connsiteY252" fmla="*/ 138208 h 1372624"/>
                        <a:gd name="connsiteX253" fmla="*/ 332345 w 1086447"/>
                        <a:gd name="connsiteY253" fmla="*/ 128692 h 1372624"/>
                        <a:gd name="connsiteX254" fmla="*/ 332345 w 1086447"/>
                        <a:gd name="connsiteY254" fmla="*/ 115609 h 1372624"/>
                        <a:gd name="connsiteX255" fmla="*/ 332345 w 1086447"/>
                        <a:gd name="connsiteY255" fmla="*/ 114419 h 1372624"/>
                        <a:gd name="connsiteX256" fmla="*/ 326398 w 1086447"/>
                        <a:gd name="connsiteY256" fmla="*/ 112040 h 1372624"/>
                        <a:gd name="connsiteX257" fmla="*/ 326398 w 1086447"/>
                        <a:gd name="connsiteY257" fmla="*/ 102525 h 1372624"/>
                        <a:gd name="connsiteX258" fmla="*/ 321640 w 1086447"/>
                        <a:gd name="connsiteY258" fmla="*/ 103714 h 1372624"/>
                        <a:gd name="connsiteX259" fmla="*/ 312125 w 1086447"/>
                        <a:gd name="connsiteY259" fmla="*/ 106093 h 1372624"/>
                        <a:gd name="connsiteX260" fmla="*/ 302609 w 1086447"/>
                        <a:gd name="connsiteY260" fmla="*/ 114419 h 1372624"/>
                        <a:gd name="connsiteX261" fmla="*/ 297851 w 1086447"/>
                        <a:gd name="connsiteY261" fmla="*/ 134639 h 1372624"/>
                        <a:gd name="connsiteX262" fmla="*/ 302609 w 1086447"/>
                        <a:gd name="connsiteY262" fmla="*/ 144155 h 1372624"/>
                        <a:gd name="connsiteX263" fmla="*/ 293094 w 1086447"/>
                        <a:gd name="connsiteY263" fmla="*/ 152481 h 1372624"/>
                        <a:gd name="connsiteX264" fmla="*/ 288336 w 1086447"/>
                        <a:gd name="connsiteY264" fmla="*/ 152481 h 1372624"/>
                        <a:gd name="connsiteX265" fmla="*/ 284768 w 1086447"/>
                        <a:gd name="connsiteY265" fmla="*/ 167944 h 1372624"/>
                        <a:gd name="connsiteX266" fmla="*/ 276442 w 1086447"/>
                        <a:gd name="connsiteY266" fmla="*/ 170323 h 1372624"/>
                        <a:gd name="connsiteX267" fmla="*/ 265737 w 1086447"/>
                        <a:gd name="connsiteY267" fmla="*/ 159618 h 1372624"/>
                        <a:gd name="connsiteX268" fmla="*/ 260979 w 1086447"/>
                        <a:gd name="connsiteY268" fmla="*/ 154860 h 1372624"/>
                        <a:gd name="connsiteX269" fmla="*/ 252653 w 1086447"/>
                        <a:gd name="connsiteY269" fmla="*/ 160807 h 1372624"/>
                        <a:gd name="connsiteX270" fmla="*/ 250274 w 1086447"/>
                        <a:gd name="connsiteY270" fmla="*/ 192922 h 1372624"/>
                        <a:gd name="connsiteX271" fmla="*/ 247895 w 1086447"/>
                        <a:gd name="connsiteY271" fmla="*/ 196490 h 1372624"/>
                        <a:gd name="connsiteX272" fmla="*/ 245516 w 1086447"/>
                        <a:gd name="connsiteY272" fmla="*/ 176270 h 1372624"/>
                        <a:gd name="connsiteX273" fmla="*/ 245516 w 1086447"/>
                        <a:gd name="connsiteY273" fmla="*/ 160807 h 1372624"/>
                        <a:gd name="connsiteX274" fmla="*/ 224107 w 1086447"/>
                        <a:gd name="connsiteY274" fmla="*/ 169133 h 1372624"/>
                        <a:gd name="connsiteX275" fmla="*/ 211023 w 1086447"/>
                        <a:gd name="connsiteY275" fmla="*/ 182217 h 1372624"/>
                        <a:gd name="connsiteX276" fmla="*/ 211023 w 1086447"/>
                        <a:gd name="connsiteY276" fmla="*/ 190543 h 1372624"/>
                        <a:gd name="connsiteX277" fmla="*/ 200318 w 1086447"/>
                        <a:gd name="connsiteY277" fmla="*/ 190543 h 1372624"/>
                        <a:gd name="connsiteX278" fmla="*/ 178908 w 1086447"/>
                        <a:gd name="connsiteY278" fmla="*/ 203627 h 1372624"/>
                        <a:gd name="connsiteX279" fmla="*/ 176529 w 1086447"/>
                        <a:gd name="connsiteY279" fmla="*/ 211953 h 1372624"/>
                        <a:gd name="connsiteX280" fmla="*/ 163445 w 1086447"/>
                        <a:gd name="connsiteY280" fmla="*/ 225037 h 1372624"/>
                        <a:gd name="connsiteX281" fmla="*/ 165824 w 1086447"/>
                        <a:gd name="connsiteY281" fmla="*/ 235741 h 1372624"/>
                        <a:gd name="connsiteX282" fmla="*/ 181287 w 1086447"/>
                        <a:gd name="connsiteY282" fmla="*/ 235741 h 1372624"/>
                        <a:gd name="connsiteX283" fmla="*/ 189613 w 1086447"/>
                        <a:gd name="connsiteY283" fmla="*/ 242878 h 1372624"/>
                        <a:gd name="connsiteX284" fmla="*/ 208644 w 1086447"/>
                        <a:gd name="connsiteY284" fmla="*/ 232173 h 1372624"/>
                        <a:gd name="connsiteX285" fmla="*/ 219349 w 1086447"/>
                        <a:gd name="connsiteY285" fmla="*/ 230984 h 1372624"/>
                        <a:gd name="connsiteX286" fmla="*/ 196749 w 1086447"/>
                        <a:gd name="connsiteY286" fmla="*/ 244068 h 1372624"/>
                        <a:gd name="connsiteX287" fmla="*/ 195560 w 1086447"/>
                        <a:gd name="connsiteY287" fmla="*/ 246446 h 1372624"/>
                        <a:gd name="connsiteX288" fmla="*/ 200318 w 1086447"/>
                        <a:gd name="connsiteY288" fmla="*/ 251204 h 1372624"/>
                        <a:gd name="connsiteX289" fmla="*/ 208644 w 1086447"/>
                        <a:gd name="connsiteY289" fmla="*/ 251204 h 1372624"/>
                        <a:gd name="connsiteX290" fmla="*/ 205076 w 1086447"/>
                        <a:gd name="connsiteY290" fmla="*/ 259530 h 1372624"/>
                        <a:gd name="connsiteX291" fmla="*/ 200318 w 1086447"/>
                        <a:gd name="connsiteY291" fmla="*/ 260720 h 1372624"/>
                        <a:gd name="connsiteX292" fmla="*/ 187234 w 1086447"/>
                        <a:gd name="connsiteY292" fmla="*/ 265477 h 1372624"/>
                        <a:gd name="connsiteX293" fmla="*/ 189613 w 1086447"/>
                        <a:gd name="connsiteY293" fmla="*/ 274993 h 1372624"/>
                        <a:gd name="connsiteX294" fmla="*/ 155119 w 1086447"/>
                        <a:gd name="connsiteY294" fmla="*/ 310676 h 1372624"/>
                        <a:gd name="connsiteX295" fmla="*/ 144414 w 1086447"/>
                        <a:gd name="connsiteY295" fmla="*/ 305918 h 1372624"/>
                        <a:gd name="connsiteX296" fmla="*/ 125383 w 1086447"/>
                        <a:gd name="connsiteY296" fmla="*/ 303539 h 1372624"/>
                        <a:gd name="connsiteX297" fmla="*/ 100405 w 1086447"/>
                        <a:gd name="connsiteY297" fmla="*/ 303539 h 1372624"/>
                        <a:gd name="connsiteX298" fmla="*/ 96837 w 1086447"/>
                        <a:gd name="connsiteY298" fmla="*/ 305918 h 1372624"/>
                        <a:gd name="connsiteX299" fmla="*/ 96837 w 1086447"/>
                        <a:gd name="connsiteY299" fmla="*/ 314244 h 1372624"/>
                        <a:gd name="connsiteX300" fmla="*/ 84943 w 1086447"/>
                        <a:gd name="connsiteY300" fmla="*/ 314244 h 1372624"/>
                        <a:gd name="connsiteX301" fmla="*/ 54017 w 1086447"/>
                        <a:gd name="connsiteY301" fmla="*/ 319002 h 1372624"/>
                        <a:gd name="connsiteX302" fmla="*/ 54017 w 1086447"/>
                        <a:gd name="connsiteY302" fmla="*/ 320191 h 1372624"/>
                        <a:gd name="connsiteX303" fmla="*/ 39744 w 1086447"/>
                        <a:gd name="connsiteY303" fmla="*/ 321381 h 1372624"/>
                        <a:gd name="connsiteX304" fmla="*/ 38555 w 1086447"/>
                        <a:gd name="connsiteY304" fmla="*/ 321381 h 1372624"/>
                        <a:gd name="connsiteX305" fmla="*/ 30229 w 1086447"/>
                        <a:gd name="connsiteY305" fmla="*/ 322570 h 1372624"/>
                        <a:gd name="connsiteX306" fmla="*/ 30229 w 1086447"/>
                        <a:gd name="connsiteY306" fmla="*/ 321381 h 1372624"/>
                        <a:gd name="connsiteX307" fmla="*/ 21903 w 1086447"/>
                        <a:gd name="connsiteY307" fmla="*/ 323760 h 1372624"/>
                        <a:gd name="connsiteX308" fmla="*/ 7629 w 1086447"/>
                        <a:gd name="connsiteY308" fmla="*/ 335654 h 1372624"/>
                        <a:gd name="connsiteX309" fmla="*/ 17145 w 1086447"/>
                        <a:gd name="connsiteY309" fmla="*/ 340412 h 1372624"/>
                        <a:gd name="connsiteX310" fmla="*/ 1682 w 1086447"/>
                        <a:gd name="connsiteY310" fmla="*/ 349927 h 1372624"/>
                        <a:gd name="connsiteX311" fmla="*/ 14766 w 1086447"/>
                        <a:gd name="connsiteY311" fmla="*/ 368958 h 1372624"/>
                        <a:gd name="connsiteX312" fmla="*/ 24281 w 1086447"/>
                        <a:gd name="connsiteY312" fmla="*/ 372526 h 1372624"/>
                        <a:gd name="connsiteX313" fmla="*/ 20713 w 1086447"/>
                        <a:gd name="connsiteY313" fmla="*/ 382042 h 1372624"/>
                        <a:gd name="connsiteX314" fmla="*/ 31418 w 1086447"/>
                        <a:gd name="connsiteY314" fmla="*/ 382042 h 1372624"/>
                        <a:gd name="connsiteX315" fmla="*/ 39744 w 1086447"/>
                        <a:gd name="connsiteY315" fmla="*/ 376095 h 1372624"/>
                        <a:gd name="connsiteX316" fmla="*/ 44502 w 1086447"/>
                        <a:gd name="connsiteY316" fmla="*/ 376095 h 1372624"/>
                        <a:gd name="connsiteX317" fmla="*/ 42123 w 1086447"/>
                        <a:gd name="connsiteY317" fmla="*/ 382042 h 1372624"/>
                        <a:gd name="connsiteX318" fmla="*/ 37365 w 1086447"/>
                        <a:gd name="connsiteY318" fmla="*/ 386800 h 1372624"/>
                        <a:gd name="connsiteX319" fmla="*/ 29039 w 1086447"/>
                        <a:gd name="connsiteY319" fmla="*/ 389179 h 1372624"/>
                        <a:gd name="connsiteX320" fmla="*/ 32608 w 1086447"/>
                        <a:gd name="connsiteY320" fmla="*/ 393936 h 1372624"/>
                        <a:gd name="connsiteX321" fmla="*/ 46881 w 1086447"/>
                        <a:gd name="connsiteY321" fmla="*/ 392747 h 1372624"/>
                        <a:gd name="connsiteX322" fmla="*/ 32608 w 1086447"/>
                        <a:gd name="connsiteY322" fmla="*/ 401073 h 1372624"/>
                        <a:gd name="connsiteX323" fmla="*/ 55207 w 1086447"/>
                        <a:gd name="connsiteY323" fmla="*/ 410588 h 1372624"/>
                        <a:gd name="connsiteX324" fmla="*/ 56396 w 1086447"/>
                        <a:gd name="connsiteY324" fmla="*/ 397505 h 1372624"/>
                        <a:gd name="connsiteX325" fmla="*/ 63533 w 1086447"/>
                        <a:gd name="connsiteY325" fmla="*/ 408210 h 1372624"/>
                        <a:gd name="connsiteX326" fmla="*/ 69480 w 1086447"/>
                        <a:gd name="connsiteY326" fmla="*/ 408210 h 1372624"/>
                        <a:gd name="connsiteX327" fmla="*/ 80185 w 1086447"/>
                        <a:gd name="connsiteY327" fmla="*/ 408210 h 1372624"/>
                        <a:gd name="connsiteX328" fmla="*/ 90890 w 1086447"/>
                        <a:gd name="connsiteY328" fmla="*/ 405831 h 1372624"/>
                        <a:gd name="connsiteX329" fmla="*/ 99216 w 1086447"/>
                        <a:gd name="connsiteY329" fmla="*/ 420104 h 1372624"/>
                        <a:gd name="connsiteX330" fmla="*/ 90890 w 1086447"/>
                        <a:gd name="connsiteY330" fmla="*/ 423672 h 1372624"/>
                        <a:gd name="connsiteX331" fmla="*/ 92079 w 1086447"/>
                        <a:gd name="connsiteY331" fmla="*/ 431998 h 1372624"/>
                        <a:gd name="connsiteX332" fmla="*/ 73048 w 1086447"/>
                        <a:gd name="connsiteY332" fmla="*/ 421293 h 1372624"/>
                        <a:gd name="connsiteX333" fmla="*/ 48070 w 1086447"/>
                        <a:gd name="connsiteY333" fmla="*/ 423672 h 1372624"/>
                        <a:gd name="connsiteX334" fmla="*/ 49260 w 1086447"/>
                        <a:gd name="connsiteY334" fmla="*/ 426051 h 1372624"/>
                        <a:gd name="connsiteX335" fmla="*/ 62343 w 1086447"/>
                        <a:gd name="connsiteY335" fmla="*/ 428430 h 1372624"/>
                        <a:gd name="connsiteX336" fmla="*/ 83753 w 1086447"/>
                        <a:gd name="connsiteY336" fmla="*/ 439135 h 1372624"/>
                        <a:gd name="connsiteX337" fmla="*/ 82564 w 1086447"/>
                        <a:gd name="connsiteY337" fmla="*/ 439135 h 1372624"/>
                        <a:gd name="connsiteX338" fmla="*/ 74238 w 1086447"/>
                        <a:gd name="connsiteY338" fmla="*/ 439135 h 1372624"/>
                        <a:gd name="connsiteX339" fmla="*/ 12387 w 1086447"/>
                        <a:gd name="connsiteY339" fmla="*/ 423672 h 1372624"/>
                        <a:gd name="connsiteX340" fmla="*/ 1682 w 1086447"/>
                        <a:gd name="connsiteY340" fmla="*/ 430809 h 1372624"/>
                        <a:gd name="connsiteX341" fmla="*/ 493 w 1086447"/>
                        <a:gd name="connsiteY341" fmla="*/ 439135 h 1372624"/>
                        <a:gd name="connsiteX342" fmla="*/ 4061 w 1086447"/>
                        <a:gd name="connsiteY342" fmla="*/ 443893 h 1372624"/>
                        <a:gd name="connsiteX343" fmla="*/ 5250 w 1086447"/>
                        <a:gd name="connsiteY343" fmla="*/ 453408 h 1372624"/>
                        <a:gd name="connsiteX344" fmla="*/ 7629 w 1086447"/>
                        <a:gd name="connsiteY344" fmla="*/ 453408 h 1372624"/>
                        <a:gd name="connsiteX345" fmla="*/ 17145 w 1086447"/>
                        <a:gd name="connsiteY345" fmla="*/ 448650 h 1372624"/>
                        <a:gd name="connsiteX346" fmla="*/ 17145 w 1086447"/>
                        <a:gd name="connsiteY346" fmla="*/ 446271 h 1372624"/>
                        <a:gd name="connsiteX347" fmla="*/ 23092 w 1086447"/>
                        <a:gd name="connsiteY347" fmla="*/ 446271 h 1372624"/>
                        <a:gd name="connsiteX348" fmla="*/ 14766 w 1086447"/>
                        <a:gd name="connsiteY348" fmla="*/ 454597 h 1372624"/>
                        <a:gd name="connsiteX349" fmla="*/ 38555 w 1086447"/>
                        <a:gd name="connsiteY349" fmla="*/ 472439 h 1372624"/>
                        <a:gd name="connsiteX350" fmla="*/ 34986 w 1086447"/>
                        <a:gd name="connsiteY350" fmla="*/ 479576 h 1372624"/>
                        <a:gd name="connsiteX351" fmla="*/ 10008 w 1086447"/>
                        <a:gd name="connsiteY351" fmla="*/ 484333 h 1372624"/>
                        <a:gd name="connsiteX352" fmla="*/ 10008 w 1086447"/>
                        <a:gd name="connsiteY352" fmla="*/ 492659 h 1372624"/>
                        <a:gd name="connsiteX353" fmla="*/ 18334 w 1086447"/>
                        <a:gd name="connsiteY353" fmla="*/ 502175 h 1372624"/>
                        <a:gd name="connsiteX354" fmla="*/ 26660 w 1086447"/>
                        <a:gd name="connsiteY354" fmla="*/ 512880 h 1372624"/>
                        <a:gd name="connsiteX355" fmla="*/ 26660 w 1086447"/>
                        <a:gd name="connsiteY355" fmla="*/ 512880 h 1372624"/>
                        <a:gd name="connsiteX356" fmla="*/ 26660 w 1086447"/>
                        <a:gd name="connsiteY356" fmla="*/ 512880 h 1372624"/>
                        <a:gd name="connsiteX357" fmla="*/ 29039 w 1086447"/>
                        <a:gd name="connsiteY357" fmla="*/ 514069 h 1372624"/>
                        <a:gd name="connsiteX358" fmla="*/ 29039 w 1086447"/>
                        <a:gd name="connsiteY358" fmla="*/ 512880 h 1372624"/>
                        <a:gd name="connsiteX359" fmla="*/ 29039 w 1086447"/>
                        <a:gd name="connsiteY359" fmla="*/ 512880 h 1372624"/>
                        <a:gd name="connsiteX360" fmla="*/ 29039 w 1086447"/>
                        <a:gd name="connsiteY360" fmla="*/ 512880 h 1372624"/>
                        <a:gd name="connsiteX361" fmla="*/ 29039 w 1086447"/>
                        <a:gd name="connsiteY361" fmla="*/ 514069 h 1372624"/>
                        <a:gd name="connsiteX362" fmla="*/ 39744 w 1086447"/>
                        <a:gd name="connsiteY362" fmla="*/ 522395 h 1372624"/>
                        <a:gd name="connsiteX363" fmla="*/ 50449 w 1086447"/>
                        <a:gd name="connsiteY363" fmla="*/ 527153 h 1372624"/>
                        <a:gd name="connsiteX364" fmla="*/ 50449 w 1086447"/>
                        <a:gd name="connsiteY364" fmla="*/ 522395 h 1372624"/>
                        <a:gd name="connsiteX365" fmla="*/ 52828 w 1086447"/>
                        <a:gd name="connsiteY365" fmla="*/ 509311 h 1372624"/>
                        <a:gd name="connsiteX366" fmla="*/ 57586 w 1086447"/>
                        <a:gd name="connsiteY366" fmla="*/ 504554 h 1372624"/>
                        <a:gd name="connsiteX367" fmla="*/ 59964 w 1086447"/>
                        <a:gd name="connsiteY367" fmla="*/ 517638 h 1372624"/>
                        <a:gd name="connsiteX368" fmla="*/ 75427 w 1086447"/>
                        <a:gd name="connsiteY368" fmla="*/ 514069 h 1372624"/>
                        <a:gd name="connsiteX369" fmla="*/ 75427 w 1086447"/>
                        <a:gd name="connsiteY369" fmla="*/ 528342 h 1372624"/>
                        <a:gd name="connsiteX370" fmla="*/ 77806 w 1086447"/>
                        <a:gd name="connsiteY370" fmla="*/ 518827 h 1372624"/>
                        <a:gd name="connsiteX371" fmla="*/ 86132 w 1086447"/>
                        <a:gd name="connsiteY371" fmla="*/ 521206 h 1372624"/>
                        <a:gd name="connsiteX372" fmla="*/ 88511 w 1086447"/>
                        <a:gd name="connsiteY372" fmla="*/ 523585 h 1372624"/>
                        <a:gd name="connsiteX373" fmla="*/ 96837 w 1086447"/>
                        <a:gd name="connsiteY373" fmla="*/ 515259 h 1372624"/>
                        <a:gd name="connsiteX374" fmla="*/ 102784 w 1086447"/>
                        <a:gd name="connsiteY374" fmla="*/ 518827 h 1372624"/>
                        <a:gd name="connsiteX375" fmla="*/ 101595 w 1086447"/>
                        <a:gd name="connsiteY375" fmla="*/ 529532 h 1372624"/>
                        <a:gd name="connsiteX376" fmla="*/ 112300 w 1086447"/>
                        <a:gd name="connsiteY376" fmla="*/ 516448 h 1372624"/>
                        <a:gd name="connsiteX377" fmla="*/ 121815 w 1086447"/>
                        <a:gd name="connsiteY377" fmla="*/ 516448 h 1372624"/>
                        <a:gd name="connsiteX378" fmla="*/ 144414 w 1086447"/>
                        <a:gd name="connsiteY378" fmla="*/ 529532 h 1372624"/>
                        <a:gd name="connsiteX379" fmla="*/ 147983 w 1086447"/>
                        <a:gd name="connsiteY379" fmla="*/ 527153 h 1372624"/>
                        <a:gd name="connsiteX380" fmla="*/ 156309 w 1086447"/>
                        <a:gd name="connsiteY380" fmla="*/ 535479 h 1372624"/>
                        <a:gd name="connsiteX381" fmla="*/ 157498 w 1086447"/>
                        <a:gd name="connsiteY381" fmla="*/ 535479 h 1372624"/>
                        <a:gd name="connsiteX382" fmla="*/ 157498 w 1086447"/>
                        <a:gd name="connsiteY382" fmla="*/ 543805 h 1372624"/>
                        <a:gd name="connsiteX383" fmla="*/ 167014 w 1086447"/>
                        <a:gd name="connsiteY383" fmla="*/ 546184 h 1372624"/>
                        <a:gd name="connsiteX384" fmla="*/ 171771 w 1086447"/>
                        <a:gd name="connsiteY384" fmla="*/ 554510 h 1372624"/>
                        <a:gd name="connsiteX385" fmla="*/ 178908 w 1086447"/>
                        <a:gd name="connsiteY385" fmla="*/ 552131 h 1372624"/>
                        <a:gd name="connsiteX386" fmla="*/ 181287 w 1086447"/>
                        <a:gd name="connsiteY386" fmla="*/ 554510 h 1372624"/>
                        <a:gd name="connsiteX387" fmla="*/ 193181 w 1086447"/>
                        <a:gd name="connsiteY387" fmla="*/ 567594 h 1372624"/>
                        <a:gd name="connsiteX388" fmla="*/ 188424 w 1086447"/>
                        <a:gd name="connsiteY388" fmla="*/ 589004 h 1372624"/>
                        <a:gd name="connsiteX389" fmla="*/ 193181 w 1086447"/>
                        <a:gd name="connsiteY389" fmla="*/ 590193 h 1372624"/>
                        <a:gd name="connsiteX390" fmla="*/ 182476 w 1086447"/>
                        <a:gd name="connsiteY390" fmla="*/ 600898 h 1372624"/>
                        <a:gd name="connsiteX391" fmla="*/ 195560 w 1086447"/>
                        <a:gd name="connsiteY391" fmla="*/ 618740 h 1372624"/>
                        <a:gd name="connsiteX392" fmla="*/ 203886 w 1086447"/>
                        <a:gd name="connsiteY392" fmla="*/ 640149 h 1372624"/>
                        <a:gd name="connsiteX393" fmla="*/ 209833 w 1086447"/>
                        <a:gd name="connsiteY393" fmla="*/ 652044 h 1372624"/>
                        <a:gd name="connsiteX394" fmla="*/ 196749 w 1086447"/>
                        <a:gd name="connsiteY394" fmla="*/ 666317 h 1372624"/>
                        <a:gd name="connsiteX395" fmla="*/ 188424 w 1086447"/>
                        <a:gd name="connsiteY395" fmla="*/ 674643 h 1372624"/>
                        <a:gd name="connsiteX396" fmla="*/ 197939 w 1086447"/>
                        <a:gd name="connsiteY396" fmla="*/ 669885 h 1372624"/>
                        <a:gd name="connsiteX397" fmla="*/ 201507 w 1086447"/>
                        <a:gd name="connsiteY397" fmla="*/ 667506 h 1372624"/>
                        <a:gd name="connsiteX398" fmla="*/ 205076 w 1086447"/>
                        <a:gd name="connsiteY398" fmla="*/ 667506 h 1372624"/>
                        <a:gd name="connsiteX399" fmla="*/ 203886 w 1086447"/>
                        <a:gd name="connsiteY399" fmla="*/ 672264 h 1372624"/>
                        <a:gd name="connsiteX400" fmla="*/ 206265 w 1086447"/>
                        <a:gd name="connsiteY400" fmla="*/ 691295 h 1372624"/>
                        <a:gd name="connsiteX401" fmla="*/ 203886 w 1086447"/>
                        <a:gd name="connsiteY401" fmla="*/ 705568 h 1372624"/>
                        <a:gd name="connsiteX402" fmla="*/ 203886 w 1086447"/>
                        <a:gd name="connsiteY402" fmla="*/ 706758 h 1372624"/>
                        <a:gd name="connsiteX403" fmla="*/ 201507 w 1086447"/>
                        <a:gd name="connsiteY403" fmla="*/ 711515 h 1372624"/>
                        <a:gd name="connsiteX404" fmla="*/ 203886 w 1086447"/>
                        <a:gd name="connsiteY404" fmla="*/ 716273 h 1372624"/>
                        <a:gd name="connsiteX405" fmla="*/ 209833 w 1086447"/>
                        <a:gd name="connsiteY405" fmla="*/ 721031 h 1372624"/>
                        <a:gd name="connsiteX406" fmla="*/ 207454 w 1086447"/>
                        <a:gd name="connsiteY406" fmla="*/ 729357 h 1372624"/>
                        <a:gd name="connsiteX407" fmla="*/ 196749 w 1086447"/>
                        <a:gd name="connsiteY407" fmla="*/ 731736 h 1372624"/>
                        <a:gd name="connsiteX408" fmla="*/ 199129 w 1086447"/>
                        <a:gd name="connsiteY408" fmla="*/ 737683 h 1372624"/>
                        <a:gd name="connsiteX409" fmla="*/ 211023 w 1086447"/>
                        <a:gd name="connsiteY409" fmla="*/ 742441 h 1372624"/>
                        <a:gd name="connsiteX410" fmla="*/ 212212 w 1086447"/>
                        <a:gd name="connsiteY410" fmla="*/ 751956 h 1372624"/>
                        <a:gd name="connsiteX411" fmla="*/ 207454 w 1086447"/>
                        <a:gd name="connsiteY411" fmla="*/ 769798 h 1372624"/>
                        <a:gd name="connsiteX412" fmla="*/ 196749 w 1086447"/>
                        <a:gd name="connsiteY412" fmla="*/ 774556 h 1372624"/>
                        <a:gd name="connsiteX413" fmla="*/ 186045 w 1086447"/>
                        <a:gd name="connsiteY413" fmla="*/ 779313 h 1372624"/>
                        <a:gd name="connsiteX414" fmla="*/ 199129 w 1086447"/>
                        <a:gd name="connsiteY414" fmla="*/ 776934 h 1372624"/>
                        <a:gd name="connsiteX415" fmla="*/ 201507 w 1086447"/>
                        <a:gd name="connsiteY415" fmla="*/ 781692 h 1372624"/>
                        <a:gd name="connsiteX416" fmla="*/ 196749 w 1086447"/>
                        <a:gd name="connsiteY416" fmla="*/ 790018 h 1372624"/>
                        <a:gd name="connsiteX417" fmla="*/ 182476 w 1086447"/>
                        <a:gd name="connsiteY417" fmla="*/ 800723 h 1372624"/>
                        <a:gd name="connsiteX418" fmla="*/ 184855 w 1086447"/>
                        <a:gd name="connsiteY418" fmla="*/ 803102 h 1372624"/>
                        <a:gd name="connsiteX419" fmla="*/ 191992 w 1086447"/>
                        <a:gd name="connsiteY419" fmla="*/ 804291 h 1372624"/>
                        <a:gd name="connsiteX420" fmla="*/ 193181 w 1086447"/>
                        <a:gd name="connsiteY420" fmla="*/ 804291 h 1372624"/>
                        <a:gd name="connsiteX421" fmla="*/ 195560 w 1086447"/>
                        <a:gd name="connsiteY421" fmla="*/ 803102 h 1372624"/>
                        <a:gd name="connsiteX422" fmla="*/ 197939 w 1086447"/>
                        <a:gd name="connsiteY422" fmla="*/ 803102 h 1372624"/>
                        <a:gd name="connsiteX423" fmla="*/ 193181 w 1086447"/>
                        <a:gd name="connsiteY423" fmla="*/ 804291 h 1372624"/>
                        <a:gd name="connsiteX424" fmla="*/ 191992 w 1086447"/>
                        <a:gd name="connsiteY424" fmla="*/ 804291 h 1372624"/>
                        <a:gd name="connsiteX425" fmla="*/ 181287 w 1086447"/>
                        <a:gd name="connsiteY425" fmla="*/ 807860 h 1372624"/>
                        <a:gd name="connsiteX426" fmla="*/ 175340 w 1086447"/>
                        <a:gd name="connsiteY426" fmla="*/ 803102 h 1372624"/>
                        <a:gd name="connsiteX427" fmla="*/ 177718 w 1086447"/>
                        <a:gd name="connsiteY427" fmla="*/ 809049 h 1372624"/>
                        <a:gd name="connsiteX428" fmla="*/ 171771 w 1086447"/>
                        <a:gd name="connsiteY428" fmla="*/ 813807 h 1372624"/>
                        <a:gd name="connsiteX429" fmla="*/ 174150 w 1086447"/>
                        <a:gd name="connsiteY429" fmla="*/ 832838 h 1372624"/>
                        <a:gd name="connsiteX430" fmla="*/ 181287 w 1086447"/>
                        <a:gd name="connsiteY430" fmla="*/ 830459 h 1372624"/>
                        <a:gd name="connsiteX431" fmla="*/ 182476 w 1086447"/>
                        <a:gd name="connsiteY431" fmla="*/ 838785 h 1372624"/>
                        <a:gd name="connsiteX432" fmla="*/ 183666 w 1086447"/>
                        <a:gd name="connsiteY432" fmla="*/ 838785 h 1372624"/>
                        <a:gd name="connsiteX433" fmla="*/ 195560 w 1086447"/>
                        <a:gd name="connsiteY433" fmla="*/ 836406 h 1372624"/>
                        <a:gd name="connsiteX434" fmla="*/ 203886 w 1086447"/>
                        <a:gd name="connsiteY434" fmla="*/ 836406 h 1372624"/>
                        <a:gd name="connsiteX435" fmla="*/ 203886 w 1086447"/>
                        <a:gd name="connsiteY435" fmla="*/ 832838 h 1372624"/>
                        <a:gd name="connsiteX436" fmla="*/ 203886 w 1086447"/>
                        <a:gd name="connsiteY436" fmla="*/ 824512 h 1372624"/>
                        <a:gd name="connsiteX437" fmla="*/ 209833 w 1086447"/>
                        <a:gd name="connsiteY437" fmla="*/ 819754 h 1372624"/>
                        <a:gd name="connsiteX438" fmla="*/ 218160 w 1086447"/>
                        <a:gd name="connsiteY438" fmla="*/ 819754 h 1372624"/>
                        <a:gd name="connsiteX439" fmla="*/ 222917 w 1086447"/>
                        <a:gd name="connsiteY439" fmla="*/ 820944 h 1372624"/>
                        <a:gd name="connsiteX440" fmla="*/ 236001 w 1086447"/>
                        <a:gd name="connsiteY440" fmla="*/ 809049 h 1372624"/>
                        <a:gd name="connsiteX441" fmla="*/ 225296 w 1086447"/>
                        <a:gd name="connsiteY441" fmla="*/ 823322 h 1372624"/>
                        <a:gd name="connsiteX442" fmla="*/ 249085 w 1086447"/>
                        <a:gd name="connsiteY442" fmla="*/ 826891 h 1372624"/>
                        <a:gd name="connsiteX443" fmla="*/ 224107 w 1086447"/>
                        <a:gd name="connsiteY443" fmla="*/ 841164 h 1372624"/>
                        <a:gd name="connsiteX444" fmla="*/ 236001 w 1086447"/>
                        <a:gd name="connsiteY444" fmla="*/ 842353 h 1372624"/>
                        <a:gd name="connsiteX445" fmla="*/ 246706 w 1086447"/>
                        <a:gd name="connsiteY445" fmla="*/ 841164 h 1372624"/>
                        <a:gd name="connsiteX446" fmla="*/ 231243 w 1086447"/>
                        <a:gd name="connsiteY446" fmla="*/ 849490 h 1372624"/>
                        <a:gd name="connsiteX447" fmla="*/ 227675 w 1086447"/>
                        <a:gd name="connsiteY447" fmla="*/ 857816 h 1372624"/>
                        <a:gd name="connsiteX448" fmla="*/ 247895 w 1086447"/>
                        <a:gd name="connsiteY448" fmla="*/ 849490 h 1372624"/>
                        <a:gd name="connsiteX449" fmla="*/ 247895 w 1086447"/>
                        <a:gd name="connsiteY449" fmla="*/ 851869 h 1372624"/>
                        <a:gd name="connsiteX450" fmla="*/ 245516 w 1086447"/>
                        <a:gd name="connsiteY450" fmla="*/ 854248 h 1372624"/>
                        <a:gd name="connsiteX451" fmla="*/ 240759 w 1086447"/>
                        <a:gd name="connsiteY451" fmla="*/ 854248 h 1372624"/>
                        <a:gd name="connsiteX452" fmla="*/ 236001 w 1086447"/>
                        <a:gd name="connsiteY452" fmla="*/ 859005 h 1372624"/>
                        <a:gd name="connsiteX453" fmla="*/ 246706 w 1086447"/>
                        <a:gd name="connsiteY453" fmla="*/ 859005 h 1372624"/>
                        <a:gd name="connsiteX454" fmla="*/ 247895 w 1086447"/>
                        <a:gd name="connsiteY454" fmla="*/ 859005 h 1372624"/>
                        <a:gd name="connsiteX455" fmla="*/ 255032 w 1086447"/>
                        <a:gd name="connsiteY455" fmla="*/ 861384 h 1372624"/>
                        <a:gd name="connsiteX456" fmla="*/ 239569 w 1086447"/>
                        <a:gd name="connsiteY456" fmla="*/ 863763 h 1372624"/>
                        <a:gd name="connsiteX457" fmla="*/ 249085 w 1086447"/>
                        <a:gd name="connsiteY457" fmla="*/ 879226 h 1372624"/>
                        <a:gd name="connsiteX458" fmla="*/ 241948 w 1086447"/>
                        <a:gd name="connsiteY458" fmla="*/ 873279 h 1372624"/>
                        <a:gd name="connsiteX459" fmla="*/ 250274 w 1086447"/>
                        <a:gd name="connsiteY459" fmla="*/ 883984 h 1372624"/>
                        <a:gd name="connsiteX460" fmla="*/ 251464 w 1086447"/>
                        <a:gd name="connsiteY460" fmla="*/ 892310 h 1372624"/>
                        <a:gd name="connsiteX461" fmla="*/ 247895 w 1086447"/>
                        <a:gd name="connsiteY461" fmla="*/ 892310 h 1372624"/>
                        <a:gd name="connsiteX462" fmla="*/ 243137 w 1086447"/>
                        <a:gd name="connsiteY462" fmla="*/ 888741 h 1372624"/>
                        <a:gd name="connsiteX463" fmla="*/ 252653 w 1086447"/>
                        <a:gd name="connsiteY463" fmla="*/ 898257 h 1372624"/>
                        <a:gd name="connsiteX464" fmla="*/ 256221 w 1086447"/>
                        <a:gd name="connsiteY464" fmla="*/ 899446 h 1372624"/>
                        <a:gd name="connsiteX465" fmla="*/ 252653 w 1086447"/>
                        <a:gd name="connsiteY465" fmla="*/ 903014 h 1372624"/>
                        <a:gd name="connsiteX466" fmla="*/ 230054 w 1086447"/>
                        <a:gd name="connsiteY466" fmla="*/ 876847 h 1372624"/>
                        <a:gd name="connsiteX467" fmla="*/ 178908 w 1086447"/>
                        <a:gd name="connsiteY467" fmla="*/ 874468 h 1372624"/>
                        <a:gd name="connsiteX468" fmla="*/ 187234 w 1086447"/>
                        <a:gd name="connsiteY468" fmla="*/ 889931 h 1372624"/>
                        <a:gd name="connsiteX469" fmla="*/ 197939 w 1086447"/>
                        <a:gd name="connsiteY469" fmla="*/ 900636 h 1372624"/>
                        <a:gd name="connsiteX470" fmla="*/ 194371 w 1086447"/>
                        <a:gd name="connsiteY470" fmla="*/ 900636 h 1372624"/>
                        <a:gd name="connsiteX471" fmla="*/ 180097 w 1086447"/>
                        <a:gd name="connsiteY471" fmla="*/ 892310 h 1372624"/>
                        <a:gd name="connsiteX472" fmla="*/ 175340 w 1086447"/>
                        <a:gd name="connsiteY472" fmla="*/ 891120 h 1372624"/>
                        <a:gd name="connsiteX473" fmla="*/ 168203 w 1086447"/>
                        <a:gd name="connsiteY473" fmla="*/ 904204 h 1372624"/>
                        <a:gd name="connsiteX474" fmla="*/ 175340 w 1086447"/>
                        <a:gd name="connsiteY474" fmla="*/ 911340 h 1372624"/>
                        <a:gd name="connsiteX475" fmla="*/ 167014 w 1086447"/>
                        <a:gd name="connsiteY475" fmla="*/ 912530 h 1372624"/>
                        <a:gd name="connsiteX476" fmla="*/ 169393 w 1086447"/>
                        <a:gd name="connsiteY476" fmla="*/ 922046 h 1372624"/>
                        <a:gd name="connsiteX477" fmla="*/ 167014 w 1086447"/>
                        <a:gd name="connsiteY477" fmla="*/ 926803 h 1372624"/>
                        <a:gd name="connsiteX478" fmla="*/ 167014 w 1086447"/>
                        <a:gd name="connsiteY478" fmla="*/ 929182 h 1372624"/>
                        <a:gd name="connsiteX479" fmla="*/ 190802 w 1086447"/>
                        <a:gd name="connsiteY479" fmla="*/ 933940 h 1372624"/>
                        <a:gd name="connsiteX480" fmla="*/ 188424 w 1086447"/>
                        <a:gd name="connsiteY480" fmla="*/ 939887 h 1372624"/>
                        <a:gd name="connsiteX481" fmla="*/ 180097 w 1086447"/>
                        <a:gd name="connsiteY481" fmla="*/ 939887 h 1372624"/>
                        <a:gd name="connsiteX482" fmla="*/ 180097 w 1086447"/>
                        <a:gd name="connsiteY482" fmla="*/ 938698 h 1372624"/>
                        <a:gd name="connsiteX483" fmla="*/ 172961 w 1086447"/>
                        <a:gd name="connsiteY483" fmla="*/ 938698 h 1372624"/>
                        <a:gd name="connsiteX484" fmla="*/ 176529 w 1086447"/>
                        <a:gd name="connsiteY484" fmla="*/ 945834 h 1372624"/>
                        <a:gd name="connsiteX485" fmla="*/ 181287 w 1086447"/>
                        <a:gd name="connsiteY485" fmla="*/ 945834 h 1372624"/>
                        <a:gd name="connsiteX486" fmla="*/ 183666 w 1086447"/>
                        <a:gd name="connsiteY486" fmla="*/ 950592 h 1372624"/>
                        <a:gd name="connsiteX487" fmla="*/ 190802 w 1086447"/>
                        <a:gd name="connsiteY487" fmla="*/ 948213 h 1372624"/>
                        <a:gd name="connsiteX488" fmla="*/ 191992 w 1086447"/>
                        <a:gd name="connsiteY488" fmla="*/ 948213 h 1372624"/>
                        <a:gd name="connsiteX489" fmla="*/ 202697 w 1086447"/>
                        <a:gd name="connsiteY489" fmla="*/ 945834 h 1372624"/>
                        <a:gd name="connsiteX490" fmla="*/ 213402 w 1086447"/>
                        <a:gd name="connsiteY490" fmla="*/ 945834 h 1372624"/>
                        <a:gd name="connsiteX491" fmla="*/ 221728 w 1086447"/>
                        <a:gd name="connsiteY491" fmla="*/ 937508 h 1372624"/>
                        <a:gd name="connsiteX492" fmla="*/ 219349 w 1086447"/>
                        <a:gd name="connsiteY492" fmla="*/ 924424 h 1372624"/>
                        <a:gd name="connsiteX493" fmla="*/ 212212 w 1086447"/>
                        <a:gd name="connsiteY493" fmla="*/ 924424 h 1372624"/>
                        <a:gd name="connsiteX494" fmla="*/ 212212 w 1086447"/>
                        <a:gd name="connsiteY494" fmla="*/ 923235 h 1372624"/>
                        <a:gd name="connsiteX495" fmla="*/ 205076 w 1086447"/>
                        <a:gd name="connsiteY495" fmla="*/ 916098 h 1372624"/>
                        <a:gd name="connsiteX496" fmla="*/ 201507 w 1086447"/>
                        <a:gd name="connsiteY496" fmla="*/ 901825 h 1372624"/>
                        <a:gd name="connsiteX497" fmla="*/ 215781 w 1086447"/>
                        <a:gd name="connsiteY497" fmla="*/ 910151 h 1372624"/>
                        <a:gd name="connsiteX498" fmla="*/ 218160 w 1086447"/>
                        <a:gd name="connsiteY498" fmla="*/ 910151 h 1372624"/>
                        <a:gd name="connsiteX499" fmla="*/ 218160 w 1086447"/>
                        <a:gd name="connsiteY499" fmla="*/ 911340 h 1372624"/>
                        <a:gd name="connsiteX500" fmla="*/ 227675 w 1086447"/>
                        <a:gd name="connsiteY500" fmla="*/ 914909 h 1372624"/>
                        <a:gd name="connsiteX501" fmla="*/ 228864 w 1086447"/>
                        <a:gd name="connsiteY501" fmla="*/ 914909 h 1372624"/>
                        <a:gd name="connsiteX502" fmla="*/ 239569 w 1086447"/>
                        <a:gd name="connsiteY502" fmla="*/ 914909 h 1372624"/>
                        <a:gd name="connsiteX503" fmla="*/ 258600 w 1086447"/>
                        <a:gd name="connsiteY503" fmla="*/ 914909 h 1372624"/>
                        <a:gd name="connsiteX504" fmla="*/ 256221 w 1086447"/>
                        <a:gd name="connsiteY504" fmla="*/ 923235 h 1372624"/>
                        <a:gd name="connsiteX505" fmla="*/ 258600 w 1086447"/>
                        <a:gd name="connsiteY505" fmla="*/ 925614 h 1372624"/>
                        <a:gd name="connsiteX506" fmla="*/ 243137 w 1086447"/>
                        <a:gd name="connsiteY506" fmla="*/ 938698 h 1372624"/>
                        <a:gd name="connsiteX507" fmla="*/ 251464 w 1086447"/>
                        <a:gd name="connsiteY507" fmla="*/ 938698 h 1372624"/>
                        <a:gd name="connsiteX508" fmla="*/ 240759 w 1086447"/>
                        <a:gd name="connsiteY508" fmla="*/ 947024 h 1372624"/>
                        <a:gd name="connsiteX509" fmla="*/ 233622 w 1086447"/>
                        <a:gd name="connsiteY509" fmla="*/ 955350 h 1372624"/>
                        <a:gd name="connsiteX510" fmla="*/ 247895 w 1086447"/>
                        <a:gd name="connsiteY510" fmla="*/ 957729 h 1372624"/>
                        <a:gd name="connsiteX511" fmla="*/ 243137 w 1086447"/>
                        <a:gd name="connsiteY511" fmla="*/ 964865 h 1372624"/>
                        <a:gd name="connsiteX512" fmla="*/ 247895 w 1086447"/>
                        <a:gd name="connsiteY512" fmla="*/ 964865 h 1372624"/>
                        <a:gd name="connsiteX513" fmla="*/ 250274 w 1086447"/>
                        <a:gd name="connsiteY513" fmla="*/ 968433 h 1372624"/>
                        <a:gd name="connsiteX514" fmla="*/ 240759 w 1086447"/>
                        <a:gd name="connsiteY514" fmla="*/ 968433 h 1372624"/>
                        <a:gd name="connsiteX515" fmla="*/ 237190 w 1086447"/>
                        <a:gd name="connsiteY515" fmla="*/ 968433 h 1372624"/>
                        <a:gd name="connsiteX516" fmla="*/ 233622 w 1086447"/>
                        <a:gd name="connsiteY516" fmla="*/ 964865 h 1372624"/>
                        <a:gd name="connsiteX517" fmla="*/ 232433 w 1086447"/>
                        <a:gd name="connsiteY517" fmla="*/ 961297 h 1372624"/>
                        <a:gd name="connsiteX518" fmla="*/ 230054 w 1086447"/>
                        <a:gd name="connsiteY518" fmla="*/ 958918 h 1372624"/>
                        <a:gd name="connsiteX519" fmla="*/ 224107 w 1086447"/>
                        <a:gd name="connsiteY519" fmla="*/ 977949 h 1372624"/>
                        <a:gd name="connsiteX520" fmla="*/ 231243 w 1086447"/>
                        <a:gd name="connsiteY520" fmla="*/ 977949 h 1372624"/>
                        <a:gd name="connsiteX521" fmla="*/ 231243 w 1086447"/>
                        <a:gd name="connsiteY521" fmla="*/ 980328 h 1372624"/>
                        <a:gd name="connsiteX522" fmla="*/ 230054 w 1086447"/>
                        <a:gd name="connsiteY522" fmla="*/ 980328 h 1372624"/>
                        <a:gd name="connsiteX523" fmla="*/ 221728 w 1086447"/>
                        <a:gd name="connsiteY523" fmla="*/ 988654 h 1372624"/>
                        <a:gd name="connsiteX524" fmla="*/ 208644 w 1086447"/>
                        <a:gd name="connsiteY524" fmla="*/ 988654 h 1372624"/>
                        <a:gd name="connsiteX525" fmla="*/ 206265 w 1086447"/>
                        <a:gd name="connsiteY525" fmla="*/ 986275 h 1372624"/>
                        <a:gd name="connsiteX526" fmla="*/ 212212 w 1086447"/>
                        <a:gd name="connsiteY526" fmla="*/ 983896 h 1372624"/>
                        <a:gd name="connsiteX527" fmla="*/ 206265 w 1086447"/>
                        <a:gd name="connsiteY527" fmla="*/ 982707 h 1372624"/>
                        <a:gd name="connsiteX528" fmla="*/ 199129 w 1086447"/>
                        <a:gd name="connsiteY528" fmla="*/ 989843 h 1372624"/>
                        <a:gd name="connsiteX529" fmla="*/ 187234 w 1086447"/>
                        <a:gd name="connsiteY529" fmla="*/ 994601 h 1372624"/>
                        <a:gd name="connsiteX530" fmla="*/ 189613 w 1086447"/>
                        <a:gd name="connsiteY530" fmla="*/ 999359 h 1372624"/>
                        <a:gd name="connsiteX531" fmla="*/ 195560 w 1086447"/>
                        <a:gd name="connsiteY531" fmla="*/ 1002927 h 1372624"/>
                        <a:gd name="connsiteX532" fmla="*/ 200318 w 1086447"/>
                        <a:gd name="connsiteY532" fmla="*/ 1005306 h 1372624"/>
                        <a:gd name="connsiteX533" fmla="*/ 200318 w 1086447"/>
                        <a:gd name="connsiteY533" fmla="*/ 1010064 h 1372624"/>
                        <a:gd name="connsiteX534" fmla="*/ 209833 w 1086447"/>
                        <a:gd name="connsiteY534" fmla="*/ 1007685 h 1372624"/>
                        <a:gd name="connsiteX535" fmla="*/ 205076 w 1086447"/>
                        <a:gd name="connsiteY535" fmla="*/ 1004116 h 1372624"/>
                        <a:gd name="connsiteX536" fmla="*/ 211023 w 1086447"/>
                        <a:gd name="connsiteY536" fmla="*/ 1002927 h 1372624"/>
                        <a:gd name="connsiteX537" fmla="*/ 213402 w 1086447"/>
                        <a:gd name="connsiteY537" fmla="*/ 1002927 h 1372624"/>
                        <a:gd name="connsiteX538" fmla="*/ 211023 w 1086447"/>
                        <a:gd name="connsiteY538" fmla="*/ 994601 h 1372624"/>
                        <a:gd name="connsiteX539" fmla="*/ 224107 w 1086447"/>
                        <a:gd name="connsiteY539" fmla="*/ 994601 h 1372624"/>
                        <a:gd name="connsiteX540" fmla="*/ 221728 w 1086447"/>
                        <a:gd name="connsiteY540" fmla="*/ 999359 h 1372624"/>
                        <a:gd name="connsiteX541" fmla="*/ 220538 w 1086447"/>
                        <a:gd name="connsiteY541" fmla="*/ 999359 h 1372624"/>
                        <a:gd name="connsiteX542" fmla="*/ 216970 w 1086447"/>
                        <a:gd name="connsiteY542" fmla="*/ 1008874 h 1372624"/>
                        <a:gd name="connsiteX543" fmla="*/ 222917 w 1086447"/>
                        <a:gd name="connsiteY543" fmla="*/ 1012442 h 1372624"/>
                        <a:gd name="connsiteX544" fmla="*/ 231243 w 1086447"/>
                        <a:gd name="connsiteY544" fmla="*/ 1020769 h 1372624"/>
                        <a:gd name="connsiteX545" fmla="*/ 231243 w 1086447"/>
                        <a:gd name="connsiteY545" fmla="*/ 1023147 h 1372624"/>
                        <a:gd name="connsiteX546" fmla="*/ 222917 w 1086447"/>
                        <a:gd name="connsiteY546" fmla="*/ 1020769 h 1372624"/>
                        <a:gd name="connsiteX547" fmla="*/ 220538 w 1086447"/>
                        <a:gd name="connsiteY547" fmla="*/ 1018390 h 1372624"/>
                        <a:gd name="connsiteX548" fmla="*/ 201507 w 1086447"/>
                        <a:gd name="connsiteY548" fmla="*/ 1016011 h 1372624"/>
                        <a:gd name="connsiteX549" fmla="*/ 197939 w 1086447"/>
                        <a:gd name="connsiteY549" fmla="*/ 1013632 h 1372624"/>
                        <a:gd name="connsiteX550" fmla="*/ 190802 w 1086447"/>
                        <a:gd name="connsiteY550" fmla="*/ 1005306 h 1372624"/>
                        <a:gd name="connsiteX551" fmla="*/ 189613 w 1086447"/>
                        <a:gd name="connsiteY551" fmla="*/ 1011253 h 1372624"/>
                        <a:gd name="connsiteX552" fmla="*/ 186045 w 1086447"/>
                        <a:gd name="connsiteY552" fmla="*/ 1008874 h 1372624"/>
                        <a:gd name="connsiteX553" fmla="*/ 175340 w 1086447"/>
                        <a:gd name="connsiteY553" fmla="*/ 1001738 h 1372624"/>
                        <a:gd name="connsiteX554" fmla="*/ 194371 w 1086447"/>
                        <a:gd name="connsiteY554" fmla="*/ 1019579 h 1372624"/>
                        <a:gd name="connsiteX555" fmla="*/ 186045 w 1086447"/>
                        <a:gd name="connsiteY555" fmla="*/ 1019579 h 1372624"/>
                        <a:gd name="connsiteX556" fmla="*/ 184855 w 1086447"/>
                        <a:gd name="connsiteY556" fmla="*/ 1019579 h 1372624"/>
                        <a:gd name="connsiteX557" fmla="*/ 177718 w 1086447"/>
                        <a:gd name="connsiteY557" fmla="*/ 1014821 h 1372624"/>
                        <a:gd name="connsiteX558" fmla="*/ 175340 w 1086447"/>
                        <a:gd name="connsiteY558" fmla="*/ 1019579 h 1372624"/>
                        <a:gd name="connsiteX559" fmla="*/ 162256 w 1086447"/>
                        <a:gd name="connsiteY559" fmla="*/ 1035042 h 1372624"/>
                        <a:gd name="connsiteX560" fmla="*/ 180097 w 1086447"/>
                        <a:gd name="connsiteY560" fmla="*/ 1026716 h 1372624"/>
                        <a:gd name="connsiteX561" fmla="*/ 189613 w 1086447"/>
                        <a:gd name="connsiteY561" fmla="*/ 1024337 h 1372624"/>
                        <a:gd name="connsiteX562" fmla="*/ 197939 w 1086447"/>
                        <a:gd name="connsiteY562" fmla="*/ 1029095 h 1372624"/>
                        <a:gd name="connsiteX563" fmla="*/ 211023 w 1086447"/>
                        <a:gd name="connsiteY563" fmla="*/ 1031473 h 1372624"/>
                        <a:gd name="connsiteX564" fmla="*/ 211023 w 1086447"/>
                        <a:gd name="connsiteY564" fmla="*/ 1020769 h 1372624"/>
                        <a:gd name="connsiteX565" fmla="*/ 219349 w 1086447"/>
                        <a:gd name="connsiteY565" fmla="*/ 1020769 h 1372624"/>
                        <a:gd name="connsiteX566" fmla="*/ 220538 w 1086447"/>
                        <a:gd name="connsiteY566" fmla="*/ 1024337 h 1372624"/>
                        <a:gd name="connsiteX567" fmla="*/ 215781 w 1086447"/>
                        <a:gd name="connsiteY567" fmla="*/ 1025526 h 1372624"/>
                        <a:gd name="connsiteX568" fmla="*/ 216970 w 1086447"/>
                        <a:gd name="connsiteY568" fmla="*/ 1030284 h 1372624"/>
                        <a:gd name="connsiteX569" fmla="*/ 225296 w 1086447"/>
                        <a:gd name="connsiteY569" fmla="*/ 1027905 h 1372624"/>
                        <a:gd name="connsiteX570" fmla="*/ 236001 w 1086447"/>
                        <a:gd name="connsiteY570" fmla="*/ 1029095 h 1372624"/>
                        <a:gd name="connsiteX571" fmla="*/ 227675 w 1086447"/>
                        <a:gd name="connsiteY571" fmla="*/ 1032663 h 1372624"/>
                        <a:gd name="connsiteX572" fmla="*/ 216970 w 1086447"/>
                        <a:gd name="connsiteY572" fmla="*/ 1032663 h 1372624"/>
                        <a:gd name="connsiteX573" fmla="*/ 219349 w 1086447"/>
                        <a:gd name="connsiteY573" fmla="*/ 1037421 h 1372624"/>
                        <a:gd name="connsiteX574" fmla="*/ 234812 w 1086447"/>
                        <a:gd name="connsiteY574" fmla="*/ 1044557 h 1372624"/>
                        <a:gd name="connsiteX575" fmla="*/ 231243 w 1086447"/>
                        <a:gd name="connsiteY575" fmla="*/ 1048126 h 1372624"/>
                        <a:gd name="connsiteX576" fmla="*/ 213402 w 1086447"/>
                        <a:gd name="connsiteY576" fmla="*/ 1037421 h 1372624"/>
                        <a:gd name="connsiteX577" fmla="*/ 209833 w 1086447"/>
                        <a:gd name="connsiteY577" fmla="*/ 1037421 h 1372624"/>
                        <a:gd name="connsiteX578" fmla="*/ 197939 w 1086447"/>
                        <a:gd name="connsiteY578" fmla="*/ 1032663 h 1372624"/>
                        <a:gd name="connsiteX579" fmla="*/ 174150 w 1086447"/>
                        <a:gd name="connsiteY579" fmla="*/ 1030284 h 1372624"/>
                        <a:gd name="connsiteX580" fmla="*/ 155119 w 1086447"/>
                        <a:gd name="connsiteY580" fmla="*/ 1051694 h 1372624"/>
                        <a:gd name="connsiteX581" fmla="*/ 178908 w 1086447"/>
                        <a:gd name="connsiteY581" fmla="*/ 1049315 h 1372624"/>
                        <a:gd name="connsiteX582" fmla="*/ 191992 w 1086447"/>
                        <a:gd name="connsiteY582" fmla="*/ 1049315 h 1372624"/>
                        <a:gd name="connsiteX583" fmla="*/ 194371 w 1086447"/>
                        <a:gd name="connsiteY583" fmla="*/ 1054073 h 1372624"/>
                        <a:gd name="connsiteX584" fmla="*/ 161066 w 1086447"/>
                        <a:gd name="connsiteY584" fmla="*/ 1054073 h 1372624"/>
                        <a:gd name="connsiteX585" fmla="*/ 153930 w 1086447"/>
                        <a:gd name="connsiteY585" fmla="*/ 1054073 h 1372624"/>
                        <a:gd name="connsiteX586" fmla="*/ 150362 w 1086447"/>
                        <a:gd name="connsiteY586" fmla="*/ 1062399 h 1372624"/>
                        <a:gd name="connsiteX587" fmla="*/ 151551 w 1086447"/>
                        <a:gd name="connsiteY587" fmla="*/ 1064778 h 1372624"/>
                        <a:gd name="connsiteX588" fmla="*/ 156309 w 1086447"/>
                        <a:gd name="connsiteY588" fmla="*/ 1064778 h 1372624"/>
                        <a:gd name="connsiteX589" fmla="*/ 176529 w 1086447"/>
                        <a:gd name="connsiteY589" fmla="*/ 1065967 h 1372624"/>
                        <a:gd name="connsiteX590" fmla="*/ 177718 w 1086447"/>
                        <a:gd name="connsiteY590" fmla="*/ 1074293 h 1372624"/>
                        <a:gd name="connsiteX591" fmla="*/ 164635 w 1086447"/>
                        <a:gd name="connsiteY591" fmla="*/ 1077861 h 1372624"/>
                        <a:gd name="connsiteX592" fmla="*/ 169393 w 1086447"/>
                        <a:gd name="connsiteY592" fmla="*/ 1077861 h 1372624"/>
                        <a:gd name="connsiteX593" fmla="*/ 169393 w 1086447"/>
                        <a:gd name="connsiteY593" fmla="*/ 1080240 h 1372624"/>
                        <a:gd name="connsiteX594" fmla="*/ 161066 w 1086447"/>
                        <a:gd name="connsiteY594" fmla="*/ 1080240 h 1372624"/>
                        <a:gd name="connsiteX595" fmla="*/ 152741 w 1086447"/>
                        <a:gd name="connsiteY595" fmla="*/ 1079051 h 1372624"/>
                        <a:gd name="connsiteX596" fmla="*/ 153930 w 1086447"/>
                        <a:gd name="connsiteY596" fmla="*/ 1086188 h 1372624"/>
                        <a:gd name="connsiteX597" fmla="*/ 157498 w 1086447"/>
                        <a:gd name="connsiteY597" fmla="*/ 1086188 h 1372624"/>
                        <a:gd name="connsiteX598" fmla="*/ 165824 w 1086447"/>
                        <a:gd name="connsiteY598" fmla="*/ 1086188 h 1372624"/>
                        <a:gd name="connsiteX599" fmla="*/ 147983 w 1086447"/>
                        <a:gd name="connsiteY599" fmla="*/ 1087377 h 1372624"/>
                        <a:gd name="connsiteX600" fmla="*/ 146793 w 1086447"/>
                        <a:gd name="connsiteY600" fmla="*/ 1090945 h 1372624"/>
                        <a:gd name="connsiteX601" fmla="*/ 144414 w 1086447"/>
                        <a:gd name="connsiteY601" fmla="*/ 1102840 h 1372624"/>
                        <a:gd name="connsiteX602" fmla="*/ 151551 w 1086447"/>
                        <a:gd name="connsiteY602" fmla="*/ 1101650 h 1372624"/>
                        <a:gd name="connsiteX603" fmla="*/ 176529 w 1086447"/>
                        <a:gd name="connsiteY603" fmla="*/ 1093324 h 1372624"/>
                        <a:gd name="connsiteX604" fmla="*/ 199129 w 1086447"/>
                        <a:gd name="connsiteY604" fmla="*/ 1074293 h 1372624"/>
                        <a:gd name="connsiteX605" fmla="*/ 208644 w 1086447"/>
                        <a:gd name="connsiteY605" fmla="*/ 1074293 h 1372624"/>
                        <a:gd name="connsiteX606" fmla="*/ 189613 w 1086447"/>
                        <a:gd name="connsiteY606" fmla="*/ 1082619 h 1372624"/>
                        <a:gd name="connsiteX607" fmla="*/ 177718 w 1086447"/>
                        <a:gd name="connsiteY607" fmla="*/ 1095703 h 1372624"/>
                        <a:gd name="connsiteX608" fmla="*/ 153930 w 1086447"/>
                        <a:gd name="connsiteY608" fmla="*/ 1104029 h 1372624"/>
                        <a:gd name="connsiteX609" fmla="*/ 146793 w 1086447"/>
                        <a:gd name="connsiteY609" fmla="*/ 1109976 h 1372624"/>
                        <a:gd name="connsiteX610" fmla="*/ 157498 w 1086447"/>
                        <a:gd name="connsiteY610" fmla="*/ 1108787 h 1372624"/>
                        <a:gd name="connsiteX611" fmla="*/ 163445 w 1086447"/>
                        <a:gd name="connsiteY611" fmla="*/ 1106408 h 1372624"/>
                        <a:gd name="connsiteX612" fmla="*/ 182476 w 1086447"/>
                        <a:gd name="connsiteY612" fmla="*/ 1107597 h 1372624"/>
                        <a:gd name="connsiteX613" fmla="*/ 163445 w 1086447"/>
                        <a:gd name="connsiteY613" fmla="*/ 1111166 h 1372624"/>
                        <a:gd name="connsiteX614" fmla="*/ 151551 w 1086447"/>
                        <a:gd name="connsiteY614" fmla="*/ 1119492 h 1372624"/>
                        <a:gd name="connsiteX615" fmla="*/ 161066 w 1086447"/>
                        <a:gd name="connsiteY615" fmla="*/ 1124249 h 1372624"/>
                        <a:gd name="connsiteX616" fmla="*/ 161066 w 1086447"/>
                        <a:gd name="connsiteY616" fmla="*/ 1132575 h 1372624"/>
                        <a:gd name="connsiteX617" fmla="*/ 174150 w 1086447"/>
                        <a:gd name="connsiteY617" fmla="*/ 1129007 h 1372624"/>
                        <a:gd name="connsiteX618" fmla="*/ 187234 w 1086447"/>
                        <a:gd name="connsiteY618" fmla="*/ 1118302 h 1372624"/>
                        <a:gd name="connsiteX619" fmla="*/ 195560 w 1086447"/>
                        <a:gd name="connsiteY619" fmla="*/ 1120681 h 1372624"/>
                        <a:gd name="connsiteX620" fmla="*/ 197939 w 1086447"/>
                        <a:gd name="connsiteY620" fmla="*/ 1123060 h 1372624"/>
                        <a:gd name="connsiteX621" fmla="*/ 180097 w 1086447"/>
                        <a:gd name="connsiteY621" fmla="*/ 1124249 h 1372624"/>
                        <a:gd name="connsiteX622" fmla="*/ 178908 w 1086447"/>
                        <a:gd name="connsiteY622" fmla="*/ 1126628 h 1372624"/>
                        <a:gd name="connsiteX623" fmla="*/ 168203 w 1086447"/>
                        <a:gd name="connsiteY623" fmla="*/ 1133765 h 1372624"/>
                        <a:gd name="connsiteX624" fmla="*/ 155119 w 1086447"/>
                        <a:gd name="connsiteY624" fmla="*/ 1142091 h 1372624"/>
                        <a:gd name="connsiteX625" fmla="*/ 163445 w 1086447"/>
                        <a:gd name="connsiteY625" fmla="*/ 1142091 h 1372624"/>
                        <a:gd name="connsiteX626" fmla="*/ 164635 w 1086447"/>
                        <a:gd name="connsiteY626" fmla="*/ 1145659 h 1372624"/>
                        <a:gd name="connsiteX627" fmla="*/ 163445 w 1086447"/>
                        <a:gd name="connsiteY627" fmla="*/ 1158743 h 1372624"/>
                        <a:gd name="connsiteX628" fmla="*/ 163445 w 1086447"/>
                        <a:gd name="connsiteY628" fmla="*/ 1159933 h 1372624"/>
                        <a:gd name="connsiteX629" fmla="*/ 176529 w 1086447"/>
                        <a:gd name="connsiteY629" fmla="*/ 1152796 h 1372624"/>
                        <a:gd name="connsiteX630" fmla="*/ 176529 w 1086447"/>
                        <a:gd name="connsiteY630" fmla="*/ 1159933 h 1372624"/>
                        <a:gd name="connsiteX631" fmla="*/ 161066 w 1086447"/>
                        <a:gd name="connsiteY631" fmla="*/ 1164690 h 1372624"/>
                        <a:gd name="connsiteX632" fmla="*/ 162256 w 1086447"/>
                        <a:gd name="connsiteY632" fmla="*/ 1186100 h 1372624"/>
                        <a:gd name="connsiteX633" fmla="*/ 176529 w 1086447"/>
                        <a:gd name="connsiteY633" fmla="*/ 1173016 h 1372624"/>
                        <a:gd name="connsiteX634" fmla="*/ 181287 w 1086447"/>
                        <a:gd name="connsiteY634" fmla="*/ 1170637 h 1372624"/>
                        <a:gd name="connsiteX635" fmla="*/ 183666 w 1086447"/>
                        <a:gd name="connsiteY635" fmla="*/ 1173016 h 1372624"/>
                        <a:gd name="connsiteX636" fmla="*/ 191992 w 1086447"/>
                        <a:gd name="connsiteY636" fmla="*/ 1164690 h 1372624"/>
                        <a:gd name="connsiteX637" fmla="*/ 199129 w 1086447"/>
                        <a:gd name="connsiteY637" fmla="*/ 1167069 h 1372624"/>
                        <a:gd name="connsiteX638" fmla="*/ 202697 w 1086447"/>
                        <a:gd name="connsiteY638" fmla="*/ 1164690 h 1372624"/>
                        <a:gd name="connsiteX639" fmla="*/ 202697 w 1086447"/>
                        <a:gd name="connsiteY639" fmla="*/ 1183721 h 1372624"/>
                        <a:gd name="connsiteX640" fmla="*/ 189613 w 1086447"/>
                        <a:gd name="connsiteY640" fmla="*/ 1175395 h 1372624"/>
                        <a:gd name="connsiteX641" fmla="*/ 187234 w 1086447"/>
                        <a:gd name="connsiteY641" fmla="*/ 1175395 h 1372624"/>
                        <a:gd name="connsiteX642" fmla="*/ 195560 w 1086447"/>
                        <a:gd name="connsiteY642" fmla="*/ 1183721 h 1372624"/>
                        <a:gd name="connsiteX643" fmla="*/ 196749 w 1086447"/>
                        <a:gd name="connsiteY643" fmla="*/ 1186100 h 1372624"/>
                        <a:gd name="connsiteX644" fmla="*/ 183666 w 1086447"/>
                        <a:gd name="connsiteY644" fmla="*/ 1183721 h 1372624"/>
                        <a:gd name="connsiteX645" fmla="*/ 181287 w 1086447"/>
                        <a:gd name="connsiteY645" fmla="*/ 1188479 h 1372624"/>
                        <a:gd name="connsiteX646" fmla="*/ 169393 w 1086447"/>
                        <a:gd name="connsiteY646" fmla="*/ 1190858 h 1372624"/>
                        <a:gd name="connsiteX647" fmla="*/ 180097 w 1086447"/>
                        <a:gd name="connsiteY647" fmla="*/ 1190858 h 1372624"/>
                        <a:gd name="connsiteX648" fmla="*/ 195560 w 1086447"/>
                        <a:gd name="connsiteY648" fmla="*/ 1190858 h 1372624"/>
                        <a:gd name="connsiteX649" fmla="*/ 184855 w 1086447"/>
                        <a:gd name="connsiteY649" fmla="*/ 1193237 h 1372624"/>
                        <a:gd name="connsiteX650" fmla="*/ 169393 w 1086447"/>
                        <a:gd name="connsiteY650" fmla="*/ 1195616 h 1372624"/>
                        <a:gd name="connsiteX651" fmla="*/ 167014 w 1086447"/>
                        <a:gd name="connsiteY651" fmla="*/ 1200373 h 1372624"/>
                        <a:gd name="connsiteX652" fmla="*/ 176529 w 1086447"/>
                        <a:gd name="connsiteY652" fmla="*/ 1201563 h 1372624"/>
                        <a:gd name="connsiteX653" fmla="*/ 174150 w 1086447"/>
                        <a:gd name="connsiteY653" fmla="*/ 1205131 h 1372624"/>
                        <a:gd name="connsiteX654" fmla="*/ 167014 w 1086447"/>
                        <a:gd name="connsiteY654" fmla="*/ 1205131 h 1372624"/>
                        <a:gd name="connsiteX655" fmla="*/ 169393 w 1086447"/>
                        <a:gd name="connsiteY655" fmla="*/ 1213457 h 1372624"/>
                        <a:gd name="connsiteX656" fmla="*/ 171771 w 1086447"/>
                        <a:gd name="connsiteY656" fmla="*/ 1213457 h 1372624"/>
                        <a:gd name="connsiteX657" fmla="*/ 180097 w 1086447"/>
                        <a:gd name="connsiteY657" fmla="*/ 1211078 h 1372624"/>
                        <a:gd name="connsiteX658" fmla="*/ 189613 w 1086447"/>
                        <a:gd name="connsiteY658" fmla="*/ 1209889 h 1372624"/>
                        <a:gd name="connsiteX659" fmla="*/ 186045 w 1086447"/>
                        <a:gd name="connsiteY659" fmla="*/ 1213457 h 1372624"/>
                        <a:gd name="connsiteX660" fmla="*/ 175340 w 1086447"/>
                        <a:gd name="connsiteY660" fmla="*/ 1214646 h 1372624"/>
                        <a:gd name="connsiteX661" fmla="*/ 180097 w 1086447"/>
                        <a:gd name="connsiteY661" fmla="*/ 1218215 h 1372624"/>
                        <a:gd name="connsiteX662" fmla="*/ 169393 w 1086447"/>
                        <a:gd name="connsiteY662" fmla="*/ 1221783 h 1372624"/>
                        <a:gd name="connsiteX663" fmla="*/ 177718 w 1086447"/>
                        <a:gd name="connsiteY663" fmla="*/ 1222973 h 1372624"/>
                        <a:gd name="connsiteX664" fmla="*/ 186045 w 1086447"/>
                        <a:gd name="connsiteY664" fmla="*/ 1225351 h 1372624"/>
                        <a:gd name="connsiteX665" fmla="*/ 183666 w 1086447"/>
                        <a:gd name="connsiteY665" fmla="*/ 1225351 h 1372624"/>
                        <a:gd name="connsiteX666" fmla="*/ 178908 w 1086447"/>
                        <a:gd name="connsiteY666" fmla="*/ 1225351 h 1372624"/>
                        <a:gd name="connsiteX667" fmla="*/ 171771 w 1086447"/>
                        <a:gd name="connsiteY667" fmla="*/ 1231299 h 1372624"/>
                        <a:gd name="connsiteX668" fmla="*/ 176529 w 1086447"/>
                        <a:gd name="connsiteY668" fmla="*/ 1231299 h 1372624"/>
                        <a:gd name="connsiteX669" fmla="*/ 186045 w 1086447"/>
                        <a:gd name="connsiteY669" fmla="*/ 1231299 h 1372624"/>
                        <a:gd name="connsiteX670" fmla="*/ 184855 w 1086447"/>
                        <a:gd name="connsiteY670" fmla="*/ 1233677 h 1372624"/>
                        <a:gd name="connsiteX671" fmla="*/ 177718 w 1086447"/>
                        <a:gd name="connsiteY671" fmla="*/ 1236056 h 1372624"/>
                        <a:gd name="connsiteX672" fmla="*/ 182476 w 1086447"/>
                        <a:gd name="connsiteY672" fmla="*/ 1240814 h 1372624"/>
                        <a:gd name="connsiteX673" fmla="*/ 191992 w 1086447"/>
                        <a:gd name="connsiteY673" fmla="*/ 1242003 h 1372624"/>
                        <a:gd name="connsiteX674" fmla="*/ 191992 w 1086447"/>
                        <a:gd name="connsiteY674" fmla="*/ 1251519 h 1372624"/>
                        <a:gd name="connsiteX675" fmla="*/ 181287 w 1086447"/>
                        <a:gd name="connsiteY675" fmla="*/ 1263413 h 1372624"/>
                        <a:gd name="connsiteX676" fmla="*/ 190802 w 1086447"/>
                        <a:gd name="connsiteY676" fmla="*/ 1262224 h 1372624"/>
                        <a:gd name="connsiteX677" fmla="*/ 189613 w 1086447"/>
                        <a:gd name="connsiteY677" fmla="*/ 1270550 h 1372624"/>
                        <a:gd name="connsiteX678" fmla="*/ 196749 w 1086447"/>
                        <a:gd name="connsiteY678" fmla="*/ 1272929 h 1372624"/>
                        <a:gd name="connsiteX679" fmla="*/ 195560 w 1086447"/>
                        <a:gd name="connsiteY679" fmla="*/ 1272929 h 1372624"/>
                        <a:gd name="connsiteX680" fmla="*/ 191992 w 1086447"/>
                        <a:gd name="connsiteY680" fmla="*/ 1283634 h 1372624"/>
                        <a:gd name="connsiteX681" fmla="*/ 200318 w 1086447"/>
                        <a:gd name="connsiteY681" fmla="*/ 1277687 h 1372624"/>
                        <a:gd name="connsiteX682" fmla="*/ 205076 w 1086447"/>
                        <a:gd name="connsiteY682" fmla="*/ 1283634 h 1372624"/>
                        <a:gd name="connsiteX683" fmla="*/ 191992 w 1086447"/>
                        <a:gd name="connsiteY683" fmla="*/ 1288392 h 1372624"/>
                        <a:gd name="connsiteX684" fmla="*/ 191992 w 1086447"/>
                        <a:gd name="connsiteY684" fmla="*/ 1293149 h 1372624"/>
                        <a:gd name="connsiteX685" fmla="*/ 205076 w 1086447"/>
                        <a:gd name="connsiteY685" fmla="*/ 1291960 h 1372624"/>
                        <a:gd name="connsiteX686" fmla="*/ 201507 w 1086447"/>
                        <a:gd name="connsiteY686" fmla="*/ 1295528 h 1372624"/>
                        <a:gd name="connsiteX687" fmla="*/ 191992 w 1086447"/>
                        <a:gd name="connsiteY687" fmla="*/ 1306233 h 1372624"/>
                        <a:gd name="connsiteX688" fmla="*/ 205076 w 1086447"/>
                        <a:gd name="connsiteY688" fmla="*/ 1303854 h 1372624"/>
                        <a:gd name="connsiteX689" fmla="*/ 213402 w 1086447"/>
                        <a:gd name="connsiteY689" fmla="*/ 1303854 h 1372624"/>
                        <a:gd name="connsiteX690" fmla="*/ 213402 w 1086447"/>
                        <a:gd name="connsiteY690" fmla="*/ 1306233 h 1372624"/>
                        <a:gd name="connsiteX691" fmla="*/ 202697 w 1086447"/>
                        <a:gd name="connsiteY691" fmla="*/ 1308612 h 1372624"/>
                        <a:gd name="connsiteX692" fmla="*/ 206265 w 1086447"/>
                        <a:gd name="connsiteY692" fmla="*/ 1321696 h 1372624"/>
                        <a:gd name="connsiteX693" fmla="*/ 218160 w 1086447"/>
                        <a:gd name="connsiteY693" fmla="*/ 1315748 h 1372624"/>
                        <a:gd name="connsiteX694" fmla="*/ 226485 w 1086447"/>
                        <a:gd name="connsiteY694" fmla="*/ 1327643 h 1372624"/>
                        <a:gd name="connsiteX695" fmla="*/ 224107 w 1086447"/>
                        <a:gd name="connsiteY695" fmla="*/ 1331211 h 1372624"/>
                        <a:gd name="connsiteX696" fmla="*/ 218160 w 1086447"/>
                        <a:gd name="connsiteY696" fmla="*/ 1333590 h 1372624"/>
                        <a:gd name="connsiteX697" fmla="*/ 220538 w 1086447"/>
                        <a:gd name="connsiteY697" fmla="*/ 1335969 h 1372624"/>
                        <a:gd name="connsiteX698" fmla="*/ 225296 w 1086447"/>
                        <a:gd name="connsiteY698" fmla="*/ 1338348 h 1372624"/>
                        <a:gd name="connsiteX699" fmla="*/ 227675 w 1086447"/>
                        <a:gd name="connsiteY699" fmla="*/ 1330022 h 1372624"/>
                        <a:gd name="connsiteX700" fmla="*/ 245516 w 1086447"/>
                        <a:gd name="connsiteY700" fmla="*/ 1331211 h 1372624"/>
                        <a:gd name="connsiteX701" fmla="*/ 263358 w 1086447"/>
                        <a:gd name="connsiteY701" fmla="*/ 1324075 h 1372624"/>
                        <a:gd name="connsiteX702" fmla="*/ 263358 w 1086447"/>
                        <a:gd name="connsiteY702" fmla="*/ 1319317 h 1372624"/>
                        <a:gd name="connsiteX703" fmla="*/ 263358 w 1086447"/>
                        <a:gd name="connsiteY703" fmla="*/ 1315748 h 1372624"/>
                        <a:gd name="connsiteX704" fmla="*/ 268116 w 1086447"/>
                        <a:gd name="connsiteY704" fmla="*/ 1316938 h 1372624"/>
                        <a:gd name="connsiteX705" fmla="*/ 265737 w 1086447"/>
                        <a:gd name="connsiteY705" fmla="*/ 1327643 h 1372624"/>
                        <a:gd name="connsiteX706" fmla="*/ 260979 w 1086447"/>
                        <a:gd name="connsiteY706" fmla="*/ 1333590 h 1372624"/>
                        <a:gd name="connsiteX707" fmla="*/ 265737 w 1086447"/>
                        <a:gd name="connsiteY707" fmla="*/ 1333590 h 1372624"/>
                        <a:gd name="connsiteX708" fmla="*/ 265737 w 1086447"/>
                        <a:gd name="connsiteY708" fmla="*/ 1331211 h 1372624"/>
                        <a:gd name="connsiteX709" fmla="*/ 268116 w 1086447"/>
                        <a:gd name="connsiteY709" fmla="*/ 1331211 h 1372624"/>
                        <a:gd name="connsiteX710" fmla="*/ 281199 w 1086447"/>
                        <a:gd name="connsiteY710" fmla="*/ 1322885 h 1372624"/>
                        <a:gd name="connsiteX711" fmla="*/ 281199 w 1086447"/>
                        <a:gd name="connsiteY711" fmla="*/ 1327643 h 1372624"/>
                        <a:gd name="connsiteX712" fmla="*/ 265737 w 1086447"/>
                        <a:gd name="connsiteY712" fmla="*/ 1338348 h 1372624"/>
                        <a:gd name="connsiteX713" fmla="*/ 276442 w 1086447"/>
                        <a:gd name="connsiteY713" fmla="*/ 1332401 h 1372624"/>
                        <a:gd name="connsiteX714" fmla="*/ 265737 w 1086447"/>
                        <a:gd name="connsiteY714" fmla="*/ 1345484 h 1372624"/>
                        <a:gd name="connsiteX715" fmla="*/ 260979 w 1086447"/>
                        <a:gd name="connsiteY715" fmla="*/ 1349053 h 1372624"/>
                        <a:gd name="connsiteX716" fmla="*/ 271684 w 1086447"/>
                        <a:gd name="connsiteY716" fmla="*/ 1350242 h 1372624"/>
                        <a:gd name="connsiteX717" fmla="*/ 274063 w 1086447"/>
                        <a:gd name="connsiteY717" fmla="*/ 1345484 h 1372624"/>
                        <a:gd name="connsiteX718" fmla="*/ 276442 w 1086447"/>
                        <a:gd name="connsiteY718" fmla="*/ 1346674 h 1372624"/>
                        <a:gd name="connsiteX719" fmla="*/ 276442 w 1086447"/>
                        <a:gd name="connsiteY719" fmla="*/ 1353810 h 1372624"/>
                        <a:gd name="connsiteX720" fmla="*/ 283578 w 1086447"/>
                        <a:gd name="connsiteY720" fmla="*/ 1350242 h 1372624"/>
                        <a:gd name="connsiteX721" fmla="*/ 282389 w 1086447"/>
                        <a:gd name="connsiteY721" fmla="*/ 1353810 h 1372624"/>
                        <a:gd name="connsiteX722" fmla="*/ 276442 w 1086447"/>
                        <a:gd name="connsiteY722" fmla="*/ 1366894 h 1372624"/>
                        <a:gd name="connsiteX723" fmla="*/ 285957 w 1086447"/>
                        <a:gd name="connsiteY723" fmla="*/ 1353810 h 1372624"/>
                        <a:gd name="connsiteX724" fmla="*/ 285957 w 1086447"/>
                        <a:gd name="connsiteY724" fmla="*/ 1358568 h 1372624"/>
                        <a:gd name="connsiteX725" fmla="*/ 284768 w 1086447"/>
                        <a:gd name="connsiteY725" fmla="*/ 1363326 h 1372624"/>
                        <a:gd name="connsiteX726" fmla="*/ 284768 w 1086447"/>
                        <a:gd name="connsiteY726" fmla="*/ 1371652 h 1372624"/>
                        <a:gd name="connsiteX727" fmla="*/ 287147 w 1086447"/>
                        <a:gd name="connsiteY727" fmla="*/ 1363326 h 1372624"/>
                        <a:gd name="connsiteX728" fmla="*/ 291904 w 1086447"/>
                        <a:gd name="connsiteY728" fmla="*/ 1364515 h 1372624"/>
                        <a:gd name="connsiteX729" fmla="*/ 297851 w 1086447"/>
                        <a:gd name="connsiteY729" fmla="*/ 1356189 h 1372624"/>
                        <a:gd name="connsiteX730" fmla="*/ 297851 w 1086447"/>
                        <a:gd name="connsiteY730" fmla="*/ 1364515 h 1372624"/>
                        <a:gd name="connsiteX731" fmla="*/ 316883 w 1086447"/>
                        <a:gd name="connsiteY731" fmla="*/ 1371652 h 1372624"/>
                        <a:gd name="connsiteX732" fmla="*/ 321640 w 1086447"/>
                        <a:gd name="connsiteY732" fmla="*/ 1363326 h 1372624"/>
                        <a:gd name="connsiteX733" fmla="*/ 313314 w 1086447"/>
                        <a:gd name="connsiteY733" fmla="*/ 1355000 h 1372624"/>
                        <a:gd name="connsiteX734" fmla="*/ 301420 w 1086447"/>
                        <a:gd name="connsiteY734" fmla="*/ 1346674 h 1372624"/>
                        <a:gd name="connsiteX735" fmla="*/ 327587 w 1086447"/>
                        <a:gd name="connsiteY735" fmla="*/ 1349053 h 1372624"/>
                        <a:gd name="connsiteX736" fmla="*/ 318072 w 1086447"/>
                        <a:gd name="connsiteY736" fmla="*/ 1346674 h 1372624"/>
                        <a:gd name="connsiteX737" fmla="*/ 324019 w 1086447"/>
                        <a:gd name="connsiteY737" fmla="*/ 1341916 h 1372624"/>
                        <a:gd name="connsiteX738" fmla="*/ 315693 w 1086447"/>
                        <a:gd name="connsiteY738" fmla="*/ 1332401 h 1372624"/>
                        <a:gd name="connsiteX739" fmla="*/ 334724 w 1086447"/>
                        <a:gd name="connsiteY739" fmla="*/ 1332401 h 1372624"/>
                        <a:gd name="connsiteX740" fmla="*/ 334724 w 1086447"/>
                        <a:gd name="connsiteY740" fmla="*/ 1327643 h 1372624"/>
                        <a:gd name="connsiteX741" fmla="*/ 319262 w 1086447"/>
                        <a:gd name="connsiteY741" fmla="*/ 1322885 h 1372624"/>
                        <a:gd name="connsiteX742" fmla="*/ 332345 w 1086447"/>
                        <a:gd name="connsiteY742" fmla="*/ 1324075 h 1372624"/>
                        <a:gd name="connsiteX743" fmla="*/ 327587 w 1086447"/>
                        <a:gd name="connsiteY743" fmla="*/ 1313370 h 1372624"/>
                        <a:gd name="connsiteX744" fmla="*/ 338292 w 1086447"/>
                        <a:gd name="connsiteY744" fmla="*/ 1314559 h 1372624"/>
                        <a:gd name="connsiteX745" fmla="*/ 334724 w 1086447"/>
                        <a:gd name="connsiteY745" fmla="*/ 1305044 h 1372624"/>
                        <a:gd name="connsiteX746" fmla="*/ 343050 w 1086447"/>
                        <a:gd name="connsiteY746" fmla="*/ 1302665 h 1372624"/>
                        <a:gd name="connsiteX747" fmla="*/ 334724 w 1086447"/>
                        <a:gd name="connsiteY747" fmla="*/ 1296718 h 1372624"/>
                        <a:gd name="connsiteX748" fmla="*/ 347808 w 1086447"/>
                        <a:gd name="connsiteY748" fmla="*/ 1300286 h 1372624"/>
                        <a:gd name="connsiteX749" fmla="*/ 350187 w 1086447"/>
                        <a:gd name="connsiteY749" fmla="*/ 1275308 h 1372624"/>
                        <a:gd name="connsiteX750" fmla="*/ 357323 w 1086447"/>
                        <a:gd name="connsiteY750" fmla="*/ 1275308 h 1372624"/>
                        <a:gd name="connsiteX751" fmla="*/ 354945 w 1086447"/>
                        <a:gd name="connsiteY751" fmla="*/ 1270550 h 1372624"/>
                        <a:gd name="connsiteX752" fmla="*/ 354945 w 1086447"/>
                        <a:gd name="connsiteY752" fmla="*/ 1268171 h 1372624"/>
                        <a:gd name="connsiteX753" fmla="*/ 339482 w 1086447"/>
                        <a:gd name="connsiteY753" fmla="*/ 1257466 h 1372624"/>
                        <a:gd name="connsiteX754" fmla="*/ 351376 w 1086447"/>
                        <a:gd name="connsiteY754" fmla="*/ 1259845 h 1372624"/>
                        <a:gd name="connsiteX755" fmla="*/ 356134 w 1086447"/>
                        <a:gd name="connsiteY755" fmla="*/ 1251519 h 1372624"/>
                        <a:gd name="connsiteX756" fmla="*/ 357323 w 1086447"/>
                        <a:gd name="connsiteY756" fmla="*/ 1256277 h 1372624"/>
                        <a:gd name="connsiteX757" fmla="*/ 364460 w 1086447"/>
                        <a:gd name="connsiteY757" fmla="*/ 1256277 h 1372624"/>
                        <a:gd name="connsiteX758" fmla="*/ 371597 w 1086447"/>
                        <a:gd name="connsiteY758" fmla="*/ 1258656 h 1372624"/>
                        <a:gd name="connsiteX759" fmla="*/ 373975 w 1086447"/>
                        <a:gd name="connsiteY759" fmla="*/ 1253898 h 1372624"/>
                        <a:gd name="connsiteX760" fmla="*/ 373975 w 1086447"/>
                        <a:gd name="connsiteY760" fmla="*/ 1251519 h 1372624"/>
                        <a:gd name="connsiteX761" fmla="*/ 363270 w 1086447"/>
                        <a:gd name="connsiteY761" fmla="*/ 1249140 h 1372624"/>
                        <a:gd name="connsiteX762" fmla="*/ 360892 w 1086447"/>
                        <a:gd name="connsiteY762" fmla="*/ 1243193 h 1372624"/>
                        <a:gd name="connsiteX763" fmla="*/ 360892 w 1086447"/>
                        <a:gd name="connsiteY763" fmla="*/ 1242003 h 1372624"/>
                        <a:gd name="connsiteX764" fmla="*/ 366839 w 1086447"/>
                        <a:gd name="connsiteY764" fmla="*/ 1238435 h 1372624"/>
                        <a:gd name="connsiteX765" fmla="*/ 366839 w 1086447"/>
                        <a:gd name="connsiteY765" fmla="*/ 1240814 h 1372624"/>
                        <a:gd name="connsiteX766" fmla="*/ 369218 w 1086447"/>
                        <a:gd name="connsiteY766" fmla="*/ 1245572 h 1372624"/>
                        <a:gd name="connsiteX767" fmla="*/ 377544 w 1086447"/>
                        <a:gd name="connsiteY767" fmla="*/ 1240814 h 1372624"/>
                        <a:gd name="connsiteX768" fmla="*/ 372786 w 1086447"/>
                        <a:gd name="connsiteY768" fmla="*/ 1238435 h 1372624"/>
                        <a:gd name="connsiteX769" fmla="*/ 368028 w 1086447"/>
                        <a:gd name="connsiteY769" fmla="*/ 1231299 h 1372624"/>
                        <a:gd name="connsiteX770" fmla="*/ 381112 w 1086447"/>
                        <a:gd name="connsiteY770" fmla="*/ 1238435 h 1372624"/>
                        <a:gd name="connsiteX771" fmla="*/ 382301 w 1086447"/>
                        <a:gd name="connsiteY771" fmla="*/ 1233677 h 1372624"/>
                        <a:gd name="connsiteX772" fmla="*/ 387059 w 1086447"/>
                        <a:gd name="connsiteY772" fmla="*/ 1233677 h 1372624"/>
                        <a:gd name="connsiteX773" fmla="*/ 375165 w 1086447"/>
                        <a:gd name="connsiteY773" fmla="*/ 1228920 h 1372624"/>
                        <a:gd name="connsiteX774" fmla="*/ 378733 w 1086447"/>
                        <a:gd name="connsiteY774" fmla="*/ 1233677 h 1372624"/>
                        <a:gd name="connsiteX775" fmla="*/ 371597 w 1086447"/>
                        <a:gd name="connsiteY775" fmla="*/ 1225351 h 1372624"/>
                        <a:gd name="connsiteX776" fmla="*/ 376354 w 1086447"/>
                        <a:gd name="connsiteY776" fmla="*/ 1221783 h 1372624"/>
                        <a:gd name="connsiteX777" fmla="*/ 391817 w 1086447"/>
                        <a:gd name="connsiteY777" fmla="*/ 1228920 h 1372624"/>
                        <a:gd name="connsiteX778" fmla="*/ 395385 w 1086447"/>
                        <a:gd name="connsiteY778" fmla="*/ 1220594 h 1372624"/>
                        <a:gd name="connsiteX779" fmla="*/ 398953 w 1086447"/>
                        <a:gd name="connsiteY779" fmla="*/ 1218215 h 1372624"/>
                        <a:gd name="connsiteX780" fmla="*/ 396575 w 1086447"/>
                        <a:gd name="connsiteY780" fmla="*/ 1206320 h 1372624"/>
                        <a:gd name="connsiteX781" fmla="*/ 403711 w 1086447"/>
                        <a:gd name="connsiteY781" fmla="*/ 1199184 h 1372624"/>
                        <a:gd name="connsiteX782" fmla="*/ 383491 w 1086447"/>
                        <a:gd name="connsiteY782" fmla="*/ 1189668 h 1372624"/>
                        <a:gd name="connsiteX783" fmla="*/ 393006 w 1086447"/>
                        <a:gd name="connsiteY783" fmla="*/ 1188479 h 1372624"/>
                        <a:gd name="connsiteX784" fmla="*/ 403711 w 1086447"/>
                        <a:gd name="connsiteY784" fmla="*/ 1186100 h 1372624"/>
                        <a:gd name="connsiteX785" fmla="*/ 404901 w 1086447"/>
                        <a:gd name="connsiteY785" fmla="*/ 1177774 h 1372624"/>
                        <a:gd name="connsiteX786" fmla="*/ 400143 w 1086447"/>
                        <a:gd name="connsiteY786" fmla="*/ 1164690 h 1372624"/>
                        <a:gd name="connsiteX787" fmla="*/ 401332 w 1086447"/>
                        <a:gd name="connsiteY787" fmla="*/ 1153985 h 1372624"/>
                        <a:gd name="connsiteX788" fmla="*/ 408469 w 1086447"/>
                        <a:gd name="connsiteY788" fmla="*/ 1156364 h 1372624"/>
                        <a:gd name="connsiteX789" fmla="*/ 413227 w 1086447"/>
                        <a:gd name="connsiteY789" fmla="*/ 1155175 h 1372624"/>
                        <a:gd name="connsiteX790" fmla="*/ 415605 w 1086447"/>
                        <a:gd name="connsiteY790" fmla="*/ 1158743 h 1372624"/>
                        <a:gd name="connsiteX791" fmla="*/ 426311 w 1086447"/>
                        <a:gd name="connsiteY791" fmla="*/ 1138523 h 1372624"/>
                        <a:gd name="connsiteX792" fmla="*/ 434637 w 1086447"/>
                        <a:gd name="connsiteY792" fmla="*/ 1137333 h 1372624"/>
                        <a:gd name="connsiteX793" fmla="*/ 437016 w 1086447"/>
                        <a:gd name="connsiteY793" fmla="*/ 1142091 h 1372624"/>
                        <a:gd name="connsiteX794" fmla="*/ 441773 w 1086447"/>
                        <a:gd name="connsiteY794" fmla="*/ 1138523 h 1372624"/>
                        <a:gd name="connsiteX795" fmla="*/ 444152 w 1086447"/>
                        <a:gd name="connsiteY795" fmla="*/ 1134954 h 1372624"/>
                        <a:gd name="connsiteX796" fmla="*/ 450099 w 1086447"/>
                        <a:gd name="connsiteY796" fmla="*/ 1143280 h 1372624"/>
                        <a:gd name="connsiteX797" fmla="*/ 464372 w 1086447"/>
                        <a:gd name="connsiteY797" fmla="*/ 1140902 h 1372624"/>
                        <a:gd name="connsiteX798" fmla="*/ 467941 w 1086447"/>
                        <a:gd name="connsiteY798" fmla="*/ 1136144 h 1372624"/>
                        <a:gd name="connsiteX799" fmla="*/ 464372 w 1086447"/>
                        <a:gd name="connsiteY799" fmla="*/ 1120681 h 1372624"/>
                        <a:gd name="connsiteX800" fmla="*/ 465562 w 1086447"/>
                        <a:gd name="connsiteY800" fmla="*/ 1120681 h 1372624"/>
                        <a:gd name="connsiteX801" fmla="*/ 466751 w 1086447"/>
                        <a:gd name="connsiteY801" fmla="*/ 1125439 h 1372624"/>
                        <a:gd name="connsiteX802" fmla="*/ 473888 w 1086447"/>
                        <a:gd name="connsiteY802" fmla="*/ 1120681 h 1372624"/>
                        <a:gd name="connsiteX803" fmla="*/ 476267 w 1086447"/>
                        <a:gd name="connsiteY803" fmla="*/ 1111166 h 1372624"/>
                        <a:gd name="connsiteX804" fmla="*/ 473888 w 1086447"/>
                        <a:gd name="connsiteY804" fmla="*/ 1104029 h 1372624"/>
                        <a:gd name="connsiteX805" fmla="*/ 486972 w 1086447"/>
                        <a:gd name="connsiteY805" fmla="*/ 1108787 h 1372624"/>
                        <a:gd name="connsiteX806" fmla="*/ 482214 w 1086447"/>
                        <a:gd name="connsiteY806" fmla="*/ 1129007 h 1372624"/>
                        <a:gd name="connsiteX807" fmla="*/ 476267 w 1086447"/>
                        <a:gd name="connsiteY807" fmla="*/ 1127818 h 1372624"/>
                        <a:gd name="connsiteX808" fmla="*/ 476267 w 1086447"/>
                        <a:gd name="connsiteY808" fmla="*/ 1143280 h 1372624"/>
                        <a:gd name="connsiteX809" fmla="*/ 485782 w 1086447"/>
                        <a:gd name="connsiteY809" fmla="*/ 1139712 h 1372624"/>
                        <a:gd name="connsiteX810" fmla="*/ 485782 w 1086447"/>
                        <a:gd name="connsiteY810" fmla="*/ 1132575 h 1372624"/>
                        <a:gd name="connsiteX811" fmla="*/ 488161 w 1086447"/>
                        <a:gd name="connsiteY811" fmla="*/ 1132575 h 1372624"/>
                        <a:gd name="connsiteX812" fmla="*/ 494108 w 1086447"/>
                        <a:gd name="connsiteY812" fmla="*/ 1118302 h 1372624"/>
                        <a:gd name="connsiteX813" fmla="*/ 494108 w 1086447"/>
                        <a:gd name="connsiteY813" fmla="*/ 1131386 h 1372624"/>
                        <a:gd name="connsiteX814" fmla="*/ 504813 w 1086447"/>
                        <a:gd name="connsiteY814" fmla="*/ 1131386 h 1372624"/>
                        <a:gd name="connsiteX815" fmla="*/ 508382 w 1086447"/>
                        <a:gd name="connsiteY815" fmla="*/ 1123060 h 1372624"/>
                        <a:gd name="connsiteX816" fmla="*/ 509571 w 1086447"/>
                        <a:gd name="connsiteY816" fmla="*/ 1125439 h 1372624"/>
                        <a:gd name="connsiteX817" fmla="*/ 508382 w 1086447"/>
                        <a:gd name="connsiteY817" fmla="*/ 1125439 h 1372624"/>
                        <a:gd name="connsiteX818" fmla="*/ 520276 w 1086447"/>
                        <a:gd name="connsiteY818" fmla="*/ 1123060 h 1372624"/>
                        <a:gd name="connsiteX819" fmla="*/ 529791 w 1086447"/>
                        <a:gd name="connsiteY819" fmla="*/ 1119492 h 1372624"/>
                        <a:gd name="connsiteX820" fmla="*/ 528602 w 1086447"/>
                        <a:gd name="connsiteY820" fmla="*/ 1115923 h 1372624"/>
                        <a:gd name="connsiteX821" fmla="*/ 526223 w 1086447"/>
                        <a:gd name="connsiteY821" fmla="*/ 1108787 h 1372624"/>
                        <a:gd name="connsiteX822" fmla="*/ 532170 w 1086447"/>
                        <a:gd name="connsiteY822" fmla="*/ 1112355 h 1372624"/>
                        <a:gd name="connsiteX823" fmla="*/ 542875 w 1086447"/>
                        <a:gd name="connsiteY823" fmla="*/ 1114734 h 1372624"/>
                        <a:gd name="connsiteX824" fmla="*/ 551201 w 1086447"/>
                        <a:gd name="connsiteY824" fmla="*/ 1106408 h 1372624"/>
                        <a:gd name="connsiteX825" fmla="*/ 554770 w 1086447"/>
                        <a:gd name="connsiteY825" fmla="*/ 1098082 h 1372624"/>
                        <a:gd name="connsiteX826" fmla="*/ 557149 w 1086447"/>
                        <a:gd name="connsiteY826" fmla="*/ 1102840 h 1372624"/>
                        <a:gd name="connsiteX827" fmla="*/ 564285 w 1086447"/>
                        <a:gd name="connsiteY827" fmla="*/ 1094514 h 1372624"/>
                        <a:gd name="connsiteX828" fmla="*/ 574990 w 1086447"/>
                        <a:gd name="connsiteY828" fmla="*/ 1079051 h 1372624"/>
                        <a:gd name="connsiteX829" fmla="*/ 574990 w 1086447"/>
                        <a:gd name="connsiteY829" fmla="*/ 1070725 h 1372624"/>
                        <a:gd name="connsiteX830" fmla="*/ 578558 w 1086447"/>
                        <a:gd name="connsiteY830" fmla="*/ 1070725 h 1372624"/>
                        <a:gd name="connsiteX831" fmla="*/ 580937 w 1086447"/>
                        <a:gd name="connsiteY831" fmla="*/ 1065967 h 1372624"/>
                        <a:gd name="connsiteX832" fmla="*/ 584505 w 1086447"/>
                        <a:gd name="connsiteY832" fmla="*/ 1067157 h 1372624"/>
                        <a:gd name="connsiteX833" fmla="*/ 584505 w 1086447"/>
                        <a:gd name="connsiteY833" fmla="*/ 1061209 h 1372624"/>
                        <a:gd name="connsiteX834" fmla="*/ 584505 w 1086447"/>
                        <a:gd name="connsiteY834" fmla="*/ 1060020 h 1372624"/>
                        <a:gd name="connsiteX835" fmla="*/ 589263 w 1086447"/>
                        <a:gd name="connsiteY835" fmla="*/ 1057641 h 1372624"/>
                        <a:gd name="connsiteX836" fmla="*/ 590453 w 1086447"/>
                        <a:gd name="connsiteY836" fmla="*/ 1057641 h 1372624"/>
                        <a:gd name="connsiteX837" fmla="*/ 590453 w 1086447"/>
                        <a:gd name="connsiteY837" fmla="*/ 1057641 h 1372624"/>
                        <a:gd name="connsiteX838" fmla="*/ 590453 w 1086447"/>
                        <a:gd name="connsiteY838" fmla="*/ 1057641 h 1372624"/>
                        <a:gd name="connsiteX839" fmla="*/ 590453 w 1086447"/>
                        <a:gd name="connsiteY839" fmla="*/ 1057641 h 1372624"/>
                        <a:gd name="connsiteX840" fmla="*/ 594021 w 1086447"/>
                        <a:gd name="connsiteY840" fmla="*/ 1052883 h 1372624"/>
                        <a:gd name="connsiteX841" fmla="*/ 595210 w 1086447"/>
                        <a:gd name="connsiteY841" fmla="*/ 1050505 h 1372624"/>
                        <a:gd name="connsiteX842" fmla="*/ 594021 w 1086447"/>
                        <a:gd name="connsiteY842" fmla="*/ 1052883 h 1372624"/>
                        <a:gd name="connsiteX843" fmla="*/ 594021 w 1086447"/>
                        <a:gd name="connsiteY843" fmla="*/ 1054073 h 1372624"/>
                        <a:gd name="connsiteX844" fmla="*/ 598779 w 1086447"/>
                        <a:gd name="connsiteY844" fmla="*/ 1048126 h 1372624"/>
                        <a:gd name="connsiteX845" fmla="*/ 598779 w 1086447"/>
                        <a:gd name="connsiteY845" fmla="*/ 1048126 h 1372624"/>
                        <a:gd name="connsiteX846" fmla="*/ 598779 w 1086447"/>
                        <a:gd name="connsiteY846" fmla="*/ 1048126 h 1372624"/>
                        <a:gd name="connsiteX847" fmla="*/ 598779 w 1086447"/>
                        <a:gd name="connsiteY847" fmla="*/ 1048126 h 1372624"/>
                        <a:gd name="connsiteX848" fmla="*/ 599968 w 1086447"/>
                        <a:gd name="connsiteY848" fmla="*/ 1046936 h 1372624"/>
                        <a:gd name="connsiteX849" fmla="*/ 611862 w 1086447"/>
                        <a:gd name="connsiteY849" fmla="*/ 1044557 h 1372624"/>
                        <a:gd name="connsiteX850" fmla="*/ 608294 w 1086447"/>
                        <a:gd name="connsiteY850" fmla="*/ 1004116 h 1372624"/>
                        <a:gd name="connsiteX851" fmla="*/ 620188 w 1086447"/>
                        <a:gd name="connsiteY851" fmla="*/ 1025526 h 1372624"/>
                        <a:gd name="connsiteX852" fmla="*/ 623757 w 1086447"/>
                        <a:gd name="connsiteY852" fmla="*/ 1033852 h 1372624"/>
                        <a:gd name="connsiteX853" fmla="*/ 624946 w 1086447"/>
                        <a:gd name="connsiteY853" fmla="*/ 1035042 h 1372624"/>
                        <a:gd name="connsiteX854" fmla="*/ 632083 w 1086447"/>
                        <a:gd name="connsiteY854" fmla="*/ 1031473 h 1372624"/>
                        <a:gd name="connsiteX855" fmla="*/ 667766 w 1086447"/>
                        <a:gd name="connsiteY855" fmla="*/ 1032663 h 1372624"/>
                        <a:gd name="connsiteX856" fmla="*/ 680850 w 1086447"/>
                        <a:gd name="connsiteY856" fmla="*/ 1023147 h 1372624"/>
                        <a:gd name="connsiteX857" fmla="*/ 697502 w 1086447"/>
                        <a:gd name="connsiteY857" fmla="*/ 1017200 h 1372624"/>
                        <a:gd name="connsiteX858" fmla="*/ 697502 w 1086447"/>
                        <a:gd name="connsiteY858" fmla="*/ 1017200 h 1372624"/>
                        <a:gd name="connsiteX859" fmla="*/ 697502 w 1086447"/>
                        <a:gd name="connsiteY859" fmla="*/ 1017200 h 1372624"/>
                        <a:gd name="connsiteX860" fmla="*/ 697502 w 1086447"/>
                        <a:gd name="connsiteY860" fmla="*/ 1017200 h 1372624"/>
                        <a:gd name="connsiteX861" fmla="*/ 697502 w 1086447"/>
                        <a:gd name="connsiteY861" fmla="*/ 1017200 h 1372624"/>
                        <a:gd name="connsiteX862" fmla="*/ 697502 w 1086447"/>
                        <a:gd name="connsiteY862" fmla="*/ 1017200 h 1372624"/>
                        <a:gd name="connsiteX863" fmla="*/ 697502 w 1086447"/>
                        <a:gd name="connsiteY863" fmla="*/ 1017200 h 1372624"/>
                        <a:gd name="connsiteX864" fmla="*/ 697502 w 1086447"/>
                        <a:gd name="connsiteY864" fmla="*/ 1017200 h 1372624"/>
                        <a:gd name="connsiteX865" fmla="*/ 697502 w 1086447"/>
                        <a:gd name="connsiteY865" fmla="*/ 1017200 h 1372624"/>
                        <a:gd name="connsiteX866" fmla="*/ 697502 w 1086447"/>
                        <a:gd name="connsiteY866" fmla="*/ 1017200 h 1372624"/>
                        <a:gd name="connsiteX867" fmla="*/ 697502 w 1086447"/>
                        <a:gd name="connsiteY867" fmla="*/ 1017200 h 1372624"/>
                        <a:gd name="connsiteX868" fmla="*/ 698691 w 1086447"/>
                        <a:gd name="connsiteY868" fmla="*/ 1017200 h 1372624"/>
                        <a:gd name="connsiteX869" fmla="*/ 707017 w 1086447"/>
                        <a:gd name="connsiteY869" fmla="*/ 1017200 h 1372624"/>
                        <a:gd name="connsiteX870" fmla="*/ 717722 w 1086447"/>
                        <a:gd name="connsiteY870" fmla="*/ 1016011 h 1372624"/>
                        <a:gd name="connsiteX871" fmla="*/ 728427 w 1086447"/>
                        <a:gd name="connsiteY871" fmla="*/ 1008874 h 1372624"/>
                        <a:gd name="connsiteX872" fmla="*/ 736753 w 1086447"/>
                        <a:gd name="connsiteY872" fmla="*/ 1008874 h 1372624"/>
                        <a:gd name="connsiteX873" fmla="*/ 752216 w 1086447"/>
                        <a:gd name="connsiteY873" fmla="*/ 995790 h 1372624"/>
                        <a:gd name="connsiteX874" fmla="*/ 756973 w 1086447"/>
                        <a:gd name="connsiteY874" fmla="*/ 993412 h 1372624"/>
                        <a:gd name="connsiteX875" fmla="*/ 759352 w 1086447"/>
                        <a:gd name="connsiteY875" fmla="*/ 995790 h 1372624"/>
                        <a:gd name="connsiteX876" fmla="*/ 765300 w 1086447"/>
                        <a:gd name="connsiteY876" fmla="*/ 993412 h 1372624"/>
                        <a:gd name="connsiteX877" fmla="*/ 762921 w 1086447"/>
                        <a:gd name="connsiteY877" fmla="*/ 988654 h 1372624"/>
                        <a:gd name="connsiteX878" fmla="*/ 764110 w 1086447"/>
                        <a:gd name="connsiteY878" fmla="*/ 986275 h 1372624"/>
                        <a:gd name="connsiteX879" fmla="*/ 771247 w 1086447"/>
                        <a:gd name="connsiteY879" fmla="*/ 988654 h 1372624"/>
                        <a:gd name="connsiteX880" fmla="*/ 772436 w 1086447"/>
                        <a:gd name="connsiteY880" fmla="*/ 977949 h 1372624"/>
                        <a:gd name="connsiteX881" fmla="*/ 784330 w 1086447"/>
                        <a:gd name="connsiteY881" fmla="*/ 977949 h 1372624"/>
                        <a:gd name="connsiteX882" fmla="*/ 785520 w 1086447"/>
                        <a:gd name="connsiteY882" fmla="*/ 977949 h 1372624"/>
                        <a:gd name="connsiteX883" fmla="*/ 792657 w 1086447"/>
                        <a:gd name="connsiteY883" fmla="*/ 973191 h 1372624"/>
                        <a:gd name="connsiteX884" fmla="*/ 795036 w 1086447"/>
                        <a:gd name="connsiteY884" fmla="*/ 973191 h 1372624"/>
                        <a:gd name="connsiteX885" fmla="*/ 795036 w 1086447"/>
                        <a:gd name="connsiteY885" fmla="*/ 963676 h 1372624"/>
                        <a:gd name="connsiteX886" fmla="*/ 803361 w 1086447"/>
                        <a:gd name="connsiteY886" fmla="*/ 964865 h 1372624"/>
                        <a:gd name="connsiteX887" fmla="*/ 803361 w 1086447"/>
                        <a:gd name="connsiteY887" fmla="*/ 962486 h 1372624"/>
                        <a:gd name="connsiteX888" fmla="*/ 811688 w 1086447"/>
                        <a:gd name="connsiteY888" fmla="*/ 963676 h 1372624"/>
                        <a:gd name="connsiteX889" fmla="*/ 809309 w 1086447"/>
                        <a:gd name="connsiteY889" fmla="*/ 956539 h 1372624"/>
                        <a:gd name="connsiteX890" fmla="*/ 828340 w 1086447"/>
                        <a:gd name="connsiteY890" fmla="*/ 944645 h 1372624"/>
                        <a:gd name="connsiteX891" fmla="*/ 815256 w 1086447"/>
                        <a:gd name="connsiteY891" fmla="*/ 945834 h 1372624"/>
                        <a:gd name="connsiteX892" fmla="*/ 799793 w 1086447"/>
                        <a:gd name="connsiteY892" fmla="*/ 943455 h 1372624"/>
                        <a:gd name="connsiteX893" fmla="*/ 770057 w 1086447"/>
                        <a:gd name="connsiteY893" fmla="*/ 930372 h 1372624"/>
                        <a:gd name="connsiteX894" fmla="*/ 759352 w 1086447"/>
                        <a:gd name="connsiteY894" fmla="*/ 938698 h 1372624"/>
                        <a:gd name="connsiteX895" fmla="*/ 748647 w 1086447"/>
                        <a:gd name="connsiteY895" fmla="*/ 941076 h 1372624"/>
                        <a:gd name="connsiteX896" fmla="*/ 741511 w 1086447"/>
                        <a:gd name="connsiteY896" fmla="*/ 938698 h 1372624"/>
                        <a:gd name="connsiteX897" fmla="*/ 731995 w 1086447"/>
                        <a:gd name="connsiteY897" fmla="*/ 942266 h 1372624"/>
                        <a:gd name="connsiteX898" fmla="*/ 728427 w 1086447"/>
                        <a:gd name="connsiteY898" fmla="*/ 945834 h 1372624"/>
                        <a:gd name="connsiteX899" fmla="*/ 714154 w 1086447"/>
                        <a:gd name="connsiteY899" fmla="*/ 943455 h 1372624"/>
                        <a:gd name="connsiteX900" fmla="*/ 714154 w 1086447"/>
                        <a:gd name="connsiteY900" fmla="*/ 942266 h 1372624"/>
                        <a:gd name="connsiteX901" fmla="*/ 715343 w 1086447"/>
                        <a:gd name="connsiteY901" fmla="*/ 938698 h 1372624"/>
                        <a:gd name="connsiteX902" fmla="*/ 729617 w 1086447"/>
                        <a:gd name="connsiteY902" fmla="*/ 938698 h 1372624"/>
                        <a:gd name="connsiteX903" fmla="*/ 741511 w 1086447"/>
                        <a:gd name="connsiteY903" fmla="*/ 936319 h 1372624"/>
                        <a:gd name="connsiteX904" fmla="*/ 748647 w 1086447"/>
                        <a:gd name="connsiteY904" fmla="*/ 936319 h 1372624"/>
                        <a:gd name="connsiteX905" fmla="*/ 723669 w 1086447"/>
                        <a:gd name="connsiteY905" fmla="*/ 927993 h 1372624"/>
                        <a:gd name="connsiteX906" fmla="*/ 715343 w 1086447"/>
                        <a:gd name="connsiteY906" fmla="*/ 927993 h 1372624"/>
                        <a:gd name="connsiteX907" fmla="*/ 692744 w 1086447"/>
                        <a:gd name="connsiteY907" fmla="*/ 927993 h 1372624"/>
                        <a:gd name="connsiteX908" fmla="*/ 690365 w 1086447"/>
                        <a:gd name="connsiteY908" fmla="*/ 925614 h 1372624"/>
                        <a:gd name="connsiteX909" fmla="*/ 692744 w 1086447"/>
                        <a:gd name="connsiteY909" fmla="*/ 923235 h 1372624"/>
                        <a:gd name="connsiteX910" fmla="*/ 703449 w 1086447"/>
                        <a:gd name="connsiteY910" fmla="*/ 923235 h 1372624"/>
                        <a:gd name="connsiteX911" fmla="*/ 703449 w 1086447"/>
                        <a:gd name="connsiteY911" fmla="*/ 920856 h 1372624"/>
                        <a:gd name="connsiteX912" fmla="*/ 722480 w 1086447"/>
                        <a:gd name="connsiteY912" fmla="*/ 905393 h 1372624"/>
                        <a:gd name="connsiteX913" fmla="*/ 715343 w 1086447"/>
                        <a:gd name="connsiteY913" fmla="*/ 898257 h 1372624"/>
                        <a:gd name="connsiteX914" fmla="*/ 724859 w 1086447"/>
                        <a:gd name="connsiteY914" fmla="*/ 899446 h 1372624"/>
                        <a:gd name="connsiteX915" fmla="*/ 724859 w 1086447"/>
                        <a:gd name="connsiteY915" fmla="*/ 888741 h 1372624"/>
                        <a:gd name="connsiteX916" fmla="*/ 724859 w 1086447"/>
                        <a:gd name="connsiteY916" fmla="*/ 889931 h 1372624"/>
                        <a:gd name="connsiteX917" fmla="*/ 729617 w 1086447"/>
                        <a:gd name="connsiteY917" fmla="*/ 898257 h 1372624"/>
                        <a:gd name="connsiteX918" fmla="*/ 731995 w 1086447"/>
                        <a:gd name="connsiteY918" fmla="*/ 901825 h 1372624"/>
                        <a:gd name="connsiteX919" fmla="*/ 767678 w 1086447"/>
                        <a:gd name="connsiteY919" fmla="*/ 875658 h 1372624"/>
                        <a:gd name="connsiteX920" fmla="*/ 739132 w 1086447"/>
                        <a:gd name="connsiteY920" fmla="*/ 868521 h 1372624"/>
                        <a:gd name="connsiteX921" fmla="*/ 726048 w 1086447"/>
                        <a:gd name="connsiteY921" fmla="*/ 869710 h 1372624"/>
                        <a:gd name="connsiteX922" fmla="*/ 717722 w 1086447"/>
                        <a:gd name="connsiteY922" fmla="*/ 867331 h 1372624"/>
                        <a:gd name="connsiteX923" fmla="*/ 726048 w 1086447"/>
                        <a:gd name="connsiteY923" fmla="*/ 864953 h 1372624"/>
                        <a:gd name="connsiteX924" fmla="*/ 733185 w 1086447"/>
                        <a:gd name="connsiteY924" fmla="*/ 864953 h 1372624"/>
                        <a:gd name="connsiteX925" fmla="*/ 731995 w 1086447"/>
                        <a:gd name="connsiteY925" fmla="*/ 861384 h 1372624"/>
                        <a:gd name="connsiteX926" fmla="*/ 722480 w 1086447"/>
                        <a:gd name="connsiteY926" fmla="*/ 850679 h 1372624"/>
                        <a:gd name="connsiteX927" fmla="*/ 728427 w 1086447"/>
                        <a:gd name="connsiteY927" fmla="*/ 841164 h 1372624"/>
                        <a:gd name="connsiteX928" fmla="*/ 735564 w 1086447"/>
                        <a:gd name="connsiteY928" fmla="*/ 850679 h 1372624"/>
                        <a:gd name="connsiteX929" fmla="*/ 743890 w 1086447"/>
                        <a:gd name="connsiteY929" fmla="*/ 861384 h 1372624"/>
                        <a:gd name="connsiteX930" fmla="*/ 745079 w 1086447"/>
                        <a:gd name="connsiteY930" fmla="*/ 864953 h 1372624"/>
                        <a:gd name="connsiteX931" fmla="*/ 759352 w 1086447"/>
                        <a:gd name="connsiteY931" fmla="*/ 864953 h 1372624"/>
                        <a:gd name="connsiteX932" fmla="*/ 767678 w 1086447"/>
                        <a:gd name="connsiteY932" fmla="*/ 867331 h 1372624"/>
                        <a:gd name="connsiteX933" fmla="*/ 776005 w 1086447"/>
                        <a:gd name="connsiteY933" fmla="*/ 880415 h 1372624"/>
                        <a:gd name="connsiteX934" fmla="*/ 786709 w 1086447"/>
                        <a:gd name="connsiteY934" fmla="*/ 879226 h 1372624"/>
                        <a:gd name="connsiteX935" fmla="*/ 791467 w 1086447"/>
                        <a:gd name="connsiteY935" fmla="*/ 903014 h 1372624"/>
                        <a:gd name="connsiteX936" fmla="*/ 793846 w 1086447"/>
                        <a:gd name="connsiteY936" fmla="*/ 911340 h 1372624"/>
                        <a:gd name="connsiteX937" fmla="*/ 798604 w 1086447"/>
                        <a:gd name="connsiteY937" fmla="*/ 919667 h 1372624"/>
                        <a:gd name="connsiteX938" fmla="*/ 809309 w 1086447"/>
                        <a:gd name="connsiteY938" fmla="*/ 931561 h 1372624"/>
                        <a:gd name="connsiteX939" fmla="*/ 811688 w 1086447"/>
                        <a:gd name="connsiteY939" fmla="*/ 932750 h 1372624"/>
                        <a:gd name="connsiteX940" fmla="*/ 815256 w 1086447"/>
                        <a:gd name="connsiteY940" fmla="*/ 931561 h 1372624"/>
                        <a:gd name="connsiteX941" fmla="*/ 822392 w 1086447"/>
                        <a:gd name="connsiteY941" fmla="*/ 912530 h 1372624"/>
                        <a:gd name="connsiteX942" fmla="*/ 822392 w 1086447"/>
                        <a:gd name="connsiteY942" fmla="*/ 907772 h 1372624"/>
                        <a:gd name="connsiteX943" fmla="*/ 828340 w 1086447"/>
                        <a:gd name="connsiteY943" fmla="*/ 919667 h 1372624"/>
                        <a:gd name="connsiteX944" fmla="*/ 825961 w 1086447"/>
                        <a:gd name="connsiteY944" fmla="*/ 929182 h 1372624"/>
                        <a:gd name="connsiteX945" fmla="*/ 834287 w 1086447"/>
                        <a:gd name="connsiteY945" fmla="*/ 926803 h 1372624"/>
                        <a:gd name="connsiteX946" fmla="*/ 841423 w 1086447"/>
                        <a:gd name="connsiteY946" fmla="*/ 935129 h 1372624"/>
                        <a:gd name="connsiteX947" fmla="*/ 844992 w 1086447"/>
                        <a:gd name="connsiteY947" fmla="*/ 914909 h 1372624"/>
                        <a:gd name="connsiteX948" fmla="*/ 844992 w 1086447"/>
                        <a:gd name="connsiteY948" fmla="*/ 900636 h 1372624"/>
                        <a:gd name="connsiteX949" fmla="*/ 837855 w 1086447"/>
                        <a:gd name="connsiteY949" fmla="*/ 899446 h 1372624"/>
                        <a:gd name="connsiteX950" fmla="*/ 844992 w 1086447"/>
                        <a:gd name="connsiteY950" fmla="*/ 892310 h 1372624"/>
                        <a:gd name="connsiteX951" fmla="*/ 842613 w 1086447"/>
                        <a:gd name="connsiteY951" fmla="*/ 883984 h 1372624"/>
                        <a:gd name="connsiteX952" fmla="*/ 844992 w 1086447"/>
                        <a:gd name="connsiteY952" fmla="*/ 875658 h 1372624"/>
                        <a:gd name="connsiteX953" fmla="*/ 833097 w 1086447"/>
                        <a:gd name="connsiteY953" fmla="*/ 888741 h 1372624"/>
                        <a:gd name="connsiteX954" fmla="*/ 834287 w 1086447"/>
                        <a:gd name="connsiteY954" fmla="*/ 869710 h 1372624"/>
                        <a:gd name="connsiteX955" fmla="*/ 842613 w 1086447"/>
                        <a:gd name="connsiteY955" fmla="*/ 861384 h 1372624"/>
                        <a:gd name="connsiteX956" fmla="*/ 834287 w 1086447"/>
                        <a:gd name="connsiteY956" fmla="*/ 861384 h 1372624"/>
                        <a:gd name="connsiteX957" fmla="*/ 834287 w 1086447"/>
                        <a:gd name="connsiteY957" fmla="*/ 857816 h 1372624"/>
                        <a:gd name="connsiteX958" fmla="*/ 831908 w 1086447"/>
                        <a:gd name="connsiteY958" fmla="*/ 859005 h 1372624"/>
                        <a:gd name="connsiteX959" fmla="*/ 824771 w 1086447"/>
                        <a:gd name="connsiteY959" fmla="*/ 861384 h 1372624"/>
                        <a:gd name="connsiteX960" fmla="*/ 833097 w 1086447"/>
                        <a:gd name="connsiteY960" fmla="*/ 849490 h 1372624"/>
                        <a:gd name="connsiteX961" fmla="*/ 804551 w 1086447"/>
                        <a:gd name="connsiteY961" fmla="*/ 826891 h 1372624"/>
                        <a:gd name="connsiteX962" fmla="*/ 783141 w 1086447"/>
                        <a:gd name="connsiteY962" fmla="*/ 823322 h 1372624"/>
                        <a:gd name="connsiteX963" fmla="*/ 783141 w 1086447"/>
                        <a:gd name="connsiteY963" fmla="*/ 819754 h 1372624"/>
                        <a:gd name="connsiteX964" fmla="*/ 779573 w 1086447"/>
                        <a:gd name="connsiteY964" fmla="*/ 819754 h 1372624"/>
                        <a:gd name="connsiteX965" fmla="*/ 765300 w 1086447"/>
                        <a:gd name="connsiteY965" fmla="*/ 818565 h 1372624"/>
                        <a:gd name="connsiteX966" fmla="*/ 767678 w 1086447"/>
                        <a:gd name="connsiteY966" fmla="*/ 814996 h 1372624"/>
                        <a:gd name="connsiteX967" fmla="*/ 789088 w 1086447"/>
                        <a:gd name="connsiteY967" fmla="*/ 817375 h 1372624"/>
                        <a:gd name="connsiteX968" fmla="*/ 793846 w 1086447"/>
                        <a:gd name="connsiteY968" fmla="*/ 814996 h 1372624"/>
                        <a:gd name="connsiteX969" fmla="*/ 793846 w 1086447"/>
                        <a:gd name="connsiteY969" fmla="*/ 810239 h 1372624"/>
                        <a:gd name="connsiteX970" fmla="*/ 793846 w 1086447"/>
                        <a:gd name="connsiteY970" fmla="*/ 803102 h 1372624"/>
                        <a:gd name="connsiteX971" fmla="*/ 790278 w 1086447"/>
                        <a:gd name="connsiteY971" fmla="*/ 800723 h 1372624"/>
                        <a:gd name="connsiteX972" fmla="*/ 793846 w 1086447"/>
                        <a:gd name="connsiteY972" fmla="*/ 792397 h 1372624"/>
                        <a:gd name="connsiteX973" fmla="*/ 789088 w 1086447"/>
                        <a:gd name="connsiteY973" fmla="*/ 793586 h 1372624"/>
                        <a:gd name="connsiteX974" fmla="*/ 789088 w 1086447"/>
                        <a:gd name="connsiteY974" fmla="*/ 798344 h 1372624"/>
                        <a:gd name="connsiteX975" fmla="*/ 779573 w 1086447"/>
                        <a:gd name="connsiteY975" fmla="*/ 795965 h 1372624"/>
                        <a:gd name="connsiteX976" fmla="*/ 777194 w 1086447"/>
                        <a:gd name="connsiteY976" fmla="*/ 798344 h 1372624"/>
                        <a:gd name="connsiteX977" fmla="*/ 765300 w 1086447"/>
                        <a:gd name="connsiteY977" fmla="*/ 804291 h 1372624"/>
                        <a:gd name="connsiteX978" fmla="*/ 765300 w 1086447"/>
                        <a:gd name="connsiteY978" fmla="*/ 798344 h 1372624"/>
                        <a:gd name="connsiteX979" fmla="*/ 753405 w 1086447"/>
                        <a:gd name="connsiteY979" fmla="*/ 799534 h 1372624"/>
                        <a:gd name="connsiteX980" fmla="*/ 762921 w 1086447"/>
                        <a:gd name="connsiteY980" fmla="*/ 793586 h 1372624"/>
                        <a:gd name="connsiteX981" fmla="*/ 751026 w 1086447"/>
                        <a:gd name="connsiteY981" fmla="*/ 791208 h 1372624"/>
                        <a:gd name="connsiteX982" fmla="*/ 758163 w 1086447"/>
                        <a:gd name="connsiteY982" fmla="*/ 790018 h 1372624"/>
                        <a:gd name="connsiteX983" fmla="*/ 779573 w 1086447"/>
                        <a:gd name="connsiteY983" fmla="*/ 790018 h 1372624"/>
                        <a:gd name="connsiteX984" fmla="*/ 781952 w 1086447"/>
                        <a:gd name="connsiteY984" fmla="*/ 790018 h 1372624"/>
                        <a:gd name="connsiteX985" fmla="*/ 790278 w 1086447"/>
                        <a:gd name="connsiteY985" fmla="*/ 790018 h 1372624"/>
                        <a:gd name="connsiteX986" fmla="*/ 792657 w 1086447"/>
                        <a:gd name="connsiteY986" fmla="*/ 779313 h 1372624"/>
                        <a:gd name="connsiteX987" fmla="*/ 779573 w 1086447"/>
                        <a:gd name="connsiteY987" fmla="*/ 774556 h 1372624"/>
                        <a:gd name="connsiteX988" fmla="*/ 768868 w 1086447"/>
                        <a:gd name="connsiteY988" fmla="*/ 772177 h 1372624"/>
                        <a:gd name="connsiteX989" fmla="*/ 766489 w 1086447"/>
                        <a:gd name="connsiteY989" fmla="*/ 776934 h 1372624"/>
                        <a:gd name="connsiteX990" fmla="*/ 758163 w 1086447"/>
                        <a:gd name="connsiteY990" fmla="*/ 776934 h 1372624"/>
                        <a:gd name="connsiteX991" fmla="*/ 751026 w 1086447"/>
                        <a:gd name="connsiteY991" fmla="*/ 775745 h 1372624"/>
                        <a:gd name="connsiteX992" fmla="*/ 747458 w 1086447"/>
                        <a:gd name="connsiteY992" fmla="*/ 779313 h 1372624"/>
                        <a:gd name="connsiteX993" fmla="*/ 743890 w 1086447"/>
                        <a:gd name="connsiteY993" fmla="*/ 775745 h 1372624"/>
                        <a:gd name="connsiteX994" fmla="*/ 764110 w 1086447"/>
                        <a:gd name="connsiteY994" fmla="*/ 772177 h 1372624"/>
                        <a:gd name="connsiteX995" fmla="*/ 754594 w 1086447"/>
                        <a:gd name="connsiteY995" fmla="*/ 759093 h 1372624"/>
                        <a:gd name="connsiteX996" fmla="*/ 755784 w 1086447"/>
                        <a:gd name="connsiteY996" fmla="*/ 750767 h 1372624"/>
                        <a:gd name="connsiteX997" fmla="*/ 774815 w 1086447"/>
                        <a:gd name="connsiteY997" fmla="*/ 769798 h 1372624"/>
                        <a:gd name="connsiteX998" fmla="*/ 796225 w 1086447"/>
                        <a:gd name="connsiteY998" fmla="*/ 759093 h 1372624"/>
                        <a:gd name="connsiteX999" fmla="*/ 800983 w 1086447"/>
                        <a:gd name="connsiteY999" fmla="*/ 759093 h 1372624"/>
                        <a:gd name="connsiteX1000" fmla="*/ 798604 w 1086447"/>
                        <a:gd name="connsiteY1000" fmla="*/ 751956 h 1372624"/>
                        <a:gd name="connsiteX1001" fmla="*/ 789088 w 1086447"/>
                        <a:gd name="connsiteY1001" fmla="*/ 731736 h 1372624"/>
                        <a:gd name="connsiteX1002" fmla="*/ 809309 w 1086447"/>
                        <a:gd name="connsiteY1002" fmla="*/ 756714 h 1372624"/>
                        <a:gd name="connsiteX1003" fmla="*/ 815256 w 1086447"/>
                        <a:gd name="connsiteY1003" fmla="*/ 737683 h 1372624"/>
                        <a:gd name="connsiteX1004" fmla="*/ 847371 w 1086447"/>
                        <a:gd name="connsiteY1004" fmla="*/ 753146 h 1372624"/>
                        <a:gd name="connsiteX1005" fmla="*/ 837855 w 1086447"/>
                        <a:gd name="connsiteY1005" fmla="*/ 756714 h 1372624"/>
                        <a:gd name="connsiteX1006" fmla="*/ 817635 w 1086447"/>
                        <a:gd name="connsiteY1006" fmla="*/ 746009 h 1372624"/>
                        <a:gd name="connsiteX1007" fmla="*/ 817635 w 1086447"/>
                        <a:gd name="connsiteY1007" fmla="*/ 754335 h 1372624"/>
                        <a:gd name="connsiteX1008" fmla="*/ 820013 w 1086447"/>
                        <a:gd name="connsiteY1008" fmla="*/ 754335 h 1372624"/>
                        <a:gd name="connsiteX1009" fmla="*/ 835476 w 1086447"/>
                        <a:gd name="connsiteY1009" fmla="*/ 769798 h 1372624"/>
                        <a:gd name="connsiteX1010" fmla="*/ 848560 w 1086447"/>
                        <a:gd name="connsiteY1010" fmla="*/ 774556 h 1372624"/>
                        <a:gd name="connsiteX1011" fmla="*/ 848560 w 1086447"/>
                        <a:gd name="connsiteY1011" fmla="*/ 773366 h 1372624"/>
                        <a:gd name="connsiteX1012" fmla="*/ 849749 w 1086447"/>
                        <a:gd name="connsiteY1012" fmla="*/ 773366 h 1372624"/>
                        <a:gd name="connsiteX1013" fmla="*/ 858075 w 1086447"/>
                        <a:gd name="connsiteY1013" fmla="*/ 766229 h 1372624"/>
                        <a:gd name="connsiteX1014" fmla="*/ 883054 w 1086447"/>
                        <a:gd name="connsiteY1014" fmla="*/ 761472 h 1372624"/>
                        <a:gd name="connsiteX1015" fmla="*/ 889001 w 1086447"/>
                        <a:gd name="connsiteY1015" fmla="*/ 735304 h 1372624"/>
                        <a:gd name="connsiteX1016" fmla="*/ 873538 w 1086447"/>
                        <a:gd name="connsiteY1016" fmla="*/ 737683 h 1372624"/>
                        <a:gd name="connsiteX1017" fmla="*/ 865212 w 1086447"/>
                        <a:gd name="connsiteY1017" fmla="*/ 729357 h 1372624"/>
                        <a:gd name="connsiteX1018" fmla="*/ 862833 w 1086447"/>
                        <a:gd name="connsiteY1018" fmla="*/ 728168 h 1372624"/>
                        <a:gd name="connsiteX1019" fmla="*/ 862833 w 1086447"/>
                        <a:gd name="connsiteY1019" fmla="*/ 740062 h 1372624"/>
                        <a:gd name="connsiteX1020" fmla="*/ 860454 w 1086447"/>
                        <a:gd name="connsiteY1020" fmla="*/ 743630 h 1372624"/>
                        <a:gd name="connsiteX1021" fmla="*/ 852128 w 1086447"/>
                        <a:gd name="connsiteY1021" fmla="*/ 722220 h 1372624"/>
                        <a:gd name="connsiteX1022" fmla="*/ 859265 w 1086447"/>
                        <a:gd name="connsiteY1022" fmla="*/ 712705 h 1372624"/>
                        <a:gd name="connsiteX1023" fmla="*/ 856886 w 1086447"/>
                        <a:gd name="connsiteY1023" fmla="*/ 707947 h 1372624"/>
                        <a:gd name="connsiteX1024" fmla="*/ 866402 w 1086447"/>
                        <a:gd name="connsiteY1024" fmla="*/ 703189 h 1372624"/>
                        <a:gd name="connsiteX1025" fmla="*/ 865212 w 1086447"/>
                        <a:gd name="connsiteY1025" fmla="*/ 692485 h 1372624"/>
                        <a:gd name="connsiteX1026" fmla="*/ 868780 w 1086447"/>
                        <a:gd name="connsiteY1026" fmla="*/ 700811 h 1372624"/>
                        <a:gd name="connsiteX1027" fmla="*/ 880675 w 1086447"/>
                        <a:gd name="connsiteY1027" fmla="*/ 698432 h 1372624"/>
                        <a:gd name="connsiteX1028" fmla="*/ 890190 w 1086447"/>
                        <a:gd name="connsiteY1028" fmla="*/ 703189 h 1372624"/>
                        <a:gd name="connsiteX1029" fmla="*/ 903274 w 1086447"/>
                        <a:gd name="connsiteY1029" fmla="*/ 721031 h 1372624"/>
                        <a:gd name="connsiteX1030" fmla="*/ 913979 w 1086447"/>
                        <a:gd name="connsiteY1030" fmla="*/ 706758 h 1372624"/>
                        <a:gd name="connsiteX1031" fmla="*/ 913979 w 1086447"/>
                        <a:gd name="connsiteY1031" fmla="*/ 694863 h 1372624"/>
                        <a:gd name="connsiteX1032" fmla="*/ 906842 w 1086447"/>
                        <a:gd name="connsiteY1032" fmla="*/ 696053 h 1372624"/>
                        <a:gd name="connsiteX1033" fmla="*/ 884243 w 1086447"/>
                        <a:gd name="connsiteY1033" fmla="*/ 688916 h 1372624"/>
                        <a:gd name="connsiteX1034" fmla="*/ 890190 w 1086447"/>
                        <a:gd name="connsiteY1034" fmla="*/ 668696 h 1372624"/>
                        <a:gd name="connsiteX1035" fmla="*/ 881864 w 1086447"/>
                        <a:gd name="connsiteY1035" fmla="*/ 666317 h 1372624"/>
                        <a:gd name="connsiteX1036" fmla="*/ 866402 w 1086447"/>
                        <a:gd name="connsiteY1036" fmla="*/ 661559 h 1372624"/>
                        <a:gd name="connsiteX1037" fmla="*/ 872349 w 1086447"/>
                        <a:gd name="connsiteY1037" fmla="*/ 666317 h 1372624"/>
                        <a:gd name="connsiteX1038" fmla="*/ 890190 w 1086447"/>
                        <a:gd name="connsiteY1038" fmla="*/ 663938 h 1372624"/>
                        <a:gd name="connsiteX1039" fmla="*/ 881864 w 1086447"/>
                        <a:gd name="connsiteY1039" fmla="*/ 648475 h 1372624"/>
                        <a:gd name="connsiteX1040" fmla="*/ 886622 w 1086447"/>
                        <a:gd name="connsiteY1040" fmla="*/ 650854 h 1372624"/>
                        <a:gd name="connsiteX1041" fmla="*/ 893758 w 1086447"/>
                        <a:gd name="connsiteY1041" fmla="*/ 659180 h 1372624"/>
                        <a:gd name="connsiteX1042" fmla="*/ 903274 w 1086447"/>
                        <a:gd name="connsiteY1042" fmla="*/ 660370 h 1372624"/>
                        <a:gd name="connsiteX1043" fmla="*/ 900895 w 1086447"/>
                        <a:gd name="connsiteY1043" fmla="*/ 667506 h 1372624"/>
                        <a:gd name="connsiteX1044" fmla="*/ 909221 w 1086447"/>
                        <a:gd name="connsiteY1044" fmla="*/ 669885 h 1372624"/>
                        <a:gd name="connsiteX1045" fmla="*/ 916358 w 1086447"/>
                        <a:gd name="connsiteY1045" fmla="*/ 633013 h 1372624"/>
                        <a:gd name="connsiteX1046" fmla="*/ 916358 w 1086447"/>
                        <a:gd name="connsiteY1046" fmla="*/ 634202 h 1372624"/>
                        <a:gd name="connsiteX1047" fmla="*/ 918737 w 1086447"/>
                        <a:gd name="connsiteY1047" fmla="*/ 634202 h 1372624"/>
                        <a:gd name="connsiteX1048" fmla="*/ 919926 w 1086447"/>
                        <a:gd name="connsiteY1048" fmla="*/ 635392 h 1372624"/>
                        <a:gd name="connsiteX1049" fmla="*/ 911600 w 1086447"/>
                        <a:gd name="connsiteY1049" fmla="*/ 624687 h 1372624"/>
                        <a:gd name="connsiteX1050" fmla="*/ 909221 w 1086447"/>
                        <a:gd name="connsiteY1050" fmla="*/ 622308 h 1372624"/>
                        <a:gd name="connsiteX1051" fmla="*/ 900895 w 1086447"/>
                        <a:gd name="connsiteY1051" fmla="*/ 618740 h 1372624"/>
                        <a:gd name="connsiteX1052" fmla="*/ 898516 w 1086447"/>
                        <a:gd name="connsiteY1052" fmla="*/ 617550 h 1372624"/>
                        <a:gd name="connsiteX1053" fmla="*/ 884243 w 1086447"/>
                        <a:gd name="connsiteY1053" fmla="*/ 617550 h 1372624"/>
                        <a:gd name="connsiteX1054" fmla="*/ 881864 w 1086447"/>
                        <a:gd name="connsiteY1054" fmla="*/ 612792 h 1372624"/>
                        <a:gd name="connsiteX1055" fmla="*/ 915168 w 1086447"/>
                        <a:gd name="connsiteY1055" fmla="*/ 612792 h 1372624"/>
                        <a:gd name="connsiteX1056" fmla="*/ 915168 w 1086447"/>
                        <a:gd name="connsiteY1056" fmla="*/ 600898 h 1372624"/>
                        <a:gd name="connsiteX1057" fmla="*/ 884243 w 1086447"/>
                        <a:gd name="connsiteY1057" fmla="*/ 600898 h 1372624"/>
                        <a:gd name="connsiteX1058" fmla="*/ 883054 w 1086447"/>
                        <a:gd name="connsiteY1058" fmla="*/ 591383 h 1372624"/>
                        <a:gd name="connsiteX1059" fmla="*/ 872349 w 1086447"/>
                        <a:gd name="connsiteY1059" fmla="*/ 590193 h 1372624"/>
                        <a:gd name="connsiteX1060" fmla="*/ 872349 w 1086447"/>
                        <a:gd name="connsiteY1060" fmla="*/ 586625 h 1372624"/>
                        <a:gd name="connsiteX1061" fmla="*/ 881864 w 1086447"/>
                        <a:gd name="connsiteY1061" fmla="*/ 587814 h 1372624"/>
                        <a:gd name="connsiteX1062" fmla="*/ 881864 w 1086447"/>
                        <a:gd name="connsiteY1062" fmla="*/ 566404 h 1372624"/>
                        <a:gd name="connsiteX1063" fmla="*/ 886622 w 1086447"/>
                        <a:gd name="connsiteY1063" fmla="*/ 573541 h 1372624"/>
                        <a:gd name="connsiteX1064" fmla="*/ 898516 w 1086447"/>
                        <a:gd name="connsiteY1064" fmla="*/ 565215 h 1372624"/>
                        <a:gd name="connsiteX1065" fmla="*/ 893758 w 1086447"/>
                        <a:gd name="connsiteY1065" fmla="*/ 560457 h 1372624"/>
                        <a:gd name="connsiteX1066" fmla="*/ 904463 w 1086447"/>
                        <a:gd name="connsiteY1066" fmla="*/ 560457 h 1372624"/>
                        <a:gd name="connsiteX1067" fmla="*/ 904463 w 1086447"/>
                        <a:gd name="connsiteY1067" fmla="*/ 555699 h 1372624"/>
                        <a:gd name="connsiteX1068" fmla="*/ 915168 w 1086447"/>
                        <a:gd name="connsiteY1068" fmla="*/ 558078 h 1372624"/>
                        <a:gd name="connsiteX1069" fmla="*/ 923494 w 1086447"/>
                        <a:gd name="connsiteY1069" fmla="*/ 566404 h 1372624"/>
                        <a:gd name="connsiteX1070" fmla="*/ 923494 w 1086447"/>
                        <a:gd name="connsiteY1070" fmla="*/ 567594 h 1372624"/>
                        <a:gd name="connsiteX1071" fmla="*/ 931821 w 1086447"/>
                        <a:gd name="connsiteY1071" fmla="*/ 568783 h 1372624"/>
                        <a:gd name="connsiteX1072" fmla="*/ 944904 w 1086447"/>
                        <a:gd name="connsiteY1072" fmla="*/ 578299 h 1372624"/>
                        <a:gd name="connsiteX1073" fmla="*/ 947283 w 1086447"/>
                        <a:gd name="connsiteY1073" fmla="*/ 566404 h 1372624"/>
                        <a:gd name="connsiteX1074" fmla="*/ 949662 w 1086447"/>
                        <a:gd name="connsiteY1074" fmla="*/ 555699 h 1372624"/>
                        <a:gd name="connsiteX1075" fmla="*/ 952041 w 1086447"/>
                        <a:gd name="connsiteY1075" fmla="*/ 537858 h 1372624"/>
                        <a:gd name="connsiteX1076" fmla="*/ 941336 w 1086447"/>
                        <a:gd name="connsiteY1076" fmla="*/ 530721 h 1372624"/>
                        <a:gd name="connsiteX1077" fmla="*/ 941336 w 1086447"/>
                        <a:gd name="connsiteY1077" fmla="*/ 528342 h 1372624"/>
                        <a:gd name="connsiteX1078" fmla="*/ 930631 w 1086447"/>
                        <a:gd name="connsiteY1078" fmla="*/ 539047 h 1372624"/>
                        <a:gd name="connsiteX1079" fmla="*/ 928252 w 1086447"/>
                        <a:gd name="connsiteY1079" fmla="*/ 539047 h 1372624"/>
                        <a:gd name="connsiteX1080" fmla="*/ 924684 w 1086447"/>
                        <a:gd name="connsiteY1080" fmla="*/ 528342 h 1372624"/>
                        <a:gd name="connsiteX1081" fmla="*/ 915168 w 1086447"/>
                        <a:gd name="connsiteY1081" fmla="*/ 517638 h 1372624"/>
                        <a:gd name="connsiteX1082" fmla="*/ 919926 w 1086447"/>
                        <a:gd name="connsiteY1082" fmla="*/ 516448 h 1372624"/>
                        <a:gd name="connsiteX1083" fmla="*/ 918737 w 1086447"/>
                        <a:gd name="connsiteY1083" fmla="*/ 506933 h 1372624"/>
                        <a:gd name="connsiteX1084" fmla="*/ 923494 w 1086447"/>
                        <a:gd name="connsiteY1084" fmla="*/ 509311 h 1372624"/>
                        <a:gd name="connsiteX1085" fmla="*/ 935389 w 1086447"/>
                        <a:gd name="connsiteY1085" fmla="*/ 520016 h 1372624"/>
                        <a:gd name="connsiteX1086" fmla="*/ 935389 w 1086447"/>
                        <a:gd name="connsiteY1086" fmla="*/ 511690 h 1372624"/>
                        <a:gd name="connsiteX1087" fmla="*/ 925873 w 1086447"/>
                        <a:gd name="connsiteY1087" fmla="*/ 503364 h 1372624"/>
                        <a:gd name="connsiteX1088" fmla="*/ 925873 w 1086447"/>
                        <a:gd name="connsiteY1088" fmla="*/ 502175 h 1372624"/>
                        <a:gd name="connsiteX1089" fmla="*/ 917547 w 1086447"/>
                        <a:gd name="connsiteY1089" fmla="*/ 492659 h 1372624"/>
                        <a:gd name="connsiteX1090" fmla="*/ 908032 w 1086447"/>
                        <a:gd name="connsiteY1090" fmla="*/ 483144 h 1372624"/>
                        <a:gd name="connsiteX1091" fmla="*/ 908032 w 1086447"/>
                        <a:gd name="connsiteY1091" fmla="*/ 472439 h 1372624"/>
                        <a:gd name="connsiteX1092" fmla="*/ 912790 w 1086447"/>
                        <a:gd name="connsiteY1092" fmla="*/ 471250 h 1372624"/>
                        <a:gd name="connsiteX1093" fmla="*/ 919926 w 1086447"/>
                        <a:gd name="connsiteY1093" fmla="*/ 473628 h 1372624"/>
                        <a:gd name="connsiteX1094" fmla="*/ 918737 w 1086447"/>
                        <a:gd name="connsiteY1094" fmla="*/ 476007 h 1372624"/>
                        <a:gd name="connsiteX1095" fmla="*/ 922305 w 1086447"/>
                        <a:gd name="connsiteY1095" fmla="*/ 484333 h 1372624"/>
                        <a:gd name="connsiteX1096" fmla="*/ 934199 w 1086447"/>
                        <a:gd name="connsiteY1096" fmla="*/ 465302 h 1372624"/>
                        <a:gd name="connsiteX1097" fmla="*/ 935389 w 1086447"/>
                        <a:gd name="connsiteY1097" fmla="*/ 455787 h 1372624"/>
                        <a:gd name="connsiteX1098" fmla="*/ 942525 w 1086447"/>
                        <a:gd name="connsiteY1098" fmla="*/ 448650 h 1372624"/>
                        <a:gd name="connsiteX1099" fmla="*/ 950851 w 1086447"/>
                        <a:gd name="connsiteY1099" fmla="*/ 392747 h 1372624"/>
                        <a:gd name="connsiteX1100" fmla="*/ 967504 w 1086447"/>
                        <a:gd name="connsiteY1100" fmla="*/ 368958 h 1372624"/>
                        <a:gd name="connsiteX1101" fmla="*/ 975829 w 1086447"/>
                        <a:gd name="connsiteY1101" fmla="*/ 360632 h 1372624"/>
                        <a:gd name="connsiteX1102" fmla="*/ 993671 w 1086447"/>
                        <a:gd name="connsiteY1102" fmla="*/ 336843 h 1372624"/>
                        <a:gd name="connsiteX1103" fmla="*/ 981777 w 1086447"/>
                        <a:gd name="connsiteY1103" fmla="*/ 328517 h 1372624"/>
                        <a:gd name="connsiteX1104" fmla="*/ 946094 w 1086447"/>
                        <a:gd name="connsiteY1104" fmla="*/ 347548 h 1372624"/>
                        <a:gd name="connsiteX1105" fmla="*/ 941336 w 1086447"/>
                        <a:gd name="connsiteY1105" fmla="*/ 339222 h 1372624"/>
                        <a:gd name="connsiteX1106" fmla="*/ 944904 w 1086447"/>
                        <a:gd name="connsiteY1106" fmla="*/ 339222 h 1372624"/>
                        <a:gd name="connsiteX1107" fmla="*/ 940146 w 1086447"/>
                        <a:gd name="connsiteY1107" fmla="*/ 330896 h 1372624"/>
                        <a:gd name="connsiteX1108" fmla="*/ 938957 w 1086447"/>
                        <a:gd name="connsiteY1108" fmla="*/ 329707 h 1372624"/>
                        <a:gd name="connsiteX1109" fmla="*/ 950851 w 1086447"/>
                        <a:gd name="connsiteY1109" fmla="*/ 319002 h 1372624"/>
                        <a:gd name="connsiteX1110" fmla="*/ 969882 w 1086447"/>
                        <a:gd name="connsiteY1110" fmla="*/ 317812 h 1372624"/>
                        <a:gd name="connsiteX1111" fmla="*/ 974640 w 1086447"/>
                        <a:gd name="connsiteY1111" fmla="*/ 320191 h 1372624"/>
                        <a:gd name="connsiteX1112" fmla="*/ 985345 w 1086447"/>
                        <a:gd name="connsiteY1112" fmla="*/ 324949 h 1372624"/>
                        <a:gd name="connsiteX1113" fmla="*/ 987724 w 1086447"/>
                        <a:gd name="connsiteY1113" fmla="*/ 324949 h 1372624"/>
                        <a:gd name="connsiteX1114" fmla="*/ 1000808 w 1086447"/>
                        <a:gd name="connsiteY1114" fmla="*/ 322570 h 1372624"/>
                        <a:gd name="connsiteX1115" fmla="*/ 1004376 w 1086447"/>
                        <a:gd name="connsiteY1115" fmla="*/ 322570 h 1372624"/>
                        <a:gd name="connsiteX1116" fmla="*/ 1007944 w 1086447"/>
                        <a:gd name="connsiteY1116" fmla="*/ 321381 h 1372624"/>
                        <a:gd name="connsiteX1117" fmla="*/ 1012702 w 1086447"/>
                        <a:gd name="connsiteY1117" fmla="*/ 311865 h 1372624"/>
                        <a:gd name="connsiteX1118" fmla="*/ 1015081 w 1086447"/>
                        <a:gd name="connsiteY1118" fmla="*/ 310676 h 1372624"/>
                        <a:gd name="connsiteX1119" fmla="*/ 1012702 w 1086447"/>
                        <a:gd name="connsiteY1119" fmla="*/ 301160 h 1372624"/>
                        <a:gd name="connsiteX1120" fmla="*/ 1010323 w 1086447"/>
                        <a:gd name="connsiteY1120" fmla="*/ 301160 h 1372624"/>
                        <a:gd name="connsiteX1121" fmla="*/ 1001997 w 1086447"/>
                        <a:gd name="connsiteY1121" fmla="*/ 298782 h 1372624"/>
                        <a:gd name="connsiteX1122" fmla="*/ 1000808 w 1086447"/>
                        <a:gd name="connsiteY1122" fmla="*/ 298782 h 1372624"/>
                        <a:gd name="connsiteX1123" fmla="*/ 985345 w 1086447"/>
                        <a:gd name="connsiteY1123" fmla="*/ 298782 h 1372624"/>
                        <a:gd name="connsiteX1124" fmla="*/ 975829 w 1086447"/>
                        <a:gd name="connsiteY1124" fmla="*/ 296403 h 1372624"/>
                        <a:gd name="connsiteX1125" fmla="*/ 973451 w 1086447"/>
                        <a:gd name="connsiteY1125" fmla="*/ 294024 h 1372624"/>
                        <a:gd name="connsiteX1126" fmla="*/ 978208 w 1086447"/>
                        <a:gd name="connsiteY1126" fmla="*/ 291645 h 1372624"/>
                        <a:gd name="connsiteX1127" fmla="*/ 997239 w 1086447"/>
                        <a:gd name="connsiteY1127" fmla="*/ 286887 h 1372624"/>
                        <a:gd name="connsiteX1128" fmla="*/ 1034112 w 1086447"/>
                        <a:gd name="connsiteY1128" fmla="*/ 286887 h 1372624"/>
                        <a:gd name="connsiteX1129" fmla="*/ 1044817 w 1086447"/>
                        <a:gd name="connsiteY1129" fmla="*/ 284508 h 1372624"/>
                        <a:gd name="connsiteX1130" fmla="*/ 1043627 w 1086447"/>
                        <a:gd name="connsiteY1130" fmla="*/ 279751 h 1372624"/>
                        <a:gd name="connsiteX1131" fmla="*/ 1047196 w 1086447"/>
                        <a:gd name="connsiteY1131" fmla="*/ 260720 h 1372624"/>
                        <a:gd name="connsiteX1132" fmla="*/ 1060279 w 1086447"/>
                        <a:gd name="connsiteY1132" fmla="*/ 265477 h 1372624"/>
                        <a:gd name="connsiteX1133" fmla="*/ 1086447 w 1086447"/>
                        <a:gd name="connsiteY1133" fmla="*/ 241689 h 1372624"/>
                        <a:gd name="connsiteX1134" fmla="*/ 1063848 w 1086447"/>
                        <a:gd name="connsiteY1134" fmla="*/ 235741 h 1372624"/>
                        <a:gd name="connsiteX1135" fmla="*/ 19524 w 1086447"/>
                        <a:gd name="connsiteY1135" fmla="*/ 510501 h 1372624"/>
                        <a:gd name="connsiteX1136" fmla="*/ 19524 w 1086447"/>
                        <a:gd name="connsiteY1136" fmla="*/ 510501 h 1372624"/>
                        <a:gd name="connsiteX1137" fmla="*/ 19524 w 1086447"/>
                        <a:gd name="connsiteY1137" fmla="*/ 510501 h 1372624"/>
                        <a:gd name="connsiteX1138" fmla="*/ 19524 w 1086447"/>
                        <a:gd name="connsiteY1138" fmla="*/ 510501 h 1372624"/>
                        <a:gd name="connsiteX1139" fmla="*/ 19524 w 1086447"/>
                        <a:gd name="connsiteY1139" fmla="*/ 510501 h 1372624"/>
                        <a:gd name="connsiteX1140" fmla="*/ 19524 w 1086447"/>
                        <a:gd name="connsiteY1140" fmla="*/ 510501 h 1372624"/>
                        <a:gd name="connsiteX1141" fmla="*/ 19524 w 1086447"/>
                        <a:gd name="connsiteY1141" fmla="*/ 511690 h 1372624"/>
                        <a:gd name="connsiteX1142" fmla="*/ 19524 w 1086447"/>
                        <a:gd name="connsiteY1142" fmla="*/ 511690 h 1372624"/>
                        <a:gd name="connsiteX1143" fmla="*/ 19524 w 1086447"/>
                        <a:gd name="connsiteY1143" fmla="*/ 511690 h 1372624"/>
                        <a:gd name="connsiteX1144" fmla="*/ 19524 w 1086447"/>
                        <a:gd name="connsiteY1144" fmla="*/ 511690 h 1372624"/>
                        <a:gd name="connsiteX1145" fmla="*/ 19524 w 1086447"/>
                        <a:gd name="connsiteY1145" fmla="*/ 511690 h 1372624"/>
                        <a:gd name="connsiteX1146" fmla="*/ 19524 w 1086447"/>
                        <a:gd name="connsiteY1146" fmla="*/ 511690 h 1372624"/>
                        <a:gd name="connsiteX1147" fmla="*/ 19524 w 1086447"/>
                        <a:gd name="connsiteY1147" fmla="*/ 511690 h 1372624"/>
                        <a:gd name="connsiteX1148" fmla="*/ 19524 w 1086447"/>
                        <a:gd name="connsiteY1148" fmla="*/ 511690 h 1372624"/>
                        <a:gd name="connsiteX1149" fmla="*/ 189613 w 1086447"/>
                        <a:gd name="connsiteY1149" fmla="*/ 804291 h 1372624"/>
                        <a:gd name="connsiteX1150" fmla="*/ 189613 w 1086447"/>
                        <a:gd name="connsiteY1150" fmla="*/ 804291 h 1372624"/>
                        <a:gd name="connsiteX1151" fmla="*/ 199129 w 1086447"/>
                        <a:gd name="connsiteY1151" fmla="*/ 793586 h 1372624"/>
                        <a:gd name="connsiteX1152" fmla="*/ 189613 w 1086447"/>
                        <a:gd name="connsiteY1152" fmla="*/ 804291 h 1372624"/>
                        <a:gd name="connsiteX1153" fmla="*/ 570232 w 1086447"/>
                        <a:gd name="connsiteY1153" fmla="*/ 1075483 h 1372624"/>
                        <a:gd name="connsiteX1154" fmla="*/ 570232 w 1086447"/>
                        <a:gd name="connsiteY1154" fmla="*/ 1075483 h 1372624"/>
                        <a:gd name="connsiteX1155" fmla="*/ 570232 w 1086447"/>
                        <a:gd name="connsiteY1155" fmla="*/ 1075483 h 1372624"/>
                        <a:gd name="connsiteX1156" fmla="*/ 570232 w 1086447"/>
                        <a:gd name="connsiteY1156" fmla="*/ 1074293 h 1372624"/>
                        <a:gd name="connsiteX1157" fmla="*/ 570232 w 1086447"/>
                        <a:gd name="connsiteY1157" fmla="*/ 1074293 h 1372624"/>
                        <a:gd name="connsiteX1158" fmla="*/ 570232 w 1086447"/>
                        <a:gd name="connsiteY1158" fmla="*/ 1074293 h 1372624"/>
                        <a:gd name="connsiteX1159" fmla="*/ 570232 w 1086447"/>
                        <a:gd name="connsiteY1159" fmla="*/ 1075483 h 1372624"/>
                        <a:gd name="connsiteX1160" fmla="*/ 570232 w 1086447"/>
                        <a:gd name="connsiteY1160" fmla="*/ 1075483 h 1372624"/>
                        <a:gd name="connsiteX1161" fmla="*/ 570232 w 1086447"/>
                        <a:gd name="connsiteY1161" fmla="*/ 1075483 h 1372624"/>
                        <a:gd name="connsiteX1162" fmla="*/ 570232 w 1086447"/>
                        <a:gd name="connsiteY1162" fmla="*/ 1074293 h 1372624"/>
                        <a:gd name="connsiteX1163" fmla="*/ 570232 w 1086447"/>
                        <a:gd name="connsiteY1163" fmla="*/ 1074293 h 1372624"/>
                        <a:gd name="connsiteX1164" fmla="*/ 570232 w 1086447"/>
                        <a:gd name="connsiteY1164" fmla="*/ 1074293 h 1372624"/>
                        <a:gd name="connsiteX1165" fmla="*/ 570232 w 1086447"/>
                        <a:gd name="connsiteY1165" fmla="*/ 1074293 h 1372624"/>
                        <a:gd name="connsiteX1166" fmla="*/ 570232 w 1086447"/>
                        <a:gd name="connsiteY1166" fmla="*/ 1074293 h 1372624"/>
                        <a:gd name="connsiteX1167" fmla="*/ 570232 w 1086447"/>
                        <a:gd name="connsiteY1167" fmla="*/ 1074293 h 1372624"/>
                        <a:gd name="connsiteX1168" fmla="*/ 570232 w 1086447"/>
                        <a:gd name="connsiteY1168" fmla="*/ 1074293 h 1372624"/>
                        <a:gd name="connsiteX1169" fmla="*/ 570232 w 1086447"/>
                        <a:gd name="connsiteY1169" fmla="*/ 1074293 h 1372624"/>
                        <a:gd name="connsiteX1170" fmla="*/ 570232 w 1086447"/>
                        <a:gd name="connsiteY1170" fmla="*/ 1074293 h 1372624"/>
                        <a:gd name="connsiteX1171" fmla="*/ 570232 w 1086447"/>
                        <a:gd name="connsiteY1171" fmla="*/ 1074293 h 1372624"/>
                        <a:gd name="connsiteX1172" fmla="*/ 570232 w 1086447"/>
                        <a:gd name="connsiteY1172" fmla="*/ 1074293 h 1372624"/>
                        <a:gd name="connsiteX1173" fmla="*/ 570232 w 1086447"/>
                        <a:gd name="connsiteY1173" fmla="*/ 1074293 h 1372624"/>
                        <a:gd name="connsiteX1174" fmla="*/ 680850 w 1086447"/>
                        <a:gd name="connsiteY1174" fmla="*/ 1030284 h 1372624"/>
                        <a:gd name="connsiteX1175" fmla="*/ 680850 w 1086447"/>
                        <a:gd name="connsiteY1175" fmla="*/ 1030284 h 1372624"/>
                        <a:gd name="connsiteX1176" fmla="*/ 680850 w 1086447"/>
                        <a:gd name="connsiteY1176" fmla="*/ 1030284 h 1372624"/>
                        <a:gd name="connsiteX1177" fmla="*/ 679660 w 1086447"/>
                        <a:gd name="connsiteY1177" fmla="*/ 1030284 h 1372624"/>
                        <a:gd name="connsiteX1178" fmla="*/ 679660 w 1086447"/>
                        <a:gd name="connsiteY1178" fmla="*/ 1030284 h 1372624"/>
                        <a:gd name="connsiteX1179" fmla="*/ 679660 w 1086447"/>
                        <a:gd name="connsiteY1179" fmla="*/ 1030284 h 13726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  <a:cxn ang="0">
                          <a:pos x="connsiteX375" y="connsiteY375"/>
                        </a:cxn>
                        <a:cxn ang="0">
                          <a:pos x="connsiteX376" y="connsiteY376"/>
                        </a:cxn>
                        <a:cxn ang="0">
                          <a:pos x="connsiteX377" y="connsiteY377"/>
                        </a:cxn>
                        <a:cxn ang="0">
                          <a:pos x="connsiteX378" y="connsiteY378"/>
                        </a:cxn>
                        <a:cxn ang="0">
                          <a:pos x="connsiteX379" y="connsiteY379"/>
                        </a:cxn>
                        <a:cxn ang="0">
                          <a:pos x="connsiteX380" y="connsiteY380"/>
                        </a:cxn>
                        <a:cxn ang="0">
                          <a:pos x="connsiteX381" y="connsiteY381"/>
                        </a:cxn>
                        <a:cxn ang="0">
                          <a:pos x="connsiteX382" y="connsiteY382"/>
                        </a:cxn>
                        <a:cxn ang="0">
                          <a:pos x="connsiteX383" y="connsiteY383"/>
                        </a:cxn>
                        <a:cxn ang="0">
                          <a:pos x="connsiteX384" y="connsiteY384"/>
                        </a:cxn>
                        <a:cxn ang="0">
                          <a:pos x="connsiteX385" y="connsiteY385"/>
                        </a:cxn>
                        <a:cxn ang="0">
                          <a:pos x="connsiteX386" y="connsiteY386"/>
                        </a:cxn>
                        <a:cxn ang="0">
                          <a:pos x="connsiteX387" y="connsiteY387"/>
                        </a:cxn>
                        <a:cxn ang="0">
                          <a:pos x="connsiteX388" y="connsiteY388"/>
                        </a:cxn>
                        <a:cxn ang="0">
                          <a:pos x="connsiteX389" y="connsiteY389"/>
                        </a:cxn>
                        <a:cxn ang="0">
                          <a:pos x="connsiteX390" y="connsiteY390"/>
                        </a:cxn>
                        <a:cxn ang="0">
                          <a:pos x="connsiteX391" y="connsiteY391"/>
                        </a:cxn>
                        <a:cxn ang="0">
                          <a:pos x="connsiteX392" y="connsiteY392"/>
                        </a:cxn>
                        <a:cxn ang="0">
                          <a:pos x="connsiteX393" y="connsiteY393"/>
                        </a:cxn>
                        <a:cxn ang="0">
                          <a:pos x="connsiteX394" y="connsiteY394"/>
                        </a:cxn>
                        <a:cxn ang="0">
                          <a:pos x="connsiteX395" y="connsiteY395"/>
                        </a:cxn>
                        <a:cxn ang="0">
                          <a:pos x="connsiteX396" y="connsiteY396"/>
                        </a:cxn>
                        <a:cxn ang="0">
                          <a:pos x="connsiteX397" y="connsiteY397"/>
                        </a:cxn>
                        <a:cxn ang="0">
                          <a:pos x="connsiteX398" y="connsiteY398"/>
                        </a:cxn>
                        <a:cxn ang="0">
                          <a:pos x="connsiteX399" y="connsiteY399"/>
                        </a:cxn>
                        <a:cxn ang="0">
                          <a:pos x="connsiteX400" y="connsiteY400"/>
                        </a:cxn>
                        <a:cxn ang="0">
                          <a:pos x="connsiteX401" y="connsiteY401"/>
                        </a:cxn>
                        <a:cxn ang="0">
                          <a:pos x="connsiteX402" y="connsiteY402"/>
                        </a:cxn>
                        <a:cxn ang="0">
                          <a:pos x="connsiteX403" y="connsiteY403"/>
                        </a:cxn>
                        <a:cxn ang="0">
                          <a:pos x="connsiteX404" y="connsiteY404"/>
                        </a:cxn>
                        <a:cxn ang="0">
                          <a:pos x="connsiteX405" y="connsiteY405"/>
                        </a:cxn>
                        <a:cxn ang="0">
                          <a:pos x="connsiteX406" y="connsiteY406"/>
                        </a:cxn>
                        <a:cxn ang="0">
                          <a:pos x="connsiteX407" y="connsiteY407"/>
                        </a:cxn>
                        <a:cxn ang="0">
                          <a:pos x="connsiteX408" y="connsiteY408"/>
                        </a:cxn>
                        <a:cxn ang="0">
                          <a:pos x="connsiteX409" y="connsiteY409"/>
                        </a:cxn>
                        <a:cxn ang="0">
                          <a:pos x="connsiteX410" y="connsiteY410"/>
                        </a:cxn>
                        <a:cxn ang="0">
                          <a:pos x="connsiteX411" y="connsiteY411"/>
                        </a:cxn>
                        <a:cxn ang="0">
                          <a:pos x="connsiteX412" y="connsiteY412"/>
                        </a:cxn>
                        <a:cxn ang="0">
                          <a:pos x="connsiteX413" y="connsiteY413"/>
                        </a:cxn>
                        <a:cxn ang="0">
                          <a:pos x="connsiteX414" y="connsiteY414"/>
                        </a:cxn>
                        <a:cxn ang="0">
                          <a:pos x="connsiteX415" y="connsiteY415"/>
                        </a:cxn>
                        <a:cxn ang="0">
                          <a:pos x="connsiteX416" y="connsiteY416"/>
                        </a:cxn>
                        <a:cxn ang="0">
                          <a:pos x="connsiteX417" y="connsiteY417"/>
                        </a:cxn>
                        <a:cxn ang="0">
                          <a:pos x="connsiteX418" y="connsiteY418"/>
                        </a:cxn>
                        <a:cxn ang="0">
                          <a:pos x="connsiteX419" y="connsiteY419"/>
                        </a:cxn>
                        <a:cxn ang="0">
                          <a:pos x="connsiteX420" y="connsiteY420"/>
                        </a:cxn>
                        <a:cxn ang="0">
                          <a:pos x="connsiteX421" y="connsiteY421"/>
                        </a:cxn>
                        <a:cxn ang="0">
                          <a:pos x="connsiteX422" y="connsiteY422"/>
                        </a:cxn>
                        <a:cxn ang="0">
                          <a:pos x="connsiteX423" y="connsiteY423"/>
                        </a:cxn>
                        <a:cxn ang="0">
                          <a:pos x="connsiteX424" y="connsiteY424"/>
                        </a:cxn>
                        <a:cxn ang="0">
                          <a:pos x="connsiteX425" y="connsiteY425"/>
                        </a:cxn>
                        <a:cxn ang="0">
                          <a:pos x="connsiteX426" y="connsiteY426"/>
                        </a:cxn>
                        <a:cxn ang="0">
                          <a:pos x="connsiteX427" y="connsiteY427"/>
                        </a:cxn>
                        <a:cxn ang="0">
                          <a:pos x="connsiteX428" y="connsiteY428"/>
                        </a:cxn>
                        <a:cxn ang="0">
                          <a:pos x="connsiteX429" y="connsiteY429"/>
                        </a:cxn>
                        <a:cxn ang="0">
                          <a:pos x="connsiteX430" y="connsiteY430"/>
                        </a:cxn>
                        <a:cxn ang="0">
                          <a:pos x="connsiteX431" y="connsiteY431"/>
                        </a:cxn>
                        <a:cxn ang="0">
                          <a:pos x="connsiteX432" y="connsiteY432"/>
                        </a:cxn>
                        <a:cxn ang="0">
                          <a:pos x="connsiteX433" y="connsiteY433"/>
                        </a:cxn>
                        <a:cxn ang="0">
                          <a:pos x="connsiteX434" y="connsiteY434"/>
                        </a:cxn>
                        <a:cxn ang="0">
                          <a:pos x="connsiteX435" y="connsiteY435"/>
                        </a:cxn>
                        <a:cxn ang="0">
                          <a:pos x="connsiteX436" y="connsiteY436"/>
                        </a:cxn>
                        <a:cxn ang="0">
                          <a:pos x="connsiteX437" y="connsiteY437"/>
                        </a:cxn>
                        <a:cxn ang="0">
                          <a:pos x="connsiteX438" y="connsiteY438"/>
                        </a:cxn>
                        <a:cxn ang="0">
                          <a:pos x="connsiteX439" y="connsiteY439"/>
                        </a:cxn>
                        <a:cxn ang="0">
                          <a:pos x="connsiteX440" y="connsiteY440"/>
                        </a:cxn>
                        <a:cxn ang="0">
                          <a:pos x="connsiteX441" y="connsiteY441"/>
                        </a:cxn>
                        <a:cxn ang="0">
                          <a:pos x="connsiteX442" y="connsiteY442"/>
                        </a:cxn>
                        <a:cxn ang="0">
                          <a:pos x="connsiteX443" y="connsiteY443"/>
                        </a:cxn>
                        <a:cxn ang="0">
                          <a:pos x="connsiteX444" y="connsiteY444"/>
                        </a:cxn>
                        <a:cxn ang="0">
                          <a:pos x="connsiteX445" y="connsiteY445"/>
                        </a:cxn>
                        <a:cxn ang="0">
                          <a:pos x="connsiteX446" y="connsiteY446"/>
                        </a:cxn>
                        <a:cxn ang="0">
                          <a:pos x="connsiteX447" y="connsiteY447"/>
                        </a:cxn>
                        <a:cxn ang="0">
                          <a:pos x="connsiteX448" y="connsiteY448"/>
                        </a:cxn>
                        <a:cxn ang="0">
                          <a:pos x="connsiteX449" y="connsiteY449"/>
                        </a:cxn>
                        <a:cxn ang="0">
                          <a:pos x="connsiteX450" y="connsiteY450"/>
                        </a:cxn>
                        <a:cxn ang="0">
                          <a:pos x="connsiteX451" y="connsiteY451"/>
                        </a:cxn>
                        <a:cxn ang="0">
                          <a:pos x="connsiteX452" y="connsiteY452"/>
                        </a:cxn>
                        <a:cxn ang="0">
                          <a:pos x="connsiteX453" y="connsiteY453"/>
                        </a:cxn>
                        <a:cxn ang="0">
                          <a:pos x="connsiteX454" y="connsiteY454"/>
                        </a:cxn>
                        <a:cxn ang="0">
                          <a:pos x="connsiteX455" y="connsiteY455"/>
                        </a:cxn>
                        <a:cxn ang="0">
                          <a:pos x="connsiteX456" y="connsiteY456"/>
                        </a:cxn>
                        <a:cxn ang="0">
                          <a:pos x="connsiteX457" y="connsiteY457"/>
                        </a:cxn>
                        <a:cxn ang="0">
                          <a:pos x="connsiteX458" y="connsiteY458"/>
                        </a:cxn>
                        <a:cxn ang="0">
                          <a:pos x="connsiteX459" y="connsiteY459"/>
                        </a:cxn>
                        <a:cxn ang="0">
                          <a:pos x="connsiteX460" y="connsiteY460"/>
                        </a:cxn>
                        <a:cxn ang="0">
                          <a:pos x="connsiteX461" y="connsiteY461"/>
                        </a:cxn>
                        <a:cxn ang="0">
                          <a:pos x="connsiteX462" y="connsiteY462"/>
                        </a:cxn>
                        <a:cxn ang="0">
                          <a:pos x="connsiteX463" y="connsiteY463"/>
                        </a:cxn>
                        <a:cxn ang="0">
                          <a:pos x="connsiteX464" y="connsiteY464"/>
                        </a:cxn>
                        <a:cxn ang="0">
                          <a:pos x="connsiteX465" y="connsiteY465"/>
                        </a:cxn>
                        <a:cxn ang="0">
                          <a:pos x="connsiteX466" y="connsiteY466"/>
                        </a:cxn>
                        <a:cxn ang="0">
                          <a:pos x="connsiteX467" y="connsiteY467"/>
                        </a:cxn>
                        <a:cxn ang="0">
                          <a:pos x="connsiteX468" y="connsiteY468"/>
                        </a:cxn>
                        <a:cxn ang="0">
                          <a:pos x="connsiteX469" y="connsiteY469"/>
                        </a:cxn>
                        <a:cxn ang="0">
                          <a:pos x="connsiteX470" y="connsiteY470"/>
                        </a:cxn>
                        <a:cxn ang="0">
                          <a:pos x="connsiteX471" y="connsiteY471"/>
                        </a:cxn>
                        <a:cxn ang="0">
                          <a:pos x="connsiteX472" y="connsiteY472"/>
                        </a:cxn>
                        <a:cxn ang="0">
                          <a:pos x="connsiteX473" y="connsiteY473"/>
                        </a:cxn>
                        <a:cxn ang="0">
                          <a:pos x="connsiteX474" y="connsiteY474"/>
                        </a:cxn>
                        <a:cxn ang="0">
                          <a:pos x="connsiteX475" y="connsiteY475"/>
                        </a:cxn>
                        <a:cxn ang="0">
                          <a:pos x="connsiteX476" y="connsiteY476"/>
                        </a:cxn>
                        <a:cxn ang="0">
                          <a:pos x="connsiteX477" y="connsiteY477"/>
                        </a:cxn>
                        <a:cxn ang="0">
                          <a:pos x="connsiteX478" y="connsiteY478"/>
                        </a:cxn>
                        <a:cxn ang="0">
                          <a:pos x="connsiteX479" y="connsiteY479"/>
                        </a:cxn>
                        <a:cxn ang="0">
                          <a:pos x="connsiteX480" y="connsiteY480"/>
                        </a:cxn>
                        <a:cxn ang="0">
                          <a:pos x="connsiteX481" y="connsiteY481"/>
                        </a:cxn>
                        <a:cxn ang="0">
                          <a:pos x="connsiteX482" y="connsiteY482"/>
                        </a:cxn>
                        <a:cxn ang="0">
                          <a:pos x="connsiteX483" y="connsiteY483"/>
                        </a:cxn>
                        <a:cxn ang="0">
                          <a:pos x="connsiteX484" y="connsiteY484"/>
                        </a:cxn>
                        <a:cxn ang="0">
                          <a:pos x="connsiteX485" y="connsiteY485"/>
                        </a:cxn>
                        <a:cxn ang="0">
                          <a:pos x="connsiteX486" y="connsiteY486"/>
                        </a:cxn>
                        <a:cxn ang="0">
                          <a:pos x="connsiteX487" y="connsiteY487"/>
                        </a:cxn>
                        <a:cxn ang="0">
                          <a:pos x="connsiteX488" y="connsiteY488"/>
                        </a:cxn>
                        <a:cxn ang="0">
                          <a:pos x="connsiteX489" y="connsiteY489"/>
                        </a:cxn>
                        <a:cxn ang="0">
                          <a:pos x="connsiteX490" y="connsiteY490"/>
                        </a:cxn>
                        <a:cxn ang="0">
                          <a:pos x="connsiteX491" y="connsiteY491"/>
                        </a:cxn>
                        <a:cxn ang="0">
                          <a:pos x="connsiteX492" y="connsiteY492"/>
                        </a:cxn>
                        <a:cxn ang="0">
                          <a:pos x="connsiteX493" y="connsiteY493"/>
                        </a:cxn>
                        <a:cxn ang="0">
                          <a:pos x="connsiteX494" y="connsiteY494"/>
                        </a:cxn>
                        <a:cxn ang="0">
                          <a:pos x="connsiteX495" y="connsiteY495"/>
                        </a:cxn>
                        <a:cxn ang="0">
                          <a:pos x="connsiteX496" y="connsiteY496"/>
                        </a:cxn>
                        <a:cxn ang="0">
                          <a:pos x="connsiteX497" y="connsiteY497"/>
                        </a:cxn>
                        <a:cxn ang="0">
                          <a:pos x="connsiteX498" y="connsiteY498"/>
                        </a:cxn>
                        <a:cxn ang="0">
                          <a:pos x="connsiteX499" y="connsiteY499"/>
                        </a:cxn>
                        <a:cxn ang="0">
                          <a:pos x="connsiteX500" y="connsiteY500"/>
                        </a:cxn>
                        <a:cxn ang="0">
                          <a:pos x="connsiteX501" y="connsiteY501"/>
                        </a:cxn>
                        <a:cxn ang="0">
                          <a:pos x="connsiteX502" y="connsiteY502"/>
                        </a:cxn>
                        <a:cxn ang="0">
                          <a:pos x="connsiteX503" y="connsiteY503"/>
                        </a:cxn>
                        <a:cxn ang="0">
                          <a:pos x="connsiteX504" y="connsiteY504"/>
                        </a:cxn>
                        <a:cxn ang="0">
                          <a:pos x="connsiteX505" y="connsiteY505"/>
                        </a:cxn>
                        <a:cxn ang="0">
                          <a:pos x="connsiteX506" y="connsiteY506"/>
                        </a:cxn>
                        <a:cxn ang="0">
                          <a:pos x="connsiteX507" y="connsiteY507"/>
                        </a:cxn>
                        <a:cxn ang="0">
                          <a:pos x="connsiteX508" y="connsiteY508"/>
                        </a:cxn>
                        <a:cxn ang="0">
                          <a:pos x="connsiteX509" y="connsiteY509"/>
                        </a:cxn>
                        <a:cxn ang="0">
                          <a:pos x="connsiteX510" y="connsiteY510"/>
                        </a:cxn>
                        <a:cxn ang="0">
                          <a:pos x="connsiteX511" y="connsiteY511"/>
                        </a:cxn>
                        <a:cxn ang="0">
                          <a:pos x="connsiteX512" y="connsiteY512"/>
                        </a:cxn>
                        <a:cxn ang="0">
                          <a:pos x="connsiteX513" y="connsiteY513"/>
                        </a:cxn>
                        <a:cxn ang="0">
                          <a:pos x="connsiteX514" y="connsiteY514"/>
                        </a:cxn>
                        <a:cxn ang="0">
                          <a:pos x="connsiteX515" y="connsiteY515"/>
                        </a:cxn>
                        <a:cxn ang="0">
                          <a:pos x="connsiteX516" y="connsiteY516"/>
                        </a:cxn>
                        <a:cxn ang="0">
                          <a:pos x="connsiteX517" y="connsiteY517"/>
                        </a:cxn>
                        <a:cxn ang="0">
                          <a:pos x="connsiteX518" y="connsiteY518"/>
                        </a:cxn>
                        <a:cxn ang="0">
                          <a:pos x="connsiteX519" y="connsiteY519"/>
                        </a:cxn>
                        <a:cxn ang="0">
                          <a:pos x="connsiteX520" y="connsiteY520"/>
                        </a:cxn>
                        <a:cxn ang="0">
                          <a:pos x="connsiteX521" y="connsiteY521"/>
                        </a:cxn>
                        <a:cxn ang="0">
                          <a:pos x="connsiteX522" y="connsiteY522"/>
                        </a:cxn>
                        <a:cxn ang="0">
                          <a:pos x="connsiteX523" y="connsiteY523"/>
                        </a:cxn>
                        <a:cxn ang="0">
                          <a:pos x="connsiteX524" y="connsiteY524"/>
                        </a:cxn>
                        <a:cxn ang="0">
                          <a:pos x="connsiteX525" y="connsiteY525"/>
                        </a:cxn>
                        <a:cxn ang="0">
                          <a:pos x="connsiteX526" y="connsiteY526"/>
                        </a:cxn>
                        <a:cxn ang="0">
                          <a:pos x="connsiteX527" y="connsiteY527"/>
                        </a:cxn>
                        <a:cxn ang="0">
                          <a:pos x="connsiteX528" y="connsiteY528"/>
                        </a:cxn>
                        <a:cxn ang="0">
                          <a:pos x="connsiteX529" y="connsiteY529"/>
                        </a:cxn>
                        <a:cxn ang="0">
                          <a:pos x="connsiteX530" y="connsiteY530"/>
                        </a:cxn>
                        <a:cxn ang="0">
                          <a:pos x="connsiteX531" y="connsiteY531"/>
                        </a:cxn>
                        <a:cxn ang="0">
                          <a:pos x="connsiteX532" y="connsiteY532"/>
                        </a:cxn>
                        <a:cxn ang="0">
                          <a:pos x="connsiteX533" y="connsiteY533"/>
                        </a:cxn>
                        <a:cxn ang="0">
                          <a:pos x="connsiteX534" y="connsiteY534"/>
                        </a:cxn>
                        <a:cxn ang="0">
                          <a:pos x="connsiteX535" y="connsiteY535"/>
                        </a:cxn>
                        <a:cxn ang="0">
                          <a:pos x="connsiteX536" y="connsiteY536"/>
                        </a:cxn>
                        <a:cxn ang="0">
                          <a:pos x="connsiteX537" y="connsiteY537"/>
                        </a:cxn>
                        <a:cxn ang="0">
                          <a:pos x="connsiteX538" y="connsiteY538"/>
                        </a:cxn>
                        <a:cxn ang="0">
                          <a:pos x="connsiteX539" y="connsiteY539"/>
                        </a:cxn>
                        <a:cxn ang="0">
                          <a:pos x="connsiteX540" y="connsiteY540"/>
                        </a:cxn>
                        <a:cxn ang="0">
                          <a:pos x="connsiteX541" y="connsiteY541"/>
                        </a:cxn>
                        <a:cxn ang="0">
                          <a:pos x="connsiteX542" y="connsiteY542"/>
                        </a:cxn>
                        <a:cxn ang="0">
                          <a:pos x="connsiteX543" y="connsiteY543"/>
                        </a:cxn>
                        <a:cxn ang="0">
                          <a:pos x="connsiteX544" y="connsiteY544"/>
                        </a:cxn>
                        <a:cxn ang="0">
                          <a:pos x="connsiteX545" y="connsiteY545"/>
                        </a:cxn>
                        <a:cxn ang="0">
                          <a:pos x="connsiteX546" y="connsiteY546"/>
                        </a:cxn>
                        <a:cxn ang="0">
                          <a:pos x="connsiteX547" y="connsiteY547"/>
                        </a:cxn>
                        <a:cxn ang="0">
                          <a:pos x="connsiteX548" y="connsiteY548"/>
                        </a:cxn>
                        <a:cxn ang="0">
                          <a:pos x="connsiteX549" y="connsiteY549"/>
                        </a:cxn>
                        <a:cxn ang="0">
                          <a:pos x="connsiteX550" y="connsiteY550"/>
                        </a:cxn>
                        <a:cxn ang="0">
                          <a:pos x="connsiteX551" y="connsiteY551"/>
                        </a:cxn>
                        <a:cxn ang="0">
                          <a:pos x="connsiteX552" y="connsiteY552"/>
                        </a:cxn>
                        <a:cxn ang="0">
                          <a:pos x="connsiteX553" y="connsiteY553"/>
                        </a:cxn>
                        <a:cxn ang="0">
                          <a:pos x="connsiteX554" y="connsiteY554"/>
                        </a:cxn>
                        <a:cxn ang="0">
                          <a:pos x="connsiteX555" y="connsiteY555"/>
                        </a:cxn>
                        <a:cxn ang="0">
                          <a:pos x="connsiteX556" y="connsiteY556"/>
                        </a:cxn>
                        <a:cxn ang="0">
                          <a:pos x="connsiteX557" y="connsiteY557"/>
                        </a:cxn>
                        <a:cxn ang="0">
                          <a:pos x="connsiteX558" y="connsiteY558"/>
                        </a:cxn>
                        <a:cxn ang="0">
                          <a:pos x="connsiteX559" y="connsiteY559"/>
                        </a:cxn>
                        <a:cxn ang="0">
                          <a:pos x="connsiteX560" y="connsiteY560"/>
                        </a:cxn>
                        <a:cxn ang="0">
                          <a:pos x="connsiteX561" y="connsiteY561"/>
                        </a:cxn>
                        <a:cxn ang="0">
                          <a:pos x="connsiteX562" y="connsiteY562"/>
                        </a:cxn>
                        <a:cxn ang="0">
                          <a:pos x="connsiteX563" y="connsiteY563"/>
                        </a:cxn>
                        <a:cxn ang="0">
                          <a:pos x="connsiteX564" y="connsiteY564"/>
                        </a:cxn>
                        <a:cxn ang="0">
                          <a:pos x="connsiteX565" y="connsiteY565"/>
                        </a:cxn>
                        <a:cxn ang="0">
                          <a:pos x="connsiteX566" y="connsiteY566"/>
                        </a:cxn>
                        <a:cxn ang="0">
                          <a:pos x="connsiteX567" y="connsiteY567"/>
                        </a:cxn>
                        <a:cxn ang="0">
                          <a:pos x="connsiteX568" y="connsiteY568"/>
                        </a:cxn>
                        <a:cxn ang="0">
                          <a:pos x="connsiteX569" y="connsiteY569"/>
                        </a:cxn>
                        <a:cxn ang="0">
                          <a:pos x="connsiteX570" y="connsiteY570"/>
                        </a:cxn>
                        <a:cxn ang="0">
                          <a:pos x="connsiteX571" y="connsiteY571"/>
                        </a:cxn>
                        <a:cxn ang="0">
                          <a:pos x="connsiteX572" y="connsiteY572"/>
                        </a:cxn>
                        <a:cxn ang="0">
                          <a:pos x="connsiteX573" y="connsiteY573"/>
                        </a:cxn>
                        <a:cxn ang="0">
                          <a:pos x="connsiteX574" y="connsiteY574"/>
                        </a:cxn>
                        <a:cxn ang="0">
                          <a:pos x="connsiteX575" y="connsiteY575"/>
                        </a:cxn>
                        <a:cxn ang="0">
                          <a:pos x="connsiteX576" y="connsiteY576"/>
                        </a:cxn>
                        <a:cxn ang="0">
                          <a:pos x="connsiteX577" y="connsiteY577"/>
                        </a:cxn>
                        <a:cxn ang="0">
                          <a:pos x="connsiteX578" y="connsiteY578"/>
                        </a:cxn>
                        <a:cxn ang="0">
                          <a:pos x="connsiteX579" y="connsiteY579"/>
                        </a:cxn>
                        <a:cxn ang="0">
                          <a:pos x="connsiteX580" y="connsiteY580"/>
                        </a:cxn>
                        <a:cxn ang="0">
                          <a:pos x="connsiteX581" y="connsiteY581"/>
                        </a:cxn>
                        <a:cxn ang="0">
                          <a:pos x="connsiteX582" y="connsiteY582"/>
                        </a:cxn>
                        <a:cxn ang="0">
                          <a:pos x="connsiteX583" y="connsiteY583"/>
                        </a:cxn>
                        <a:cxn ang="0">
                          <a:pos x="connsiteX584" y="connsiteY584"/>
                        </a:cxn>
                        <a:cxn ang="0">
                          <a:pos x="connsiteX585" y="connsiteY585"/>
                        </a:cxn>
                        <a:cxn ang="0">
                          <a:pos x="connsiteX586" y="connsiteY586"/>
                        </a:cxn>
                        <a:cxn ang="0">
                          <a:pos x="connsiteX587" y="connsiteY587"/>
                        </a:cxn>
                        <a:cxn ang="0">
                          <a:pos x="connsiteX588" y="connsiteY588"/>
                        </a:cxn>
                        <a:cxn ang="0">
                          <a:pos x="connsiteX589" y="connsiteY589"/>
                        </a:cxn>
                        <a:cxn ang="0">
                          <a:pos x="connsiteX590" y="connsiteY590"/>
                        </a:cxn>
                        <a:cxn ang="0">
                          <a:pos x="connsiteX591" y="connsiteY591"/>
                        </a:cxn>
                        <a:cxn ang="0">
                          <a:pos x="connsiteX592" y="connsiteY592"/>
                        </a:cxn>
                        <a:cxn ang="0">
                          <a:pos x="connsiteX593" y="connsiteY593"/>
                        </a:cxn>
                        <a:cxn ang="0">
                          <a:pos x="connsiteX594" y="connsiteY594"/>
                        </a:cxn>
                        <a:cxn ang="0">
                          <a:pos x="connsiteX595" y="connsiteY595"/>
                        </a:cxn>
                        <a:cxn ang="0">
                          <a:pos x="connsiteX596" y="connsiteY596"/>
                        </a:cxn>
                        <a:cxn ang="0">
                          <a:pos x="connsiteX597" y="connsiteY597"/>
                        </a:cxn>
                        <a:cxn ang="0">
                          <a:pos x="connsiteX598" y="connsiteY598"/>
                        </a:cxn>
                        <a:cxn ang="0">
                          <a:pos x="connsiteX599" y="connsiteY599"/>
                        </a:cxn>
                        <a:cxn ang="0">
                          <a:pos x="connsiteX600" y="connsiteY600"/>
                        </a:cxn>
                        <a:cxn ang="0">
                          <a:pos x="connsiteX601" y="connsiteY601"/>
                        </a:cxn>
                        <a:cxn ang="0">
                          <a:pos x="connsiteX602" y="connsiteY602"/>
                        </a:cxn>
                        <a:cxn ang="0">
                          <a:pos x="connsiteX603" y="connsiteY603"/>
                        </a:cxn>
                        <a:cxn ang="0">
                          <a:pos x="connsiteX604" y="connsiteY604"/>
                        </a:cxn>
                        <a:cxn ang="0">
                          <a:pos x="connsiteX605" y="connsiteY605"/>
                        </a:cxn>
                        <a:cxn ang="0">
                          <a:pos x="connsiteX606" y="connsiteY606"/>
                        </a:cxn>
                        <a:cxn ang="0">
                          <a:pos x="connsiteX607" y="connsiteY607"/>
                        </a:cxn>
                        <a:cxn ang="0">
                          <a:pos x="connsiteX608" y="connsiteY608"/>
                        </a:cxn>
                        <a:cxn ang="0">
                          <a:pos x="connsiteX609" y="connsiteY609"/>
                        </a:cxn>
                        <a:cxn ang="0">
                          <a:pos x="connsiteX610" y="connsiteY610"/>
                        </a:cxn>
                        <a:cxn ang="0">
                          <a:pos x="connsiteX611" y="connsiteY611"/>
                        </a:cxn>
                        <a:cxn ang="0">
                          <a:pos x="connsiteX612" y="connsiteY612"/>
                        </a:cxn>
                        <a:cxn ang="0">
                          <a:pos x="connsiteX613" y="connsiteY613"/>
                        </a:cxn>
                        <a:cxn ang="0">
                          <a:pos x="connsiteX614" y="connsiteY614"/>
                        </a:cxn>
                        <a:cxn ang="0">
                          <a:pos x="connsiteX615" y="connsiteY615"/>
                        </a:cxn>
                        <a:cxn ang="0">
                          <a:pos x="connsiteX616" y="connsiteY616"/>
                        </a:cxn>
                        <a:cxn ang="0">
                          <a:pos x="connsiteX617" y="connsiteY617"/>
                        </a:cxn>
                        <a:cxn ang="0">
                          <a:pos x="connsiteX618" y="connsiteY618"/>
                        </a:cxn>
                        <a:cxn ang="0">
                          <a:pos x="connsiteX619" y="connsiteY619"/>
                        </a:cxn>
                        <a:cxn ang="0">
                          <a:pos x="connsiteX620" y="connsiteY620"/>
                        </a:cxn>
                        <a:cxn ang="0">
                          <a:pos x="connsiteX621" y="connsiteY621"/>
                        </a:cxn>
                        <a:cxn ang="0">
                          <a:pos x="connsiteX622" y="connsiteY622"/>
                        </a:cxn>
                        <a:cxn ang="0">
                          <a:pos x="connsiteX623" y="connsiteY623"/>
                        </a:cxn>
                        <a:cxn ang="0">
                          <a:pos x="connsiteX624" y="connsiteY624"/>
                        </a:cxn>
                        <a:cxn ang="0">
                          <a:pos x="connsiteX625" y="connsiteY625"/>
                        </a:cxn>
                        <a:cxn ang="0">
                          <a:pos x="connsiteX626" y="connsiteY626"/>
                        </a:cxn>
                        <a:cxn ang="0">
                          <a:pos x="connsiteX627" y="connsiteY627"/>
                        </a:cxn>
                        <a:cxn ang="0">
                          <a:pos x="connsiteX628" y="connsiteY628"/>
                        </a:cxn>
                        <a:cxn ang="0">
                          <a:pos x="connsiteX629" y="connsiteY629"/>
                        </a:cxn>
                        <a:cxn ang="0">
                          <a:pos x="connsiteX630" y="connsiteY630"/>
                        </a:cxn>
                        <a:cxn ang="0">
                          <a:pos x="connsiteX631" y="connsiteY631"/>
                        </a:cxn>
                        <a:cxn ang="0">
                          <a:pos x="connsiteX632" y="connsiteY632"/>
                        </a:cxn>
                        <a:cxn ang="0">
                          <a:pos x="connsiteX633" y="connsiteY633"/>
                        </a:cxn>
                        <a:cxn ang="0">
                          <a:pos x="connsiteX634" y="connsiteY634"/>
                        </a:cxn>
                        <a:cxn ang="0">
                          <a:pos x="connsiteX635" y="connsiteY635"/>
                        </a:cxn>
                        <a:cxn ang="0">
                          <a:pos x="connsiteX636" y="connsiteY636"/>
                        </a:cxn>
                        <a:cxn ang="0">
                          <a:pos x="connsiteX637" y="connsiteY637"/>
                        </a:cxn>
                        <a:cxn ang="0">
                          <a:pos x="connsiteX638" y="connsiteY638"/>
                        </a:cxn>
                        <a:cxn ang="0">
                          <a:pos x="connsiteX639" y="connsiteY639"/>
                        </a:cxn>
                        <a:cxn ang="0">
                          <a:pos x="connsiteX640" y="connsiteY640"/>
                        </a:cxn>
                        <a:cxn ang="0">
                          <a:pos x="connsiteX641" y="connsiteY641"/>
                        </a:cxn>
                        <a:cxn ang="0">
                          <a:pos x="connsiteX642" y="connsiteY642"/>
                        </a:cxn>
                        <a:cxn ang="0">
                          <a:pos x="connsiteX643" y="connsiteY643"/>
                        </a:cxn>
                        <a:cxn ang="0">
                          <a:pos x="connsiteX644" y="connsiteY644"/>
                        </a:cxn>
                        <a:cxn ang="0">
                          <a:pos x="connsiteX645" y="connsiteY645"/>
                        </a:cxn>
                        <a:cxn ang="0">
                          <a:pos x="connsiteX646" y="connsiteY646"/>
                        </a:cxn>
                        <a:cxn ang="0">
                          <a:pos x="connsiteX647" y="connsiteY647"/>
                        </a:cxn>
                        <a:cxn ang="0">
                          <a:pos x="connsiteX648" y="connsiteY648"/>
                        </a:cxn>
                        <a:cxn ang="0">
                          <a:pos x="connsiteX649" y="connsiteY649"/>
                        </a:cxn>
                        <a:cxn ang="0">
                          <a:pos x="connsiteX650" y="connsiteY650"/>
                        </a:cxn>
                        <a:cxn ang="0">
                          <a:pos x="connsiteX651" y="connsiteY651"/>
                        </a:cxn>
                        <a:cxn ang="0">
                          <a:pos x="connsiteX652" y="connsiteY652"/>
                        </a:cxn>
                        <a:cxn ang="0">
                          <a:pos x="connsiteX653" y="connsiteY653"/>
                        </a:cxn>
                        <a:cxn ang="0">
                          <a:pos x="connsiteX654" y="connsiteY654"/>
                        </a:cxn>
                        <a:cxn ang="0">
                          <a:pos x="connsiteX655" y="connsiteY655"/>
                        </a:cxn>
                        <a:cxn ang="0">
                          <a:pos x="connsiteX656" y="connsiteY656"/>
                        </a:cxn>
                        <a:cxn ang="0">
                          <a:pos x="connsiteX657" y="connsiteY657"/>
                        </a:cxn>
                        <a:cxn ang="0">
                          <a:pos x="connsiteX658" y="connsiteY658"/>
                        </a:cxn>
                        <a:cxn ang="0">
                          <a:pos x="connsiteX659" y="connsiteY659"/>
                        </a:cxn>
                        <a:cxn ang="0">
                          <a:pos x="connsiteX660" y="connsiteY660"/>
                        </a:cxn>
                        <a:cxn ang="0">
                          <a:pos x="connsiteX661" y="connsiteY661"/>
                        </a:cxn>
                        <a:cxn ang="0">
                          <a:pos x="connsiteX662" y="connsiteY662"/>
                        </a:cxn>
                        <a:cxn ang="0">
                          <a:pos x="connsiteX663" y="connsiteY663"/>
                        </a:cxn>
                        <a:cxn ang="0">
                          <a:pos x="connsiteX664" y="connsiteY664"/>
                        </a:cxn>
                        <a:cxn ang="0">
                          <a:pos x="connsiteX665" y="connsiteY665"/>
                        </a:cxn>
                        <a:cxn ang="0">
                          <a:pos x="connsiteX666" y="connsiteY666"/>
                        </a:cxn>
                        <a:cxn ang="0">
                          <a:pos x="connsiteX667" y="connsiteY667"/>
                        </a:cxn>
                        <a:cxn ang="0">
                          <a:pos x="connsiteX668" y="connsiteY668"/>
                        </a:cxn>
                        <a:cxn ang="0">
                          <a:pos x="connsiteX669" y="connsiteY669"/>
                        </a:cxn>
                        <a:cxn ang="0">
                          <a:pos x="connsiteX670" y="connsiteY670"/>
                        </a:cxn>
                        <a:cxn ang="0">
                          <a:pos x="connsiteX671" y="connsiteY671"/>
                        </a:cxn>
                        <a:cxn ang="0">
                          <a:pos x="connsiteX672" y="connsiteY672"/>
                        </a:cxn>
                        <a:cxn ang="0">
                          <a:pos x="connsiteX673" y="connsiteY673"/>
                        </a:cxn>
                        <a:cxn ang="0">
                          <a:pos x="connsiteX674" y="connsiteY674"/>
                        </a:cxn>
                        <a:cxn ang="0">
                          <a:pos x="connsiteX675" y="connsiteY675"/>
                        </a:cxn>
                        <a:cxn ang="0">
                          <a:pos x="connsiteX676" y="connsiteY676"/>
                        </a:cxn>
                        <a:cxn ang="0">
                          <a:pos x="connsiteX677" y="connsiteY677"/>
                        </a:cxn>
                        <a:cxn ang="0">
                          <a:pos x="connsiteX678" y="connsiteY678"/>
                        </a:cxn>
                        <a:cxn ang="0">
                          <a:pos x="connsiteX679" y="connsiteY679"/>
                        </a:cxn>
                        <a:cxn ang="0">
                          <a:pos x="connsiteX680" y="connsiteY680"/>
                        </a:cxn>
                        <a:cxn ang="0">
                          <a:pos x="connsiteX681" y="connsiteY681"/>
                        </a:cxn>
                        <a:cxn ang="0">
                          <a:pos x="connsiteX682" y="connsiteY682"/>
                        </a:cxn>
                        <a:cxn ang="0">
                          <a:pos x="connsiteX683" y="connsiteY683"/>
                        </a:cxn>
                        <a:cxn ang="0">
                          <a:pos x="connsiteX684" y="connsiteY684"/>
                        </a:cxn>
                        <a:cxn ang="0">
                          <a:pos x="connsiteX685" y="connsiteY685"/>
                        </a:cxn>
                        <a:cxn ang="0">
                          <a:pos x="connsiteX686" y="connsiteY686"/>
                        </a:cxn>
                        <a:cxn ang="0">
                          <a:pos x="connsiteX687" y="connsiteY687"/>
                        </a:cxn>
                        <a:cxn ang="0">
                          <a:pos x="connsiteX688" y="connsiteY688"/>
                        </a:cxn>
                        <a:cxn ang="0">
                          <a:pos x="connsiteX689" y="connsiteY689"/>
                        </a:cxn>
                        <a:cxn ang="0">
                          <a:pos x="connsiteX690" y="connsiteY690"/>
                        </a:cxn>
                        <a:cxn ang="0">
                          <a:pos x="connsiteX691" y="connsiteY691"/>
                        </a:cxn>
                        <a:cxn ang="0">
                          <a:pos x="connsiteX692" y="connsiteY692"/>
                        </a:cxn>
                        <a:cxn ang="0">
                          <a:pos x="connsiteX693" y="connsiteY693"/>
                        </a:cxn>
                        <a:cxn ang="0">
                          <a:pos x="connsiteX694" y="connsiteY694"/>
                        </a:cxn>
                        <a:cxn ang="0">
                          <a:pos x="connsiteX695" y="connsiteY695"/>
                        </a:cxn>
                        <a:cxn ang="0">
                          <a:pos x="connsiteX696" y="connsiteY696"/>
                        </a:cxn>
                        <a:cxn ang="0">
                          <a:pos x="connsiteX697" y="connsiteY697"/>
                        </a:cxn>
                        <a:cxn ang="0">
                          <a:pos x="connsiteX698" y="connsiteY698"/>
                        </a:cxn>
                        <a:cxn ang="0">
                          <a:pos x="connsiteX699" y="connsiteY699"/>
                        </a:cxn>
                        <a:cxn ang="0">
                          <a:pos x="connsiteX700" y="connsiteY700"/>
                        </a:cxn>
                        <a:cxn ang="0">
                          <a:pos x="connsiteX701" y="connsiteY701"/>
                        </a:cxn>
                        <a:cxn ang="0">
                          <a:pos x="connsiteX702" y="connsiteY702"/>
                        </a:cxn>
                        <a:cxn ang="0">
                          <a:pos x="connsiteX703" y="connsiteY703"/>
                        </a:cxn>
                        <a:cxn ang="0">
                          <a:pos x="connsiteX704" y="connsiteY704"/>
                        </a:cxn>
                        <a:cxn ang="0">
                          <a:pos x="connsiteX705" y="connsiteY705"/>
                        </a:cxn>
                        <a:cxn ang="0">
                          <a:pos x="connsiteX706" y="connsiteY706"/>
                        </a:cxn>
                        <a:cxn ang="0">
                          <a:pos x="connsiteX707" y="connsiteY707"/>
                        </a:cxn>
                        <a:cxn ang="0">
                          <a:pos x="connsiteX708" y="connsiteY708"/>
                        </a:cxn>
                        <a:cxn ang="0">
                          <a:pos x="connsiteX709" y="connsiteY709"/>
                        </a:cxn>
                        <a:cxn ang="0">
                          <a:pos x="connsiteX710" y="connsiteY710"/>
                        </a:cxn>
                        <a:cxn ang="0">
                          <a:pos x="connsiteX711" y="connsiteY711"/>
                        </a:cxn>
                        <a:cxn ang="0">
                          <a:pos x="connsiteX712" y="connsiteY712"/>
                        </a:cxn>
                        <a:cxn ang="0">
                          <a:pos x="connsiteX713" y="connsiteY713"/>
                        </a:cxn>
                        <a:cxn ang="0">
                          <a:pos x="connsiteX714" y="connsiteY714"/>
                        </a:cxn>
                        <a:cxn ang="0">
                          <a:pos x="connsiteX715" y="connsiteY715"/>
                        </a:cxn>
                        <a:cxn ang="0">
                          <a:pos x="connsiteX716" y="connsiteY716"/>
                        </a:cxn>
                        <a:cxn ang="0">
                          <a:pos x="connsiteX717" y="connsiteY717"/>
                        </a:cxn>
                        <a:cxn ang="0">
                          <a:pos x="connsiteX718" y="connsiteY718"/>
                        </a:cxn>
                        <a:cxn ang="0">
                          <a:pos x="connsiteX719" y="connsiteY719"/>
                        </a:cxn>
                        <a:cxn ang="0">
                          <a:pos x="connsiteX720" y="connsiteY720"/>
                        </a:cxn>
                        <a:cxn ang="0">
                          <a:pos x="connsiteX721" y="connsiteY721"/>
                        </a:cxn>
                        <a:cxn ang="0">
                          <a:pos x="connsiteX722" y="connsiteY722"/>
                        </a:cxn>
                        <a:cxn ang="0">
                          <a:pos x="connsiteX723" y="connsiteY723"/>
                        </a:cxn>
                        <a:cxn ang="0">
                          <a:pos x="connsiteX724" y="connsiteY724"/>
                        </a:cxn>
                        <a:cxn ang="0">
                          <a:pos x="connsiteX725" y="connsiteY725"/>
                        </a:cxn>
                        <a:cxn ang="0">
                          <a:pos x="connsiteX726" y="connsiteY726"/>
                        </a:cxn>
                        <a:cxn ang="0">
                          <a:pos x="connsiteX727" y="connsiteY727"/>
                        </a:cxn>
                        <a:cxn ang="0">
                          <a:pos x="connsiteX728" y="connsiteY728"/>
                        </a:cxn>
                        <a:cxn ang="0">
                          <a:pos x="connsiteX729" y="connsiteY729"/>
                        </a:cxn>
                        <a:cxn ang="0">
                          <a:pos x="connsiteX730" y="connsiteY730"/>
                        </a:cxn>
                        <a:cxn ang="0">
                          <a:pos x="connsiteX731" y="connsiteY731"/>
                        </a:cxn>
                        <a:cxn ang="0">
                          <a:pos x="connsiteX732" y="connsiteY732"/>
                        </a:cxn>
                        <a:cxn ang="0">
                          <a:pos x="connsiteX733" y="connsiteY733"/>
                        </a:cxn>
                        <a:cxn ang="0">
                          <a:pos x="connsiteX734" y="connsiteY734"/>
                        </a:cxn>
                        <a:cxn ang="0">
                          <a:pos x="connsiteX735" y="connsiteY735"/>
                        </a:cxn>
                        <a:cxn ang="0">
                          <a:pos x="connsiteX736" y="connsiteY736"/>
                        </a:cxn>
                        <a:cxn ang="0">
                          <a:pos x="connsiteX737" y="connsiteY737"/>
                        </a:cxn>
                        <a:cxn ang="0">
                          <a:pos x="connsiteX738" y="connsiteY738"/>
                        </a:cxn>
                        <a:cxn ang="0">
                          <a:pos x="connsiteX739" y="connsiteY739"/>
                        </a:cxn>
                        <a:cxn ang="0">
                          <a:pos x="connsiteX740" y="connsiteY740"/>
                        </a:cxn>
                        <a:cxn ang="0">
                          <a:pos x="connsiteX741" y="connsiteY741"/>
                        </a:cxn>
                        <a:cxn ang="0">
                          <a:pos x="connsiteX742" y="connsiteY742"/>
                        </a:cxn>
                        <a:cxn ang="0">
                          <a:pos x="connsiteX743" y="connsiteY743"/>
                        </a:cxn>
                        <a:cxn ang="0">
                          <a:pos x="connsiteX744" y="connsiteY744"/>
                        </a:cxn>
                        <a:cxn ang="0">
                          <a:pos x="connsiteX745" y="connsiteY745"/>
                        </a:cxn>
                        <a:cxn ang="0">
                          <a:pos x="connsiteX746" y="connsiteY746"/>
                        </a:cxn>
                        <a:cxn ang="0">
                          <a:pos x="connsiteX747" y="connsiteY747"/>
                        </a:cxn>
                        <a:cxn ang="0">
                          <a:pos x="connsiteX748" y="connsiteY748"/>
                        </a:cxn>
                        <a:cxn ang="0">
                          <a:pos x="connsiteX749" y="connsiteY749"/>
                        </a:cxn>
                        <a:cxn ang="0">
                          <a:pos x="connsiteX750" y="connsiteY750"/>
                        </a:cxn>
                        <a:cxn ang="0">
                          <a:pos x="connsiteX751" y="connsiteY751"/>
                        </a:cxn>
                        <a:cxn ang="0">
                          <a:pos x="connsiteX752" y="connsiteY752"/>
                        </a:cxn>
                        <a:cxn ang="0">
                          <a:pos x="connsiteX753" y="connsiteY753"/>
                        </a:cxn>
                        <a:cxn ang="0">
                          <a:pos x="connsiteX754" y="connsiteY754"/>
                        </a:cxn>
                        <a:cxn ang="0">
                          <a:pos x="connsiteX755" y="connsiteY755"/>
                        </a:cxn>
                        <a:cxn ang="0">
                          <a:pos x="connsiteX756" y="connsiteY756"/>
                        </a:cxn>
                        <a:cxn ang="0">
                          <a:pos x="connsiteX757" y="connsiteY757"/>
                        </a:cxn>
                        <a:cxn ang="0">
                          <a:pos x="connsiteX758" y="connsiteY758"/>
                        </a:cxn>
                        <a:cxn ang="0">
                          <a:pos x="connsiteX759" y="connsiteY759"/>
                        </a:cxn>
                        <a:cxn ang="0">
                          <a:pos x="connsiteX760" y="connsiteY760"/>
                        </a:cxn>
                        <a:cxn ang="0">
                          <a:pos x="connsiteX761" y="connsiteY761"/>
                        </a:cxn>
                        <a:cxn ang="0">
                          <a:pos x="connsiteX762" y="connsiteY762"/>
                        </a:cxn>
                        <a:cxn ang="0">
                          <a:pos x="connsiteX763" y="connsiteY763"/>
                        </a:cxn>
                        <a:cxn ang="0">
                          <a:pos x="connsiteX764" y="connsiteY764"/>
                        </a:cxn>
                        <a:cxn ang="0">
                          <a:pos x="connsiteX765" y="connsiteY765"/>
                        </a:cxn>
                        <a:cxn ang="0">
                          <a:pos x="connsiteX766" y="connsiteY766"/>
                        </a:cxn>
                        <a:cxn ang="0">
                          <a:pos x="connsiteX767" y="connsiteY767"/>
                        </a:cxn>
                        <a:cxn ang="0">
                          <a:pos x="connsiteX768" y="connsiteY768"/>
                        </a:cxn>
                        <a:cxn ang="0">
                          <a:pos x="connsiteX769" y="connsiteY769"/>
                        </a:cxn>
                        <a:cxn ang="0">
                          <a:pos x="connsiteX770" y="connsiteY770"/>
                        </a:cxn>
                        <a:cxn ang="0">
                          <a:pos x="connsiteX771" y="connsiteY771"/>
                        </a:cxn>
                        <a:cxn ang="0">
                          <a:pos x="connsiteX772" y="connsiteY772"/>
                        </a:cxn>
                        <a:cxn ang="0">
                          <a:pos x="connsiteX773" y="connsiteY773"/>
                        </a:cxn>
                        <a:cxn ang="0">
                          <a:pos x="connsiteX774" y="connsiteY774"/>
                        </a:cxn>
                        <a:cxn ang="0">
                          <a:pos x="connsiteX775" y="connsiteY775"/>
                        </a:cxn>
                        <a:cxn ang="0">
                          <a:pos x="connsiteX776" y="connsiteY776"/>
                        </a:cxn>
                        <a:cxn ang="0">
                          <a:pos x="connsiteX777" y="connsiteY777"/>
                        </a:cxn>
                        <a:cxn ang="0">
                          <a:pos x="connsiteX778" y="connsiteY778"/>
                        </a:cxn>
                        <a:cxn ang="0">
                          <a:pos x="connsiteX779" y="connsiteY779"/>
                        </a:cxn>
                        <a:cxn ang="0">
                          <a:pos x="connsiteX780" y="connsiteY780"/>
                        </a:cxn>
                        <a:cxn ang="0">
                          <a:pos x="connsiteX781" y="connsiteY781"/>
                        </a:cxn>
                        <a:cxn ang="0">
                          <a:pos x="connsiteX782" y="connsiteY782"/>
                        </a:cxn>
                        <a:cxn ang="0">
                          <a:pos x="connsiteX783" y="connsiteY783"/>
                        </a:cxn>
                        <a:cxn ang="0">
                          <a:pos x="connsiteX784" y="connsiteY784"/>
                        </a:cxn>
                        <a:cxn ang="0">
                          <a:pos x="connsiteX785" y="connsiteY785"/>
                        </a:cxn>
                        <a:cxn ang="0">
                          <a:pos x="connsiteX786" y="connsiteY786"/>
                        </a:cxn>
                        <a:cxn ang="0">
                          <a:pos x="connsiteX787" y="connsiteY787"/>
                        </a:cxn>
                        <a:cxn ang="0">
                          <a:pos x="connsiteX788" y="connsiteY788"/>
                        </a:cxn>
                        <a:cxn ang="0">
                          <a:pos x="connsiteX789" y="connsiteY789"/>
                        </a:cxn>
                        <a:cxn ang="0">
                          <a:pos x="connsiteX790" y="connsiteY790"/>
                        </a:cxn>
                        <a:cxn ang="0">
                          <a:pos x="connsiteX791" y="connsiteY791"/>
                        </a:cxn>
                        <a:cxn ang="0">
                          <a:pos x="connsiteX792" y="connsiteY792"/>
                        </a:cxn>
                        <a:cxn ang="0">
                          <a:pos x="connsiteX793" y="connsiteY793"/>
                        </a:cxn>
                        <a:cxn ang="0">
                          <a:pos x="connsiteX794" y="connsiteY794"/>
                        </a:cxn>
                        <a:cxn ang="0">
                          <a:pos x="connsiteX795" y="connsiteY795"/>
                        </a:cxn>
                        <a:cxn ang="0">
                          <a:pos x="connsiteX796" y="connsiteY796"/>
                        </a:cxn>
                        <a:cxn ang="0">
                          <a:pos x="connsiteX797" y="connsiteY797"/>
                        </a:cxn>
                        <a:cxn ang="0">
                          <a:pos x="connsiteX798" y="connsiteY798"/>
                        </a:cxn>
                        <a:cxn ang="0">
                          <a:pos x="connsiteX799" y="connsiteY799"/>
                        </a:cxn>
                        <a:cxn ang="0">
                          <a:pos x="connsiteX800" y="connsiteY800"/>
                        </a:cxn>
                        <a:cxn ang="0">
                          <a:pos x="connsiteX801" y="connsiteY801"/>
                        </a:cxn>
                        <a:cxn ang="0">
                          <a:pos x="connsiteX802" y="connsiteY802"/>
                        </a:cxn>
                        <a:cxn ang="0">
                          <a:pos x="connsiteX803" y="connsiteY803"/>
                        </a:cxn>
                        <a:cxn ang="0">
                          <a:pos x="connsiteX804" y="connsiteY804"/>
                        </a:cxn>
                        <a:cxn ang="0">
                          <a:pos x="connsiteX805" y="connsiteY805"/>
                        </a:cxn>
                        <a:cxn ang="0">
                          <a:pos x="connsiteX806" y="connsiteY806"/>
                        </a:cxn>
                        <a:cxn ang="0">
                          <a:pos x="connsiteX807" y="connsiteY807"/>
                        </a:cxn>
                        <a:cxn ang="0">
                          <a:pos x="connsiteX808" y="connsiteY808"/>
                        </a:cxn>
                        <a:cxn ang="0">
                          <a:pos x="connsiteX809" y="connsiteY809"/>
                        </a:cxn>
                        <a:cxn ang="0">
                          <a:pos x="connsiteX810" y="connsiteY810"/>
                        </a:cxn>
                        <a:cxn ang="0">
                          <a:pos x="connsiteX811" y="connsiteY811"/>
                        </a:cxn>
                        <a:cxn ang="0">
                          <a:pos x="connsiteX812" y="connsiteY812"/>
                        </a:cxn>
                        <a:cxn ang="0">
                          <a:pos x="connsiteX813" y="connsiteY813"/>
                        </a:cxn>
                        <a:cxn ang="0">
                          <a:pos x="connsiteX814" y="connsiteY814"/>
                        </a:cxn>
                        <a:cxn ang="0">
                          <a:pos x="connsiteX815" y="connsiteY815"/>
                        </a:cxn>
                        <a:cxn ang="0">
                          <a:pos x="connsiteX816" y="connsiteY816"/>
                        </a:cxn>
                        <a:cxn ang="0">
                          <a:pos x="connsiteX817" y="connsiteY817"/>
                        </a:cxn>
                        <a:cxn ang="0">
                          <a:pos x="connsiteX818" y="connsiteY818"/>
                        </a:cxn>
                        <a:cxn ang="0">
                          <a:pos x="connsiteX819" y="connsiteY819"/>
                        </a:cxn>
                        <a:cxn ang="0">
                          <a:pos x="connsiteX820" y="connsiteY820"/>
                        </a:cxn>
                        <a:cxn ang="0">
                          <a:pos x="connsiteX821" y="connsiteY821"/>
                        </a:cxn>
                        <a:cxn ang="0">
                          <a:pos x="connsiteX822" y="connsiteY822"/>
                        </a:cxn>
                        <a:cxn ang="0">
                          <a:pos x="connsiteX823" y="connsiteY823"/>
                        </a:cxn>
                        <a:cxn ang="0">
                          <a:pos x="connsiteX824" y="connsiteY824"/>
                        </a:cxn>
                        <a:cxn ang="0">
                          <a:pos x="connsiteX825" y="connsiteY825"/>
                        </a:cxn>
                        <a:cxn ang="0">
                          <a:pos x="connsiteX826" y="connsiteY826"/>
                        </a:cxn>
                        <a:cxn ang="0">
                          <a:pos x="connsiteX827" y="connsiteY827"/>
                        </a:cxn>
                        <a:cxn ang="0">
                          <a:pos x="connsiteX828" y="connsiteY828"/>
                        </a:cxn>
                        <a:cxn ang="0">
                          <a:pos x="connsiteX829" y="connsiteY829"/>
                        </a:cxn>
                        <a:cxn ang="0">
                          <a:pos x="connsiteX830" y="connsiteY830"/>
                        </a:cxn>
                        <a:cxn ang="0">
                          <a:pos x="connsiteX831" y="connsiteY831"/>
                        </a:cxn>
                        <a:cxn ang="0">
                          <a:pos x="connsiteX832" y="connsiteY832"/>
                        </a:cxn>
                        <a:cxn ang="0">
                          <a:pos x="connsiteX833" y="connsiteY833"/>
                        </a:cxn>
                        <a:cxn ang="0">
                          <a:pos x="connsiteX834" y="connsiteY834"/>
                        </a:cxn>
                        <a:cxn ang="0">
                          <a:pos x="connsiteX835" y="connsiteY835"/>
                        </a:cxn>
                        <a:cxn ang="0">
                          <a:pos x="connsiteX836" y="connsiteY836"/>
                        </a:cxn>
                        <a:cxn ang="0">
                          <a:pos x="connsiteX837" y="connsiteY837"/>
                        </a:cxn>
                        <a:cxn ang="0">
                          <a:pos x="connsiteX838" y="connsiteY838"/>
                        </a:cxn>
                        <a:cxn ang="0">
                          <a:pos x="connsiteX839" y="connsiteY839"/>
                        </a:cxn>
                        <a:cxn ang="0">
                          <a:pos x="connsiteX840" y="connsiteY840"/>
                        </a:cxn>
                        <a:cxn ang="0">
                          <a:pos x="connsiteX841" y="connsiteY841"/>
                        </a:cxn>
                        <a:cxn ang="0">
                          <a:pos x="connsiteX842" y="connsiteY842"/>
                        </a:cxn>
                        <a:cxn ang="0">
                          <a:pos x="connsiteX843" y="connsiteY843"/>
                        </a:cxn>
                        <a:cxn ang="0">
                          <a:pos x="connsiteX844" y="connsiteY844"/>
                        </a:cxn>
                        <a:cxn ang="0">
                          <a:pos x="connsiteX845" y="connsiteY845"/>
                        </a:cxn>
                        <a:cxn ang="0">
                          <a:pos x="connsiteX846" y="connsiteY846"/>
                        </a:cxn>
                        <a:cxn ang="0">
                          <a:pos x="connsiteX847" y="connsiteY847"/>
                        </a:cxn>
                        <a:cxn ang="0">
                          <a:pos x="connsiteX848" y="connsiteY848"/>
                        </a:cxn>
                        <a:cxn ang="0">
                          <a:pos x="connsiteX849" y="connsiteY849"/>
                        </a:cxn>
                        <a:cxn ang="0">
                          <a:pos x="connsiteX850" y="connsiteY850"/>
                        </a:cxn>
                        <a:cxn ang="0">
                          <a:pos x="connsiteX851" y="connsiteY851"/>
                        </a:cxn>
                        <a:cxn ang="0">
                          <a:pos x="connsiteX852" y="connsiteY852"/>
                        </a:cxn>
                        <a:cxn ang="0">
                          <a:pos x="connsiteX853" y="connsiteY853"/>
                        </a:cxn>
                        <a:cxn ang="0">
                          <a:pos x="connsiteX854" y="connsiteY854"/>
                        </a:cxn>
                        <a:cxn ang="0">
                          <a:pos x="connsiteX855" y="connsiteY855"/>
                        </a:cxn>
                        <a:cxn ang="0">
                          <a:pos x="connsiteX856" y="connsiteY856"/>
                        </a:cxn>
                        <a:cxn ang="0">
                          <a:pos x="connsiteX857" y="connsiteY857"/>
                        </a:cxn>
                        <a:cxn ang="0">
                          <a:pos x="connsiteX858" y="connsiteY858"/>
                        </a:cxn>
                        <a:cxn ang="0">
                          <a:pos x="connsiteX859" y="connsiteY859"/>
                        </a:cxn>
                        <a:cxn ang="0">
                          <a:pos x="connsiteX860" y="connsiteY860"/>
                        </a:cxn>
                        <a:cxn ang="0">
                          <a:pos x="connsiteX861" y="connsiteY861"/>
                        </a:cxn>
                        <a:cxn ang="0">
                          <a:pos x="connsiteX862" y="connsiteY862"/>
                        </a:cxn>
                        <a:cxn ang="0">
                          <a:pos x="connsiteX863" y="connsiteY863"/>
                        </a:cxn>
                        <a:cxn ang="0">
                          <a:pos x="connsiteX864" y="connsiteY864"/>
                        </a:cxn>
                        <a:cxn ang="0">
                          <a:pos x="connsiteX865" y="connsiteY865"/>
                        </a:cxn>
                        <a:cxn ang="0">
                          <a:pos x="connsiteX866" y="connsiteY866"/>
                        </a:cxn>
                        <a:cxn ang="0">
                          <a:pos x="connsiteX867" y="connsiteY867"/>
                        </a:cxn>
                        <a:cxn ang="0">
                          <a:pos x="connsiteX868" y="connsiteY868"/>
                        </a:cxn>
                        <a:cxn ang="0">
                          <a:pos x="connsiteX869" y="connsiteY869"/>
                        </a:cxn>
                        <a:cxn ang="0">
                          <a:pos x="connsiteX870" y="connsiteY870"/>
                        </a:cxn>
                        <a:cxn ang="0">
                          <a:pos x="connsiteX871" y="connsiteY871"/>
                        </a:cxn>
                        <a:cxn ang="0">
                          <a:pos x="connsiteX872" y="connsiteY872"/>
                        </a:cxn>
                        <a:cxn ang="0">
                          <a:pos x="connsiteX873" y="connsiteY873"/>
                        </a:cxn>
                        <a:cxn ang="0">
                          <a:pos x="connsiteX874" y="connsiteY874"/>
                        </a:cxn>
                        <a:cxn ang="0">
                          <a:pos x="connsiteX875" y="connsiteY875"/>
                        </a:cxn>
                        <a:cxn ang="0">
                          <a:pos x="connsiteX876" y="connsiteY876"/>
                        </a:cxn>
                        <a:cxn ang="0">
                          <a:pos x="connsiteX877" y="connsiteY877"/>
                        </a:cxn>
                        <a:cxn ang="0">
                          <a:pos x="connsiteX878" y="connsiteY878"/>
                        </a:cxn>
                        <a:cxn ang="0">
                          <a:pos x="connsiteX879" y="connsiteY879"/>
                        </a:cxn>
                        <a:cxn ang="0">
                          <a:pos x="connsiteX880" y="connsiteY880"/>
                        </a:cxn>
                        <a:cxn ang="0">
                          <a:pos x="connsiteX881" y="connsiteY881"/>
                        </a:cxn>
                        <a:cxn ang="0">
                          <a:pos x="connsiteX882" y="connsiteY882"/>
                        </a:cxn>
                        <a:cxn ang="0">
                          <a:pos x="connsiteX883" y="connsiteY883"/>
                        </a:cxn>
                        <a:cxn ang="0">
                          <a:pos x="connsiteX884" y="connsiteY884"/>
                        </a:cxn>
                        <a:cxn ang="0">
                          <a:pos x="connsiteX885" y="connsiteY885"/>
                        </a:cxn>
                        <a:cxn ang="0">
                          <a:pos x="connsiteX886" y="connsiteY886"/>
                        </a:cxn>
                        <a:cxn ang="0">
                          <a:pos x="connsiteX887" y="connsiteY887"/>
                        </a:cxn>
                        <a:cxn ang="0">
                          <a:pos x="connsiteX888" y="connsiteY888"/>
                        </a:cxn>
                        <a:cxn ang="0">
                          <a:pos x="connsiteX889" y="connsiteY889"/>
                        </a:cxn>
                        <a:cxn ang="0">
                          <a:pos x="connsiteX890" y="connsiteY890"/>
                        </a:cxn>
                        <a:cxn ang="0">
                          <a:pos x="connsiteX891" y="connsiteY891"/>
                        </a:cxn>
                        <a:cxn ang="0">
                          <a:pos x="connsiteX892" y="connsiteY892"/>
                        </a:cxn>
                        <a:cxn ang="0">
                          <a:pos x="connsiteX893" y="connsiteY893"/>
                        </a:cxn>
                        <a:cxn ang="0">
                          <a:pos x="connsiteX894" y="connsiteY894"/>
                        </a:cxn>
                        <a:cxn ang="0">
                          <a:pos x="connsiteX895" y="connsiteY895"/>
                        </a:cxn>
                        <a:cxn ang="0">
                          <a:pos x="connsiteX896" y="connsiteY896"/>
                        </a:cxn>
                        <a:cxn ang="0">
                          <a:pos x="connsiteX897" y="connsiteY897"/>
                        </a:cxn>
                        <a:cxn ang="0">
                          <a:pos x="connsiteX898" y="connsiteY898"/>
                        </a:cxn>
                        <a:cxn ang="0">
                          <a:pos x="connsiteX899" y="connsiteY899"/>
                        </a:cxn>
                        <a:cxn ang="0">
                          <a:pos x="connsiteX900" y="connsiteY900"/>
                        </a:cxn>
                        <a:cxn ang="0">
                          <a:pos x="connsiteX901" y="connsiteY901"/>
                        </a:cxn>
                        <a:cxn ang="0">
                          <a:pos x="connsiteX902" y="connsiteY902"/>
                        </a:cxn>
                        <a:cxn ang="0">
                          <a:pos x="connsiteX903" y="connsiteY903"/>
                        </a:cxn>
                        <a:cxn ang="0">
                          <a:pos x="connsiteX904" y="connsiteY904"/>
                        </a:cxn>
                        <a:cxn ang="0">
                          <a:pos x="connsiteX905" y="connsiteY905"/>
                        </a:cxn>
                        <a:cxn ang="0">
                          <a:pos x="connsiteX906" y="connsiteY906"/>
                        </a:cxn>
                        <a:cxn ang="0">
                          <a:pos x="connsiteX907" y="connsiteY907"/>
                        </a:cxn>
                        <a:cxn ang="0">
                          <a:pos x="connsiteX908" y="connsiteY908"/>
                        </a:cxn>
                        <a:cxn ang="0">
                          <a:pos x="connsiteX909" y="connsiteY909"/>
                        </a:cxn>
                        <a:cxn ang="0">
                          <a:pos x="connsiteX910" y="connsiteY910"/>
                        </a:cxn>
                        <a:cxn ang="0">
                          <a:pos x="connsiteX911" y="connsiteY911"/>
                        </a:cxn>
                        <a:cxn ang="0">
                          <a:pos x="connsiteX912" y="connsiteY912"/>
                        </a:cxn>
                        <a:cxn ang="0">
                          <a:pos x="connsiteX913" y="connsiteY913"/>
                        </a:cxn>
                        <a:cxn ang="0">
                          <a:pos x="connsiteX914" y="connsiteY914"/>
                        </a:cxn>
                        <a:cxn ang="0">
                          <a:pos x="connsiteX915" y="connsiteY915"/>
                        </a:cxn>
                        <a:cxn ang="0">
                          <a:pos x="connsiteX916" y="connsiteY916"/>
                        </a:cxn>
                        <a:cxn ang="0">
                          <a:pos x="connsiteX917" y="connsiteY917"/>
                        </a:cxn>
                        <a:cxn ang="0">
                          <a:pos x="connsiteX918" y="connsiteY918"/>
                        </a:cxn>
                        <a:cxn ang="0">
                          <a:pos x="connsiteX919" y="connsiteY919"/>
                        </a:cxn>
                        <a:cxn ang="0">
                          <a:pos x="connsiteX920" y="connsiteY920"/>
                        </a:cxn>
                        <a:cxn ang="0">
                          <a:pos x="connsiteX921" y="connsiteY921"/>
                        </a:cxn>
                        <a:cxn ang="0">
                          <a:pos x="connsiteX922" y="connsiteY922"/>
                        </a:cxn>
                        <a:cxn ang="0">
                          <a:pos x="connsiteX923" y="connsiteY923"/>
                        </a:cxn>
                        <a:cxn ang="0">
                          <a:pos x="connsiteX924" y="connsiteY924"/>
                        </a:cxn>
                        <a:cxn ang="0">
                          <a:pos x="connsiteX925" y="connsiteY925"/>
                        </a:cxn>
                        <a:cxn ang="0">
                          <a:pos x="connsiteX926" y="connsiteY926"/>
                        </a:cxn>
                        <a:cxn ang="0">
                          <a:pos x="connsiteX927" y="connsiteY927"/>
                        </a:cxn>
                        <a:cxn ang="0">
                          <a:pos x="connsiteX928" y="connsiteY928"/>
                        </a:cxn>
                        <a:cxn ang="0">
                          <a:pos x="connsiteX929" y="connsiteY929"/>
                        </a:cxn>
                        <a:cxn ang="0">
                          <a:pos x="connsiteX930" y="connsiteY930"/>
                        </a:cxn>
                        <a:cxn ang="0">
                          <a:pos x="connsiteX931" y="connsiteY931"/>
                        </a:cxn>
                        <a:cxn ang="0">
                          <a:pos x="connsiteX932" y="connsiteY932"/>
                        </a:cxn>
                        <a:cxn ang="0">
                          <a:pos x="connsiteX933" y="connsiteY933"/>
                        </a:cxn>
                        <a:cxn ang="0">
                          <a:pos x="connsiteX934" y="connsiteY934"/>
                        </a:cxn>
                        <a:cxn ang="0">
                          <a:pos x="connsiteX935" y="connsiteY935"/>
                        </a:cxn>
                        <a:cxn ang="0">
                          <a:pos x="connsiteX936" y="connsiteY936"/>
                        </a:cxn>
                        <a:cxn ang="0">
                          <a:pos x="connsiteX937" y="connsiteY937"/>
                        </a:cxn>
                        <a:cxn ang="0">
                          <a:pos x="connsiteX938" y="connsiteY938"/>
                        </a:cxn>
                        <a:cxn ang="0">
                          <a:pos x="connsiteX939" y="connsiteY939"/>
                        </a:cxn>
                        <a:cxn ang="0">
                          <a:pos x="connsiteX940" y="connsiteY940"/>
                        </a:cxn>
                        <a:cxn ang="0">
                          <a:pos x="connsiteX941" y="connsiteY941"/>
                        </a:cxn>
                        <a:cxn ang="0">
                          <a:pos x="connsiteX942" y="connsiteY942"/>
                        </a:cxn>
                        <a:cxn ang="0">
                          <a:pos x="connsiteX943" y="connsiteY943"/>
                        </a:cxn>
                        <a:cxn ang="0">
                          <a:pos x="connsiteX944" y="connsiteY944"/>
                        </a:cxn>
                        <a:cxn ang="0">
                          <a:pos x="connsiteX945" y="connsiteY945"/>
                        </a:cxn>
                        <a:cxn ang="0">
                          <a:pos x="connsiteX946" y="connsiteY946"/>
                        </a:cxn>
                        <a:cxn ang="0">
                          <a:pos x="connsiteX947" y="connsiteY947"/>
                        </a:cxn>
                        <a:cxn ang="0">
                          <a:pos x="connsiteX948" y="connsiteY948"/>
                        </a:cxn>
                        <a:cxn ang="0">
                          <a:pos x="connsiteX949" y="connsiteY949"/>
                        </a:cxn>
                        <a:cxn ang="0">
                          <a:pos x="connsiteX950" y="connsiteY950"/>
                        </a:cxn>
                        <a:cxn ang="0">
                          <a:pos x="connsiteX951" y="connsiteY951"/>
                        </a:cxn>
                        <a:cxn ang="0">
                          <a:pos x="connsiteX952" y="connsiteY952"/>
                        </a:cxn>
                        <a:cxn ang="0">
                          <a:pos x="connsiteX953" y="connsiteY953"/>
                        </a:cxn>
                        <a:cxn ang="0">
                          <a:pos x="connsiteX954" y="connsiteY954"/>
                        </a:cxn>
                        <a:cxn ang="0">
                          <a:pos x="connsiteX955" y="connsiteY955"/>
                        </a:cxn>
                        <a:cxn ang="0">
                          <a:pos x="connsiteX956" y="connsiteY956"/>
                        </a:cxn>
                        <a:cxn ang="0">
                          <a:pos x="connsiteX957" y="connsiteY957"/>
                        </a:cxn>
                        <a:cxn ang="0">
                          <a:pos x="connsiteX958" y="connsiteY958"/>
                        </a:cxn>
                        <a:cxn ang="0">
                          <a:pos x="connsiteX959" y="connsiteY959"/>
                        </a:cxn>
                        <a:cxn ang="0">
                          <a:pos x="connsiteX960" y="connsiteY960"/>
                        </a:cxn>
                        <a:cxn ang="0">
                          <a:pos x="connsiteX961" y="connsiteY961"/>
                        </a:cxn>
                        <a:cxn ang="0">
                          <a:pos x="connsiteX962" y="connsiteY962"/>
                        </a:cxn>
                        <a:cxn ang="0">
                          <a:pos x="connsiteX963" y="connsiteY963"/>
                        </a:cxn>
                        <a:cxn ang="0">
                          <a:pos x="connsiteX964" y="connsiteY964"/>
                        </a:cxn>
                        <a:cxn ang="0">
                          <a:pos x="connsiteX965" y="connsiteY965"/>
                        </a:cxn>
                        <a:cxn ang="0">
                          <a:pos x="connsiteX966" y="connsiteY966"/>
                        </a:cxn>
                        <a:cxn ang="0">
                          <a:pos x="connsiteX967" y="connsiteY967"/>
                        </a:cxn>
                        <a:cxn ang="0">
                          <a:pos x="connsiteX968" y="connsiteY968"/>
                        </a:cxn>
                        <a:cxn ang="0">
                          <a:pos x="connsiteX969" y="connsiteY969"/>
                        </a:cxn>
                        <a:cxn ang="0">
                          <a:pos x="connsiteX970" y="connsiteY970"/>
                        </a:cxn>
                        <a:cxn ang="0">
                          <a:pos x="connsiteX971" y="connsiteY971"/>
                        </a:cxn>
                        <a:cxn ang="0">
                          <a:pos x="connsiteX972" y="connsiteY972"/>
                        </a:cxn>
                        <a:cxn ang="0">
                          <a:pos x="connsiteX973" y="connsiteY973"/>
                        </a:cxn>
                        <a:cxn ang="0">
                          <a:pos x="connsiteX974" y="connsiteY974"/>
                        </a:cxn>
                        <a:cxn ang="0">
                          <a:pos x="connsiteX975" y="connsiteY975"/>
                        </a:cxn>
                        <a:cxn ang="0">
                          <a:pos x="connsiteX976" y="connsiteY976"/>
                        </a:cxn>
                        <a:cxn ang="0">
                          <a:pos x="connsiteX977" y="connsiteY977"/>
                        </a:cxn>
                        <a:cxn ang="0">
                          <a:pos x="connsiteX978" y="connsiteY978"/>
                        </a:cxn>
                        <a:cxn ang="0">
                          <a:pos x="connsiteX979" y="connsiteY979"/>
                        </a:cxn>
                        <a:cxn ang="0">
                          <a:pos x="connsiteX980" y="connsiteY980"/>
                        </a:cxn>
                        <a:cxn ang="0">
                          <a:pos x="connsiteX981" y="connsiteY981"/>
                        </a:cxn>
                        <a:cxn ang="0">
                          <a:pos x="connsiteX982" y="connsiteY982"/>
                        </a:cxn>
                        <a:cxn ang="0">
                          <a:pos x="connsiteX983" y="connsiteY983"/>
                        </a:cxn>
                        <a:cxn ang="0">
                          <a:pos x="connsiteX984" y="connsiteY984"/>
                        </a:cxn>
                        <a:cxn ang="0">
                          <a:pos x="connsiteX985" y="connsiteY985"/>
                        </a:cxn>
                        <a:cxn ang="0">
                          <a:pos x="connsiteX986" y="connsiteY986"/>
                        </a:cxn>
                        <a:cxn ang="0">
                          <a:pos x="connsiteX987" y="connsiteY987"/>
                        </a:cxn>
                        <a:cxn ang="0">
                          <a:pos x="connsiteX988" y="connsiteY988"/>
                        </a:cxn>
                        <a:cxn ang="0">
                          <a:pos x="connsiteX989" y="connsiteY989"/>
                        </a:cxn>
                        <a:cxn ang="0">
                          <a:pos x="connsiteX990" y="connsiteY990"/>
                        </a:cxn>
                        <a:cxn ang="0">
                          <a:pos x="connsiteX991" y="connsiteY991"/>
                        </a:cxn>
                        <a:cxn ang="0">
                          <a:pos x="connsiteX992" y="connsiteY992"/>
                        </a:cxn>
                        <a:cxn ang="0">
                          <a:pos x="connsiteX993" y="connsiteY993"/>
                        </a:cxn>
                        <a:cxn ang="0">
                          <a:pos x="connsiteX994" y="connsiteY994"/>
                        </a:cxn>
                        <a:cxn ang="0">
                          <a:pos x="connsiteX995" y="connsiteY995"/>
                        </a:cxn>
                        <a:cxn ang="0">
                          <a:pos x="connsiteX996" y="connsiteY996"/>
                        </a:cxn>
                        <a:cxn ang="0">
                          <a:pos x="connsiteX997" y="connsiteY997"/>
                        </a:cxn>
                        <a:cxn ang="0">
                          <a:pos x="connsiteX998" y="connsiteY998"/>
                        </a:cxn>
                        <a:cxn ang="0">
                          <a:pos x="connsiteX999" y="connsiteY999"/>
                        </a:cxn>
                        <a:cxn ang="0">
                          <a:pos x="connsiteX1000" y="connsiteY1000"/>
                        </a:cxn>
                        <a:cxn ang="0">
                          <a:pos x="connsiteX1001" y="connsiteY1001"/>
                        </a:cxn>
                        <a:cxn ang="0">
                          <a:pos x="connsiteX1002" y="connsiteY1002"/>
                        </a:cxn>
                        <a:cxn ang="0">
                          <a:pos x="connsiteX1003" y="connsiteY1003"/>
                        </a:cxn>
                        <a:cxn ang="0">
                          <a:pos x="connsiteX1004" y="connsiteY1004"/>
                        </a:cxn>
                        <a:cxn ang="0">
                          <a:pos x="connsiteX1005" y="connsiteY1005"/>
                        </a:cxn>
                        <a:cxn ang="0">
                          <a:pos x="connsiteX1006" y="connsiteY1006"/>
                        </a:cxn>
                        <a:cxn ang="0">
                          <a:pos x="connsiteX1007" y="connsiteY1007"/>
                        </a:cxn>
                        <a:cxn ang="0">
                          <a:pos x="connsiteX1008" y="connsiteY1008"/>
                        </a:cxn>
                        <a:cxn ang="0">
                          <a:pos x="connsiteX1009" y="connsiteY1009"/>
                        </a:cxn>
                        <a:cxn ang="0">
                          <a:pos x="connsiteX1010" y="connsiteY1010"/>
                        </a:cxn>
                        <a:cxn ang="0">
                          <a:pos x="connsiteX1011" y="connsiteY1011"/>
                        </a:cxn>
                        <a:cxn ang="0">
                          <a:pos x="connsiteX1012" y="connsiteY1012"/>
                        </a:cxn>
                        <a:cxn ang="0">
                          <a:pos x="connsiteX1013" y="connsiteY1013"/>
                        </a:cxn>
                        <a:cxn ang="0">
                          <a:pos x="connsiteX1014" y="connsiteY1014"/>
                        </a:cxn>
                        <a:cxn ang="0">
                          <a:pos x="connsiteX1015" y="connsiteY1015"/>
                        </a:cxn>
                        <a:cxn ang="0">
                          <a:pos x="connsiteX1016" y="connsiteY1016"/>
                        </a:cxn>
                        <a:cxn ang="0">
                          <a:pos x="connsiteX1017" y="connsiteY1017"/>
                        </a:cxn>
                        <a:cxn ang="0">
                          <a:pos x="connsiteX1018" y="connsiteY1018"/>
                        </a:cxn>
                        <a:cxn ang="0">
                          <a:pos x="connsiteX1019" y="connsiteY1019"/>
                        </a:cxn>
                        <a:cxn ang="0">
                          <a:pos x="connsiteX1020" y="connsiteY1020"/>
                        </a:cxn>
                        <a:cxn ang="0">
                          <a:pos x="connsiteX1021" y="connsiteY1021"/>
                        </a:cxn>
                        <a:cxn ang="0">
                          <a:pos x="connsiteX1022" y="connsiteY1022"/>
                        </a:cxn>
                        <a:cxn ang="0">
                          <a:pos x="connsiteX1023" y="connsiteY1023"/>
                        </a:cxn>
                        <a:cxn ang="0">
                          <a:pos x="connsiteX1024" y="connsiteY1024"/>
                        </a:cxn>
                        <a:cxn ang="0">
                          <a:pos x="connsiteX1025" y="connsiteY1025"/>
                        </a:cxn>
                        <a:cxn ang="0">
                          <a:pos x="connsiteX1026" y="connsiteY1026"/>
                        </a:cxn>
                        <a:cxn ang="0">
                          <a:pos x="connsiteX1027" y="connsiteY1027"/>
                        </a:cxn>
                        <a:cxn ang="0">
                          <a:pos x="connsiteX1028" y="connsiteY1028"/>
                        </a:cxn>
                        <a:cxn ang="0">
                          <a:pos x="connsiteX1029" y="connsiteY1029"/>
                        </a:cxn>
                        <a:cxn ang="0">
                          <a:pos x="connsiteX1030" y="connsiteY1030"/>
                        </a:cxn>
                        <a:cxn ang="0">
                          <a:pos x="connsiteX1031" y="connsiteY1031"/>
                        </a:cxn>
                        <a:cxn ang="0">
                          <a:pos x="connsiteX1032" y="connsiteY1032"/>
                        </a:cxn>
                        <a:cxn ang="0">
                          <a:pos x="connsiteX1033" y="connsiteY1033"/>
                        </a:cxn>
                        <a:cxn ang="0">
                          <a:pos x="connsiteX1034" y="connsiteY1034"/>
                        </a:cxn>
                        <a:cxn ang="0">
                          <a:pos x="connsiteX1035" y="connsiteY1035"/>
                        </a:cxn>
                        <a:cxn ang="0">
                          <a:pos x="connsiteX1036" y="connsiteY1036"/>
                        </a:cxn>
                        <a:cxn ang="0">
                          <a:pos x="connsiteX1037" y="connsiteY1037"/>
                        </a:cxn>
                        <a:cxn ang="0">
                          <a:pos x="connsiteX1038" y="connsiteY1038"/>
                        </a:cxn>
                        <a:cxn ang="0">
                          <a:pos x="connsiteX1039" y="connsiteY1039"/>
                        </a:cxn>
                        <a:cxn ang="0">
                          <a:pos x="connsiteX1040" y="connsiteY1040"/>
                        </a:cxn>
                        <a:cxn ang="0">
                          <a:pos x="connsiteX1041" y="connsiteY1041"/>
                        </a:cxn>
                        <a:cxn ang="0">
                          <a:pos x="connsiteX1042" y="connsiteY1042"/>
                        </a:cxn>
                        <a:cxn ang="0">
                          <a:pos x="connsiteX1043" y="connsiteY1043"/>
                        </a:cxn>
                        <a:cxn ang="0">
                          <a:pos x="connsiteX1044" y="connsiteY1044"/>
                        </a:cxn>
                        <a:cxn ang="0">
                          <a:pos x="connsiteX1045" y="connsiteY1045"/>
                        </a:cxn>
                        <a:cxn ang="0">
                          <a:pos x="connsiteX1046" y="connsiteY1046"/>
                        </a:cxn>
                        <a:cxn ang="0">
                          <a:pos x="connsiteX1047" y="connsiteY1047"/>
                        </a:cxn>
                        <a:cxn ang="0">
                          <a:pos x="connsiteX1048" y="connsiteY1048"/>
                        </a:cxn>
                        <a:cxn ang="0">
                          <a:pos x="connsiteX1049" y="connsiteY1049"/>
                        </a:cxn>
                        <a:cxn ang="0">
                          <a:pos x="connsiteX1050" y="connsiteY1050"/>
                        </a:cxn>
                        <a:cxn ang="0">
                          <a:pos x="connsiteX1051" y="connsiteY1051"/>
                        </a:cxn>
                        <a:cxn ang="0">
                          <a:pos x="connsiteX1052" y="connsiteY1052"/>
                        </a:cxn>
                        <a:cxn ang="0">
                          <a:pos x="connsiteX1053" y="connsiteY1053"/>
                        </a:cxn>
                        <a:cxn ang="0">
                          <a:pos x="connsiteX1054" y="connsiteY1054"/>
                        </a:cxn>
                        <a:cxn ang="0">
                          <a:pos x="connsiteX1055" y="connsiteY1055"/>
                        </a:cxn>
                        <a:cxn ang="0">
                          <a:pos x="connsiteX1056" y="connsiteY1056"/>
                        </a:cxn>
                        <a:cxn ang="0">
                          <a:pos x="connsiteX1057" y="connsiteY1057"/>
                        </a:cxn>
                        <a:cxn ang="0">
                          <a:pos x="connsiteX1058" y="connsiteY1058"/>
                        </a:cxn>
                        <a:cxn ang="0">
                          <a:pos x="connsiteX1059" y="connsiteY1059"/>
                        </a:cxn>
                        <a:cxn ang="0">
                          <a:pos x="connsiteX1060" y="connsiteY1060"/>
                        </a:cxn>
                        <a:cxn ang="0">
                          <a:pos x="connsiteX1061" y="connsiteY1061"/>
                        </a:cxn>
                        <a:cxn ang="0">
                          <a:pos x="connsiteX1062" y="connsiteY1062"/>
                        </a:cxn>
                        <a:cxn ang="0">
                          <a:pos x="connsiteX1063" y="connsiteY1063"/>
                        </a:cxn>
                        <a:cxn ang="0">
                          <a:pos x="connsiteX1064" y="connsiteY1064"/>
                        </a:cxn>
                        <a:cxn ang="0">
                          <a:pos x="connsiteX1065" y="connsiteY1065"/>
                        </a:cxn>
                        <a:cxn ang="0">
                          <a:pos x="connsiteX1066" y="connsiteY1066"/>
                        </a:cxn>
                        <a:cxn ang="0">
                          <a:pos x="connsiteX1067" y="connsiteY1067"/>
                        </a:cxn>
                        <a:cxn ang="0">
                          <a:pos x="connsiteX1068" y="connsiteY1068"/>
                        </a:cxn>
                        <a:cxn ang="0">
                          <a:pos x="connsiteX1069" y="connsiteY1069"/>
                        </a:cxn>
                        <a:cxn ang="0">
                          <a:pos x="connsiteX1070" y="connsiteY1070"/>
                        </a:cxn>
                        <a:cxn ang="0">
                          <a:pos x="connsiteX1071" y="connsiteY1071"/>
                        </a:cxn>
                        <a:cxn ang="0">
                          <a:pos x="connsiteX1072" y="connsiteY1072"/>
                        </a:cxn>
                        <a:cxn ang="0">
                          <a:pos x="connsiteX1073" y="connsiteY1073"/>
                        </a:cxn>
                        <a:cxn ang="0">
                          <a:pos x="connsiteX1074" y="connsiteY1074"/>
                        </a:cxn>
                        <a:cxn ang="0">
                          <a:pos x="connsiteX1075" y="connsiteY1075"/>
                        </a:cxn>
                        <a:cxn ang="0">
                          <a:pos x="connsiteX1076" y="connsiteY1076"/>
                        </a:cxn>
                        <a:cxn ang="0">
                          <a:pos x="connsiteX1077" y="connsiteY1077"/>
                        </a:cxn>
                        <a:cxn ang="0">
                          <a:pos x="connsiteX1078" y="connsiteY1078"/>
                        </a:cxn>
                        <a:cxn ang="0">
                          <a:pos x="connsiteX1079" y="connsiteY1079"/>
                        </a:cxn>
                        <a:cxn ang="0">
                          <a:pos x="connsiteX1080" y="connsiteY1080"/>
                        </a:cxn>
                        <a:cxn ang="0">
                          <a:pos x="connsiteX1081" y="connsiteY1081"/>
                        </a:cxn>
                        <a:cxn ang="0">
                          <a:pos x="connsiteX1082" y="connsiteY1082"/>
                        </a:cxn>
                        <a:cxn ang="0">
                          <a:pos x="connsiteX1083" y="connsiteY1083"/>
                        </a:cxn>
                        <a:cxn ang="0">
                          <a:pos x="connsiteX1084" y="connsiteY1084"/>
                        </a:cxn>
                        <a:cxn ang="0">
                          <a:pos x="connsiteX1085" y="connsiteY1085"/>
                        </a:cxn>
                        <a:cxn ang="0">
                          <a:pos x="connsiteX1086" y="connsiteY1086"/>
                        </a:cxn>
                        <a:cxn ang="0">
                          <a:pos x="connsiteX1087" y="connsiteY1087"/>
                        </a:cxn>
                        <a:cxn ang="0">
                          <a:pos x="connsiteX1088" y="connsiteY1088"/>
                        </a:cxn>
                        <a:cxn ang="0">
                          <a:pos x="connsiteX1089" y="connsiteY1089"/>
                        </a:cxn>
                        <a:cxn ang="0">
                          <a:pos x="connsiteX1090" y="connsiteY1090"/>
                        </a:cxn>
                        <a:cxn ang="0">
                          <a:pos x="connsiteX1091" y="connsiteY1091"/>
                        </a:cxn>
                        <a:cxn ang="0">
                          <a:pos x="connsiteX1092" y="connsiteY1092"/>
                        </a:cxn>
                        <a:cxn ang="0">
                          <a:pos x="connsiteX1093" y="connsiteY1093"/>
                        </a:cxn>
                        <a:cxn ang="0">
                          <a:pos x="connsiteX1094" y="connsiteY1094"/>
                        </a:cxn>
                        <a:cxn ang="0">
                          <a:pos x="connsiteX1095" y="connsiteY1095"/>
                        </a:cxn>
                        <a:cxn ang="0">
                          <a:pos x="connsiteX1096" y="connsiteY1096"/>
                        </a:cxn>
                        <a:cxn ang="0">
                          <a:pos x="connsiteX1097" y="connsiteY1097"/>
                        </a:cxn>
                        <a:cxn ang="0">
                          <a:pos x="connsiteX1098" y="connsiteY1098"/>
                        </a:cxn>
                        <a:cxn ang="0">
                          <a:pos x="connsiteX1099" y="connsiteY1099"/>
                        </a:cxn>
                        <a:cxn ang="0">
                          <a:pos x="connsiteX1100" y="connsiteY1100"/>
                        </a:cxn>
                        <a:cxn ang="0">
                          <a:pos x="connsiteX1101" y="connsiteY1101"/>
                        </a:cxn>
                        <a:cxn ang="0">
                          <a:pos x="connsiteX1102" y="connsiteY1102"/>
                        </a:cxn>
                        <a:cxn ang="0">
                          <a:pos x="connsiteX1103" y="connsiteY1103"/>
                        </a:cxn>
                        <a:cxn ang="0">
                          <a:pos x="connsiteX1104" y="connsiteY1104"/>
                        </a:cxn>
                        <a:cxn ang="0">
                          <a:pos x="connsiteX1105" y="connsiteY1105"/>
                        </a:cxn>
                        <a:cxn ang="0">
                          <a:pos x="connsiteX1106" y="connsiteY1106"/>
                        </a:cxn>
                        <a:cxn ang="0">
                          <a:pos x="connsiteX1107" y="connsiteY1107"/>
                        </a:cxn>
                        <a:cxn ang="0">
                          <a:pos x="connsiteX1108" y="connsiteY1108"/>
                        </a:cxn>
                        <a:cxn ang="0">
                          <a:pos x="connsiteX1109" y="connsiteY1109"/>
                        </a:cxn>
                        <a:cxn ang="0">
                          <a:pos x="connsiteX1110" y="connsiteY1110"/>
                        </a:cxn>
                        <a:cxn ang="0">
                          <a:pos x="connsiteX1111" y="connsiteY1111"/>
                        </a:cxn>
                        <a:cxn ang="0">
                          <a:pos x="connsiteX1112" y="connsiteY1112"/>
                        </a:cxn>
                        <a:cxn ang="0">
                          <a:pos x="connsiteX1113" y="connsiteY1113"/>
                        </a:cxn>
                        <a:cxn ang="0">
                          <a:pos x="connsiteX1114" y="connsiteY1114"/>
                        </a:cxn>
                        <a:cxn ang="0">
                          <a:pos x="connsiteX1115" y="connsiteY1115"/>
                        </a:cxn>
                        <a:cxn ang="0">
                          <a:pos x="connsiteX1116" y="connsiteY1116"/>
                        </a:cxn>
                        <a:cxn ang="0">
                          <a:pos x="connsiteX1117" y="connsiteY1117"/>
                        </a:cxn>
                        <a:cxn ang="0">
                          <a:pos x="connsiteX1118" y="connsiteY1118"/>
                        </a:cxn>
                        <a:cxn ang="0">
                          <a:pos x="connsiteX1119" y="connsiteY1119"/>
                        </a:cxn>
                        <a:cxn ang="0">
                          <a:pos x="connsiteX1120" y="connsiteY1120"/>
                        </a:cxn>
                        <a:cxn ang="0">
                          <a:pos x="connsiteX1121" y="connsiteY1121"/>
                        </a:cxn>
                        <a:cxn ang="0">
                          <a:pos x="connsiteX1122" y="connsiteY1122"/>
                        </a:cxn>
                        <a:cxn ang="0">
                          <a:pos x="connsiteX1123" y="connsiteY1123"/>
                        </a:cxn>
                        <a:cxn ang="0">
                          <a:pos x="connsiteX1124" y="connsiteY1124"/>
                        </a:cxn>
                        <a:cxn ang="0">
                          <a:pos x="connsiteX1125" y="connsiteY1125"/>
                        </a:cxn>
                        <a:cxn ang="0">
                          <a:pos x="connsiteX1126" y="connsiteY1126"/>
                        </a:cxn>
                        <a:cxn ang="0">
                          <a:pos x="connsiteX1127" y="connsiteY1127"/>
                        </a:cxn>
                        <a:cxn ang="0">
                          <a:pos x="connsiteX1128" y="connsiteY1128"/>
                        </a:cxn>
                        <a:cxn ang="0">
                          <a:pos x="connsiteX1129" y="connsiteY1129"/>
                        </a:cxn>
                        <a:cxn ang="0">
                          <a:pos x="connsiteX1130" y="connsiteY1130"/>
                        </a:cxn>
                        <a:cxn ang="0">
                          <a:pos x="connsiteX1131" y="connsiteY1131"/>
                        </a:cxn>
                        <a:cxn ang="0">
                          <a:pos x="connsiteX1132" y="connsiteY1132"/>
                        </a:cxn>
                        <a:cxn ang="0">
                          <a:pos x="connsiteX1133" y="connsiteY1133"/>
                        </a:cxn>
                        <a:cxn ang="0">
                          <a:pos x="connsiteX1134" y="connsiteY1134"/>
                        </a:cxn>
                        <a:cxn ang="0">
                          <a:pos x="connsiteX1135" y="connsiteY1135"/>
                        </a:cxn>
                        <a:cxn ang="0">
                          <a:pos x="connsiteX1136" y="connsiteY1136"/>
                        </a:cxn>
                        <a:cxn ang="0">
                          <a:pos x="connsiteX1137" y="connsiteY1137"/>
                        </a:cxn>
                        <a:cxn ang="0">
                          <a:pos x="connsiteX1138" y="connsiteY1138"/>
                        </a:cxn>
                        <a:cxn ang="0">
                          <a:pos x="connsiteX1139" y="connsiteY1139"/>
                        </a:cxn>
                        <a:cxn ang="0">
                          <a:pos x="connsiteX1140" y="connsiteY1140"/>
                        </a:cxn>
                        <a:cxn ang="0">
                          <a:pos x="connsiteX1141" y="connsiteY1141"/>
                        </a:cxn>
                        <a:cxn ang="0">
                          <a:pos x="connsiteX1142" y="connsiteY1142"/>
                        </a:cxn>
                        <a:cxn ang="0">
                          <a:pos x="connsiteX1143" y="connsiteY1143"/>
                        </a:cxn>
                        <a:cxn ang="0">
                          <a:pos x="connsiteX1144" y="connsiteY1144"/>
                        </a:cxn>
                        <a:cxn ang="0">
                          <a:pos x="connsiteX1145" y="connsiteY1145"/>
                        </a:cxn>
                        <a:cxn ang="0">
                          <a:pos x="connsiteX1146" y="connsiteY1146"/>
                        </a:cxn>
                        <a:cxn ang="0">
                          <a:pos x="connsiteX1147" y="connsiteY1147"/>
                        </a:cxn>
                        <a:cxn ang="0">
                          <a:pos x="connsiteX1148" y="connsiteY1148"/>
                        </a:cxn>
                        <a:cxn ang="0">
                          <a:pos x="connsiteX1149" y="connsiteY1149"/>
                        </a:cxn>
                        <a:cxn ang="0">
                          <a:pos x="connsiteX1150" y="connsiteY1150"/>
                        </a:cxn>
                        <a:cxn ang="0">
                          <a:pos x="connsiteX1151" y="connsiteY1151"/>
                        </a:cxn>
                        <a:cxn ang="0">
                          <a:pos x="connsiteX1152" y="connsiteY1152"/>
                        </a:cxn>
                        <a:cxn ang="0">
                          <a:pos x="connsiteX1153" y="connsiteY1153"/>
                        </a:cxn>
                        <a:cxn ang="0">
                          <a:pos x="connsiteX1154" y="connsiteY1154"/>
                        </a:cxn>
                        <a:cxn ang="0">
                          <a:pos x="connsiteX1155" y="connsiteY1155"/>
                        </a:cxn>
                        <a:cxn ang="0">
                          <a:pos x="connsiteX1156" y="connsiteY1156"/>
                        </a:cxn>
                        <a:cxn ang="0">
                          <a:pos x="connsiteX1157" y="connsiteY1157"/>
                        </a:cxn>
                        <a:cxn ang="0">
                          <a:pos x="connsiteX1158" y="connsiteY1158"/>
                        </a:cxn>
                        <a:cxn ang="0">
                          <a:pos x="connsiteX1159" y="connsiteY1159"/>
                        </a:cxn>
                        <a:cxn ang="0">
                          <a:pos x="connsiteX1160" y="connsiteY1160"/>
                        </a:cxn>
                        <a:cxn ang="0">
                          <a:pos x="connsiteX1161" y="connsiteY1161"/>
                        </a:cxn>
                        <a:cxn ang="0">
                          <a:pos x="connsiteX1162" y="connsiteY1162"/>
                        </a:cxn>
                        <a:cxn ang="0">
                          <a:pos x="connsiteX1163" y="connsiteY1163"/>
                        </a:cxn>
                        <a:cxn ang="0">
                          <a:pos x="connsiteX1164" y="connsiteY1164"/>
                        </a:cxn>
                        <a:cxn ang="0">
                          <a:pos x="connsiteX1165" y="connsiteY1165"/>
                        </a:cxn>
                        <a:cxn ang="0">
                          <a:pos x="connsiteX1166" y="connsiteY1166"/>
                        </a:cxn>
                        <a:cxn ang="0">
                          <a:pos x="connsiteX1167" y="connsiteY1167"/>
                        </a:cxn>
                        <a:cxn ang="0">
                          <a:pos x="connsiteX1168" y="connsiteY1168"/>
                        </a:cxn>
                        <a:cxn ang="0">
                          <a:pos x="connsiteX1169" y="connsiteY1169"/>
                        </a:cxn>
                        <a:cxn ang="0">
                          <a:pos x="connsiteX1170" y="connsiteY1170"/>
                        </a:cxn>
                        <a:cxn ang="0">
                          <a:pos x="connsiteX1171" y="connsiteY1171"/>
                        </a:cxn>
                        <a:cxn ang="0">
                          <a:pos x="connsiteX1172" y="connsiteY1172"/>
                        </a:cxn>
                        <a:cxn ang="0">
                          <a:pos x="connsiteX1173" y="connsiteY1173"/>
                        </a:cxn>
                        <a:cxn ang="0">
                          <a:pos x="connsiteX1174" y="connsiteY1174"/>
                        </a:cxn>
                        <a:cxn ang="0">
                          <a:pos x="connsiteX1175" y="connsiteY1175"/>
                        </a:cxn>
                        <a:cxn ang="0">
                          <a:pos x="connsiteX1176" y="connsiteY1176"/>
                        </a:cxn>
                        <a:cxn ang="0">
                          <a:pos x="connsiteX1177" y="connsiteY1177"/>
                        </a:cxn>
                        <a:cxn ang="0">
                          <a:pos x="connsiteX1178" y="connsiteY1178"/>
                        </a:cxn>
                        <a:cxn ang="0">
                          <a:pos x="connsiteX1179" y="connsiteY1179"/>
                        </a:cxn>
                      </a:cxnLst>
                      <a:rect l="l" t="t" r="r" b="b"/>
                      <a:pathLst>
                        <a:path w="1086447" h="1372624">
                          <a:moveTo>
                            <a:pt x="1063848" y="235741"/>
                          </a:moveTo>
                          <a:cubicBezTo>
                            <a:pt x="1060279" y="230984"/>
                            <a:pt x="1056711" y="227415"/>
                            <a:pt x="1053143" y="222658"/>
                          </a:cubicBezTo>
                          <a:cubicBezTo>
                            <a:pt x="1047196" y="211953"/>
                            <a:pt x="1026975" y="215521"/>
                            <a:pt x="1017460" y="207195"/>
                          </a:cubicBezTo>
                          <a:cubicBezTo>
                            <a:pt x="1013892" y="203627"/>
                            <a:pt x="1007944" y="206006"/>
                            <a:pt x="1004376" y="207195"/>
                          </a:cubicBezTo>
                          <a:cubicBezTo>
                            <a:pt x="994860" y="209574"/>
                            <a:pt x="992481" y="213142"/>
                            <a:pt x="981777" y="209574"/>
                          </a:cubicBezTo>
                          <a:cubicBezTo>
                            <a:pt x="977019" y="208384"/>
                            <a:pt x="979398" y="221468"/>
                            <a:pt x="978208" y="225037"/>
                          </a:cubicBezTo>
                          <a:cubicBezTo>
                            <a:pt x="977019" y="228605"/>
                            <a:pt x="963935" y="241689"/>
                            <a:pt x="963935" y="229794"/>
                          </a:cubicBezTo>
                          <a:cubicBezTo>
                            <a:pt x="963935" y="225037"/>
                            <a:pt x="960367" y="225037"/>
                            <a:pt x="959177" y="227415"/>
                          </a:cubicBezTo>
                          <a:cubicBezTo>
                            <a:pt x="954420" y="230984"/>
                            <a:pt x="961556" y="233363"/>
                            <a:pt x="959177" y="238120"/>
                          </a:cubicBezTo>
                          <a:cubicBezTo>
                            <a:pt x="957988" y="239310"/>
                            <a:pt x="957988" y="242878"/>
                            <a:pt x="956798" y="241689"/>
                          </a:cubicBezTo>
                          <a:cubicBezTo>
                            <a:pt x="948473" y="238120"/>
                            <a:pt x="954420" y="229794"/>
                            <a:pt x="954420" y="221468"/>
                          </a:cubicBezTo>
                          <a:cubicBezTo>
                            <a:pt x="953230" y="213142"/>
                            <a:pt x="947283" y="221468"/>
                            <a:pt x="946094" y="223847"/>
                          </a:cubicBezTo>
                          <a:cubicBezTo>
                            <a:pt x="941336" y="241689"/>
                            <a:pt x="924684" y="242878"/>
                            <a:pt x="915168" y="253583"/>
                          </a:cubicBezTo>
                          <a:cubicBezTo>
                            <a:pt x="911600" y="258341"/>
                            <a:pt x="899706" y="253583"/>
                            <a:pt x="894948" y="258341"/>
                          </a:cubicBezTo>
                          <a:cubicBezTo>
                            <a:pt x="893758" y="259530"/>
                            <a:pt x="894948" y="260720"/>
                            <a:pt x="893758" y="260720"/>
                          </a:cubicBezTo>
                          <a:cubicBezTo>
                            <a:pt x="886622" y="261909"/>
                            <a:pt x="878296" y="263098"/>
                            <a:pt x="874727" y="269046"/>
                          </a:cubicBezTo>
                          <a:cubicBezTo>
                            <a:pt x="865212" y="286887"/>
                            <a:pt x="850939" y="295213"/>
                            <a:pt x="833097" y="305918"/>
                          </a:cubicBezTo>
                          <a:cubicBezTo>
                            <a:pt x="830719" y="307108"/>
                            <a:pt x="830719" y="311865"/>
                            <a:pt x="829529" y="309486"/>
                          </a:cubicBezTo>
                          <a:cubicBezTo>
                            <a:pt x="828340" y="308297"/>
                            <a:pt x="830719" y="307108"/>
                            <a:pt x="830719" y="305918"/>
                          </a:cubicBezTo>
                          <a:cubicBezTo>
                            <a:pt x="830719" y="302350"/>
                            <a:pt x="828340" y="297592"/>
                            <a:pt x="830719" y="295213"/>
                          </a:cubicBezTo>
                          <a:cubicBezTo>
                            <a:pt x="835476" y="290455"/>
                            <a:pt x="837855" y="290455"/>
                            <a:pt x="841423" y="286887"/>
                          </a:cubicBezTo>
                          <a:cubicBezTo>
                            <a:pt x="853318" y="277372"/>
                            <a:pt x="854507" y="261909"/>
                            <a:pt x="871159" y="254772"/>
                          </a:cubicBezTo>
                          <a:cubicBezTo>
                            <a:pt x="877106" y="252394"/>
                            <a:pt x="878296" y="253583"/>
                            <a:pt x="881864" y="251204"/>
                          </a:cubicBezTo>
                          <a:cubicBezTo>
                            <a:pt x="885432" y="248825"/>
                            <a:pt x="884243" y="241689"/>
                            <a:pt x="890190" y="241689"/>
                          </a:cubicBezTo>
                          <a:cubicBezTo>
                            <a:pt x="891379" y="241689"/>
                            <a:pt x="892569" y="241689"/>
                            <a:pt x="892569" y="241689"/>
                          </a:cubicBezTo>
                          <a:cubicBezTo>
                            <a:pt x="898516" y="238120"/>
                            <a:pt x="899706" y="239310"/>
                            <a:pt x="904463" y="236931"/>
                          </a:cubicBezTo>
                          <a:cubicBezTo>
                            <a:pt x="904463" y="236931"/>
                            <a:pt x="905653" y="236931"/>
                            <a:pt x="905653" y="236931"/>
                          </a:cubicBezTo>
                          <a:cubicBezTo>
                            <a:pt x="906842" y="235741"/>
                            <a:pt x="906842" y="234552"/>
                            <a:pt x="908032" y="234552"/>
                          </a:cubicBezTo>
                          <a:cubicBezTo>
                            <a:pt x="911600" y="232173"/>
                            <a:pt x="917547" y="229794"/>
                            <a:pt x="918737" y="223847"/>
                          </a:cubicBezTo>
                          <a:cubicBezTo>
                            <a:pt x="918737" y="222658"/>
                            <a:pt x="918737" y="221468"/>
                            <a:pt x="918737" y="221468"/>
                          </a:cubicBezTo>
                          <a:cubicBezTo>
                            <a:pt x="919926" y="219089"/>
                            <a:pt x="919926" y="216710"/>
                            <a:pt x="921115" y="213142"/>
                          </a:cubicBezTo>
                          <a:cubicBezTo>
                            <a:pt x="922305" y="209574"/>
                            <a:pt x="923494" y="206006"/>
                            <a:pt x="925873" y="203627"/>
                          </a:cubicBezTo>
                          <a:cubicBezTo>
                            <a:pt x="930631" y="200058"/>
                            <a:pt x="930631" y="182217"/>
                            <a:pt x="925873" y="181027"/>
                          </a:cubicBezTo>
                          <a:cubicBezTo>
                            <a:pt x="919926" y="178649"/>
                            <a:pt x="913979" y="182217"/>
                            <a:pt x="906842" y="181027"/>
                          </a:cubicBezTo>
                          <a:cubicBezTo>
                            <a:pt x="903274" y="179838"/>
                            <a:pt x="897327" y="179838"/>
                            <a:pt x="896138" y="182217"/>
                          </a:cubicBezTo>
                          <a:cubicBezTo>
                            <a:pt x="894948" y="184596"/>
                            <a:pt x="897327" y="189353"/>
                            <a:pt x="896138" y="191732"/>
                          </a:cubicBezTo>
                          <a:cubicBezTo>
                            <a:pt x="894948" y="194111"/>
                            <a:pt x="893758" y="198869"/>
                            <a:pt x="893758" y="202437"/>
                          </a:cubicBezTo>
                          <a:cubicBezTo>
                            <a:pt x="892569" y="207195"/>
                            <a:pt x="892569" y="209574"/>
                            <a:pt x="890190" y="210763"/>
                          </a:cubicBezTo>
                          <a:cubicBezTo>
                            <a:pt x="883054" y="213142"/>
                            <a:pt x="881864" y="214332"/>
                            <a:pt x="877106" y="213142"/>
                          </a:cubicBezTo>
                          <a:cubicBezTo>
                            <a:pt x="864023" y="211953"/>
                            <a:pt x="849749" y="209574"/>
                            <a:pt x="837855" y="213142"/>
                          </a:cubicBezTo>
                          <a:cubicBezTo>
                            <a:pt x="829529" y="215521"/>
                            <a:pt x="834287" y="207195"/>
                            <a:pt x="835476" y="202437"/>
                          </a:cubicBezTo>
                          <a:cubicBezTo>
                            <a:pt x="836666" y="197680"/>
                            <a:pt x="846181" y="197680"/>
                            <a:pt x="853318" y="197680"/>
                          </a:cubicBezTo>
                          <a:cubicBezTo>
                            <a:pt x="859265" y="197680"/>
                            <a:pt x="860454" y="196490"/>
                            <a:pt x="864023" y="192922"/>
                          </a:cubicBezTo>
                          <a:cubicBezTo>
                            <a:pt x="865212" y="191732"/>
                            <a:pt x="864023" y="190543"/>
                            <a:pt x="865212" y="189353"/>
                          </a:cubicBezTo>
                          <a:cubicBezTo>
                            <a:pt x="865212" y="189353"/>
                            <a:pt x="866402" y="189353"/>
                            <a:pt x="866402" y="189353"/>
                          </a:cubicBezTo>
                          <a:cubicBezTo>
                            <a:pt x="871159" y="186975"/>
                            <a:pt x="873538" y="179838"/>
                            <a:pt x="867591" y="177459"/>
                          </a:cubicBezTo>
                          <a:cubicBezTo>
                            <a:pt x="864023" y="175080"/>
                            <a:pt x="859265" y="177459"/>
                            <a:pt x="855696" y="177459"/>
                          </a:cubicBezTo>
                          <a:cubicBezTo>
                            <a:pt x="849749" y="177459"/>
                            <a:pt x="847371" y="177459"/>
                            <a:pt x="842613" y="175080"/>
                          </a:cubicBezTo>
                          <a:cubicBezTo>
                            <a:pt x="835476" y="171512"/>
                            <a:pt x="827150" y="175080"/>
                            <a:pt x="820013" y="172701"/>
                          </a:cubicBezTo>
                          <a:cubicBezTo>
                            <a:pt x="818824" y="172701"/>
                            <a:pt x="817635" y="173891"/>
                            <a:pt x="817635" y="172701"/>
                          </a:cubicBezTo>
                          <a:cubicBezTo>
                            <a:pt x="817635" y="172701"/>
                            <a:pt x="817635" y="171512"/>
                            <a:pt x="817635" y="171512"/>
                          </a:cubicBezTo>
                          <a:cubicBezTo>
                            <a:pt x="816445" y="167944"/>
                            <a:pt x="808119" y="171512"/>
                            <a:pt x="805740" y="172701"/>
                          </a:cubicBezTo>
                          <a:cubicBezTo>
                            <a:pt x="804551" y="172701"/>
                            <a:pt x="803361" y="173891"/>
                            <a:pt x="803361" y="172701"/>
                          </a:cubicBezTo>
                          <a:cubicBezTo>
                            <a:pt x="800983" y="170323"/>
                            <a:pt x="795036" y="169133"/>
                            <a:pt x="793846" y="171512"/>
                          </a:cubicBezTo>
                          <a:cubicBezTo>
                            <a:pt x="793846" y="172701"/>
                            <a:pt x="792657" y="171512"/>
                            <a:pt x="791467" y="172701"/>
                          </a:cubicBezTo>
                          <a:cubicBezTo>
                            <a:pt x="787899" y="176270"/>
                            <a:pt x="789088" y="185785"/>
                            <a:pt x="786709" y="182217"/>
                          </a:cubicBezTo>
                          <a:cubicBezTo>
                            <a:pt x="784330" y="179838"/>
                            <a:pt x="786709" y="176270"/>
                            <a:pt x="784330" y="177459"/>
                          </a:cubicBezTo>
                          <a:cubicBezTo>
                            <a:pt x="768868" y="178649"/>
                            <a:pt x="755784" y="183406"/>
                            <a:pt x="742700" y="192922"/>
                          </a:cubicBezTo>
                          <a:cubicBezTo>
                            <a:pt x="739132" y="195301"/>
                            <a:pt x="740321" y="206006"/>
                            <a:pt x="735564" y="202437"/>
                          </a:cubicBezTo>
                          <a:cubicBezTo>
                            <a:pt x="730806" y="197680"/>
                            <a:pt x="728427" y="190543"/>
                            <a:pt x="730806" y="184596"/>
                          </a:cubicBezTo>
                          <a:cubicBezTo>
                            <a:pt x="736753" y="169133"/>
                            <a:pt x="770057" y="183406"/>
                            <a:pt x="781952" y="166754"/>
                          </a:cubicBezTo>
                          <a:cubicBezTo>
                            <a:pt x="783141" y="164375"/>
                            <a:pt x="783141" y="164375"/>
                            <a:pt x="783141" y="161996"/>
                          </a:cubicBezTo>
                          <a:cubicBezTo>
                            <a:pt x="783141" y="157239"/>
                            <a:pt x="772436" y="159618"/>
                            <a:pt x="773625" y="157239"/>
                          </a:cubicBezTo>
                          <a:cubicBezTo>
                            <a:pt x="774815" y="153670"/>
                            <a:pt x="781952" y="154860"/>
                            <a:pt x="784330" y="157239"/>
                          </a:cubicBezTo>
                          <a:cubicBezTo>
                            <a:pt x="786709" y="158428"/>
                            <a:pt x="785520" y="164375"/>
                            <a:pt x="787899" y="161996"/>
                          </a:cubicBezTo>
                          <a:cubicBezTo>
                            <a:pt x="795036" y="159618"/>
                            <a:pt x="802172" y="151292"/>
                            <a:pt x="809309" y="153670"/>
                          </a:cubicBezTo>
                          <a:cubicBezTo>
                            <a:pt x="809309" y="153670"/>
                            <a:pt x="809309" y="154860"/>
                            <a:pt x="809309" y="154860"/>
                          </a:cubicBezTo>
                          <a:cubicBezTo>
                            <a:pt x="811688" y="160807"/>
                            <a:pt x="822392" y="154860"/>
                            <a:pt x="827150" y="156049"/>
                          </a:cubicBezTo>
                          <a:cubicBezTo>
                            <a:pt x="827150" y="156049"/>
                            <a:pt x="828340" y="156049"/>
                            <a:pt x="828340" y="156049"/>
                          </a:cubicBezTo>
                          <a:cubicBezTo>
                            <a:pt x="831908" y="157239"/>
                            <a:pt x="836666" y="158428"/>
                            <a:pt x="840234" y="158428"/>
                          </a:cubicBezTo>
                          <a:cubicBezTo>
                            <a:pt x="844992" y="158428"/>
                            <a:pt x="841423" y="158428"/>
                            <a:pt x="844992" y="160807"/>
                          </a:cubicBezTo>
                          <a:cubicBezTo>
                            <a:pt x="844992" y="160807"/>
                            <a:pt x="844992" y="161996"/>
                            <a:pt x="844992" y="161996"/>
                          </a:cubicBezTo>
                          <a:cubicBezTo>
                            <a:pt x="846181" y="165565"/>
                            <a:pt x="853318" y="161996"/>
                            <a:pt x="855696" y="160807"/>
                          </a:cubicBezTo>
                          <a:cubicBezTo>
                            <a:pt x="865212" y="156049"/>
                            <a:pt x="877106" y="160807"/>
                            <a:pt x="886622" y="158428"/>
                          </a:cubicBezTo>
                          <a:cubicBezTo>
                            <a:pt x="889001" y="157239"/>
                            <a:pt x="891379" y="163186"/>
                            <a:pt x="894948" y="160807"/>
                          </a:cubicBezTo>
                          <a:cubicBezTo>
                            <a:pt x="899706" y="158428"/>
                            <a:pt x="902085" y="163186"/>
                            <a:pt x="906842" y="160807"/>
                          </a:cubicBezTo>
                          <a:cubicBezTo>
                            <a:pt x="910411" y="159618"/>
                            <a:pt x="903274" y="156049"/>
                            <a:pt x="906842" y="153670"/>
                          </a:cubicBezTo>
                          <a:cubicBezTo>
                            <a:pt x="909221" y="152481"/>
                            <a:pt x="909221" y="157239"/>
                            <a:pt x="912790" y="157239"/>
                          </a:cubicBezTo>
                          <a:cubicBezTo>
                            <a:pt x="925873" y="157239"/>
                            <a:pt x="931821" y="150102"/>
                            <a:pt x="941336" y="144155"/>
                          </a:cubicBezTo>
                          <a:cubicBezTo>
                            <a:pt x="943715" y="142966"/>
                            <a:pt x="946094" y="145344"/>
                            <a:pt x="948473" y="144155"/>
                          </a:cubicBezTo>
                          <a:cubicBezTo>
                            <a:pt x="952041" y="142966"/>
                            <a:pt x="956798" y="140587"/>
                            <a:pt x="956798" y="133450"/>
                          </a:cubicBezTo>
                          <a:cubicBezTo>
                            <a:pt x="956798" y="133450"/>
                            <a:pt x="956798" y="132261"/>
                            <a:pt x="956798" y="132261"/>
                          </a:cubicBezTo>
                          <a:cubicBezTo>
                            <a:pt x="959177" y="129882"/>
                            <a:pt x="959177" y="126313"/>
                            <a:pt x="956798" y="123935"/>
                          </a:cubicBezTo>
                          <a:cubicBezTo>
                            <a:pt x="956798" y="123935"/>
                            <a:pt x="956798" y="122745"/>
                            <a:pt x="956798" y="122745"/>
                          </a:cubicBezTo>
                          <a:cubicBezTo>
                            <a:pt x="954420" y="120366"/>
                            <a:pt x="955609" y="120366"/>
                            <a:pt x="952041" y="120366"/>
                          </a:cubicBezTo>
                          <a:cubicBezTo>
                            <a:pt x="947283" y="119177"/>
                            <a:pt x="943715" y="115609"/>
                            <a:pt x="941336" y="110851"/>
                          </a:cubicBezTo>
                          <a:cubicBezTo>
                            <a:pt x="937768" y="106093"/>
                            <a:pt x="934199" y="106093"/>
                            <a:pt x="928252" y="100146"/>
                          </a:cubicBezTo>
                          <a:cubicBezTo>
                            <a:pt x="925873" y="97767"/>
                            <a:pt x="922305" y="104904"/>
                            <a:pt x="919926" y="101335"/>
                          </a:cubicBezTo>
                          <a:cubicBezTo>
                            <a:pt x="915168" y="95388"/>
                            <a:pt x="906842" y="90630"/>
                            <a:pt x="900895" y="96578"/>
                          </a:cubicBezTo>
                          <a:cubicBezTo>
                            <a:pt x="899706" y="97767"/>
                            <a:pt x="902085" y="100146"/>
                            <a:pt x="900895" y="100146"/>
                          </a:cubicBezTo>
                          <a:cubicBezTo>
                            <a:pt x="896138" y="102525"/>
                            <a:pt x="891379" y="102525"/>
                            <a:pt x="887811" y="103714"/>
                          </a:cubicBezTo>
                          <a:cubicBezTo>
                            <a:pt x="881864" y="106093"/>
                            <a:pt x="879485" y="104904"/>
                            <a:pt x="873538" y="101335"/>
                          </a:cubicBezTo>
                          <a:cubicBezTo>
                            <a:pt x="871159" y="100146"/>
                            <a:pt x="864023" y="96578"/>
                            <a:pt x="869970" y="93009"/>
                          </a:cubicBezTo>
                          <a:cubicBezTo>
                            <a:pt x="871159" y="93009"/>
                            <a:pt x="872349" y="93009"/>
                            <a:pt x="872349" y="93009"/>
                          </a:cubicBezTo>
                          <a:cubicBezTo>
                            <a:pt x="874727" y="95388"/>
                            <a:pt x="878296" y="98956"/>
                            <a:pt x="880675" y="96578"/>
                          </a:cubicBezTo>
                          <a:cubicBezTo>
                            <a:pt x="884243" y="94199"/>
                            <a:pt x="877106" y="93009"/>
                            <a:pt x="874727" y="89441"/>
                          </a:cubicBezTo>
                          <a:cubicBezTo>
                            <a:pt x="873538" y="88252"/>
                            <a:pt x="874727" y="84683"/>
                            <a:pt x="875917" y="85873"/>
                          </a:cubicBezTo>
                          <a:cubicBezTo>
                            <a:pt x="886622" y="89441"/>
                            <a:pt x="897327" y="94199"/>
                            <a:pt x="900895" y="84683"/>
                          </a:cubicBezTo>
                          <a:cubicBezTo>
                            <a:pt x="903274" y="78736"/>
                            <a:pt x="902085" y="77547"/>
                            <a:pt x="900895" y="70410"/>
                          </a:cubicBezTo>
                          <a:cubicBezTo>
                            <a:pt x="899706" y="65652"/>
                            <a:pt x="894948" y="65652"/>
                            <a:pt x="891379" y="63273"/>
                          </a:cubicBezTo>
                          <a:cubicBezTo>
                            <a:pt x="886622" y="59705"/>
                            <a:pt x="884243" y="66842"/>
                            <a:pt x="880675" y="69221"/>
                          </a:cubicBezTo>
                          <a:cubicBezTo>
                            <a:pt x="880675" y="69221"/>
                            <a:pt x="879485" y="69221"/>
                            <a:pt x="879485" y="69221"/>
                          </a:cubicBezTo>
                          <a:cubicBezTo>
                            <a:pt x="874727" y="71599"/>
                            <a:pt x="874727" y="68031"/>
                            <a:pt x="868780" y="71599"/>
                          </a:cubicBezTo>
                          <a:cubicBezTo>
                            <a:pt x="865212" y="73978"/>
                            <a:pt x="866402" y="75168"/>
                            <a:pt x="864023" y="73978"/>
                          </a:cubicBezTo>
                          <a:cubicBezTo>
                            <a:pt x="858075" y="70410"/>
                            <a:pt x="855696" y="73978"/>
                            <a:pt x="848560" y="71599"/>
                          </a:cubicBezTo>
                          <a:cubicBezTo>
                            <a:pt x="836666" y="66842"/>
                            <a:pt x="820013" y="58516"/>
                            <a:pt x="803361" y="63273"/>
                          </a:cubicBezTo>
                          <a:cubicBezTo>
                            <a:pt x="799793" y="64463"/>
                            <a:pt x="796225" y="64463"/>
                            <a:pt x="793846" y="65652"/>
                          </a:cubicBezTo>
                          <a:cubicBezTo>
                            <a:pt x="789088" y="68031"/>
                            <a:pt x="780762" y="62084"/>
                            <a:pt x="776005" y="65652"/>
                          </a:cubicBezTo>
                          <a:cubicBezTo>
                            <a:pt x="774815" y="66842"/>
                            <a:pt x="776005" y="68031"/>
                            <a:pt x="776005" y="69221"/>
                          </a:cubicBezTo>
                          <a:cubicBezTo>
                            <a:pt x="776005" y="71599"/>
                            <a:pt x="777194" y="76357"/>
                            <a:pt x="774815" y="76357"/>
                          </a:cubicBezTo>
                          <a:cubicBezTo>
                            <a:pt x="771247" y="75168"/>
                            <a:pt x="772436" y="66842"/>
                            <a:pt x="767678" y="65652"/>
                          </a:cubicBezTo>
                          <a:cubicBezTo>
                            <a:pt x="766489" y="65652"/>
                            <a:pt x="765300" y="65652"/>
                            <a:pt x="764110" y="65652"/>
                          </a:cubicBezTo>
                          <a:cubicBezTo>
                            <a:pt x="756973" y="65652"/>
                            <a:pt x="751026" y="66842"/>
                            <a:pt x="746269" y="68031"/>
                          </a:cubicBezTo>
                          <a:cubicBezTo>
                            <a:pt x="745079" y="68031"/>
                            <a:pt x="743890" y="68031"/>
                            <a:pt x="743890" y="68031"/>
                          </a:cubicBezTo>
                          <a:cubicBezTo>
                            <a:pt x="737942" y="69221"/>
                            <a:pt x="739132" y="89441"/>
                            <a:pt x="733185" y="83494"/>
                          </a:cubicBezTo>
                          <a:cubicBezTo>
                            <a:pt x="730806" y="81115"/>
                            <a:pt x="739132" y="75168"/>
                            <a:pt x="734374" y="72789"/>
                          </a:cubicBezTo>
                          <a:cubicBezTo>
                            <a:pt x="730806" y="71599"/>
                            <a:pt x="726048" y="72789"/>
                            <a:pt x="724859" y="75168"/>
                          </a:cubicBezTo>
                          <a:cubicBezTo>
                            <a:pt x="724859" y="76357"/>
                            <a:pt x="726048" y="77547"/>
                            <a:pt x="724859" y="77547"/>
                          </a:cubicBezTo>
                          <a:cubicBezTo>
                            <a:pt x="724859" y="77547"/>
                            <a:pt x="723669" y="77547"/>
                            <a:pt x="723669" y="77547"/>
                          </a:cubicBezTo>
                          <a:cubicBezTo>
                            <a:pt x="721290" y="79925"/>
                            <a:pt x="726048" y="83494"/>
                            <a:pt x="722480" y="85873"/>
                          </a:cubicBezTo>
                          <a:cubicBezTo>
                            <a:pt x="711775" y="93009"/>
                            <a:pt x="726048" y="59705"/>
                            <a:pt x="735564" y="59705"/>
                          </a:cubicBezTo>
                          <a:cubicBezTo>
                            <a:pt x="737942" y="59705"/>
                            <a:pt x="740321" y="59705"/>
                            <a:pt x="743890" y="59705"/>
                          </a:cubicBezTo>
                          <a:cubicBezTo>
                            <a:pt x="749837" y="59705"/>
                            <a:pt x="749837" y="62084"/>
                            <a:pt x="754594" y="59705"/>
                          </a:cubicBezTo>
                          <a:cubicBezTo>
                            <a:pt x="759352" y="57326"/>
                            <a:pt x="765300" y="59705"/>
                            <a:pt x="768868" y="57326"/>
                          </a:cubicBezTo>
                          <a:cubicBezTo>
                            <a:pt x="768868" y="57326"/>
                            <a:pt x="770057" y="57326"/>
                            <a:pt x="770057" y="56137"/>
                          </a:cubicBezTo>
                          <a:cubicBezTo>
                            <a:pt x="771247" y="52568"/>
                            <a:pt x="759352" y="44242"/>
                            <a:pt x="768868" y="41864"/>
                          </a:cubicBezTo>
                          <a:cubicBezTo>
                            <a:pt x="768868" y="41864"/>
                            <a:pt x="770057" y="41864"/>
                            <a:pt x="770057" y="41864"/>
                          </a:cubicBezTo>
                          <a:cubicBezTo>
                            <a:pt x="773625" y="41864"/>
                            <a:pt x="773625" y="38295"/>
                            <a:pt x="777194" y="40674"/>
                          </a:cubicBezTo>
                          <a:cubicBezTo>
                            <a:pt x="780762" y="43053"/>
                            <a:pt x="778383" y="45432"/>
                            <a:pt x="776005" y="47811"/>
                          </a:cubicBezTo>
                          <a:cubicBezTo>
                            <a:pt x="770057" y="51379"/>
                            <a:pt x="776005" y="56137"/>
                            <a:pt x="777194" y="57326"/>
                          </a:cubicBezTo>
                          <a:cubicBezTo>
                            <a:pt x="796225" y="66842"/>
                            <a:pt x="815256" y="37106"/>
                            <a:pt x="829529" y="50190"/>
                          </a:cubicBezTo>
                          <a:cubicBezTo>
                            <a:pt x="829529" y="50190"/>
                            <a:pt x="829529" y="51379"/>
                            <a:pt x="829529" y="51379"/>
                          </a:cubicBezTo>
                          <a:cubicBezTo>
                            <a:pt x="831908" y="53758"/>
                            <a:pt x="833097" y="52568"/>
                            <a:pt x="837855" y="52568"/>
                          </a:cubicBezTo>
                          <a:cubicBezTo>
                            <a:pt x="844992" y="52568"/>
                            <a:pt x="847371" y="58516"/>
                            <a:pt x="856886" y="58516"/>
                          </a:cubicBezTo>
                          <a:cubicBezTo>
                            <a:pt x="860454" y="58516"/>
                            <a:pt x="865212" y="60895"/>
                            <a:pt x="867591" y="58516"/>
                          </a:cubicBezTo>
                          <a:cubicBezTo>
                            <a:pt x="869970" y="54947"/>
                            <a:pt x="867591" y="57326"/>
                            <a:pt x="869970" y="52568"/>
                          </a:cubicBezTo>
                          <a:cubicBezTo>
                            <a:pt x="872349" y="49000"/>
                            <a:pt x="880675" y="56137"/>
                            <a:pt x="883054" y="52568"/>
                          </a:cubicBezTo>
                          <a:cubicBezTo>
                            <a:pt x="885432" y="50190"/>
                            <a:pt x="885432" y="46621"/>
                            <a:pt x="883054" y="44242"/>
                          </a:cubicBezTo>
                          <a:cubicBezTo>
                            <a:pt x="875917" y="35916"/>
                            <a:pt x="873538" y="33537"/>
                            <a:pt x="861644" y="31159"/>
                          </a:cubicBezTo>
                          <a:cubicBezTo>
                            <a:pt x="856886" y="29969"/>
                            <a:pt x="854507" y="25211"/>
                            <a:pt x="847371" y="26401"/>
                          </a:cubicBezTo>
                          <a:cubicBezTo>
                            <a:pt x="833097" y="28780"/>
                            <a:pt x="820013" y="13317"/>
                            <a:pt x="804551" y="10938"/>
                          </a:cubicBezTo>
                          <a:cubicBezTo>
                            <a:pt x="802172" y="10938"/>
                            <a:pt x="803361" y="15696"/>
                            <a:pt x="799793" y="13317"/>
                          </a:cubicBezTo>
                          <a:cubicBezTo>
                            <a:pt x="796225" y="10938"/>
                            <a:pt x="793846" y="6180"/>
                            <a:pt x="790278" y="3802"/>
                          </a:cubicBezTo>
                          <a:cubicBezTo>
                            <a:pt x="787899" y="2612"/>
                            <a:pt x="785520" y="8559"/>
                            <a:pt x="781952" y="4991"/>
                          </a:cubicBezTo>
                          <a:cubicBezTo>
                            <a:pt x="779573" y="1423"/>
                            <a:pt x="774815" y="2612"/>
                            <a:pt x="771247" y="2612"/>
                          </a:cubicBezTo>
                          <a:cubicBezTo>
                            <a:pt x="765300" y="2612"/>
                            <a:pt x="760542" y="1423"/>
                            <a:pt x="752216" y="233"/>
                          </a:cubicBezTo>
                          <a:cubicBezTo>
                            <a:pt x="749837" y="233"/>
                            <a:pt x="747458" y="233"/>
                            <a:pt x="743890" y="233"/>
                          </a:cubicBezTo>
                          <a:cubicBezTo>
                            <a:pt x="742700" y="233"/>
                            <a:pt x="740321" y="233"/>
                            <a:pt x="739132" y="233"/>
                          </a:cubicBezTo>
                          <a:cubicBezTo>
                            <a:pt x="739132" y="233"/>
                            <a:pt x="737942" y="233"/>
                            <a:pt x="737942" y="233"/>
                          </a:cubicBezTo>
                          <a:cubicBezTo>
                            <a:pt x="734374" y="1423"/>
                            <a:pt x="737942" y="8559"/>
                            <a:pt x="739132" y="10938"/>
                          </a:cubicBezTo>
                          <a:cubicBezTo>
                            <a:pt x="739132" y="12128"/>
                            <a:pt x="739132" y="13317"/>
                            <a:pt x="739132" y="13317"/>
                          </a:cubicBezTo>
                          <a:cubicBezTo>
                            <a:pt x="735564" y="19264"/>
                            <a:pt x="733185" y="13317"/>
                            <a:pt x="730806" y="9749"/>
                          </a:cubicBezTo>
                          <a:cubicBezTo>
                            <a:pt x="729617" y="8559"/>
                            <a:pt x="730806" y="7370"/>
                            <a:pt x="730806" y="6180"/>
                          </a:cubicBezTo>
                          <a:cubicBezTo>
                            <a:pt x="729617" y="2612"/>
                            <a:pt x="724859" y="-956"/>
                            <a:pt x="721290" y="233"/>
                          </a:cubicBezTo>
                          <a:cubicBezTo>
                            <a:pt x="717722" y="1423"/>
                            <a:pt x="720101" y="13317"/>
                            <a:pt x="716533" y="10938"/>
                          </a:cubicBezTo>
                          <a:cubicBezTo>
                            <a:pt x="712964" y="8559"/>
                            <a:pt x="711775" y="9749"/>
                            <a:pt x="709396" y="10938"/>
                          </a:cubicBezTo>
                          <a:cubicBezTo>
                            <a:pt x="705828" y="13317"/>
                            <a:pt x="710586" y="16885"/>
                            <a:pt x="711775" y="19264"/>
                          </a:cubicBezTo>
                          <a:cubicBezTo>
                            <a:pt x="715343" y="22833"/>
                            <a:pt x="711775" y="20454"/>
                            <a:pt x="709396" y="24022"/>
                          </a:cubicBezTo>
                          <a:cubicBezTo>
                            <a:pt x="707017" y="26401"/>
                            <a:pt x="701070" y="31159"/>
                            <a:pt x="707017" y="32348"/>
                          </a:cubicBezTo>
                          <a:cubicBezTo>
                            <a:pt x="709396" y="32348"/>
                            <a:pt x="711775" y="35916"/>
                            <a:pt x="709396" y="37106"/>
                          </a:cubicBezTo>
                          <a:cubicBezTo>
                            <a:pt x="704638" y="43053"/>
                            <a:pt x="701070" y="37106"/>
                            <a:pt x="696312" y="34727"/>
                          </a:cubicBezTo>
                          <a:cubicBezTo>
                            <a:pt x="692744" y="33537"/>
                            <a:pt x="685607" y="32348"/>
                            <a:pt x="685607" y="37106"/>
                          </a:cubicBezTo>
                          <a:cubicBezTo>
                            <a:pt x="685607" y="52568"/>
                            <a:pt x="703449" y="53758"/>
                            <a:pt x="698691" y="60895"/>
                          </a:cubicBezTo>
                          <a:cubicBezTo>
                            <a:pt x="691555" y="73978"/>
                            <a:pt x="682039" y="35916"/>
                            <a:pt x="670145" y="40674"/>
                          </a:cubicBezTo>
                          <a:cubicBezTo>
                            <a:pt x="664198" y="43053"/>
                            <a:pt x="682039" y="60895"/>
                            <a:pt x="672524" y="63273"/>
                          </a:cubicBezTo>
                          <a:cubicBezTo>
                            <a:pt x="668955" y="64463"/>
                            <a:pt x="671334" y="56137"/>
                            <a:pt x="668955" y="53758"/>
                          </a:cubicBezTo>
                          <a:cubicBezTo>
                            <a:pt x="663008" y="47811"/>
                            <a:pt x="664198" y="31159"/>
                            <a:pt x="657061" y="34727"/>
                          </a:cubicBezTo>
                          <a:cubicBezTo>
                            <a:pt x="653492" y="35916"/>
                            <a:pt x="653492" y="44242"/>
                            <a:pt x="649924" y="43053"/>
                          </a:cubicBezTo>
                          <a:cubicBezTo>
                            <a:pt x="642788" y="38295"/>
                            <a:pt x="647545" y="34727"/>
                            <a:pt x="647545" y="28780"/>
                          </a:cubicBezTo>
                          <a:cubicBezTo>
                            <a:pt x="647545" y="24022"/>
                            <a:pt x="641598" y="25211"/>
                            <a:pt x="639219" y="28780"/>
                          </a:cubicBezTo>
                          <a:cubicBezTo>
                            <a:pt x="635651" y="34727"/>
                            <a:pt x="641598" y="21643"/>
                            <a:pt x="639219" y="20454"/>
                          </a:cubicBezTo>
                          <a:cubicBezTo>
                            <a:pt x="629704" y="15696"/>
                            <a:pt x="624946" y="44242"/>
                            <a:pt x="615431" y="40674"/>
                          </a:cubicBezTo>
                          <a:cubicBezTo>
                            <a:pt x="611862" y="39485"/>
                            <a:pt x="613052" y="37106"/>
                            <a:pt x="610673" y="33537"/>
                          </a:cubicBezTo>
                          <a:cubicBezTo>
                            <a:pt x="609484" y="32348"/>
                            <a:pt x="611862" y="31159"/>
                            <a:pt x="610673" y="31159"/>
                          </a:cubicBezTo>
                          <a:cubicBezTo>
                            <a:pt x="605915" y="27590"/>
                            <a:pt x="603536" y="43053"/>
                            <a:pt x="609484" y="46621"/>
                          </a:cubicBezTo>
                          <a:cubicBezTo>
                            <a:pt x="611862" y="47811"/>
                            <a:pt x="615431" y="50190"/>
                            <a:pt x="613052" y="51379"/>
                          </a:cubicBezTo>
                          <a:cubicBezTo>
                            <a:pt x="608294" y="56137"/>
                            <a:pt x="602347" y="58516"/>
                            <a:pt x="605915" y="63273"/>
                          </a:cubicBezTo>
                          <a:cubicBezTo>
                            <a:pt x="608294" y="65652"/>
                            <a:pt x="609484" y="69221"/>
                            <a:pt x="613052" y="66842"/>
                          </a:cubicBezTo>
                          <a:cubicBezTo>
                            <a:pt x="616620" y="65652"/>
                            <a:pt x="622567" y="60895"/>
                            <a:pt x="627325" y="64463"/>
                          </a:cubicBezTo>
                          <a:cubicBezTo>
                            <a:pt x="630893" y="66842"/>
                            <a:pt x="629704" y="70410"/>
                            <a:pt x="634462" y="72789"/>
                          </a:cubicBezTo>
                          <a:cubicBezTo>
                            <a:pt x="641598" y="75168"/>
                            <a:pt x="638030" y="87062"/>
                            <a:pt x="636840" y="94199"/>
                          </a:cubicBezTo>
                          <a:cubicBezTo>
                            <a:pt x="635651" y="102525"/>
                            <a:pt x="633272" y="106093"/>
                            <a:pt x="639219" y="114419"/>
                          </a:cubicBezTo>
                          <a:cubicBezTo>
                            <a:pt x="640409" y="115609"/>
                            <a:pt x="641598" y="114419"/>
                            <a:pt x="642788" y="115609"/>
                          </a:cubicBezTo>
                          <a:cubicBezTo>
                            <a:pt x="642788" y="115609"/>
                            <a:pt x="642788" y="116798"/>
                            <a:pt x="642788" y="116798"/>
                          </a:cubicBezTo>
                          <a:cubicBezTo>
                            <a:pt x="647545" y="121556"/>
                            <a:pt x="649924" y="117987"/>
                            <a:pt x="654682" y="121556"/>
                          </a:cubicBezTo>
                          <a:cubicBezTo>
                            <a:pt x="657061" y="122745"/>
                            <a:pt x="659440" y="126313"/>
                            <a:pt x="657061" y="128692"/>
                          </a:cubicBezTo>
                          <a:cubicBezTo>
                            <a:pt x="653492" y="131071"/>
                            <a:pt x="652303" y="126313"/>
                            <a:pt x="647545" y="123935"/>
                          </a:cubicBezTo>
                          <a:cubicBezTo>
                            <a:pt x="645167" y="121556"/>
                            <a:pt x="641598" y="121556"/>
                            <a:pt x="638030" y="121556"/>
                          </a:cubicBezTo>
                          <a:cubicBezTo>
                            <a:pt x="629704" y="120366"/>
                            <a:pt x="626136" y="104904"/>
                            <a:pt x="629704" y="98956"/>
                          </a:cubicBezTo>
                          <a:cubicBezTo>
                            <a:pt x="632083" y="95388"/>
                            <a:pt x="632083" y="93009"/>
                            <a:pt x="629704" y="90630"/>
                          </a:cubicBezTo>
                          <a:cubicBezTo>
                            <a:pt x="613052" y="76357"/>
                            <a:pt x="602347" y="57326"/>
                            <a:pt x="592832" y="70410"/>
                          </a:cubicBezTo>
                          <a:cubicBezTo>
                            <a:pt x="589263" y="73978"/>
                            <a:pt x="589263" y="73978"/>
                            <a:pt x="590453" y="78736"/>
                          </a:cubicBezTo>
                          <a:cubicBezTo>
                            <a:pt x="591642" y="81115"/>
                            <a:pt x="596400" y="83494"/>
                            <a:pt x="592832" y="87062"/>
                          </a:cubicBezTo>
                          <a:cubicBezTo>
                            <a:pt x="586884" y="94199"/>
                            <a:pt x="580937" y="79925"/>
                            <a:pt x="574990" y="76357"/>
                          </a:cubicBezTo>
                          <a:cubicBezTo>
                            <a:pt x="570232" y="72789"/>
                            <a:pt x="569043" y="82304"/>
                            <a:pt x="566664" y="78736"/>
                          </a:cubicBezTo>
                          <a:cubicBezTo>
                            <a:pt x="563096" y="75168"/>
                            <a:pt x="554770" y="70410"/>
                            <a:pt x="554770" y="76357"/>
                          </a:cubicBezTo>
                          <a:cubicBezTo>
                            <a:pt x="554770" y="87062"/>
                            <a:pt x="558338" y="91820"/>
                            <a:pt x="559527" y="100146"/>
                          </a:cubicBezTo>
                          <a:cubicBezTo>
                            <a:pt x="560717" y="104904"/>
                            <a:pt x="560717" y="108472"/>
                            <a:pt x="561906" y="110851"/>
                          </a:cubicBezTo>
                          <a:cubicBezTo>
                            <a:pt x="564285" y="115609"/>
                            <a:pt x="558338" y="122745"/>
                            <a:pt x="561906" y="126313"/>
                          </a:cubicBezTo>
                          <a:cubicBezTo>
                            <a:pt x="563096" y="127503"/>
                            <a:pt x="564285" y="126313"/>
                            <a:pt x="564285" y="128692"/>
                          </a:cubicBezTo>
                          <a:cubicBezTo>
                            <a:pt x="565474" y="134639"/>
                            <a:pt x="561906" y="139397"/>
                            <a:pt x="566664" y="144155"/>
                          </a:cubicBezTo>
                          <a:cubicBezTo>
                            <a:pt x="576179" y="154860"/>
                            <a:pt x="579748" y="164375"/>
                            <a:pt x="582126" y="176270"/>
                          </a:cubicBezTo>
                          <a:cubicBezTo>
                            <a:pt x="583316" y="181027"/>
                            <a:pt x="592832" y="179838"/>
                            <a:pt x="586884" y="184596"/>
                          </a:cubicBezTo>
                          <a:cubicBezTo>
                            <a:pt x="582126" y="188164"/>
                            <a:pt x="577369" y="184596"/>
                            <a:pt x="573801" y="181027"/>
                          </a:cubicBezTo>
                          <a:cubicBezTo>
                            <a:pt x="572611" y="179838"/>
                            <a:pt x="574990" y="176270"/>
                            <a:pt x="573801" y="173891"/>
                          </a:cubicBezTo>
                          <a:cubicBezTo>
                            <a:pt x="571422" y="170323"/>
                            <a:pt x="569043" y="175080"/>
                            <a:pt x="564285" y="173891"/>
                          </a:cubicBezTo>
                          <a:cubicBezTo>
                            <a:pt x="561906" y="173891"/>
                            <a:pt x="564285" y="164375"/>
                            <a:pt x="561906" y="165565"/>
                          </a:cubicBezTo>
                          <a:cubicBezTo>
                            <a:pt x="558338" y="167944"/>
                            <a:pt x="558338" y="175080"/>
                            <a:pt x="553580" y="176270"/>
                          </a:cubicBezTo>
                          <a:cubicBezTo>
                            <a:pt x="547633" y="178649"/>
                            <a:pt x="542875" y="176270"/>
                            <a:pt x="541686" y="173891"/>
                          </a:cubicBezTo>
                          <a:cubicBezTo>
                            <a:pt x="541686" y="173891"/>
                            <a:pt x="541686" y="172701"/>
                            <a:pt x="541686" y="172701"/>
                          </a:cubicBezTo>
                          <a:cubicBezTo>
                            <a:pt x="533360" y="164375"/>
                            <a:pt x="536928" y="160807"/>
                            <a:pt x="533360" y="154860"/>
                          </a:cubicBezTo>
                          <a:cubicBezTo>
                            <a:pt x="529791" y="148913"/>
                            <a:pt x="526223" y="147723"/>
                            <a:pt x="527413" y="141776"/>
                          </a:cubicBezTo>
                          <a:cubicBezTo>
                            <a:pt x="533360" y="126313"/>
                            <a:pt x="523844" y="114419"/>
                            <a:pt x="522655" y="106093"/>
                          </a:cubicBezTo>
                          <a:cubicBezTo>
                            <a:pt x="517897" y="88252"/>
                            <a:pt x="504813" y="70410"/>
                            <a:pt x="496487" y="81115"/>
                          </a:cubicBezTo>
                          <a:cubicBezTo>
                            <a:pt x="496487" y="81115"/>
                            <a:pt x="496487" y="82304"/>
                            <a:pt x="496487" y="82304"/>
                          </a:cubicBezTo>
                          <a:cubicBezTo>
                            <a:pt x="494108" y="84683"/>
                            <a:pt x="494108" y="88252"/>
                            <a:pt x="494108" y="91820"/>
                          </a:cubicBezTo>
                          <a:cubicBezTo>
                            <a:pt x="490540" y="110851"/>
                            <a:pt x="495298" y="121556"/>
                            <a:pt x="491730" y="139397"/>
                          </a:cubicBezTo>
                          <a:cubicBezTo>
                            <a:pt x="490540" y="142966"/>
                            <a:pt x="492919" y="150102"/>
                            <a:pt x="490540" y="150102"/>
                          </a:cubicBezTo>
                          <a:cubicBezTo>
                            <a:pt x="489351" y="150102"/>
                            <a:pt x="488161" y="148913"/>
                            <a:pt x="486972" y="150102"/>
                          </a:cubicBezTo>
                          <a:cubicBezTo>
                            <a:pt x="482214" y="154860"/>
                            <a:pt x="483403" y="147723"/>
                            <a:pt x="477456" y="147723"/>
                          </a:cubicBezTo>
                          <a:cubicBezTo>
                            <a:pt x="472699" y="146534"/>
                            <a:pt x="469130" y="139397"/>
                            <a:pt x="465562" y="142966"/>
                          </a:cubicBezTo>
                          <a:cubicBezTo>
                            <a:pt x="464372" y="144155"/>
                            <a:pt x="464372" y="146534"/>
                            <a:pt x="467941" y="147723"/>
                          </a:cubicBezTo>
                          <a:cubicBezTo>
                            <a:pt x="471509" y="148913"/>
                            <a:pt x="471509" y="156049"/>
                            <a:pt x="466751" y="157239"/>
                          </a:cubicBezTo>
                          <a:cubicBezTo>
                            <a:pt x="454857" y="158428"/>
                            <a:pt x="458425" y="139397"/>
                            <a:pt x="452478" y="132261"/>
                          </a:cubicBezTo>
                          <a:cubicBezTo>
                            <a:pt x="450099" y="129882"/>
                            <a:pt x="446531" y="115609"/>
                            <a:pt x="444152" y="123935"/>
                          </a:cubicBezTo>
                          <a:cubicBezTo>
                            <a:pt x="444152" y="123935"/>
                            <a:pt x="444152" y="125124"/>
                            <a:pt x="444152" y="125124"/>
                          </a:cubicBezTo>
                          <a:cubicBezTo>
                            <a:pt x="442963" y="128692"/>
                            <a:pt x="440584" y="129882"/>
                            <a:pt x="439394" y="134639"/>
                          </a:cubicBezTo>
                          <a:cubicBezTo>
                            <a:pt x="437016" y="141776"/>
                            <a:pt x="432258" y="146534"/>
                            <a:pt x="426311" y="153670"/>
                          </a:cubicBezTo>
                          <a:cubicBezTo>
                            <a:pt x="422742" y="157239"/>
                            <a:pt x="420363" y="159618"/>
                            <a:pt x="417984" y="164375"/>
                          </a:cubicBezTo>
                          <a:cubicBezTo>
                            <a:pt x="417984" y="164375"/>
                            <a:pt x="417984" y="165565"/>
                            <a:pt x="417984" y="165565"/>
                          </a:cubicBezTo>
                          <a:cubicBezTo>
                            <a:pt x="416795" y="166754"/>
                            <a:pt x="414416" y="169133"/>
                            <a:pt x="412037" y="166754"/>
                          </a:cubicBezTo>
                          <a:cubicBezTo>
                            <a:pt x="412037" y="165565"/>
                            <a:pt x="412037" y="165565"/>
                            <a:pt x="412037" y="164375"/>
                          </a:cubicBezTo>
                          <a:cubicBezTo>
                            <a:pt x="412037" y="163186"/>
                            <a:pt x="412037" y="161996"/>
                            <a:pt x="412037" y="161996"/>
                          </a:cubicBezTo>
                          <a:cubicBezTo>
                            <a:pt x="413227" y="158428"/>
                            <a:pt x="414416" y="156049"/>
                            <a:pt x="415605" y="151292"/>
                          </a:cubicBezTo>
                          <a:cubicBezTo>
                            <a:pt x="419174" y="142966"/>
                            <a:pt x="420363" y="135829"/>
                            <a:pt x="427500" y="125124"/>
                          </a:cubicBezTo>
                          <a:cubicBezTo>
                            <a:pt x="428689" y="122745"/>
                            <a:pt x="432258" y="125124"/>
                            <a:pt x="432258" y="123935"/>
                          </a:cubicBezTo>
                          <a:cubicBezTo>
                            <a:pt x="440584" y="108472"/>
                            <a:pt x="453668" y="90630"/>
                            <a:pt x="440584" y="77547"/>
                          </a:cubicBezTo>
                          <a:cubicBezTo>
                            <a:pt x="432258" y="69221"/>
                            <a:pt x="422742" y="72789"/>
                            <a:pt x="414416" y="78736"/>
                          </a:cubicBezTo>
                          <a:cubicBezTo>
                            <a:pt x="408469" y="82304"/>
                            <a:pt x="426311" y="88252"/>
                            <a:pt x="420363" y="93009"/>
                          </a:cubicBezTo>
                          <a:cubicBezTo>
                            <a:pt x="419174" y="94199"/>
                            <a:pt x="417984" y="97767"/>
                            <a:pt x="416795" y="95388"/>
                          </a:cubicBezTo>
                          <a:cubicBezTo>
                            <a:pt x="414416" y="91820"/>
                            <a:pt x="415605" y="87062"/>
                            <a:pt x="413227" y="84683"/>
                          </a:cubicBezTo>
                          <a:cubicBezTo>
                            <a:pt x="402522" y="76357"/>
                            <a:pt x="407280" y="96578"/>
                            <a:pt x="401332" y="100146"/>
                          </a:cubicBezTo>
                          <a:cubicBezTo>
                            <a:pt x="400143" y="101335"/>
                            <a:pt x="397764" y="101335"/>
                            <a:pt x="397764" y="100146"/>
                          </a:cubicBezTo>
                          <a:cubicBezTo>
                            <a:pt x="395385" y="97767"/>
                            <a:pt x="398953" y="94199"/>
                            <a:pt x="397764" y="91820"/>
                          </a:cubicBezTo>
                          <a:cubicBezTo>
                            <a:pt x="396575" y="88252"/>
                            <a:pt x="388249" y="88252"/>
                            <a:pt x="382301" y="89441"/>
                          </a:cubicBezTo>
                          <a:cubicBezTo>
                            <a:pt x="375165" y="89441"/>
                            <a:pt x="372786" y="93009"/>
                            <a:pt x="363270" y="91820"/>
                          </a:cubicBezTo>
                          <a:cubicBezTo>
                            <a:pt x="359702" y="91820"/>
                            <a:pt x="354945" y="93009"/>
                            <a:pt x="351376" y="91820"/>
                          </a:cubicBezTo>
                          <a:cubicBezTo>
                            <a:pt x="345429" y="90630"/>
                            <a:pt x="333535" y="91820"/>
                            <a:pt x="337103" y="98956"/>
                          </a:cubicBezTo>
                          <a:cubicBezTo>
                            <a:pt x="344239" y="112040"/>
                            <a:pt x="331156" y="132261"/>
                            <a:pt x="345429" y="138208"/>
                          </a:cubicBezTo>
                          <a:cubicBezTo>
                            <a:pt x="350187" y="140587"/>
                            <a:pt x="351376" y="150102"/>
                            <a:pt x="347808" y="153670"/>
                          </a:cubicBezTo>
                          <a:cubicBezTo>
                            <a:pt x="346618" y="156049"/>
                            <a:pt x="341861" y="154860"/>
                            <a:pt x="343050" y="151292"/>
                          </a:cubicBezTo>
                          <a:cubicBezTo>
                            <a:pt x="343050" y="150102"/>
                            <a:pt x="343050" y="148913"/>
                            <a:pt x="343050" y="148913"/>
                          </a:cubicBezTo>
                          <a:cubicBezTo>
                            <a:pt x="340671" y="144155"/>
                            <a:pt x="333535" y="142966"/>
                            <a:pt x="332345" y="138208"/>
                          </a:cubicBezTo>
                          <a:cubicBezTo>
                            <a:pt x="331156" y="134639"/>
                            <a:pt x="332345" y="132261"/>
                            <a:pt x="332345" y="128692"/>
                          </a:cubicBezTo>
                          <a:cubicBezTo>
                            <a:pt x="332345" y="123935"/>
                            <a:pt x="332345" y="119177"/>
                            <a:pt x="332345" y="115609"/>
                          </a:cubicBezTo>
                          <a:cubicBezTo>
                            <a:pt x="332345" y="115609"/>
                            <a:pt x="332345" y="114419"/>
                            <a:pt x="332345" y="114419"/>
                          </a:cubicBezTo>
                          <a:cubicBezTo>
                            <a:pt x="328777" y="112040"/>
                            <a:pt x="331156" y="114419"/>
                            <a:pt x="326398" y="112040"/>
                          </a:cubicBezTo>
                          <a:cubicBezTo>
                            <a:pt x="324019" y="110851"/>
                            <a:pt x="328777" y="104904"/>
                            <a:pt x="326398" y="102525"/>
                          </a:cubicBezTo>
                          <a:cubicBezTo>
                            <a:pt x="325209" y="100146"/>
                            <a:pt x="322830" y="104904"/>
                            <a:pt x="321640" y="103714"/>
                          </a:cubicBezTo>
                          <a:cubicBezTo>
                            <a:pt x="315693" y="102525"/>
                            <a:pt x="316883" y="104904"/>
                            <a:pt x="312125" y="106093"/>
                          </a:cubicBezTo>
                          <a:cubicBezTo>
                            <a:pt x="308556" y="107282"/>
                            <a:pt x="302609" y="109661"/>
                            <a:pt x="302609" y="114419"/>
                          </a:cubicBezTo>
                          <a:cubicBezTo>
                            <a:pt x="302609" y="125124"/>
                            <a:pt x="294283" y="128692"/>
                            <a:pt x="297851" y="134639"/>
                          </a:cubicBezTo>
                          <a:cubicBezTo>
                            <a:pt x="300230" y="138208"/>
                            <a:pt x="304988" y="137018"/>
                            <a:pt x="302609" y="144155"/>
                          </a:cubicBezTo>
                          <a:cubicBezTo>
                            <a:pt x="301420" y="148913"/>
                            <a:pt x="297851" y="151292"/>
                            <a:pt x="293094" y="152481"/>
                          </a:cubicBezTo>
                          <a:cubicBezTo>
                            <a:pt x="291904" y="152481"/>
                            <a:pt x="289526" y="151292"/>
                            <a:pt x="288336" y="152481"/>
                          </a:cubicBezTo>
                          <a:cubicBezTo>
                            <a:pt x="283578" y="157239"/>
                            <a:pt x="282389" y="161996"/>
                            <a:pt x="284768" y="167944"/>
                          </a:cubicBezTo>
                          <a:cubicBezTo>
                            <a:pt x="285957" y="172701"/>
                            <a:pt x="280010" y="170323"/>
                            <a:pt x="276442" y="170323"/>
                          </a:cubicBezTo>
                          <a:cubicBezTo>
                            <a:pt x="269305" y="171512"/>
                            <a:pt x="271684" y="165565"/>
                            <a:pt x="265737" y="159618"/>
                          </a:cubicBezTo>
                          <a:cubicBezTo>
                            <a:pt x="262168" y="156049"/>
                            <a:pt x="263358" y="158428"/>
                            <a:pt x="260979" y="154860"/>
                          </a:cubicBezTo>
                          <a:cubicBezTo>
                            <a:pt x="257411" y="150102"/>
                            <a:pt x="258600" y="156049"/>
                            <a:pt x="252653" y="160807"/>
                          </a:cubicBezTo>
                          <a:cubicBezTo>
                            <a:pt x="243137" y="166754"/>
                            <a:pt x="250274" y="179838"/>
                            <a:pt x="250274" y="192922"/>
                          </a:cubicBezTo>
                          <a:cubicBezTo>
                            <a:pt x="250274" y="195301"/>
                            <a:pt x="249085" y="196490"/>
                            <a:pt x="247895" y="196490"/>
                          </a:cubicBezTo>
                          <a:cubicBezTo>
                            <a:pt x="241948" y="197680"/>
                            <a:pt x="245516" y="183406"/>
                            <a:pt x="245516" y="176270"/>
                          </a:cubicBezTo>
                          <a:cubicBezTo>
                            <a:pt x="245516" y="171512"/>
                            <a:pt x="249085" y="164375"/>
                            <a:pt x="245516" y="160807"/>
                          </a:cubicBezTo>
                          <a:cubicBezTo>
                            <a:pt x="238380" y="152481"/>
                            <a:pt x="231243" y="161996"/>
                            <a:pt x="224107" y="169133"/>
                          </a:cubicBezTo>
                          <a:cubicBezTo>
                            <a:pt x="216970" y="177459"/>
                            <a:pt x="219349" y="177459"/>
                            <a:pt x="211023" y="182217"/>
                          </a:cubicBezTo>
                          <a:cubicBezTo>
                            <a:pt x="207454" y="184596"/>
                            <a:pt x="214591" y="189353"/>
                            <a:pt x="211023" y="190543"/>
                          </a:cubicBezTo>
                          <a:cubicBezTo>
                            <a:pt x="207454" y="191732"/>
                            <a:pt x="203886" y="190543"/>
                            <a:pt x="200318" y="190543"/>
                          </a:cubicBezTo>
                          <a:cubicBezTo>
                            <a:pt x="190802" y="191732"/>
                            <a:pt x="188424" y="202437"/>
                            <a:pt x="178908" y="203627"/>
                          </a:cubicBezTo>
                          <a:cubicBezTo>
                            <a:pt x="174150" y="203627"/>
                            <a:pt x="174150" y="207195"/>
                            <a:pt x="176529" y="211953"/>
                          </a:cubicBezTo>
                          <a:cubicBezTo>
                            <a:pt x="178908" y="217900"/>
                            <a:pt x="165824" y="219089"/>
                            <a:pt x="163445" y="225037"/>
                          </a:cubicBezTo>
                          <a:cubicBezTo>
                            <a:pt x="161066" y="228605"/>
                            <a:pt x="163445" y="230984"/>
                            <a:pt x="165824" y="235741"/>
                          </a:cubicBezTo>
                          <a:cubicBezTo>
                            <a:pt x="168203" y="239310"/>
                            <a:pt x="174150" y="235741"/>
                            <a:pt x="181287" y="235741"/>
                          </a:cubicBezTo>
                          <a:cubicBezTo>
                            <a:pt x="184855" y="235741"/>
                            <a:pt x="186045" y="242878"/>
                            <a:pt x="189613" y="242878"/>
                          </a:cubicBezTo>
                          <a:cubicBezTo>
                            <a:pt x="197939" y="240499"/>
                            <a:pt x="202697" y="240499"/>
                            <a:pt x="208644" y="232173"/>
                          </a:cubicBezTo>
                          <a:cubicBezTo>
                            <a:pt x="211023" y="227415"/>
                            <a:pt x="216970" y="228605"/>
                            <a:pt x="219349" y="230984"/>
                          </a:cubicBezTo>
                          <a:cubicBezTo>
                            <a:pt x="230054" y="238120"/>
                            <a:pt x="206265" y="236931"/>
                            <a:pt x="196749" y="244068"/>
                          </a:cubicBezTo>
                          <a:cubicBezTo>
                            <a:pt x="195560" y="245257"/>
                            <a:pt x="196749" y="245257"/>
                            <a:pt x="195560" y="246446"/>
                          </a:cubicBezTo>
                          <a:cubicBezTo>
                            <a:pt x="193181" y="248825"/>
                            <a:pt x="197939" y="251204"/>
                            <a:pt x="200318" y="251204"/>
                          </a:cubicBezTo>
                          <a:cubicBezTo>
                            <a:pt x="202697" y="251204"/>
                            <a:pt x="206265" y="250015"/>
                            <a:pt x="208644" y="251204"/>
                          </a:cubicBezTo>
                          <a:cubicBezTo>
                            <a:pt x="212212" y="254772"/>
                            <a:pt x="207454" y="258341"/>
                            <a:pt x="205076" y="259530"/>
                          </a:cubicBezTo>
                          <a:cubicBezTo>
                            <a:pt x="205076" y="259530"/>
                            <a:pt x="201507" y="259530"/>
                            <a:pt x="200318" y="260720"/>
                          </a:cubicBezTo>
                          <a:cubicBezTo>
                            <a:pt x="194371" y="261909"/>
                            <a:pt x="189613" y="260720"/>
                            <a:pt x="187234" y="265477"/>
                          </a:cubicBezTo>
                          <a:cubicBezTo>
                            <a:pt x="183666" y="270235"/>
                            <a:pt x="190802" y="271424"/>
                            <a:pt x="189613" y="274993"/>
                          </a:cubicBezTo>
                          <a:cubicBezTo>
                            <a:pt x="183666" y="290455"/>
                            <a:pt x="170582" y="307108"/>
                            <a:pt x="155119" y="310676"/>
                          </a:cubicBezTo>
                          <a:cubicBezTo>
                            <a:pt x="150362" y="311865"/>
                            <a:pt x="149172" y="305918"/>
                            <a:pt x="144414" y="305918"/>
                          </a:cubicBezTo>
                          <a:cubicBezTo>
                            <a:pt x="136088" y="304729"/>
                            <a:pt x="134899" y="302350"/>
                            <a:pt x="125383" y="303539"/>
                          </a:cubicBezTo>
                          <a:cubicBezTo>
                            <a:pt x="114679" y="304729"/>
                            <a:pt x="108731" y="297592"/>
                            <a:pt x="100405" y="303539"/>
                          </a:cubicBezTo>
                          <a:cubicBezTo>
                            <a:pt x="99216" y="304729"/>
                            <a:pt x="98027" y="304729"/>
                            <a:pt x="96837" y="305918"/>
                          </a:cubicBezTo>
                          <a:cubicBezTo>
                            <a:pt x="94458" y="308297"/>
                            <a:pt x="99216" y="311865"/>
                            <a:pt x="96837" y="314244"/>
                          </a:cubicBezTo>
                          <a:cubicBezTo>
                            <a:pt x="94458" y="316623"/>
                            <a:pt x="88511" y="314244"/>
                            <a:pt x="84943" y="314244"/>
                          </a:cubicBezTo>
                          <a:cubicBezTo>
                            <a:pt x="74238" y="315434"/>
                            <a:pt x="59964" y="311865"/>
                            <a:pt x="54017" y="319002"/>
                          </a:cubicBezTo>
                          <a:cubicBezTo>
                            <a:pt x="54017" y="319002"/>
                            <a:pt x="54017" y="320191"/>
                            <a:pt x="54017" y="320191"/>
                          </a:cubicBezTo>
                          <a:cubicBezTo>
                            <a:pt x="54017" y="329707"/>
                            <a:pt x="45691" y="320191"/>
                            <a:pt x="39744" y="321381"/>
                          </a:cubicBezTo>
                          <a:cubicBezTo>
                            <a:pt x="39744" y="321381"/>
                            <a:pt x="38555" y="321381"/>
                            <a:pt x="38555" y="321381"/>
                          </a:cubicBezTo>
                          <a:cubicBezTo>
                            <a:pt x="34986" y="326138"/>
                            <a:pt x="32608" y="323760"/>
                            <a:pt x="30229" y="322570"/>
                          </a:cubicBezTo>
                          <a:cubicBezTo>
                            <a:pt x="30229" y="322570"/>
                            <a:pt x="30229" y="321381"/>
                            <a:pt x="30229" y="321381"/>
                          </a:cubicBezTo>
                          <a:cubicBezTo>
                            <a:pt x="27850" y="319002"/>
                            <a:pt x="24281" y="321381"/>
                            <a:pt x="21903" y="323760"/>
                          </a:cubicBezTo>
                          <a:cubicBezTo>
                            <a:pt x="14766" y="332086"/>
                            <a:pt x="5250" y="329707"/>
                            <a:pt x="7629" y="335654"/>
                          </a:cubicBezTo>
                          <a:cubicBezTo>
                            <a:pt x="8819" y="339222"/>
                            <a:pt x="18334" y="338033"/>
                            <a:pt x="17145" y="340412"/>
                          </a:cubicBezTo>
                          <a:cubicBezTo>
                            <a:pt x="14766" y="346359"/>
                            <a:pt x="493" y="342791"/>
                            <a:pt x="1682" y="349927"/>
                          </a:cubicBezTo>
                          <a:cubicBezTo>
                            <a:pt x="1682" y="357064"/>
                            <a:pt x="7629" y="363011"/>
                            <a:pt x="14766" y="368958"/>
                          </a:cubicBezTo>
                          <a:cubicBezTo>
                            <a:pt x="18334" y="372526"/>
                            <a:pt x="24281" y="368958"/>
                            <a:pt x="24281" y="372526"/>
                          </a:cubicBezTo>
                          <a:cubicBezTo>
                            <a:pt x="24281" y="376095"/>
                            <a:pt x="18334" y="378474"/>
                            <a:pt x="20713" y="382042"/>
                          </a:cubicBezTo>
                          <a:cubicBezTo>
                            <a:pt x="23092" y="385610"/>
                            <a:pt x="27850" y="384421"/>
                            <a:pt x="31418" y="382042"/>
                          </a:cubicBezTo>
                          <a:cubicBezTo>
                            <a:pt x="34986" y="379663"/>
                            <a:pt x="37365" y="379663"/>
                            <a:pt x="39744" y="376095"/>
                          </a:cubicBezTo>
                          <a:cubicBezTo>
                            <a:pt x="44502" y="371337"/>
                            <a:pt x="42123" y="373716"/>
                            <a:pt x="44502" y="376095"/>
                          </a:cubicBezTo>
                          <a:cubicBezTo>
                            <a:pt x="46881" y="377284"/>
                            <a:pt x="45691" y="379663"/>
                            <a:pt x="42123" y="382042"/>
                          </a:cubicBezTo>
                          <a:cubicBezTo>
                            <a:pt x="39744" y="383231"/>
                            <a:pt x="39744" y="386800"/>
                            <a:pt x="37365" y="386800"/>
                          </a:cubicBezTo>
                          <a:cubicBezTo>
                            <a:pt x="33797" y="387989"/>
                            <a:pt x="32608" y="386800"/>
                            <a:pt x="29039" y="389179"/>
                          </a:cubicBezTo>
                          <a:cubicBezTo>
                            <a:pt x="26660" y="391557"/>
                            <a:pt x="31418" y="393936"/>
                            <a:pt x="32608" y="393936"/>
                          </a:cubicBezTo>
                          <a:cubicBezTo>
                            <a:pt x="38555" y="396315"/>
                            <a:pt x="48070" y="385610"/>
                            <a:pt x="46881" y="392747"/>
                          </a:cubicBezTo>
                          <a:cubicBezTo>
                            <a:pt x="45691" y="398694"/>
                            <a:pt x="31418" y="395126"/>
                            <a:pt x="32608" y="401073"/>
                          </a:cubicBezTo>
                          <a:cubicBezTo>
                            <a:pt x="33797" y="408210"/>
                            <a:pt x="44502" y="417725"/>
                            <a:pt x="55207" y="410588"/>
                          </a:cubicBezTo>
                          <a:cubicBezTo>
                            <a:pt x="61154" y="407020"/>
                            <a:pt x="50449" y="396315"/>
                            <a:pt x="56396" y="397505"/>
                          </a:cubicBezTo>
                          <a:cubicBezTo>
                            <a:pt x="59964" y="398694"/>
                            <a:pt x="58775" y="404641"/>
                            <a:pt x="63533" y="408210"/>
                          </a:cubicBezTo>
                          <a:cubicBezTo>
                            <a:pt x="64722" y="409399"/>
                            <a:pt x="67101" y="407020"/>
                            <a:pt x="69480" y="408210"/>
                          </a:cubicBezTo>
                          <a:cubicBezTo>
                            <a:pt x="73048" y="409399"/>
                            <a:pt x="76616" y="410588"/>
                            <a:pt x="80185" y="408210"/>
                          </a:cubicBezTo>
                          <a:cubicBezTo>
                            <a:pt x="83753" y="405831"/>
                            <a:pt x="87322" y="399884"/>
                            <a:pt x="90890" y="405831"/>
                          </a:cubicBezTo>
                          <a:cubicBezTo>
                            <a:pt x="95648" y="412967"/>
                            <a:pt x="108731" y="414157"/>
                            <a:pt x="99216" y="420104"/>
                          </a:cubicBezTo>
                          <a:cubicBezTo>
                            <a:pt x="95648" y="422483"/>
                            <a:pt x="93269" y="422483"/>
                            <a:pt x="90890" y="423672"/>
                          </a:cubicBezTo>
                          <a:cubicBezTo>
                            <a:pt x="87322" y="427240"/>
                            <a:pt x="96837" y="431998"/>
                            <a:pt x="92079" y="431998"/>
                          </a:cubicBezTo>
                          <a:cubicBezTo>
                            <a:pt x="84943" y="431998"/>
                            <a:pt x="82564" y="423672"/>
                            <a:pt x="73048" y="421293"/>
                          </a:cubicBezTo>
                          <a:cubicBezTo>
                            <a:pt x="65912" y="418914"/>
                            <a:pt x="43312" y="416536"/>
                            <a:pt x="48070" y="423672"/>
                          </a:cubicBezTo>
                          <a:cubicBezTo>
                            <a:pt x="48070" y="424862"/>
                            <a:pt x="48070" y="426051"/>
                            <a:pt x="49260" y="426051"/>
                          </a:cubicBezTo>
                          <a:cubicBezTo>
                            <a:pt x="52828" y="427240"/>
                            <a:pt x="57586" y="426051"/>
                            <a:pt x="62343" y="428430"/>
                          </a:cubicBezTo>
                          <a:cubicBezTo>
                            <a:pt x="69480" y="431998"/>
                            <a:pt x="86132" y="431998"/>
                            <a:pt x="83753" y="439135"/>
                          </a:cubicBezTo>
                          <a:cubicBezTo>
                            <a:pt x="83753" y="439135"/>
                            <a:pt x="82564" y="439135"/>
                            <a:pt x="82564" y="439135"/>
                          </a:cubicBezTo>
                          <a:cubicBezTo>
                            <a:pt x="80185" y="439135"/>
                            <a:pt x="76616" y="439135"/>
                            <a:pt x="74238" y="439135"/>
                          </a:cubicBezTo>
                          <a:cubicBezTo>
                            <a:pt x="54017" y="435567"/>
                            <a:pt x="23092" y="407020"/>
                            <a:pt x="12387" y="423672"/>
                          </a:cubicBezTo>
                          <a:cubicBezTo>
                            <a:pt x="7629" y="430809"/>
                            <a:pt x="4061" y="426051"/>
                            <a:pt x="1682" y="430809"/>
                          </a:cubicBezTo>
                          <a:cubicBezTo>
                            <a:pt x="493" y="433188"/>
                            <a:pt x="-697" y="434377"/>
                            <a:pt x="493" y="439135"/>
                          </a:cubicBezTo>
                          <a:cubicBezTo>
                            <a:pt x="1682" y="441514"/>
                            <a:pt x="8819" y="441514"/>
                            <a:pt x="4061" y="443893"/>
                          </a:cubicBezTo>
                          <a:cubicBezTo>
                            <a:pt x="-697" y="446271"/>
                            <a:pt x="1682" y="453408"/>
                            <a:pt x="5250" y="453408"/>
                          </a:cubicBezTo>
                          <a:cubicBezTo>
                            <a:pt x="6440" y="453408"/>
                            <a:pt x="7629" y="453408"/>
                            <a:pt x="7629" y="453408"/>
                          </a:cubicBezTo>
                          <a:cubicBezTo>
                            <a:pt x="10008" y="454597"/>
                            <a:pt x="14766" y="451029"/>
                            <a:pt x="17145" y="448650"/>
                          </a:cubicBezTo>
                          <a:cubicBezTo>
                            <a:pt x="17145" y="447461"/>
                            <a:pt x="17145" y="446271"/>
                            <a:pt x="17145" y="446271"/>
                          </a:cubicBezTo>
                          <a:cubicBezTo>
                            <a:pt x="18334" y="443893"/>
                            <a:pt x="24281" y="440324"/>
                            <a:pt x="23092" y="446271"/>
                          </a:cubicBezTo>
                          <a:cubicBezTo>
                            <a:pt x="21903" y="451029"/>
                            <a:pt x="18334" y="451029"/>
                            <a:pt x="14766" y="454597"/>
                          </a:cubicBezTo>
                          <a:cubicBezTo>
                            <a:pt x="1682" y="468871"/>
                            <a:pt x="31418" y="462924"/>
                            <a:pt x="38555" y="472439"/>
                          </a:cubicBezTo>
                          <a:cubicBezTo>
                            <a:pt x="40933" y="476007"/>
                            <a:pt x="37365" y="478386"/>
                            <a:pt x="34986" y="479576"/>
                          </a:cubicBezTo>
                          <a:cubicBezTo>
                            <a:pt x="25471" y="483144"/>
                            <a:pt x="14766" y="478386"/>
                            <a:pt x="10008" y="484333"/>
                          </a:cubicBezTo>
                          <a:cubicBezTo>
                            <a:pt x="8819" y="486712"/>
                            <a:pt x="8819" y="490281"/>
                            <a:pt x="10008" y="492659"/>
                          </a:cubicBezTo>
                          <a:cubicBezTo>
                            <a:pt x="13577" y="496228"/>
                            <a:pt x="15956" y="498607"/>
                            <a:pt x="18334" y="502175"/>
                          </a:cubicBezTo>
                          <a:cubicBezTo>
                            <a:pt x="20713" y="505743"/>
                            <a:pt x="24281" y="509311"/>
                            <a:pt x="26660" y="512880"/>
                          </a:cubicBezTo>
                          <a:cubicBezTo>
                            <a:pt x="26660" y="512880"/>
                            <a:pt x="26660" y="512880"/>
                            <a:pt x="26660" y="512880"/>
                          </a:cubicBezTo>
                          <a:cubicBezTo>
                            <a:pt x="26660" y="512880"/>
                            <a:pt x="26660" y="512880"/>
                            <a:pt x="26660" y="512880"/>
                          </a:cubicBezTo>
                          <a:cubicBezTo>
                            <a:pt x="26660" y="514069"/>
                            <a:pt x="27850" y="515259"/>
                            <a:pt x="29039" y="514069"/>
                          </a:cubicBezTo>
                          <a:cubicBezTo>
                            <a:pt x="29039" y="514069"/>
                            <a:pt x="29039" y="514069"/>
                            <a:pt x="29039" y="512880"/>
                          </a:cubicBezTo>
                          <a:cubicBezTo>
                            <a:pt x="29039" y="512880"/>
                            <a:pt x="29039" y="512880"/>
                            <a:pt x="29039" y="512880"/>
                          </a:cubicBezTo>
                          <a:cubicBezTo>
                            <a:pt x="29039" y="512880"/>
                            <a:pt x="29039" y="512880"/>
                            <a:pt x="29039" y="512880"/>
                          </a:cubicBezTo>
                          <a:cubicBezTo>
                            <a:pt x="29039" y="512880"/>
                            <a:pt x="29039" y="514069"/>
                            <a:pt x="29039" y="514069"/>
                          </a:cubicBezTo>
                          <a:cubicBezTo>
                            <a:pt x="30229" y="518827"/>
                            <a:pt x="34986" y="518827"/>
                            <a:pt x="39744" y="522395"/>
                          </a:cubicBezTo>
                          <a:cubicBezTo>
                            <a:pt x="42123" y="523585"/>
                            <a:pt x="49260" y="534290"/>
                            <a:pt x="50449" y="527153"/>
                          </a:cubicBezTo>
                          <a:cubicBezTo>
                            <a:pt x="50449" y="525964"/>
                            <a:pt x="50449" y="523585"/>
                            <a:pt x="50449" y="522395"/>
                          </a:cubicBezTo>
                          <a:cubicBezTo>
                            <a:pt x="50449" y="515259"/>
                            <a:pt x="52828" y="514069"/>
                            <a:pt x="52828" y="509311"/>
                          </a:cubicBezTo>
                          <a:cubicBezTo>
                            <a:pt x="52828" y="504554"/>
                            <a:pt x="55207" y="500985"/>
                            <a:pt x="57586" y="504554"/>
                          </a:cubicBezTo>
                          <a:cubicBezTo>
                            <a:pt x="61154" y="510501"/>
                            <a:pt x="55207" y="512880"/>
                            <a:pt x="59964" y="517638"/>
                          </a:cubicBezTo>
                          <a:cubicBezTo>
                            <a:pt x="63533" y="521206"/>
                            <a:pt x="74238" y="508122"/>
                            <a:pt x="75427" y="514069"/>
                          </a:cubicBezTo>
                          <a:cubicBezTo>
                            <a:pt x="76616" y="518827"/>
                            <a:pt x="64722" y="530721"/>
                            <a:pt x="75427" y="528342"/>
                          </a:cubicBezTo>
                          <a:cubicBezTo>
                            <a:pt x="77806" y="528342"/>
                            <a:pt x="76616" y="523585"/>
                            <a:pt x="77806" y="518827"/>
                          </a:cubicBezTo>
                          <a:cubicBezTo>
                            <a:pt x="80185" y="512880"/>
                            <a:pt x="83753" y="517638"/>
                            <a:pt x="86132" y="521206"/>
                          </a:cubicBezTo>
                          <a:cubicBezTo>
                            <a:pt x="87322" y="522395"/>
                            <a:pt x="87322" y="523585"/>
                            <a:pt x="88511" y="523585"/>
                          </a:cubicBezTo>
                          <a:cubicBezTo>
                            <a:pt x="93269" y="523585"/>
                            <a:pt x="90890" y="515259"/>
                            <a:pt x="96837" y="515259"/>
                          </a:cubicBezTo>
                          <a:cubicBezTo>
                            <a:pt x="100405" y="515259"/>
                            <a:pt x="101595" y="517638"/>
                            <a:pt x="102784" y="518827"/>
                          </a:cubicBezTo>
                          <a:cubicBezTo>
                            <a:pt x="103974" y="522395"/>
                            <a:pt x="95648" y="529532"/>
                            <a:pt x="101595" y="529532"/>
                          </a:cubicBezTo>
                          <a:cubicBezTo>
                            <a:pt x="107542" y="528342"/>
                            <a:pt x="107542" y="518827"/>
                            <a:pt x="112300" y="516448"/>
                          </a:cubicBezTo>
                          <a:cubicBezTo>
                            <a:pt x="117058" y="514069"/>
                            <a:pt x="117058" y="514069"/>
                            <a:pt x="121815" y="516448"/>
                          </a:cubicBezTo>
                          <a:cubicBezTo>
                            <a:pt x="130141" y="520016"/>
                            <a:pt x="134899" y="528342"/>
                            <a:pt x="144414" y="529532"/>
                          </a:cubicBezTo>
                          <a:cubicBezTo>
                            <a:pt x="146793" y="529532"/>
                            <a:pt x="146793" y="524774"/>
                            <a:pt x="147983" y="527153"/>
                          </a:cubicBezTo>
                          <a:cubicBezTo>
                            <a:pt x="151551" y="530721"/>
                            <a:pt x="152741" y="534290"/>
                            <a:pt x="156309" y="535479"/>
                          </a:cubicBezTo>
                          <a:cubicBezTo>
                            <a:pt x="156309" y="535479"/>
                            <a:pt x="157498" y="535479"/>
                            <a:pt x="157498" y="535479"/>
                          </a:cubicBezTo>
                          <a:cubicBezTo>
                            <a:pt x="159877" y="537858"/>
                            <a:pt x="155119" y="542616"/>
                            <a:pt x="157498" y="543805"/>
                          </a:cubicBezTo>
                          <a:cubicBezTo>
                            <a:pt x="162256" y="546184"/>
                            <a:pt x="163445" y="543805"/>
                            <a:pt x="167014" y="546184"/>
                          </a:cubicBezTo>
                          <a:cubicBezTo>
                            <a:pt x="169393" y="548563"/>
                            <a:pt x="169393" y="548563"/>
                            <a:pt x="171771" y="554510"/>
                          </a:cubicBezTo>
                          <a:cubicBezTo>
                            <a:pt x="174150" y="558078"/>
                            <a:pt x="176529" y="550942"/>
                            <a:pt x="178908" y="552131"/>
                          </a:cubicBezTo>
                          <a:cubicBezTo>
                            <a:pt x="180097" y="552131"/>
                            <a:pt x="181287" y="553321"/>
                            <a:pt x="181287" y="554510"/>
                          </a:cubicBezTo>
                          <a:cubicBezTo>
                            <a:pt x="186045" y="559268"/>
                            <a:pt x="188424" y="564025"/>
                            <a:pt x="193181" y="567594"/>
                          </a:cubicBezTo>
                          <a:cubicBezTo>
                            <a:pt x="201507" y="574730"/>
                            <a:pt x="184855" y="584246"/>
                            <a:pt x="188424" y="589004"/>
                          </a:cubicBezTo>
                          <a:cubicBezTo>
                            <a:pt x="189613" y="590193"/>
                            <a:pt x="194371" y="589004"/>
                            <a:pt x="193181" y="590193"/>
                          </a:cubicBezTo>
                          <a:cubicBezTo>
                            <a:pt x="191992" y="594951"/>
                            <a:pt x="182476" y="594951"/>
                            <a:pt x="182476" y="600898"/>
                          </a:cubicBezTo>
                          <a:cubicBezTo>
                            <a:pt x="182476" y="609224"/>
                            <a:pt x="194371" y="610413"/>
                            <a:pt x="195560" y="618740"/>
                          </a:cubicBezTo>
                          <a:cubicBezTo>
                            <a:pt x="197939" y="629444"/>
                            <a:pt x="199129" y="631823"/>
                            <a:pt x="203886" y="640149"/>
                          </a:cubicBezTo>
                          <a:cubicBezTo>
                            <a:pt x="206265" y="644907"/>
                            <a:pt x="212212" y="646097"/>
                            <a:pt x="209833" y="652044"/>
                          </a:cubicBezTo>
                          <a:cubicBezTo>
                            <a:pt x="207454" y="657991"/>
                            <a:pt x="201507" y="662749"/>
                            <a:pt x="196749" y="666317"/>
                          </a:cubicBezTo>
                          <a:cubicBezTo>
                            <a:pt x="193181" y="668696"/>
                            <a:pt x="183666" y="671075"/>
                            <a:pt x="188424" y="674643"/>
                          </a:cubicBezTo>
                          <a:cubicBezTo>
                            <a:pt x="191992" y="677022"/>
                            <a:pt x="194371" y="671075"/>
                            <a:pt x="197939" y="669885"/>
                          </a:cubicBezTo>
                          <a:cubicBezTo>
                            <a:pt x="199129" y="668696"/>
                            <a:pt x="200318" y="667506"/>
                            <a:pt x="201507" y="667506"/>
                          </a:cubicBezTo>
                          <a:cubicBezTo>
                            <a:pt x="202697" y="667506"/>
                            <a:pt x="205076" y="666317"/>
                            <a:pt x="205076" y="667506"/>
                          </a:cubicBezTo>
                          <a:cubicBezTo>
                            <a:pt x="207454" y="668696"/>
                            <a:pt x="203886" y="669885"/>
                            <a:pt x="203886" y="672264"/>
                          </a:cubicBezTo>
                          <a:cubicBezTo>
                            <a:pt x="202697" y="678211"/>
                            <a:pt x="207454" y="684159"/>
                            <a:pt x="206265" y="691295"/>
                          </a:cubicBezTo>
                          <a:cubicBezTo>
                            <a:pt x="205076" y="694863"/>
                            <a:pt x="200318" y="699621"/>
                            <a:pt x="203886" y="705568"/>
                          </a:cubicBezTo>
                          <a:cubicBezTo>
                            <a:pt x="203886" y="705568"/>
                            <a:pt x="203886" y="706758"/>
                            <a:pt x="203886" y="706758"/>
                          </a:cubicBezTo>
                          <a:cubicBezTo>
                            <a:pt x="203886" y="709137"/>
                            <a:pt x="205076" y="709137"/>
                            <a:pt x="201507" y="711515"/>
                          </a:cubicBezTo>
                          <a:cubicBezTo>
                            <a:pt x="199129" y="712705"/>
                            <a:pt x="202697" y="715084"/>
                            <a:pt x="203886" y="716273"/>
                          </a:cubicBezTo>
                          <a:cubicBezTo>
                            <a:pt x="206265" y="717463"/>
                            <a:pt x="209833" y="717463"/>
                            <a:pt x="209833" y="721031"/>
                          </a:cubicBezTo>
                          <a:cubicBezTo>
                            <a:pt x="208644" y="723410"/>
                            <a:pt x="209833" y="724599"/>
                            <a:pt x="207454" y="729357"/>
                          </a:cubicBezTo>
                          <a:cubicBezTo>
                            <a:pt x="205076" y="732925"/>
                            <a:pt x="201507" y="728168"/>
                            <a:pt x="196749" y="731736"/>
                          </a:cubicBezTo>
                          <a:cubicBezTo>
                            <a:pt x="194371" y="732925"/>
                            <a:pt x="195560" y="737683"/>
                            <a:pt x="199129" y="737683"/>
                          </a:cubicBezTo>
                          <a:cubicBezTo>
                            <a:pt x="203886" y="737683"/>
                            <a:pt x="209833" y="738872"/>
                            <a:pt x="211023" y="742441"/>
                          </a:cubicBezTo>
                          <a:cubicBezTo>
                            <a:pt x="212212" y="746009"/>
                            <a:pt x="209833" y="747199"/>
                            <a:pt x="212212" y="751956"/>
                          </a:cubicBezTo>
                          <a:cubicBezTo>
                            <a:pt x="214591" y="756714"/>
                            <a:pt x="211023" y="760282"/>
                            <a:pt x="207454" y="769798"/>
                          </a:cubicBezTo>
                          <a:cubicBezTo>
                            <a:pt x="206265" y="773366"/>
                            <a:pt x="200318" y="778124"/>
                            <a:pt x="196749" y="774556"/>
                          </a:cubicBezTo>
                          <a:cubicBezTo>
                            <a:pt x="190802" y="770987"/>
                            <a:pt x="180097" y="775745"/>
                            <a:pt x="186045" y="779313"/>
                          </a:cubicBezTo>
                          <a:cubicBezTo>
                            <a:pt x="190802" y="782882"/>
                            <a:pt x="196749" y="774556"/>
                            <a:pt x="199129" y="776934"/>
                          </a:cubicBezTo>
                          <a:cubicBezTo>
                            <a:pt x="202697" y="779313"/>
                            <a:pt x="203886" y="780503"/>
                            <a:pt x="201507" y="781692"/>
                          </a:cubicBezTo>
                          <a:cubicBezTo>
                            <a:pt x="197939" y="785260"/>
                            <a:pt x="199129" y="785260"/>
                            <a:pt x="196749" y="790018"/>
                          </a:cubicBezTo>
                          <a:cubicBezTo>
                            <a:pt x="191992" y="795965"/>
                            <a:pt x="178908" y="794776"/>
                            <a:pt x="182476" y="800723"/>
                          </a:cubicBezTo>
                          <a:cubicBezTo>
                            <a:pt x="183666" y="801912"/>
                            <a:pt x="183666" y="803102"/>
                            <a:pt x="184855" y="803102"/>
                          </a:cubicBezTo>
                          <a:cubicBezTo>
                            <a:pt x="186045" y="804291"/>
                            <a:pt x="189613" y="805481"/>
                            <a:pt x="191992" y="804291"/>
                          </a:cubicBezTo>
                          <a:cubicBezTo>
                            <a:pt x="191992" y="804291"/>
                            <a:pt x="193181" y="804291"/>
                            <a:pt x="193181" y="804291"/>
                          </a:cubicBezTo>
                          <a:cubicBezTo>
                            <a:pt x="194371" y="804291"/>
                            <a:pt x="194371" y="803102"/>
                            <a:pt x="195560" y="803102"/>
                          </a:cubicBezTo>
                          <a:cubicBezTo>
                            <a:pt x="195560" y="803102"/>
                            <a:pt x="196749" y="803102"/>
                            <a:pt x="197939" y="803102"/>
                          </a:cubicBezTo>
                          <a:cubicBezTo>
                            <a:pt x="196749" y="803102"/>
                            <a:pt x="195560" y="804291"/>
                            <a:pt x="193181" y="804291"/>
                          </a:cubicBezTo>
                          <a:cubicBezTo>
                            <a:pt x="193181" y="804291"/>
                            <a:pt x="191992" y="804291"/>
                            <a:pt x="191992" y="804291"/>
                          </a:cubicBezTo>
                          <a:cubicBezTo>
                            <a:pt x="188424" y="805481"/>
                            <a:pt x="184855" y="806670"/>
                            <a:pt x="181287" y="807860"/>
                          </a:cubicBezTo>
                          <a:cubicBezTo>
                            <a:pt x="183666" y="804291"/>
                            <a:pt x="177718" y="799534"/>
                            <a:pt x="175340" y="803102"/>
                          </a:cubicBezTo>
                          <a:cubicBezTo>
                            <a:pt x="174150" y="805481"/>
                            <a:pt x="175340" y="809049"/>
                            <a:pt x="177718" y="809049"/>
                          </a:cubicBezTo>
                          <a:cubicBezTo>
                            <a:pt x="175340" y="810239"/>
                            <a:pt x="172961" y="811428"/>
                            <a:pt x="171771" y="813807"/>
                          </a:cubicBezTo>
                          <a:cubicBezTo>
                            <a:pt x="167014" y="820944"/>
                            <a:pt x="169393" y="825701"/>
                            <a:pt x="174150" y="832838"/>
                          </a:cubicBezTo>
                          <a:cubicBezTo>
                            <a:pt x="176529" y="836406"/>
                            <a:pt x="177718" y="825701"/>
                            <a:pt x="181287" y="830459"/>
                          </a:cubicBezTo>
                          <a:cubicBezTo>
                            <a:pt x="182476" y="832838"/>
                            <a:pt x="180097" y="835217"/>
                            <a:pt x="182476" y="838785"/>
                          </a:cubicBezTo>
                          <a:cubicBezTo>
                            <a:pt x="182476" y="838785"/>
                            <a:pt x="183666" y="838785"/>
                            <a:pt x="183666" y="838785"/>
                          </a:cubicBezTo>
                          <a:cubicBezTo>
                            <a:pt x="188424" y="842353"/>
                            <a:pt x="191992" y="838785"/>
                            <a:pt x="195560" y="836406"/>
                          </a:cubicBezTo>
                          <a:cubicBezTo>
                            <a:pt x="197939" y="834027"/>
                            <a:pt x="201507" y="838785"/>
                            <a:pt x="203886" y="836406"/>
                          </a:cubicBezTo>
                          <a:cubicBezTo>
                            <a:pt x="205076" y="835217"/>
                            <a:pt x="202697" y="832838"/>
                            <a:pt x="203886" y="832838"/>
                          </a:cubicBezTo>
                          <a:cubicBezTo>
                            <a:pt x="206265" y="830459"/>
                            <a:pt x="202697" y="825701"/>
                            <a:pt x="203886" y="824512"/>
                          </a:cubicBezTo>
                          <a:cubicBezTo>
                            <a:pt x="206265" y="819754"/>
                            <a:pt x="206265" y="818565"/>
                            <a:pt x="209833" y="819754"/>
                          </a:cubicBezTo>
                          <a:cubicBezTo>
                            <a:pt x="212212" y="820944"/>
                            <a:pt x="216970" y="824512"/>
                            <a:pt x="218160" y="819754"/>
                          </a:cubicBezTo>
                          <a:cubicBezTo>
                            <a:pt x="219349" y="816186"/>
                            <a:pt x="219349" y="824512"/>
                            <a:pt x="222917" y="820944"/>
                          </a:cubicBezTo>
                          <a:cubicBezTo>
                            <a:pt x="226485" y="817375"/>
                            <a:pt x="236001" y="801912"/>
                            <a:pt x="236001" y="809049"/>
                          </a:cubicBezTo>
                          <a:cubicBezTo>
                            <a:pt x="236001" y="814996"/>
                            <a:pt x="222917" y="817375"/>
                            <a:pt x="225296" y="823322"/>
                          </a:cubicBezTo>
                          <a:cubicBezTo>
                            <a:pt x="228864" y="832838"/>
                            <a:pt x="244327" y="820944"/>
                            <a:pt x="249085" y="826891"/>
                          </a:cubicBezTo>
                          <a:cubicBezTo>
                            <a:pt x="256221" y="835217"/>
                            <a:pt x="214591" y="832838"/>
                            <a:pt x="224107" y="841164"/>
                          </a:cubicBezTo>
                          <a:cubicBezTo>
                            <a:pt x="227675" y="844732"/>
                            <a:pt x="232433" y="844732"/>
                            <a:pt x="236001" y="842353"/>
                          </a:cubicBezTo>
                          <a:cubicBezTo>
                            <a:pt x="239569" y="841164"/>
                            <a:pt x="249085" y="835217"/>
                            <a:pt x="246706" y="841164"/>
                          </a:cubicBezTo>
                          <a:cubicBezTo>
                            <a:pt x="244327" y="847111"/>
                            <a:pt x="232433" y="843543"/>
                            <a:pt x="231243" y="849490"/>
                          </a:cubicBezTo>
                          <a:cubicBezTo>
                            <a:pt x="230054" y="853058"/>
                            <a:pt x="222917" y="854248"/>
                            <a:pt x="227675" y="857816"/>
                          </a:cubicBezTo>
                          <a:cubicBezTo>
                            <a:pt x="234812" y="862574"/>
                            <a:pt x="240759" y="841164"/>
                            <a:pt x="247895" y="849490"/>
                          </a:cubicBezTo>
                          <a:cubicBezTo>
                            <a:pt x="249085" y="850679"/>
                            <a:pt x="247895" y="850679"/>
                            <a:pt x="247895" y="851869"/>
                          </a:cubicBezTo>
                          <a:cubicBezTo>
                            <a:pt x="247895" y="853058"/>
                            <a:pt x="247895" y="854248"/>
                            <a:pt x="245516" y="854248"/>
                          </a:cubicBezTo>
                          <a:cubicBezTo>
                            <a:pt x="244327" y="854248"/>
                            <a:pt x="241948" y="854248"/>
                            <a:pt x="240759" y="854248"/>
                          </a:cubicBezTo>
                          <a:cubicBezTo>
                            <a:pt x="237190" y="854248"/>
                            <a:pt x="233622" y="856627"/>
                            <a:pt x="236001" y="859005"/>
                          </a:cubicBezTo>
                          <a:cubicBezTo>
                            <a:pt x="237190" y="862574"/>
                            <a:pt x="241948" y="861384"/>
                            <a:pt x="246706" y="859005"/>
                          </a:cubicBezTo>
                          <a:cubicBezTo>
                            <a:pt x="246706" y="859005"/>
                            <a:pt x="247895" y="859005"/>
                            <a:pt x="247895" y="859005"/>
                          </a:cubicBezTo>
                          <a:cubicBezTo>
                            <a:pt x="252653" y="857816"/>
                            <a:pt x="251464" y="859005"/>
                            <a:pt x="255032" y="861384"/>
                          </a:cubicBezTo>
                          <a:cubicBezTo>
                            <a:pt x="264547" y="868521"/>
                            <a:pt x="244327" y="862574"/>
                            <a:pt x="239569" y="863763"/>
                          </a:cubicBezTo>
                          <a:cubicBezTo>
                            <a:pt x="232433" y="864953"/>
                            <a:pt x="253843" y="874468"/>
                            <a:pt x="249085" y="879226"/>
                          </a:cubicBezTo>
                          <a:cubicBezTo>
                            <a:pt x="245516" y="882794"/>
                            <a:pt x="245516" y="870900"/>
                            <a:pt x="241948" y="873279"/>
                          </a:cubicBezTo>
                          <a:cubicBezTo>
                            <a:pt x="237190" y="878036"/>
                            <a:pt x="246706" y="880415"/>
                            <a:pt x="250274" y="883984"/>
                          </a:cubicBezTo>
                          <a:cubicBezTo>
                            <a:pt x="253843" y="887552"/>
                            <a:pt x="257411" y="888741"/>
                            <a:pt x="251464" y="892310"/>
                          </a:cubicBezTo>
                          <a:cubicBezTo>
                            <a:pt x="250274" y="893499"/>
                            <a:pt x="247895" y="893499"/>
                            <a:pt x="247895" y="892310"/>
                          </a:cubicBezTo>
                          <a:cubicBezTo>
                            <a:pt x="245516" y="889931"/>
                            <a:pt x="244327" y="886362"/>
                            <a:pt x="243137" y="888741"/>
                          </a:cubicBezTo>
                          <a:cubicBezTo>
                            <a:pt x="239569" y="892310"/>
                            <a:pt x="249085" y="898257"/>
                            <a:pt x="252653" y="898257"/>
                          </a:cubicBezTo>
                          <a:cubicBezTo>
                            <a:pt x="253843" y="898257"/>
                            <a:pt x="257411" y="898257"/>
                            <a:pt x="256221" y="899446"/>
                          </a:cubicBezTo>
                          <a:cubicBezTo>
                            <a:pt x="256221" y="901825"/>
                            <a:pt x="253843" y="903014"/>
                            <a:pt x="252653" y="903014"/>
                          </a:cubicBezTo>
                          <a:cubicBezTo>
                            <a:pt x="239569" y="903014"/>
                            <a:pt x="240759" y="882794"/>
                            <a:pt x="230054" y="876847"/>
                          </a:cubicBezTo>
                          <a:cubicBezTo>
                            <a:pt x="214591" y="867331"/>
                            <a:pt x="171771" y="853058"/>
                            <a:pt x="178908" y="874468"/>
                          </a:cubicBezTo>
                          <a:cubicBezTo>
                            <a:pt x="181287" y="880415"/>
                            <a:pt x="183666" y="882794"/>
                            <a:pt x="187234" y="889931"/>
                          </a:cubicBezTo>
                          <a:cubicBezTo>
                            <a:pt x="189613" y="894688"/>
                            <a:pt x="193181" y="898257"/>
                            <a:pt x="197939" y="900636"/>
                          </a:cubicBezTo>
                          <a:cubicBezTo>
                            <a:pt x="196749" y="900636"/>
                            <a:pt x="195560" y="901825"/>
                            <a:pt x="194371" y="900636"/>
                          </a:cubicBezTo>
                          <a:cubicBezTo>
                            <a:pt x="189613" y="898257"/>
                            <a:pt x="187234" y="892310"/>
                            <a:pt x="180097" y="892310"/>
                          </a:cubicBezTo>
                          <a:cubicBezTo>
                            <a:pt x="177718" y="892310"/>
                            <a:pt x="176529" y="888741"/>
                            <a:pt x="175340" y="891120"/>
                          </a:cubicBezTo>
                          <a:cubicBezTo>
                            <a:pt x="170582" y="895878"/>
                            <a:pt x="168203" y="897067"/>
                            <a:pt x="168203" y="904204"/>
                          </a:cubicBezTo>
                          <a:cubicBezTo>
                            <a:pt x="168203" y="908962"/>
                            <a:pt x="178908" y="907772"/>
                            <a:pt x="175340" y="911340"/>
                          </a:cubicBezTo>
                          <a:cubicBezTo>
                            <a:pt x="171771" y="913719"/>
                            <a:pt x="169393" y="910151"/>
                            <a:pt x="167014" y="912530"/>
                          </a:cubicBezTo>
                          <a:cubicBezTo>
                            <a:pt x="164635" y="914909"/>
                            <a:pt x="164635" y="919667"/>
                            <a:pt x="169393" y="922046"/>
                          </a:cubicBezTo>
                          <a:cubicBezTo>
                            <a:pt x="172961" y="924424"/>
                            <a:pt x="167014" y="925614"/>
                            <a:pt x="167014" y="926803"/>
                          </a:cubicBezTo>
                          <a:cubicBezTo>
                            <a:pt x="167014" y="927993"/>
                            <a:pt x="167014" y="929182"/>
                            <a:pt x="167014" y="929182"/>
                          </a:cubicBezTo>
                          <a:cubicBezTo>
                            <a:pt x="171771" y="935129"/>
                            <a:pt x="182476" y="931561"/>
                            <a:pt x="190802" y="933940"/>
                          </a:cubicBezTo>
                          <a:cubicBezTo>
                            <a:pt x="194371" y="935129"/>
                            <a:pt x="189613" y="937508"/>
                            <a:pt x="188424" y="939887"/>
                          </a:cubicBezTo>
                          <a:cubicBezTo>
                            <a:pt x="186045" y="942266"/>
                            <a:pt x="182476" y="942266"/>
                            <a:pt x="180097" y="939887"/>
                          </a:cubicBezTo>
                          <a:cubicBezTo>
                            <a:pt x="180097" y="939887"/>
                            <a:pt x="180097" y="938698"/>
                            <a:pt x="180097" y="938698"/>
                          </a:cubicBezTo>
                          <a:cubicBezTo>
                            <a:pt x="178908" y="936319"/>
                            <a:pt x="174150" y="936319"/>
                            <a:pt x="172961" y="938698"/>
                          </a:cubicBezTo>
                          <a:cubicBezTo>
                            <a:pt x="171771" y="942266"/>
                            <a:pt x="172961" y="945834"/>
                            <a:pt x="176529" y="945834"/>
                          </a:cubicBezTo>
                          <a:cubicBezTo>
                            <a:pt x="177718" y="945834"/>
                            <a:pt x="180097" y="944645"/>
                            <a:pt x="181287" y="945834"/>
                          </a:cubicBezTo>
                          <a:cubicBezTo>
                            <a:pt x="183666" y="948213"/>
                            <a:pt x="181287" y="948213"/>
                            <a:pt x="183666" y="950592"/>
                          </a:cubicBezTo>
                          <a:cubicBezTo>
                            <a:pt x="186045" y="952971"/>
                            <a:pt x="188424" y="949403"/>
                            <a:pt x="190802" y="948213"/>
                          </a:cubicBezTo>
                          <a:cubicBezTo>
                            <a:pt x="190802" y="948213"/>
                            <a:pt x="191992" y="948213"/>
                            <a:pt x="191992" y="948213"/>
                          </a:cubicBezTo>
                          <a:cubicBezTo>
                            <a:pt x="196749" y="948213"/>
                            <a:pt x="200318" y="947024"/>
                            <a:pt x="202697" y="945834"/>
                          </a:cubicBezTo>
                          <a:cubicBezTo>
                            <a:pt x="206265" y="944645"/>
                            <a:pt x="209833" y="947024"/>
                            <a:pt x="213402" y="945834"/>
                          </a:cubicBezTo>
                          <a:cubicBezTo>
                            <a:pt x="216970" y="944645"/>
                            <a:pt x="220538" y="942266"/>
                            <a:pt x="221728" y="937508"/>
                          </a:cubicBezTo>
                          <a:cubicBezTo>
                            <a:pt x="224107" y="930372"/>
                            <a:pt x="222917" y="929182"/>
                            <a:pt x="219349" y="924424"/>
                          </a:cubicBezTo>
                          <a:cubicBezTo>
                            <a:pt x="218160" y="923235"/>
                            <a:pt x="214591" y="925614"/>
                            <a:pt x="212212" y="924424"/>
                          </a:cubicBezTo>
                          <a:cubicBezTo>
                            <a:pt x="212212" y="924424"/>
                            <a:pt x="212212" y="923235"/>
                            <a:pt x="212212" y="923235"/>
                          </a:cubicBezTo>
                          <a:cubicBezTo>
                            <a:pt x="209833" y="919667"/>
                            <a:pt x="206265" y="919667"/>
                            <a:pt x="205076" y="916098"/>
                          </a:cubicBezTo>
                          <a:cubicBezTo>
                            <a:pt x="202697" y="908962"/>
                            <a:pt x="203886" y="905393"/>
                            <a:pt x="201507" y="901825"/>
                          </a:cubicBezTo>
                          <a:cubicBezTo>
                            <a:pt x="206265" y="904204"/>
                            <a:pt x="211023" y="906583"/>
                            <a:pt x="215781" y="910151"/>
                          </a:cubicBezTo>
                          <a:cubicBezTo>
                            <a:pt x="216970" y="910151"/>
                            <a:pt x="218160" y="908962"/>
                            <a:pt x="218160" y="910151"/>
                          </a:cubicBezTo>
                          <a:cubicBezTo>
                            <a:pt x="218160" y="910151"/>
                            <a:pt x="218160" y="911340"/>
                            <a:pt x="218160" y="911340"/>
                          </a:cubicBezTo>
                          <a:cubicBezTo>
                            <a:pt x="222917" y="914909"/>
                            <a:pt x="221728" y="916098"/>
                            <a:pt x="227675" y="914909"/>
                          </a:cubicBezTo>
                          <a:cubicBezTo>
                            <a:pt x="227675" y="914909"/>
                            <a:pt x="228864" y="914909"/>
                            <a:pt x="228864" y="914909"/>
                          </a:cubicBezTo>
                          <a:cubicBezTo>
                            <a:pt x="233622" y="914909"/>
                            <a:pt x="232433" y="916098"/>
                            <a:pt x="239569" y="914909"/>
                          </a:cubicBezTo>
                          <a:cubicBezTo>
                            <a:pt x="247895" y="913719"/>
                            <a:pt x="251464" y="910151"/>
                            <a:pt x="258600" y="914909"/>
                          </a:cubicBezTo>
                          <a:cubicBezTo>
                            <a:pt x="263358" y="918477"/>
                            <a:pt x="247895" y="920856"/>
                            <a:pt x="256221" y="923235"/>
                          </a:cubicBezTo>
                          <a:cubicBezTo>
                            <a:pt x="257411" y="923235"/>
                            <a:pt x="258600" y="924424"/>
                            <a:pt x="258600" y="925614"/>
                          </a:cubicBezTo>
                          <a:cubicBezTo>
                            <a:pt x="257411" y="932750"/>
                            <a:pt x="238380" y="932750"/>
                            <a:pt x="243137" y="938698"/>
                          </a:cubicBezTo>
                          <a:cubicBezTo>
                            <a:pt x="244327" y="941076"/>
                            <a:pt x="249085" y="936319"/>
                            <a:pt x="251464" y="938698"/>
                          </a:cubicBezTo>
                          <a:cubicBezTo>
                            <a:pt x="255032" y="942266"/>
                            <a:pt x="241948" y="941076"/>
                            <a:pt x="240759" y="947024"/>
                          </a:cubicBezTo>
                          <a:cubicBezTo>
                            <a:pt x="240759" y="951781"/>
                            <a:pt x="230054" y="951781"/>
                            <a:pt x="233622" y="955350"/>
                          </a:cubicBezTo>
                          <a:cubicBezTo>
                            <a:pt x="239569" y="960107"/>
                            <a:pt x="244327" y="955350"/>
                            <a:pt x="247895" y="957729"/>
                          </a:cubicBezTo>
                          <a:cubicBezTo>
                            <a:pt x="253843" y="961297"/>
                            <a:pt x="238380" y="961297"/>
                            <a:pt x="243137" y="964865"/>
                          </a:cubicBezTo>
                          <a:cubicBezTo>
                            <a:pt x="244327" y="966055"/>
                            <a:pt x="246706" y="963676"/>
                            <a:pt x="247895" y="964865"/>
                          </a:cubicBezTo>
                          <a:cubicBezTo>
                            <a:pt x="249085" y="966055"/>
                            <a:pt x="252653" y="967244"/>
                            <a:pt x="250274" y="968433"/>
                          </a:cubicBezTo>
                          <a:cubicBezTo>
                            <a:pt x="247895" y="970812"/>
                            <a:pt x="244327" y="968433"/>
                            <a:pt x="240759" y="968433"/>
                          </a:cubicBezTo>
                          <a:cubicBezTo>
                            <a:pt x="239569" y="968433"/>
                            <a:pt x="237190" y="969623"/>
                            <a:pt x="237190" y="968433"/>
                          </a:cubicBezTo>
                          <a:cubicBezTo>
                            <a:pt x="234812" y="967244"/>
                            <a:pt x="231243" y="966055"/>
                            <a:pt x="233622" y="964865"/>
                          </a:cubicBezTo>
                          <a:cubicBezTo>
                            <a:pt x="236001" y="963676"/>
                            <a:pt x="236001" y="962486"/>
                            <a:pt x="232433" y="961297"/>
                          </a:cubicBezTo>
                          <a:cubicBezTo>
                            <a:pt x="231243" y="960107"/>
                            <a:pt x="231243" y="956539"/>
                            <a:pt x="230054" y="958918"/>
                          </a:cubicBezTo>
                          <a:cubicBezTo>
                            <a:pt x="226485" y="962486"/>
                            <a:pt x="226485" y="970812"/>
                            <a:pt x="224107" y="977949"/>
                          </a:cubicBezTo>
                          <a:cubicBezTo>
                            <a:pt x="222917" y="983896"/>
                            <a:pt x="228864" y="976759"/>
                            <a:pt x="231243" y="977949"/>
                          </a:cubicBezTo>
                          <a:cubicBezTo>
                            <a:pt x="232433" y="979138"/>
                            <a:pt x="232433" y="980328"/>
                            <a:pt x="231243" y="980328"/>
                          </a:cubicBezTo>
                          <a:cubicBezTo>
                            <a:pt x="231243" y="980328"/>
                            <a:pt x="230054" y="980328"/>
                            <a:pt x="230054" y="980328"/>
                          </a:cubicBezTo>
                          <a:cubicBezTo>
                            <a:pt x="226485" y="981517"/>
                            <a:pt x="225296" y="986275"/>
                            <a:pt x="221728" y="988654"/>
                          </a:cubicBezTo>
                          <a:cubicBezTo>
                            <a:pt x="218160" y="991033"/>
                            <a:pt x="211023" y="992222"/>
                            <a:pt x="208644" y="988654"/>
                          </a:cubicBezTo>
                          <a:cubicBezTo>
                            <a:pt x="207454" y="987464"/>
                            <a:pt x="205076" y="987464"/>
                            <a:pt x="206265" y="986275"/>
                          </a:cubicBezTo>
                          <a:cubicBezTo>
                            <a:pt x="208644" y="983896"/>
                            <a:pt x="213402" y="985086"/>
                            <a:pt x="212212" y="983896"/>
                          </a:cubicBezTo>
                          <a:cubicBezTo>
                            <a:pt x="211023" y="981517"/>
                            <a:pt x="208644" y="980328"/>
                            <a:pt x="206265" y="982707"/>
                          </a:cubicBezTo>
                          <a:cubicBezTo>
                            <a:pt x="202697" y="986275"/>
                            <a:pt x="202697" y="986275"/>
                            <a:pt x="199129" y="989843"/>
                          </a:cubicBezTo>
                          <a:cubicBezTo>
                            <a:pt x="195560" y="993412"/>
                            <a:pt x="184855" y="991033"/>
                            <a:pt x="187234" y="994601"/>
                          </a:cubicBezTo>
                          <a:cubicBezTo>
                            <a:pt x="190802" y="1001738"/>
                            <a:pt x="187234" y="995790"/>
                            <a:pt x="189613" y="999359"/>
                          </a:cubicBezTo>
                          <a:cubicBezTo>
                            <a:pt x="190802" y="1001738"/>
                            <a:pt x="191992" y="1000548"/>
                            <a:pt x="195560" y="1002927"/>
                          </a:cubicBezTo>
                          <a:cubicBezTo>
                            <a:pt x="197939" y="1005306"/>
                            <a:pt x="199129" y="1005306"/>
                            <a:pt x="200318" y="1005306"/>
                          </a:cubicBezTo>
                          <a:cubicBezTo>
                            <a:pt x="199129" y="1006495"/>
                            <a:pt x="200318" y="1008874"/>
                            <a:pt x="200318" y="1010064"/>
                          </a:cubicBezTo>
                          <a:cubicBezTo>
                            <a:pt x="202697" y="1012442"/>
                            <a:pt x="212212" y="1010064"/>
                            <a:pt x="209833" y="1007685"/>
                          </a:cubicBezTo>
                          <a:cubicBezTo>
                            <a:pt x="208644" y="1006495"/>
                            <a:pt x="207454" y="1004116"/>
                            <a:pt x="205076" y="1004116"/>
                          </a:cubicBezTo>
                          <a:cubicBezTo>
                            <a:pt x="206265" y="1002927"/>
                            <a:pt x="208644" y="1002927"/>
                            <a:pt x="211023" y="1002927"/>
                          </a:cubicBezTo>
                          <a:cubicBezTo>
                            <a:pt x="212212" y="1002927"/>
                            <a:pt x="213402" y="1002927"/>
                            <a:pt x="213402" y="1002927"/>
                          </a:cubicBezTo>
                          <a:cubicBezTo>
                            <a:pt x="215781" y="1000548"/>
                            <a:pt x="206265" y="998169"/>
                            <a:pt x="211023" y="994601"/>
                          </a:cubicBezTo>
                          <a:cubicBezTo>
                            <a:pt x="214591" y="992222"/>
                            <a:pt x="221728" y="991033"/>
                            <a:pt x="224107" y="994601"/>
                          </a:cubicBezTo>
                          <a:cubicBezTo>
                            <a:pt x="226485" y="996980"/>
                            <a:pt x="224107" y="996980"/>
                            <a:pt x="221728" y="999359"/>
                          </a:cubicBezTo>
                          <a:cubicBezTo>
                            <a:pt x="221728" y="999359"/>
                            <a:pt x="220538" y="999359"/>
                            <a:pt x="220538" y="999359"/>
                          </a:cubicBezTo>
                          <a:cubicBezTo>
                            <a:pt x="216970" y="1004116"/>
                            <a:pt x="209833" y="1002927"/>
                            <a:pt x="216970" y="1008874"/>
                          </a:cubicBezTo>
                          <a:cubicBezTo>
                            <a:pt x="218160" y="1010064"/>
                            <a:pt x="219349" y="1011253"/>
                            <a:pt x="222917" y="1012442"/>
                          </a:cubicBezTo>
                          <a:cubicBezTo>
                            <a:pt x="226485" y="1014821"/>
                            <a:pt x="228864" y="1017200"/>
                            <a:pt x="231243" y="1020769"/>
                          </a:cubicBezTo>
                          <a:cubicBezTo>
                            <a:pt x="231243" y="1021958"/>
                            <a:pt x="231243" y="1023147"/>
                            <a:pt x="231243" y="1023147"/>
                          </a:cubicBezTo>
                          <a:cubicBezTo>
                            <a:pt x="228864" y="1026716"/>
                            <a:pt x="227675" y="1023147"/>
                            <a:pt x="222917" y="1020769"/>
                          </a:cubicBezTo>
                          <a:cubicBezTo>
                            <a:pt x="221728" y="1019579"/>
                            <a:pt x="221728" y="1018390"/>
                            <a:pt x="220538" y="1018390"/>
                          </a:cubicBezTo>
                          <a:cubicBezTo>
                            <a:pt x="214591" y="1013632"/>
                            <a:pt x="207454" y="1021958"/>
                            <a:pt x="201507" y="1016011"/>
                          </a:cubicBezTo>
                          <a:cubicBezTo>
                            <a:pt x="200318" y="1014821"/>
                            <a:pt x="200318" y="1013632"/>
                            <a:pt x="197939" y="1013632"/>
                          </a:cubicBezTo>
                          <a:cubicBezTo>
                            <a:pt x="194371" y="1012442"/>
                            <a:pt x="194371" y="1002927"/>
                            <a:pt x="190802" y="1005306"/>
                          </a:cubicBezTo>
                          <a:cubicBezTo>
                            <a:pt x="189613" y="1006495"/>
                            <a:pt x="190802" y="1010064"/>
                            <a:pt x="189613" y="1011253"/>
                          </a:cubicBezTo>
                          <a:cubicBezTo>
                            <a:pt x="187234" y="1011253"/>
                            <a:pt x="188424" y="1010064"/>
                            <a:pt x="186045" y="1008874"/>
                          </a:cubicBezTo>
                          <a:cubicBezTo>
                            <a:pt x="181287" y="1005306"/>
                            <a:pt x="178908" y="998169"/>
                            <a:pt x="175340" y="1001738"/>
                          </a:cubicBezTo>
                          <a:cubicBezTo>
                            <a:pt x="169393" y="1008874"/>
                            <a:pt x="195560" y="1010064"/>
                            <a:pt x="194371" y="1019579"/>
                          </a:cubicBezTo>
                          <a:cubicBezTo>
                            <a:pt x="193181" y="1021958"/>
                            <a:pt x="188424" y="1019579"/>
                            <a:pt x="186045" y="1019579"/>
                          </a:cubicBezTo>
                          <a:cubicBezTo>
                            <a:pt x="186045" y="1019579"/>
                            <a:pt x="184855" y="1019579"/>
                            <a:pt x="184855" y="1019579"/>
                          </a:cubicBezTo>
                          <a:cubicBezTo>
                            <a:pt x="182476" y="1017200"/>
                            <a:pt x="181287" y="1013632"/>
                            <a:pt x="177718" y="1014821"/>
                          </a:cubicBezTo>
                          <a:cubicBezTo>
                            <a:pt x="175340" y="1016011"/>
                            <a:pt x="175340" y="1016011"/>
                            <a:pt x="175340" y="1019579"/>
                          </a:cubicBezTo>
                          <a:cubicBezTo>
                            <a:pt x="174150" y="1026716"/>
                            <a:pt x="161066" y="1027905"/>
                            <a:pt x="162256" y="1035042"/>
                          </a:cubicBezTo>
                          <a:cubicBezTo>
                            <a:pt x="163445" y="1043368"/>
                            <a:pt x="172961" y="1026716"/>
                            <a:pt x="180097" y="1026716"/>
                          </a:cubicBezTo>
                          <a:cubicBezTo>
                            <a:pt x="184855" y="1026716"/>
                            <a:pt x="187234" y="1023147"/>
                            <a:pt x="189613" y="1024337"/>
                          </a:cubicBezTo>
                          <a:cubicBezTo>
                            <a:pt x="193181" y="1025526"/>
                            <a:pt x="195560" y="1027905"/>
                            <a:pt x="197939" y="1029095"/>
                          </a:cubicBezTo>
                          <a:cubicBezTo>
                            <a:pt x="201507" y="1032663"/>
                            <a:pt x="208644" y="1038610"/>
                            <a:pt x="211023" y="1031473"/>
                          </a:cubicBezTo>
                          <a:cubicBezTo>
                            <a:pt x="212212" y="1027905"/>
                            <a:pt x="208644" y="1023147"/>
                            <a:pt x="211023" y="1020769"/>
                          </a:cubicBezTo>
                          <a:cubicBezTo>
                            <a:pt x="213402" y="1018390"/>
                            <a:pt x="216970" y="1018390"/>
                            <a:pt x="219349" y="1020769"/>
                          </a:cubicBezTo>
                          <a:cubicBezTo>
                            <a:pt x="220538" y="1021958"/>
                            <a:pt x="222917" y="1023147"/>
                            <a:pt x="220538" y="1024337"/>
                          </a:cubicBezTo>
                          <a:cubicBezTo>
                            <a:pt x="218160" y="1025526"/>
                            <a:pt x="215781" y="1024337"/>
                            <a:pt x="215781" y="1025526"/>
                          </a:cubicBezTo>
                          <a:cubicBezTo>
                            <a:pt x="214591" y="1027905"/>
                            <a:pt x="215781" y="1029095"/>
                            <a:pt x="216970" y="1030284"/>
                          </a:cubicBezTo>
                          <a:cubicBezTo>
                            <a:pt x="219349" y="1032663"/>
                            <a:pt x="227675" y="1032663"/>
                            <a:pt x="225296" y="1027905"/>
                          </a:cubicBezTo>
                          <a:cubicBezTo>
                            <a:pt x="222917" y="1023147"/>
                            <a:pt x="238380" y="1026716"/>
                            <a:pt x="236001" y="1029095"/>
                          </a:cubicBezTo>
                          <a:cubicBezTo>
                            <a:pt x="233622" y="1031473"/>
                            <a:pt x="232433" y="1032663"/>
                            <a:pt x="227675" y="1032663"/>
                          </a:cubicBezTo>
                          <a:cubicBezTo>
                            <a:pt x="224107" y="1032663"/>
                            <a:pt x="219349" y="1030284"/>
                            <a:pt x="216970" y="1032663"/>
                          </a:cubicBezTo>
                          <a:cubicBezTo>
                            <a:pt x="215781" y="1035042"/>
                            <a:pt x="215781" y="1036231"/>
                            <a:pt x="219349" y="1037421"/>
                          </a:cubicBezTo>
                          <a:cubicBezTo>
                            <a:pt x="226485" y="1042178"/>
                            <a:pt x="232433" y="1042178"/>
                            <a:pt x="234812" y="1044557"/>
                          </a:cubicBezTo>
                          <a:cubicBezTo>
                            <a:pt x="238380" y="1046936"/>
                            <a:pt x="232433" y="1048126"/>
                            <a:pt x="231243" y="1048126"/>
                          </a:cubicBezTo>
                          <a:cubicBezTo>
                            <a:pt x="224107" y="1050505"/>
                            <a:pt x="219349" y="1040989"/>
                            <a:pt x="213402" y="1037421"/>
                          </a:cubicBezTo>
                          <a:cubicBezTo>
                            <a:pt x="212212" y="1036231"/>
                            <a:pt x="211023" y="1037421"/>
                            <a:pt x="209833" y="1037421"/>
                          </a:cubicBezTo>
                          <a:cubicBezTo>
                            <a:pt x="205076" y="1036231"/>
                            <a:pt x="200318" y="1035042"/>
                            <a:pt x="197939" y="1032663"/>
                          </a:cubicBezTo>
                          <a:cubicBezTo>
                            <a:pt x="191992" y="1026716"/>
                            <a:pt x="180097" y="1025526"/>
                            <a:pt x="174150" y="1030284"/>
                          </a:cubicBezTo>
                          <a:cubicBezTo>
                            <a:pt x="164635" y="1037421"/>
                            <a:pt x="144414" y="1045747"/>
                            <a:pt x="155119" y="1051694"/>
                          </a:cubicBezTo>
                          <a:cubicBezTo>
                            <a:pt x="162256" y="1056452"/>
                            <a:pt x="170582" y="1050505"/>
                            <a:pt x="178908" y="1049315"/>
                          </a:cubicBezTo>
                          <a:cubicBezTo>
                            <a:pt x="183666" y="1049315"/>
                            <a:pt x="187234" y="1049315"/>
                            <a:pt x="191992" y="1049315"/>
                          </a:cubicBezTo>
                          <a:cubicBezTo>
                            <a:pt x="194371" y="1049315"/>
                            <a:pt x="196749" y="1052883"/>
                            <a:pt x="194371" y="1054073"/>
                          </a:cubicBezTo>
                          <a:cubicBezTo>
                            <a:pt x="187234" y="1060020"/>
                            <a:pt x="171771" y="1052883"/>
                            <a:pt x="161066" y="1054073"/>
                          </a:cubicBezTo>
                          <a:cubicBezTo>
                            <a:pt x="158688" y="1054073"/>
                            <a:pt x="156309" y="1052883"/>
                            <a:pt x="153930" y="1054073"/>
                          </a:cubicBezTo>
                          <a:cubicBezTo>
                            <a:pt x="151551" y="1056452"/>
                            <a:pt x="149172" y="1057641"/>
                            <a:pt x="150362" y="1062399"/>
                          </a:cubicBezTo>
                          <a:cubicBezTo>
                            <a:pt x="150362" y="1063588"/>
                            <a:pt x="150362" y="1063588"/>
                            <a:pt x="151551" y="1064778"/>
                          </a:cubicBezTo>
                          <a:cubicBezTo>
                            <a:pt x="152741" y="1065967"/>
                            <a:pt x="155119" y="1064778"/>
                            <a:pt x="156309" y="1064778"/>
                          </a:cubicBezTo>
                          <a:cubicBezTo>
                            <a:pt x="162256" y="1065967"/>
                            <a:pt x="169393" y="1064778"/>
                            <a:pt x="176529" y="1065967"/>
                          </a:cubicBezTo>
                          <a:cubicBezTo>
                            <a:pt x="178908" y="1065967"/>
                            <a:pt x="180097" y="1071914"/>
                            <a:pt x="177718" y="1074293"/>
                          </a:cubicBezTo>
                          <a:cubicBezTo>
                            <a:pt x="174150" y="1076672"/>
                            <a:pt x="158688" y="1073104"/>
                            <a:pt x="164635" y="1077861"/>
                          </a:cubicBezTo>
                          <a:cubicBezTo>
                            <a:pt x="165824" y="1079051"/>
                            <a:pt x="168203" y="1077861"/>
                            <a:pt x="169393" y="1077861"/>
                          </a:cubicBezTo>
                          <a:cubicBezTo>
                            <a:pt x="170582" y="1077861"/>
                            <a:pt x="170582" y="1080240"/>
                            <a:pt x="169393" y="1080240"/>
                          </a:cubicBezTo>
                          <a:cubicBezTo>
                            <a:pt x="165824" y="1081430"/>
                            <a:pt x="164635" y="1082619"/>
                            <a:pt x="161066" y="1080240"/>
                          </a:cubicBezTo>
                          <a:cubicBezTo>
                            <a:pt x="157498" y="1077861"/>
                            <a:pt x="156309" y="1075483"/>
                            <a:pt x="152741" y="1079051"/>
                          </a:cubicBezTo>
                          <a:cubicBezTo>
                            <a:pt x="150362" y="1081430"/>
                            <a:pt x="152741" y="1084998"/>
                            <a:pt x="153930" y="1086188"/>
                          </a:cubicBezTo>
                          <a:cubicBezTo>
                            <a:pt x="155119" y="1087377"/>
                            <a:pt x="156309" y="1086188"/>
                            <a:pt x="157498" y="1086188"/>
                          </a:cubicBezTo>
                          <a:cubicBezTo>
                            <a:pt x="159877" y="1084998"/>
                            <a:pt x="163445" y="1084998"/>
                            <a:pt x="165824" y="1086188"/>
                          </a:cubicBezTo>
                          <a:cubicBezTo>
                            <a:pt x="171771" y="1092135"/>
                            <a:pt x="151551" y="1084998"/>
                            <a:pt x="147983" y="1087377"/>
                          </a:cubicBezTo>
                          <a:cubicBezTo>
                            <a:pt x="146793" y="1088566"/>
                            <a:pt x="146793" y="1089756"/>
                            <a:pt x="146793" y="1090945"/>
                          </a:cubicBezTo>
                          <a:cubicBezTo>
                            <a:pt x="145604" y="1094514"/>
                            <a:pt x="143225" y="1099271"/>
                            <a:pt x="144414" y="1102840"/>
                          </a:cubicBezTo>
                          <a:cubicBezTo>
                            <a:pt x="144414" y="1105218"/>
                            <a:pt x="149172" y="1104029"/>
                            <a:pt x="151551" y="1101650"/>
                          </a:cubicBezTo>
                          <a:cubicBezTo>
                            <a:pt x="157498" y="1094514"/>
                            <a:pt x="170582" y="1100461"/>
                            <a:pt x="176529" y="1093324"/>
                          </a:cubicBezTo>
                          <a:cubicBezTo>
                            <a:pt x="184855" y="1084998"/>
                            <a:pt x="189613" y="1079051"/>
                            <a:pt x="199129" y="1074293"/>
                          </a:cubicBezTo>
                          <a:cubicBezTo>
                            <a:pt x="202697" y="1073104"/>
                            <a:pt x="207454" y="1070725"/>
                            <a:pt x="208644" y="1074293"/>
                          </a:cubicBezTo>
                          <a:cubicBezTo>
                            <a:pt x="209833" y="1080240"/>
                            <a:pt x="195560" y="1079051"/>
                            <a:pt x="189613" y="1082619"/>
                          </a:cubicBezTo>
                          <a:cubicBezTo>
                            <a:pt x="184855" y="1086188"/>
                            <a:pt x="182476" y="1090945"/>
                            <a:pt x="177718" y="1095703"/>
                          </a:cubicBezTo>
                          <a:cubicBezTo>
                            <a:pt x="170582" y="1101650"/>
                            <a:pt x="162256" y="1100461"/>
                            <a:pt x="153930" y="1104029"/>
                          </a:cubicBezTo>
                          <a:cubicBezTo>
                            <a:pt x="151551" y="1105218"/>
                            <a:pt x="143225" y="1108787"/>
                            <a:pt x="146793" y="1109976"/>
                          </a:cubicBezTo>
                          <a:cubicBezTo>
                            <a:pt x="152741" y="1112355"/>
                            <a:pt x="150362" y="1112355"/>
                            <a:pt x="157498" y="1108787"/>
                          </a:cubicBezTo>
                          <a:cubicBezTo>
                            <a:pt x="161066" y="1106408"/>
                            <a:pt x="159877" y="1102840"/>
                            <a:pt x="163445" y="1106408"/>
                          </a:cubicBezTo>
                          <a:cubicBezTo>
                            <a:pt x="170582" y="1114734"/>
                            <a:pt x="184855" y="1099271"/>
                            <a:pt x="182476" y="1107597"/>
                          </a:cubicBezTo>
                          <a:cubicBezTo>
                            <a:pt x="180097" y="1113544"/>
                            <a:pt x="172961" y="1113544"/>
                            <a:pt x="163445" y="1111166"/>
                          </a:cubicBezTo>
                          <a:cubicBezTo>
                            <a:pt x="158688" y="1109976"/>
                            <a:pt x="151551" y="1114734"/>
                            <a:pt x="151551" y="1119492"/>
                          </a:cubicBezTo>
                          <a:cubicBezTo>
                            <a:pt x="151551" y="1123060"/>
                            <a:pt x="162256" y="1120681"/>
                            <a:pt x="161066" y="1124249"/>
                          </a:cubicBezTo>
                          <a:cubicBezTo>
                            <a:pt x="158688" y="1130197"/>
                            <a:pt x="156309" y="1129007"/>
                            <a:pt x="161066" y="1132575"/>
                          </a:cubicBezTo>
                          <a:cubicBezTo>
                            <a:pt x="164635" y="1136144"/>
                            <a:pt x="169393" y="1134954"/>
                            <a:pt x="174150" y="1129007"/>
                          </a:cubicBezTo>
                          <a:cubicBezTo>
                            <a:pt x="181287" y="1123060"/>
                            <a:pt x="183666" y="1121871"/>
                            <a:pt x="187234" y="1118302"/>
                          </a:cubicBezTo>
                          <a:cubicBezTo>
                            <a:pt x="191992" y="1114734"/>
                            <a:pt x="190802" y="1120681"/>
                            <a:pt x="195560" y="1120681"/>
                          </a:cubicBezTo>
                          <a:cubicBezTo>
                            <a:pt x="196749" y="1120681"/>
                            <a:pt x="200318" y="1121871"/>
                            <a:pt x="197939" y="1123060"/>
                          </a:cubicBezTo>
                          <a:cubicBezTo>
                            <a:pt x="191992" y="1127818"/>
                            <a:pt x="183666" y="1121871"/>
                            <a:pt x="180097" y="1124249"/>
                          </a:cubicBezTo>
                          <a:cubicBezTo>
                            <a:pt x="178908" y="1125439"/>
                            <a:pt x="178908" y="1125439"/>
                            <a:pt x="178908" y="1126628"/>
                          </a:cubicBezTo>
                          <a:cubicBezTo>
                            <a:pt x="177718" y="1130197"/>
                            <a:pt x="171771" y="1130197"/>
                            <a:pt x="168203" y="1133765"/>
                          </a:cubicBezTo>
                          <a:cubicBezTo>
                            <a:pt x="164635" y="1137333"/>
                            <a:pt x="152741" y="1134954"/>
                            <a:pt x="155119" y="1142091"/>
                          </a:cubicBezTo>
                          <a:cubicBezTo>
                            <a:pt x="156309" y="1146849"/>
                            <a:pt x="162256" y="1138523"/>
                            <a:pt x="163445" y="1142091"/>
                          </a:cubicBezTo>
                          <a:cubicBezTo>
                            <a:pt x="163445" y="1144470"/>
                            <a:pt x="164635" y="1144470"/>
                            <a:pt x="164635" y="1145659"/>
                          </a:cubicBezTo>
                          <a:cubicBezTo>
                            <a:pt x="164635" y="1149228"/>
                            <a:pt x="159877" y="1153985"/>
                            <a:pt x="163445" y="1158743"/>
                          </a:cubicBezTo>
                          <a:cubicBezTo>
                            <a:pt x="163445" y="1158743"/>
                            <a:pt x="163445" y="1159933"/>
                            <a:pt x="163445" y="1159933"/>
                          </a:cubicBezTo>
                          <a:cubicBezTo>
                            <a:pt x="169393" y="1165880"/>
                            <a:pt x="170582" y="1153985"/>
                            <a:pt x="176529" y="1152796"/>
                          </a:cubicBezTo>
                          <a:cubicBezTo>
                            <a:pt x="184855" y="1152796"/>
                            <a:pt x="178908" y="1157554"/>
                            <a:pt x="176529" y="1159933"/>
                          </a:cubicBezTo>
                          <a:cubicBezTo>
                            <a:pt x="170582" y="1164690"/>
                            <a:pt x="162256" y="1159933"/>
                            <a:pt x="161066" y="1164690"/>
                          </a:cubicBezTo>
                          <a:cubicBezTo>
                            <a:pt x="157498" y="1174206"/>
                            <a:pt x="152741" y="1182532"/>
                            <a:pt x="162256" y="1186100"/>
                          </a:cubicBezTo>
                          <a:cubicBezTo>
                            <a:pt x="168203" y="1188479"/>
                            <a:pt x="169393" y="1173016"/>
                            <a:pt x="176529" y="1173016"/>
                          </a:cubicBezTo>
                          <a:cubicBezTo>
                            <a:pt x="181287" y="1173016"/>
                            <a:pt x="181287" y="1165880"/>
                            <a:pt x="181287" y="1170637"/>
                          </a:cubicBezTo>
                          <a:cubicBezTo>
                            <a:pt x="182476" y="1174206"/>
                            <a:pt x="181287" y="1175395"/>
                            <a:pt x="183666" y="1173016"/>
                          </a:cubicBezTo>
                          <a:cubicBezTo>
                            <a:pt x="187234" y="1170637"/>
                            <a:pt x="188424" y="1167069"/>
                            <a:pt x="191992" y="1164690"/>
                          </a:cubicBezTo>
                          <a:cubicBezTo>
                            <a:pt x="194371" y="1163501"/>
                            <a:pt x="194371" y="1168259"/>
                            <a:pt x="199129" y="1167069"/>
                          </a:cubicBezTo>
                          <a:cubicBezTo>
                            <a:pt x="201507" y="1167069"/>
                            <a:pt x="202697" y="1161122"/>
                            <a:pt x="202697" y="1164690"/>
                          </a:cubicBezTo>
                          <a:cubicBezTo>
                            <a:pt x="205076" y="1173016"/>
                            <a:pt x="206265" y="1181342"/>
                            <a:pt x="202697" y="1183721"/>
                          </a:cubicBezTo>
                          <a:cubicBezTo>
                            <a:pt x="196749" y="1187290"/>
                            <a:pt x="197939" y="1173016"/>
                            <a:pt x="189613" y="1175395"/>
                          </a:cubicBezTo>
                          <a:cubicBezTo>
                            <a:pt x="188424" y="1175395"/>
                            <a:pt x="187234" y="1174206"/>
                            <a:pt x="187234" y="1175395"/>
                          </a:cubicBezTo>
                          <a:cubicBezTo>
                            <a:pt x="184855" y="1178963"/>
                            <a:pt x="191992" y="1181342"/>
                            <a:pt x="195560" y="1183721"/>
                          </a:cubicBezTo>
                          <a:cubicBezTo>
                            <a:pt x="196749" y="1184911"/>
                            <a:pt x="199129" y="1186100"/>
                            <a:pt x="196749" y="1186100"/>
                          </a:cubicBezTo>
                          <a:cubicBezTo>
                            <a:pt x="191992" y="1186100"/>
                            <a:pt x="189613" y="1181342"/>
                            <a:pt x="183666" y="1183721"/>
                          </a:cubicBezTo>
                          <a:cubicBezTo>
                            <a:pt x="181287" y="1184911"/>
                            <a:pt x="183666" y="1188479"/>
                            <a:pt x="181287" y="1188479"/>
                          </a:cubicBezTo>
                          <a:cubicBezTo>
                            <a:pt x="177718" y="1189668"/>
                            <a:pt x="172961" y="1187290"/>
                            <a:pt x="169393" y="1190858"/>
                          </a:cubicBezTo>
                          <a:cubicBezTo>
                            <a:pt x="165824" y="1194426"/>
                            <a:pt x="177718" y="1192047"/>
                            <a:pt x="180097" y="1190858"/>
                          </a:cubicBezTo>
                          <a:cubicBezTo>
                            <a:pt x="186045" y="1186100"/>
                            <a:pt x="196749" y="1182532"/>
                            <a:pt x="195560" y="1190858"/>
                          </a:cubicBezTo>
                          <a:cubicBezTo>
                            <a:pt x="195560" y="1194426"/>
                            <a:pt x="189613" y="1192047"/>
                            <a:pt x="184855" y="1193237"/>
                          </a:cubicBezTo>
                          <a:cubicBezTo>
                            <a:pt x="180097" y="1194426"/>
                            <a:pt x="172961" y="1194426"/>
                            <a:pt x="169393" y="1195616"/>
                          </a:cubicBezTo>
                          <a:cubicBezTo>
                            <a:pt x="165824" y="1196805"/>
                            <a:pt x="167014" y="1199184"/>
                            <a:pt x="167014" y="1200373"/>
                          </a:cubicBezTo>
                          <a:cubicBezTo>
                            <a:pt x="167014" y="1202752"/>
                            <a:pt x="172961" y="1200373"/>
                            <a:pt x="176529" y="1201563"/>
                          </a:cubicBezTo>
                          <a:cubicBezTo>
                            <a:pt x="177718" y="1202752"/>
                            <a:pt x="175340" y="1203942"/>
                            <a:pt x="174150" y="1205131"/>
                          </a:cubicBezTo>
                          <a:cubicBezTo>
                            <a:pt x="172961" y="1206320"/>
                            <a:pt x="169393" y="1203942"/>
                            <a:pt x="167014" y="1205131"/>
                          </a:cubicBezTo>
                          <a:cubicBezTo>
                            <a:pt x="165824" y="1207510"/>
                            <a:pt x="164635" y="1213457"/>
                            <a:pt x="169393" y="1213457"/>
                          </a:cubicBezTo>
                          <a:cubicBezTo>
                            <a:pt x="170582" y="1213457"/>
                            <a:pt x="171771" y="1213457"/>
                            <a:pt x="171771" y="1213457"/>
                          </a:cubicBezTo>
                          <a:cubicBezTo>
                            <a:pt x="174150" y="1212268"/>
                            <a:pt x="176529" y="1208699"/>
                            <a:pt x="180097" y="1211078"/>
                          </a:cubicBezTo>
                          <a:cubicBezTo>
                            <a:pt x="184855" y="1213457"/>
                            <a:pt x="187234" y="1206320"/>
                            <a:pt x="189613" y="1209889"/>
                          </a:cubicBezTo>
                          <a:cubicBezTo>
                            <a:pt x="190802" y="1211078"/>
                            <a:pt x="187234" y="1213457"/>
                            <a:pt x="186045" y="1213457"/>
                          </a:cubicBezTo>
                          <a:cubicBezTo>
                            <a:pt x="182476" y="1214646"/>
                            <a:pt x="174150" y="1212268"/>
                            <a:pt x="175340" y="1214646"/>
                          </a:cubicBezTo>
                          <a:cubicBezTo>
                            <a:pt x="176529" y="1217025"/>
                            <a:pt x="184855" y="1217025"/>
                            <a:pt x="180097" y="1218215"/>
                          </a:cubicBezTo>
                          <a:cubicBezTo>
                            <a:pt x="175340" y="1220594"/>
                            <a:pt x="168203" y="1218215"/>
                            <a:pt x="169393" y="1221783"/>
                          </a:cubicBezTo>
                          <a:cubicBezTo>
                            <a:pt x="170582" y="1224162"/>
                            <a:pt x="174150" y="1224162"/>
                            <a:pt x="177718" y="1222973"/>
                          </a:cubicBezTo>
                          <a:cubicBezTo>
                            <a:pt x="181287" y="1221783"/>
                            <a:pt x="189613" y="1221783"/>
                            <a:pt x="186045" y="1225351"/>
                          </a:cubicBezTo>
                          <a:cubicBezTo>
                            <a:pt x="186045" y="1226541"/>
                            <a:pt x="184855" y="1225351"/>
                            <a:pt x="183666" y="1225351"/>
                          </a:cubicBezTo>
                          <a:cubicBezTo>
                            <a:pt x="182476" y="1225351"/>
                            <a:pt x="180097" y="1225351"/>
                            <a:pt x="178908" y="1225351"/>
                          </a:cubicBezTo>
                          <a:cubicBezTo>
                            <a:pt x="174150" y="1225351"/>
                            <a:pt x="168203" y="1227730"/>
                            <a:pt x="171771" y="1231299"/>
                          </a:cubicBezTo>
                          <a:cubicBezTo>
                            <a:pt x="172961" y="1232488"/>
                            <a:pt x="175340" y="1232488"/>
                            <a:pt x="176529" y="1231299"/>
                          </a:cubicBezTo>
                          <a:cubicBezTo>
                            <a:pt x="180097" y="1230109"/>
                            <a:pt x="184855" y="1228920"/>
                            <a:pt x="186045" y="1231299"/>
                          </a:cubicBezTo>
                          <a:cubicBezTo>
                            <a:pt x="186045" y="1232488"/>
                            <a:pt x="186045" y="1233677"/>
                            <a:pt x="184855" y="1233677"/>
                          </a:cubicBezTo>
                          <a:cubicBezTo>
                            <a:pt x="180097" y="1233677"/>
                            <a:pt x="181287" y="1233677"/>
                            <a:pt x="177718" y="1236056"/>
                          </a:cubicBezTo>
                          <a:cubicBezTo>
                            <a:pt x="174150" y="1238435"/>
                            <a:pt x="178908" y="1245572"/>
                            <a:pt x="182476" y="1240814"/>
                          </a:cubicBezTo>
                          <a:cubicBezTo>
                            <a:pt x="187234" y="1237246"/>
                            <a:pt x="188424" y="1237246"/>
                            <a:pt x="191992" y="1242003"/>
                          </a:cubicBezTo>
                          <a:cubicBezTo>
                            <a:pt x="194371" y="1244382"/>
                            <a:pt x="193181" y="1247951"/>
                            <a:pt x="191992" y="1251519"/>
                          </a:cubicBezTo>
                          <a:cubicBezTo>
                            <a:pt x="190802" y="1256277"/>
                            <a:pt x="180097" y="1257466"/>
                            <a:pt x="181287" y="1263413"/>
                          </a:cubicBezTo>
                          <a:cubicBezTo>
                            <a:pt x="182476" y="1268171"/>
                            <a:pt x="187234" y="1257466"/>
                            <a:pt x="190802" y="1262224"/>
                          </a:cubicBezTo>
                          <a:cubicBezTo>
                            <a:pt x="193181" y="1264603"/>
                            <a:pt x="188424" y="1268171"/>
                            <a:pt x="189613" y="1270550"/>
                          </a:cubicBezTo>
                          <a:cubicBezTo>
                            <a:pt x="190802" y="1272929"/>
                            <a:pt x="197939" y="1270550"/>
                            <a:pt x="196749" y="1272929"/>
                          </a:cubicBezTo>
                          <a:cubicBezTo>
                            <a:pt x="196749" y="1272929"/>
                            <a:pt x="195560" y="1272929"/>
                            <a:pt x="195560" y="1272929"/>
                          </a:cubicBezTo>
                          <a:cubicBezTo>
                            <a:pt x="191992" y="1275308"/>
                            <a:pt x="189613" y="1278876"/>
                            <a:pt x="191992" y="1283634"/>
                          </a:cubicBezTo>
                          <a:cubicBezTo>
                            <a:pt x="193181" y="1288392"/>
                            <a:pt x="197939" y="1281255"/>
                            <a:pt x="200318" y="1277687"/>
                          </a:cubicBezTo>
                          <a:cubicBezTo>
                            <a:pt x="203886" y="1274118"/>
                            <a:pt x="208644" y="1278876"/>
                            <a:pt x="205076" y="1283634"/>
                          </a:cubicBezTo>
                          <a:cubicBezTo>
                            <a:pt x="202697" y="1287202"/>
                            <a:pt x="197939" y="1283634"/>
                            <a:pt x="191992" y="1288392"/>
                          </a:cubicBezTo>
                          <a:cubicBezTo>
                            <a:pt x="190802" y="1289581"/>
                            <a:pt x="190802" y="1291960"/>
                            <a:pt x="191992" y="1293149"/>
                          </a:cubicBezTo>
                          <a:cubicBezTo>
                            <a:pt x="196749" y="1297907"/>
                            <a:pt x="202697" y="1283634"/>
                            <a:pt x="205076" y="1291960"/>
                          </a:cubicBezTo>
                          <a:cubicBezTo>
                            <a:pt x="206265" y="1294339"/>
                            <a:pt x="201507" y="1293149"/>
                            <a:pt x="201507" y="1295528"/>
                          </a:cubicBezTo>
                          <a:cubicBezTo>
                            <a:pt x="200318" y="1300286"/>
                            <a:pt x="190802" y="1301475"/>
                            <a:pt x="191992" y="1306233"/>
                          </a:cubicBezTo>
                          <a:cubicBezTo>
                            <a:pt x="193181" y="1312180"/>
                            <a:pt x="201507" y="1305044"/>
                            <a:pt x="205076" y="1303854"/>
                          </a:cubicBezTo>
                          <a:cubicBezTo>
                            <a:pt x="209833" y="1302665"/>
                            <a:pt x="211023" y="1300286"/>
                            <a:pt x="213402" y="1303854"/>
                          </a:cubicBezTo>
                          <a:cubicBezTo>
                            <a:pt x="213402" y="1305044"/>
                            <a:pt x="214591" y="1306233"/>
                            <a:pt x="213402" y="1306233"/>
                          </a:cubicBezTo>
                          <a:cubicBezTo>
                            <a:pt x="208644" y="1309801"/>
                            <a:pt x="203886" y="1303854"/>
                            <a:pt x="202697" y="1308612"/>
                          </a:cubicBezTo>
                          <a:cubicBezTo>
                            <a:pt x="200318" y="1316938"/>
                            <a:pt x="200318" y="1316938"/>
                            <a:pt x="206265" y="1321696"/>
                          </a:cubicBezTo>
                          <a:cubicBezTo>
                            <a:pt x="211023" y="1325264"/>
                            <a:pt x="212212" y="1313370"/>
                            <a:pt x="218160" y="1315748"/>
                          </a:cubicBezTo>
                          <a:cubicBezTo>
                            <a:pt x="222917" y="1318127"/>
                            <a:pt x="224107" y="1322885"/>
                            <a:pt x="226485" y="1327643"/>
                          </a:cubicBezTo>
                          <a:cubicBezTo>
                            <a:pt x="227675" y="1328832"/>
                            <a:pt x="225296" y="1330022"/>
                            <a:pt x="224107" y="1331211"/>
                          </a:cubicBezTo>
                          <a:cubicBezTo>
                            <a:pt x="221728" y="1332401"/>
                            <a:pt x="218160" y="1330022"/>
                            <a:pt x="218160" y="1333590"/>
                          </a:cubicBezTo>
                          <a:cubicBezTo>
                            <a:pt x="218160" y="1334779"/>
                            <a:pt x="219349" y="1334779"/>
                            <a:pt x="220538" y="1335969"/>
                          </a:cubicBezTo>
                          <a:cubicBezTo>
                            <a:pt x="222917" y="1337158"/>
                            <a:pt x="224107" y="1338348"/>
                            <a:pt x="225296" y="1338348"/>
                          </a:cubicBezTo>
                          <a:cubicBezTo>
                            <a:pt x="227675" y="1338348"/>
                            <a:pt x="225296" y="1331211"/>
                            <a:pt x="227675" y="1330022"/>
                          </a:cubicBezTo>
                          <a:cubicBezTo>
                            <a:pt x="234812" y="1328832"/>
                            <a:pt x="237190" y="1334779"/>
                            <a:pt x="245516" y="1331211"/>
                          </a:cubicBezTo>
                          <a:cubicBezTo>
                            <a:pt x="251464" y="1328832"/>
                            <a:pt x="256221" y="1330022"/>
                            <a:pt x="263358" y="1324075"/>
                          </a:cubicBezTo>
                          <a:cubicBezTo>
                            <a:pt x="265737" y="1321696"/>
                            <a:pt x="264547" y="1321696"/>
                            <a:pt x="263358" y="1319317"/>
                          </a:cubicBezTo>
                          <a:cubicBezTo>
                            <a:pt x="263358" y="1318127"/>
                            <a:pt x="262168" y="1315748"/>
                            <a:pt x="263358" y="1315748"/>
                          </a:cubicBezTo>
                          <a:cubicBezTo>
                            <a:pt x="264547" y="1313370"/>
                            <a:pt x="266926" y="1315748"/>
                            <a:pt x="268116" y="1316938"/>
                          </a:cubicBezTo>
                          <a:cubicBezTo>
                            <a:pt x="270495" y="1319317"/>
                            <a:pt x="269305" y="1325264"/>
                            <a:pt x="265737" y="1327643"/>
                          </a:cubicBezTo>
                          <a:cubicBezTo>
                            <a:pt x="263358" y="1328832"/>
                            <a:pt x="257411" y="1330022"/>
                            <a:pt x="260979" y="1333590"/>
                          </a:cubicBezTo>
                          <a:cubicBezTo>
                            <a:pt x="262168" y="1334779"/>
                            <a:pt x="264547" y="1334779"/>
                            <a:pt x="265737" y="1333590"/>
                          </a:cubicBezTo>
                          <a:cubicBezTo>
                            <a:pt x="266926" y="1332401"/>
                            <a:pt x="264547" y="1331211"/>
                            <a:pt x="265737" y="1331211"/>
                          </a:cubicBezTo>
                          <a:cubicBezTo>
                            <a:pt x="266926" y="1330022"/>
                            <a:pt x="266926" y="1331211"/>
                            <a:pt x="268116" y="1331211"/>
                          </a:cubicBezTo>
                          <a:cubicBezTo>
                            <a:pt x="274063" y="1331211"/>
                            <a:pt x="277631" y="1316938"/>
                            <a:pt x="281199" y="1322885"/>
                          </a:cubicBezTo>
                          <a:cubicBezTo>
                            <a:pt x="282389" y="1324075"/>
                            <a:pt x="282389" y="1326453"/>
                            <a:pt x="281199" y="1327643"/>
                          </a:cubicBezTo>
                          <a:cubicBezTo>
                            <a:pt x="277631" y="1333590"/>
                            <a:pt x="262168" y="1332401"/>
                            <a:pt x="265737" y="1338348"/>
                          </a:cubicBezTo>
                          <a:cubicBezTo>
                            <a:pt x="268116" y="1341916"/>
                            <a:pt x="274063" y="1330022"/>
                            <a:pt x="276442" y="1332401"/>
                          </a:cubicBezTo>
                          <a:cubicBezTo>
                            <a:pt x="280010" y="1337158"/>
                            <a:pt x="271684" y="1341916"/>
                            <a:pt x="265737" y="1345484"/>
                          </a:cubicBezTo>
                          <a:cubicBezTo>
                            <a:pt x="263358" y="1347863"/>
                            <a:pt x="257411" y="1347863"/>
                            <a:pt x="260979" y="1349053"/>
                          </a:cubicBezTo>
                          <a:cubicBezTo>
                            <a:pt x="266926" y="1351431"/>
                            <a:pt x="268116" y="1355000"/>
                            <a:pt x="271684" y="1350242"/>
                          </a:cubicBezTo>
                          <a:cubicBezTo>
                            <a:pt x="274063" y="1346674"/>
                            <a:pt x="271684" y="1347863"/>
                            <a:pt x="274063" y="1345484"/>
                          </a:cubicBezTo>
                          <a:cubicBezTo>
                            <a:pt x="275252" y="1344295"/>
                            <a:pt x="277631" y="1345484"/>
                            <a:pt x="276442" y="1346674"/>
                          </a:cubicBezTo>
                          <a:cubicBezTo>
                            <a:pt x="274063" y="1350242"/>
                            <a:pt x="270495" y="1356189"/>
                            <a:pt x="276442" y="1353810"/>
                          </a:cubicBezTo>
                          <a:cubicBezTo>
                            <a:pt x="278820" y="1352621"/>
                            <a:pt x="280010" y="1346674"/>
                            <a:pt x="283578" y="1350242"/>
                          </a:cubicBezTo>
                          <a:cubicBezTo>
                            <a:pt x="284768" y="1351431"/>
                            <a:pt x="282389" y="1352621"/>
                            <a:pt x="282389" y="1353810"/>
                          </a:cubicBezTo>
                          <a:cubicBezTo>
                            <a:pt x="283578" y="1359758"/>
                            <a:pt x="270495" y="1363326"/>
                            <a:pt x="276442" y="1366894"/>
                          </a:cubicBezTo>
                          <a:cubicBezTo>
                            <a:pt x="281199" y="1370462"/>
                            <a:pt x="281199" y="1356189"/>
                            <a:pt x="285957" y="1353810"/>
                          </a:cubicBezTo>
                          <a:cubicBezTo>
                            <a:pt x="289526" y="1352621"/>
                            <a:pt x="287147" y="1356189"/>
                            <a:pt x="285957" y="1358568"/>
                          </a:cubicBezTo>
                          <a:cubicBezTo>
                            <a:pt x="284768" y="1359758"/>
                            <a:pt x="285957" y="1362136"/>
                            <a:pt x="284768" y="1363326"/>
                          </a:cubicBezTo>
                          <a:cubicBezTo>
                            <a:pt x="283578" y="1364515"/>
                            <a:pt x="278820" y="1372841"/>
                            <a:pt x="284768" y="1371652"/>
                          </a:cubicBezTo>
                          <a:cubicBezTo>
                            <a:pt x="287147" y="1370462"/>
                            <a:pt x="284768" y="1365705"/>
                            <a:pt x="287147" y="1363326"/>
                          </a:cubicBezTo>
                          <a:cubicBezTo>
                            <a:pt x="289526" y="1362136"/>
                            <a:pt x="290715" y="1366894"/>
                            <a:pt x="291904" y="1364515"/>
                          </a:cubicBezTo>
                          <a:cubicBezTo>
                            <a:pt x="295473" y="1359758"/>
                            <a:pt x="296662" y="1353810"/>
                            <a:pt x="297851" y="1356189"/>
                          </a:cubicBezTo>
                          <a:cubicBezTo>
                            <a:pt x="299041" y="1359758"/>
                            <a:pt x="294283" y="1363326"/>
                            <a:pt x="297851" y="1364515"/>
                          </a:cubicBezTo>
                          <a:cubicBezTo>
                            <a:pt x="306178" y="1368084"/>
                            <a:pt x="310935" y="1375220"/>
                            <a:pt x="316883" y="1371652"/>
                          </a:cubicBezTo>
                          <a:cubicBezTo>
                            <a:pt x="320451" y="1369273"/>
                            <a:pt x="325209" y="1366894"/>
                            <a:pt x="321640" y="1363326"/>
                          </a:cubicBezTo>
                          <a:cubicBezTo>
                            <a:pt x="319262" y="1359758"/>
                            <a:pt x="315693" y="1362136"/>
                            <a:pt x="313314" y="1355000"/>
                          </a:cubicBezTo>
                          <a:cubicBezTo>
                            <a:pt x="312125" y="1350242"/>
                            <a:pt x="297851" y="1351431"/>
                            <a:pt x="301420" y="1346674"/>
                          </a:cubicBezTo>
                          <a:cubicBezTo>
                            <a:pt x="308556" y="1337158"/>
                            <a:pt x="329966" y="1365705"/>
                            <a:pt x="327587" y="1349053"/>
                          </a:cubicBezTo>
                          <a:cubicBezTo>
                            <a:pt x="327587" y="1345484"/>
                            <a:pt x="314503" y="1350242"/>
                            <a:pt x="318072" y="1346674"/>
                          </a:cubicBezTo>
                          <a:cubicBezTo>
                            <a:pt x="322830" y="1343105"/>
                            <a:pt x="329966" y="1344295"/>
                            <a:pt x="324019" y="1341916"/>
                          </a:cubicBezTo>
                          <a:cubicBezTo>
                            <a:pt x="320451" y="1339537"/>
                            <a:pt x="313314" y="1335969"/>
                            <a:pt x="315693" y="1332401"/>
                          </a:cubicBezTo>
                          <a:cubicBezTo>
                            <a:pt x="319262" y="1328832"/>
                            <a:pt x="331156" y="1337158"/>
                            <a:pt x="334724" y="1332401"/>
                          </a:cubicBezTo>
                          <a:cubicBezTo>
                            <a:pt x="335914" y="1331211"/>
                            <a:pt x="335914" y="1328832"/>
                            <a:pt x="334724" y="1327643"/>
                          </a:cubicBezTo>
                          <a:cubicBezTo>
                            <a:pt x="332345" y="1322885"/>
                            <a:pt x="314503" y="1326453"/>
                            <a:pt x="319262" y="1322885"/>
                          </a:cubicBezTo>
                          <a:cubicBezTo>
                            <a:pt x="322830" y="1320506"/>
                            <a:pt x="329966" y="1327643"/>
                            <a:pt x="332345" y="1324075"/>
                          </a:cubicBezTo>
                          <a:cubicBezTo>
                            <a:pt x="337103" y="1318127"/>
                            <a:pt x="324019" y="1316938"/>
                            <a:pt x="327587" y="1313370"/>
                          </a:cubicBezTo>
                          <a:cubicBezTo>
                            <a:pt x="329966" y="1310991"/>
                            <a:pt x="335914" y="1319317"/>
                            <a:pt x="338292" y="1314559"/>
                          </a:cubicBezTo>
                          <a:cubicBezTo>
                            <a:pt x="341861" y="1308612"/>
                            <a:pt x="331156" y="1307422"/>
                            <a:pt x="334724" y="1305044"/>
                          </a:cubicBezTo>
                          <a:cubicBezTo>
                            <a:pt x="339482" y="1302665"/>
                            <a:pt x="347808" y="1307422"/>
                            <a:pt x="343050" y="1302665"/>
                          </a:cubicBezTo>
                          <a:cubicBezTo>
                            <a:pt x="339482" y="1299096"/>
                            <a:pt x="332345" y="1296718"/>
                            <a:pt x="334724" y="1296718"/>
                          </a:cubicBezTo>
                          <a:cubicBezTo>
                            <a:pt x="339482" y="1295528"/>
                            <a:pt x="343050" y="1303854"/>
                            <a:pt x="347808" y="1300286"/>
                          </a:cubicBezTo>
                          <a:cubicBezTo>
                            <a:pt x="354945" y="1296718"/>
                            <a:pt x="346618" y="1277687"/>
                            <a:pt x="350187" y="1275308"/>
                          </a:cubicBezTo>
                          <a:cubicBezTo>
                            <a:pt x="352566" y="1274118"/>
                            <a:pt x="356134" y="1277687"/>
                            <a:pt x="357323" y="1275308"/>
                          </a:cubicBezTo>
                          <a:cubicBezTo>
                            <a:pt x="358513" y="1272929"/>
                            <a:pt x="356134" y="1271739"/>
                            <a:pt x="354945" y="1270550"/>
                          </a:cubicBezTo>
                          <a:cubicBezTo>
                            <a:pt x="354945" y="1269361"/>
                            <a:pt x="354945" y="1268171"/>
                            <a:pt x="354945" y="1268171"/>
                          </a:cubicBezTo>
                          <a:cubicBezTo>
                            <a:pt x="352566" y="1262224"/>
                            <a:pt x="332345" y="1263413"/>
                            <a:pt x="339482" y="1257466"/>
                          </a:cubicBezTo>
                          <a:cubicBezTo>
                            <a:pt x="343050" y="1253898"/>
                            <a:pt x="345429" y="1262224"/>
                            <a:pt x="351376" y="1259845"/>
                          </a:cubicBezTo>
                          <a:cubicBezTo>
                            <a:pt x="354945" y="1258656"/>
                            <a:pt x="350187" y="1249140"/>
                            <a:pt x="356134" y="1251519"/>
                          </a:cubicBezTo>
                          <a:cubicBezTo>
                            <a:pt x="358513" y="1252709"/>
                            <a:pt x="353755" y="1255087"/>
                            <a:pt x="357323" y="1256277"/>
                          </a:cubicBezTo>
                          <a:cubicBezTo>
                            <a:pt x="359702" y="1257466"/>
                            <a:pt x="362081" y="1255087"/>
                            <a:pt x="364460" y="1256277"/>
                          </a:cubicBezTo>
                          <a:cubicBezTo>
                            <a:pt x="366839" y="1258656"/>
                            <a:pt x="369218" y="1262224"/>
                            <a:pt x="371597" y="1258656"/>
                          </a:cubicBezTo>
                          <a:cubicBezTo>
                            <a:pt x="373975" y="1255087"/>
                            <a:pt x="373975" y="1256277"/>
                            <a:pt x="373975" y="1253898"/>
                          </a:cubicBezTo>
                          <a:cubicBezTo>
                            <a:pt x="373975" y="1252709"/>
                            <a:pt x="373975" y="1251519"/>
                            <a:pt x="373975" y="1251519"/>
                          </a:cubicBezTo>
                          <a:cubicBezTo>
                            <a:pt x="372786" y="1247951"/>
                            <a:pt x="366839" y="1252709"/>
                            <a:pt x="363270" y="1249140"/>
                          </a:cubicBezTo>
                          <a:cubicBezTo>
                            <a:pt x="360892" y="1246761"/>
                            <a:pt x="362081" y="1245572"/>
                            <a:pt x="360892" y="1243193"/>
                          </a:cubicBezTo>
                          <a:cubicBezTo>
                            <a:pt x="360892" y="1243193"/>
                            <a:pt x="360892" y="1242003"/>
                            <a:pt x="360892" y="1242003"/>
                          </a:cubicBezTo>
                          <a:cubicBezTo>
                            <a:pt x="360892" y="1236056"/>
                            <a:pt x="364460" y="1234867"/>
                            <a:pt x="366839" y="1238435"/>
                          </a:cubicBezTo>
                          <a:cubicBezTo>
                            <a:pt x="366839" y="1239625"/>
                            <a:pt x="366839" y="1240814"/>
                            <a:pt x="366839" y="1240814"/>
                          </a:cubicBezTo>
                          <a:cubicBezTo>
                            <a:pt x="365649" y="1245572"/>
                            <a:pt x="366839" y="1242003"/>
                            <a:pt x="369218" y="1245572"/>
                          </a:cubicBezTo>
                          <a:cubicBezTo>
                            <a:pt x="371597" y="1250329"/>
                            <a:pt x="381112" y="1243193"/>
                            <a:pt x="377544" y="1240814"/>
                          </a:cubicBezTo>
                          <a:cubicBezTo>
                            <a:pt x="373975" y="1238435"/>
                            <a:pt x="376354" y="1238435"/>
                            <a:pt x="372786" y="1238435"/>
                          </a:cubicBezTo>
                          <a:cubicBezTo>
                            <a:pt x="369218" y="1238435"/>
                            <a:pt x="363270" y="1233677"/>
                            <a:pt x="368028" y="1231299"/>
                          </a:cubicBezTo>
                          <a:cubicBezTo>
                            <a:pt x="372786" y="1228920"/>
                            <a:pt x="376354" y="1236056"/>
                            <a:pt x="381112" y="1238435"/>
                          </a:cubicBezTo>
                          <a:cubicBezTo>
                            <a:pt x="387059" y="1240814"/>
                            <a:pt x="381112" y="1233677"/>
                            <a:pt x="382301" y="1233677"/>
                          </a:cubicBezTo>
                          <a:cubicBezTo>
                            <a:pt x="384680" y="1233677"/>
                            <a:pt x="389438" y="1237246"/>
                            <a:pt x="387059" y="1233677"/>
                          </a:cubicBezTo>
                          <a:cubicBezTo>
                            <a:pt x="385870" y="1230109"/>
                            <a:pt x="371597" y="1222973"/>
                            <a:pt x="375165" y="1228920"/>
                          </a:cubicBezTo>
                          <a:cubicBezTo>
                            <a:pt x="376354" y="1231299"/>
                            <a:pt x="382301" y="1234867"/>
                            <a:pt x="378733" y="1233677"/>
                          </a:cubicBezTo>
                          <a:cubicBezTo>
                            <a:pt x="375165" y="1233677"/>
                            <a:pt x="369218" y="1228920"/>
                            <a:pt x="371597" y="1225351"/>
                          </a:cubicBezTo>
                          <a:cubicBezTo>
                            <a:pt x="372786" y="1222973"/>
                            <a:pt x="373975" y="1220594"/>
                            <a:pt x="376354" y="1221783"/>
                          </a:cubicBezTo>
                          <a:cubicBezTo>
                            <a:pt x="382301" y="1224162"/>
                            <a:pt x="383491" y="1228920"/>
                            <a:pt x="391817" y="1228920"/>
                          </a:cubicBezTo>
                          <a:cubicBezTo>
                            <a:pt x="396575" y="1228920"/>
                            <a:pt x="394196" y="1225351"/>
                            <a:pt x="395385" y="1220594"/>
                          </a:cubicBezTo>
                          <a:cubicBezTo>
                            <a:pt x="396575" y="1218215"/>
                            <a:pt x="400143" y="1220594"/>
                            <a:pt x="398953" y="1218215"/>
                          </a:cubicBezTo>
                          <a:cubicBezTo>
                            <a:pt x="397764" y="1213457"/>
                            <a:pt x="395385" y="1209889"/>
                            <a:pt x="396575" y="1206320"/>
                          </a:cubicBezTo>
                          <a:cubicBezTo>
                            <a:pt x="396575" y="1201563"/>
                            <a:pt x="406090" y="1202752"/>
                            <a:pt x="403711" y="1199184"/>
                          </a:cubicBezTo>
                          <a:cubicBezTo>
                            <a:pt x="397764" y="1192047"/>
                            <a:pt x="383491" y="1196805"/>
                            <a:pt x="383491" y="1189668"/>
                          </a:cubicBezTo>
                          <a:cubicBezTo>
                            <a:pt x="383491" y="1187290"/>
                            <a:pt x="389438" y="1187290"/>
                            <a:pt x="393006" y="1188479"/>
                          </a:cubicBezTo>
                          <a:cubicBezTo>
                            <a:pt x="400143" y="1189668"/>
                            <a:pt x="398953" y="1183721"/>
                            <a:pt x="403711" y="1186100"/>
                          </a:cubicBezTo>
                          <a:cubicBezTo>
                            <a:pt x="408469" y="1188479"/>
                            <a:pt x="407280" y="1181342"/>
                            <a:pt x="404901" y="1177774"/>
                          </a:cubicBezTo>
                          <a:cubicBezTo>
                            <a:pt x="401332" y="1171827"/>
                            <a:pt x="397764" y="1169448"/>
                            <a:pt x="400143" y="1164690"/>
                          </a:cubicBezTo>
                          <a:cubicBezTo>
                            <a:pt x="401332" y="1161122"/>
                            <a:pt x="400143" y="1157554"/>
                            <a:pt x="401332" y="1153985"/>
                          </a:cubicBezTo>
                          <a:cubicBezTo>
                            <a:pt x="403711" y="1150417"/>
                            <a:pt x="402522" y="1157554"/>
                            <a:pt x="408469" y="1156364"/>
                          </a:cubicBezTo>
                          <a:cubicBezTo>
                            <a:pt x="410848" y="1156364"/>
                            <a:pt x="412037" y="1152796"/>
                            <a:pt x="413227" y="1155175"/>
                          </a:cubicBezTo>
                          <a:cubicBezTo>
                            <a:pt x="414416" y="1156364"/>
                            <a:pt x="414416" y="1158743"/>
                            <a:pt x="415605" y="1158743"/>
                          </a:cubicBezTo>
                          <a:cubicBezTo>
                            <a:pt x="425121" y="1164690"/>
                            <a:pt x="420363" y="1148038"/>
                            <a:pt x="426311" y="1138523"/>
                          </a:cubicBezTo>
                          <a:cubicBezTo>
                            <a:pt x="427500" y="1136144"/>
                            <a:pt x="434637" y="1133765"/>
                            <a:pt x="434637" y="1137333"/>
                          </a:cubicBezTo>
                          <a:cubicBezTo>
                            <a:pt x="434637" y="1142091"/>
                            <a:pt x="434637" y="1138523"/>
                            <a:pt x="437016" y="1142091"/>
                          </a:cubicBezTo>
                          <a:cubicBezTo>
                            <a:pt x="438205" y="1144470"/>
                            <a:pt x="441773" y="1139712"/>
                            <a:pt x="441773" y="1138523"/>
                          </a:cubicBezTo>
                          <a:cubicBezTo>
                            <a:pt x="442963" y="1136144"/>
                            <a:pt x="442963" y="1132575"/>
                            <a:pt x="444152" y="1134954"/>
                          </a:cubicBezTo>
                          <a:cubicBezTo>
                            <a:pt x="447720" y="1139712"/>
                            <a:pt x="445341" y="1143280"/>
                            <a:pt x="450099" y="1143280"/>
                          </a:cubicBezTo>
                          <a:cubicBezTo>
                            <a:pt x="456047" y="1142091"/>
                            <a:pt x="457236" y="1142091"/>
                            <a:pt x="464372" y="1140902"/>
                          </a:cubicBezTo>
                          <a:cubicBezTo>
                            <a:pt x="466751" y="1140902"/>
                            <a:pt x="464372" y="1138523"/>
                            <a:pt x="467941" y="1136144"/>
                          </a:cubicBezTo>
                          <a:cubicBezTo>
                            <a:pt x="472699" y="1132575"/>
                            <a:pt x="457236" y="1123060"/>
                            <a:pt x="464372" y="1120681"/>
                          </a:cubicBezTo>
                          <a:cubicBezTo>
                            <a:pt x="464372" y="1120681"/>
                            <a:pt x="465562" y="1120681"/>
                            <a:pt x="465562" y="1120681"/>
                          </a:cubicBezTo>
                          <a:cubicBezTo>
                            <a:pt x="466751" y="1123060"/>
                            <a:pt x="465562" y="1124249"/>
                            <a:pt x="466751" y="1125439"/>
                          </a:cubicBezTo>
                          <a:cubicBezTo>
                            <a:pt x="469130" y="1127818"/>
                            <a:pt x="472699" y="1123060"/>
                            <a:pt x="473888" y="1120681"/>
                          </a:cubicBezTo>
                          <a:cubicBezTo>
                            <a:pt x="475077" y="1114734"/>
                            <a:pt x="478646" y="1115923"/>
                            <a:pt x="476267" y="1111166"/>
                          </a:cubicBezTo>
                          <a:cubicBezTo>
                            <a:pt x="475077" y="1108787"/>
                            <a:pt x="472699" y="1108787"/>
                            <a:pt x="473888" y="1104029"/>
                          </a:cubicBezTo>
                          <a:cubicBezTo>
                            <a:pt x="476267" y="1096892"/>
                            <a:pt x="486972" y="1105218"/>
                            <a:pt x="486972" y="1108787"/>
                          </a:cubicBezTo>
                          <a:cubicBezTo>
                            <a:pt x="486972" y="1114734"/>
                            <a:pt x="482214" y="1124249"/>
                            <a:pt x="482214" y="1129007"/>
                          </a:cubicBezTo>
                          <a:cubicBezTo>
                            <a:pt x="479835" y="1127818"/>
                            <a:pt x="478646" y="1126628"/>
                            <a:pt x="476267" y="1127818"/>
                          </a:cubicBezTo>
                          <a:cubicBezTo>
                            <a:pt x="470320" y="1130197"/>
                            <a:pt x="469130" y="1143280"/>
                            <a:pt x="476267" y="1143280"/>
                          </a:cubicBezTo>
                          <a:cubicBezTo>
                            <a:pt x="479835" y="1143280"/>
                            <a:pt x="483403" y="1142091"/>
                            <a:pt x="485782" y="1139712"/>
                          </a:cubicBezTo>
                          <a:cubicBezTo>
                            <a:pt x="486972" y="1137333"/>
                            <a:pt x="486972" y="1134954"/>
                            <a:pt x="485782" y="1132575"/>
                          </a:cubicBezTo>
                          <a:cubicBezTo>
                            <a:pt x="485782" y="1132575"/>
                            <a:pt x="486972" y="1132575"/>
                            <a:pt x="488161" y="1132575"/>
                          </a:cubicBezTo>
                          <a:cubicBezTo>
                            <a:pt x="492919" y="1131386"/>
                            <a:pt x="489351" y="1114734"/>
                            <a:pt x="494108" y="1118302"/>
                          </a:cubicBezTo>
                          <a:cubicBezTo>
                            <a:pt x="498866" y="1121871"/>
                            <a:pt x="489351" y="1127818"/>
                            <a:pt x="494108" y="1131386"/>
                          </a:cubicBezTo>
                          <a:cubicBezTo>
                            <a:pt x="496487" y="1133765"/>
                            <a:pt x="501245" y="1132575"/>
                            <a:pt x="504813" y="1131386"/>
                          </a:cubicBezTo>
                          <a:cubicBezTo>
                            <a:pt x="507192" y="1130197"/>
                            <a:pt x="504813" y="1123060"/>
                            <a:pt x="508382" y="1123060"/>
                          </a:cubicBezTo>
                          <a:cubicBezTo>
                            <a:pt x="509571" y="1123060"/>
                            <a:pt x="510760" y="1124249"/>
                            <a:pt x="509571" y="1125439"/>
                          </a:cubicBezTo>
                          <a:cubicBezTo>
                            <a:pt x="509571" y="1125439"/>
                            <a:pt x="508382" y="1125439"/>
                            <a:pt x="508382" y="1125439"/>
                          </a:cubicBezTo>
                          <a:cubicBezTo>
                            <a:pt x="502434" y="1131386"/>
                            <a:pt x="516707" y="1125439"/>
                            <a:pt x="520276" y="1123060"/>
                          </a:cubicBezTo>
                          <a:cubicBezTo>
                            <a:pt x="523844" y="1119492"/>
                            <a:pt x="527413" y="1121871"/>
                            <a:pt x="529791" y="1119492"/>
                          </a:cubicBezTo>
                          <a:cubicBezTo>
                            <a:pt x="530981" y="1118302"/>
                            <a:pt x="528602" y="1117113"/>
                            <a:pt x="528602" y="1115923"/>
                          </a:cubicBezTo>
                          <a:cubicBezTo>
                            <a:pt x="528602" y="1112355"/>
                            <a:pt x="521465" y="1108787"/>
                            <a:pt x="526223" y="1108787"/>
                          </a:cubicBezTo>
                          <a:cubicBezTo>
                            <a:pt x="528602" y="1108787"/>
                            <a:pt x="528602" y="1113544"/>
                            <a:pt x="532170" y="1112355"/>
                          </a:cubicBezTo>
                          <a:cubicBezTo>
                            <a:pt x="540496" y="1109976"/>
                            <a:pt x="536928" y="1113544"/>
                            <a:pt x="542875" y="1114734"/>
                          </a:cubicBezTo>
                          <a:cubicBezTo>
                            <a:pt x="546443" y="1115923"/>
                            <a:pt x="550012" y="1111166"/>
                            <a:pt x="551201" y="1106408"/>
                          </a:cubicBezTo>
                          <a:cubicBezTo>
                            <a:pt x="551201" y="1101650"/>
                            <a:pt x="552391" y="1098082"/>
                            <a:pt x="554770" y="1098082"/>
                          </a:cubicBezTo>
                          <a:cubicBezTo>
                            <a:pt x="557149" y="1099271"/>
                            <a:pt x="555959" y="1104029"/>
                            <a:pt x="557149" y="1102840"/>
                          </a:cubicBezTo>
                          <a:cubicBezTo>
                            <a:pt x="560717" y="1101650"/>
                            <a:pt x="563096" y="1098082"/>
                            <a:pt x="564285" y="1094514"/>
                          </a:cubicBezTo>
                          <a:cubicBezTo>
                            <a:pt x="565474" y="1084998"/>
                            <a:pt x="567853" y="1083809"/>
                            <a:pt x="574990" y="1079051"/>
                          </a:cubicBezTo>
                          <a:cubicBezTo>
                            <a:pt x="578558" y="1076672"/>
                            <a:pt x="572611" y="1074293"/>
                            <a:pt x="574990" y="1070725"/>
                          </a:cubicBezTo>
                          <a:cubicBezTo>
                            <a:pt x="576179" y="1069535"/>
                            <a:pt x="577369" y="1069535"/>
                            <a:pt x="578558" y="1070725"/>
                          </a:cubicBezTo>
                          <a:cubicBezTo>
                            <a:pt x="583316" y="1073104"/>
                            <a:pt x="579748" y="1069535"/>
                            <a:pt x="580937" y="1065967"/>
                          </a:cubicBezTo>
                          <a:cubicBezTo>
                            <a:pt x="580937" y="1064778"/>
                            <a:pt x="583316" y="1069535"/>
                            <a:pt x="584505" y="1067157"/>
                          </a:cubicBezTo>
                          <a:cubicBezTo>
                            <a:pt x="585695" y="1065967"/>
                            <a:pt x="584505" y="1063588"/>
                            <a:pt x="584505" y="1061209"/>
                          </a:cubicBezTo>
                          <a:cubicBezTo>
                            <a:pt x="584505" y="1061209"/>
                            <a:pt x="584505" y="1060020"/>
                            <a:pt x="584505" y="1060020"/>
                          </a:cubicBezTo>
                          <a:cubicBezTo>
                            <a:pt x="585695" y="1058831"/>
                            <a:pt x="586884" y="1057641"/>
                            <a:pt x="589263" y="1057641"/>
                          </a:cubicBezTo>
                          <a:cubicBezTo>
                            <a:pt x="589263" y="1057641"/>
                            <a:pt x="589263" y="1057641"/>
                            <a:pt x="590453" y="1057641"/>
                          </a:cubicBezTo>
                          <a:cubicBezTo>
                            <a:pt x="590453" y="1057641"/>
                            <a:pt x="590453" y="1057641"/>
                            <a:pt x="590453" y="1057641"/>
                          </a:cubicBezTo>
                          <a:lnTo>
                            <a:pt x="590453" y="1057641"/>
                          </a:lnTo>
                          <a:lnTo>
                            <a:pt x="590453" y="1057641"/>
                          </a:lnTo>
                          <a:cubicBezTo>
                            <a:pt x="586884" y="1058831"/>
                            <a:pt x="591642" y="1055262"/>
                            <a:pt x="594021" y="1052883"/>
                          </a:cubicBezTo>
                          <a:cubicBezTo>
                            <a:pt x="595210" y="1050505"/>
                            <a:pt x="594021" y="1048126"/>
                            <a:pt x="595210" y="1050505"/>
                          </a:cubicBezTo>
                          <a:cubicBezTo>
                            <a:pt x="595210" y="1051694"/>
                            <a:pt x="595210" y="1051694"/>
                            <a:pt x="594021" y="1052883"/>
                          </a:cubicBezTo>
                          <a:cubicBezTo>
                            <a:pt x="594021" y="1052883"/>
                            <a:pt x="594021" y="1054073"/>
                            <a:pt x="594021" y="1054073"/>
                          </a:cubicBezTo>
                          <a:cubicBezTo>
                            <a:pt x="597589" y="1051694"/>
                            <a:pt x="601157" y="1050505"/>
                            <a:pt x="598779" y="1048126"/>
                          </a:cubicBezTo>
                          <a:cubicBezTo>
                            <a:pt x="598779" y="1048126"/>
                            <a:pt x="598779" y="1048126"/>
                            <a:pt x="598779" y="1048126"/>
                          </a:cubicBezTo>
                          <a:cubicBezTo>
                            <a:pt x="598779" y="1048126"/>
                            <a:pt x="598779" y="1048126"/>
                            <a:pt x="598779" y="1048126"/>
                          </a:cubicBezTo>
                          <a:cubicBezTo>
                            <a:pt x="598779" y="1048126"/>
                            <a:pt x="598779" y="1048126"/>
                            <a:pt x="598779" y="1048126"/>
                          </a:cubicBezTo>
                          <a:cubicBezTo>
                            <a:pt x="598779" y="1048126"/>
                            <a:pt x="598779" y="1046936"/>
                            <a:pt x="599968" y="1046936"/>
                          </a:cubicBezTo>
                          <a:cubicBezTo>
                            <a:pt x="602347" y="1044557"/>
                            <a:pt x="607105" y="1045747"/>
                            <a:pt x="611862" y="1044557"/>
                          </a:cubicBezTo>
                          <a:cubicBezTo>
                            <a:pt x="626136" y="1038610"/>
                            <a:pt x="596400" y="1008874"/>
                            <a:pt x="608294" y="1004116"/>
                          </a:cubicBezTo>
                          <a:cubicBezTo>
                            <a:pt x="615431" y="1001738"/>
                            <a:pt x="617809" y="1018390"/>
                            <a:pt x="620188" y="1025526"/>
                          </a:cubicBezTo>
                          <a:cubicBezTo>
                            <a:pt x="621378" y="1030284"/>
                            <a:pt x="621378" y="1032663"/>
                            <a:pt x="623757" y="1033852"/>
                          </a:cubicBezTo>
                          <a:cubicBezTo>
                            <a:pt x="624946" y="1033852"/>
                            <a:pt x="624946" y="1033852"/>
                            <a:pt x="624946" y="1035042"/>
                          </a:cubicBezTo>
                          <a:cubicBezTo>
                            <a:pt x="627325" y="1038610"/>
                            <a:pt x="627325" y="1029095"/>
                            <a:pt x="632083" y="1031473"/>
                          </a:cubicBezTo>
                          <a:cubicBezTo>
                            <a:pt x="651114" y="1039799"/>
                            <a:pt x="646356" y="1026716"/>
                            <a:pt x="667766" y="1032663"/>
                          </a:cubicBezTo>
                          <a:cubicBezTo>
                            <a:pt x="673713" y="1033852"/>
                            <a:pt x="674903" y="1020769"/>
                            <a:pt x="680850" y="1023147"/>
                          </a:cubicBezTo>
                          <a:cubicBezTo>
                            <a:pt x="685607" y="1024337"/>
                            <a:pt x="693934" y="1023147"/>
                            <a:pt x="697502" y="1017200"/>
                          </a:cubicBezTo>
                          <a:lnTo>
                            <a:pt x="697502" y="1017200"/>
                          </a:ln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7502" y="1017200"/>
                          </a:cubicBezTo>
                          <a:cubicBezTo>
                            <a:pt x="697502" y="1017200"/>
                            <a:pt x="697502" y="1017200"/>
                            <a:pt x="698691" y="1017200"/>
                          </a:cubicBezTo>
                          <a:cubicBezTo>
                            <a:pt x="702259" y="1012442"/>
                            <a:pt x="704638" y="1018390"/>
                            <a:pt x="707017" y="1017200"/>
                          </a:cubicBezTo>
                          <a:cubicBezTo>
                            <a:pt x="711775" y="1013632"/>
                            <a:pt x="715343" y="1018390"/>
                            <a:pt x="717722" y="1016011"/>
                          </a:cubicBezTo>
                          <a:cubicBezTo>
                            <a:pt x="721290" y="1012442"/>
                            <a:pt x="724859" y="1011253"/>
                            <a:pt x="728427" y="1008874"/>
                          </a:cubicBezTo>
                          <a:cubicBezTo>
                            <a:pt x="731995" y="1006495"/>
                            <a:pt x="734374" y="1016011"/>
                            <a:pt x="736753" y="1008874"/>
                          </a:cubicBezTo>
                          <a:cubicBezTo>
                            <a:pt x="737942" y="1001738"/>
                            <a:pt x="754594" y="1006495"/>
                            <a:pt x="752216" y="995790"/>
                          </a:cubicBezTo>
                          <a:cubicBezTo>
                            <a:pt x="751026" y="989843"/>
                            <a:pt x="755784" y="991033"/>
                            <a:pt x="756973" y="993412"/>
                          </a:cubicBezTo>
                          <a:cubicBezTo>
                            <a:pt x="758163" y="994601"/>
                            <a:pt x="756973" y="995790"/>
                            <a:pt x="759352" y="995790"/>
                          </a:cubicBezTo>
                          <a:cubicBezTo>
                            <a:pt x="764110" y="995790"/>
                            <a:pt x="760542" y="995790"/>
                            <a:pt x="765300" y="993412"/>
                          </a:cubicBezTo>
                          <a:cubicBezTo>
                            <a:pt x="767678" y="992222"/>
                            <a:pt x="764110" y="989843"/>
                            <a:pt x="762921" y="988654"/>
                          </a:cubicBezTo>
                          <a:cubicBezTo>
                            <a:pt x="762921" y="987464"/>
                            <a:pt x="762921" y="986275"/>
                            <a:pt x="764110" y="986275"/>
                          </a:cubicBezTo>
                          <a:cubicBezTo>
                            <a:pt x="768868" y="985086"/>
                            <a:pt x="766489" y="991033"/>
                            <a:pt x="771247" y="988654"/>
                          </a:cubicBezTo>
                          <a:cubicBezTo>
                            <a:pt x="776005" y="986275"/>
                            <a:pt x="767678" y="980328"/>
                            <a:pt x="772436" y="977949"/>
                          </a:cubicBezTo>
                          <a:cubicBezTo>
                            <a:pt x="778383" y="975570"/>
                            <a:pt x="778383" y="980328"/>
                            <a:pt x="784330" y="977949"/>
                          </a:cubicBezTo>
                          <a:cubicBezTo>
                            <a:pt x="784330" y="977949"/>
                            <a:pt x="785520" y="977949"/>
                            <a:pt x="785520" y="977949"/>
                          </a:cubicBezTo>
                          <a:cubicBezTo>
                            <a:pt x="789088" y="973191"/>
                            <a:pt x="787899" y="973191"/>
                            <a:pt x="792657" y="973191"/>
                          </a:cubicBezTo>
                          <a:cubicBezTo>
                            <a:pt x="793846" y="973191"/>
                            <a:pt x="795036" y="973191"/>
                            <a:pt x="795036" y="973191"/>
                          </a:cubicBezTo>
                          <a:cubicBezTo>
                            <a:pt x="798604" y="972002"/>
                            <a:pt x="790278" y="964865"/>
                            <a:pt x="795036" y="963676"/>
                          </a:cubicBezTo>
                          <a:cubicBezTo>
                            <a:pt x="797414" y="962486"/>
                            <a:pt x="800983" y="967244"/>
                            <a:pt x="803361" y="964865"/>
                          </a:cubicBezTo>
                          <a:cubicBezTo>
                            <a:pt x="804551" y="963676"/>
                            <a:pt x="803361" y="963676"/>
                            <a:pt x="803361" y="962486"/>
                          </a:cubicBezTo>
                          <a:cubicBezTo>
                            <a:pt x="804551" y="957729"/>
                            <a:pt x="809309" y="966055"/>
                            <a:pt x="811688" y="963676"/>
                          </a:cubicBezTo>
                          <a:cubicBezTo>
                            <a:pt x="815256" y="960107"/>
                            <a:pt x="808119" y="958918"/>
                            <a:pt x="809309" y="956539"/>
                          </a:cubicBezTo>
                          <a:cubicBezTo>
                            <a:pt x="811688" y="949403"/>
                            <a:pt x="836666" y="950592"/>
                            <a:pt x="828340" y="944645"/>
                          </a:cubicBezTo>
                          <a:cubicBezTo>
                            <a:pt x="824771" y="942266"/>
                            <a:pt x="820013" y="948213"/>
                            <a:pt x="815256" y="945834"/>
                          </a:cubicBezTo>
                          <a:cubicBezTo>
                            <a:pt x="810498" y="944645"/>
                            <a:pt x="803361" y="944645"/>
                            <a:pt x="799793" y="943455"/>
                          </a:cubicBezTo>
                          <a:cubicBezTo>
                            <a:pt x="787899" y="939887"/>
                            <a:pt x="778383" y="929182"/>
                            <a:pt x="770057" y="930372"/>
                          </a:cubicBezTo>
                          <a:cubicBezTo>
                            <a:pt x="765300" y="930372"/>
                            <a:pt x="762921" y="936319"/>
                            <a:pt x="759352" y="938698"/>
                          </a:cubicBezTo>
                          <a:cubicBezTo>
                            <a:pt x="756973" y="939887"/>
                            <a:pt x="752216" y="939887"/>
                            <a:pt x="748647" y="941076"/>
                          </a:cubicBezTo>
                          <a:cubicBezTo>
                            <a:pt x="746269" y="942266"/>
                            <a:pt x="746269" y="938698"/>
                            <a:pt x="741511" y="938698"/>
                          </a:cubicBezTo>
                          <a:cubicBezTo>
                            <a:pt x="735564" y="938698"/>
                            <a:pt x="734374" y="939887"/>
                            <a:pt x="731995" y="942266"/>
                          </a:cubicBezTo>
                          <a:cubicBezTo>
                            <a:pt x="730806" y="943455"/>
                            <a:pt x="729617" y="945834"/>
                            <a:pt x="728427" y="945834"/>
                          </a:cubicBezTo>
                          <a:cubicBezTo>
                            <a:pt x="723669" y="947024"/>
                            <a:pt x="718911" y="947024"/>
                            <a:pt x="714154" y="943455"/>
                          </a:cubicBezTo>
                          <a:cubicBezTo>
                            <a:pt x="714154" y="943455"/>
                            <a:pt x="714154" y="942266"/>
                            <a:pt x="714154" y="942266"/>
                          </a:cubicBezTo>
                          <a:cubicBezTo>
                            <a:pt x="710586" y="939887"/>
                            <a:pt x="707017" y="932750"/>
                            <a:pt x="715343" y="938698"/>
                          </a:cubicBezTo>
                          <a:cubicBezTo>
                            <a:pt x="721290" y="942266"/>
                            <a:pt x="723669" y="939887"/>
                            <a:pt x="729617" y="938698"/>
                          </a:cubicBezTo>
                          <a:cubicBezTo>
                            <a:pt x="733185" y="937508"/>
                            <a:pt x="735564" y="935129"/>
                            <a:pt x="741511" y="936319"/>
                          </a:cubicBezTo>
                          <a:cubicBezTo>
                            <a:pt x="743890" y="936319"/>
                            <a:pt x="746269" y="937508"/>
                            <a:pt x="748647" y="936319"/>
                          </a:cubicBezTo>
                          <a:cubicBezTo>
                            <a:pt x="758163" y="927993"/>
                            <a:pt x="733185" y="929182"/>
                            <a:pt x="723669" y="927993"/>
                          </a:cubicBezTo>
                          <a:cubicBezTo>
                            <a:pt x="721290" y="927993"/>
                            <a:pt x="717722" y="929182"/>
                            <a:pt x="715343" y="927993"/>
                          </a:cubicBezTo>
                          <a:cubicBezTo>
                            <a:pt x="709396" y="925614"/>
                            <a:pt x="699881" y="924424"/>
                            <a:pt x="692744" y="927993"/>
                          </a:cubicBezTo>
                          <a:cubicBezTo>
                            <a:pt x="689176" y="930372"/>
                            <a:pt x="689176" y="929182"/>
                            <a:pt x="690365" y="925614"/>
                          </a:cubicBezTo>
                          <a:cubicBezTo>
                            <a:pt x="690365" y="924424"/>
                            <a:pt x="691555" y="923235"/>
                            <a:pt x="692744" y="923235"/>
                          </a:cubicBezTo>
                          <a:cubicBezTo>
                            <a:pt x="695123" y="922046"/>
                            <a:pt x="699881" y="926803"/>
                            <a:pt x="703449" y="923235"/>
                          </a:cubicBezTo>
                          <a:cubicBezTo>
                            <a:pt x="703449" y="922046"/>
                            <a:pt x="702259" y="920856"/>
                            <a:pt x="703449" y="920856"/>
                          </a:cubicBezTo>
                          <a:cubicBezTo>
                            <a:pt x="710586" y="912530"/>
                            <a:pt x="720101" y="912530"/>
                            <a:pt x="722480" y="905393"/>
                          </a:cubicBezTo>
                          <a:cubicBezTo>
                            <a:pt x="723669" y="901825"/>
                            <a:pt x="712964" y="903014"/>
                            <a:pt x="715343" y="898257"/>
                          </a:cubicBezTo>
                          <a:cubicBezTo>
                            <a:pt x="717722" y="893499"/>
                            <a:pt x="720101" y="904204"/>
                            <a:pt x="724859" y="899446"/>
                          </a:cubicBezTo>
                          <a:cubicBezTo>
                            <a:pt x="728427" y="895878"/>
                            <a:pt x="720101" y="886362"/>
                            <a:pt x="724859" y="888741"/>
                          </a:cubicBezTo>
                          <a:cubicBezTo>
                            <a:pt x="724859" y="888741"/>
                            <a:pt x="724859" y="889931"/>
                            <a:pt x="724859" y="889931"/>
                          </a:cubicBezTo>
                          <a:cubicBezTo>
                            <a:pt x="728427" y="893499"/>
                            <a:pt x="727238" y="894688"/>
                            <a:pt x="729617" y="898257"/>
                          </a:cubicBezTo>
                          <a:cubicBezTo>
                            <a:pt x="730806" y="899446"/>
                            <a:pt x="730806" y="901825"/>
                            <a:pt x="731995" y="901825"/>
                          </a:cubicBezTo>
                          <a:cubicBezTo>
                            <a:pt x="746269" y="908962"/>
                            <a:pt x="784330" y="889931"/>
                            <a:pt x="767678" y="875658"/>
                          </a:cubicBezTo>
                          <a:cubicBezTo>
                            <a:pt x="760542" y="868521"/>
                            <a:pt x="745079" y="875658"/>
                            <a:pt x="739132" y="868521"/>
                          </a:cubicBezTo>
                          <a:cubicBezTo>
                            <a:pt x="734374" y="862574"/>
                            <a:pt x="728427" y="867331"/>
                            <a:pt x="726048" y="869710"/>
                          </a:cubicBezTo>
                          <a:cubicBezTo>
                            <a:pt x="723669" y="872089"/>
                            <a:pt x="715343" y="869710"/>
                            <a:pt x="717722" y="867331"/>
                          </a:cubicBezTo>
                          <a:cubicBezTo>
                            <a:pt x="721290" y="863763"/>
                            <a:pt x="723669" y="864953"/>
                            <a:pt x="726048" y="864953"/>
                          </a:cubicBezTo>
                          <a:cubicBezTo>
                            <a:pt x="728427" y="864953"/>
                            <a:pt x="730806" y="866142"/>
                            <a:pt x="733185" y="864953"/>
                          </a:cubicBezTo>
                          <a:cubicBezTo>
                            <a:pt x="734374" y="863763"/>
                            <a:pt x="733185" y="862574"/>
                            <a:pt x="731995" y="861384"/>
                          </a:cubicBezTo>
                          <a:cubicBezTo>
                            <a:pt x="727238" y="856627"/>
                            <a:pt x="721290" y="855437"/>
                            <a:pt x="722480" y="850679"/>
                          </a:cubicBezTo>
                          <a:cubicBezTo>
                            <a:pt x="724859" y="844732"/>
                            <a:pt x="724859" y="842353"/>
                            <a:pt x="728427" y="841164"/>
                          </a:cubicBezTo>
                          <a:cubicBezTo>
                            <a:pt x="733185" y="837596"/>
                            <a:pt x="733185" y="847111"/>
                            <a:pt x="735564" y="850679"/>
                          </a:cubicBezTo>
                          <a:cubicBezTo>
                            <a:pt x="739132" y="855437"/>
                            <a:pt x="742700" y="856627"/>
                            <a:pt x="743890" y="861384"/>
                          </a:cubicBezTo>
                          <a:cubicBezTo>
                            <a:pt x="743890" y="862574"/>
                            <a:pt x="743890" y="864953"/>
                            <a:pt x="745079" y="864953"/>
                          </a:cubicBezTo>
                          <a:cubicBezTo>
                            <a:pt x="751026" y="868521"/>
                            <a:pt x="753405" y="866142"/>
                            <a:pt x="759352" y="864953"/>
                          </a:cubicBezTo>
                          <a:cubicBezTo>
                            <a:pt x="764110" y="863763"/>
                            <a:pt x="765300" y="863763"/>
                            <a:pt x="767678" y="867331"/>
                          </a:cubicBezTo>
                          <a:cubicBezTo>
                            <a:pt x="770057" y="873279"/>
                            <a:pt x="771247" y="876847"/>
                            <a:pt x="776005" y="880415"/>
                          </a:cubicBezTo>
                          <a:cubicBezTo>
                            <a:pt x="779573" y="883984"/>
                            <a:pt x="785520" y="875658"/>
                            <a:pt x="786709" y="879226"/>
                          </a:cubicBezTo>
                          <a:cubicBezTo>
                            <a:pt x="787899" y="885173"/>
                            <a:pt x="789088" y="897067"/>
                            <a:pt x="791467" y="903014"/>
                          </a:cubicBezTo>
                          <a:cubicBezTo>
                            <a:pt x="792657" y="906583"/>
                            <a:pt x="791467" y="908962"/>
                            <a:pt x="793846" y="911340"/>
                          </a:cubicBezTo>
                          <a:cubicBezTo>
                            <a:pt x="797414" y="914909"/>
                            <a:pt x="798604" y="916098"/>
                            <a:pt x="798604" y="919667"/>
                          </a:cubicBezTo>
                          <a:cubicBezTo>
                            <a:pt x="799793" y="925614"/>
                            <a:pt x="803361" y="930372"/>
                            <a:pt x="809309" y="931561"/>
                          </a:cubicBezTo>
                          <a:cubicBezTo>
                            <a:pt x="810498" y="931561"/>
                            <a:pt x="810498" y="933940"/>
                            <a:pt x="811688" y="932750"/>
                          </a:cubicBezTo>
                          <a:cubicBezTo>
                            <a:pt x="812877" y="931561"/>
                            <a:pt x="814066" y="931561"/>
                            <a:pt x="815256" y="931561"/>
                          </a:cubicBezTo>
                          <a:cubicBezTo>
                            <a:pt x="825961" y="932750"/>
                            <a:pt x="821203" y="919667"/>
                            <a:pt x="822392" y="912530"/>
                          </a:cubicBezTo>
                          <a:cubicBezTo>
                            <a:pt x="822392" y="911340"/>
                            <a:pt x="821203" y="908962"/>
                            <a:pt x="822392" y="907772"/>
                          </a:cubicBezTo>
                          <a:cubicBezTo>
                            <a:pt x="828340" y="900636"/>
                            <a:pt x="822392" y="913719"/>
                            <a:pt x="828340" y="919667"/>
                          </a:cubicBezTo>
                          <a:cubicBezTo>
                            <a:pt x="830719" y="923235"/>
                            <a:pt x="821203" y="924424"/>
                            <a:pt x="825961" y="929182"/>
                          </a:cubicBezTo>
                          <a:cubicBezTo>
                            <a:pt x="829529" y="932750"/>
                            <a:pt x="830719" y="925614"/>
                            <a:pt x="834287" y="926803"/>
                          </a:cubicBezTo>
                          <a:cubicBezTo>
                            <a:pt x="837855" y="927993"/>
                            <a:pt x="835476" y="936319"/>
                            <a:pt x="841423" y="935129"/>
                          </a:cubicBezTo>
                          <a:cubicBezTo>
                            <a:pt x="849749" y="933940"/>
                            <a:pt x="842613" y="922046"/>
                            <a:pt x="844992" y="914909"/>
                          </a:cubicBezTo>
                          <a:cubicBezTo>
                            <a:pt x="848560" y="906583"/>
                            <a:pt x="843802" y="906583"/>
                            <a:pt x="844992" y="900636"/>
                          </a:cubicBezTo>
                          <a:cubicBezTo>
                            <a:pt x="846181" y="897067"/>
                            <a:pt x="839044" y="903014"/>
                            <a:pt x="837855" y="899446"/>
                          </a:cubicBezTo>
                          <a:cubicBezTo>
                            <a:pt x="837855" y="894688"/>
                            <a:pt x="842613" y="897067"/>
                            <a:pt x="844992" y="892310"/>
                          </a:cubicBezTo>
                          <a:cubicBezTo>
                            <a:pt x="847371" y="886362"/>
                            <a:pt x="842613" y="887552"/>
                            <a:pt x="842613" y="883984"/>
                          </a:cubicBezTo>
                          <a:cubicBezTo>
                            <a:pt x="842613" y="880415"/>
                            <a:pt x="849749" y="879226"/>
                            <a:pt x="844992" y="875658"/>
                          </a:cubicBezTo>
                          <a:cubicBezTo>
                            <a:pt x="836666" y="868521"/>
                            <a:pt x="837855" y="894688"/>
                            <a:pt x="833097" y="888741"/>
                          </a:cubicBezTo>
                          <a:cubicBezTo>
                            <a:pt x="829529" y="885173"/>
                            <a:pt x="830719" y="875658"/>
                            <a:pt x="834287" y="869710"/>
                          </a:cubicBezTo>
                          <a:cubicBezTo>
                            <a:pt x="836666" y="866142"/>
                            <a:pt x="843802" y="867331"/>
                            <a:pt x="842613" y="861384"/>
                          </a:cubicBezTo>
                          <a:cubicBezTo>
                            <a:pt x="841423" y="855437"/>
                            <a:pt x="836666" y="863763"/>
                            <a:pt x="834287" y="861384"/>
                          </a:cubicBezTo>
                          <a:cubicBezTo>
                            <a:pt x="833097" y="860195"/>
                            <a:pt x="836666" y="856627"/>
                            <a:pt x="834287" y="857816"/>
                          </a:cubicBezTo>
                          <a:cubicBezTo>
                            <a:pt x="833097" y="857816"/>
                            <a:pt x="833097" y="859005"/>
                            <a:pt x="831908" y="859005"/>
                          </a:cubicBezTo>
                          <a:cubicBezTo>
                            <a:pt x="829529" y="859005"/>
                            <a:pt x="822392" y="867331"/>
                            <a:pt x="824771" y="861384"/>
                          </a:cubicBezTo>
                          <a:cubicBezTo>
                            <a:pt x="827150" y="856627"/>
                            <a:pt x="834287" y="855437"/>
                            <a:pt x="833097" y="849490"/>
                          </a:cubicBezTo>
                          <a:cubicBezTo>
                            <a:pt x="829529" y="837596"/>
                            <a:pt x="811688" y="836406"/>
                            <a:pt x="804551" y="826891"/>
                          </a:cubicBezTo>
                          <a:cubicBezTo>
                            <a:pt x="799793" y="819754"/>
                            <a:pt x="791467" y="825701"/>
                            <a:pt x="783141" y="823322"/>
                          </a:cubicBezTo>
                          <a:cubicBezTo>
                            <a:pt x="781952" y="823322"/>
                            <a:pt x="784330" y="819754"/>
                            <a:pt x="783141" y="819754"/>
                          </a:cubicBezTo>
                          <a:cubicBezTo>
                            <a:pt x="781952" y="818565"/>
                            <a:pt x="780762" y="820944"/>
                            <a:pt x="779573" y="819754"/>
                          </a:cubicBezTo>
                          <a:cubicBezTo>
                            <a:pt x="776005" y="817375"/>
                            <a:pt x="767678" y="820944"/>
                            <a:pt x="765300" y="818565"/>
                          </a:cubicBezTo>
                          <a:cubicBezTo>
                            <a:pt x="764110" y="817375"/>
                            <a:pt x="766489" y="816186"/>
                            <a:pt x="767678" y="814996"/>
                          </a:cubicBezTo>
                          <a:cubicBezTo>
                            <a:pt x="773625" y="810239"/>
                            <a:pt x="778383" y="816186"/>
                            <a:pt x="789088" y="817375"/>
                          </a:cubicBezTo>
                          <a:cubicBezTo>
                            <a:pt x="793846" y="818565"/>
                            <a:pt x="790278" y="817375"/>
                            <a:pt x="793846" y="814996"/>
                          </a:cubicBezTo>
                          <a:cubicBezTo>
                            <a:pt x="795036" y="813807"/>
                            <a:pt x="793846" y="811428"/>
                            <a:pt x="793846" y="810239"/>
                          </a:cubicBezTo>
                          <a:cubicBezTo>
                            <a:pt x="793846" y="807860"/>
                            <a:pt x="795036" y="805481"/>
                            <a:pt x="793846" y="803102"/>
                          </a:cubicBezTo>
                          <a:cubicBezTo>
                            <a:pt x="792657" y="801912"/>
                            <a:pt x="791467" y="800723"/>
                            <a:pt x="790278" y="800723"/>
                          </a:cubicBezTo>
                          <a:cubicBezTo>
                            <a:pt x="792657" y="800723"/>
                            <a:pt x="796225" y="795965"/>
                            <a:pt x="793846" y="792397"/>
                          </a:cubicBezTo>
                          <a:cubicBezTo>
                            <a:pt x="791467" y="790018"/>
                            <a:pt x="790278" y="792397"/>
                            <a:pt x="789088" y="793586"/>
                          </a:cubicBezTo>
                          <a:cubicBezTo>
                            <a:pt x="787899" y="794776"/>
                            <a:pt x="787899" y="797155"/>
                            <a:pt x="789088" y="798344"/>
                          </a:cubicBezTo>
                          <a:cubicBezTo>
                            <a:pt x="786709" y="797155"/>
                            <a:pt x="783141" y="795965"/>
                            <a:pt x="779573" y="795965"/>
                          </a:cubicBezTo>
                          <a:cubicBezTo>
                            <a:pt x="778383" y="795965"/>
                            <a:pt x="778383" y="798344"/>
                            <a:pt x="777194" y="798344"/>
                          </a:cubicBezTo>
                          <a:cubicBezTo>
                            <a:pt x="772436" y="799534"/>
                            <a:pt x="768868" y="805481"/>
                            <a:pt x="765300" y="804291"/>
                          </a:cubicBezTo>
                          <a:cubicBezTo>
                            <a:pt x="764110" y="803102"/>
                            <a:pt x="766489" y="800723"/>
                            <a:pt x="765300" y="798344"/>
                          </a:cubicBezTo>
                          <a:cubicBezTo>
                            <a:pt x="761731" y="793586"/>
                            <a:pt x="753405" y="805481"/>
                            <a:pt x="753405" y="799534"/>
                          </a:cubicBezTo>
                          <a:cubicBezTo>
                            <a:pt x="753405" y="795965"/>
                            <a:pt x="762921" y="799534"/>
                            <a:pt x="762921" y="793586"/>
                          </a:cubicBezTo>
                          <a:cubicBezTo>
                            <a:pt x="762921" y="787639"/>
                            <a:pt x="749837" y="797155"/>
                            <a:pt x="751026" y="791208"/>
                          </a:cubicBezTo>
                          <a:cubicBezTo>
                            <a:pt x="751026" y="787639"/>
                            <a:pt x="754594" y="792397"/>
                            <a:pt x="758163" y="790018"/>
                          </a:cubicBezTo>
                          <a:cubicBezTo>
                            <a:pt x="765300" y="785260"/>
                            <a:pt x="767678" y="798344"/>
                            <a:pt x="779573" y="790018"/>
                          </a:cubicBezTo>
                          <a:cubicBezTo>
                            <a:pt x="780762" y="790018"/>
                            <a:pt x="780762" y="790018"/>
                            <a:pt x="781952" y="790018"/>
                          </a:cubicBezTo>
                          <a:cubicBezTo>
                            <a:pt x="784330" y="790018"/>
                            <a:pt x="787899" y="791208"/>
                            <a:pt x="790278" y="790018"/>
                          </a:cubicBezTo>
                          <a:cubicBezTo>
                            <a:pt x="793846" y="787639"/>
                            <a:pt x="798604" y="784071"/>
                            <a:pt x="792657" y="779313"/>
                          </a:cubicBezTo>
                          <a:cubicBezTo>
                            <a:pt x="789088" y="776934"/>
                            <a:pt x="783141" y="776934"/>
                            <a:pt x="779573" y="774556"/>
                          </a:cubicBezTo>
                          <a:cubicBezTo>
                            <a:pt x="777194" y="772177"/>
                            <a:pt x="772436" y="768608"/>
                            <a:pt x="768868" y="772177"/>
                          </a:cubicBezTo>
                          <a:cubicBezTo>
                            <a:pt x="766489" y="774556"/>
                            <a:pt x="768868" y="774556"/>
                            <a:pt x="766489" y="776934"/>
                          </a:cubicBezTo>
                          <a:cubicBezTo>
                            <a:pt x="765300" y="779313"/>
                            <a:pt x="760542" y="779313"/>
                            <a:pt x="758163" y="776934"/>
                          </a:cubicBezTo>
                          <a:cubicBezTo>
                            <a:pt x="755784" y="774556"/>
                            <a:pt x="753405" y="775745"/>
                            <a:pt x="751026" y="775745"/>
                          </a:cubicBezTo>
                          <a:cubicBezTo>
                            <a:pt x="748647" y="775745"/>
                            <a:pt x="749837" y="781692"/>
                            <a:pt x="747458" y="779313"/>
                          </a:cubicBezTo>
                          <a:cubicBezTo>
                            <a:pt x="746269" y="778124"/>
                            <a:pt x="743890" y="776934"/>
                            <a:pt x="743890" y="775745"/>
                          </a:cubicBezTo>
                          <a:cubicBezTo>
                            <a:pt x="741511" y="769798"/>
                            <a:pt x="756973" y="774556"/>
                            <a:pt x="764110" y="772177"/>
                          </a:cubicBezTo>
                          <a:cubicBezTo>
                            <a:pt x="771247" y="769798"/>
                            <a:pt x="759352" y="759093"/>
                            <a:pt x="754594" y="759093"/>
                          </a:cubicBezTo>
                          <a:cubicBezTo>
                            <a:pt x="752216" y="759093"/>
                            <a:pt x="753405" y="747199"/>
                            <a:pt x="755784" y="750767"/>
                          </a:cubicBezTo>
                          <a:cubicBezTo>
                            <a:pt x="762921" y="759093"/>
                            <a:pt x="766489" y="766229"/>
                            <a:pt x="774815" y="769798"/>
                          </a:cubicBezTo>
                          <a:cubicBezTo>
                            <a:pt x="785520" y="774556"/>
                            <a:pt x="789088" y="761472"/>
                            <a:pt x="796225" y="759093"/>
                          </a:cubicBezTo>
                          <a:cubicBezTo>
                            <a:pt x="797414" y="759093"/>
                            <a:pt x="799793" y="760282"/>
                            <a:pt x="800983" y="759093"/>
                          </a:cubicBezTo>
                          <a:cubicBezTo>
                            <a:pt x="803361" y="756714"/>
                            <a:pt x="800983" y="754335"/>
                            <a:pt x="798604" y="751956"/>
                          </a:cubicBezTo>
                          <a:cubicBezTo>
                            <a:pt x="792657" y="747199"/>
                            <a:pt x="781952" y="732925"/>
                            <a:pt x="789088" y="731736"/>
                          </a:cubicBezTo>
                          <a:cubicBezTo>
                            <a:pt x="799793" y="729357"/>
                            <a:pt x="799793" y="762661"/>
                            <a:pt x="809309" y="756714"/>
                          </a:cubicBezTo>
                          <a:cubicBezTo>
                            <a:pt x="815256" y="753146"/>
                            <a:pt x="808119" y="735304"/>
                            <a:pt x="815256" y="737683"/>
                          </a:cubicBezTo>
                          <a:cubicBezTo>
                            <a:pt x="825961" y="742441"/>
                            <a:pt x="842613" y="743630"/>
                            <a:pt x="847371" y="753146"/>
                          </a:cubicBezTo>
                          <a:cubicBezTo>
                            <a:pt x="848560" y="755525"/>
                            <a:pt x="841423" y="757903"/>
                            <a:pt x="837855" y="756714"/>
                          </a:cubicBezTo>
                          <a:cubicBezTo>
                            <a:pt x="830719" y="755525"/>
                            <a:pt x="825961" y="741251"/>
                            <a:pt x="817635" y="746009"/>
                          </a:cubicBezTo>
                          <a:cubicBezTo>
                            <a:pt x="814066" y="748388"/>
                            <a:pt x="814066" y="750767"/>
                            <a:pt x="817635" y="754335"/>
                          </a:cubicBezTo>
                          <a:cubicBezTo>
                            <a:pt x="818824" y="755525"/>
                            <a:pt x="820013" y="754335"/>
                            <a:pt x="820013" y="754335"/>
                          </a:cubicBezTo>
                          <a:cubicBezTo>
                            <a:pt x="827150" y="757903"/>
                            <a:pt x="829529" y="767419"/>
                            <a:pt x="835476" y="769798"/>
                          </a:cubicBezTo>
                          <a:cubicBezTo>
                            <a:pt x="840234" y="772177"/>
                            <a:pt x="843802" y="781692"/>
                            <a:pt x="848560" y="774556"/>
                          </a:cubicBezTo>
                          <a:cubicBezTo>
                            <a:pt x="848560" y="774556"/>
                            <a:pt x="848560" y="773366"/>
                            <a:pt x="848560" y="773366"/>
                          </a:cubicBezTo>
                          <a:cubicBezTo>
                            <a:pt x="848560" y="773366"/>
                            <a:pt x="849749" y="773366"/>
                            <a:pt x="849749" y="773366"/>
                          </a:cubicBezTo>
                          <a:cubicBezTo>
                            <a:pt x="853318" y="769798"/>
                            <a:pt x="855696" y="770987"/>
                            <a:pt x="858075" y="766229"/>
                          </a:cubicBezTo>
                          <a:cubicBezTo>
                            <a:pt x="861644" y="755525"/>
                            <a:pt x="878296" y="770987"/>
                            <a:pt x="883054" y="761472"/>
                          </a:cubicBezTo>
                          <a:cubicBezTo>
                            <a:pt x="890190" y="749577"/>
                            <a:pt x="897327" y="742441"/>
                            <a:pt x="889001" y="735304"/>
                          </a:cubicBezTo>
                          <a:cubicBezTo>
                            <a:pt x="881864" y="729357"/>
                            <a:pt x="878296" y="740062"/>
                            <a:pt x="873538" y="737683"/>
                          </a:cubicBezTo>
                          <a:cubicBezTo>
                            <a:pt x="869970" y="736494"/>
                            <a:pt x="867591" y="732925"/>
                            <a:pt x="865212" y="729357"/>
                          </a:cubicBezTo>
                          <a:cubicBezTo>
                            <a:pt x="864023" y="726978"/>
                            <a:pt x="864023" y="725789"/>
                            <a:pt x="862833" y="728168"/>
                          </a:cubicBezTo>
                          <a:cubicBezTo>
                            <a:pt x="859265" y="731736"/>
                            <a:pt x="864023" y="735304"/>
                            <a:pt x="862833" y="740062"/>
                          </a:cubicBezTo>
                          <a:cubicBezTo>
                            <a:pt x="862833" y="741251"/>
                            <a:pt x="861644" y="744820"/>
                            <a:pt x="860454" y="743630"/>
                          </a:cubicBezTo>
                          <a:cubicBezTo>
                            <a:pt x="849749" y="737683"/>
                            <a:pt x="850939" y="729357"/>
                            <a:pt x="852128" y="722220"/>
                          </a:cubicBezTo>
                          <a:cubicBezTo>
                            <a:pt x="853318" y="718652"/>
                            <a:pt x="859265" y="717463"/>
                            <a:pt x="859265" y="712705"/>
                          </a:cubicBezTo>
                          <a:cubicBezTo>
                            <a:pt x="859265" y="711515"/>
                            <a:pt x="853318" y="706758"/>
                            <a:pt x="856886" y="707947"/>
                          </a:cubicBezTo>
                          <a:cubicBezTo>
                            <a:pt x="864023" y="707947"/>
                            <a:pt x="864023" y="705568"/>
                            <a:pt x="866402" y="703189"/>
                          </a:cubicBezTo>
                          <a:cubicBezTo>
                            <a:pt x="868780" y="700811"/>
                            <a:pt x="860454" y="691295"/>
                            <a:pt x="865212" y="692485"/>
                          </a:cubicBezTo>
                          <a:cubicBezTo>
                            <a:pt x="867591" y="692485"/>
                            <a:pt x="866402" y="697242"/>
                            <a:pt x="868780" y="700811"/>
                          </a:cubicBezTo>
                          <a:cubicBezTo>
                            <a:pt x="872349" y="706758"/>
                            <a:pt x="877106" y="696053"/>
                            <a:pt x="880675" y="698432"/>
                          </a:cubicBezTo>
                          <a:cubicBezTo>
                            <a:pt x="884243" y="700811"/>
                            <a:pt x="886622" y="702000"/>
                            <a:pt x="890190" y="703189"/>
                          </a:cubicBezTo>
                          <a:cubicBezTo>
                            <a:pt x="897327" y="705568"/>
                            <a:pt x="894948" y="721031"/>
                            <a:pt x="903274" y="721031"/>
                          </a:cubicBezTo>
                          <a:cubicBezTo>
                            <a:pt x="909221" y="719842"/>
                            <a:pt x="915168" y="713894"/>
                            <a:pt x="913979" y="706758"/>
                          </a:cubicBezTo>
                          <a:cubicBezTo>
                            <a:pt x="912790" y="702000"/>
                            <a:pt x="916358" y="698432"/>
                            <a:pt x="913979" y="694863"/>
                          </a:cubicBezTo>
                          <a:cubicBezTo>
                            <a:pt x="911600" y="692485"/>
                            <a:pt x="910411" y="692485"/>
                            <a:pt x="906842" y="696053"/>
                          </a:cubicBezTo>
                          <a:cubicBezTo>
                            <a:pt x="900895" y="703189"/>
                            <a:pt x="890190" y="696053"/>
                            <a:pt x="884243" y="688916"/>
                          </a:cubicBezTo>
                          <a:cubicBezTo>
                            <a:pt x="880675" y="684159"/>
                            <a:pt x="896138" y="674643"/>
                            <a:pt x="890190" y="668696"/>
                          </a:cubicBezTo>
                          <a:cubicBezTo>
                            <a:pt x="886622" y="666317"/>
                            <a:pt x="885432" y="663938"/>
                            <a:pt x="881864" y="666317"/>
                          </a:cubicBezTo>
                          <a:cubicBezTo>
                            <a:pt x="872349" y="674643"/>
                            <a:pt x="854507" y="665127"/>
                            <a:pt x="866402" y="661559"/>
                          </a:cubicBezTo>
                          <a:cubicBezTo>
                            <a:pt x="869970" y="660370"/>
                            <a:pt x="866402" y="665127"/>
                            <a:pt x="872349" y="666317"/>
                          </a:cubicBezTo>
                          <a:cubicBezTo>
                            <a:pt x="880675" y="668696"/>
                            <a:pt x="879485" y="660370"/>
                            <a:pt x="890190" y="663938"/>
                          </a:cubicBezTo>
                          <a:cubicBezTo>
                            <a:pt x="900895" y="666317"/>
                            <a:pt x="880675" y="653233"/>
                            <a:pt x="881864" y="648475"/>
                          </a:cubicBezTo>
                          <a:cubicBezTo>
                            <a:pt x="883054" y="644907"/>
                            <a:pt x="884243" y="650854"/>
                            <a:pt x="886622" y="650854"/>
                          </a:cubicBezTo>
                          <a:cubicBezTo>
                            <a:pt x="890190" y="652044"/>
                            <a:pt x="890190" y="656801"/>
                            <a:pt x="893758" y="659180"/>
                          </a:cubicBezTo>
                          <a:cubicBezTo>
                            <a:pt x="896138" y="661559"/>
                            <a:pt x="903274" y="657991"/>
                            <a:pt x="903274" y="660370"/>
                          </a:cubicBezTo>
                          <a:cubicBezTo>
                            <a:pt x="903274" y="662749"/>
                            <a:pt x="897327" y="663938"/>
                            <a:pt x="900895" y="667506"/>
                          </a:cubicBezTo>
                          <a:cubicBezTo>
                            <a:pt x="902085" y="669885"/>
                            <a:pt x="904463" y="672264"/>
                            <a:pt x="909221" y="669885"/>
                          </a:cubicBezTo>
                          <a:cubicBezTo>
                            <a:pt x="921115" y="662749"/>
                            <a:pt x="904463" y="630634"/>
                            <a:pt x="916358" y="633013"/>
                          </a:cubicBezTo>
                          <a:cubicBezTo>
                            <a:pt x="916358" y="633013"/>
                            <a:pt x="916358" y="634202"/>
                            <a:pt x="916358" y="634202"/>
                          </a:cubicBezTo>
                          <a:cubicBezTo>
                            <a:pt x="917547" y="635392"/>
                            <a:pt x="918737" y="634202"/>
                            <a:pt x="918737" y="634202"/>
                          </a:cubicBezTo>
                          <a:cubicBezTo>
                            <a:pt x="918737" y="634202"/>
                            <a:pt x="919926" y="636581"/>
                            <a:pt x="919926" y="635392"/>
                          </a:cubicBezTo>
                          <a:cubicBezTo>
                            <a:pt x="923494" y="630634"/>
                            <a:pt x="913979" y="628255"/>
                            <a:pt x="911600" y="624687"/>
                          </a:cubicBezTo>
                          <a:cubicBezTo>
                            <a:pt x="910411" y="623497"/>
                            <a:pt x="910411" y="623497"/>
                            <a:pt x="909221" y="622308"/>
                          </a:cubicBezTo>
                          <a:cubicBezTo>
                            <a:pt x="905653" y="618740"/>
                            <a:pt x="902085" y="621118"/>
                            <a:pt x="900895" y="618740"/>
                          </a:cubicBezTo>
                          <a:cubicBezTo>
                            <a:pt x="900895" y="617550"/>
                            <a:pt x="899706" y="618740"/>
                            <a:pt x="898516" y="617550"/>
                          </a:cubicBezTo>
                          <a:cubicBezTo>
                            <a:pt x="893758" y="613982"/>
                            <a:pt x="886622" y="616361"/>
                            <a:pt x="884243" y="617550"/>
                          </a:cubicBezTo>
                          <a:cubicBezTo>
                            <a:pt x="881864" y="617550"/>
                            <a:pt x="879485" y="613982"/>
                            <a:pt x="881864" y="612792"/>
                          </a:cubicBezTo>
                          <a:cubicBezTo>
                            <a:pt x="890190" y="605656"/>
                            <a:pt x="908032" y="619929"/>
                            <a:pt x="915168" y="612792"/>
                          </a:cubicBezTo>
                          <a:cubicBezTo>
                            <a:pt x="917547" y="610413"/>
                            <a:pt x="918737" y="602087"/>
                            <a:pt x="915168" y="600898"/>
                          </a:cubicBezTo>
                          <a:cubicBezTo>
                            <a:pt x="906842" y="596140"/>
                            <a:pt x="894948" y="600898"/>
                            <a:pt x="884243" y="600898"/>
                          </a:cubicBezTo>
                          <a:cubicBezTo>
                            <a:pt x="881864" y="600898"/>
                            <a:pt x="885432" y="593761"/>
                            <a:pt x="883054" y="591383"/>
                          </a:cubicBezTo>
                          <a:cubicBezTo>
                            <a:pt x="880675" y="589004"/>
                            <a:pt x="872349" y="593761"/>
                            <a:pt x="872349" y="590193"/>
                          </a:cubicBezTo>
                          <a:cubicBezTo>
                            <a:pt x="872349" y="589004"/>
                            <a:pt x="871159" y="586625"/>
                            <a:pt x="872349" y="586625"/>
                          </a:cubicBezTo>
                          <a:cubicBezTo>
                            <a:pt x="874727" y="583057"/>
                            <a:pt x="880675" y="592572"/>
                            <a:pt x="881864" y="587814"/>
                          </a:cubicBezTo>
                          <a:cubicBezTo>
                            <a:pt x="884243" y="581867"/>
                            <a:pt x="874727" y="569973"/>
                            <a:pt x="881864" y="566404"/>
                          </a:cubicBezTo>
                          <a:cubicBezTo>
                            <a:pt x="884243" y="565215"/>
                            <a:pt x="881864" y="573541"/>
                            <a:pt x="886622" y="573541"/>
                          </a:cubicBezTo>
                          <a:cubicBezTo>
                            <a:pt x="892569" y="572352"/>
                            <a:pt x="893758" y="566404"/>
                            <a:pt x="898516" y="565215"/>
                          </a:cubicBezTo>
                          <a:cubicBezTo>
                            <a:pt x="904463" y="564025"/>
                            <a:pt x="898516" y="561647"/>
                            <a:pt x="893758" y="560457"/>
                          </a:cubicBezTo>
                          <a:cubicBezTo>
                            <a:pt x="889001" y="559268"/>
                            <a:pt x="900895" y="561647"/>
                            <a:pt x="904463" y="560457"/>
                          </a:cubicBezTo>
                          <a:cubicBezTo>
                            <a:pt x="908032" y="559268"/>
                            <a:pt x="900895" y="555699"/>
                            <a:pt x="904463" y="555699"/>
                          </a:cubicBezTo>
                          <a:cubicBezTo>
                            <a:pt x="910411" y="554510"/>
                            <a:pt x="911600" y="558078"/>
                            <a:pt x="915168" y="558078"/>
                          </a:cubicBezTo>
                          <a:cubicBezTo>
                            <a:pt x="921115" y="559268"/>
                            <a:pt x="923494" y="560457"/>
                            <a:pt x="923494" y="566404"/>
                          </a:cubicBezTo>
                          <a:cubicBezTo>
                            <a:pt x="923494" y="566404"/>
                            <a:pt x="923494" y="567594"/>
                            <a:pt x="923494" y="567594"/>
                          </a:cubicBezTo>
                          <a:cubicBezTo>
                            <a:pt x="924684" y="569973"/>
                            <a:pt x="928252" y="568783"/>
                            <a:pt x="931821" y="568783"/>
                          </a:cubicBezTo>
                          <a:cubicBezTo>
                            <a:pt x="937768" y="569973"/>
                            <a:pt x="941336" y="583057"/>
                            <a:pt x="944904" y="578299"/>
                          </a:cubicBezTo>
                          <a:cubicBezTo>
                            <a:pt x="949662" y="573541"/>
                            <a:pt x="943715" y="571162"/>
                            <a:pt x="947283" y="566404"/>
                          </a:cubicBezTo>
                          <a:cubicBezTo>
                            <a:pt x="949662" y="562836"/>
                            <a:pt x="949662" y="559268"/>
                            <a:pt x="949662" y="555699"/>
                          </a:cubicBezTo>
                          <a:cubicBezTo>
                            <a:pt x="949662" y="547373"/>
                            <a:pt x="956798" y="544995"/>
                            <a:pt x="952041" y="537858"/>
                          </a:cubicBezTo>
                          <a:cubicBezTo>
                            <a:pt x="949662" y="534290"/>
                            <a:pt x="942525" y="535479"/>
                            <a:pt x="941336" y="530721"/>
                          </a:cubicBezTo>
                          <a:cubicBezTo>
                            <a:pt x="941336" y="529532"/>
                            <a:pt x="942525" y="528342"/>
                            <a:pt x="941336" y="528342"/>
                          </a:cubicBezTo>
                          <a:cubicBezTo>
                            <a:pt x="936578" y="525964"/>
                            <a:pt x="935389" y="536669"/>
                            <a:pt x="930631" y="539047"/>
                          </a:cubicBezTo>
                          <a:cubicBezTo>
                            <a:pt x="929442" y="539047"/>
                            <a:pt x="928252" y="540237"/>
                            <a:pt x="928252" y="539047"/>
                          </a:cubicBezTo>
                          <a:cubicBezTo>
                            <a:pt x="924684" y="535479"/>
                            <a:pt x="928252" y="528342"/>
                            <a:pt x="924684" y="528342"/>
                          </a:cubicBezTo>
                          <a:cubicBezTo>
                            <a:pt x="913979" y="528342"/>
                            <a:pt x="913979" y="524774"/>
                            <a:pt x="915168" y="517638"/>
                          </a:cubicBezTo>
                          <a:cubicBezTo>
                            <a:pt x="916358" y="515259"/>
                            <a:pt x="924684" y="520016"/>
                            <a:pt x="919926" y="516448"/>
                          </a:cubicBezTo>
                          <a:cubicBezTo>
                            <a:pt x="918737" y="514069"/>
                            <a:pt x="915168" y="506933"/>
                            <a:pt x="918737" y="506933"/>
                          </a:cubicBezTo>
                          <a:cubicBezTo>
                            <a:pt x="921115" y="506933"/>
                            <a:pt x="922305" y="508122"/>
                            <a:pt x="923494" y="509311"/>
                          </a:cubicBezTo>
                          <a:cubicBezTo>
                            <a:pt x="928252" y="514069"/>
                            <a:pt x="929442" y="521206"/>
                            <a:pt x="935389" y="520016"/>
                          </a:cubicBezTo>
                          <a:cubicBezTo>
                            <a:pt x="938957" y="518827"/>
                            <a:pt x="937768" y="515259"/>
                            <a:pt x="935389" y="511690"/>
                          </a:cubicBezTo>
                          <a:cubicBezTo>
                            <a:pt x="933010" y="508122"/>
                            <a:pt x="929442" y="508122"/>
                            <a:pt x="925873" y="503364"/>
                          </a:cubicBezTo>
                          <a:cubicBezTo>
                            <a:pt x="925873" y="503364"/>
                            <a:pt x="925873" y="502175"/>
                            <a:pt x="925873" y="502175"/>
                          </a:cubicBezTo>
                          <a:cubicBezTo>
                            <a:pt x="922305" y="498607"/>
                            <a:pt x="921115" y="496228"/>
                            <a:pt x="917547" y="492659"/>
                          </a:cubicBezTo>
                          <a:cubicBezTo>
                            <a:pt x="913979" y="489091"/>
                            <a:pt x="909221" y="487902"/>
                            <a:pt x="908032" y="483144"/>
                          </a:cubicBezTo>
                          <a:cubicBezTo>
                            <a:pt x="906842" y="477197"/>
                            <a:pt x="905653" y="477197"/>
                            <a:pt x="908032" y="472439"/>
                          </a:cubicBezTo>
                          <a:cubicBezTo>
                            <a:pt x="909221" y="471250"/>
                            <a:pt x="910411" y="472439"/>
                            <a:pt x="912790" y="471250"/>
                          </a:cubicBezTo>
                          <a:cubicBezTo>
                            <a:pt x="915168" y="470060"/>
                            <a:pt x="921115" y="471250"/>
                            <a:pt x="919926" y="473628"/>
                          </a:cubicBezTo>
                          <a:cubicBezTo>
                            <a:pt x="919926" y="474818"/>
                            <a:pt x="917547" y="474818"/>
                            <a:pt x="918737" y="476007"/>
                          </a:cubicBezTo>
                          <a:cubicBezTo>
                            <a:pt x="922305" y="478386"/>
                            <a:pt x="919926" y="483144"/>
                            <a:pt x="922305" y="484333"/>
                          </a:cubicBezTo>
                          <a:cubicBezTo>
                            <a:pt x="933010" y="490281"/>
                            <a:pt x="928252" y="470060"/>
                            <a:pt x="934199" y="465302"/>
                          </a:cubicBezTo>
                          <a:cubicBezTo>
                            <a:pt x="937768" y="461734"/>
                            <a:pt x="934199" y="459355"/>
                            <a:pt x="935389" y="455787"/>
                          </a:cubicBezTo>
                          <a:cubicBezTo>
                            <a:pt x="936578" y="453408"/>
                            <a:pt x="942525" y="453408"/>
                            <a:pt x="942525" y="448650"/>
                          </a:cubicBezTo>
                          <a:cubicBezTo>
                            <a:pt x="942525" y="424862"/>
                            <a:pt x="943715" y="412967"/>
                            <a:pt x="950851" y="392747"/>
                          </a:cubicBezTo>
                          <a:cubicBezTo>
                            <a:pt x="954420" y="383231"/>
                            <a:pt x="960367" y="376095"/>
                            <a:pt x="967504" y="368958"/>
                          </a:cubicBezTo>
                          <a:cubicBezTo>
                            <a:pt x="969882" y="365390"/>
                            <a:pt x="973451" y="364200"/>
                            <a:pt x="975829" y="360632"/>
                          </a:cubicBezTo>
                          <a:cubicBezTo>
                            <a:pt x="981777" y="352306"/>
                            <a:pt x="993671" y="346359"/>
                            <a:pt x="993671" y="336843"/>
                          </a:cubicBezTo>
                          <a:cubicBezTo>
                            <a:pt x="993671" y="332086"/>
                            <a:pt x="986534" y="332086"/>
                            <a:pt x="981777" y="328517"/>
                          </a:cubicBezTo>
                          <a:cubicBezTo>
                            <a:pt x="969882" y="320191"/>
                            <a:pt x="957988" y="341601"/>
                            <a:pt x="946094" y="347548"/>
                          </a:cubicBezTo>
                          <a:cubicBezTo>
                            <a:pt x="942525" y="348738"/>
                            <a:pt x="935389" y="338033"/>
                            <a:pt x="941336" y="339222"/>
                          </a:cubicBezTo>
                          <a:cubicBezTo>
                            <a:pt x="943715" y="340412"/>
                            <a:pt x="943715" y="340412"/>
                            <a:pt x="944904" y="339222"/>
                          </a:cubicBezTo>
                          <a:cubicBezTo>
                            <a:pt x="948473" y="335654"/>
                            <a:pt x="943715" y="332086"/>
                            <a:pt x="940146" y="330896"/>
                          </a:cubicBezTo>
                          <a:cubicBezTo>
                            <a:pt x="938957" y="330896"/>
                            <a:pt x="937768" y="330896"/>
                            <a:pt x="938957" y="329707"/>
                          </a:cubicBezTo>
                          <a:cubicBezTo>
                            <a:pt x="942525" y="324949"/>
                            <a:pt x="949662" y="324949"/>
                            <a:pt x="950851" y="319002"/>
                          </a:cubicBezTo>
                          <a:cubicBezTo>
                            <a:pt x="953230" y="313055"/>
                            <a:pt x="965125" y="315434"/>
                            <a:pt x="969882" y="317812"/>
                          </a:cubicBezTo>
                          <a:cubicBezTo>
                            <a:pt x="972261" y="319002"/>
                            <a:pt x="972261" y="319002"/>
                            <a:pt x="974640" y="320191"/>
                          </a:cubicBezTo>
                          <a:cubicBezTo>
                            <a:pt x="978208" y="322570"/>
                            <a:pt x="979398" y="326138"/>
                            <a:pt x="985345" y="324949"/>
                          </a:cubicBezTo>
                          <a:cubicBezTo>
                            <a:pt x="986534" y="324949"/>
                            <a:pt x="987724" y="324949"/>
                            <a:pt x="987724" y="324949"/>
                          </a:cubicBezTo>
                          <a:cubicBezTo>
                            <a:pt x="992481" y="323760"/>
                            <a:pt x="996050" y="324949"/>
                            <a:pt x="1000808" y="322570"/>
                          </a:cubicBezTo>
                          <a:cubicBezTo>
                            <a:pt x="1001997" y="321381"/>
                            <a:pt x="1003187" y="322570"/>
                            <a:pt x="1004376" y="322570"/>
                          </a:cubicBezTo>
                          <a:cubicBezTo>
                            <a:pt x="1005565" y="322570"/>
                            <a:pt x="1006755" y="322570"/>
                            <a:pt x="1007944" y="321381"/>
                          </a:cubicBezTo>
                          <a:cubicBezTo>
                            <a:pt x="1011512" y="319002"/>
                            <a:pt x="1009134" y="313055"/>
                            <a:pt x="1012702" y="311865"/>
                          </a:cubicBezTo>
                          <a:cubicBezTo>
                            <a:pt x="1013892" y="311865"/>
                            <a:pt x="1015081" y="311865"/>
                            <a:pt x="1015081" y="310676"/>
                          </a:cubicBezTo>
                          <a:cubicBezTo>
                            <a:pt x="1018649" y="305918"/>
                            <a:pt x="1016270" y="301160"/>
                            <a:pt x="1012702" y="301160"/>
                          </a:cubicBezTo>
                          <a:cubicBezTo>
                            <a:pt x="1011512" y="301160"/>
                            <a:pt x="1010323" y="302350"/>
                            <a:pt x="1010323" y="301160"/>
                          </a:cubicBezTo>
                          <a:cubicBezTo>
                            <a:pt x="1007944" y="298782"/>
                            <a:pt x="1006755" y="295213"/>
                            <a:pt x="1001997" y="298782"/>
                          </a:cubicBezTo>
                          <a:cubicBezTo>
                            <a:pt x="1001997" y="298782"/>
                            <a:pt x="1000808" y="298782"/>
                            <a:pt x="1000808" y="298782"/>
                          </a:cubicBezTo>
                          <a:cubicBezTo>
                            <a:pt x="996050" y="301160"/>
                            <a:pt x="991292" y="297592"/>
                            <a:pt x="985345" y="298782"/>
                          </a:cubicBezTo>
                          <a:cubicBezTo>
                            <a:pt x="981777" y="299971"/>
                            <a:pt x="979398" y="298782"/>
                            <a:pt x="975829" y="296403"/>
                          </a:cubicBezTo>
                          <a:cubicBezTo>
                            <a:pt x="974640" y="295213"/>
                            <a:pt x="972261" y="295213"/>
                            <a:pt x="973451" y="294024"/>
                          </a:cubicBezTo>
                          <a:cubicBezTo>
                            <a:pt x="975829" y="291645"/>
                            <a:pt x="977019" y="292834"/>
                            <a:pt x="978208" y="291645"/>
                          </a:cubicBezTo>
                          <a:cubicBezTo>
                            <a:pt x="984156" y="286887"/>
                            <a:pt x="990103" y="286887"/>
                            <a:pt x="997239" y="286887"/>
                          </a:cubicBezTo>
                          <a:cubicBezTo>
                            <a:pt x="1010323" y="286887"/>
                            <a:pt x="1022217" y="294024"/>
                            <a:pt x="1034112" y="286887"/>
                          </a:cubicBezTo>
                          <a:cubicBezTo>
                            <a:pt x="1037680" y="284508"/>
                            <a:pt x="1042438" y="286887"/>
                            <a:pt x="1044817" y="284508"/>
                          </a:cubicBezTo>
                          <a:cubicBezTo>
                            <a:pt x="1046006" y="283319"/>
                            <a:pt x="1044817" y="279751"/>
                            <a:pt x="1043627" y="279751"/>
                          </a:cubicBezTo>
                          <a:cubicBezTo>
                            <a:pt x="1035301" y="276182"/>
                            <a:pt x="1038870" y="255962"/>
                            <a:pt x="1047196" y="260720"/>
                          </a:cubicBezTo>
                          <a:cubicBezTo>
                            <a:pt x="1050764" y="263098"/>
                            <a:pt x="1055522" y="270235"/>
                            <a:pt x="1060279" y="265477"/>
                          </a:cubicBezTo>
                          <a:cubicBezTo>
                            <a:pt x="1070984" y="258341"/>
                            <a:pt x="1080500" y="251204"/>
                            <a:pt x="1086447" y="241689"/>
                          </a:cubicBezTo>
                          <a:cubicBezTo>
                            <a:pt x="1074553" y="246446"/>
                            <a:pt x="1067416" y="240499"/>
                            <a:pt x="1063848" y="235741"/>
                          </a:cubicBezTo>
                          <a:close/>
                          <a:moveTo>
                            <a:pt x="19524" y="510501"/>
                          </a:moveTo>
                          <a:cubicBezTo>
                            <a:pt x="19524" y="510501"/>
                            <a:pt x="19524" y="510501"/>
                            <a:pt x="19524" y="510501"/>
                          </a:cubicBezTo>
                          <a:cubicBezTo>
                            <a:pt x="19524" y="510501"/>
                            <a:pt x="19524" y="510501"/>
                            <a:pt x="19524" y="510501"/>
                          </a:cubicBezTo>
                          <a:close/>
                          <a:moveTo>
                            <a:pt x="19524" y="510501"/>
                          </a:moveTo>
                          <a:cubicBezTo>
                            <a:pt x="19524" y="511690"/>
                            <a:pt x="19524" y="511690"/>
                            <a:pt x="19524" y="510501"/>
                          </a:cubicBezTo>
                          <a:cubicBezTo>
                            <a:pt x="19524" y="511690"/>
                            <a:pt x="19524" y="510501"/>
                            <a:pt x="19524" y="510501"/>
                          </a:cubicBezTo>
                          <a:close/>
                          <a:moveTo>
                            <a:pt x="19524" y="511690"/>
                          </a:moveTo>
                          <a:cubicBezTo>
                            <a:pt x="19524" y="511690"/>
                            <a:pt x="19524" y="511690"/>
                            <a:pt x="19524" y="511690"/>
                          </a:cubicBezTo>
                          <a:cubicBezTo>
                            <a:pt x="19524" y="511690"/>
                            <a:pt x="19524" y="511690"/>
                            <a:pt x="19524" y="511690"/>
                          </a:cubicBezTo>
                          <a:close/>
                          <a:moveTo>
                            <a:pt x="19524" y="511690"/>
                          </a:moveTo>
                          <a:cubicBezTo>
                            <a:pt x="19524" y="511690"/>
                            <a:pt x="19524" y="511690"/>
                            <a:pt x="19524" y="511690"/>
                          </a:cubicBezTo>
                          <a:cubicBezTo>
                            <a:pt x="19524" y="511690"/>
                            <a:pt x="19524" y="511690"/>
                            <a:pt x="19524" y="511690"/>
                          </a:cubicBezTo>
                          <a:cubicBezTo>
                            <a:pt x="19524" y="511690"/>
                            <a:pt x="19524" y="511690"/>
                            <a:pt x="19524" y="511690"/>
                          </a:cubicBezTo>
                          <a:cubicBezTo>
                            <a:pt x="19524" y="511690"/>
                            <a:pt x="19524" y="511690"/>
                            <a:pt x="19524" y="511690"/>
                          </a:cubicBezTo>
                          <a:close/>
                          <a:moveTo>
                            <a:pt x="189613" y="804291"/>
                          </a:moveTo>
                          <a:cubicBezTo>
                            <a:pt x="189613" y="804291"/>
                            <a:pt x="189613" y="804291"/>
                            <a:pt x="189613" y="804291"/>
                          </a:cubicBezTo>
                          <a:cubicBezTo>
                            <a:pt x="194371" y="801912"/>
                            <a:pt x="194371" y="790018"/>
                            <a:pt x="199129" y="793586"/>
                          </a:cubicBezTo>
                          <a:cubicBezTo>
                            <a:pt x="205076" y="799534"/>
                            <a:pt x="199129" y="801912"/>
                            <a:pt x="189613" y="804291"/>
                          </a:cubicBezTo>
                          <a:close/>
                          <a:moveTo>
                            <a:pt x="570232" y="1075483"/>
                          </a:moveTo>
                          <a:cubicBezTo>
                            <a:pt x="569043" y="1075483"/>
                            <a:pt x="570232" y="1075483"/>
                            <a:pt x="570232" y="1075483"/>
                          </a:cubicBezTo>
                          <a:cubicBezTo>
                            <a:pt x="569043" y="1075483"/>
                            <a:pt x="570232" y="1075483"/>
                            <a:pt x="570232" y="1075483"/>
                          </a:cubicBezTo>
                          <a:close/>
                          <a:moveTo>
                            <a:pt x="570232" y="1074293"/>
                          </a:move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lose/>
                          <a:moveTo>
                            <a:pt x="570232" y="1075483"/>
                          </a:moveTo>
                          <a:cubicBezTo>
                            <a:pt x="570232" y="1075483"/>
                            <a:pt x="570232" y="1075483"/>
                            <a:pt x="570232" y="1075483"/>
                          </a:cubicBezTo>
                          <a:cubicBezTo>
                            <a:pt x="570232" y="1075483"/>
                            <a:pt x="570232" y="1075483"/>
                            <a:pt x="570232" y="1075483"/>
                          </a:cubicBezTo>
                          <a:close/>
                          <a:moveTo>
                            <a:pt x="570232" y="1074293"/>
                          </a:move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lose/>
                          <a:moveTo>
                            <a:pt x="570232" y="1074293"/>
                          </a:move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lose/>
                          <a:moveTo>
                            <a:pt x="570232" y="1074293"/>
                          </a:move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lose/>
                          <a:moveTo>
                            <a:pt x="570232" y="1074293"/>
                          </a:moveTo>
                          <a:cubicBezTo>
                            <a:pt x="570232" y="1074293"/>
                            <a:pt x="570232" y="1074293"/>
                            <a:pt x="570232" y="1074293"/>
                          </a:cubicBezTo>
                          <a:cubicBezTo>
                            <a:pt x="571422" y="1074293"/>
                            <a:pt x="570232" y="1074293"/>
                            <a:pt x="570232" y="1074293"/>
                          </a:cubicBezTo>
                          <a:close/>
                          <a:moveTo>
                            <a:pt x="680850" y="1030284"/>
                          </a:moveTo>
                          <a:cubicBezTo>
                            <a:pt x="680850" y="1030284"/>
                            <a:pt x="680850" y="1030284"/>
                            <a:pt x="680850" y="1030284"/>
                          </a:cubicBezTo>
                          <a:cubicBezTo>
                            <a:pt x="680850" y="1030284"/>
                            <a:pt x="680850" y="1030284"/>
                            <a:pt x="680850" y="1030284"/>
                          </a:cubicBezTo>
                          <a:close/>
                          <a:moveTo>
                            <a:pt x="679660" y="1030284"/>
                          </a:moveTo>
                          <a:cubicBezTo>
                            <a:pt x="679660" y="1031473"/>
                            <a:pt x="679660" y="1031473"/>
                            <a:pt x="679660" y="1030284"/>
                          </a:cubicBezTo>
                          <a:cubicBezTo>
                            <a:pt x="679660" y="1030284"/>
                            <a:pt x="679660" y="1030284"/>
                            <a:pt x="679660" y="103028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4" name="Freeform 563">
                      <a:extLst>
                        <a:ext uri="{FF2B5EF4-FFF2-40B4-BE49-F238E27FC236}">
                          <a16:creationId xmlns:a16="http://schemas.microsoft.com/office/drawing/2014/main" id="{178F14D4-AAF4-6483-E16D-88679D9B1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5001" y="2281414"/>
                      <a:ext cx="3568" cy="3568"/>
                    </a:xfrm>
                    <a:custGeom>
                      <a:avLst/>
                      <a:gdLst>
                        <a:gd name="connsiteX0" fmla="*/ 0 w 3568"/>
                        <a:gd name="connsiteY0" fmla="*/ 3568 h 3568"/>
                        <a:gd name="connsiteX1" fmla="*/ 3568 w 3568"/>
                        <a:gd name="connsiteY1" fmla="*/ 0 h 3568"/>
                        <a:gd name="connsiteX2" fmla="*/ 0 w 3568"/>
                        <a:gd name="connsiteY2" fmla="*/ 3568 h 35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3568" h="3568">
                          <a:moveTo>
                            <a:pt x="0" y="3568"/>
                          </a:moveTo>
                          <a:cubicBezTo>
                            <a:pt x="2379" y="3568"/>
                            <a:pt x="3568" y="1190"/>
                            <a:pt x="3568" y="0"/>
                          </a:cubicBezTo>
                          <a:cubicBezTo>
                            <a:pt x="2379" y="1190"/>
                            <a:pt x="1189" y="2379"/>
                            <a:pt x="0" y="35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65" name="Graphic 27">
                    <a:extLst>
                      <a:ext uri="{FF2B5EF4-FFF2-40B4-BE49-F238E27FC236}">
                        <a16:creationId xmlns:a16="http://schemas.microsoft.com/office/drawing/2014/main" id="{E1550310-C90F-52F0-88B9-E6607583225A}"/>
                      </a:ext>
                    </a:extLst>
                  </p:cNvPr>
                  <p:cNvGrpSpPr/>
                  <p:nvPr/>
                </p:nvGrpSpPr>
                <p:grpSpPr>
                  <a:xfrm>
                    <a:off x="2642231" y="2880889"/>
                    <a:ext cx="1459987" cy="849039"/>
                    <a:chOff x="2642231" y="2880889"/>
                    <a:chExt cx="1459987" cy="849039"/>
                  </a:xfrm>
                  <a:grpFill/>
                </p:grpSpPr>
                <p:sp>
                  <p:nvSpPr>
                    <p:cNvPr id="566" name="Freeform 565">
                      <a:extLst>
                        <a:ext uri="{FF2B5EF4-FFF2-40B4-BE49-F238E27FC236}">
                          <a16:creationId xmlns:a16="http://schemas.microsoft.com/office/drawing/2014/main" id="{255313E8-A6AB-1A0D-ACBE-E3B4630164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42231" y="2880889"/>
                      <a:ext cx="1459987" cy="849039"/>
                    </a:xfrm>
                    <a:custGeom>
                      <a:avLst/>
                      <a:gdLst>
                        <a:gd name="connsiteX0" fmla="*/ 1448094 w 1459987"/>
                        <a:gd name="connsiteY0" fmla="*/ 252160 h 849039"/>
                        <a:gd name="connsiteX1" fmla="*/ 1440957 w 1459987"/>
                        <a:gd name="connsiteY1" fmla="*/ 250971 h 849039"/>
                        <a:gd name="connsiteX2" fmla="*/ 1439768 w 1459987"/>
                        <a:gd name="connsiteY2" fmla="*/ 242645 h 849039"/>
                        <a:gd name="connsiteX3" fmla="*/ 1439768 w 1459987"/>
                        <a:gd name="connsiteY3" fmla="*/ 242645 h 849039"/>
                        <a:gd name="connsiteX4" fmla="*/ 1432631 w 1459987"/>
                        <a:gd name="connsiteY4" fmla="*/ 239076 h 849039"/>
                        <a:gd name="connsiteX5" fmla="*/ 1431441 w 1459987"/>
                        <a:gd name="connsiteY5" fmla="*/ 228371 h 849039"/>
                        <a:gd name="connsiteX6" fmla="*/ 1427873 w 1459987"/>
                        <a:gd name="connsiteY6" fmla="*/ 218856 h 849039"/>
                        <a:gd name="connsiteX7" fmla="*/ 1427873 w 1459987"/>
                        <a:gd name="connsiteY7" fmla="*/ 208151 h 849039"/>
                        <a:gd name="connsiteX8" fmla="*/ 1429063 w 1459987"/>
                        <a:gd name="connsiteY8" fmla="*/ 197446 h 849039"/>
                        <a:gd name="connsiteX9" fmla="*/ 1431441 w 1459987"/>
                        <a:gd name="connsiteY9" fmla="*/ 187931 h 849039"/>
                        <a:gd name="connsiteX10" fmla="*/ 1427873 w 1459987"/>
                        <a:gd name="connsiteY10" fmla="*/ 168900 h 849039"/>
                        <a:gd name="connsiteX11" fmla="*/ 1424305 w 1459987"/>
                        <a:gd name="connsiteY11" fmla="*/ 165331 h 849039"/>
                        <a:gd name="connsiteX12" fmla="*/ 1420737 w 1459987"/>
                        <a:gd name="connsiteY12" fmla="*/ 165331 h 849039"/>
                        <a:gd name="connsiteX13" fmla="*/ 1411221 w 1459987"/>
                        <a:gd name="connsiteY13" fmla="*/ 165331 h 849039"/>
                        <a:gd name="connsiteX14" fmla="*/ 1404085 w 1459987"/>
                        <a:gd name="connsiteY14" fmla="*/ 165331 h 849039"/>
                        <a:gd name="connsiteX15" fmla="*/ 1398137 w 1459987"/>
                        <a:gd name="connsiteY15" fmla="*/ 161763 h 849039"/>
                        <a:gd name="connsiteX16" fmla="*/ 1387432 w 1459987"/>
                        <a:gd name="connsiteY16" fmla="*/ 174847 h 849039"/>
                        <a:gd name="connsiteX17" fmla="*/ 1382675 w 1459987"/>
                        <a:gd name="connsiteY17" fmla="*/ 181983 h 849039"/>
                        <a:gd name="connsiteX18" fmla="*/ 1379106 w 1459987"/>
                        <a:gd name="connsiteY18" fmla="*/ 190310 h 849039"/>
                        <a:gd name="connsiteX19" fmla="*/ 1373159 w 1459987"/>
                        <a:gd name="connsiteY19" fmla="*/ 196257 h 849039"/>
                        <a:gd name="connsiteX20" fmla="*/ 1369591 w 1459987"/>
                        <a:gd name="connsiteY20" fmla="*/ 204583 h 849039"/>
                        <a:gd name="connsiteX21" fmla="*/ 1357697 w 1459987"/>
                        <a:gd name="connsiteY21" fmla="*/ 216477 h 849039"/>
                        <a:gd name="connsiteX22" fmla="*/ 1345802 w 1459987"/>
                        <a:gd name="connsiteY22" fmla="*/ 228371 h 849039"/>
                        <a:gd name="connsiteX23" fmla="*/ 1336287 w 1459987"/>
                        <a:gd name="connsiteY23" fmla="*/ 230750 h 849039"/>
                        <a:gd name="connsiteX24" fmla="*/ 1327961 w 1459987"/>
                        <a:gd name="connsiteY24" fmla="*/ 235508 h 849039"/>
                        <a:gd name="connsiteX25" fmla="*/ 1306551 w 1459987"/>
                        <a:gd name="connsiteY25" fmla="*/ 236698 h 849039"/>
                        <a:gd name="connsiteX26" fmla="*/ 1283952 w 1459987"/>
                        <a:gd name="connsiteY26" fmla="*/ 235508 h 849039"/>
                        <a:gd name="connsiteX27" fmla="*/ 1257784 w 1459987"/>
                        <a:gd name="connsiteY27" fmla="*/ 235508 h 849039"/>
                        <a:gd name="connsiteX28" fmla="*/ 1242321 w 1459987"/>
                        <a:gd name="connsiteY28" fmla="*/ 240266 h 849039"/>
                        <a:gd name="connsiteX29" fmla="*/ 1229238 w 1459987"/>
                        <a:gd name="connsiteY29" fmla="*/ 250971 h 849039"/>
                        <a:gd name="connsiteX30" fmla="*/ 1216154 w 1459987"/>
                        <a:gd name="connsiteY30" fmla="*/ 261676 h 849039"/>
                        <a:gd name="connsiteX31" fmla="*/ 1207828 w 1459987"/>
                        <a:gd name="connsiteY31" fmla="*/ 266433 h 849039"/>
                        <a:gd name="connsiteX32" fmla="*/ 1210207 w 1459987"/>
                        <a:gd name="connsiteY32" fmla="*/ 273570 h 849039"/>
                        <a:gd name="connsiteX33" fmla="*/ 1209017 w 1459987"/>
                        <a:gd name="connsiteY33" fmla="*/ 283085 h 849039"/>
                        <a:gd name="connsiteX34" fmla="*/ 1194744 w 1459987"/>
                        <a:gd name="connsiteY34" fmla="*/ 294980 h 849039"/>
                        <a:gd name="connsiteX35" fmla="*/ 1175713 w 1459987"/>
                        <a:gd name="connsiteY35" fmla="*/ 298548 h 849039"/>
                        <a:gd name="connsiteX36" fmla="*/ 1168576 w 1459987"/>
                        <a:gd name="connsiteY36" fmla="*/ 293790 h 849039"/>
                        <a:gd name="connsiteX37" fmla="*/ 1159061 w 1459987"/>
                        <a:gd name="connsiteY37" fmla="*/ 291412 h 849039"/>
                        <a:gd name="connsiteX38" fmla="*/ 1147167 w 1459987"/>
                        <a:gd name="connsiteY38" fmla="*/ 292601 h 849039"/>
                        <a:gd name="connsiteX39" fmla="*/ 1141219 w 1459987"/>
                        <a:gd name="connsiteY39" fmla="*/ 293790 h 849039"/>
                        <a:gd name="connsiteX40" fmla="*/ 1136462 w 1459987"/>
                        <a:gd name="connsiteY40" fmla="*/ 297359 h 849039"/>
                        <a:gd name="connsiteX41" fmla="*/ 1135272 w 1459987"/>
                        <a:gd name="connsiteY41" fmla="*/ 305685 h 849039"/>
                        <a:gd name="connsiteX42" fmla="*/ 1135272 w 1459987"/>
                        <a:gd name="connsiteY42" fmla="*/ 312821 h 849039"/>
                        <a:gd name="connsiteX43" fmla="*/ 1123378 w 1459987"/>
                        <a:gd name="connsiteY43" fmla="*/ 319958 h 849039"/>
                        <a:gd name="connsiteX44" fmla="*/ 1110294 w 1459987"/>
                        <a:gd name="connsiteY44" fmla="*/ 324716 h 849039"/>
                        <a:gd name="connsiteX45" fmla="*/ 1098400 w 1459987"/>
                        <a:gd name="connsiteY45" fmla="*/ 329473 h 849039"/>
                        <a:gd name="connsiteX46" fmla="*/ 1093642 w 1459987"/>
                        <a:gd name="connsiteY46" fmla="*/ 334231 h 849039"/>
                        <a:gd name="connsiteX47" fmla="*/ 1085316 w 1459987"/>
                        <a:gd name="connsiteY47" fmla="*/ 337799 h 849039"/>
                        <a:gd name="connsiteX48" fmla="*/ 1071043 w 1459987"/>
                        <a:gd name="connsiteY48" fmla="*/ 341368 h 849039"/>
                        <a:gd name="connsiteX49" fmla="*/ 1061527 w 1459987"/>
                        <a:gd name="connsiteY49" fmla="*/ 348504 h 849039"/>
                        <a:gd name="connsiteX50" fmla="*/ 1048443 w 1459987"/>
                        <a:gd name="connsiteY50" fmla="*/ 353262 h 849039"/>
                        <a:gd name="connsiteX51" fmla="*/ 1036549 w 1459987"/>
                        <a:gd name="connsiteY51" fmla="*/ 350883 h 849039"/>
                        <a:gd name="connsiteX52" fmla="*/ 1032981 w 1459987"/>
                        <a:gd name="connsiteY52" fmla="*/ 353262 h 849039"/>
                        <a:gd name="connsiteX53" fmla="*/ 1030602 w 1459987"/>
                        <a:gd name="connsiteY53" fmla="*/ 333042 h 849039"/>
                        <a:gd name="connsiteX54" fmla="*/ 1034170 w 1459987"/>
                        <a:gd name="connsiteY54" fmla="*/ 321147 h 849039"/>
                        <a:gd name="connsiteX55" fmla="*/ 1040117 w 1459987"/>
                        <a:gd name="connsiteY55" fmla="*/ 311632 h 849039"/>
                        <a:gd name="connsiteX56" fmla="*/ 1047254 w 1459987"/>
                        <a:gd name="connsiteY56" fmla="*/ 310442 h 849039"/>
                        <a:gd name="connsiteX57" fmla="*/ 1049633 w 1459987"/>
                        <a:gd name="connsiteY57" fmla="*/ 310442 h 849039"/>
                        <a:gd name="connsiteX58" fmla="*/ 1054391 w 1459987"/>
                        <a:gd name="connsiteY58" fmla="*/ 300927 h 849039"/>
                        <a:gd name="connsiteX59" fmla="*/ 1054391 w 1459987"/>
                        <a:gd name="connsiteY59" fmla="*/ 298548 h 849039"/>
                        <a:gd name="connsiteX60" fmla="*/ 1053201 w 1459987"/>
                        <a:gd name="connsiteY60" fmla="*/ 289033 h 849039"/>
                        <a:gd name="connsiteX61" fmla="*/ 1053201 w 1459987"/>
                        <a:gd name="connsiteY61" fmla="*/ 259297 h 849039"/>
                        <a:gd name="connsiteX62" fmla="*/ 1041307 w 1459987"/>
                        <a:gd name="connsiteY62" fmla="*/ 266433 h 849039"/>
                        <a:gd name="connsiteX63" fmla="*/ 1029413 w 1459987"/>
                        <a:gd name="connsiteY63" fmla="*/ 274759 h 849039"/>
                        <a:gd name="connsiteX64" fmla="*/ 1022276 w 1459987"/>
                        <a:gd name="connsiteY64" fmla="*/ 267623 h 849039"/>
                        <a:gd name="connsiteX65" fmla="*/ 1029413 w 1459987"/>
                        <a:gd name="connsiteY65" fmla="*/ 260486 h 849039"/>
                        <a:gd name="connsiteX66" fmla="*/ 1042496 w 1459987"/>
                        <a:gd name="connsiteY66" fmla="*/ 242645 h 849039"/>
                        <a:gd name="connsiteX67" fmla="*/ 1038928 w 1459987"/>
                        <a:gd name="connsiteY67" fmla="*/ 218856 h 849039"/>
                        <a:gd name="connsiteX68" fmla="*/ 1018708 w 1459987"/>
                        <a:gd name="connsiteY68" fmla="*/ 208151 h 849039"/>
                        <a:gd name="connsiteX69" fmla="*/ 1018708 w 1459987"/>
                        <a:gd name="connsiteY69" fmla="*/ 206962 h 849039"/>
                        <a:gd name="connsiteX70" fmla="*/ 1008003 w 1459987"/>
                        <a:gd name="connsiteY70" fmla="*/ 202204 h 849039"/>
                        <a:gd name="connsiteX71" fmla="*/ 1006813 w 1459987"/>
                        <a:gd name="connsiteY71" fmla="*/ 212909 h 849039"/>
                        <a:gd name="connsiteX72" fmla="*/ 998487 w 1459987"/>
                        <a:gd name="connsiteY72" fmla="*/ 218856 h 849039"/>
                        <a:gd name="connsiteX73" fmla="*/ 994919 w 1459987"/>
                        <a:gd name="connsiteY73" fmla="*/ 229561 h 849039"/>
                        <a:gd name="connsiteX74" fmla="*/ 993730 w 1459987"/>
                        <a:gd name="connsiteY74" fmla="*/ 224803 h 849039"/>
                        <a:gd name="connsiteX75" fmla="*/ 991350 w 1459987"/>
                        <a:gd name="connsiteY75" fmla="*/ 225993 h 849039"/>
                        <a:gd name="connsiteX76" fmla="*/ 991350 w 1459987"/>
                        <a:gd name="connsiteY76" fmla="*/ 218856 h 849039"/>
                        <a:gd name="connsiteX77" fmla="*/ 979456 w 1459987"/>
                        <a:gd name="connsiteY77" fmla="*/ 225993 h 849039"/>
                        <a:gd name="connsiteX78" fmla="*/ 975888 w 1459987"/>
                        <a:gd name="connsiteY78" fmla="*/ 231940 h 849039"/>
                        <a:gd name="connsiteX79" fmla="*/ 971130 w 1459987"/>
                        <a:gd name="connsiteY79" fmla="*/ 237887 h 849039"/>
                        <a:gd name="connsiteX80" fmla="*/ 971130 w 1459987"/>
                        <a:gd name="connsiteY80" fmla="*/ 246213 h 849039"/>
                        <a:gd name="connsiteX81" fmla="*/ 966372 w 1459987"/>
                        <a:gd name="connsiteY81" fmla="*/ 250971 h 849039"/>
                        <a:gd name="connsiteX82" fmla="*/ 965183 w 1459987"/>
                        <a:gd name="connsiteY82" fmla="*/ 267623 h 849039"/>
                        <a:gd name="connsiteX83" fmla="*/ 965183 w 1459987"/>
                        <a:gd name="connsiteY83" fmla="*/ 266433 h 849039"/>
                        <a:gd name="connsiteX84" fmla="*/ 960425 w 1459987"/>
                        <a:gd name="connsiteY84" fmla="*/ 267623 h 849039"/>
                        <a:gd name="connsiteX85" fmla="*/ 960425 w 1459987"/>
                        <a:gd name="connsiteY85" fmla="*/ 280707 h 849039"/>
                        <a:gd name="connsiteX86" fmla="*/ 961615 w 1459987"/>
                        <a:gd name="connsiteY86" fmla="*/ 297359 h 849039"/>
                        <a:gd name="connsiteX87" fmla="*/ 949720 w 1459987"/>
                        <a:gd name="connsiteY87" fmla="*/ 319958 h 849039"/>
                        <a:gd name="connsiteX88" fmla="*/ 928311 w 1459987"/>
                        <a:gd name="connsiteY88" fmla="*/ 335421 h 849039"/>
                        <a:gd name="connsiteX89" fmla="*/ 921174 w 1459987"/>
                        <a:gd name="connsiteY89" fmla="*/ 310442 h 849039"/>
                        <a:gd name="connsiteX90" fmla="*/ 930689 w 1459987"/>
                        <a:gd name="connsiteY90" fmla="*/ 267623 h 849039"/>
                        <a:gd name="connsiteX91" fmla="*/ 937826 w 1459987"/>
                        <a:gd name="connsiteY91" fmla="*/ 247402 h 849039"/>
                        <a:gd name="connsiteX92" fmla="*/ 943773 w 1459987"/>
                        <a:gd name="connsiteY92" fmla="*/ 225993 h 849039"/>
                        <a:gd name="connsiteX93" fmla="*/ 930689 w 1459987"/>
                        <a:gd name="connsiteY93" fmla="*/ 235508 h 849039"/>
                        <a:gd name="connsiteX94" fmla="*/ 935447 w 1459987"/>
                        <a:gd name="connsiteY94" fmla="*/ 229561 h 849039"/>
                        <a:gd name="connsiteX95" fmla="*/ 949720 w 1459987"/>
                        <a:gd name="connsiteY95" fmla="*/ 203393 h 849039"/>
                        <a:gd name="connsiteX96" fmla="*/ 962804 w 1459987"/>
                        <a:gd name="connsiteY96" fmla="*/ 195067 h 849039"/>
                        <a:gd name="connsiteX97" fmla="*/ 973509 w 1459987"/>
                        <a:gd name="connsiteY97" fmla="*/ 190310 h 849039"/>
                        <a:gd name="connsiteX98" fmla="*/ 974698 w 1459987"/>
                        <a:gd name="connsiteY98" fmla="*/ 193878 h 849039"/>
                        <a:gd name="connsiteX99" fmla="*/ 978267 w 1459987"/>
                        <a:gd name="connsiteY99" fmla="*/ 193878 h 849039"/>
                        <a:gd name="connsiteX100" fmla="*/ 990161 w 1459987"/>
                        <a:gd name="connsiteY100" fmla="*/ 189120 h 849039"/>
                        <a:gd name="connsiteX101" fmla="*/ 1005624 w 1459987"/>
                        <a:gd name="connsiteY101" fmla="*/ 185552 h 849039"/>
                        <a:gd name="connsiteX102" fmla="*/ 1012760 w 1459987"/>
                        <a:gd name="connsiteY102" fmla="*/ 187931 h 849039"/>
                        <a:gd name="connsiteX103" fmla="*/ 1016329 w 1459987"/>
                        <a:gd name="connsiteY103" fmla="*/ 195067 h 849039"/>
                        <a:gd name="connsiteX104" fmla="*/ 1027034 w 1459987"/>
                        <a:gd name="connsiteY104" fmla="*/ 189120 h 849039"/>
                        <a:gd name="connsiteX105" fmla="*/ 1041307 w 1459987"/>
                        <a:gd name="connsiteY105" fmla="*/ 192688 h 849039"/>
                        <a:gd name="connsiteX106" fmla="*/ 1031791 w 1459987"/>
                        <a:gd name="connsiteY106" fmla="*/ 179605 h 849039"/>
                        <a:gd name="connsiteX107" fmla="*/ 1019897 w 1459987"/>
                        <a:gd name="connsiteY107" fmla="*/ 166521 h 849039"/>
                        <a:gd name="connsiteX108" fmla="*/ 1005624 w 1459987"/>
                        <a:gd name="connsiteY108" fmla="*/ 167710 h 849039"/>
                        <a:gd name="connsiteX109" fmla="*/ 991350 w 1459987"/>
                        <a:gd name="connsiteY109" fmla="*/ 165331 h 849039"/>
                        <a:gd name="connsiteX110" fmla="*/ 979456 w 1459987"/>
                        <a:gd name="connsiteY110" fmla="*/ 171279 h 849039"/>
                        <a:gd name="connsiteX111" fmla="*/ 963994 w 1459987"/>
                        <a:gd name="connsiteY111" fmla="*/ 168900 h 849039"/>
                        <a:gd name="connsiteX112" fmla="*/ 956857 w 1459987"/>
                        <a:gd name="connsiteY112" fmla="*/ 157005 h 849039"/>
                        <a:gd name="connsiteX113" fmla="*/ 942584 w 1459987"/>
                        <a:gd name="connsiteY113" fmla="*/ 154627 h 849039"/>
                        <a:gd name="connsiteX114" fmla="*/ 950910 w 1459987"/>
                        <a:gd name="connsiteY114" fmla="*/ 143922 h 849039"/>
                        <a:gd name="connsiteX115" fmla="*/ 963994 w 1459987"/>
                        <a:gd name="connsiteY115" fmla="*/ 136785 h 849039"/>
                        <a:gd name="connsiteX116" fmla="*/ 940205 w 1459987"/>
                        <a:gd name="connsiteY116" fmla="*/ 141543 h 849039"/>
                        <a:gd name="connsiteX117" fmla="*/ 921174 w 1459987"/>
                        <a:gd name="connsiteY117" fmla="*/ 152248 h 849039"/>
                        <a:gd name="connsiteX118" fmla="*/ 909280 w 1459987"/>
                        <a:gd name="connsiteY118" fmla="*/ 154627 h 849039"/>
                        <a:gd name="connsiteX119" fmla="*/ 899764 w 1459987"/>
                        <a:gd name="connsiteY119" fmla="*/ 160574 h 849039"/>
                        <a:gd name="connsiteX120" fmla="*/ 887870 w 1459987"/>
                        <a:gd name="connsiteY120" fmla="*/ 164142 h 849039"/>
                        <a:gd name="connsiteX121" fmla="*/ 883112 w 1459987"/>
                        <a:gd name="connsiteY121" fmla="*/ 160574 h 849039"/>
                        <a:gd name="connsiteX122" fmla="*/ 875975 w 1459987"/>
                        <a:gd name="connsiteY122" fmla="*/ 160574 h 849039"/>
                        <a:gd name="connsiteX123" fmla="*/ 879544 w 1459987"/>
                        <a:gd name="connsiteY123" fmla="*/ 149869 h 849039"/>
                        <a:gd name="connsiteX124" fmla="*/ 848618 w 1459987"/>
                        <a:gd name="connsiteY124" fmla="*/ 158195 h 849039"/>
                        <a:gd name="connsiteX125" fmla="*/ 860513 w 1459987"/>
                        <a:gd name="connsiteY125" fmla="*/ 147490 h 849039"/>
                        <a:gd name="connsiteX126" fmla="*/ 861702 w 1459987"/>
                        <a:gd name="connsiteY126" fmla="*/ 142732 h 849039"/>
                        <a:gd name="connsiteX127" fmla="*/ 870028 w 1459987"/>
                        <a:gd name="connsiteY127" fmla="*/ 141543 h 849039"/>
                        <a:gd name="connsiteX128" fmla="*/ 873597 w 1459987"/>
                        <a:gd name="connsiteY128" fmla="*/ 134406 h 849039"/>
                        <a:gd name="connsiteX129" fmla="*/ 889059 w 1459987"/>
                        <a:gd name="connsiteY129" fmla="*/ 126080 h 849039"/>
                        <a:gd name="connsiteX130" fmla="*/ 917606 w 1459987"/>
                        <a:gd name="connsiteY130" fmla="*/ 115375 h 849039"/>
                        <a:gd name="connsiteX131" fmla="*/ 918795 w 1459987"/>
                        <a:gd name="connsiteY131" fmla="*/ 115375 h 849039"/>
                        <a:gd name="connsiteX132" fmla="*/ 897385 w 1459987"/>
                        <a:gd name="connsiteY132" fmla="*/ 108238 h 849039"/>
                        <a:gd name="connsiteX133" fmla="*/ 889059 w 1459987"/>
                        <a:gd name="connsiteY133" fmla="*/ 104670 h 849039"/>
                        <a:gd name="connsiteX134" fmla="*/ 875975 w 1459987"/>
                        <a:gd name="connsiteY134" fmla="*/ 104670 h 849039"/>
                        <a:gd name="connsiteX135" fmla="*/ 859323 w 1459987"/>
                        <a:gd name="connsiteY135" fmla="*/ 96344 h 849039"/>
                        <a:gd name="connsiteX136" fmla="*/ 841482 w 1459987"/>
                        <a:gd name="connsiteY136" fmla="*/ 84450 h 849039"/>
                        <a:gd name="connsiteX137" fmla="*/ 830777 w 1459987"/>
                        <a:gd name="connsiteY137" fmla="*/ 84450 h 849039"/>
                        <a:gd name="connsiteX138" fmla="*/ 821261 w 1459987"/>
                        <a:gd name="connsiteY138" fmla="*/ 80881 h 849039"/>
                        <a:gd name="connsiteX139" fmla="*/ 804609 w 1459987"/>
                        <a:gd name="connsiteY139" fmla="*/ 67798 h 849039"/>
                        <a:gd name="connsiteX140" fmla="*/ 799852 w 1459987"/>
                        <a:gd name="connsiteY140" fmla="*/ 70177 h 849039"/>
                        <a:gd name="connsiteX141" fmla="*/ 129010 w 1459987"/>
                        <a:gd name="connsiteY141" fmla="*/ 0 h 849039"/>
                        <a:gd name="connsiteX142" fmla="*/ 124252 w 1459987"/>
                        <a:gd name="connsiteY142" fmla="*/ 0 h 849039"/>
                        <a:gd name="connsiteX143" fmla="*/ 124252 w 1459987"/>
                        <a:gd name="connsiteY143" fmla="*/ 2379 h 849039"/>
                        <a:gd name="connsiteX144" fmla="*/ 133768 w 1459987"/>
                        <a:gd name="connsiteY144" fmla="*/ 13084 h 849039"/>
                        <a:gd name="connsiteX145" fmla="*/ 126631 w 1459987"/>
                        <a:gd name="connsiteY145" fmla="*/ 27357 h 849039"/>
                        <a:gd name="connsiteX146" fmla="*/ 124252 w 1459987"/>
                        <a:gd name="connsiteY146" fmla="*/ 49956 h 849039"/>
                        <a:gd name="connsiteX147" fmla="*/ 117116 w 1459987"/>
                        <a:gd name="connsiteY147" fmla="*/ 59472 h 849039"/>
                        <a:gd name="connsiteX148" fmla="*/ 114737 w 1459987"/>
                        <a:gd name="connsiteY148" fmla="*/ 70177 h 849039"/>
                        <a:gd name="connsiteX149" fmla="*/ 104032 w 1459987"/>
                        <a:gd name="connsiteY149" fmla="*/ 74934 h 849039"/>
                        <a:gd name="connsiteX150" fmla="*/ 101653 w 1459987"/>
                        <a:gd name="connsiteY150" fmla="*/ 67798 h 849039"/>
                        <a:gd name="connsiteX151" fmla="*/ 115926 w 1459987"/>
                        <a:gd name="connsiteY151" fmla="*/ 48767 h 849039"/>
                        <a:gd name="connsiteX152" fmla="*/ 106411 w 1459987"/>
                        <a:gd name="connsiteY152" fmla="*/ 53525 h 849039"/>
                        <a:gd name="connsiteX153" fmla="*/ 105221 w 1459987"/>
                        <a:gd name="connsiteY153" fmla="*/ 46388 h 849039"/>
                        <a:gd name="connsiteX154" fmla="*/ 113547 w 1459987"/>
                        <a:gd name="connsiteY154" fmla="*/ 44009 h 849039"/>
                        <a:gd name="connsiteX155" fmla="*/ 108790 w 1459987"/>
                        <a:gd name="connsiteY155" fmla="*/ 38062 h 849039"/>
                        <a:gd name="connsiteX156" fmla="*/ 98085 w 1459987"/>
                        <a:gd name="connsiteY156" fmla="*/ 34494 h 849039"/>
                        <a:gd name="connsiteX157" fmla="*/ 79054 w 1459987"/>
                        <a:gd name="connsiteY157" fmla="*/ 23789 h 849039"/>
                        <a:gd name="connsiteX158" fmla="*/ 70728 w 1459987"/>
                        <a:gd name="connsiteY158" fmla="*/ 27357 h 849039"/>
                        <a:gd name="connsiteX159" fmla="*/ 68349 w 1459987"/>
                        <a:gd name="connsiteY159" fmla="*/ 44009 h 849039"/>
                        <a:gd name="connsiteX160" fmla="*/ 69538 w 1459987"/>
                        <a:gd name="connsiteY160" fmla="*/ 64229 h 849039"/>
                        <a:gd name="connsiteX161" fmla="*/ 67160 w 1459987"/>
                        <a:gd name="connsiteY161" fmla="*/ 72555 h 849039"/>
                        <a:gd name="connsiteX162" fmla="*/ 69538 w 1459987"/>
                        <a:gd name="connsiteY162" fmla="*/ 80881 h 849039"/>
                        <a:gd name="connsiteX163" fmla="*/ 65970 w 1459987"/>
                        <a:gd name="connsiteY163" fmla="*/ 83260 h 849039"/>
                        <a:gd name="connsiteX164" fmla="*/ 67160 w 1459987"/>
                        <a:gd name="connsiteY164" fmla="*/ 88018 h 849039"/>
                        <a:gd name="connsiteX165" fmla="*/ 68349 w 1459987"/>
                        <a:gd name="connsiteY165" fmla="*/ 97534 h 849039"/>
                        <a:gd name="connsiteX166" fmla="*/ 73107 w 1459987"/>
                        <a:gd name="connsiteY166" fmla="*/ 108238 h 849039"/>
                        <a:gd name="connsiteX167" fmla="*/ 90948 w 1459987"/>
                        <a:gd name="connsiteY167" fmla="*/ 120133 h 849039"/>
                        <a:gd name="connsiteX168" fmla="*/ 77864 w 1459987"/>
                        <a:gd name="connsiteY168" fmla="*/ 114186 h 849039"/>
                        <a:gd name="connsiteX169" fmla="*/ 65970 w 1459987"/>
                        <a:gd name="connsiteY169" fmla="*/ 110617 h 849039"/>
                        <a:gd name="connsiteX170" fmla="*/ 58833 w 1459987"/>
                        <a:gd name="connsiteY170" fmla="*/ 127270 h 849039"/>
                        <a:gd name="connsiteX171" fmla="*/ 52886 w 1459987"/>
                        <a:gd name="connsiteY171" fmla="*/ 143922 h 849039"/>
                        <a:gd name="connsiteX172" fmla="*/ 40992 w 1459987"/>
                        <a:gd name="connsiteY172" fmla="*/ 179605 h 849039"/>
                        <a:gd name="connsiteX173" fmla="*/ 26719 w 1459987"/>
                        <a:gd name="connsiteY173" fmla="*/ 216477 h 849039"/>
                        <a:gd name="connsiteX174" fmla="*/ 12446 w 1459987"/>
                        <a:gd name="connsiteY174" fmla="*/ 253350 h 849039"/>
                        <a:gd name="connsiteX175" fmla="*/ 17203 w 1459987"/>
                        <a:gd name="connsiteY175" fmla="*/ 272381 h 849039"/>
                        <a:gd name="connsiteX176" fmla="*/ 13635 w 1459987"/>
                        <a:gd name="connsiteY176" fmla="*/ 280707 h 849039"/>
                        <a:gd name="connsiteX177" fmla="*/ 13635 w 1459987"/>
                        <a:gd name="connsiteY177" fmla="*/ 290222 h 849039"/>
                        <a:gd name="connsiteX178" fmla="*/ 10067 w 1459987"/>
                        <a:gd name="connsiteY178" fmla="*/ 309253 h 849039"/>
                        <a:gd name="connsiteX179" fmla="*/ 551 w 1459987"/>
                        <a:gd name="connsiteY179" fmla="*/ 323526 h 849039"/>
                        <a:gd name="connsiteX180" fmla="*/ 6498 w 1459987"/>
                        <a:gd name="connsiteY180" fmla="*/ 338989 h 849039"/>
                        <a:gd name="connsiteX181" fmla="*/ 7688 w 1459987"/>
                        <a:gd name="connsiteY181" fmla="*/ 361588 h 849039"/>
                        <a:gd name="connsiteX182" fmla="*/ 11256 w 1459987"/>
                        <a:gd name="connsiteY182" fmla="*/ 398461 h 849039"/>
                        <a:gd name="connsiteX183" fmla="*/ 26719 w 1459987"/>
                        <a:gd name="connsiteY183" fmla="*/ 423439 h 849039"/>
                        <a:gd name="connsiteX184" fmla="*/ 45750 w 1459987"/>
                        <a:gd name="connsiteY184" fmla="*/ 423439 h 849039"/>
                        <a:gd name="connsiteX185" fmla="*/ 33855 w 1459987"/>
                        <a:gd name="connsiteY185" fmla="*/ 424628 h 849039"/>
                        <a:gd name="connsiteX186" fmla="*/ 36234 w 1459987"/>
                        <a:gd name="connsiteY186" fmla="*/ 437712 h 849039"/>
                        <a:gd name="connsiteX187" fmla="*/ 26719 w 1459987"/>
                        <a:gd name="connsiteY187" fmla="*/ 432954 h 849039"/>
                        <a:gd name="connsiteX188" fmla="*/ 24340 w 1459987"/>
                        <a:gd name="connsiteY188" fmla="*/ 444849 h 849039"/>
                        <a:gd name="connsiteX189" fmla="*/ 29098 w 1459987"/>
                        <a:gd name="connsiteY189" fmla="*/ 454364 h 849039"/>
                        <a:gd name="connsiteX190" fmla="*/ 32666 w 1459987"/>
                        <a:gd name="connsiteY190" fmla="*/ 467448 h 849039"/>
                        <a:gd name="connsiteX191" fmla="*/ 36234 w 1459987"/>
                        <a:gd name="connsiteY191" fmla="*/ 485289 h 849039"/>
                        <a:gd name="connsiteX192" fmla="*/ 51697 w 1459987"/>
                        <a:gd name="connsiteY192" fmla="*/ 538814 h 849039"/>
                        <a:gd name="connsiteX193" fmla="*/ 68349 w 1459987"/>
                        <a:gd name="connsiteY193" fmla="*/ 548329 h 849039"/>
                        <a:gd name="connsiteX194" fmla="*/ 83812 w 1459987"/>
                        <a:gd name="connsiteY194" fmla="*/ 550708 h 849039"/>
                        <a:gd name="connsiteX195" fmla="*/ 93327 w 1459987"/>
                        <a:gd name="connsiteY195" fmla="*/ 562603 h 849039"/>
                        <a:gd name="connsiteX196" fmla="*/ 104032 w 1459987"/>
                        <a:gd name="connsiteY196" fmla="*/ 564982 h 849039"/>
                        <a:gd name="connsiteX197" fmla="*/ 109979 w 1459987"/>
                        <a:gd name="connsiteY197" fmla="*/ 573308 h 849039"/>
                        <a:gd name="connsiteX198" fmla="*/ 126631 w 1459987"/>
                        <a:gd name="connsiteY198" fmla="*/ 594718 h 849039"/>
                        <a:gd name="connsiteX199" fmla="*/ 125442 w 1459987"/>
                        <a:gd name="connsiteY199" fmla="*/ 607801 h 849039"/>
                        <a:gd name="connsiteX200" fmla="*/ 126631 w 1459987"/>
                        <a:gd name="connsiteY200" fmla="*/ 608991 h 849039"/>
                        <a:gd name="connsiteX201" fmla="*/ 126631 w 1459987"/>
                        <a:gd name="connsiteY201" fmla="*/ 608991 h 849039"/>
                        <a:gd name="connsiteX202" fmla="*/ 159935 w 1459987"/>
                        <a:gd name="connsiteY202" fmla="*/ 608991 h 849039"/>
                        <a:gd name="connsiteX203" fmla="*/ 175398 w 1459987"/>
                        <a:gd name="connsiteY203" fmla="*/ 607801 h 849039"/>
                        <a:gd name="connsiteX204" fmla="*/ 183724 w 1459987"/>
                        <a:gd name="connsiteY204" fmla="*/ 607801 h 849039"/>
                        <a:gd name="connsiteX205" fmla="*/ 190861 w 1459987"/>
                        <a:gd name="connsiteY205" fmla="*/ 611370 h 849039"/>
                        <a:gd name="connsiteX206" fmla="*/ 243196 w 1459987"/>
                        <a:gd name="connsiteY206" fmla="*/ 635158 h 849039"/>
                        <a:gd name="connsiteX207" fmla="*/ 266985 w 1459987"/>
                        <a:gd name="connsiteY207" fmla="*/ 644674 h 849039"/>
                        <a:gd name="connsiteX208" fmla="*/ 280068 w 1459987"/>
                        <a:gd name="connsiteY208" fmla="*/ 649431 h 849039"/>
                        <a:gd name="connsiteX209" fmla="*/ 295531 w 1459987"/>
                        <a:gd name="connsiteY209" fmla="*/ 649431 h 849039"/>
                        <a:gd name="connsiteX210" fmla="*/ 352624 w 1459987"/>
                        <a:gd name="connsiteY210" fmla="*/ 653000 h 849039"/>
                        <a:gd name="connsiteX211" fmla="*/ 352624 w 1459987"/>
                        <a:gd name="connsiteY211" fmla="*/ 643484 h 849039"/>
                        <a:gd name="connsiteX212" fmla="*/ 376413 w 1459987"/>
                        <a:gd name="connsiteY212" fmla="*/ 645863 h 849039"/>
                        <a:gd name="connsiteX213" fmla="*/ 400201 w 1459987"/>
                        <a:gd name="connsiteY213" fmla="*/ 644674 h 849039"/>
                        <a:gd name="connsiteX214" fmla="*/ 412096 w 1459987"/>
                        <a:gd name="connsiteY214" fmla="*/ 664894 h 849039"/>
                        <a:gd name="connsiteX215" fmla="*/ 418043 w 1459987"/>
                        <a:gd name="connsiteY215" fmla="*/ 668462 h 849039"/>
                        <a:gd name="connsiteX216" fmla="*/ 419232 w 1459987"/>
                        <a:gd name="connsiteY216" fmla="*/ 674410 h 849039"/>
                        <a:gd name="connsiteX217" fmla="*/ 425180 w 1459987"/>
                        <a:gd name="connsiteY217" fmla="*/ 679167 h 849039"/>
                        <a:gd name="connsiteX218" fmla="*/ 427558 w 1459987"/>
                        <a:gd name="connsiteY218" fmla="*/ 685114 h 849039"/>
                        <a:gd name="connsiteX219" fmla="*/ 433506 w 1459987"/>
                        <a:gd name="connsiteY219" fmla="*/ 695820 h 849039"/>
                        <a:gd name="connsiteX220" fmla="*/ 432316 w 1459987"/>
                        <a:gd name="connsiteY220" fmla="*/ 704146 h 849039"/>
                        <a:gd name="connsiteX221" fmla="*/ 448968 w 1459987"/>
                        <a:gd name="connsiteY221" fmla="*/ 721987 h 849039"/>
                        <a:gd name="connsiteX222" fmla="*/ 467999 w 1459987"/>
                        <a:gd name="connsiteY222" fmla="*/ 731503 h 849039"/>
                        <a:gd name="connsiteX223" fmla="*/ 482272 w 1459987"/>
                        <a:gd name="connsiteY223" fmla="*/ 721987 h 849039"/>
                        <a:gd name="connsiteX224" fmla="*/ 491788 w 1459987"/>
                        <a:gd name="connsiteY224" fmla="*/ 714850 h 849039"/>
                        <a:gd name="connsiteX225" fmla="*/ 501303 w 1459987"/>
                        <a:gd name="connsiteY225" fmla="*/ 708903 h 849039"/>
                        <a:gd name="connsiteX226" fmla="*/ 521524 w 1459987"/>
                        <a:gd name="connsiteY226" fmla="*/ 712472 h 849039"/>
                        <a:gd name="connsiteX227" fmla="*/ 529850 w 1459987"/>
                        <a:gd name="connsiteY227" fmla="*/ 719608 h 849039"/>
                        <a:gd name="connsiteX228" fmla="*/ 534608 w 1459987"/>
                        <a:gd name="connsiteY228" fmla="*/ 729124 h 849039"/>
                        <a:gd name="connsiteX229" fmla="*/ 547691 w 1459987"/>
                        <a:gd name="connsiteY229" fmla="*/ 756481 h 849039"/>
                        <a:gd name="connsiteX230" fmla="*/ 560775 w 1459987"/>
                        <a:gd name="connsiteY230" fmla="*/ 781459 h 849039"/>
                        <a:gd name="connsiteX231" fmla="*/ 559586 w 1459987"/>
                        <a:gd name="connsiteY231" fmla="*/ 788595 h 849039"/>
                        <a:gd name="connsiteX232" fmla="*/ 564343 w 1459987"/>
                        <a:gd name="connsiteY232" fmla="*/ 794542 h 849039"/>
                        <a:gd name="connsiteX233" fmla="*/ 566722 w 1459987"/>
                        <a:gd name="connsiteY233" fmla="*/ 810005 h 849039"/>
                        <a:gd name="connsiteX234" fmla="*/ 577427 w 1459987"/>
                        <a:gd name="connsiteY234" fmla="*/ 815953 h 849039"/>
                        <a:gd name="connsiteX235" fmla="*/ 589322 w 1459987"/>
                        <a:gd name="connsiteY235" fmla="*/ 821900 h 849039"/>
                        <a:gd name="connsiteX236" fmla="*/ 600026 w 1459987"/>
                        <a:gd name="connsiteY236" fmla="*/ 825468 h 849039"/>
                        <a:gd name="connsiteX237" fmla="*/ 602405 w 1459987"/>
                        <a:gd name="connsiteY237" fmla="*/ 826657 h 849039"/>
                        <a:gd name="connsiteX238" fmla="*/ 604784 w 1459987"/>
                        <a:gd name="connsiteY238" fmla="*/ 818331 h 849039"/>
                        <a:gd name="connsiteX239" fmla="*/ 603595 w 1459987"/>
                        <a:gd name="connsiteY239" fmla="*/ 799300 h 849039"/>
                        <a:gd name="connsiteX240" fmla="*/ 611921 w 1459987"/>
                        <a:gd name="connsiteY240" fmla="*/ 782648 h 849039"/>
                        <a:gd name="connsiteX241" fmla="*/ 616678 w 1459987"/>
                        <a:gd name="connsiteY241" fmla="*/ 767186 h 849039"/>
                        <a:gd name="connsiteX242" fmla="*/ 619057 w 1459987"/>
                        <a:gd name="connsiteY242" fmla="*/ 755291 h 849039"/>
                        <a:gd name="connsiteX243" fmla="*/ 633331 w 1459987"/>
                        <a:gd name="connsiteY243" fmla="*/ 746965 h 849039"/>
                        <a:gd name="connsiteX244" fmla="*/ 644036 w 1459987"/>
                        <a:gd name="connsiteY244" fmla="*/ 744586 h 849039"/>
                        <a:gd name="connsiteX245" fmla="*/ 678529 w 1459987"/>
                        <a:gd name="connsiteY245" fmla="*/ 731503 h 849039"/>
                        <a:gd name="connsiteX246" fmla="*/ 678529 w 1459987"/>
                        <a:gd name="connsiteY246" fmla="*/ 711282 h 849039"/>
                        <a:gd name="connsiteX247" fmla="*/ 683287 w 1459987"/>
                        <a:gd name="connsiteY247" fmla="*/ 713661 h 849039"/>
                        <a:gd name="connsiteX248" fmla="*/ 689234 w 1459987"/>
                        <a:gd name="connsiteY248" fmla="*/ 710093 h 849039"/>
                        <a:gd name="connsiteX249" fmla="*/ 688045 w 1459987"/>
                        <a:gd name="connsiteY249" fmla="*/ 723176 h 849039"/>
                        <a:gd name="connsiteX250" fmla="*/ 701128 w 1459987"/>
                        <a:gd name="connsiteY250" fmla="*/ 713661 h 849039"/>
                        <a:gd name="connsiteX251" fmla="*/ 721349 w 1459987"/>
                        <a:gd name="connsiteY251" fmla="*/ 713661 h 849039"/>
                        <a:gd name="connsiteX252" fmla="*/ 753463 w 1459987"/>
                        <a:gd name="connsiteY252" fmla="*/ 716040 h 849039"/>
                        <a:gd name="connsiteX253" fmla="*/ 765358 w 1459987"/>
                        <a:gd name="connsiteY253" fmla="*/ 717229 h 849039"/>
                        <a:gd name="connsiteX254" fmla="*/ 774873 w 1459987"/>
                        <a:gd name="connsiteY254" fmla="*/ 723176 h 849039"/>
                        <a:gd name="connsiteX255" fmla="*/ 771305 w 1459987"/>
                        <a:gd name="connsiteY255" fmla="*/ 729124 h 849039"/>
                        <a:gd name="connsiteX256" fmla="*/ 789147 w 1459987"/>
                        <a:gd name="connsiteY256" fmla="*/ 733881 h 849039"/>
                        <a:gd name="connsiteX257" fmla="*/ 789147 w 1459987"/>
                        <a:gd name="connsiteY257" fmla="*/ 731503 h 849039"/>
                        <a:gd name="connsiteX258" fmla="*/ 801041 w 1459987"/>
                        <a:gd name="connsiteY258" fmla="*/ 735071 h 849039"/>
                        <a:gd name="connsiteX259" fmla="*/ 806988 w 1459987"/>
                        <a:gd name="connsiteY259" fmla="*/ 724366 h 849039"/>
                        <a:gd name="connsiteX260" fmla="*/ 828398 w 1459987"/>
                        <a:gd name="connsiteY260" fmla="*/ 732692 h 849039"/>
                        <a:gd name="connsiteX261" fmla="*/ 810556 w 1459987"/>
                        <a:gd name="connsiteY261" fmla="*/ 720798 h 849039"/>
                        <a:gd name="connsiteX262" fmla="*/ 820072 w 1459987"/>
                        <a:gd name="connsiteY262" fmla="*/ 716040 h 849039"/>
                        <a:gd name="connsiteX263" fmla="*/ 809367 w 1459987"/>
                        <a:gd name="connsiteY263" fmla="*/ 711282 h 849039"/>
                        <a:gd name="connsiteX264" fmla="*/ 812935 w 1459987"/>
                        <a:gd name="connsiteY264" fmla="*/ 702956 h 849039"/>
                        <a:gd name="connsiteX265" fmla="*/ 830777 w 1459987"/>
                        <a:gd name="connsiteY265" fmla="*/ 695820 h 849039"/>
                        <a:gd name="connsiteX266" fmla="*/ 852187 w 1459987"/>
                        <a:gd name="connsiteY266" fmla="*/ 693440 h 849039"/>
                        <a:gd name="connsiteX267" fmla="*/ 860513 w 1459987"/>
                        <a:gd name="connsiteY267" fmla="*/ 686304 h 849039"/>
                        <a:gd name="connsiteX268" fmla="*/ 885491 w 1459987"/>
                        <a:gd name="connsiteY268" fmla="*/ 693440 h 849039"/>
                        <a:gd name="connsiteX269" fmla="*/ 902143 w 1459987"/>
                        <a:gd name="connsiteY269" fmla="*/ 694630 h 849039"/>
                        <a:gd name="connsiteX270" fmla="*/ 917606 w 1459987"/>
                        <a:gd name="connsiteY270" fmla="*/ 698198 h 849039"/>
                        <a:gd name="connsiteX271" fmla="*/ 917606 w 1459987"/>
                        <a:gd name="connsiteY271" fmla="*/ 697009 h 849039"/>
                        <a:gd name="connsiteX272" fmla="*/ 924742 w 1459987"/>
                        <a:gd name="connsiteY272" fmla="*/ 700577 h 849039"/>
                        <a:gd name="connsiteX273" fmla="*/ 922363 w 1459987"/>
                        <a:gd name="connsiteY273" fmla="*/ 702956 h 849039"/>
                        <a:gd name="connsiteX274" fmla="*/ 923553 w 1459987"/>
                        <a:gd name="connsiteY274" fmla="*/ 706524 h 849039"/>
                        <a:gd name="connsiteX275" fmla="*/ 930689 w 1459987"/>
                        <a:gd name="connsiteY275" fmla="*/ 712472 h 849039"/>
                        <a:gd name="connsiteX276" fmla="*/ 955667 w 1459987"/>
                        <a:gd name="connsiteY276" fmla="*/ 706524 h 849039"/>
                        <a:gd name="connsiteX277" fmla="*/ 966372 w 1459987"/>
                        <a:gd name="connsiteY277" fmla="*/ 708903 h 849039"/>
                        <a:gd name="connsiteX278" fmla="*/ 973509 w 1459987"/>
                        <a:gd name="connsiteY278" fmla="*/ 719608 h 849039"/>
                        <a:gd name="connsiteX279" fmla="*/ 991350 w 1459987"/>
                        <a:gd name="connsiteY279" fmla="*/ 742207 h 849039"/>
                        <a:gd name="connsiteX280" fmla="*/ 985403 w 1459987"/>
                        <a:gd name="connsiteY280" fmla="*/ 771943 h 849039"/>
                        <a:gd name="connsiteX281" fmla="*/ 990161 w 1459987"/>
                        <a:gd name="connsiteY281" fmla="*/ 764807 h 849039"/>
                        <a:gd name="connsiteX282" fmla="*/ 992540 w 1459987"/>
                        <a:gd name="connsiteY282" fmla="*/ 773133 h 849039"/>
                        <a:gd name="connsiteX283" fmla="*/ 990161 w 1459987"/>
                        <a:gd name="connsiteY283" fmla="*/ 781459 h 849039"/>
                        <a:gd name="connsiteX284" fmla="*/ 997298 w 1459987"/>
                        <a:gd name="connsiteY284" fmla="*/ 796921 h 849039"/>
                        <a:gd name="connsiteX285" fmla="*/ 999677 w 1459987"/>
                        <a:gd name="connsiteY285" fmla="*/ 810005 h 849039"/>
                        <a:gd name="connsiteX286" fmla="*/ 1008003 w 1459987"/>
                        <a:gd name="connsiteY286" fmla="*/ 826657 h 849039"/>
                        <a:gd name="connsiteX287" fmla="*/ 1008003 w 1459987"/>
                        <a:gd name="connsiteY287" fmla="*/ 831415 h 849039"/>
                        <a:gd name="connsiteX288" fmla="*/ 1013950 w 1459987"/>
                        <a:gd name="connsiteY288" fmla="*/ 834983 h 849039"/>
                        <a:gd name="connsiteX289" fmla="*/ 1018708 w 1459987"/>
                        <a:gd name="connsiteY289" fmla="*/ 840930 h 849039"/>
                        <a:gd name="connsiteX290" fmla="*/ 1032981 w 1459987"/>
                        <a:gd name="connsiteY290" fmla="*/ 848067 h 849039"/>
                        <a:gd name="connsiteX291" fmla="*/ 1044875 w 1459987"/>
                        <a:gd name="connsiteY291" fmla="*/ 821900 h 849039"/>
                        <a:gd name="connsiteX292" fmla="*/ 1053201 w 1459987"/>
                        <a:gd name="connsiteY292" fmla="*/ 792164 h 849039"/>
                        <a:gd name="connsiteX293" fmla="*/ 1041307 w 1459987"/>
                        <a:gd name="connsiteY293" fmla="*/ 782648 h 849039"/>
                        <a:gd name="connsiteX294" fmla="*/ 1040117 w 1459987"/>
                        <a:gd name="connsiteY294" fmla="*/ 762428 h 849039"/>
                        <a:gd name="connsiteX295" fmla="*/ 1037739 w 1459987"/>
                        <a:gd name="connsiteY295" fmla="*/ 745776 h 849039"/>
                        <a:gd name="connsiteX296" fmla="*/ 1031791 w 1459987"/>
                        <a:gd name="connsiteY296" fmla="*/ 729124 h 849039"/>
                        <a:gd name="connsiteX297" fmla="*/ 1028223 w 1459987"/>
                        <a:gd name="connsiteY297" fmla="*/ 691062 h 849039"/>
                        <a:gd name="connsiteX298" fmla="*/ 1032981 w 1459987"/>
                        <a:gd name="connsiteY298" fmla="*/ 655379 h 849039"/>
                        <a:gd name="connsiteX299" fmla="*/ 1047254 w 1459987"/>
                        <a:gd name="connsiteY299" fmla="*/ 643484 h 849039"/>
                        <a:gd name="connsiteX300" fmla="*/ 1059148 w 1459987"/>
                        <a:gd name="connsiteY300" fmla="*/ 631590 h 849039"/>
                        <a:gd name="connsiteX301" fmla="*/ 1074611 w 1459987"/>
                        <a:gd name="connsiteY301" fmla="*/ 623264 h 849039"/>
                        <a:gd name="connsiteX302" fmla="*/ 1093642 w 1459987"/>
                        <a:gd name="connsiteY302" fmla="*/ 616127 h 849039"/>
                        <a:gd name="connsiteX303" fmla="*/ 1116241 w 1459987"/>
                        <a:gd name="connsiteY303" fmla="*/ 589960 h 849039"/>
                        <a:gd name="connsiteX304" fmla="*/ 1134083 w 1459987"/>
                        <a:gd name="connsiteY304" fmla="*/ 582823 h 849039"/>
                        <a:gd name="connsiteX305" fmla="*/ 1144788 w 1459987"/>
                        <a:gd name="connsiteY305" fmla="*/ 568550 h 849039"/>
                        <a:gd name="connsiteX306" fmla="*/ 1156682 w 1459987"/>
                        <a:gd name="connsiteY306" fmla="*/ 567360 h 849039"/>
                        <a:gd name="connsiteX307" fmla="*/ 1166198 w 1459987"/>
                        <a:gd name="connsiteY307" fmla="*/ 563792 h 849039"/>
                        <a:gd name="connsiteX308" fmla="*/ 1169766 w 1459987"/>
                        <a:gd name="connsiteY308" fmla="*/ 563792 h 849039"/>
                        <a:gd name="connsiteX309" fmla="*/ 1173334 w 1459987"/>
                        <a:gd name="connsiteY309" fmla="*/ 556655 h 849039"/>
                        <a:gd name="connsiteX310" fmla="*/ 1157871 w 1459987"/>
                        <a:gd name="connsiteY310" fmla="*/ 557845 h 849039"/>
                        <a:gd name="connsiteX311" fmla="*/ 1169766 w 1459987"/>
                        <a:gd name="connsiteY311" fmla="*/ 550708 h 849039"/>
                        <a:gd name="connsiteX312" fmla="*/ 1160250 w 1459987"/>
                        <a:gd name="connsiteY312" fmla="*/ 544761 h 849039"/>
                        <a:gd name="connsiteX313" fmla="*/ 1166198 w 1459987"/>
                        <a:gd name="connsiteY313" fmla="*/ 543572 h 849039"/>
                        <a:gd name="connsiteX314" fmla="*/ 1170955 w 1459987"/>
                        <a:gd name="connsiteY314" fmla="*/ 541193 h 849039"/>
                        <a:gd name="connsiteX315" fmla="*/ 1181660 w 1459987"/>
                        <a:gd name="connsiteY315" fmla="*/ 545951 h 849039"/>
                        <a:gd name="connsiteX316" fmla="*/ 1185228 w 1459987"/>
                        <a:gd name="connsiteY316" fmla="*/ 541193 h 849039"/>
                        <a:gd name="connsiteX317" fmla="*/ 1191176 w 1459987"/>
                        <a:gd name="connsiteY317" fmla="*/ 529299 h 849039"/>
                        <a:gd name="connsiteX318" fmla="*/ 1189986 w 1459987"/>
                        <a:gd name="connsiteY318" fmla="*/ 529299 h 849039"/>
                        <a:gd name="connsiteX319" fmla="*/ 1184039 w 1459987"/>
                        <a:gd name="connsiteY319" fmla="*/ 535246 h 849039"/>
                        <a:gd name="connsiteX320" fmla="*/ 1181660 w 1459987"/>
                        <a:gd name="connsiteY320" fmla="*/ 529299 h 849039"/>
                        <a:gd name="connsiteX321" fmla="*/ 1173334 w 1459987"/>
                        <a:gd name="connsiteY321" fmla="*/ 529299 h 849039"/>
                        <a:gd name="connsiteX322" fmla="*/ 1166198 w 1459987"/>
                        <a:gd name="connsiteY322" fmla="*/ 526920 h 849039"/>
                        <a:gd name="connsiteX323" fmla="*/ 1169766 w 1459987"/>
                        <a:gd name="connsiteY323" fmla="*/ 520972 h 849039"/>
                        <a:gd name="connsiteX324" fmla="*/ 1181660 w 1459987"/>
                        <a:gd name="connsiteY324" fmla="*/ 520972 h 849039"/>
                        <a:gd name="connsiteX325" fmla="*/ 1192365 w 1459987"/>
                        <a:gd name="connsiteY325" fmla="*/ 520972 h 849039"/>
                        <a:gd name="connsiteX326" fmla="*/ 1191176 w 1459987"/>
                        <a:gd name="connsiteY326" fmla="*/ 515025 h 849039"/>
                        <a:gd name="connsiteX327" fmla="*/ 1191176 w 1459987"/>
                        <a:gd name="connsiteY327" fmla="*/ 507889 h 849039"/>
                        <a:gd name="connsiteX328" fmla="*/ 1191176 w 1459987"/>
                        <a:gd name="connsiteY328" fmla="*/ 499563 h 849039"/>
                        <a:gd name="connsiteX329" fmla="*/ 1179281 w 1459987"/>
                        <a:gd name="connsiteY329" fmla="*/ 491237 h 849039"/>
                        <a:gd name="connsiteX330" fmla="*/ 1169766 w 1459987"/>
                        <a:gd name="connsiteY330" fmla="*/ 486479 h 849039"/>
                        <a:gd name="connsiteX331" fmla="*/ 1180471 w 1459987"/>
                        <a:gd name="connsiteY331" fmla="*/ 486479 h 849039"/>
                        <a:gd name="connsiteX332" fmla="*/ 1189986 w 1459987"/>
                        <a:gd name="connsiteY332" fmla="*/ 490047 h 849039"/>
                        <a:gd name="connsiteX333" fmla="*/ 1186418 w 1459987"/>
                        <a:gd name="connsiteY333" fmla="*/ 486479 h 849039"/>
                        <a:gd name="connsiteX334" fmla="*/ 1186418 w 1459987"/>
                        <a:gd name="connsiteY334" fmla="*/ 482911 h 849039"/>
                        <a:gd name="connsiteX335" fmla="*/ 1179281 w 1459987"/>
                        <a:gd name="connsiteY335" fmla="*/ 473395 h 849039"/>
                        <a:gd name="connsiteX336" fmla="*/ 1179281 w 1459987"/>
                        <a:gd name="connsiteY336" fmla="*/ 468637 h 849039"/>
                        <a:gd name="connsiteX337" fmla="*/ 1182850 w 1459987"/>
                        <a:gd name="connsiteY337" fmla="*/ 472206 h 849039"/>
                        <a:gd name="connsiteX338" fmla="*/ 1186418 w 1459987"/>
                        <a:gd name="connsiteY338" fmla="*/ 462690 h 849039"/>
                        <a:gd name="connsiteX339" fmla="*/ 1181660 w 1459987"/>
                        <a:gd name="connsiteY339" fmla="*/ 459122 h 849039"/>
                        <a:gd name="connsiteX340" fmla="*/ 1178092 w 1459987"/>
                        <a:gd name="connsiteY340" fmla="*/ 454364 h 849039"/>
                        <a:gd name="connsiteX341" fmla="*/ 1166198 w 1459987"/>
                        <a:gd name="connsiteY341" fmla="*/ 438901 h 849039"/>
                        <a:gd name="connsiteX342" fmla="*/ 1167387 w 1459987"/>
                        <a:gd name="connsiteY342" fmla="*/ 443659 h 849039"/>
                        <a:gd name="connsiteX343" fmla="*/ 1170955 w 1459987"/>
                        <a:gd name="connsiteY343" fmla="*/ 446038 h 849039"/>
                        <a:gd name="connsiteX344" fmla="*/ 1172145 w 1459987"/>
                        <a:gd name="connsiteY344" fmla="*/ 449606 h 849039"/>
                        <a:gd name="connsiteX345" fmla="*/ 1176902 w 1459987"/>
                        <a:gd name="connsiteY345" fmla="*/ 450796 h 849039"/>
                        <a:gd name="connsiteX346" fmla="*/ 1184039 w 1459987"/>
                        <a:gd name="connsiteY346" fmla="*/ 454364 h 849039"/>
                        <a:gd name="connsiteX347" fmla="*/ 1182850 w 1459987"/>
                        <a:gd name="connsiteY347" fmla="*/ 444849 h 849039"/>
                        <a:gd name="connsiteX348" fmla="*/ 1182850 w 1459987"/>
                        <a:gd name="connsiteY348" fmla="*/ 434144 h 849039"/>
                        <a:gd name="connsiteX349" fmla="*/ 1184039 w 1459987"/>
                        <a:gd name="connsiteY349" fmla="*/ 429386 h 849039"/>
                        <a:gd name="connsiteX350" fmla="*/ 1184039 w 1459987"/>
                        <a:gd name="connsiteY350" fmla="*/ 424628 h 849039"/>
                        <a:gd name="connsiteX351" fmla="*/ 1191176 w 1459987"/>
                        <a:gd name="connsiteY351" fmla="*/ 419870 h 849039"/>
                        <a:gd name="connsiteX352" fmla="*/ 1195933 w 1459987"/>
                        <a:gd name="connsiteY352" fmla="*/ 412734 h 849039"/>
                        <a:gd name="connsiteX353" fmla="*/ 1197123 w 1459987"/>
                        <a:gd name="connsiteY353" fmla="*/ 411544 h 849039"/>
                        <a:gd name="connsiteX354" fmla="*/ 1195933 w 1459987"/>
                        <a:gd name="connsiteY354" fmla="*/ 419870 h 849039"/>
                        <a:gd name="connsiteX355" fmla="*/ 1192365 w 1459987"/>
                        <a:gd name="connsiteY355" fmla="*/ 424628 h 849039"/>
                        <a:gd name="connsiteX356" fmla="*/ 1192365 w 1459987"/>
                        <a:gd name="connsiteY356" fmla="*/ 438901 h 849039"/>
                        <a:gd name="connsiteX357" fmla="*/ 1189986 w 1459987"/>
                        <a:gd name="connsiteY357" fmla="*/ 451985 h 849039"/>
                        <a:gd name="connsiteX358" fmla="*/ 1195933 w 1459987"/>
                        <a:gd name="connsiteY358" fmla="*/ 462690 h 849039"/>
                        <a:gd name="connsiteX359" fmla="*/ 1201881 w 1459987"/>
                        <a:gd name="connsiteY359" fmla="*/ 465069 h 849039"/>
                        <a:gd name="connsiteX360" fmla="*/ 1198312 w 1459987"/>
                        <a:gd name="connsiteY360" fmla="*/ 469827 h 849039"/>
                        <a:gd name="connsiteX361" fmla="*/ 1195933 w 1459987"/>
                        <a:gd name="connsiteY361" fmla="*/ 475774 h 849039"/>
                        <a:gd name="connsiteX362" fmla="*/ 1193554 w 1459987"/>
                        <a:gd name="connsiteY362" fmla="*/ 488858 h 849039"/>
                        <a:gd name="connsiteX363" fmla="*/ 1194744 w 1459987"/>
                        <a:gd name="connsiteY363" fmla="*/ 490047 h 849039"/>
                        <a:gd name="connsiteX364" fmla="*/ 1203070 w 1459987"/>
                        <a:gd name="connsiteY364" fmla="*/ 474585 h 849039"/>
                        <a:gd name="connsiteX365" fmla="*/ 1209017 w 1459987"/>
                        <a:gd name="connsiteY365" fmla="*/ 467448 h 849039"/>
                        <a:gd name="connsiteX366" fmla="*/ 1212586 w 1459987"/>
                        <a:gd name="connsiteY366" fmla="*/ 459122 h 849039"/>
                        <a:gd name="connsiteX367" fmla="*/ 1219722 w 1459987"/>
                        <a:gd name="connsiteY367" fmla="*/ 441280 h 849039"/>
                        <a:gd name="connsiteX368" fmla="*/ 1216154 w 1459987"/>
                        <a:gd name="connsiteY368" fmla="*/ 432954 h 849039"/>
                        <a:gd name="connsiteX369" fmla="*/ 1216154 w 1459987"/>
                        <a:gd name="connsiteY369" fmla="*/ 427007 h 849039"/>
                        <a:gd name="connsiteX370" fmla="*/ 1213775 w 1459987"/>
                        <a:gd name="connsiteY370" fmla="*/ 423439 h 849039"/>
                        <a:gd name="connsiteX371" fmla="*/ 1211396 w 1459987"/>
                        <a:gd name="connsiteY371" fmla="*/ 409166 h 849039"/>
                        <a:gd name="connsiteX372" fmla="*/ 1220912 w 1459987"/>
                        <a:gd name="connsiteY372" fmla="*/ 403218 h 849039"/>
                        <a:gd name="connsiteX373" fmla="*/ 1216154 w 1459987"/>
                        <a:gd name="connsiteY373" fmla="*/ 410355 h 849039"/>
                        <a:gd name="connsiteX374" fmla="*/ 1218533 w 1459987"/>
                        <a:gd name="connsiteY374" fmla="*/ 419870 h 849039"/>
                        <a:gd name="connsiteX375" fmla="*/ 1222101 w 1459987"/>
                        <a:gd name="connsiteY375" fmla="*/ 423439 h 849039"/>
                        <a:gd name="connsiteX376" fmla="*/ 1226859 w 1459987"/>
                        <a:gd name="connsiteY376" fmla="*/ 424628 h 849039"/>
                        <a:gd name="connsiteX377" fmla="*/ 1226859 w 1459987"/>
                        <a:gd name="connsiteY377" fmla="*/ 432954 h 849039"/>
                        <a:gd name="connsiteX378" fmla="*/ 1237564 w 1459987"/>
                        <a:gd name="connsiteY378" fmla="*/ 419870 h 849039"/>
                        <a:gd name="connsiteX379" fmla="*/ 1247079 w 1459987"/>
                        <a:gd name="connsiteY379" fmla="*/ 412734 h 849039"/>
                        <a:gd name="connsiteX380" fmla="*/ 1248269 w 1459987"/>
                        <a:gd name="connsiteY380" fmla="*/ 405597 h 849039"/>
                        <a:gd name="connsiteX381" fmla="*/ 1251837 w 1459987"/>
                        <a:gd name="connsiteY381" fmla="*/ 400840 h 849039"/>
                        <a:gd name="connsiteX382" fmla="*/ 1255405 w 1459987"/>
                        <a:gd name="connsiteY382" fmla="*/ 388945 h 849039"/>
                        <a:gd name="connsiteX383" fmla="*/ 1251837 w 1459987"/>
                        <a:gd name="connsiteY383" fmla="*/ 375861 h 849039"/>
                        <a:gd name="connsiteX384" fmla="*/ 1253026 w 1459987"/>
                        <a:gd name="connsiteY384" fmla="*/ 374672 h 849039"/>
                        <a:gd name="connsiteX385" fmla="*/ 1257784 w 1459987"/>
                        <a:gd name="connsiteY385" fmla="*/ 368725 h 849039"/>
                        <a:gd name="connsiteX386" fmla="*/ 1264921 w 1459987"/>
                        <a:gd name="connsiteY386" fmla="*/ 363967 h 849039"/>
                        <a:gd name="connsiteX387" fmla="*/ 1272057 w 1459987"/>
                        <a:gd name="connsiteY387" fmla="*/ 360399 h 849039"/>
                        <a:gd name="connsiteX388" fmla="*/ 1280383 w 1459987"/>
                        <a:gd name="connsiteY388" fmla="*/ 359209 h 849039"/>
                        <a:gd name="connsiteX389" fmla="*/ 1286330 w 1459987"/>
                        <a:gd name="connsiteY389" fmla="*/ 354452 h 849039"/>
                        <a:gd name="connsiteX390" fmla="*/ 1305361 w 1459987"/>
                        <a:gd name="connsiteY390" fmla="*/ 354452 h 849039"/>
                        <a:gd name="connsiteX391" fmla="*/ 1323203 w 1459987"/>
                        <a:gd name="connsiteY391" fmla="*/ 353262 h 849039"/>
                        <a:gd name="connsiteX392" fmla="*/ 1325582 w 1459987"/>
                        <a:gd name="connsiteY392" fmla="*/ 347315 h 849039"/>
                        <a:gd name="connsiteX393" fmla="*/ 1326771 w 1459987"/>
                        <a:gd name="connsiteY393" fmla="*/ 338989 h 849039"/>
                        <a:gd name="connsiteX394" fmla="*/ 1332719 w 1459987"/>
                        <a:gd name="connsiteY394" fmla="*/ 352073 h 849039"/>
                        <a:gd name="connsiteX395" fmla="*/ 1338666 w 1459987"/>
                        <a:gd name="connsiteY395" fmla="*/ 346125 h 849039"/>
                        <a:gd name="connsiteX396" fmla="*/ 1342234 w 1459987"/>
                        <a:gd name="connsiteY396" fmla="*/ 343747 h 849039"/>
                        <a:gd name="connsiteX397" fmla="*/ 1344613 w 1459987"/>
                        <a:gd name="connsiteY397" fmla="*/ 340178 h 849039"/>
                        <a:gd name="connsiteX398" fmla="*/ 1348181 w 1459987"/>
                        <a:gd name="connsiteY398" fmla="*/ 347315 h 849039"/>
                        <a:gd name="connsiteX399" fmla="*/ 1362454 w 1459987"/>
                        <a:gd name="connsiteY399" fmla="*/ 340178 h 849039"/>
                        <a:gd name="connsiteX400" fmla="*/ 1364833 w 1459987"/>
                        <a:gd name="connsiteY400" fmla="*/ 334231 h 849039"/>
                        <a:gd name="connsiteX401" fmla="*/ 1361265 w 1459987"/>
                        <a:gd name="connsiteY401" fmla="*/ 327095 h 849039"/>
                        <a:gd name="connsiteX402" fmla="*/ 1358886 w 1459987"/>
                        <a:gd name="connsiteY402" fmla="*/ 336610 h 849039"/>
                        <a:gd name="connsiteX403" fmla="*/ 1350560 w 1459987"/>
                        <a:gd name="connsiteY403" fmla="*/ 335421 h 849039"/>
                        <a:gd name="connsiteX404" fmla="*/ 1348181 w 1459987"/>
                        <a:gd name="connsiteY404" fmla="*/ 325905 h 849039"/>
                        <a:gd name="connsiteX405" fmla="*/ 1341045 w 1459987"/>
                        <a:gd name="connsiteY405" fmla="*/ 321147 h 849039"/>
                        <a:gd name="connsiteX406" fmla="*/ 1348181 w 1459987"/>
                        <a:gd name="connsiteY406" fmla="*/ 315200 h 849039"/>
                        <a:gd name="connsiteX407" fmla="*/ 1346992 w 1459987"/>
                        <a:gd name="connsiteY407" fmla="*/ 308064 h 849039"/>
                        <a:gd name="connsiteX408" fmla="*/ 1354128 w 1459987"/>
                        <a:gd name="connsiteY408" fmla="*/ 297359 h 849039"/>
                        <a:gd name="connsiteX409" fmla="*/ 1361265 w 1459987"/>
                        <a:gd name="connsiteY409" fmla="*/ 285464 h 849039"/>
                        <a:gd name="connsiteX410" fmla="*/ 1369591 w 1459987"/>
                        <a:gd name="connsiteY410" fmla="*/ 277138 h 849039"/>
                        <a:gd name="connsiteX411" fmla="*/ 1373159 w 1459987"/>
                        <a:gd name="connsiteY411" fmla="*/ 272381 h 849039"/>
                        <a:gd name="connsiteX412" fmla="*/ 1376728 w 1459987"/>
                        <a:gd name="connsiteY412" fmla="*/ 267623 h 849039"/>
                        <a:gd name="connsiteX413" fmla="*/ 1387432 w 1459987"/>
                        <a:gd name="connsiteY413" fmla="*/ 265244 h 849039"/>
                        <a:gd name="connsiteX414" fmla="*/ 1389811 w 1459987"/>
                        <a:gd name="connsiteY414" fmla="*/ 268812 h 849039"/>
                        <a:gd name="connsiteX415" fmla="*/ 1392190 w 1459987"/>
                        <a:gd name="connsiteY415" fmla="*/ 266433 h 849039"/>
                        <a:gd name="connsiteX416" fmla="*/ 1395758 w 1459987"/>
                        <a:gd name="connsiteY416" fmla="*/ 264055 h 849039"/>
                        <a:gd name="connsiteX417" fmla="*/ 1401706 w 1459987"/>
                        <a:gd name="connsiteY417" fmla="*/ 264055 h 849039"/>
                        <a:gd name="connsiteX418" fmla="*/ 1404085 w 1459987"/>
                        <a:gd name="connsiteY418" fmla="*/ 253350 h 849039"/>
                        <a:gd name="connsiteX419" fmla="*/ 1410032 w 1459987"/>
                        <a:gd name="connsiteY419" fmla="*/ 249781 h 849039"/>
                        <a:gd name="connsiteX420" fmla="*/ 1413600 w 1459987"/>
                        <a:gd name="connsiteY420" fmla="*/ 256918 h 849039"/>
                        <a:gd name="connsiteX421" fmla="*/ 1413600 w 1459987"/>
                        <a:gd name="connsiteY421" fmla="*/ 255729 h 849039"/>
                        <a:gd name="connsiteX422" fmla="*/ 1426684 w 1459987"/>
                        <a:gd name="connsiteY422" fmla="*/ 250971 h 849039"/>
                        <a:gd name="connsiteX423" fmla="*/ 1431441 w 1459987"/>
                        <a:gd name="connsiteY423" fmla="*/ 255729 h 849039"/>
                        <a:gd name="connsiteX424" fmla="*/ 1437389 w 1459987"/>
                        <a:gd name="connsiteY424" fmla="*/ 249781 h 849039"/>
                        <a:gd name="connsiteX425" fmla="*/ 1444525 w 1459987"/>
                        <a:gd name="connsiteY425" fmla="*/ 248592 h 849039"/>
                        <a:gd name="connsiteX426" fmla="*/ 1452851 w 1459987"/>
                        <a:gd name="connsiteY426" fmla="*/ 245024 h 849039"/>
                        <a:gd name="connsiteX427" fmla="*/ 1459988 w 1459987"/>
                        <a:gd name="connsiteY427" fmla="*/ 246213 h 849039"/>
                        <a:gd name="connsiteX428" fmla="*/ 1448094 w 1459987"/>
                        <a:gd name="connsiteY428" fmla="*/ 252160 h 8490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  <a:cxn ang="0">
                          <a:pos x="connsiteX375" y="connsiteY375"/>
                        </a:cxn>
                        <a:cxn ang="0">
                          <a:pos x="connsiteX376" y="connsiteY376"/>
                        </a:cxn>
                        <a:cxn ang="0">
                          <a:pos x="connsiteX377" y="connsiteY377"/>
                        </a:cxn>
                        <a:cxn ang="0">
                          <a:pos x="connsiteX378" y="connsiteY378"/>
                        </a:cxn>
                        <a:cxn ang="0">
                          <a:pos x="connsiteX379" y="connsiteY379"/>
                        </a:cxn>
                        <a:cxn ang="0">
                          <a:pos x="connsiteX380" y="connsiteY380"/>
                        </a:cxn>
                        <a:cxn ang="0">
                          <a:pos x="connsiteX381" y="connsiteY381"/>
                        </a:cxn>
                        <a:cxn ang="0">
                          <a:pos x="connsiteX382" y="connsiteY382"/>
                        </a:cxn>
                        <a:cxn ang="0">
                          <a:pos x="connsiteX383" y="connsiteY383"/>
                        </a:cxn>
                        <a:cxn ang="0">
                          <a:pos x="connsiteX384" y="connsiteY384"/>
                        </a:cxn>
                        <a:cxn ang="0">
                          <a:pos x="connsiteX385" y="connsiteY385"/>
                        </a:cxn>
                        <a:cxn ang="0">
                          <a:pos x="connsiteX386" y="connsiteY386"/>
                        </a:cxn>
                        <a:cxn ang="0">
                          <a:pos x="connsiteX387" y="connsiteY387"/>
                        </a:cxn>
                        <a:cxn ang="0">
                          <a:pos x="connsiteX388" y="connsiteY388"/>
                        </a:cxn>
                        <a:cxn ang="0">
                          <a:pos x="connsiteX389" y="connsiteY389"/>
                        </a:cxn>
                        <a:cxn ang="0">
                          <a:pos x="connsiteX390" y="connsiteY390"/>
                        </a:cxn>
                        <a:cxn ang="0">
                          <a:pos x="connsiteX391" y="connsiteY391"/>
                        </a:cxn>
                        <a:cxn ang="0">
                          <a:pos x="connsiteX392" y="connsiteY392"/>
                        </a:cxn>
                        <a:cxn ang="0">
                          <a:pos x="connsiteX393" y="connsiteY393"/>
                        </a:cxn>
                        <a:cxn ang="0">
                          <a:pos x="connsiteX394" y="connsiteY394"/>
                        </a:cxn>
                        <a:cxn ang="0">
                          <a:pos x="connsiteX395" y="connsiteY395"/>
                        </a:cxn>
                        <a:cxn ang="0">
                          <a:pos x="connsiteX396" y="connsiteY396"/>
                        </a:cxn>
                        <a:cxn ang="0">
                          <a:pos x="connsiteX397" y="connsiteY397"/>
                        </a:cxn>
                        <a:cxn ang="0">
                          <a:pos x="connsiteX398" y="connsiteY398"/>
                        </a:cxn>
                        <a:cxn ang="0">
                          <a:pos x="connsiteX399" y="connsiteY399"/>
                        </a:cxn>
                        <a:cxn ang="0">
                          <a:pos x="connsiteX400" y="connsiteY400"/>
                        </a:cxn>
                        <a:cxn ang="0">
                          <a:pos x="connsiteX401" y="connsiteY401"/>
                        </a:cxn>
                        <a:cxn ang="0">
                          <a:pos x="connsiteX402" y="connsiteY402"/>
                        </a:cxn>
                        <a:cxn ang="0">
                          <a:pos x="connsiteX403" y="connsiteY403"/>
                        </a:cxn>
                        <a:cxn ang="0">
                          <a:pos x="connsiteX404" y="connsiteY404"/>
                        </a:cxn>
                        <a:cxn ang="0">
                          <a:pos x="connsiteX405" y="connsiteY405"/>
                        </a:cxn>
                        <a:cxn ang="0">
                          <a:pos x="connsiteX406" y="connsiteY406"/>
                        </a:cxn>
                        <a:cxn ang="0">
                          <a:pos x="connsiteX407" y="connsiteY407"/>
                        </a:cxn>
                        <a:cxn ang="0">
                          <a:pos x="connsiteX408" y="connsiteY408"/>
                        </a:cxn>
                        <a:cxn ang="0">
                          <a:pos x="connsiteX409" y="connsiteY409"/>
                        </a:cxn>
                        <a:cxn ang="0">
                          <a:pos x="connsiteX410" y="connsiteY410"/>
                        </a:cxn>
                        <a:cxn ang="0">
                          <a:pos x="connsiteX411" y="connsiteY411"/>
                        </a:cxn>
                        <a:cxn ang="0">
                          <a:pos x="connsiteX412" y="connsiteY412"/>
                        </a:cxn>
                        <a:cxn ang="0">
                          <a:pos x="connsiteX413" y="connsiteY413"/>
                        </a:cxn>
                        <a:cxn ang="0">
                          <a:pos x="connsiteX414" y="connsiteY414"/>
                        </a:cxn>
                        <a:cxn ang="0">
                          <a:pos x="connsiteX415" y="connsiteY415"/>
                        </a:cxn>
                        <a:cxn ang="0">
                          <a:pos x="connsiteX416" y="connsiteY416"/>
                        </a:cxn>
                        <a:cxn ang="0">
                          <a:pos x="connsiteX417" y="connsiteY417"/>
                        </a:cxn>
                        <a:cxn ang="0">
                          <a:pos x="connsiteX418" y="connsiteY418"/>
                        </a:cxn>
                        <a:cxn ang="0">
                          <a:pos x="connsiteX419" y="connsiteY419"/>
                        </a:cxn>
                        <a:cxn ang="0">
                          <a:pos x="connsiteX420" y="connsiteY420"/>
                        </a:cxn>
                        <a:cxn ang="0">
                          <a:pos x="connsiteX421" y="connsiteY421"/>
                        </a:cxn>
                        <a:cxn ang="0">
                          <a:pos x="connsiteX422" y="connsiteY422"/>
                        </a:cxn>
                        <a:cxn ang="0">
                          <a:pos x="connsiteX423" y="connsiteY423"/>
                        </a:cxn>
                        <a:cxn ang="0">
                          <a:pos x="connsiteX424" y="connsiteY424"/>
                        </a:cxn>
                        <a:cxn ang="0">
                          <a:pos x="connsiteX425" y="connsiteY425"/>
                        </a:cxn>
                        <a:cxn ang="0">
                          <a:pos x="connsiteX426" y="connsiteY426"/>
                        </a:cxn>
                        <a:cxn ang="0">
                          <a:pos x="connsiteX427" y="connsiteY427"/>
                        </a:cxn>
                        <a:cxn ang="0">
                          <a:pos x="connsiteX428" y="connsiteY428"/>
                        </a:cxn>
                      </a:cxnLst>
                      <a:rect l="l" t="t" r="r" b="b"/>
                      <a:pathLst>
                        <a:path w="1459987" h="849039">
                          <a:moveTo>
                            <a:pt x="1448094" y="252160"/>
                          </a:moveTo>
                          <a:cubicBezTo>
                            <a:pt x="1445715" y="248592"/>
                            <a:pt x="1443336" y="253350"/>
                            <a:pt x="1440957" y="250971"/>
                          </a:cubicBezTo>
                          <a:cubicBezTo>
                            <a:pt x="1438578" y="248592"/>
                            <a:pt x="1442147" y="245024"/>
                            <a:pt x="1439768" y="242645"/>
                          </a:cubicBezTo>
                          <a:cubicBezTo>
                            <a:pt x="1439768" y="242645"/>
                            <a:pt x="1439768" y="242645"/>
                            <a:pt x="1439768" y="242645"/>
                          </a:cubicBezTo>
                          <a:cubicBezTo>
                            <a:pt x="1437389" y="240266"/>
                            <a:pt x="1433820" y="241455"/>
                            <a:pt x="1432631" y="239076"/>
                          </a:cubicBezTo>
                          <a:cubicBezTo>
                            <a:pt x="1430252" y="236698"/>
                            <a:pt x="1431441" y="231940"/>
                            <a:pt x="1431441" y="228371"/>
                          </a:cubicBezTo>
                          <a:cubicBezTo>
                            <a:pt x="1431441" y="224803"/>
                            <a:pt x="1429063" y="222424"/>
                            <a:pt x="1427873" y="218856"/>
                          </a:cubicBezTo>
                          <a:cubicBezTo>
                            <a:pt x="1426684" y="215288"/>
                            <a:pt x="1427873" y="211719"/>
                            <a:pt x="1427873" y="208151"/>
                          </a:cubicBezTo>
                          <a:cubicBezTo>
                            <a:pt x="1429063" y="204583"/>
                            <a:pt x="1427873" y="201014"/>
                            <a:pt x="1429063" y="197446"/>
                          </a:cubicBezTo>
                          <a:cubicBezTo>
                            <a:pt x="1430252" y="193878"/>
                            <a:pt x="1431441" y="191499"/>
                            <a:pt x="1431441" y="187931"/>
                          </a:cubicBezTo>
                          <a:cubicBezTo>
                            <a:pt x="1432631" y="180794"/>
                            <a:pt x="1433820" y="173657"/>
                            <a:pt x="1427873" y="168900"/>
                          </a:cubicBezTo>
                          <a:cubicBezTo>
                            <a:pt x="1426684" y="167710"/>
                            <a:pt x="1425494" y="166521"/>
                            <a:pt x="1424305" y="165331"/>
                          </a:cubicBezTo>
                          <a:cubicBezTo>
                            <a:pt x="1421926" y="164142"/>
                            <a:pt x="1423115" y="165331"/>
                            <a:pt x="1420737" y="165331"/>
                          </a:cubicBezTo>
                          <a:cubicBezTo>
                            <a:pt x="1417168" y="165331"/>
                            <a:pt x="1414789" y="164142"/>
                            <a:pt x="1411221" y="165331"/>
                          </a:cubicBezTo>
                          <a:cubicBezTo>
                            <a:pt x="1408842" y="165331"/>
                            <a:pt x="1406463" y="166521"/>
                            <a:pt x="1404085" y="165331"/>
                          </a:cubicBezTo>
                          <a:cubicBezTo>
                            <a:pt x="1401706" y="164142"/>
                            <a:pt x="1401706" y="160574"/>
                            <a:pt x="1398137" y="161763"/>
                          </a:cubicBezTo>
                          <a:cubicBezTo>
                            <a:pt x="1396948" y="167710"/>
                            <a:pt x="1392190" y="172468"/>
                            <a:pt x="1387432" y="174847"/>
                          </a:cubicBezTo>
                          <a:cubicBezTo>
                            <a:pt x="1385054" y="177226"/>
                            <a:pt x="1383864" y="178415"/>
                            <a:pt x="1382675" y="181983"/>
                          </a:cubicBezTo>
                          <a:cubicBezTo>
                            <a:pt x="1381485" y="184362"/>
                            <a:pt x="1380296" y="187931"/>
                            <a:pt x="1379106" y="190310"/>
                          </a:cubicBezTo>
                          <a:cubicBezTo>
                            <a:pt x="1376728" y="192688"/>
                            <a:pt x="1375538" y="192688"/>
                            <a:pt x="1373159" y="196257"/>
                          </a:cubicBezTo>
                          <a:cubicBezTo>
                            <a:pt x="1371970" y="199825"/>
                            <a:pt x="1371970" y="202204"/>
                            <a:pt x="1369591" y="204583"/>
                          </a:cubicBezTo>
                          <a:cubicBezTo>
                            <a:pt x="1366023" y="209340"/>
                            <a:pt x="1362454" y="212909"/>
                            <a:pt x="1357697" y="216477"/>
                          </a:cubicBezTo>
                          <a:cubicBezTo>
                            <a:pt x="1352939" y="220045"/>
                            <a:pt x="1350560" y="227182"/>
                            <a:pt x="1345802" y="228371"/>
                          </a:cubicBezTo>
                          <a:cubicBezTo>
                            <a:pt x="1341045" y="229561"/>
                            <a:pt x="1339855" y="228371"/>
                            <a:pt x="1336287" y="230750"/>
                          </a:cubicBezTo>
                          <a:cubicBezTo>
                            <a:pt x="1333908" y="231940"/>
                            <a:pt x="1330340" y="234319"/>
                            <a:pt x="1327961" y="235508"/>
                          </a:cubicBezTo>
                          <a:cubicBezTo>
                            <a:pt x="1322013" y="236698"/>
                            <a:pt x="1312498" y="235508"/>
                            <a:pt x="1306551" y="236698"/>
                          </a:cubicBezTo>
                          <a:cubicBezTo>
                            <a:pt x="1299414" y="236698"/>
                            <a:pt x="1291088" y="236698"/>
                            <a:pt x="1283952" y="235508"/>
                          </a:cubicBezTo>
                          <a:cubicBezTo>
                            <a:pt x="1275626" y="235508"/>
                            <a:pt x="1266110" y="234319"/>
                            <a:pt x="1257784" y="235508"/>
                          </a:cubicBezTo>
                          <a:cubicBezTo>
                            <a:pt x="1251837" y="236698"/>
                            <a:pt x="1247079" y="237887"/>
                            <a:pt x="1242321" y="240266"/>
                          </a:cubicBezTo>
                          <a:cubicBezTo>
                            <a:pt x="1237564" y="243834"/>
                            <a:pt x="1232806" y="246213"/>
                            <a:pt x="1229238" y="250971"/>
                          </a:cubicBezTo>
                          <a:cubicBezTo>
                            <a:pt x="1226859" y="254539"/>
                            <a:pt x="1219722" y="260486"/>
                            <a:pt x="1216154" y="261676"/>
                          </a:cubicBezTo>
                          <a:cubicBezTo>
                            <a:pt x="1212586" y="262865"/>
                            <a:pt x="1207828" y="261676"/>
                            <a:pt x="1207828" y="266433"/>
                          </a:cubicBezTo>
                          <a:cubicBezTo>
                            <a:pt x="1213775" y="266433"/>
                            <a:pt x="1210207" y="270002"/>
                            <a:pt x="1210207" y="273570"/>
                          </a:cubicBezTo>
                          <a:cubicBezTo>
                            <a:pt x="1210207" y="277138"/>
                            <a:pt x="1211396" y="279517"/>
                            <a:pt x="1209017" y="283085"/>
                          </a:cubicBezTo>
                          <a:cubicBezTo>
                            <a:pt x="1206638" y="287843"/>
                            <a:pt x="1199502" y="292601"/>
                            <a:pt x="1194744" y="294980"/>
                          </a:cubicBezTo>
                          <a:cubicBezTo>
                            <a:pt x="1188797" y="298548"/>
                            <a:pt x="1182850" y="299738"/>
                            <a:pt x="1175713" y="298548"/>
                          </a:cubicBezTo>
                          <a:cubicBezTo>
                            <a:pt x="1170955" y="297359"/>
                            <a:pt x="1172145" y="296169"/>
                            <a:pt x="1168576" y="293790"/>
                          </a:cubicBezTo>
                          <a:cubicBezTo>
                            <a:pt x="1166198" y="292601"/>
                            <a:pt x="1161440" y="291412"/>
                            <a:pt x="1159061" y="291412"/>
                          </a:cubicBezTo>
                          <a:cubicBezTo>
                            <a:pt x="1155493" y="291412"/>
                            <a:pt x="1150735" y="293790"/>
                            <a:pt x="1147167" y="292601"/>
                          </a:cubicBezTo>
                          <a:cubicBezTo>
                            <a:pt x="1147167" y="292601"/>
                            <a:pt x="1144788" y="293790"/>
                            <a:pt x="1141219" y="293790"/>
                          </a:cubicBezTo>
                          <a:cubicBezTo>
                            <a:pt x="1138841" y="293790"/>
                            <a:pt x="1137651" y="294980"/>
                            <a:pt x="1136462" y="297359"/>
                          </a:cubicBezTo>
                          <a:cubicBezTo>
                            <a:pt x="1135272" y="299738"/>
                            <a:pt x="1135272" y="302116"/>
                            <a:pt x="1135272" y="305685"/>
                          </a:cubicBezTo>
                          <a:cubicBezTo>
                            <a:pt x="1135272" y="308064"/>
                            <a:pt x="1135272" y="311632"/>
                            <a:pt x="1135272" y="312821"/>
                          </a:cubicBezTo>
                          <a:cubicBezTo>
                            <a:pt x="1130515" y="314011"/>
                            <a:pt x="1128136" y="317579"/>
                            <a:pt x="1123378" y="319958"/>
                          </a:cubicBezTo>
                          <a:cubicBezTo>
                            <a:pt x="1118620" y="322337"/>
                            <a:pt x="1113862" y="322337"/>
                            <a:pt x="1110294" y="324716"/>
                          </a:cubicBezTo>
                          <a:cubicBezTo>
                            <a:pt x="1105536" y="327095"/>
                            <a:pt x="1101968" y="327095"/>
                            <a:pt x="1098400" y="329473"/>
                          </a:cubicBezTo>
                          <a:cubicBezTo>
                            <a:pt x="1097210" y="330663"/>
                            <a:pt x="1094832" y="333042"/>
                            <a:pt x="1093642" y="334231"/>
                          </a:cubicBezTo>
                          <a:cubicBezTo>
                            <a:pt x="1091263" y="335421"/>
                            <a:pt x="1088884" y="336610"/>
                            <a:pt x="1085316" y="337799"/>
                          </a:cubicBezTo>
                          <a:cubicBezTo>
                            <a:pt x="1080558" y="338989"/>
                            <a:pt x="1075800" y="337799"/>
                            <a:pt x="1071043" y="341368"/>
                          </a:cubicBezTo>
                          <a:cubicBezTo>
                            <a:pt x="1067474" y="343747"/>
                            <a:pt x="1066285" y="347315"/>
                            <a:pt x="1061527" y="348504"/>
                          </a:cubicBezTo>
                          <a:cubicBezTo>
                            <a:pt x="1056769" y="349694"/>
                            <a:pt x="1053201" y="350883"/>
                            <a:pt x="1048443" y="353262"/>
                          </a:cubicBezTo>
                          <a:cubicBezTo>
                            <a:pt x="1046065" y="354452"/>
                            <a:pt x="1038928" y="354452"/>
                            <a:pt x="1036549" y="350883"/>
                          </a:cubicBezTo>
                          <a:cubicBezTo>
                            <a:pt x="1036549" y="350883"/>
                            <a:pt x="1032981" y="354452"/>
                            <a:pt x="1032981" y="353262"/>
                          </a:cubicBezTo>
                          <a:cubicBezTo>
                            <a:pt x="1032981" y="353262"/>
                            <a:pt x="1016329" y="341368"/>
                            <a:pt x="1030602" y="333042"/>
                          </a:cubicBezTo>
                          <a:cubicBezTo>
                            <a:pt x="1035360" y="330663"/>
                            <a:pt x="1030602" y="325905"/>
                            <a:pt x="1034170" y="321147"/>
                          </a:cubicBezTo>
                          <a:cubicBezTo>
                            <a:pt x="1037739" y="317579"/>
                            <a:pt x="1041307" y="317579"/>
                            <a:pt x="1040117" y="311632"/>
                          </a:cubicBezTo>
                          <a:cubicBezTo>
                            <a:pt x="1042496" y="310442"/>
                            <a:pt x="1044875" y="310442"/>
                            <a:pt x="1047254" y="310442"/>
                          </a:cubicBezTo>
                          <a:cubicBezTo>
                            <a:pt x="1048443" y="310442"/>
                            <a:pt x="1048443" y="310442"/>
                            <a:pt x="1049633" y="310442"/>
                          </a:cubicBezTo>
                          <a:cubicBezTo>
                            <a:pt x="1050822" y="308064"/>
                            <a:pt x="1053201" y="303306"/>
                            <a:pt x="1054391" y="300927"/>
                          </a:cubicBezTo>
                          <a:cubicBezTo>
                            <a:pt x="1054391" y="299738"/>
                            <a:pt x="1054391" y="299738"/>
                            <a:pt x="1054391" y="298548"/>
                          </a:cubicBezTo>
                          <a:cubicBezTo>
                            <a:pt x="1054391" y="294980"/>
                            <a:pt x="1054391" y="292601"/>
                            <a:pt x="1053201" y="289033"/>
                          </a:cubicBezTo>
                          <a:cubicBezTo>
                            <a:pt x="1052012" y="279517"/>
                            <a:pt x="1054391" y="268812"/>
                            <a:pt x="1053201" y="259297"/>
                          </a:cubicBezTo>
                          <a:cubicBezTo>
                            <a:pt x="1048443" y="258107"/>
                            <a:pt x="1046065" y="264055"/>
                            <a:pt x="1041307" y="266433"/>
                          </a:cubicBezTo>
                          <a:cubicBezTo>
                            <a:pt x="1036549" y="268812"/>
                            <a:pt x="1031791" y="268812"/>
                            <a:pt x="1029413" y="274759"/>
                          </a:cubicBezTo>
                          <a:cubicBezTo>
                            <a:pt x="1025844" y="275949"/>
                            <a:pt x="1022276" y="271191"/>
                            <a:pt x="1022276" y="267623"/>
                          </a:cubicBezTo>
                          <a:cubicBezTo>
                            <a:pt x="1022276" y="264055"/>
                            <a:pt x="1027034" y="262865"/>
                            <a:pt x="1029413" y="260486"/>
                          </a:cubicBezTo>
                          <a:cubicBezTo>
                            <a:pt x="1034170" y="255729"/>
                            <a:pt x="1040117" y="248592"/>
                            <a:pt x="1042496" y="242645"/>
                          </a:cubicBezTo>
                          <a:cubicBezTo>
                            <a:pt x="1043686" y="236698"/>
                            <a:pt x="1041307" y="223614"/>
                            <a:pt x="1038928" y="218856"/>
                          </a:cubicBezTo>
                          <a:cubicBezTo>
                            <a:pt x="1034170" y="212909"/>
                            <a:pt x="1024655" y="209340"/>
                            <a:pt x="1018708" y="208151"/>
                          </a:cubicBezTo>
                          <a:cubicBezTo>
                            <a:pt x="1018708" y="208151"/>
                            <a:pt x="1018708" y="206962"/>
                            <a:pt x="1018708" y="206962"/>
                          </a:cubicBezTo>
                          <a:cubicBezTo>
                            <a:pt x="1016329" y="205772"/>
                            <a:pt x="1010382" y="201014"/>
                            <a:pt x="1008003" y="202204"/>
                          </a:cubicBezTo>
                          <a:cubicBezTo>
                            <a:pt x="1004434" y="203393"/>
                            <a:pt x="1008003" y="210530"/>
                            <a:pt x="1006813" y="212909"/>
                          </a:cubicBezTo>
                          <a:cubicBezTo>
                            <a:pt x="1004434" y="218856"/>
                            <a:pt x="1000866" y="212909"/>
                            <a:pt x="998487" y="218856"/>
                          </a:cubicBezTo>
                          <a:cubicBezTo>
                            <a:pt x="997298" y="222424"/>
                            <a:pt x="998487" y="231940"/>
                            <a:pt x="994919" y="229561"/>
                          </a:cubicBezTo>
                          <a:cubicBezTo>
                            <a:pt x="993730" y="228371"/>
                            <a:pt x="996108" y="224803"/>
                            <a:pt x="993730" y="224803"/>
                          </a:cubicBezTo>
                          <a:cubicBezTo>
                            <a:pt x="992540" y="224803"/>
                            <a:pt x="992540" y="227182"/>
                            <a:pt x="991350" y="225993"/>
                          </a:cubicBezTo>
                          <a:cubicBezTo>
                            <a:pt x="988972" y="224803"/>
                            <a:pt x="992540" y="220045"/>
                            <a:pt x="991350" y="218856"/>
                          </a:cubicBezTo>
                          <a:cubicBezTo>
                            <a:pt x="990161" y="217666"/>
                            <a:pt x="980646" y="223614"/>
                            <a:pt x="979456" y="225993"/>
                          </a:cubicBezTo>
                          <a:cubicBezTo>
                            <a:pt x="978267" y="227182"/>
                            <a:pt x="977077" y="230750"/>
                            <a:pt x="975888" y="231940"/>
                          </a:cubicBezTo>
                          <a:cubicBezTo>
                            <a:pt x="974698" y="234319"/>
                            <a:pt x="972320" y="234319"/>
                            <a:pt x="971130" y="237887"/>
                          </a:cubicBezTo>
                          <a:cubicBezTo>
                            <a:pt x="969941" y="240266"/>
                            <a:pt x="971130" y="243834"/>
                            <a:pt x="971130" y="246213"/>
                          </a:cubicBezTo>
                          <a:cubicBezTo>
                            <a:pt x="969941" y="248592"/>
                            <a:pt x="967562" y="249781"/>
                            <a:pt x="966372" y="250971"/>
                          </a:cubicBezTo>
                          <a:cubicBezTo>
                            <a:pt x="963994" y="255729"/>
                            <a:pt x="969941" y="268812"/>
                            <a:pt x="965183" y="267623"/>
                          </a:cubicBezTo>
                          <a:cubicBezTo>
                            <a:pt x="965183" y="267623"/>
                            <a:pt x="966372" y="266433"/>
                            <a:pt x="965183" y="266433"/>
                          </a:cubicBezTo>
                          <a:cubicBezTo>
                            <a:pt x="963994" y="265244"/>
                            <a:pt x="960425" y="265244"/>
                            <a:pt x="960425" y="267623"/>
                          </a:cubicBezTo>
                          <a:cubicBezTo>
                            <a:pt x="958046" y="271191"/>
                            <a:pt x="960425" y="275949"/>
                            <a:pt x="960425" y="280707"/>
                          </a:cubicBezTo>
                          <a:cubicBezTo>
                            <a:pt x="960425" y="286654"/>
                            <a:pt x="961615" y="291412"/>
                            <a:pt x="961615" y="297359"/>
                          </a:cubicBezTo>
                          <a:cubicBezTo>
                            <a:pt x="960425" y="305685"/>
                            <a:pt x="954478" y="314011"/>
                            <a:pt x="949720" y="319958"/>
                          </a:cubicBezTo>
                          <a:cubicBezTo>
                            <a:pt x="944963" y="325905"/>
                            <a:pt x="937826" y="337799"/>
                            <a:pt x="928311" y="335421"/>
                          </a:cubicBezTo>
                          <a:cubicBezTo>
                            <a:pt x="916416" y="333042"/>
                            <a:pt x="922363" y="318768"/>
                            <a:pt x="921174" y="310442"/>
                          </a:cubicBezTo>
                          <a:cubicBezTo>
                            <a:pt x="917606" y="294980"/>
                            <a:pt x="921174" y="280707"/>
                            <a:pt x="930689" y="267623"/>
                          </a:cubicBezTo>
                          <a:cubicBezTo>
                            <a:pt x="935447" y="260486"/>
                            <a:pt x="934258" y="254539"/>
                            <a:pt x="937826" y="247402"/>
                          </a:cubicBezTo>
                          <a:cubicBezTo>
                            <a:pt x="940205" y="241455"/>
                            <a:pt x="949720" y="230750"/>
                            <a:pt x="943773" y="225993"/>
                          </a:cubicBezTo>
                          <a:cubicBezTo>
                            <a:pt x="940205" y="222424"/>
                            <a:pt x="936637" y="240266"/>
                            <a:pt x="930689" y="235508"/>
                          </a:cubicBezTo>
                          <a:cubicBezTo>
                            <a:pt x="928311" y="233129"/>
                            <a:pt x="933068" y="231940"/>
                            <a:pt x="935447" y="229561"/>
                          </a:cubicBezTo>
                          <a:cubicBezTo>
                            <a:pt x="940205" y="222424"/>
                            <a:pt x="943773" y="209340"/>
                            <a:pt x="949720" y="203393"/>
                          </a:cubicBezTo>
                          <a:cubicBezTo>
                            <a:pt x="953289" y="199825"/>
                            <a:pt x="959236" y="198636"/>
                            <a:pt x="962804" y="195067"/>
                          </a:cubicBezTo>
                          <a:cubicBezTo>
                            <a:pt x="966372" y="191499"/>
                            <a:pt x="968751" y="185552"/>
                            <a:pt x="973509" y="190310"/>
                          </a:cubicBezTo>
                          <a:cubicBezTo>
                            <a:pt x="973509" y="191499"/>
                            <a:pt x="974698" y="192688"/>
                            <a:pt x="974698" y="193878"/>
                          </a:cubicBezTo>
                          <a:cubicBezTo>
                            <a:pt x="975888" y="193878"/>
                            <a:pt x="977077" y="193878"/>
                            <a:pt x="978267" y="193878"/>
                          </a:cubicBezTo>
                          <a:cubicBezTo>
                            <a:pt x="979456" y="185552"/>
                            <a:pt x="983024" y="189120"/>
                            <a:pt x="990161" y="189120"/>
                          </a:cubicBezTo>
                          <a:cubicBezTo>
                            <a:pt x="994919" y="189120"/>
                            <a:pt x="999677" y="185552"/>
                            <a:pt x="1005624" y="185552"/>
                          </a:cubicBezTo>
                          <a:cubicBezTo>
                            <a:pt x="1006813" y="185552"/>
                            <a:pt x="1011571" y="186741"/>
                            <a:pt x="1012760" y="187931"/>
                          </a:cubicBezTo>
                          <a:cubicBezTo>
                            <a:pt x="1013950" y="189120"/>
                            <a:pt x="1015139" y="193878"/>
                            <a:pt x="1016329" y="195067"/>
                          </a:cubicBezTo>
                          <a:cubicBezTo>
                            <a:pt x="1022276" y="198636"/>
                            <a:pt x="1022276" y="191499"/>
                            <a:pt x="1027034" y="189120"/>
                          </a:cubicBezTo>
                          <a:cubicBezTo>
                            <a:pt x="1030602" y="193878"/>
                            <a:pt x="1036549" y="192688"/>
                            <a:pt x="1041307" y="192688"/>
                          </a:cubicBezTo>
                          <a:cubicBezTo>
                            <a:pt x="1036549" y="187931"/>
                            <a:pt x="1036549" y="183173"/>
                            <a:pt x="1031791" y="179605"/>
                          </a:cubicBezTo>
                          <a:cubicBezTo>
                            <a:pt x="1027034" y="174847"/>
                            <a:pt x="1017518" y="174847"/>
                            <a:pt x="1019897" y="166521"/>
                          </a:cubicBezTo>
                          <a:cubicBezTo>
                            <a:pt x="1013950" y="165331"/>
                            <a:pt x="1011571" y="167710"/>
                            <a:pt x="1005624" y="167710"/>
                          </a:cubicBezTo>
                          <a:cubicBezTo>
                            <a:pt x="1000866" y="167710"/>
                            <a:pt x="996108" y="164142"/>
                            <a:pt x="991350" y="165331"/>
                          </a:cubicBezTo>
                          <a:cubicBezTo>
                            <a:pt x="986593" y="166521"/>
                            <a:pt x="985403" y="171279"/>
                            <a:pt x="979456" y="171279"/>
                          </a:cubicBezTo>
                          <a:cubicBezTo>
                            <a:pt x="974698" y="171279"/>
                            <a:pt x="968751" y="170089"/>
                            <a:pt x="963994" y="168900"/>
                          </a:cubicBezTo>
                          <a:cubicBezTo>
                            <a:pt x="962804" y="164142"/>
                            <a:pt x="960425" y="159384"/>
                            <a:pt x="956857" y="157005"/>
                          </a:cubicBezTo>
                          <a:cubicBezTo>
                            <a:pt x="952099" y="153437"/>
                            <a:pt x="944963" y="158195"/>
                            <a:pt x="942584" y="154627"/>
                          </a:cubicBezTo>
                          <a:cubicBezTo>
                            <a:pt x="937826" y="148679"/>
                            <a:pt x="947341" y="146300"/>
                            <a:pt x="950910" y="143922"/>
                          </a:cubicBezTo>
                          <a:cubicBezTo>
                            <a:pt x="955667" y="141543"/>
                            <a:pt x="959236" y="139164"/>
                            <a:pt x="963994" y="136785"/>
                          </a:cubicBezTo>
                          <a:cubicBezTo>
                            <a:pt x="956857" y="130838"/>
                            <a:pt x="946152" y="137974"/>
                            <a:pt x="940205" y="141543"/>
                          </a:cubicBezTo>
                          <a:cubicBezTo>
                            <a:pt x="933068" y="146300"/>
                            <a:pt x="928311" y="149869"/>
                            <a:pt x="921174" y="152248"/>
                          </a:cubicBezTo>
                          <a:cubicBezTo>
                            <a:pt x="917606" y="153437"/>
                            <a:pt x="912848" y="153437"/>
                            <a:pt x="909280" y="154627"/>
                          </a:cubicBezTo>
                          <a:cubicBezTo>
                            <a:pt x="905711" y="155816"/>
                            <a:pt x="903332" y="159384"/>
                            <a:pt x="899764" y="160574"/>
                          </a:cubicBezTo>
                          <a:cubicBezTo>
                            <a:pt x="897385" y="161763"/>
                            <a:pt x="890249" y="164142"/>
                            <a:pt x="887870" y="164142"/>
                          </a:cubicBezTo>
                          <a:cubicBezTo>
                            <a:pt x="884301" y="164142"/>
                            <a:pt x="885491" y="161763"/>
                            <a:pt x="883112" y="160574"/>
                          </a:cubicBezTo>
                          <a:cubicBezTo>
                            <a:pt x="880733" y="160574"/>
                            <a:pt x="878354" y="160574"/>
                            <a:pt x="875975" y="160574"/>
                          </a:cubicBezTo>
                          <a:cubicBezTo>
                            <a:pt x="875975" y="157005"/>
                            <a:pt x="878354" y="153437"/>
                            <a:pt x="879544" y="149869"/>
                          </a:cubicBezTo>
                          <a:cubicBezTo>
                            <a:pt x="868839" y="149869"/>
                            <a:pt x="860513" y="159384"/>
                            <a:pt x="848618" y="158195"/>
                          </a:cubicBezTo>
                          <a:cubicBezTo>
                            <a:pt x="849808" y="153437"/>
                            <a:pt x="856944" y="149869"/>
                            <a:pt x="860513" y="147490"/>
                          </a:cubicBezTo>
                          <a:cubicBezTo>
                            <a:pt x="860513" y="145111"/>
                            <a:pt x="861702" y="145111"/>
                            <a:pt x="861702" y="142732"/>
                          </a:cubicBezTo>
                          <a:cubicBezTo>
                            <a:pt x="864081" y="141543"/>
                            <a:pt x="867649" y="142732"/>
                            <a:pt x="870028" y="141543"/>
                          </a:cubicBezTo>
                          <a:cubicBezTo>
                            <a:pt x="871218" y="140353"/>
                            <a:pt x="872407" y="135596"/>
                            <a:pt x="873597" y="134406"/>
                          </a:cubicBezTo>
                          <a:cubicBezTo>
                            <a:pt x="877165" y="130838"/>
                            <a:pt x="884301" y="128459"/>
                            <a:pt x="889059" y="126080"/>
                          </a:cubicBezTo>
                          <a:cubicBezTo>
                            <a:pt x="898575" y="121322"/>
                            <a:pt x="909280" y="120133"/>
                            <a:pt x="917606" y="115375"/>
                          </a:cubicBezTo>
                          <a:cubicBezTo>
                            <a:pt x="917606" y="115375"/>
                            <a:pt x="917606" y="115375"/>
                            <a:pt x="918795" y="115375"/>
                          </a:cubicBezTo>
                          <a:cubicBezTo>
                            <a:pt x="912848" y="114186"/>
                            <a:pt x="902143" y="111807"/>
                            <a:pt x="897385" y="108238"/>
                          </a:cubicBezTo>
                          <a:cubicBezTo>
                            <a:pt x="893817" y="104670"/>
                            <a:pt x="895006" y="104670"/>
                            <a:pt x="889059" y="104670"/>
                          </a:cubicBezTo>
                          <a:cubicBezTo>
                            <a:pt x="884301" y="104670"/>
                            <a:pt x="880733" y="107049"/>
                            <a:pt x="875975" y="104670"/>
                          </a:cubicBezTo>
                          <a:cubicBezTo>
                            <a:pt x="871218" y="101102"/>
                            <a:pt x="865270" y="98723"/>
                            <a:pt x="859323" y="96344"/>
                          </a:cubicBezTo>
                          <a:cubicBezTo>
                            <a:pt x="853376" y="92776"/>
                            <a:pt x="848618" y="85639"/>
                            <a:pt x="841482" y="84450"/>
                          </a:cubicBezTo>
                          <a:cubicBezTo>
                            <a:pt x="837913" y="83260"/>
                            <a:pt x="833156" y="85639"/>
                            <a:pt x="830777" y="84450"/>
                          </a:cubicBezTo>
                          <a:cubicBezTo>
                            <a:pt x="827209" y="84450"/>
                            <a:pt x="824830" y="82071"/>
                            <a:pt x="821261" y="80881"/>
                          </a:cubicBezTo>
                          <a:cubicBezTo>
                            <a:pt x="812935" y="77313"/>
                            <a:pt x="810556" y="74934"/>
                            <a:pt x="804609" y="67798"/>
                          </a:cubicBezTo>
                          <a:cubicBezTo>
                            <a:pt x="802230" y="68987"/>
                            <a:pt x="801041" y="67798"/>
                            <a:pt x="799852" y="70177"/>
                          </a:cubicBezTo>
                          <a:lnTo>
                            <a:pt x="129010" y="0"/>
                          </a:lnTo>
                          <a:cubicBezTo>
                            <a:pt x="127821" y="0"/>
                            <a:pt x="125442" y="0"/>
                            <a:pt x="124252" y="0"/>
                          </a:cubicBezTo>
                          <a:cubicBezTo>
                            <a:pt x="124252" y="1189"/>
                            <a:pt x="124252" y="1189"/>
                            <a:pt x="124252" y="2379"/>
                          </a:cubicBezTo>
                          <a:cubicBezTo>
                            <a:pt x="123063" y="10705"/>
                            <a:pt x="132578" y="7137"/>
                            <a:pt x="133768" y="13084"/>
                          </a:cubicBezTo>
                          <a:cubicBezTo>
                            <a:pt x="134957" y="19031"/>
                            <a:pt x="124252" y="16652"/>
                            <a:pt x="126631" y="27357"/>
                          </a:cubicBezTo>
                          <a:cubicBezTo>
                            <a:pt x="133768" y="30925"/>
                            <a:pt x="127821" y="45198"/>
                            <a:pt x="124252" y="49956"/>
                          </a:cubicBezTo>
                          <a:cubicBezTo>
                            <a:pt x="120684" y="54714"/>
                            <a:pt x="120684" y="54714"/>
                            <a:pt x="117116" y="59472"/>
                          </a:cubicBezTo>
                          <a:cubicBezTo>
                            <a:pt x="114737" y="63040"/>
                            <a:pt x="115926" y="67798"/>
                            <a:pt x="114737" y="70177"/>
                          </a:cubicBezTo>
                          <a:cubicBezTo>
                            <a:pt x="112358" y="73745"/>
                            <a:pt x="108790" y="76124"/>
                            <a:pt x="104032" y="74934"/>
                          </a:cubicBezTo>
                          <a:cubicBezTo>
                            <a:pt x="102843" y="72555"/>
                            <a:pt x="101653" y="70177"/>
                            <a:pt x="101653" y="67798"/>
                          </a:cubicBezTo>
                          <a:cubicBezTo>
                            <a:pt x="108790" y="68987"/>
                            <a:pt x="119495" y="53525"/>
                            <a:pt x="115926" y="48767"/>
                          </a:cubicBezTo>
                          <a:cubicBezTo>
                            <a:pt x="113547" y="45198"/>
                            <a:pt x="109979" y="54714"/>
                            <a:pt x="106411" y="53525"/>
                          </a:cubicBezTo>
                          <a:cubicBezTo>
                            <a:pt x="104032" y="52335"/>
                            <a:pt x="105221" y="48767"/>
                            <a:pt x="105221" y="46388"/>
                          </a:cubicBezTo>
                          <a:cubicBezTo>
                            <a:pt x="107600" y="45198"/>
                            <a:pt x="112358" y="46388"/>
                            <a:pt x="113547" y="44009"/>
                          </a:cubicBezTo>
                          <a:cubicBezTo>
                            <a:pt x="114737" y="41630"/>
                            <a:pt x="111169" y="41630"/>
                            <a:pt x="108790" y="38062"/>
                          </a:cubicBezTo>
                          <a:cubicBezTo>
                            <a:pt x="104032" y="33304"/>
                            <a:pt x="102843" y="35683"/>
                            <a:pt x="98085" y="34494"/>
                          </a:cubicBezTo>
                          <a:cubicBezTo>
                            <a:pt x="90948" y="32115"/>
                            <a:pt x="86191" y="30925"/>
                            <a:pt x="79054" y="23789"/>
                          </a:cubicBezTo>
                          <a:cubicBezTo>
                            <a:pt x="70728" y="16652"/>
                            <a:pt x="73107" y="19031"/>
                            <a:pt x="70728" y="27357"/>
                          </a:cubicBezTo>
                          <a:cubicBezTo>
                            <a:pt x="68349" y="34494"/>
                            <a:pt x="67160" y="36872"/>
                            <a:pt x="68349" y="44009"/>
                          </a:cubicBezTo>
                          <a:cubicBezTo>
                            <a:pt x="69538" y="49956"/>
                            <a:pt x="69538" y="57093"/>
                            <a:pt x="69538" y="64229"/>
                          </a:cubicBezTo>
                          <a:cubicBezTo>
                            <a:pt x="69538" y="66608"/>
                            <a:pt x="67160" y="71366"/>
                            <a:pt x="67160" y="72555"/>
                          </a:cubicBezTo>
                          <a:cubicBezTo>
                            <a:pt x="67160" y="77313"/>
                            <a:pt x="70728" y="77313"/>
                            <a:pt x="69538" y="80881"/>
                          </a:cubicBezTo>
                          <a:cubicBezTo>
                            <a:pt x="69538" y="80881"/>
                            <a:pt x="65970" y="82071"/>
                            <a:pt x="65970" y="83260"/>
                          </a:cubicBezTo>
                          <a:cubicBezTo>
                            <a:pt x="65970" y="84450"/>
                            <a:pt x="67160" y="86829"/>
                            <a:pt x="67160" y="88018"/>
                          </a:cubicBezTo>
                          <a:cubicBezTo>
                            <a:pt x="67160" y="90397"/>
                            <a:pt x="69538" y="92776"/>
                            <a:pt x="68349" y="97534"/>
                          </a:cubicBezTo>
                          <a:cubicBezTo>
                            <a:pt x="67160" y="104670"/>
                            <a:pt x="61212" y="105860"/>
                            <a:pt x="73107" y="108238"/>
                          </a:cubicBezTo>
                          <a:cubicBezTo>
                            <a:pt x="80243" y="109428"/>
                            <a:pt x="88569" y="111807"/>
                            <a:pt x="90948" y="120133"/>
                          </a:cubicBezTo>
                          <a:cubicBezTo>
                            <a:pt x="86191" y="117754"/>
                            <a:pt x="82622" y="115375"/>
                            <a:pt x="77864" y="114186"/>
                          </a:cubicBezTo>
                          <a:cubicBezTo>
                            <a:pt x="75486" y="109428"/>
                            <a:pt x="70728" y="109428"/>
                            <a:pt x="65970" y="110617"/>
                          </a:cubicBezTo>
                          <a:cubicBezTo>
                            <a:pt x="64781" y="117754"/>
                            <a:pt x="61212" y="121322"/>
                            <a:pt x="58833" y="127270"/>
                          </a:cubicBezTo>
                          <a:cubicBezTo>
                            <a:pt x="56455" y="133217"/>
                            <a:pt x="55265" y="137974"/>
                            <a:pt x="52886" y="143922"/>
                          </a:cubicBezTo>
                          <a:cubicBezTo>
                            <a:pt x="48129" y="155816"/>
                            <a:pt x="44560" y="167710"/>
                            <a:pt x="40992" y="179605"/>
                          </a:cubicBezTo>
                          <a:cubicBezTo>
                            <a:pt x="36234" y="192688"/>
                            <a:pt x="33855" y="204583"/>
                            <a:pt x="26719" y="216477"/>
                          </a:cubicBezTo>
                          <a:cubicBezTo>
                            <a:pt x="19582" y="228371"/>
                            <a:pt x="13635" y="239076"/>
                            <a:pt x="12446" y="253350"/>
                          </a:cubicBezTo>
                          <a:cubicBezTo>
                            <a:pt x="11256" y="260486"/>
                            <a:pt x="17203" y="266433"/>
                            <a:pt x="17203" y="272381"/>
                          </a:cubicBezTo>
                          <a:cubicBezTo>
                            <a:pt x="17203" y="275949"/>
                            <a:pt x="13635" y="277138"/>
                            <a:pt x="13635" y="280707"/>
                          </a:cubicBezTo>
                          <a:cubicBezTo>
                            <a:pt x="12446" y="284275"/>
                            <a:pt x="13635" y="286654"/>
                            <a:pt x="13635" y="290222"/>
                          </a:cubicBezTo>
                          <a:cubicBezTo>
                            <a:pt x="13635" y="297359"/>
                            <a:pt x="13635" y="303306"/>
                            <a:pt x="10067" y="309253"/>
                          </a:cubicBezTo>
                          <a:cubicBezTo>
                            <a:pt x="7688" y="314011"/>
                            <a:pt x="1741" y="317579"/>
                            <a:pt x="551" y="323526"/>
                          </a:cubicBezTo>
                          <a:cubicBezTo>
                            <a:pt x="-1828" y="331852"/>
                            <a:pt x="4120" y="333042"/>
                            <a:pt x="6498" y="338989"/>
                          </a:cubicBezTo>
                          <a:cubicBezTo>
                            <a:pt x="8877" y="344936"/>
                            <a:pt x="7688" y="354452"/>
                            <a:pt x="7688" y="361588"/>
                          </a:cubicBezTo>
                          <a:cubicBezTo>
                            <a:pt x="6498" y="377051"/>
                            <a:pt x="2930" y="384187"/>
                            <a:pt x="11256" y="398461"/>
                          </a:cubicBezTo>
                          <a:cubicBezTo>
                            <a:pt x="18393" y="410355"/>
                            <a:pt x="21961" y="429386"/>
                            <a:pt x="26719" y="423439"/>
                          </a:cubicBezTo>
                          <a:cubicBezTo>
                            <a:pt x="33855" y="413923"/>
                            <a:pt x="36234" y="412734"/>
                            <a:pt x="45750" y="423439"/>
                          </a:cubicBezTo>
                          <a:cubicBezTo>
                            <a:pt x="48129" y="427007"/>
                            <a:pt x="36234" y="422249"/>
                            <a:pt x="33855" y="424628"/>
                          </a:cubicBezTo>
                          <a:cubicBezTo>
                            <a:pt x="29098" y="428197"/>
                            <a:pt x="40992" y="435333"/>
                            <a:pt x="36234" y="437712"/>
                          </a:cubicBezTo>
                          <a:cubicBezTo>
                            <a:pt x="32666" y="438901"/>
                            <a:pt x="29098" y="430575"/>
                            <a:pt x="26719" y="432954"/>
                          </a:cubicBezTo>
                          <a:cubicBezTo>
                            <a:pt x="24340" y="436523"/>
                            <a:pt x="24340" y="441280"/>
                            <a:pt x="24340" y="444849"/>
                          </a:cubicBezTo>
                          <a:cubicBezTo>
                            <a:pt x="24340" y="451985"/>
                            <a:pt x="25529" y="450796"/>
                            <a:pt x="29098" y="454364"/>
                          </a:cubicBezTo>
                          <a:cubicBezTo>
                            <a:pt x="33855" y="460311"/>
                            <a:pt x="42181" y="462690"/>
                            <a:pt x="32666" y="467448"/>
                          </a:cubicBezTo>
                          <a:cubicBezTo>
                            <a:pt x="30287" y="468637"/>
                            <a:pt x="30287" y="474585"/>
                            <a:pt x="36234" y="485289"/>
                          </a:cubicBezTo>
                          <a:cubicBezTo>
                            <a:pt x="40992" y="493616"/>
                            <a:pt x="56455" y="525730"/>
                            <a:pt x="51697" y="538814"/>
                          </a:cubicBezTo>
                          <a:cubicBezTo>
                            <a:pt x="49318" y="544761"/>
                            <a:pt x="62402" y="545951"/>
                            <a:pt x="68349" y="548329"/>
                          </a:cubicBezTo>
                          <a:cubicBezTo>
                            <a:pt x="75486" y="550708"/>
                            <a:pt x="77864" y="545951"/>
                            <a:pt x="83812" y="550708"/>
                          </a:cubicBezTo>
                          <a:cubicBezTo>
                            <a:pt x="90948" y="557845"/>
                            <a:pt x="86191" y="557845"/>
                            <a:pt x="93327" y="562603"/>
                          </a:cubicBezTo>
                          <a:cubicBezTo>
                            <a:pt x="96895" y="564982"/>
                            <a:pt x="100464" y="562603"/>
                            <a:pt x="104032" y="564982"/>
                          </a:cubicBezTo>
                          <a:cubicBezTo>
                            <a:pt x="107600" y="567360"/>
                            <a:pt x="105221" y="570929"/>
                            <a:pt x="109979" y="573308"/>
                          </a:cubicBezTo>
                          <a:cubicBezTo>
                            <a:pt x="121874" y="579255"/>
                            <a:pt x="125442" y="587581"/>
                            <a:pt x="126631" y="594718"/>
                          </a:cubicBezTo>
                          <a:cubicBezTo>
                            <a:pt x="126631" y="599475"/>
                            <a:pt x="124252" y="603044"/>
                            <a:pt x="125442" y="607801"/>
                          </a:cubicBezTo>
                          <a:cubicBezTo>
                            <a:pt x="125442" y="607801"/>
                            <a:pt x="125442" y="608991"/>
                            <a:pt x="126631" y="608991"/>
                          </a:cubicBezTo>
                          <a:cubicBezTo>
                            <a:pt x="126631" y="608991"/>
                            <a:pt x="126631" y="608991"/>
                            <a:pt x="126631" y="608991"/>
                          </a:cubicBezTo>
                          <a:cubicBezTo>
                            <a:pt x="137336" y="608991"/>
                            <a:pt x="149231" y="608991"/>
                            <a:pt x="159935" y="608991"/>
                          </a:cubicBezTo>
                          <a:cubicBezTo>
                            <a:pt x="164693" y="608991"/>
                            <a:pt x="170640" y="607801"/>
                            <a:pt x="175398" y="607801"/>
                          </a:cubicBezTo>
                          <a:cubicBezTo>
                            <a:pt x="177777" y="607801"/>
                            <a:pt x="181345" y="607801"/>
                            <a:pt x="183724" y="607801"/>
                          </a:cubicBezTo>
                          <a:cubicBezTo>
                            <a:pt x="188482" y="608991"/>
                            <a:pt x="187293" y="608991"/>
                            <a:pt x="190861" y="611370"/>
                          </a:cubicBezTo>
                          <a:cubicBezTo>
                            <a:pt x="207513" y="619696"/>
                            <a:pt x="225354" y="628022"/>
                            <a:pt x="243196" y="635158"/>
                          </a:cubicBezTo>
                          <a:cubicBezTo>
                            <a:pt x="250333" y="638727"/>
                            <a:pt x="258659" y="642295"/>
                            <a:pt x="266985" y="644674"/>
                          </a:cubicBezTo>
                          <a:cubicBezTo>
                            <a:pt x="271742" y="645863"/>
                            <a:pt x="275311" y="648242"/>
                            <a:pt x="280068" y="649431"/>
                          </a:cubicBezTo>
                          <a:cubicBezTo>
                            <a:pt x="284826" y="650621"/>
                            <a:pt x="290773" y="649431"/>
                            <a:pt x="295531" y="649431"/>
                          </a:cubicBezTo>
                          <a:cubicBezTo>
                            <a:pt x="313373" y="650621"/>
                            <a:pt x="334782" y="656568"/>
                            <a:pt x="352624" y="653000"/>
                          </a:cubicBezTo>
                          <a:cubicBezTo>
                            <a:pt x="352624" y="649431"/>
                            <a:pt x="352624" y="647053"/>
                            <a:pt x="352624" y="643484"/>
                          </a:cubicBezTo>
                          <a:cubicBezTo>
                            <a:pt x="360950" y="643484"/>
                            <a:pt x="368087" y="645863"/>
                            <a:pt x="376413" y="645863"/>
                          </a:cubicBezTo>
                          <a:cubicBezTo>
                            <a:pt x="383549" y="645863"/>
                            <a:pt x="393065" y="643484"/>
                            <a:pt x="400201" y="644674"/>
                          </a:cubicBezTo>
                          <a:cubicBezTo>
                            <a:pt x="403770" y="651810"/>
                            <a:pt x="406148" y="660136"/>
                            <a:pt x="412096" y="664894"/>
                          </a:cubicBezTo>
                          <a:cubicBezTo>
                            <a:pt x="413285" y="666084"/>
                            <a:pt x="416854" y="667273"/>
                            <a:pt x="418043" y="668462"/>
                          </a:cubicBezTo>
                          <a:cubicBezTo>
                            <a:pt x="419232" y="670841"/>
                            <a:pt x="418043" y="673220"/>
                            <a:pt x="419232" y="674410"/>
                          </a:cubicBezTo>
                          <a:cubicBezTo>
                            <a:pt x="420422" y="676788"/>
                            <a:pt x="423990" y="676788"/>
                            <a:pt x="425180" y="679167"/>
                          </a:cubicBezTo>
                          <a:cubicBezTo>
                            <a:pt x="426369" y="681546"/>
                            <a:pt x="426369" y="682736"/>
                            <a:pt x="427558" y="685114"/>
                          </a:cubicBezTo>
                          <a:cubicBezTo>
                            <a:pt x="428748" y="688683"/>
                            <a:pt x="434695" y="691062"/>
                            <a:pt x="433506" y="695820"/>
                          </a:cubicBezTo>
                          <a:cubicBezTo>
                            <a:pt x="432316" y="700577"/>
                            <a:pt x="428748" y="698198"/>
                            <a:pt x="432316" y="704146"/>
                          </a:cubicBezTo>
                          <a:cubicBezTo>
                            <a:pt x="435884" y="711282"/>
                            <a:pt x="445400" y="714850"/>
                            <a:pt x="448968" y="721987"/>
                          </a:cubicBezTo>
                          <a:cubicBezTo>
                            <a:pt x="456105" y="723176"/>
                            <a:pt x="460863" y="729124"/>
                            <a:pt x="467999" y="731503"/>
                          </a:cubicBezTo>
                          <a:cubicBezTo>
                            <a:pt x="472757" y="732692"/>
                            <a:pt x="481083" y="726745"/>
                            <a:pt x="482272" y="721987"/>
                          </a:cubicBezTo>
                          <a:cubicBezTo>
                            <a:pt x="485841" y="720798"/>
                            <a:pt x="490598" y="717229"/>
                            <a:pt x="491788" y="714850"/>
                          </a:cubicBezTo>
                          <a:cubicBezTo>
                            <a:pt x="496546" y="714850"/>
                            <a:pt x="501303" y="716040"/>
                            <a:pt x="501303" y="708903"/>
                          </a:cubicBezTo>
                          <a:cubicBezTo>
                            <a:pt x="508440" y="706524"/>
                            <a:pt x="515576" y="708903"/>
                            <a:pt x="521524" y="712472"/>
                          </a:cubicBezTo>
                          <a:cubicBezTo>
                            <a:pt x="523903" y="713661"/>
                            <a:pt x="527471" y="716040"/>
                            <a:pt x="529850" y="719608"/>
                          </a:cubicBezTo>
                          <a:cubicBezTo>
                            <a:pt x="532229" y="721987"/>
                            <a:pt x="532229" y="726745"/>
                            <a:pt x="534608" y="729124"/>
                          </a:cubicBezTo>
                          <a:cubicBezTo>
                            <a:pt x="535797" y="738639"/>
                            <a:pt x="544123" y="748155"/>
                            <a:pt x="547691" y="756481"/>
                          </a:cubicBezTo>
                          <a:cubicBezTo>
                            <a:pt x="551260" y="763617"/>
                            <a:pt x="559586" y="774322"/>
                            <a:pt x="560775" y="781459"/>
                          </a:cubicBezTo>
                          <a:cubicBezTo>
                            <a:pt x="560775" y="783838"/>
                            <a:pt x="558396" y="786217"/>
                            <a:pt x="559586" y="788595"/>
                          </a:cubicBezTo>
                          <a:cubicBezTo>
                            <a:pt x="559586" y="790974"/>
                            <a:pt x="563154" y="793353"/>
                            <a:pt x="564343" y="794542"/>
                          </a:cubicBezTo>
                          <a:cubicBezTo>
                            <a:pt x="566722" y="799300"/>
                            <a:pt x="564343" y="805247"/>
                            <a:pt x="566722" y="810005"/>
                          </a:cubicBezTo>
                          <a:cubicBezTo>
                            <a:pt x="569101" y="814763"/>
                            <a:pt x="573859" y="813573"/>
                            <a:pt x="577427" y="815953"/>
                          </a:cubicBezTo>
                          <a:cubicBezTo>
                            <a:pt x="582185" y="818331"/>
                            <a:pt x="584564" y="820710"/>
                            <a:pt x="589322" y="821900"/>
                          </a:cubicBezTo>
                          <a:cubicBezTo>
                            <a:pt x="592890" y="823089"/>
                            <a:pt x="596458" y="824278"/>
                            <a:pt x="600026" y="825468"/>
                          </a:cubicBezTo>
                          <a:cubicBezTo>
                            <a:pt x="601216" y="825468"/>
                            <a:pt x="602405" y="826657"/>
                            <a:pt x="602405" y="826657"/>
                          </a:cubicBezTo>
                          <a:cubicBezTo>
                            <a:pt x="603595" y="824278"/>
                            <a:pt x="604784" y="820710"/>
                            <a:pt x="604784" y="818331"/>
                          </a:cubicBezTo>
                          <a:cubicBezTo>
                            <a:pt x="605974" y="812384"/>
                            <a:pt x="602405" y="805247"/>
                            <a:pt x="603595" y="799300"/>
                          </a:cubicBezTo>
                          <a:cubicBezTo>
                            <a:pt x="605974" y="792164"/>
                            <a:pt x="610731" y="790974"/>
                            <a:pt x="611921" y="782648"/>
                          </a:cubicBezTo>
                          <a:cubicBezTo>
                            <a:pt x="611921" y="776701"/>
                            <a:pt x="610731" y="770754"/>
                            <a:pt x="616678" y="767186"/>
                          </a:cubicBezTo>
                          <a:cubicBezTo>
                            <a:pt x="616678" y="762428"/>
                            <a:pt x="616678" y="758859"/>
                            <a:pt x="619057" y="755291"/>
                          </a:cubicBezTo>
                          <a:cubicBezTo>
                            <a:pt x="626194" y="756481"/>
                            <a:pt x="625005" y="746965"/>
                            <a:pt x="633331" y="746965"/>
                          </a:cubicBezTo>
                          <a:cubicBezTo>
                            <a:pt x="635710" y="743397"/>
                            <a:pt x="641657" y="739828"/>
                            <a:pt x="644036" y="744586"/>
                          </a:cubicBezTo>
                          <a:cubicBezTo>
                            <a:pt x="652362" y="746965"/>
                            <a:pt x="678529" y="738639"/>
                            <a:pt x="678529" y="731503"/>
                          </a:cubicBezTo>
                          <a:cubicBezTo>
                            <a:pt x="678529" y="726745"/>
                            <a:pt x="673771" y="711282"/>
                            <a:pt x="678529" y="711282"/>
                          </a:cubicBezTo>
                          <a:cubicBezTo>
                            <a:pt x="679719" y="711282"/>
                            <a:pt x="680908" y="713661"/>
                            <a:pt x="683287" y="713661"/>
                          </a:cubicBezTo>
                          <a:cubicBezTo>
                            <a:pt x="686855" y="713661"/>
                            <a:pt x="686855" y="708903"/>
                            <a:pt x="689234" y="710093"/>
                          </a:cubicBezTo>
                          <a:cubicBezTo>
                            <a:pt x="692802" y="712472"/>
                            <a:pt x="685666" y="720798"/>
                            <a:pt x="688045" y="723176"/>
                          </a:cubicBezTo>
                          <a:cubicBezTo>
                            <a:pt x="691613" y="726745"/>
                            <a:pt x="696371" y="714850"/>
                            <a:pt x="701128" y="713661"/>
                          </a:cubicBezTo>
                          <a:cubicBezTo>
                            <a:pt x="705886" y="712472"/>
                            <a:pt x="715402" y="713661"/>
                            <a:pt x="721349" y="713661"/>
                          </a:cubicBezTo>
                          <a:cubicBezTo>
                            <a:pt x="733243" y="714850"/>
                            <a:pt x="746327" y="727934"/>
                            <a:pt x="753463" y="716040"/>
                          </a:cubicBezTo>
                          <a:cubicBezTo>
                            <a:pt x="758221" y="708903"/>
                            <a:pt x="760600" y="713661"/>
                            <a:pt x="765358" y="717229"/>
                          </a:cubicBezTo>
                          <a:cubicBezTo>
                            <a:pt x="768926" y="720798"/>
                            <a:pt x="773684" y="723176"/>
                            <a:pt x="774873" y="723176"/>
                          </a:cubicBezTo>
                          <a:cubicBezTo>
                            <a:pt x="776063" y="724366"/>
                            <a:pt x="768926" y="727934"/>
                            <a:pt x="771305" y="729124"/>
                          </a:cubicBezTo>
                          <a:cubicBezTo>
                            <a:pt x="780821" y="731503"/>
                            <a:pt x="784389" y="737450"/>
                            <a:pt x="789147" y="733881"/>
                          </a:cubicBezTo>
                          <a:cubicBezTo>
                            <a:pt x="790336" y="733881"/>
                            <a:pt x="789147" y="732692"/>
                            <a:pt x="789147" y="731503"/>
                          </a:cubicBezTo>
                          <a:cubicBezTo>
                            <a:pt x="792715" y="724366"/>
                            <a:pt x="796283" y="735071"/>
                            <a:pt x="801041" y="735071"/>
                          </a:cubicBezTo>
                          <a:cubicBezTo>
                            <a:pt x="806988" y="735071"/>
                            <a:pt x="802230" y="720798"/>
                            <a:pt x="806988" y="724366"/>
                          </a:cubicBezTo>
                          <a:cubicBezTo>
                            <a:pt x="812935" y="729124"/>
                            <a:pt x="834345" y="738639"/>
                            <a:pt x="828398" y="732692"/>
                          </a:cubicBezTo>
                          <a:cubicBezTo>
                            <a:pt x="822451" y="725555"/>
                            <a:pt x="815314" y="726745"/>
                            <a:pt x="810556" y="720798"/>
                          </a:cubicBezTo>
                          <a:cubicBezTo>
                            <a:pt x="808178" y="717229"/>
                            <a:pt x="817693" y="719608"/>
                            <a:pt x="820072" y="716040"/>
                          </a:cubicBezTo>
                          <a:cubicBezTo>
                            <a:pt x="823640" y="711282"/>
                            <a:pt x="814125" y="713661"/>
                            <a:pt x="809367" y="711282"/>
                          </a:cubicBezTo>
                          <a:cubicBezTo>
                            <a:pt x="805799" y="710093"/>
                            <a:pt x="810556" y="705335"/>
                            <a:pt x="812935" y="702956"/>
                          </a:cubicBezTo>
                          <a:cubicBezTo>
                            <a:pt x="818882" y="699388"/>
                            <a:pt x="823640" y="699388"/>
                            <a:pt x="830777" y="695820"/>
                          </a:cubicBezTo>
                          <a:cubicBezTo>
                            <a:pt x="836724" y="693440"/>
                            <a:pt x="846239" y="698198"/>
                            <a:pt x="852187" y="693440"/>
                          </a:cubicBezTo>
                          <a:cubicBezTo>
                            <a:pt x="855755" y="691062"/>
                            <a:pt x="856944" y="683925"/>
                            <a:pt x="860513" y="686304"/>
                          </a:cubicBezTo>
                          <a:cubicBezTo>
                            <a:pt x="871218" y="693440"/>
                            <a:pt x="875975" y="692251"/>
                            <a:pt x="885491" y="693440"/>
                          </a:cubicBezTo>
                          <a:cubicBezTo>
                            <a:pt x="891438" y="693440"/>
                            <a:pt x="896196" y="693440"/>
                            <a:pt x="902143" y="694630"/>
                          </a:cubicBezTo>
                          <a:cubicBezTo>
                            <a:pt x="906901" y="694630"/>
                            <a:pt x="914037" y="701767"/>
                            <a:pt x="917606" y="698198"/>
                          </a:cubicBezTo>
                          <a:cubicBezTo>
                            <a:pt x="917606" y="698198"/>
                            <a:pt x="917606" y="697009"/>
                            <a:pt x="917606" y="697009"/>
                          </a:cubicBezTo>
                          <a:cubicBezTo>
                            <a:pt x="919984" y="695820"/>
                            <a:pt x="925932" y="698198"/>
                            <a:pt x="924742" y="700577"/>
                          </a:cubicBezTo>
                          <a:cubicBezTo>
                            <a:pt x="924742" y="701767"/>
                            <a:pt x="922363" y="702956"/>
                            <a:pt x="922363" y="702956"/>
                          </a:cubicBezTo>
                          <a:cubicBezTo>
                            <a:pt x="922363" y="702956"/>
                            <a:pt x="922363" y="706524"/>
                            <a:pt x="923553" y="706524"/>
                          </a:cubicBezTo>
                          <a:cubicBezTo>
                            <a:pt x="925932" y="711282"/>
                            <a:pt x="925932" y="711282"/>
                            <a:pt x="930689" y="712472"/>
                          </a:cubicBezTo>
                          <a:cubicBezTo>
                            <a:pt x="939015" y="717229"/>
                            <a:pt x="944963" y="708903"/>
                            <a:pt x="955667" y="706524"/>
                          </a:cubicBezTo>
                          <a:cubicBezTo>
                            <a:pt x="961615" y="705335"/>
                            <a:pt x="961615" y="702956"/>
                            <a:pt x="966372" y="708903"/>
                          </a:cubicBezTo>
                          <a:cubicBezTo>
                            <a:pt x="969941" y="712472"/>
                            <a:pt x="969941" y="717229"/>
                            <a:pt x="973509" y="719608"/>
                          </a:cubicBezTo>
                          <a:cubicBezTo>
                            <a:pt x="981835" y="727934"/>
                            <a:pt x="990161" y="727934"/>
                            <a:pt x="991350" y="742207"/>
                          </a:cubicBezTo>
                          <a:cubicBezTo>
                            <a:pt x="991350" y="754102"/>
                            <a:pt x="974698" y="765996"/>
                            <a:pt x="985403" y="771943"/>
                          </a:cubicBezTo>
                          <a:cubicBezTo>
                            <a:pt x="987782" y="773133"/>
                            <a:pt x="986593" y="765996"/>
                            <a:pt x="990161" y="764807"/>
                          </a:cubicBezTo>
                          <a:cubicBezTo>
                            <a:pt x="992540" y="764807"/>
                            <a:pt x="992540" y="770754"/>
                            <a:pt x="992540" y="773133"/>
                          </a:cubicBezTo>
                          <a:cubicBezTo>
                            <a:pt x="992540" y="777890"/>
                            <a:pt x="991350" y="777890"/>
                            <a:pt x="990161" y="781459"/>
                          </a:cubicBezTo>
                          <a:cubicBezTo>
                            <a:pt x="988972" y="790974"/>
                            <a:pt x="991350" y="792164"/>
                            <a:pt x="997298" y="796921"/>
                          </a:cubicBezTo>
                          <a:cubicBezTo>
                            <a:pt x="1006813" y="804058"/>
                            <a:pt x="999677" y="800490"/>
                            <a:pt x="999677" y="810005"/>
                          </a:cubicBezTo>
                          <a:cubicBezTo>
                            <a:pt x="999677" y="812384"/>
                            <a:pt x="1008003" y="824278"/>
                            <a:pt x="1008003" y="826657"/>
                          </a:cubicBezTo>
                          <a:cubicBezTo>
                            <a:pt x="1009192" y="827847"/>
                            <a:pt x="1006813" y="830226"/>
                            <a:pt x="1008003" y="831415"/>
                          </a:cubicBezTo>
                          <a:cubicBezTo>
                            <a:pt x="1011571" y="834983"/>
                            <a:pt x="1011571" y="832605"/>
                            <a:pt x="1013950" y="834983"/>
                          </a:cubicBezTo>
                          <a:cubicBezTo>
                            <a:pt x="1015139" y="836173"/>
                            <a:pt x="1017518" y="839741"/>
                            <a:pt x="1018708" y="840930"/>
                          </a:cubicBezTo>
                          <a:cubicBezTo>
                            <a:pt x="1022276" y="844499"/>
                            <a:pt x="1028223" y="851636"/>
                            <a:pt x="1032981" y="848067"/>
                          </a:cubicBezTo>
                          <a:cubicBezTo>
                            <a:pt x="1040117" y="842120"/>
                            <a:pt x="1042496" y="831415"/>
                            <a:pt x="1044875" y="821900"/>
                          </a:cubicBezTo>
                          <a:cubicBezTo>
                            <a:pt x="1047254" y="813573"/>
                            <a:pt x="1057959" y="800490"/>
                            <a:pt x="1053201" y="792164"/>
                          </a:cubicBezTo>
                          <a:cubicBezTo>
                            <a:pt x="1050822" y="787406"/>
                            <a:pt x="1043686" y="788595"/>
                            <a:pt x="1041307" y="782648"/>
                          </a:cubicBezTo>
                          <a:cubicBezTo>
                            <a:pt x="1040117" y="777890"/>
                            <a:pt x="1040117" y="767186"/>
                            <a:pt x="1040117" y="762428"/>
                          </a:cubicBezTo>
                          <a:cubicBezTo>
                            <a:pt x="1040117" y="755291"/>
                            <a:pt x="1041307" y="752912"/>
                            <a:pt x="1037739" y="745776"/>
                          </a:cubicBezTo>
                          <a:cubicBezTo>
                            <a:pt x="1035360" y="741018"/>
                            <a:pt x="1032981" y="735071"/>
                            <a:pt x="1031791" y="729124"/>
                          </a:cubicBezTo>
                          <a:cubicBezTo>
                            <a:pt x="1029413" y="717229"/>
                            <a:pt x="1029413" y="702956"/>
                            <a:pt x="1028223" y="691062"/>
                          </a:cubicBezTo>
                          <a:cubicBezTo>
                            <a:pt x="1027034" y="677978"/>
                            <a:pt x="1031791" y="668462"/>
                            <a:pt x="1032981" y="655379"/>
                          </a:cubicBezTo>
                          <a:cubicBezTo>
                            <a:pt x="1038928" y="651810"/>
                            <a:pt x="1043686" y="650621"/>
                            <a:pt x="1047254" y="643484"/>
                          </a:cubicBezTo>
                          <a:cubicBezTo>
                            <a:pt x="1052012" y="633969"/>
                            <a:pt x="1049633" y="636348"/>
                            <a:pt x="1059148" y="631590"/>
                          </a:cubicBezTo>
                          <a:cubicBezTo>
                            <a:pt x="1065096" y="629211"/>
                            <a:pt x="1068664" y="625643"/>
                            <a:pt x="1074611" y="623264"/>
                          </a:cubicBezTo>
                          <a:cubicBezTo>
                            <a:pt x="1081748" y="619696"/>
                            <a:pt x="1088884" y="622074"/>
                            <a:pt x="1093642" y="616127"/>
                          </a:cubicBezTo>
                          <a:cubicBezTo>
                            <a:pt x="1101968" y="606612"/>
                            <a:pt x="1100779" y="593528"/>
                            <a:pt x="1116241" y="589960"/>
                          </a:cubicBezTo>
                          <a:cubicBezTo>
                            <a:pt x="1124567" y="587581"/>
                            <a:pt x="1128136" y="591149"/>
                            <a:pt x="1134083" y="582823"/>
                          </a:cubicBezTo>
                          <a:cubicBezTo>
                            <a:pt x="1137651" y="578065"/>
                            <a:pt x="1138841" y="570929"/>
                            <a:pt x="1144788" y="568550"/>
                          </a:cubicBezTo>
                          <a:cubicBezTo>
                            <a:pt x="1148356" y="566171"/>
                            <a:pt x="1153114" y="568550"/>
                            <a:pt x="1156682" y="567360"/>
                          </a:cubicBezTo>
                          <a:cubicBezTo>
                            <a:pt x="1160250" y="566171"/>
                            <a:pt x="1162629" y="563792"/>
                            <a:pt x="1166198" y="563792"/>
                          </a:cubicBezTo>
                          <a:cubicBezTo>
                            <a:pt x="1169766" y="563792"/>
                            <a:pt x="1169766" y="563792"/>
                            <a:pt x="1169766" y="563792"/>
                          </a:cubicBezTo>
                          <a:cubicBezTo>
                            <a:pt x="1172145" y="562603"/>
                            <a:pt x="1172145" y="559034"/>
                            <a:pt x="1173334" y="556655"/>
                          </a:cubicBezTo>
                          <a:cubicBezTo>
                            <a:pt x="1169766" y="556655"/>
                            <a:pt x="1160250" y="562603"/>
                            <a:pt x="1157871" y="557845"/>
                          </a:cubicBezTo>
                          <a:cubicBezTo>
                            <a:pt x="1162629" y="555466"/>
                            <a:pt x="1169766" y="557845"/>
                            <a:pt x="1169766" y="550708"/>
                          </a:cubicBezTo>
                          <a:cubicBezTo>
                            <a:pt x="1167387" y="549519"/>
                            <a:pt x="1159061" y="548329"/>
                            <a:pt x="1160250" y="544761"/>
                          </a:cubicBezTo>
                          <a:cubicBezTo>
                            <a:pt x="1161440" y="541193"/>
                            <a:pt x="1163819" y="543572"/>
                            <a:pt x="1166198" y="543572"/>
                          </a:cubicBezTo>
                          <a:cubicBezTo>
                            <a:pt x="1168576" y="543572"/>
                            <a:pt x="1169766" y="543572"/>
                            <a:pt x="1170955" y="541193"/>
                          </a:cubicBezTo>
                          <a:cubicBezTo>
                            <a:pt x="1173334" y="545951"/>
                            <a:pt x="1180471" y="542382"/>
                            <a:pt x="1181660" y="545951"/>
                          </a:cubicBezTo>
                          <a:cubicBezTo>
                            <a:pt x="1184039" y="545951"/>
                            <a:pt x="1184039" y="542382"/>
                            <a:pt x="1185228" y="541193"/>
                          </a:cubicBezTo>
                          <a:cubicBezTo>
                            <a:pt x="1188797" y="536435"/>
                            <a:pt x="1197123" y="534056"/>
                            <a:pt x="1191176" y="529299"/>
                          </a:cubicBezTo>
                          <a:cubicBezTo>
                            <a:pt x="1191176" y="529299"/>
                            <a:pt x="1189986" y="528109"/>
                            <a:pt x="1189986" y="529299"/>
                          </a:cubicBezTo>
                          <a:cubicBezTo>
                            <a:pt x="1187607" y="530488"/>
                            <a:pt x="1186418" y="536435"/>
                            <a:pt x="1184039" y="535246"/>
                          </a:cubicBezTo>
                          <a:cubicBezTo>
                            <a:pt x="1181660" y="534056"/>
                            <a:pt x="1184039" y="530488"/>
                            <a:pt x="1181660" y="529299"/>
                          </a:cubicBezTo>
                          <a:cubicBezTo>
                            <a:pt x="1179281" y="528109"/>
                            <a:pt x="1175713" y="529299"/>
                            <a:pt x="1173334" y="529299"/>
                          </a:cubicBezTo>
                          <a:cubicBezTo>
                            <a:pt x="1168576" y="529299"/>
                            <a:pt x="1167387" y="530488"/>
                            <a:pt x="1166198" y="526920"/>
                          </a:cubicBezTo>
                          <a:cubicBezTo>
                            <a:pt x="1166198" y="524541"/>
                            <a:pt x="1167387" y="520972"/>
                            <a:pt x="1169766" y="520972"/>
                          </a:cubicBezTo>
                          <a:cubicBezTo>
                            <a:pt x="1172145" y="530488"/>
                            <a:pt x="1176902" y="522162"/>
                            <a:pt x="1181660" y="520972"/>
                          </a:cubicBezTo>
                          <a:cubicBezTo>
                            <a:pt x="1185228" y="519783"/>
                            <a:pt x="1189986" y="523351"/>
                            <a:pt x="1192365" y="520972"/>
                          </a:cubicBezTo>
                          <a:cubicBezTo>
                            <a:pt x="1195933" y="518594"/>
                            <a:pt x="1191176" y="517404"/>
                            <a:pt x="1191176" y="515025"/>
                          </a:cubicBezTo>
                          <a:cubicBezTo>
                            <a:pt x="1187607" y="513836"/>
                            <a:pt x="1189986" y="510268"/>
                            <a:pt x="1191176" y="507889"/>
                          </a:cubicBezTo>
                          <a:cubicBezTo>
                            <a:pt x="1192365" y="505510"/>
                            <a:pt x="1193554" y="503131"/>
                            <a:pt x="1191176" y="499563"/>
                          </a:cubicBezTo>
                          <a:cubicBezTo>
                            <a:pt x="1186418" y="493616"/>
                            <a:pt x="1184039" y="498373"/>
                            <a:pt x="1179281" y="491237"/>
                          </a:cubicBezTo>
                          <a:cubicBezTo>
                            <a:pt x="1176902" y="488858"/>
                            <a:pt x="1169766" y="490047"/>
                            <a:pt x="1169766" y="486479"/>
                          </a:cubicBezTo>
                          <a:cubicBezTo>
                            <a:pt x="1169766" y="484100"/>
                            <a:pt x="1178092" y="485289"/>
                            <a:pt x="1180471" y="486479"/>
                          </a:cubicBezTo>
                          <a:cubicBezTo>
                            <a:pt x="1184039" y="488858"/>
                            <a:pt x="1184039" y="490047"/>
                            <a:pt x="1189986" y="490047"/>
                          </a:cubicBezTo>
                          <a:cubicBezTo>
                            <a:pt x="1189986" y="487668"/>
                            <a:pt x="1187607" y="487668"/>
                            <a:pt x="1186418" y="486479"/>
                          </a:cubicBezTo>
                          <a:cubicBezTo>
                            <a:pt x="1185228" y="484100"/>
                            <a:pt x="1186418" y="485289"/>
                            <a:pt x="1186418" y="482911"/>
                          </a:cubicBezTo>
                          <a:cubicBezTo>
                            <a:pt x="1186418" y="478153"/>
                            <a:pt x="1181660" y="476963"/>
                            <a:pt x="1179281" y="473395"/>
                          </a:cubicBezTo>
                          <a:cubicBezTo>
                            <a:pt x="1179281" y="472206"/>
                            <a:pt x="1178092" y="469827"/>
                            <a:pt x="1179281" y="468637"/>
                          </a:cubicBezTo>
                          <a:cubicBezTo>
                            <a:pt x="1180471" y="467448"/>
                            <a:pt x="1181660" y="471016"/>
                            <a:pt x="1182850" y="472206"/>
                          </a:cubicBezTo>
                          <a:cubicBezTo>
                            <a:pt x="1186418" y="475774"/>
                            <a:pt x="1188797" y="466258"/>
                            <a:pt x="1186418" y="462690"/>
                          </a:cubicBezTo>
                          <a:cubicBezTo>
                            <a:pt x="1185228" y="461501"/>
                            <a:pt x="1182850" y="460311"/>
                            <a:pt x="1181660" y="459122"/>
                          </a:cubicBezTo>
                          <a:cubicBezTo>
                            <a:pt x="1180471" y="457932"/>
                            <a:pt x="1179281" y="455553"/>
                            <a:pt x="1178092" y="454364"/>
                          </a:cubicBezTo>
                          <a:cubicBezTo>
                            <a:pt x="1169766" y="450796"/>
                            <a:pt x="1155493" y="441280"/>
                            <a:pt x="1166198" y="438901"/>
                          </a:cubicBezTo>
                          <a:cubicBezTo>
                            <a:pt x="1167387" y="438901"/>
                            <a:pt x="1167387" y="442470"/>
                            <a:pt x="1167387" y="443659"/>
                          </a:cubicBezTo>
                          <a:cubicBezTo>
                            <a:pt x="1168576" y="444849"/>
                            <a:pt x="1169766" y="444849"/>
                            <a:pt x="1170955" y="446038"/>
                          </a:cubicBezTo>
                          <a:cubicBezTo>
                            <a:pt x="1172145" y="447227"/>
                            <a:pt x="1170955" y="448417"/>
                            <a:pt x="1172145" y="449606"/>
                          </a:cubicBezTo>
                          <a:cubicBezTo>
                            <a:pt x="1173334" y="450796"/>
                            <a:pt x="1175713" y="449606"/>
                            <a:pt x="1176902" y="450796"/>
                          </a:cubicBezTo>
                          <a:cubicBezTo>
                            <a:pt x="1179281" y="451985"/>
                            <a:pt x="1182850" y="456743"/>
                            <a:pt x="1184039" y="454364"/>
                          </a:cubicBezTo>
                          <a:cubicBezTo>
                            <a:pt x="1185228" y="451985"/>
                            <a:pt x="1182850" y="446038"/>
                            <a:pt x="1182850" y="444849"/>
                          </a:cubicBezTo>
                          <a:cubicBezTo>
                            <a:pt x="1181660" y="441280"/>
                            <a:pt x="1181660" y="437712"/>
                            <a:pt x="1182850" y="434144"/>
                          </a:cubicBezTo>
                          <a:cubicBezTo>
                            <a:pt x="1182850" y="431765"/>
                            <a:pt x="1184039" y="430575"/>
                            <a:pt x="1184039" y="429386"/>
                          </a:cubicBezTo>
                          <a:cubicBezTo>
                            <a:pt x="1184039" y="428197"/>
                            <a:pt x="1182850" y="425818"/>
                            <a:pt x="1184039" y="424628"/>
                          </a:cubicBezTo>
                          <a:cubicBezTo>
                            <a:pt x="1185228" y="423439"/>
                            <a:pt x="1189986" y="421060"/>
                            <a:pt x="1191176" y="419870"/>
                          </a:cubicBezTo>
                          <a:cubicBezTo>
                            <a:pt x="1193554" y="417492"/>
                            <a:pt x="1193554" y="415113"/>
                            <a:pt x="1195933" y="412734"/>
                          </a:cubicBezTo>
                          <a:cubicBezTo>
                            <a:pt x="1195933" y="412734"/>
                            <a:pt x="1197123" y="410355"/>
                            <a:pt x="1197123" y="411544"/>
                          </a:cubicBezTo>
                          <a:cubicBezTo>
                            <a:pt x="1197123" y="415113"/>
                            <a:pt x="1198312" y="416302"/>
                            <a:pt x="1195933" y="419870"/>
                          </a:cubicBezTo>
                          <a:cubicBezTo>
                            <a:pt x="1194744" y="422249"/>
                            <a:pt x="1193554" y="423439"/>
                            <a:pt x="1192365" y="424628"/>
                          </a:cubicBezTo>
                          <a:cubicBezTo>
                            <a:pt x="1189986" y="429386"/>
                            <a:pt x="1193554" y="434144"/>
                            <a:pt x="1192365" y="438901"/>
                          </a:cubicBezTo>
                          <a:cubicBezTo>
                            <a:pt x="1191176" y="443659"/>
                            <a:pt x="1187607" y="447227"/>
                            <a:pt x="1189986" y="451985"/>
                          </a:cubicBezTo>
                          <a:cubicBezTo>
                            <a:pt x="1192365" y="457932"/>
                            <a:pt x="1197123" y="456743"/>
                            <a:pt x="1195933" y="462690"/>
                          </a:cubicBezTo>
                          <a:cubicBezTo>
                            <a:pt x="1198312" y="463880"/>
                            <a:pt x="1199502" y="463880"/>
                            <a:pt x="1201881" y="465069"/>
                          </a:cubicBezTo>
                          <a:cubicBezTo>
                            <a:pt x="1201881" y="467448"/>
                            <a:pt x="1199502" y="468637"/>
                            <a:pt x="1198312" y="469827"/>
                          </a:cubicBezTo>
                          <a:cubicBezTo>
                            <a:pt x="1197123" y="472206"/>
                            <a:pt x="1197123" y="474585"/>
                            <a:pt x="1195933" y="475774"/>
                          </a:cubicBezTo>
                          <a:cubicBezTo>
                            <a:pt x="1194744" y="480532"/>
                            <a:pt x="1193554" y="482911"/>
                            <a:pt x="1193554" y="488858"/>
                          </a:cubicBezTo>
                          <a:cubicBezTo>
                            <a:pt x="1193554" y="488858"/>
                            <a:pt x="1193554" y="488858"/>
                            <a:pt x="1194744" y="490047"/>
                          </a:cubicBezTo>
                          <a:cubicBezTo>
                            <a:pt x="1197123" y="484100"/>
                            <a:pt x="1198312" y="479342"/>
                            <a:pt x="1203070" y="474585"/>
                          </a:cubicBezTo>
                          <a:cubicBezTo>
                            <a:pt x="1205449" y="472206"/>
                            <a:pt x="1207828" y="471016"/>
                            <a:pt x="1209017" y="467448"/>
                          </a:cubicBezTo>
                          <a:cubicBezTo>
                            <a:pt x="1210207" y="463880"/>
                            <a:pt x="1210207" y="461501"/>
                            <a:pt x="1212586" y="459122"/>
                          </a:cubicBezTo>
                          <a:cubicBezTo>
                            <a:pt x="1218533" y="453175"/>
                            <a:pt x="1219722" y="449606"/>
                            <a:pt x="1219722" y="441280"/>
                          </a:cubicBezTo>
                          <a:cubicBezTo>
                            <a:pt x="1219722" y="437712"/>
                            <a:pt x="1217343" y="436523"/>
                            <a:pt x="1216154" y="432954"/>
                          </a:cubicBezTo>
                          <a:cubicBezTo>
                            <a:pt x="1216154" y="431765"/>
                            <a:pt x="1216154" y="429386"/>
                            <a:pt x="1216154" y="427007"/>
                          </a:cubicBezTo>
                          <a:cubicBezTo>
                            <a:pt x="1216154" y="425818"/>
                            <a:pt x="1213775" y="424628"/>
                            <a:pt x="1213775" y="423439"/>
                          </a:cubicBezTo>
                          <a:cubicBezTo>
                            <a:pt x="1212586" y="419870"/>
                            <a:pt x="1210207" y="413923"/>
                            <a:pt x="1211396" y="409166"/>
                          </a:cubicBezTo>
                          <a:cubicBezTo>
                            <a:pt x="1216154" y="407976"/>
                            <a:pt x="1220912" y="400840"/>
                            <a:pt x="1220912" y="403218"/>
                          </a:cubicBezTo>
                          <a:cubicBezTo>
                            <a:pt x="1220912" y="405597"/>
                            <a:pt x="1216154" y="406787"/>
                            <a:pt x="1216154" y="410355"/>
                          </a:cubicBezTo>
                          <a:cubicBezTo>
                            <a:pt x="1214964" y="413923"/>
                            <a:pt x="1216154" y="417492"/>
                            <a:pt x="1218533" y="419870"/>
                          </a:cubicBezTo>
                          <a:cubicBezTo>
                            <a:pt x="1219722" y="421060"/>
                            <a:pt x="1220912" y="422249"/>
                            <a:pt x="1222101" y="423439"/>
                          </a:cubicBezTo>
                          <a:cubicBezTo>
                            <a:pt x="1223290" y="423439"/>
                            <a:pt x="1226859" y="423439"/>
                            <a:pt x="1226859" y="424628"/>
                          </a:cubicBezTo>
                          <a:cubicBezTo>
                            <a:pt x="1229238" y="427007"/>
                            <a:pt x="1223290" y="430575"/>
                            <a:pt x="1226859" y="432954"/>
                          </a:cubicBezTo>
                          <a:cubicBezTo>
                            <a:pt x="1230427" y="429386"/>
                            <a:pt x="1235185" y="424628"/>
                            <a:pt x="1237564" y="419870"/>
                          </a:cubicBezTo>
                          <a:cubicBezTo>
                            <a:pt x="1241132" y="419870"/>
                            <a:pt x="1245890" y="416302"/>
                            <a:pt x="1247079" y="412734"/>
                          </a:cubicBezTo>
                          <a:cubicBezTo>
                            <a:pt x="1248269" y="410355"/>
                            <a:pt x="1248269" y="407976"/>
                            <a:pt x="1248269" y="405597"/>
                          </a:cubicBezTo>
                          <a:cubicBezTo>
                            <a:pt x="1249458" y="403218"/>
                            <a:pt x="1250647" y="402029"/>
                            <a:pt x="1251837" y="400840"/>
                          </a:cubicBezTo>
                          <a:cubicBezTo>
                            <a:pt x="1253026" y="398461"/>
                            <a:pt x="1255405" y="392514"/>
                            <a:pt x="1255405" y="388945"/>
                          </a:cubicBezTo>
                          <a:cubicBezTo>
                            <a:pt x="1255405" y="384187"/>
                            <a:pt x="1251837" y="380619"/>
                            <a:pt x="1251837" y="375861"/>
                          </a:cubicBezTo>
                          <a:cubicBezTo>
                            <a:pt x="1253026" y="375861"/>
                            <a:pt x="1251837" y="375861"/>
                            <a:pt x="1253026" y="374672"/>
                          </a:cubicBezTo>
                          <a:cubicBezTo>
                            <a:pt x="1255405" y="374672"/>
                            <a:pt x="1256595" y="371104"/>
                            <a:pt x="1257784" y="368725"/>
                          </a:cubicBezTo>
                          <a:cubicBezTo>
                            <a:pt x="1260163" y="366346"/>
                            <a:pt x="1262542" y="365157"/>
                            <a:pt x="1264921" y="363967"/>
                          </a:cubicBezTo>
                          <a:cubicBezTo>
                            <a:pt x="1268489" y="361588"/>
                            <a:pt x="1272057" y="360399"/>
                            <a:pt x="1272057" y="360399"/>
                          </a:cubicBezTo>
                          <a:cubicBezTo>
                            <a:pt x="1274436" y="359209"/>
                            <a:pt x="1278004" y="360399"/>
                            <a:pt x="1280383" y="359209"/>
                          </a:cubicBezTo>
                          <a:cubicBezTo>
                            <a:pt x="1282762" y="358020"/>
                            <a:pt x="1283952" y="355641"/>
                            <a:pt x="1286330" y="354452"/>
                          </a:cubicBezTo>
                          <a:cubicBezTo>
                            <a:pt x="1291088" y="353262"/>
                            <a:pt x="1300604" y="355641"/>
                            <a:pt x="1305361" y="354452"/>
                          </a:cubicBezTo>
                          <a:cubicBezTo>
                            <a:pt x="1310119" y="354452"/>
                            <a:pt x="1318445" y="354452"/>
                            <a:pt x="1323203" y="353262"/>
                          </a:cubicBezTo>
                          <a:cubicBezTo>
                            <a:pt x="1326771" y="352073"/>
                            <a:pt x="1326771" y="352073"/>
                            <a:pt x="1325582" y="347315"/>
                          </a:cubicBezTo>
                          <a:cubicBezTo>
                            <a:pt x="1325582" y="343747"/>
                            <a:pt x="1324392" y="341368"/>
                            <a:pt x="1326771" y="338989"/>
                          </a:cubicBezTo>
                          <a:cubicBezTo>
                            <a:pt x="1331529" y="337799"/>
                            <a:pt x="1332719" y="348504"/>
                            <a:pt x="1332719" y="352073"/>
                          </a:cubicBezTo>
                          <a:cubicBezTo>
                            <a:pt x="1335097" y="350883"/>
                            <a:pt x="1336287" y="348504"/>
                            <a:pt x="1338666" y="346125"/>
                          </a:cubicBezTo>
                          <a:cubicBezTo>
                            <a:pt x="1339855" y="344936"/>
                            <a:pt x="1341045" y="344936"/>
                            <a:pt x="1342234" y="343747"/>
                          </a:cubicBezTo>
                          <a:cubicBezTo>
                            <a:pt x="1343423" y="342557"/>
                            <a:pt x="1342234" y="340178"/>
                            <a:pt x="1344613" y="340178"/>
                          </a:cubicBezTo>
                          <a:cubicBezTo>
                            <a:pt x="1346992" y="341368"/>
                            <a:pt x="1346992" y="344936"/>
                            <a:pt x="1348181" y="347315"/>
                          </a:cubicBezTo>
                          <a:cubicBezTo>
                            <a:pt x="1352939" y="344936"/>
                            <a:pt x="1357697" y="343747"/>
                            <a:pt x="1362454" y="340178"/>
                          </a:cubicBezTo>
                          <a:cubicBezTo>
                            <a:pt x="1366023" y="337799"/>
                            <a:pt x="1366023" y="337799"/>
                            <a:pt x="1364833" y="334231"/>
                          </a:cubicBezTo>
                          <a:cubicBezTo>
                            <a:pt x="1364833" y="331852"/>
                            <a:pt x="1363644" y="327095"/>
                            <a:pt x="1361265" y="327095"/>
                          </a:cubicBezTo>
                          <a:cubicBezTo>
                            <a:pt x="1361265" y="329473"/>
                            <a:pt x="1360075" y="335421"/>
                            <a:pt x="1358886" y="336610"/>
                          </a:cubicBezTo>
                          <a:cubicBezTo>
                            <a:pt x="1356507" y="338989"/>
                            <a:pt x="1351749" y="337799"/>
                            <a:pt x="1350560" y="335421"/>
                          </a:cubicBezTo>
                          <a:cubicBezTo>
                            <a:pt x="1348181" y="333042"/>
                            <a:pt x="1350560" y="328284"/>
                            <a:pt x="1348181" y="325905"/>
                          </a:cubicBezTo>
                          <a:cubicBezTo>
                            <a:pt x="1345802" y="323526"/>
                            <a:pt x="1342234" y="324716"/>
                            <a:pt x="1341045" y="321147"/>
                          </a:cubicBezTo>
                          <a:cubicBezTo>
                            <a:pt x="1343423" y="318768"/>
                            <a:pt x="1345802" y="317579"/>
                            <a:pt x="1348181" y="315200"/>
                          </a:cubicBezTo>
                          <a:cubicBezTo>
                            <a:pt x="1349371" y="312821"/>
                            <a:pt x="1352939" y="306874"/>
                            <a:pt x="1346992" y="308064"/>
                          </a:cubicBezTo>
                          <a:cubicBezTo>
                            <a:pt x="1346992" y="304495"/>
                            <a:pt x="1351749" y="300927"/>
                            <a:pt x="1354128" y="297359"/>
                          </a:cubicBezTo>
                          <a:cubicBezTo>
                            <a:pt x="1356507" y="292601"/>
                            <a:pt x="1357697" y="289033"/>
                            <a:pt x="1361265" y="285464"/>
                          </a:cubicBezTo>
                          <a:cubicBezTo>
                            <a:pt x="1363644" y="283085"/>
                            <a:pt x="1366023" y="279517"/>
                            <a:pt x="1369591" y="277138"/>
                          </a:cubicBezTo>
                          <a:cubicBezTo>
                            <a:pt x="1370780" y="275949"/>
                            <a:pt x="1371970" y="273570"/>
                            <a:pt x="1373159" y="272381"/>
                          </a:cubicBezTo>
                          <a:cubicBezTo>
                            <a:pt x="1374349" y="270002"/>
                            <a:pt x="1376728" y="270002"/>
                            <a:pt x="1376728" y="267623"/>
                          </a:cubicBezTo>
                          <a:cubicBezTo>
                            <a:pt x="1381485" y="278328"/>
                            <a:pt x="1381485" y="265244"/>
                            <a:pt x="1387432" y="265244"/>
                          </a:cubicBezTo>
                          <a:cubicBezTo>
                            <a:pt x="1387432" y="266433"/>
                            <a:pt x="1388622" y="268812"/>
                            <a:pt x="1389811" y="268812"/>
                          </a:cubicBezTo>
                          <a:cubicBezTo>
                            <a:pt x="1392190" y="270002"/>
                            <a:pt x="1391001" y="267623"/>
                            <a:pt x="1392190" y="266433"/>
                          </a:cubicBezTo>
                          <a:cubicBezTo>
                            <a:pt x="1393380" y="264055"/>
                            <a:pt x="1392190" y="264055"/>
                            <a:pt x="1395758" y="264055"/>
                          </a:cubicBezTo>
                          <a:cubicBezTo>
                            <a:pt x="1396948" y="264055"/>
                            <a:pt x="1400516" y="264055"/>
                            <a:pt x="1401706" y="264055"/>
                          </a:cubicBezTo>
                          <a:cubicBezTo>
                            <a:pt x="1401706" y="259297"/>
                            <a:pt x="1401706" y="256918"/>
                            <a:pt x="1404085" y="253350"/>
                          </a:cubicBezTo>
                          <a:cubicBezTo>
                            <a:pt x="1406463" y="252160"/>
                            <a:pt x="1406463" y="249781"/>
                            <a:pt x="1410032" y="249781"/>
                          </a:cubicBezTo>
                          <a:cubicBezTo>
                            <a:pt x="1411221" y="253350"/>
                            <a:pt x="1408842" y="259297"/>
                            <a:pt x="1413600" y="256918"/>
                          </a:cubicBezTo>
                          <a:cubicBezTo>
                            <a:pt x="1413600" y="256918"/>
                            <a:pt x="1413600" y="255729"/>
                            <a:pt x="1413600" y="255729"/>
                          </a:cubicBezTo>
                          <a:cubicBezTo>
                            <a:pt x="1418358" y="253350"/>
                            <a:pt x="1420737" y="250971"/>
                            <a:pt x="1426684" y="250971"/>
                          </a:cubicBezTo>
                          <a:cubicBezTo>
                            <a:pt x="1427873" y="253350"/>
                            <a:pt x="1426684" y="258107"/>
                            <a:pt x="1431441" y="255729"/>
                          </a:cubicBezTo>
                          <a:cubicBezTo>
                            <a:pt x="1433820" y="254539"/>
                            <a:pt x="1433820" y="250971"/>
                            <a:pt x="1437389" y="249781"/>
                          </a:cubicBezTo>
                          <a:cubicBezTo>
                            <a:pt x="1439768" y="254539"/>
                            <a:pt x="1442147" y="250971"/>
                            <a:pt x="1444525" y="248592"/>
                          </a:cubicBezTo>
                          <a:cubicBezTo>
                            <a:pt x="1446904" y="247402"/>
                            <a:pt x="1450473" y="246213"/>
                            <a:pt x="1452851" y="245024"/>
                          </a:cubicBezTo>
                          <a:cubicBezTo>
                            <a:pt x="1457609" y="242645"/>
                            <a:pt x="1456420" y="245024"/>
                            <a:pt x="1459988" y="246213"/>
                          </a:cubicBezTo>
                          <a:cubicBezTo>
                            <a:pt x="1444525" y="259297"/>
                            <a:pt x="1449283" y="255729"/>
                            <a:pt x="1448094" y="252160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567" name="Freeform 566">
                      <a:extLst>
                        <a:ext uri="{FF2B5EF4-FFF2-40B4-BE49-F238E27FC236}">
                          <a16:creationId xmlns:a16="http://schemas.microsoft.com/office/drawing/2014/main" id="{D5CF5EA6-208C-F2B5-673D-89D1EC693D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9208" y="3251993"/>
                      <a:ext cx="49401" cy="14457"/>
                    </a:xfrm>
                    <a:custGeom>
                      <a:avLst/>
                      <a:gdLst>
                        <a:gd name="connsiteX0" fmla="*/ 39354 w 49401"/>
                        <a:gd name="connsiteY0" fmla="*/ 3568 h 14457"/>
                        <a:gd name="connsiteX1" fmla="*/ 40543 w 49401"/>
                        <a:gd name="connsiteY1" fmla="*/ 0 h 14457"/>
                        <a:gd name="connsiteX2" fmla="*/ 29838 w 49401"/>
                        <a:gd name="connsiteY2" fmla="*/ 3568 h 14457"/>
                        <a:gd name="connsiteX3" fmla="*/ 22702 w 49401"/>
                        <a:gd name="connsiteY3" fmla="*/ 3568 h 14457"/>
                        <a:gd name="connsiteX4" fmla="*/ 11997 w 49401"/>
                        <a:gd name="connsiteY4" fmla="*/ 4758 h 14457"/>
                        <a:gd name="connsiteX5" fmla="*/ 102 w 49401"/>
                        <a:gd name="connsiteY5" fmla="*/ 13084 h 14457"/>
                        <a:gd name="connsiteX6" fmla="*/ 13186 w 49401"/>
                        <a:gd name="connsiteY6" fmla="*/ 13084 h 14457"/>
                        <a:gd name="connsiteX7" fmla="*/ 26270 w 49401"/>
                        <a:gd name="connsiteY7" fmla="*/ 10705 h 14457"/>
                        <a:gd name="connsiteX8" fmla="*/ 34596 w 49401"/>
                        <a:gd name="connsiteY8" fmla="*/ 8326 h 14457"/>
                        <a:gd name="connsiteX9" fmla="*/ 48869 w 49401"/>
                        <a:gd name="connsiteY9" fmla="*/ 4758 h 14457"/>
                        <a:gd name="connsiteX10" fmla="*/ 39354 w 49401"/>
                        <a:gd name="connsiteY10" fmla="*/ 3568 h 144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9401" h="14457">
                          <a:moveTo>
                            <a:pt x="39354" y="3568"/>
                          </a:moveTo>
                          <a:cubicBezTo>
                            <a:pt x="39354" y="2379"/>
                            <a:pt x="41732" y="0"/>
                            <a:pt x="40543" y="0"/>
                          </a:cubicBezTo>
                          <a:cubicBezTo>
                            <a:pt x="38164" y="0"/>
                            <a:pt x="32217" y="3568"/>
                            <a:pt x="29838" y="3568"/>
                          </a:cubicBezTo>
                          <a:cubicBezTo>
                            <a:pt x="27459" y="3568"/>
                            <a:pt x="25080" y="3568"/>
                            <a:pt x="22702" y="3568"/>
                          </a:cubicBezTo>
                          <a:cubicBezTo>
                            <a:pt x="20323" y="3568"/>
                            <a:pt x="15565" y="3568"/>
                            <a:pt x="11997" y="4758"/>
                          </a:cubicBezTo>
                          <a:cubicBezTo>
                            <a:pt x="8428" y="7137"/>
                            <a:pt x="-1087" y="10705"/>
                            <a:pt x="102" y="13084"/>
                          </a:cubicBezTo>
                          <a:cubicBezTo>
                            <a:pt x="1292" y="15463"/>
                            <a:pt x="7239" y="14273"/>
                            <a:pt x="13186" y="13084"/>
                          </a:cubicBezTo>
                          <a:cubicBezTo>
                            <a:pt x="13186" y="13084"/>
                            <a:pt x="22702" y="11894"/>
                            <a:pt x="26270" y="10705"/>
                          </a:cubicBezTo>
                          <a:cubicBezTo>
                            <a:pt x="29838" y="10705"/>
                            <a:pt x="31028" y="9516"/>
                            <a:pt x="34596" y="8326"/>
                          </a:cubicBezTo>
                          <a:cubicBezTo>
                            <a:pt x="36975" y="8326"/>
                            <a:pt x="52437" y="4758"/>
                            <a:pt x="48869" y="4758"/>
                          </a:cubicBezTo>
                          <a:cubicBezTo>
                            <a:pt x="44111" y="4758"/>
                            <a:pt x="38164" y="4758"/>
                            <a:pt x="39354" y="35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8" name="Freeform 567">
                      <a:extLst>
                        <a:ext uri="{FF2B5EF4-FFF2-40B4-BE49-F238E27FC236}">
                          <a16:creationId xmlns:a16="http://schemas.microsoft.com/office/drawing/2014/main" id="{7D7B469E-E533-783A-BF27-66C4FA60E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50837" y="2904232"/>
                      <a:ext cx="7563" cy="18698"/>
                    </a:xfrm>
                    <a:custGeom>
                      <a:avLst/>
                      <a:gdLst>
                        <a:gd name="connsiteX0" fmla="*/ 6131 w 7563"/>
                        <a:gd name="connsiteY0" fmla="*/ 17098 h 18698"/>
                        <a:gd name="connsiteX1" fmla="*/ 4942 w 7563"/>
                        <a:gd name="connsiteY1" fmla="*/ 11151 h 18698"/>
                        <a:gd name="connsiteX2" fmla="*/ 7321 w 7563"/>
                        <a:gd name="connsiteY2" fmla="*/ 446 h 18698"/>
                        <a:gd name="connsiteX3" fmla="*/ 1373 w 7563"/>
                        <a:gd name="connsiteY3" fmla="*/ 4014 h 18698"/>
                        <a:gd name="connsiteX4" fmla="*/ 1373 w 7563"/>
                        <a:gd name="connsiteY4" fmla="*/ 12340 h 18698"/>
                        <a:gd name="connsiteX5" fmla="*/ 6131 w 7563"/>
                        <a:gd name="connsiteY5" fmla="*/ 17098 h 186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563" h="18698">
                          <a:moveTo>
                            <a:pt x="6131" y="17098"/>
                          </a:moveTo>
                          <a:cubicBezTo>
                            <a:pt x="6131" y="17098"/>
                            <a:pt x="4942" y="14719"/>
                            <a:pt x="4942" y="11151"/>
                          </a:cubicBezTo>
                          <a:cubicBezTo>
                            <a:pt x="4942" y="8772"/>
                            <a:pt x="8510" y="1635"/>
                            <a:pt x="7321" y="446"/>
                          </a:cubicBezTo>
                          <a:cubicBezTo>
                            <a:pt x="6131" y="-743"/>
                            <a:pt x="1373" y="446"/>
                            <a:pt x="1373" y="4014"/>
                          </a:cubicBezTo>
                          <a:cubicBezTo>
                            <a:pt x="184" y="6393"/>
                            <a:pt x="-1005" y="9961"/>
                            <a:pt x="1373" y="12340"/>
                          </a:cubicBezTo>
                          <a:cubicBezTo>
                            <a:pt x="2563" y="14719"/>
                            <a:pt x="4942" y="21856"/>
                            <a:pt x="6131" y="1709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569" name="Graphic 27">
                <a:extLst>
                  <a:ext uri="{FF2B5EF4-FFF2-40B4-BE49-F238E27FC236}">
                    <a16:creationId xmlns:a16="http://schemas.microsoft.com/office/drawing/2014/main" id="{5F601320-8A4F-FE93-52DA-AC9B1F69CDA5}"/>
                  </a:ext>
                </a:extLst>
              </p:cNvPr>
              <p:cNvGrpSpPr/>
              <p:nvPr/>
            </p:nvGrpSpPr>
            <p:grpSpPr>
              <a:xfrm>
                <a:off x="1805420" y="1134711"/>
                <a:ext cx="7850099" cy="4222683"/>
                <a:chOff x="1805420" y="1134711"/>
                <a:chExt cx="7850099" cy="4222683"/>
              </a:xfrm>
              <a:grpFill/>
            </p:grpSpPr>
            <p:sp>
              <p:nvSpPr>
                <p:cNvPr id="570" name="Freeform 569">
                  <a:extLst>
                    <a:ext uri="{FF2B5EF4-FFF2-40B4-BE49-F238E27FC236}">
                      <a16:creationId xmlns:a16="http://schemas.microsoft.com/office/drawing/2014/main" id="{BF5175BE-C6C2-CB5A-5CDD-3FF4601E0300}"/>
                    </a:ext>
                  </a:extLst>
                </p:cNvPr>
                <p:cNvSpPr/>
                <p:nvPr/>
              </p:nvSpPr>
              <p:spPr>
                <a:xfrm>
                  <a:off x="5926565" y="3531394"/>
                  <a:ext cx="399897" cy="371219"/>
                </a:xfrm>
                <a:custGeom>
                  <a:avLst/>
                  <a:gdLst>
                    <a:gd name="connsiteX0" fmla="*/ 374920 w 399897"/>
                    <a:gd name="connsiteY0" fmla="*/ 360515 h 371219"/>
                    <a:gd name="connsiteX1" fmla="*/ 376109 w 399897"/>
                    <a:gd name="connsiteY1" fmla="*/ 371220 h 371219"/>
                    <a:gd name="connsiteX2" fmla="*/ 374920 w 399897"/>
                    <a:gd name="connsiteY2" fmla="*/ 370031 h 371219"/>
                    <a:gd name="connsiteX3" fmla="*/ 172716 w 399897"/>
                    <a:gd name="connsiteY3" fmla="*/ 267739 h 371219"/>
                    <a:gd name="connsiteX4" fmla="*/ 144169 w 399897"/>
                    <a:gd name="connsiteY4" fmla="*/ 273686 h 371219"/>
                    <a:gd name="connsiteX5" fmla="*/ 140601 w 399897"/>
                    <a:gd name="connsiteY5" fmla="*/ 274876 h 371219"/>
                    <a:gd name="connsiteX6" fmla="*/ 118002 w 399897"/>
                    <a:gd name="connsiteY6" fmla="*/ 283202 h 371219"/>
                    <a:gd name="connsiteX7" fmla="*/ 90645 w 399897"/>
                    <a:gd name="connsiteY7" fmla="*/ 277255 h 371219"/>
                    <a:gd name="connsiteX8" fmla="*/ 64477 w 399897"/>
                    <a:gd name="connsiteY8" fmla="*/ 266550 h 371219"/>
                    <a:gd name="connsiteX9" fmla="*/ 64477 w 399897"/>
                    <a:gd name="connsiteY9" fmla="*/ 266550 h 371219"/>
                    <a:gd name="connsiteX10" fmla="*/ 56151 w 399897"/>
                    <a:gd name="connsiteY10" fmla="*/ 255845 h 371219"/>
                    <a:gd name="connsiteX11" fmla="*/ 51394 w 399897"/>
                    <a:gd name="connsiteY11" fmla="*/ 243950 h 371219"/>
                    <a:gd name="connsiteX12" fmla="*/ 35931 w 399897"/>
                    <a:gd name="connsiteY12" fmla="*/ 242761 h 371219"/>
                    <a:gd name="connsiteX13" fmla="*/ 22847 w 399897"/>
                    <a:gd name="connsiteY13" fmla="*/ 238003 h 371219"/>
                    <a:gd name="connsiteX14" fmla="*/ 15710 w 399897"/>
                    <a:gd name="connsiteY14" fmla="*/ 213025 h 371219"/>
                    <a:gd name="connsiteX15" fmla="*/ 248 w 399897"/>
                    <a:gd name="connsiteY15" fmla="*/ 190426 h 371219"/>
                    <a:gd name="connsiteX16" fmla="*/ 10953 w 399897"/>
                    <a:gd name="connsiteY16" fmla="*/ 183289 h 371219"/>
                    <a:gd name="connsiteX17" fmla="*/ 12142 w 399897"/>
                    <a:gd name="connsiteY17" fmla="*/ 169016 h 371219"/>
                    <a:gd name="connsiteX18" fmla="*/ 10953 w 399897"/>
                    <a:gd name="connsiteY18" fmla="*/ 154743 h 371219"/>
                    <a:gd name="connsiteX19" fmla="*/ 12142 w 399897"/>
                    <a:gd name="connsiteY19" fmla="*/ 147606 h 371219"/>
                    <a:gd name="connsiteX20" fmla="*/ 10953 w 399897"/>
                    <a:gd name="connsiteY20" fmla="*/ 140470 h 371219"/>
                    <a:gd name="connsiteX21" fmla="*/ 9763 w 399897"/>
                    <a:gd name="connsiteY21" fmla="*/ 109544 h 371219"/>
                    <a:gd name="connsiteX22" fmla="*/ 8574 w 399897"/>
                    <a:gd name="connsiteY22" fmla="*/ 94082 h 371219"/>
                    <a:gd name="connsiteX23" fmla="*/ 2627 w 399897"/>
                    <a:gd name="connsiteY23" fmla="*/ 82187 h 371219"/>
                    <a:gd name="connsiteX24" fmla="*/ 6195 w 399897"/>
                    <a:gd name="connsiteY24" fmla="*/ 78619 h 371219"/>
                    <a:gd name="connsiteX25" fmla="*/ 13331 w 399897"/>
                    <a:gd name="connsiteY25" fmla="*/ 75051 h 371219"/>
                    <a:gd name="connsiteX26" fmla="*/ 19279 w 399897"/>
                    <a:gd name="connsiteY26" fmla="*/ 63156 h 371219"/>
                    <a:gd name="connsiteX27" fmla="*/ 18090 w 399897"/>
                    <a:gd name="connsiteY27" fmla="*/ 47694 h 371219"/>
                    <a:gd name="connsiteX28" fmla="*/ 26415 w 399897"/>
                    <a:gd name="connsiteY28" fmla="*/ 40557 h 371219"/>
                    <a:gd name="connsiteX29" fmla="*/ 33552 w 399897"/>
                    <a:gd name="connsiteY29" fmla="*/ 29852 h 371219"/>
                    <a:gd name="connsiteX30" fmla="*/ 44257 w 399897"/>
                    <a:gd name="connsiteY30" fmla="*/ 22716 h 371219"/>
                    <a:gd name="connsiteX31" fmla="*/ 51394 w 399897"/>
                    <a:gd name="connsiteY31" fmla="*/ 13200 h 371219"/>
                    <a:gd name="connsiteX32" fmla="*/ 47825 w 399897"/>
                    <a:gd name="connsiteY32" fmla="*/ 116 h 371219"/>
                    <a:gd name="connsiteX33" fmla="*/ 47825 w 399897"/>
                    <a:gd name="connsiteY33" fmla="*/ 116 h 371219"/>
                    <a:gd name="connsiteX34" fmla="*/ 68046 w 399897"/>
                    <a:gd name="connsiteY34" fmla="*/ 7253 h 371219"/>
                    <a:gd name="connsiteX35" fmla="*/ 89456 w 399897"/>
                    <a:gd name="connsiteY35" fmla="*/ 4874 h 371219"/>
                    <a:gd name="connsiteX36" fmla="*/ 101350 w 399897"/>
                    <a:gd name="connsiteY36" fmla="*/ 7253 h 371219"/>
                    <a:gd name="connsiteX37" fmla="*/ 114433 w 399897"/>
                    <a:gd name="connsiteY37" fmla="*/ 9632 h 371219"/>
                    <a:gd name="connsiteX38" fmla="*/ 128707 w 399897"/>
                    <a:gd name="connsiteY38" fmla="*/ 14389 h 371219"/>
                    <a:gd name="connsiteX39" fmla="*/ 137033 w 399897"/>
                    <a:gd name="connsiteY39" fmla="*/ 16768 h 371219"/>
                    <a:gd name="connsiteX40" fmla="*/ 142980 w 399897"/>
                    <a:gd name="connsiteY40" fmla="*/ 23905 h 371219"/>
                    <a:gd name="connsiteX41" fmla="*/ 146548 w 399897"/>
                    <a:gd name="connsiteY41" fmla="*/ 40557 h 371219"/>
                    <a:gd name="connsiteX42" fmla="*/ 156064 w 399897"/>
                    <a:gd name="connsiteY42" fmla="*/ 53641 h 371219"/>
                    <a:gd name="connsiteX43" fmla="*/ 176284 w 399897"/>
                    <a:gd name="connsiteY43" fmla="*/ 52451 h 371219"/>
                    <a:gd name="connsiteX44" fmla="*/ 194126 w 399897"/>
                    <a:gd name="connsiteY44" fmla="*/ 59588 h 371219"/>
                    <a:gd name="connsiteX45" fmla="*/ 210778 w 399897"/>
                    <a:gd name="connsiteY45" fmla="*/ 67914 h 371219"/>
                    <a:gd name="connsiteX46" fmla="*/ 225051 w 399897"/>
                    <a:gd name="connsiteY46" fmla="*/ 79808 h 371219"/>
                    <a:gd name="connsiteX47" fmla="*/ 242893 w 399897"/>
                    <a:gd name="connsiteY47" fmla="*/ 85756 h 371219"/>
                    <a:gd name="connsiteX48" fmla="*/ 255977 w 399897"/>
                    <a:gd name="connsiteY48" fmla="*/ 75051 h 371219"/>
                    <a:gd name="connsiteX49" fmla="*/ 263113 w 399897"/>
                    <a:gd name="connsiteY49" fmla="*/ 59588 h 371219"/>
                    <a:gd name="connsiteX50" fmla="*/ 255977 w 399897"/>
                    <a:gd name="connsiteY50" fmla="*/ 42936 h 371219"/>
                    <a:gd name="connsiteX51" fmla="*/ 260734 w 399897"/>
                    <a:gd name="connsiteY51" fmla="*/ 25094 h 371219"/>
                    <a:gd name="connsiteX52" fmla="*/ 272629 w 399897"/>
                    <a:gd name="connsiteY52" fmla="*/ 14389 h 371219"/>
                    <a:gd name="connsiteX53" fmla="*/ 292849 w 399897"/>
                    <a:gd name="connsiteY53" fmla="*/ 9632 h 371219"/>
                    <a:gd name="connsiteX54" fmla="*/ 301175 w 399897"/>
                    <a:gd name="connsiteY54" fmla="*/ 6063 h 371219"/>
                    <a:gd name="connsiteX55" fmla="*/ 309501 w 399897"/>
                    <a:gd name="connsiteY55" fmla="*/ 6063 h 371219"/>
                    <a:gd name="connsiteX56" fmla="*/ 321395 w 399897"/>
                    <a:gd name="connsiteY56" fmla="*/ 9632 h 371219"/>
                    <a:gd name="connsiteX57" fmla="*/ 332100 w 399897"/>
                    <a:gd name="connsiteY57" fmla="*/ 13200 h 371219"/>
                    <a:gd name="connsiteX58" fmla="*/ 336858 w 399897"/>
                    <a:gd name="connsiteY58" fmla="*/ 20337 h 371219"/>
                    <a:gd name="connsiteX59" fmla="*/ 345184 w 399897"/>
                    <a:gd name="connsiteY59" fmla="*/ 23905 h 371219"/>
                    <a:gd name="connsiteX60" fmla="*/ 364215 w 399897"/>
                    <a:gd name="connsiteY60" fmla="*/ 28663 h 371219"/>
                    <a:gd name="connsiteX61" fmla="*/ 385625 w 399897"/>
                    <a:gd name="connsiteY61" fmla="*/ 31042 h 371219"/>
                    <a:gd name="connsiteX62" fmla="*/ 390383 w 399897"/>
                    <a:gd name="connsiteY62" fmla="*/ 42936 h 371219"/>
                    <a:gd name="connsiteX63" fmla="*/ 386814 w 399897"/>
                    <a:gd name="connsiteY63" fmla="*/ 52451 h 371219"/>
                    <a:gd name="connsiteX64" fmla="*/ 390383 w 399897"/>
                    <a:gd name="connsiteY64" fmla="*/ 66725 h 371219"/>
                    <a:gd name="connsiteX65" fmla="*/ 384435 w 399897"/>
                    <a:gd name="connsiteY65" fmla="*/ 94082 h 371219"/>
                    <a:gd name="connsiteX66" fmla="*/ 388004 w 399897"/>
                    <a:gd name="connsiteY66" fmla="*/ 108355 h 371219"/>
                    <a:gd name="connsiteX67" fmla="*/ 397519 w 399897"/>
                    <a:gd name="connsiteY67" fmla="*/ 310559 h 371219"/>
                    <a:gd name="connsiteX68" fmla="*/ 397519 w 399897"/>
                    <a:gd name="connsiteY68" fmla="*/ 310559 h 371219"/>
                    <a:gd name="connsiteX69" fmla="*/ 399898 w 399897"/>
                    <a:gd name="connsiteY69" fmla="*/ 362894 h 371219"/>
                    <a:gd name="connsiteX70" fmla="*/ 374920 w 399897"/>
                    <a:gd name="connsiteY70" fmla="*/ 360515 h 371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399897" h="371219">
                      <a:moveTo>
                        <a:pt x="374920" y="360515"/>
                      </a:moveTo>
                      <a:lnTo>
                        <a:pt x="376109" y="371220"/>
                      </a:lnTo>
                      <a:cubicBezTo>
                        <a:pt x="376109" y="371220"/>
                        <a:pt x="374920" y="371220"/>
                        <a:pt x="374920" y="370031"/>
                      </a:cubicBezTo>
                      <a:cubicBezTo>
                        <a:pt x="354699" y="360515"/>
                        <a:pt x="181042" y="273686"/>
                        <a:pt x="172716" y="267739"/>
                      </a:cubicBezTo>
                      <a:cubicBezTo>
                        <a:pt x="164390" y="261792"/>
                        <a:pt x="152496" y="270118"/>
                        <a:pt x="144169" y="273686"/>
                      </a:cubicBezTo>
                      <a:cubicBezTo>
                        <a:pt x="142980" y="273686"/>
                        <a:pt x="141791" y="274876"/>
                        <a:pt x="140601" y="274876"/>
                      </a:cubicBezTo>
                      <a:cubicBezTo>
                        <a:pt x="133464" y="278444"/>
                        <a:pt x="125139" y="283202"/>
                        <a:pt x="118002" y="283202"/>
                      </a:cubicBezTo>
                      <a:cubicBezTo>
                        <a:pt x="109676" y="283202"/>
                        <a:pt x="98971" y="279633"/>
                        <a:pt x="90645" y="277255"/>
                      </a:cubicBezTo>
                      <a:cubicBezTo>
                        <a:pt x="82319" y="274876"/>
                        <a:pt x="70425" y="272497"/>
                        <a:pt x="64477" y="266550"/>
                      </a:cubicBezTo>
                      <a:cubicBezTo>
                        <a:pt x="64477" y="266550"/>
                        <a:pt x="64477" y="266550"/>
                        <a:pt x="64477" y="266550"/>
                      </a:cubicBezTo>
                      <a:cubicBezTo>
                        <a:pt x="60909" y="264171"/>
                        <a:pt x="58530" y="259413"/>
                        <a:pt x="56151" y="255845"/>
                      </a:cubicBezTo>
                      <a:cubicBezTo>
                        <a:pt x="53773" y="252277"/>
                        <a:pt x="53773" y="245140"/>
                        <a:pt x="51394" y="243950"/>
                      </a:cubicBezTo>
                      <a:cubicBezTo>
                        <a:pt x="49015" y="241572"/>
                        <a:pt x="39499" y="242761"/>
                        <a:pt x="35931" y="242761"/>
                      </a:cubicBezTo>
                      <a:cubicBezTo>
                        <a:pt x="31173" y="242761"/>
                        <a:pt x="26415" y="241572"/>
                        <a:pt x="22847" y="238003"/>
                      </a:cubicBezTo>
                      <a:cubicBezTo>
                        <a:pt x="15710" y="230867"/>
                        <a:pt x="20468" y="218972"/>
                        <a:pt x="15710" y="213025"/>
                      </a:cubicBezTo>
                      <a:cubicBezTo>
                        <a:pt x="13331" y="208267"/>
                        <a:pt x="-2131" y="196373"/>
                        <a:pt x="248" y="190426"/>
                      </a:cubicBezTo>
                      <a:cubicBezTo>
                        <a:pt x="1437" y="186858"/>
                        <a:pt x="8574" y="186858"/>
                        <a:pt x="10953" y="183289"/>
                      </a:cubicBezTo>
                      <a:cubicBezTo>
                        <a:pt x="13331" y="178531"/>
                        <a:pt x="13331" y="173774"/>
                        <a:pt x="12142" y="169016"/>
                      </a:cubicBezTo>
                      <a:cubicBezTo>
                        <a:pt x="10953" y="164258"/>
                        <a:pt x="9763" y="160690"/>
                        <a:pt x="10953" y="154743"/>
                      </a:cubicBezTo>
                      <a:cubicBezTo>
                        <a:pt x="12142" y="151175"/>
                        <a:pt x="12142" y="151175"/>
                        <a:pt x="12142" y="147606"/>
                      </a:cubicBezTo>
                      <a:cubicBezTo>
                        <a:pt x="12142" y="145227"/>
                        <a:pt x="10953" y="142848"/>
                        <a:pt x="10953" y="140470"/>
                      </a:cubicBezTo>
                      <a:cubicBezTo>
                        <a:pt x="8574" y="130954"/>
                        <a:pt x="8574" y="120249"/>
                        <a:pt x="9763" y="109544"/>
                      </a:cubicBezTo>
                      <a:cubicBezTo>
                        <a:pt x="9763" y="104787"/>
                        <a:pt x="9763" y="97650"/>
                        <a:pt x="8574" y="94082"/>
                      </a:cubicBezTo>
                      <a:cubicBezTo>
                        <a:pt x="7384" y="90513"/>
                        <a:pt x="1437" y="88135"/>
                        <a:pt x="2627" y="82187"/>
                      </a:cubicBezTo>
                      <a:cubicBezTo>
                        <a:pt x="2627" y="79808"/>
                        <a:pt x="3816" y="78619"/>
                        <a:pt x="6195" y="78619"/>
                      </a:cubicBezTo>
                      <a:cubicBezTo>
                        <a:pt x="8574" y="77430"/>
                        <a:pt x="12142" y="76240"/>
                        <a:pt x="13331" y="75051"/>
                      </a:cubicBezTo>
                      <a:cubicBezTo>
                        <a:pt x="16900" y="71482"/>
                        <a:pt x="18090" y="67914"/>
                        <a:pt x="19279" y="63156"/>
                      </a:cubicBezTo>
                      <a:cubicBezTo>
                        <a:pt x="20468" y="57209"/>
                        <a:pt x="18090" y="53641"/>
                        <a:pt x="18090" y="47694"/>
                      </a:cubicBezTo>
                      <a:cubicBezTo>
                        <a:pt x="18090" y="38178"/>
                        <a:pt x="21658" y="44125"/>
                        <a:pt x="26415" y="40557"/>
                      </a:cubicBezTo>
                      <a:cubicBezTo>
                        <a:pt x="29984" y="38178"/>
                        <a:pt x="31173" y="32231"/>
                        <a:pt x="33552" y="29852"/>
                      </a:cubicBezTo>
                      <a:cubicBezTo>
                        <a:pt x="37120" y="25094"/>
                        <a:pt x="40689" y="25094"/>
                        <a:pt x="44257" y="22716"/>
                      </a:cubicBezTo>
                      <a:cubicBezTo>
                        <a:pt x="46636" y="20337"/>
                        <a:pt x="50204" y="15579"/>
                        <a:pt x="51394" y="13200"/>
                      </a:cubicBezTo>
                      <a:cubicBezTo>
                        <a:pt x="52583" y="8442"/>
                        <a:pt x="49015" y="4874"/>
                        <a:pt x="47825" y="116"/>
                      </a:cubicBezTo>
                      <a:cubicBezTo>
                        <a:pt x="47825" y="116"/>
                        <a:pt x="47825" y="116"/>
                        <a:pt x="47825" y="116"/>
                      </a:cubicBezTo>
                      <a:cubicBezTo>
                        <a:pt x="54962" y="-1073"/>
                        <a:pt x="59720" y="7253"/>
                        <a:pt x="68046" y="7253"/>
                      </a:cubicBezTo>
                      <a:cubicBezTo>
                        <a:pt x="76372" y="7253"/>
                        <a:pt x="79940" y="6063"/>
                        <a:pt x="89456" y="4874"/>
                      </a:cubicBezTo>
                      <a:cubicBezTo>
                        <a:pt x="91834" y="4874"/>
                        <a:pt x="96592" y="7253"/>
                        <a:pt x="101350" y="7253"/>
                      </a:cubicBezTo>
                      <a:cubicBezTo>
                        <a:pt x="106108" y="7253"/>
                        <a:pt x="112055" y="7253"/>
                        <a:pt x="114433" y="9632"/>
                      </a:cubicBezTo>
                      <a:cubicBezTo>
                        <a:pt x="119191" y="13200"/>
                        <a:pt x="123949" y="13200"/>
                        <a:pt x="128707" y="14389"/>
                      </a:cubicBezTo>
                      <a:cubicBezTo>
                        <a:pt x="131086" y="14389"/>
                        <a:pt x="135844" y="15579"/>
                        <a:pt x="137033" y="16768"/>
                      </a:cubicBezTo>
                      <a:cubicBezTo>
                        <a:pt x="139412" y="17958"/>
                        <a:pt x="141791" y="21526"/>
                        <a:pt x="142980" y="23905"/>
                      </a:cubicBezTo>
                      <a:cubicBezTo>
                        <a:pt x="145359" y="29852"/>
                        <a:pt x="142980" y="34610"/>
                        <a:pt x="146548" y="40557"/>
                      </a:cubicBezTo>
                      <a:cubicBezTo>
                        <a:pt x="148927" y="44125"/>
                        <a:pt x="152496" y="51262"/>
                        <a:pt x="156064" y="53641"/>
                      </a:cubicBezTo>
                      <a:cubicBezTo>
                        <a:pt x="162011" y="57209"/>
                        <a:pt x="170337" y="52451"/>
                        <a:pt x="176284" y="52451"/>
                      </a:cubicBezTo>
                      <a:cubicBezTo>
                        <a:pt x="182231" y="52451"/>
                        <a:pt x="189368" y="56020"/>
                        <a:pt x="194126" y="59588"/>
                      </a:cubicBezTo>
                      <a:cubicBezTo>
                        <a:pt x="200073" y="61967"/>
                        <a:pt x="204831" y="65535"/>
                        <a:pt x="210778" y="67914"/>
                      </a:cubicBezTo>
                      <a:cubicBezTo>
                        <a:pt x="216725" y="71482"/>
                        <a:pt x="220293" y="75051"/>
                        <a:pt x="225051" y="79808"/>
                      </a:cubicBezTo>
                      <a:cubicBezTo>
                        <a:pt x="228619" y="83377"/>
                        <a:pt x="238135" y="88135"/>
                        <a:pt x="242893" y="85756"/>
                      </a:cubicBezTo>
                      <a:cubicBezTo>
                        <a:pt x="247650" y="84566"/>
                        <a:pt x="252408" y="78619"/>
                        <a:pt x="255977" y="75051"/>
                      </a:cubicBezTo>
                      <a:cubicBezTo>
                        <a:pt x="259545" y="71482"/>
                        <a:pt x="264302" y="65535"/>
                        <a:pt x="263113" y="59588"/>
                      </a:cubicBezTo>
                      <a:cubicBezTo>
                        <a:pt x="261924" y="53641"/>
                        <a:pt x="257166" y="48883"/>
                        <a:pt x="255977" y="42936"/>
                      </a:cubicBezTo>
                      <a:cubicBezTo>
                        <a:pt x="254787" y="35799"/>
                        <a:pt x="259545" y="31042"/>
                        <a:pt x="260734" y="25094"/>
                      </a:cubicBezTo>
                      <a:cubicBezTo>
                        <a:pt x="263113" y="17958"/>
                        <a:pt x="265492" y="15579"/>
                        <a:pt x="272629" y="14389"/>
                      </a:cubicBezTo>
                      <a:cubicBezTo>
                        <a:pt x="278576" y="12011"/>
                        <a:pt x="285712" y="12011"/>
                        <a:pt x="292849" y="9632"/>
                      </a:cubicBezTo>
                      <a:cubicBezTo>
                        <a:pt x="295228" y="8442"/>
                        <a:pt x="298796" y="6063"/>
                        <a:pt x="301175" y="6063"/>
                      </a:cubicBezTo>
                      <a:cubicBezTo>
                        <a:pt x="303554" y="6063"/>
                        <a:pt x="307122" y="10821"/>
                        <a:pt x="309501" y="6063"/>
                      </a:cubicBezTo>
                      <a:cubicBezTo>
                        <a:pt x="313069" y="6063"/>
                        <a:pt x="316637" y="9632"/>
                        <a:pt x="321395" y="9632"/>
                      </a:cubicBezTo>
                      <a:cubicBezTo>
                        <a:pt x="326153" y="9632"/>
                        <a:pt x="328532" y="10821"/>
                        <a:pt x="332100" y="13200"/>
                      </a:cubicBezTo>
                      <a:cubicBezTo>
                        <a:pt x="335668" y="15579"/>
                        <a:pt x="335668" y="15579"/>
                        <a:pt x="336858" y="20337"/>
                      </a:cubicBezTo>
                      <a:cubicBezTo>
                        <a:pt x="339237" y="23905"/>
                        <a:pt x="340426" y="23905"/>
                        <a:pt x="345184" y="23905"/>
                      </a:cubicBezTo>
                      <a:cubicBezTo>
                        <a:pt x="352320" y="25094"/>
                        <a:pt x="357078" y="28663"/>
                        <a:pt x="364215" y="28663"/>
                      </a:cubicBezTo>
                      <a:cubicBezTo>
                        <a:pt x="370162" y="28663"/>
                        <a:pt x="380867" y="27473"/>
                        <a:pt x="385625" y="31042"/>
                      </a:cubicBezTo>
                      <a:cubicBezTo>
                        <a:pt x="389193" y="33421"/>
                        <a:pt x="389193" y="39368"/>
                        <a:pt x="390383" y="42936"/>
                      </a:cubicBezTo>
                      <a:cubicBezTo>
                        <a:pt x="389193" y="45315"/>
                        <a:pt x="388004" y="50073"/>
                        <a:pt x="386814" y="52451"/>
                      </a:cubicBezTo>
                      <a:cubicBezTo>
                        <a:pt x="385625" y="58399"/>
                        <a:pt x="390383" y="61967"/>
                        <a:pt x="390383" y="66725"/>
                      </a:cubicBezTo>
                      <a:cubicBezTo>
                        <a:pt x="390383" y="76240"/>
                        <a:pt x="380867" y="83377"/>
                        <a:pt x="384435" y="94082"/>
                      </a:cubicBezTo>
                      <a:cubicBezTo>
                        <a:pt x="386814" y="100029"/>
                        <a:pt x="388004" y="101218"/>
                        <a:pt x="388004" y="108355"/>
                      </a:cubicBezTo>
                      <a:cubicBezTo>
                        <a:pt x="388004" y="114302"/>
                        <a:pt x="396330" y="290339"/>
                        <a:pt x="397519" y="310559"/>
                      </a:cubicBezTo>
                      <a:lnTo>
                        <a:pt x="397519" y="310559"/>
                      </a:lnTo>
                      <a:cubicBezTo>
                        <a:pt x="397519" y="323643"/>
                        <a:pt x="399898" y="349810"/>
                        <a:pt x="399898" y="362894"/>
                      </a:cubicBezTo>
                      <a:lnTo>
                        <a:pt x="374920" y="360515"/>
                      </a:ln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71" name="Graphic 27">
                  <a:extLst>
                    <a:ext uri="{FF2B5EF4-FFF2-40B4-BE49-F238E27FC236}">
                      <a16:creationId xmlns:a16="http://schemas.microsoft.com/office/drawing/2014/main" id="{DC0F4E1B-AD0B-2612-F9CE-AAFD71BF1D95}"/>
                    </a:ext>
                  </a:extLst>
                </p:cNvPr>
                <p:cNvGrpSpPr/>
                <p:nvPr/>
              </p:nvGrpSpPr>
              <p:grpSpPr>
                <a:xfrm>
                  <a:off x="1805420" y="1134711"/>
                  <a:ext cx="7850099" cy="4222683"/>
                  <a:chOff x="1805420" y="1134711"/>
                  <a:chExt cx="7850099" cy="4222683"/>
                </a:xfrm>
                <a:grpFill/>
              </p:grpSpPr>
              <p:grpSp>
                <p:nvGrpSpPr>
                  <p:cNvPr id="572" name="Graphic 27">
                    <a:extLst>
                      <a:ext uri="{FF2B5EF4-FFF2-40B4-BE49-F238E27FC236}">
                        <a16:creationId xmlns:a16="http://schemas.microsoft.com/office/drawing/2014/main" id="{D01202F4-D166-9A6C-BC14-6678C4075D3A}"/>
                      </a:ext>
                    </a:extLst>
                  </p:cNvPr>
                  <p:cNvGrpSpPr/>
                  <p:nvPr/>
                </p:nvGrpSpPr>
                <p:grpSpPr>
                  <a:xfrm>
                    <a:off x="6250339" y="1224438"/>
                    <a:ext cx="3405180" cy="2046585"/>
                    <a:chOff x="6250339" y="1224438"/>
                    <a:chExt cx="3405180" cy="2046585"/>
                  </a:xfrm>
                  <a:grpFill/>
                </p:grpSpPr>
                <p:sp>
                  <p:nvSpPr>
                    <p:cNvPr id="573" name="Freeform 572">
                      <a:extLst>
                        <a:ext uri="{FF2B5EF4-FFF2-40B4-BE49-F238E27FC236}">
                          <a16:creationId xmlns:a16="http://schemas.microsoft.com/office/drawing/2014/main" id="{387ABC5C-B903-0F57-C8D8-9DA8C9786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9999" y="2568933"/>
                      <a:ext cx="171925" cy="373806"/>
                    </a:xfrm>
                    <a:custGeom>
                      <a:avLst/>
                      <a:gdLst>
                        <a:gd name="connsiteX0" fmla="*/ 168024 w 171925"/>
                        <a:gd name="connsiteY0" fmla="*/ 350018 h 373806"/>
                        <a:gd name="connsiteX1" fmla="*/ 162077 w 171925"/>
                        <a:gd name="connsiteY1" fmla="*/ 345260 h 373806"/>
                        <a:gd name="connsiteX2" fmla="*/ 162077 w 171925"/>
                        <a:gd name="connsiteY2" fmla="*/ 338124 h 373806"/>
                        <a:gd name="connsiteX3" fmla="*/ 158509 w 171925"/>
                        <a:gd name="connsiteY3" fmla="*/ 334555 h 373806"/>
                        <a:gd name="connsiteX4" fmla="*/ 152562 w 171925"/>
                        <a:gd name="connsiteY4" fmla="*/ 336934 h 373806"/>
                        <a:gd name="connsiteX5" fmla="*/ 150183 w 171925"/>
                        <a:gd name="connsiteY5" fmla="*/ 334555 h 373806"/>
                        <a:gd name="connsiteX6" fmla="*/ 146615 w 171925"/>
                        <a:gd name="connsiteY6" fmla="*/ 332177 h 373806"/>
                        <a:gd name="connsiteX7" fmla="*/ 145425 w 171925"/>
                        <a:gd name="connsiteY7" fmla="*/ 322661 h 373806"/>
                        <a:gd name="connsiteX8" fmla="*/ 137099 w 171925"/>
                        <a:gd name="connsiteY8" fmla="*/ 313146 h 373806"/>
                        <a:gd name="connsiteX9" fmla="*/ 129962 w 171925"/>
                        <a:gd name="connsiteY9" fmla="*/ 308388 h 373806"/>
                        <a:gd name="connsiteX10" fmla="*/ 127583 w 171925"/>
                        <a:gd name="connsiteY10" fmla="*/ 300062 h 373806"/>
                        <a:gd name="connsiteX11" fmla="*/ 121636 w 171925"/>
                        <a:gd name="connsiteY11" fmla="*/ 289357 h 373806"/>
                        <a:gd name="connsiteX12" fmla="*/ 121636 w 171925"/>
                        <a:gd name="connsiteY12" fmla="*/ 281031 h 373806"/>
                        <a:gd name="connsiteX13" fmla="*/ 120447 w 171925"/>
                        <a:gd name="connsiteY13" fmla="*/ 273894 h 373806"/>
                        <a:gd name="connsiteX14" fmla="*/ 120447 w 171925"/>
                        <a:gd name="connsiteY14" fmla="*/ 264379 h 373806"/>
                        <a:gd name="connsiteX15" fmla="*/ 118068 w 171925"/>
                        <a:gd name="connsiteY15" fmla="*/ 262000 h 373806"/>
                        <a:gd name="connsiteX16" fmla="*/ 118068 w 171925"/>
                        <a:gd name="connsiteY16" fmla="*/ 258432 h 373806"/>
                        <a:gd name="connsiteX17" fmla="*/ 118068 w 171925"/>
                        <a:gd name="connsiteY17" fmla="*/ 245348 h 373806"/>
                        <a:gd name="connsiteX18" fmla="*/ 114500 w 171925"/>
                        <a:gd name="connsiteY18" fmla="*/ 240590 h 373806"/>
                        <a:gd name="connsiteX19" fmla="*/ 116879 w 171925"/>
                        <a:gd name="connsiteY19" fmla="*/ 238211 h 373806"/>
                        <a:gd name="connsiteX20" fmla="*/ 116879 w 171925"/>
                        <a:gd name="connsiteY20" fmla="*/ 229885 h 373806"/>
                        <a:gd name="connsiteX21" fmla="*/ 125204 w 171925"/>
                        <a:gd name="connsiteY21" fmla="*/ 229885 h 373806"/>
                        <a:gd name="connsiteX22" fmla="*/ 131151 w 171925"/>
                        <a:gd name="connsiteY22" fmla="*/ 227506 h 373806"/>
                        <a:gd name="connsiteX23" fmla="*/ 138288 w 171925"/>
                        <a:gd name="connsiteY23" fmla="*/ 232264 h 373806"/>
                        <a:gd name="connsiteX24" fmla="*/ 141857 w 171925"/>
                        <a:gd name="connsiteY24" fmla="*/ 238211 h 373806"/>
                        <a:gd name="connsiteX25" fmla="*/ 147804 w 171925"/>
                        <a:gd name="connsiteY25" fmla="*/ 242969 h 373806"/>
                        <a:gd name="connsiteX26" fmla="*/ 159698 w 171925"/>
                        <a:gd name="connsiteY26" fmla="*/ 253674 h 373806"/>
                        <a:gd name="connsiteX27" fmla="*/ 153751 w 171925"/>
                        <a:gd name="connsiteY27" fmla="*/ 241779 h 373806"/>
                        <a:gd name="connsiteX28" fmla="*/ 146615 w 171925"/>
                        <a:gd name="connsiteY28" fmla="*/ 237022 h 373806"/>
                        <a:gd name="connsiteX29" fmla="*/ 144236 w 171925"/>
                        <a:gd name="connsiteY29" fmla="*/ 233453 h 373806"/>
                        <a:gd name="connsiteX30" fmla="*/ 139478 w 171925"/>
                        <a:gd name="connsiteY30" fmla="*/ 225127 h 373806"/>
                        <a:gd name="connsiteX31" fmla="*/ 138288 w 171925"/>
                        <a:gd name="connsiteY31" fmla="*/ 219180 h 373806"/>
                        <a:gd name="connsiteX32" fmla="*/ 129962 w 171925"/>
                        <a:gd name="connsiteY32" fmla="*/ 207286 h 373806"/>
                        <a:gd name="connsiteX33" fmla="*/ 127583 w 171925"/>
                        <a:gd name="connsiteY33" fmla="*/ 200149 h 373806"/>
                        <a:gd name="connsiteX34" fmla="*/ 124015 w 171925"/>
                        <a:gd name="connsiteY34" fmla="*/ 198960 h 373806"/>
                        <a:gd name="connsiteX35" fmla="*/ 122826 w 171925"/>
                        <a:gd name="connsiteY35" fmla="*/ 191823 h 373806"/>
                        <a:gd name="connsiteX36" fmla="*/ 109742 w 171925"/>
                        <a:gd name="connsiteY36" fmla="*/ 175171 h 373806"/>
                        <a:gd name="connsiteX37" fmla="*/ 106174 w 171925"/>
                        <a:gd name="connsiteY37" fmla="*/ 163277 h 373806"/>
                        <a:gd name="connsiteX38" fmla="*/ 99037 w 171925"/>
                        <a:gd name="connsiteY38" fmla="*/ 154951 h 373806"/>
                        <a:gd name="connsiteX39" fmla="*/ 95468 w 171925"/>
                        <a:gd name="connsiteY39" fmla="*/ 146625 h 373806"/>
                        <a:gd name="connsiteX40" fmla="*/ 90711 w 171925"/>
                        <a:gd name="connsiteY40" fmla="*/ 141867 h 373806"/>
                        <a:gd name="connsiteX41" fmla="*/ 89521 w 171925"/>
                        <a:gd name="connsiteY41" fmla="*/ 135920 h 373806"/>
                        <a:gd name="connsiteX42" fmla="*/ 87143 w 171925"/>
                        <a:gd name="connsiteY42" fmla="*/ 133541 h 373806"/>
                        <a:gd name="connsiteX43" fmla="*/ 83574 w 171925"/>
                        <a:gd name="connsiteY43" fmla="*/ 129973 h 373806"/>
                        <a:gd name="connsiteX44" fmla="*/ 82385 w 171925"/>
                        <a:gd name="connsiteY44" fmla="*/ 132351 h 373806"/>
                        <a:gd name="connsiteX45" fmla="*/ 78817 w 171925"/>
                        <a:gd name="connsiteY45" fmla="*/ 129973 h 373806"/>
                        <a:gd name="connsiteX46" fmla="*/ 80006 w 171925"/>
                        <a:gd name="connsiteY46" fmla="*/ 122836 h 373806"/>
                        <a:gd name="connsiteX47" fmla="*/ 76438 w 171925"/>
                        <a:gd name="connsiteY47" fmla="*/ 119268 h 373806"/>
                        <a:gd name="connsiteX48" fmla="*/ 69301 w 171925"/>
                        <a:gd name="connsiteY48" fmla="*/ 112131 h 373806"/>
                        <a:gd name="connsiteX49" fmla="*/ 66922 w 171925"/>
                        <a:gd name="connsiteY49" fmla="*/ 104994 h 373806"/>
                        <a:gd name="connsiteX50" fmla="*/ 63354 w 171925"/>
                        <a:gd name="connsiteY50" fmla="*/ 101426 h 373806"/>
                        <a:gd name="connsiteX51" fmla="*/ 62164 w 171925"/>
                        <a:gd name="connsiteY51" fmla="*/ 94290 h 373806"/>
                        <a:gd name="connsiteX52" fmla="*/ 64543 w 171925"/>
                        <a:gd name="connsiteY52" fmla="*/ 91911 h 373806"/>
                        <a:gd name="connsiteX53" fmla="*/ 63354 w 171925"/>
                        <a:gd name="connsiteY53" fmla="*/ 80016 h 373806"/>
                        <a:gd name="connsiteX54" fmla="*/ 60975 w 171925"/>
                        <a:gd name="connsiteY54" fmla="*/ 70501 h 373806"/>
                        <a:gd name="connsiteX55" fmla="*/ 52649 w 171925"/>
                        <a:gd name="connsiteY55" fmla="*/ 64554 h 373806"/>
                        <a:gd name="connsiteX56" fmla="*/ 51460 w 171925"/>
                        <a:gd name="connsiteY56" fmla="*/ 58607 h 373806"/>
                        <a:gd name="connsiteX57" fmla="*/ 47891 w 171925"/>
                        <a:gd name="connsiteY57" fmla="*/ 56228 h 373806"/>
                        <a:gd name="connsiteX58" fmla="*/ 50270 w 171925"/>
                        <a:gd name="connsiteY58" fmla="*/ 53849 h 373806"/>
                        <a:gd name="connsiteX59" fmla="*/ 59785 w 171925"/>
                        <a:gd name="connsiteY59" fmla="*/ 63364 h 373806"/>
                        <a:gd name="connsiteX60" fmla="*/ 52649 w 171925"/>
                        <a:gd name="connsiteY60" fmla="*/ 49091 h 373806"/>
                        <a:gd name="connsiteX61" fmla="*/ 45513 w 171925"/>
                        <a:gd name="connsiteY61" fmla="*/ 43144 h 373806"/>
                        <a:gd name="connsiteX62" fmla="*/ 41944 w 171925"/>
                        <a:gd name="connsiteY62" fmla="*/ 38386 h 373806"/>
                        <a:gd name="connsiteX63" fmla="*/ 32428 w 171925"/>
                        <a:gd name="connsiteY63" fmla="*/ 31250 h 373806"/>
                        <a:gd name="connsiteX64" fmla="*/ 27671 w 171925"/>
                        <a:gd name="connsiteY64" fmla="*/ 25302 h 373806"/>
                        <a:gd name="connsiteX65" fmla="*/ 27671 w 171925"/>
                        <a:gd name="connsiteY65" fmla="*/ 16976 h 373806"/>
                        <a:gd name="connsiteX66" fmla="*/ 25292 w 171925"/>
                        <a:gd name="connsiteY66" fmla="*/ 12218 h 373806"/>
                        <a:gd name="connsiteX67" fmla="*/ 16966 w 171925"/>
                        <a:gd name="connsiteY67" fmla="*/ 8650 h 373806"/>
                        <a:gd name="connsiteX68" fmla="*/ 15777 w 171925"/>
                        <a:gd name="connsiteY68" fmla="*/ 5082 h 373806"/>
                        <a:gd name="connsiteX69" fmla="*/ 11019 w 171925"/>
                        <a:gd name="connsiteY69" fmla="*/ 324 h 373806"/>
                        <a:gd name="connsiteX70" fmla="*/ 8640 w 171925"/>
                        <a:gd name="connsiteY70" fmla="*/ 2703 h 373806"/>
                        <a:gd name="connsiteX71" fmla="*/ 11019 w 171925"/>
                        <a:gd name="connsiteY71" fmla="*/ 7461 h 373806"/>
                        <a:gd name="connsiteX72" fmla="*/ 7451 w 171925"/>
                        <a:gd name="connsiteY72" fmla="*/ 9840 h 373806"/>
                        <a:gd name="connsiteX73" fmla="*/ 314 w 171925"/>
                        <a:gd name="connsiteY73" fmla="*/ 7461 h 373806"/>
                        <a:gd name="connsiteX74" fmla="*/ 11019 w 171925"/>
                        <a:gd name="connsiteY74" fmla="*/ 18166 h 373806"/>
                        <a:gd name="connsiteX75" fmla="*/ 16966 w 171925"/>
                        <a:gd name="connsiteY75" fmla="*/ 21734 h 373806"/>
                        <a:gd name="connsiteX76" fmla="*/ 16966 w 171925"/>
                        <a:gd name="connsiteY76" fmla="*/ 27681 h 373806"/>
                        <a:gd name="connsiteX77" fmla="*/ 18155 w 171925"/>
                        <a:gd name="connsiteY77" fmla="*/ 26492 h 373806"/>
                        <a:gd name="connsiteX78" fmla="*/ 22913 w 171925"/>
                        <a:gd name="connsiteY78" fmla="*/ 26492 h 373806"/>
                        <a:gd name="connsiteX79" fmla="*/ 22913 w 171925"/>
                        <a:gd name="connsiteY79" fmla="*/ 30060 h 373806"/>
                        <a:gd name="connsiteX80" fmla="*/ 21724 w 171925"/>
                        <a:gd name="connsiteY80" fmla="*/ 32439 h 373806"/>
                        <a:gd name="connsiteX81" fmla="*/ 18155 w 171925"/>
                        <a:gd name="connsiteY81" fmla="*/ 34818 h 373806"/>
                        <a:gd name="connsiteX82" fmla="*/ 21724 w 171925"/>
                        <a:gd name="connsiteY82" fmla="*/ 38386 h 373806"/>
                        <a:gd name="connsiteX83" fmla="*/ 24102 w 171925"/>
                        <a:gd name="connsiteY83" fmla="*/ 41954 h 373806"/>
                        <a:gd name="connsiteX84" fmla="*/ 21724 w 171925"/>
                        <a:gd name="connsiteY84" fmla="*/ 44333 h 373806"/>
                        <a:gd name="connsiteX85" fmla="*/ 20534 w 171925"/>
                        <a:gd name="connsiteY85" fmla="*/ 45523 h 373806"/>
                        <a:gd name="connsiteX86" fmla="*/ 18155 w 171925"/>
                        <a:gd name="connsiteY86" fmla="*/ 46712 h 373806"/>
                        <a:gd name="connsiteX87" fmla="*/ 14587 w 171925"/>
                        <a:gd name="connsiteY87" fmla="*/ 44333 h 373806"/>
                        <a:gd name="connsiteX88" fmla="*/ 11019 w 171925"/>
                        <a:gd name="connsiteY88" fmla="*/ 40765 h 373806"/>
                        <a:gd name="connsiteX89" fmla="*/ 6261 w 171925"/>
                        <a:gd name="connsiteY89" fmla="*/ 50281 h 373806"/>
                        <a:gd name="connsiteX90" fmla="*/ 9830 w 171925"/>
                        <a:gd name="connsiteY90" fmla="*/ 55038 h 373806"/>
                        <a:gd name="connsiteX91" fmla="*/ 11019 w 171925"/>
                        <a:gd name="connsiteY91" fmla="*/ 62175 h 373806"/>
                        <a:gd name="connsiteX92" fmla="*/ 20534 w 171925"/>
                        <a:gd name="connsiteY92" fmla="*/ 75259 h 373806"/>
                        <a:gd name="connsiteX93" fmla="*/ 21724 w 171925"/>
                        <a:gd name="connsiteY93" fmla="*/ 85964 h 373806"/>
                        <a:gd name="connsiteX94" fmla="*/ 25292 w 171925"/>
                        <a:gd name="connsiteY94" fmla="*/ 102616 h 373806"/>
                        <a:gd name="connsiteX95" fmla="*/ 31239 w 171925"/>
                        <a:gd name="connsiteY95" fmla="*/ 116889 h 373806"/>
                        <a:gd name="connsiteX96" fmla="*/ 38376 w 171925"/>
                        <a:gd name="connsiteY96" fmla="*/ 121647 h 373806"/>
                        <a:gd name="connsiteX97" fmla="*/ 35997 w 171925"/>
                        <a:gd name="connsiteY97" fmla="*/ 125215 h 373806"/>
                        <a:gd name="connsiteX98" fmla="*/ 44323 w 171925"/>
                        <a:gd name="connsiteY98" fmla="*/ 133541 h 373806"/>
                        <a:gd name="connsiteX99" fmla="*/ 57407 w 171925"/>
                        <a:gd name="connsiteY99" fmla="*/ 146625 h 373806"/>
                        <a:gd name="connsiteX100" fmla="*/ 59785 w 171925"/>
                        <a:gd name="connsiteY100" fmla="*/ 152572 h 373806"/>
                        <a:gd name="connsiteX101" fmla="*/ 60975 w 171925"/>
                        <a:gd name="connsiteY101" fmla="*/ 165656 h 373806"/>
                        <a:gd name="connsiteX102" fmla="*/ 64543 w 171925"/>
                        <a:gd name="connsiteY102" fmla="*/ 170413 h 373806"/>
                        <a:gd name="connsiteX103" fmla="*/ 65732 w 171925"/>
                        <a:gd name="connsiteY103" fmla="*/ 176361 h 373806"/>
                        <a:gd name="connsiteX104" fmla="*/ 74059 w 171925"/>
                        <a:gd name="connsiteY104" fmla="*/ 183497 h 373806"/>
                        <a:gd name="connsiteX105" fmla="*/ 74059 w 171925"/>
                        <a:gd name="connsiteY105" fmla="*/ 185876 h 373806"/>
                        <a:gd name="connsiteX106" fmla="*/ 72870 w 171925"/>
                        <a:gd name="connsiteY106" fmla="*/ 189444 h 373806"/>
                        <a:gd name="connsiteX107" fmla="*/ 77627 w 171925"/>
                        <a:gd name="connsiteY107" fmla="*/ 197770 h 373806"/>
                        <a:gd name="connsiteX108" fmla="*/ 80006 w 171925"/>
                        <a:gd name="connsiteY108" fmla="*/ 204907 h 373806"/>
                        <a:gd name="connsiteX109" fmla="*/ 82385 w 171925"/>
                        <a:gd name="connsiteY109" fmla="*/ 210854 h 373806"/>
                        <a:gd name="connsiteX110" fmla="*/ 82385 w 171925"/>
                        <a:gd name="connsiteY110" fmla="*/ 219180 h 373806"/>
                        <a:gd name="connsiteX111" fmla="*/ 87143 w 171925"/>
                        <a:gd name="connsiteY111" fmla="*/ 227506 h 373806"/>
                        <a:gd name="connsiteX112" fmla="*/ 87143 w 171925"/>
                        <a:gd name="connsiteY112" fmla="*/ 238211 h 373806"/>
                        <a:gd name="connsiteX113" fmla="*/ 91900 w 171925"/>
                        <a:gd name="connsiteY113" fmla="*/ 248916 h 373806"/>
                        <a:gd name="connsiteX114" fmla="*/ 90711 w 171925"/>
                        <a:gd name="connsiteY114" fmla="*/ 258432 h 373806"/>
                        <a:gd name="connsiteX115" fmla="*/ 104984 w 171925"/>
                        <a:gd name="connsiteY115" fmla="*/ 273894 h 373806"/>
                        <a:gd name="connsiteX116" fmla="*/ 104984 w 171925"/>
                        <a:gd name="connsiteY116" fmla="*/ 279841 h 373806"/>
                        <a:gd name="connsiteX117" fmla="*/ 108553 w 171925"/>
                        <a:gd name="connsiteY117" fmla="*/ 285789 h 373806"/>
                        <a:gd name="connsiteX118" fmla="*/ 109742 w 171925"/>
                        <a:gd name="connsiteY118" fmla="*/ 304820 h 373806"/>
                        <a:gd name="connsiteX119" fmla="*/ 113310 w 171925"/>
                        <a:gd name="connsiteY119" fmla="*/ 311956 h 373806"/>
                        <a:gd name="connsiteX120" fmla="*/ 115689 w 171925"/>
                        <a:gd name="connsiteY120" fmla="*/ 320282 h 373806"/>
                        <a:gd name="connsiteX121" fmla="*/ 122826 w 171925"/>
                        <a:gd name="connsiteY121" fmla="*/ 328608 h 373806"/>
                        <a:gd name="connsiteX122" fmla="*/ 124015 w 171925"/>
                        <a:gd name="connsiteY122" fmla="*/ 338124 h 373806"/>
                        <a:gd name="connsiteX123" fmla="*/ 122826 w 171925"/>
                        <a:gd name="connsiteY123" fmla="*/ 353586 h 373806"/>
                        <a:gd name="connsiteX124" fmla="*/ 127583 w 171925"/>
                        <a:gd name="connsiteY124" fmla="*/ 360723 h 373806"/>
                        <a:gd name="connsiteX125" fmla="*/ 131151 w 171925"/>
                        <a:gd name="connsiteY125" fmla="*/ 364291 h 373806"/>
                        <a:gd name="connsiteX126" fmla="*/ 134720 w 171925"/>
                        <a:gd name="connsiteY126" fmla="*/ 370238 h 373806"/>
                        <a:gd name="connsiteX127" fmla="*/ 139478 w 171925"/>
                        <a:gd name="connsiteY127" fmla="*/ 373807 h 373806"/>
                        <a:gd name="connsiteX128" fmla="*/ 140667 w 171925"/>
                        <a:gd name="connsiteY128" fmla="*/ 360723 h 373806"/>
                        <a:gd name="connsiteX129" fmla="*/ 138288 w 171925"/>
                        <a:gd name="connsiteY129" fmla="*/ 355965 h 373806"/>
                        <a:gd name="connsiteX130" fmla="*/ 137099 w 171925"/>
                        <a:gd name="connsiteY130" fmla="*/ 346450 h 373806"/>
                        <a:gd name="connsiteX131" fmla="*/ 139478 w 171925"/>
                        <a:gd name="connsiteY131" fmla="*/ 342881 h 373806"/>
                        <a:gd name="connsiteX132" fmla="*/ 143046 w 171925"/>
                        <a:gd name="connsiteY132" fmla="*/ 339313 h 373806"/>
                        <a:gd name="connsiteX133" fmla="*/ 145425 w 171925"/>
                        <a:gd name="connsiteY133" fmla="*/ 345260 h 373806"/>
                        <a:gd name="connsiteX134" fmla="*/ 152562 w 171925"/>
                        <a:gd name="connsiteY134" fmla="*/ 345260 h 373806"/>
                        <a:gd name="connsiteX135" fmla="*/ 157319 w 171925"/>
                        <a:gd name="connsiteY135" fmla="*/ 345260 h 373806"/>
                        <a:gd name="connsiteX136" fmla="*/ 160887 w 171925"/>
                        <a:gd name="connsiteY136" fmla="*/ 341692 h 373806"/>
                        <a:gd name="connsiteX137" fmla="*/ 162077 w 171925"/>
                        <a:gd name="connsiteY137" fmla="*/ 350018 h 373806"/>
                        <a:gd name="connsiteX138" fmla="*/ 165645 w 171925"/>
                        <a:gd name="connsiteY138" fmla="*/ 355965 h 373806"/>
                        <a:gd name="connsiteX139" fmla="*/ 171592 w 171925"/>
                        <a:gd name="connsiteY139" fmla="*/ 365481 h 373806"/>
                        <a:gd name="connsiteX140" fmla="*/ 170403 w 171925"/>
                        <a:gd name="connsiteY140" fmla="*/ 358344 h 373806"/>
                        <a:gd name="connsiteX141" fmla="*/ 168024 w 171925"/>
                        <a:gd name="connsiteY141" fmla="*/ 350018 h 3738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</a:cxnLst>
                      <a:rect l="l" t="t" r="r" b="b"/>
                      <a:pathLst>
                        <a:path w="171925" h="373806">
                          <a:moveTo>
                            <a:pt x="168024" y="350018"/>
                          </a:moveTo>
                          <a:cubicBezTo>
                            <a:pt x="168024" y="348829"/>
                            <a:pt x="163266" y="346450"/>
                            <a:pt x="162077" y="345260"/>
                          </a:cubicBezTo>
                          <a:cubicBezTo>
                            <a:pt x="160887" y="344071"/>
                            <a:pt x="160887" y="340503"/>
                            <a:pt x="162077" y="338124"/>
                          </a:cubicBezTo>
                          <a:cubicBezTo>
                            <a:pt x="163266" y="335745"/>
                            <a:pt x="159698" y="334555"/>
                            <a:pt x="158509" y="334555"/>
                          </a:cubicBezTo>
                          <a:cubicBezTo>
                            <a:pt x="156130" y="334555"/>
                            <a:pt x="153751" y="336934"/>
                            <a:pt x="152562" y="336934"/>
                          </a:cubicBezTo>
                          <a:cubicBezTo>
                            <a:pt x="151372" y="336934"/>
                            <a:pt x="150183" y="335745"/>
                            <a:pt x="150183" y="334555"/>
                          </a:cubicBezTo>
                          <a:cubicBezTo>
                            <a:pt x="150183" y="333366"/>
                            <a:pt x="147804" y="333366"/>
                            <a:pt x="146615" y="332177"/>
                          </a:cubicBezTo>
                          <a:cubicBezTo>
                            <a:pt x="145425" y="330987"/>
                            <a:pt x="145425" y="325040"/>
                            <a:pt x="145425" y="322661"/>
                          </a:cubicBezTo>
                          <a:cubicBezTo>
                            <a:pt x="145425" y="320282"/>
                            <a:pt x="138288" y="314335"/>
                            <a:pt x="137099" y="313146"/>
                          </a:cubicBezTo>
                          <a:cubicBezTo>
                            <a:pt x="135909" y="311956"/>
                            <a:pt x="131151" y="310767"/>
                            <a:pt x="129962" y="308388"/>
                          </a:cubicBezTo>
                          <a:cubicBezTo>
                            <a:pt x="127583" y="306009"/>
                            <a:pt x="127583" y="302441"/>
                            <a:pt x="127583" y="300062"/>
                          </a:cubicBezTo>
                          <a:cubicBezTo>
                            <a:pt x="127583" y="297683"/>
                            <a:pt x="122826" y="291736"/>
                            <a:pt x="121636" y="289357"/>
                          </a:cubicBezTo>
                          <a:cubicBezTo>
                            <a:pt x="120447" y="286978"/>
                            <a:pt x="120447" y="282220"/>
                            <a:pt x="121636" y="281031"/>
                          </a:cubicBezTo>
                          <a:cubicBezTo>
                            <a:pt x="121636" y="279841"/>
                            <a:pt x="121636" y="275084"/>
                            <a:pt x="120447" y="273894"/>
                          </a:cubicBezTo>
                          <a:cubicBezTo>
                            <a:pt x="120447" y="271515"/>
                            <a:pt x="120447" y="265568"/>
                            <a:pt x="120447" y="264379"/>
                          </a:cubicBezTo>
                          <a:cubicBezTo>
                            <a:pt x="120447" y="263189"/>
                            <a:pt x="118068" y="262000"/>
                            <a:pt x="118068" y="262000"/>
                          </a:cubicBezTo>
                          <a:cubicBezTo>
                            <a:pt x="116879" y="260811"/>
                            <a:pt x="116879" y="259621"/>
                            <a:pt x="118068" y="258432"/>
                          </a:cubicBezTo>
                          <a:cubicBezTo>
                            <a:pt x="119257" y="257242"/>
                            <a:pt x="118068" y="247727"/>
                            <a:pt x="118068" y="245348"/>
                          </a:cubicBezTo>
                          <a:cubicBezTo>
                            <a:pt x="118068" y="244158"/>
                            <a:pt x="114500" y="241779"/>
                            <a:pt x="114500" y="240590"/>
                          </a:cubicBezTo>
                          <a:cubicBezTo>
                            <a:pt x="114500" y="239401"/>
                            <a:pt x="116879" y="239401"/>
                            <a:pt x="116879" y="238211"/>
                          </a:cubicBezTo>
                          <a:cubicBezTo>
                            <a:pt x="118068" y="237022"/>
                            <a:pt x="116879" y="231075"/>
                            <a:pt x="116879" y="229885"/>
                          </a:cubicBezTo>
                          <a:cubicBezTo>
                            <a:pt x="116879" y="228696"/>
                            <a:pt x="124015" y="229885"/>
                            <a:pt x="125204" y="229885"/>
                          </a:cubicBezTo>
                          <a:cubicBezTo>
                            <a:pt x="126394" y="229885"/>
                            <a:pt x="128773" y="227506"/>
                            <a:pt x="131151" y="227506"/>
                          </a:cubicBezTo>
                          <a:cubicBezTo>
                            <a:pt x="132341" y="227506"/>
                            <a:pt x="137099" y="231075"/>
                            <a:pt x="138288" y="232264"/>
                          </a:cubicBezTo>
                          <a:cubicBezTo>
                            <a:pt x="139478" y="232264"/>
                            <a:pt x="141857" y="237022"/>
                            <a:pt x="141857" y="238211"/>
                          </a:cubicBezTo>
                          <a:cubicBezTo>
                            <a:pt x="141857" y="239401"/>
                            <a:pt x="144236" y="242969"/>
                            <a:pt x="147804" y="242969"/>
                          </a:cubicBezTo>
                          <a:cubicBezTo>
                            <a:pt x="152562" y="242969"/>
                            <a:pt x="158509" y="254863"/>
                            <a:pt x="159698" y="253674"/>
                          </a:cubicBezTo>
                          <a:cubicBezTo>
                            <a:pt x="160887" y="252484"/>
                            <a:pt x="154940" y="244158"/>
                            <a:pt x="153751" y="241779"/>
                          </a:cubicBezTo>
                          <a:cubicBezTo>
                            <a:pt x="152562" y="239401"/>
                            <a:pt x="147804" y="238211"/>
                            <a:pt x="146615" y="237022"/>
                          </a:cubicBezTo>
                          <a:cubicBezTo>
                            <a:pt x="145425" y="235832"/>
                            <a:pt x="144236" y="235832"/>
                            <a:pt x="144236" y="233453"/>
                          </a:cubicBezTo>
                          <a:cubicBezTo>
                            <a:pt x="143046" y="232264"/>
                            <a:pt x="140667" y="227506"/>
                            <a:pt x="139478" y="225127"/>
                          </a:cubicBezTo>
                          <a:cubicBezTo>
                            <a:pt x="138288" y="223938"/>
                            <a:pt x="139478" y="220370"/>
                            <a:pt x="138288" y="219180"/>
                          </a:cubicBezTo>
                          <a:cubicBezTo>
                            <a:pt x="137099" y="217991"/>
                            <a:pt x="131151" y="208475"/>
                            <a:pt x="129962" y="207286"/>
                          </a:cubicBezTo>
                          <a:cubicBezTo>
                            <a:pt x="128773" y="206096"/>
                            <a:pt x="128773" y="202528"/>
                            <a:pt x="127583" y="200149"/>
                          </a:cubicBezTo>
                          <a:cubicBezTo>
                            <a:pt x="127583" y="198960"/>
                            <a:pt x="125204" y="198960"/>
                            <a:pt x="124015" y="198960"/>
                          </a:cubicBezTo>
                          <a:cubicBezTo>
                            <a:pt x="122826" y="197770"/>
                            <a:pt x="122826" y="194202"/>
                            <a:pt x="122826" y="191823"/>
                          </a:cubicBezTo>
                          <a:cubicBezTo>
                            <a:pt x="122826" y="189444"/>
                            <a:pt x="112121" y="178739"/>
                            <a:pt x="109742" y="175171"/>
                          </a:cubicBezTo>
                          <a:cubicBezTo>
                            <a:pt x="107363" y="171603"/>
                            <a:pt x="106174" y="165656"/>
                            <a:pt x="106174" y="163277"/>
                          </a:cubicBezTo>
                          <a:cubicBezTo>
                            <a:pt x="104984" y="160898"/>
                            <a:pt x="101416" y="156140"/>
                            <a:pt x="99037" y="154951"/>
                          </a:cubicBezTo>
                          <a:cubicBezTo>
                            <a:pt x="96658" y="152572"/>
                            <a:pt x="95468" y="147814"/>
                            <a:pt x="95468" y="146625"/>
                          </a:cubicBezTo>
                          <a:cubicBezTo>
                            <a:pt x="95468" y="144246"/>
                            <a:pt x="91900" y="143056"/>
                            <a:pt x="90711" y="141867"/>
                          </a:cubicBezTo>
                          <a:cubicBezTo>
                            <a:pt x="89521" y="140677"/>
                            <a:pt x="90711" y="135920"/>
                            <a:pt x="89521" y="135920"/>
                          </a:cubicBezTo>
                          <a:cubicBezTo>
                            <a:pt x="89521" y="134730"/>
                            <a:pt x="87143" y="134730"/>
                            <a:pt x="87143" y="133541"/>
                          </a:cubicBezTo>
                          <a:cubicBezTo>
                            <a:pt x="87143" y="132351"/>
                            <a:pt x="85953" y="129973"/>
                            <a:pt x="83574" y="129973"/>
                          </a:cubicBezTo>
                          <a:cubicBezTo>
                            <a:pt x="82385" y="129973"/>
                            <a:pt x="82385" y="132351"/>
                            <a:pt x="82385" y="132351"/>
                          </a:cubicBezTo>
                          <a:cubicBezTo>
                            <a:pt x="82385" y="133541"/>
                            <a:pt x="80006" y="131162"/>
                            <a:pt x="78817" y="129973"/>
                          </a:cubicBezTo>
                          <a:cubicBezTo>
                            <a:pt x="77627" y="128783"/>
                            <a:pt x="80006" y="122836"/>
                            <a:pt x="80006" y="122836"/>
                          </a:cubicBezTo>
                          <a:cubicBezTo>
                            <a:pt x="80006" y="122836"/>
                            <a:pt x="77627" y="120457"/>
                            <a:pt x="76438" y="119268"/>
                          </a:cubicBezTo>
                          <a:cubicBezTo>
                            <a:pt x="74059" y="118078"/>
                            <a:pt x="70490" y="113320"/>
                            <a:pt x="69301" y="112131"/>
                          </a:cubicBezTo>
                          <a:cubicBezTo>
                            <a:pt x="68111" y="110942"/>
                            <a:pt x="66922" y="106184"/>
                            <a:pt x="66922" y="104994"/>
                          </a:cubicBezTo>
                          <a:cubicBezTo>
                            <a:pt x="66922" y="103805"/>
                            <a:pt x="64543" y="102616"/>
                            <a:pt x="63354" y="101426"/>
                          </a:cubicBezTo>
                          <a:cubicBezTo>
                            <a:pt x="62164" y="100237"/>
                            <a:pt x="62164" y="95479"/>
                            <a:pt x="62164" y="94290"/>
                          </a:cubicBezTo>
                          <a:cubicBezTo>
                            <a:pt x="62164" y="93100"/>
                            <a:pt x="63354" y="93100"/>
                            <a:pt x="64543" y="91911"/>
                          </a:cubicBezTo>
                          <a:cubicBezTo>
                            <a:pt x="64543" y="90721"/>
                            <a:pt x="64543" y="82395"/>
                            <a:pt x="63354" y="80016"/>
                          </a:cubicBezTo>
                          <a:cubicBezTo>
                            <a:pt x="62164" y="77637"/>
                            <a:pt x="60975" y="72880"/>
                            <a:pt x="60975" y="70501"/>
                          </a:cubicBezTo>
                          <a:cubicBezTo>
                            <a:pt x="60975" y="68122"/>
                            <a:pt x="53838" y="65743"/>
                            <a:pt x="52649" y="64554"/>
                          </a:cubicBezTo>
                          <a:cubicBezTo>
                            <a:pt x="51460" y="63364"/>
                            <a:pt x="51460" y="59796"/>
                            <a:pt x="51460" y="58607"/>
                          </a:cubicBezTo>
                          <a:cubicBezTo>
                            <a:pt x="51460" y="57417"/>
                            <a:pt x="49081" y="57417"/>
                            <a:pt x="47891" y="56228"/>
                          </a:cubicBezTo>
                          <a:cubicBezTo>
                            <a:pt x="46702" y="55038"/>
                            <a:pt x="49081" y="55038"/>
                            <a:pt x="50270" y="53849"/>
                          </a:cubicBezTo>
                          <a:cubicBezTo>
                            <a:pt x="51460" y="53849"/>
                            <a:pt x="58596" y="63364"/>
                            <a:pt x="59785" y="63364"/>
                          </a:cubicBezTo>
                          <a:cubicBezTo>
                            <a:pt x="60975" y="63364"/>
                            <a:pt x="53838" y="51470"/>
                            <a:pt x="52649" y="49091"/>
                          </a:cubicBezTo>
                          <a:cubicBezTo>
                            <a:pt x="51460" y="46712"/>
                            <a:pt x="47891" y="43144"/>
                            <a:pt x="45513" y="43144"/>
                          </a:cubicBezTo>
                          <a:cubicBezTo>
                            <a:pt x="44323" y="43144"/>
                            <a:pt x="43134" y="39576"/>
                            <a:pt x="41944" y="38386"/>
                          </a:cubicBezTo>
                          <a:cubicBezTo>
                            <a:pt x="40755" y="37197"/>
                            <a:pt x="34807" y="33628"/>
                            <a:pt x="32428" y="31250"/>
                          </a:cubicBezTo>
                          <a:cubicBezTo>
                            <a:pt x="30049" y="28871"/>
                            <a:pt x="28860" y="26492"/>
                            <a:pt x="27671" y="25302"/>
                          </a:cubicBezTo>
                          <a:cubicBezTo>
                            <a:pt x="26481" y="24113"/>
                            <a:pt x="27671" y="18166"/>
                            <a:pt x="27671" y="16976"/>
                          </a:cubicBezTo>
                          <a:cubicBezTo>
                            <a:pt x="27671" y="15787"/>
                            <a:pt x="26481" y="13408"/>
                            <a:pt x="25292" y="12218"/>
                          </a:cubicBezTo>
                          <a:cubicBezTo>
                            <a:pt x="24102" y="11029"/>
                            <a:pt x="18155" y="9840"/>
                            <a:pt x="16966" y="8650"/>
                          </a:cubicBezTo>
                          <a:cubicBezTo>
                            <a:pt x="15777" y="7461"/>
                            <a:pt x="15777" y="6271"/>
                            <a:pt x="15777" y="5082"/>
                          </a:cubicBezTo>
                          <a:cubicBezTo>
                            <a:pt x="15777" y="3892"/>
                            <a:pt x="13398" y="1514"/>
                            <a:pt x="11019" y="324"/>
                          </a:cubicBezTo>
                          <a:cubicBezTo>
                            <a:pt x="9830" y="-865"/>
                            <a:pt x="9830" y="1514"/>
                            <a:pt x="8640" y="2703"/>
                          </a:cubicBezTo>
                          <a:cubicBezTo>
                            <a:pt x="7451" y="3892"/>
                            <a:pt x="11019" y="5082"/>
                            <a:pt x="11019" y="7461"/>
                          </a:cubicBezTo>
                          <a:cubicBezTo>
                            <a:pt x="11019" y="9840"/>
                            <a:pt x="8640" y="9840"/>
                            <a:pt x="7451" y="9840"/>
                          </a:cubicBezTo>
                          <a:cubicBezTo>
                            <a:pt x="6261" y="9840"/>
                            <a:pt x="3882" y="7461"/>
                            <a:pt x="314" y="7461"/>
                          </a:cubicBezTo>
                          <a:cubicBezTo>
                            <a:pt x="-2065" y="7461"/>
                            <a:pt x="9830" y="16976"/>
                            <a:pt x="11019" y="18166"/>
                          </a:cubicBezTo>
                          <a:cubicBezTo>
                            <a:pt x="12208" y="19355"/>
                            <a:pt x="15777" y="21734"/>
                            <a:pt x="16966" y="21734"/>
                          </a:cubicBezTo>
                          <a:cubicBezTo>
                            <a:pt x="18155" y="22923"/>
                            <a:pt x="16966" y="26492"/>
                            <a:pt x="16966" y="27681"/>
                          </a:cubicBezTo>
                          <a:cubicBezTo>
                            <a:pt x="16966" y="28871"/>
                            <a:pt x="18155" y="27681"/>
                            <a:pt x="18155" y="26492"/>
                          </a:cubicBezTo>
                          <a:cubicBezTo>
                            <a:pt x="18155" y="25302"/>
                            <a:pt x="21724" y="26492"/>
                            <a:pt x="22913" y="26492"/>
                          </a:cubicBezTo>
                          <a:cubicBezTo>
                            <a:pt x="24102" y="26492"/>
                            <a:pt x="22913" y="28871"/>
                            <a:pt x="22913" y="30060"/>
                          </a:cubicBezTo>
                          <a:cubicBezTo>
                            <a:pt x="21724" y="30060"/>
                            <a:pt x="22913" y="31250"/>
                            <a:pt x="21724" y="32439"/>
                          </a:cubicBezTo>
                          <a:cubicBezTo>
                            <a:pt x="21724" y="33628"/>
                            <a:pt x="19345" y="33628"/>
                            <a:pt x="18155" y="34818"/>
                          </a:cubicBezTo>
                          <a:cubicBezTo>
                            <a:pt x="16966" y="36007"/>
                            <a:pt x="20534" y="37197"/>
                            <a:pt x="21724" y="38386"/>
                          </a:cubicBezTo>
                          <a:cubicBezTo>
                            <a:pt x="22913" y="38386"/>
                            <a:pt x="22913" y="40765"/>
                            <a:pt x="24102" y="41954"/>
                          </a:cubicBezTo>
                          <a:cubicBezTo>
                            <a:pt x="24102" y="43144"/>
                            <a:pt x="22913" y="44333"/>
                            <a:pt x="21724" y="44333"/>
                          </a:cubicBezTo>
                          <a:cubicBezTo>
                            <a:pt x="20534" y="44333"/>
                            <a:pt x="20534" y="44333"/>
                            <a:pt x="20534" y="45523"/>
                          </a:cubicBezTo>
                          <a:cubicBezTo>
                            <a:pt x="20534" y="46712"/>
                            <a:pt x="18155" y="46712"/>
                            <a:pt x="18155" y="46712"/>
                          </a:cubicBezTo>
                          <a:cubicBezTo>
                            <a:pt x="15777" y="45523"/>
                            <a:pt x="15777" y="44333"/>
                            <a:pt x="14587" y="44333"/>
                          </a:cubicBezTo>
                          <a:cubicBezTo>
                            <a:pt x="13398" y="44333"/>
                            <a:pt x="13398" y="41954"/>
                            <a:pt x="11019" y="40765"/>
                          </a:cubicBezTo>
                          <a:cubicBezTo>
                            <a:pt x="8640" y="40765"/>
                            <a:pt x="6261" y="49091"/>
                            <a:pt x="6261" y="50281"/>
                          </a:cubicBezTo>
                          <a:cubicBezTo>
                            <a:pt x="6261" y="51470"/>
                            <a:pt x="8640" y="53849"/>
                            <a:pt x="9830" y="55038"/>
                          </a:cubicBezTo>
                          <a:cubicBezTo>
                            <a:pt x="11019" y="56228"/>
                            <a:pt x="11019" y="59796"/>
                            <a:pt x="11019" y="62175"/>
                          </a:cubicBezTo>
                          <a:cubicBezTo>
                            <a:pt x="11019" y="64554"/>
                            <a:pt x="19345" y="74069"/>
                            <a:pt x="20534" y="75259"/>
                          </a:cubicBezTo>
                          <a:cubicBezTo>
                            <a:pt x="21724" y="76448"/>
                            <a:pt x="21724" y="82395"/>
                            <a:pt x="21724" y="85964"/>
                          </a:cubicBezTo>
                          <a:cubicBezTo>
                            <a:pt x="21724" y="90721"/>
                            <a:pt x="25292" y="97858"/>
                            <a:pt x="25292" y="102616"/>
                          </a:cubicBezTo>
                          <a:cubicBezTo>
                            <a:pt x="26481" y="107373"/>
                            <a:pt x="31239" y="116889"/>
                            <a:pt x="31239" y="116889"/>
                          </a:cubicBezTo>
                          <a:cubicBezTo>
                            <a:pt x="31239" y="118078"/>
                            <a:pt x="37186" y="120457"/>
                            <a:pt x="38376" y="121647"/>
                          </a:cubicBezTo>
                          <a:cubicBezTo>
                            <a:pt x="39565" y="122836"/>
                            <a:pt x="37186" y="124025"/>
                            <a:pt x="35997" y="125215"/>
                          </a:cubicBezTo>
                          <a:cubicBezTo>
                            <a:pt x="34807" y="126404"/>
                            <a:pt x="40755" y="131162"/>
                            <a:pt x="44323" y="133541"/>
                          </a:cubicBezTo>
                          <a:cubicBezTo>
                            <a:pt x="47891" y="135920"/>
                            <a:pt x="55028" y="144246"/>
                            <a:pt x="57407" y="146625"/>
                          </a:cubicBezTo>
                          <a:cubicBezTo>
                            <a:pt x="59785" y="147814"/>
                            <a:pt x="59785" y="151383"/>
                            <a:pt x="59785" y="152572"/>
                          </a:cubicBezTo>
                          <a:cubicBezTo>
                            <a:pt x="59785" y="153761"/>
                            <a:pt x="60975" y="163277"/>
                            <a:pt x="60975" y="165656"/>
                          </a:cubicBezTo>
                          <a:cubicBezTo>
                            <a:pt x="60975" y="166845"/>
                            <a:pt x="63354" y="169224"/>
                            <a:pt x="64543" y="170413"/>
                          </a:cubicBezTo>
                          <a:cubicBezTo>
                            <a:pt x="65732" y="171603"/>
                            <a:pt x="64543" y="173982"/>
                            <a:pt x="65732" y="176361"/>
                          </a:cubicBezTo>
                          <a:cubicBezTo>
                            <a:pt x="65732" y="178739"/>
                            <a:pt x="72870" y="182308"/>
                            <a:pt x="74059" y="183497"/>
                          </a:cubicBezTo>
                          <a:cubicBezTo>
                            <a:pt x="74059" y="183497"/>
                            <a:pt x="75249" y="185876"/>
                            <a:pt x="74059" y="185876"/>
                          </a:cubicBezTo>
                          <a:cubicBezTo>
                            <a:pt x="72870" y="185876"/>
                            <a:pt x="72870" y="188255"/>
                            <a:pt x="72870" y="189444"/>
                          </a:cubicBezTo>
                          <a:cubicBezTo>
                            <a:pt x="72870" y="191823"/>
                            <a:pt x="76438" y="195392"/>
                            <a:pt x="77627" y="197770"/>
                          </a:cubicBezTo>
                          <a:cubicBezTo>
                            <a:pt x="78817" y="200149"/>
                            <a:pt x="80006" y="203718"/>
                            <a:pt x="80006" y="204907"/>
                          </a:cubicBezTo>
                          <a:cubicBezTo>
                            <a:pt x="80006" y="206096"/>
                            <a:pt x="81196" y="209665"/>
                            <a:pt x="82385" y="210854"/>
                          </a:cubicBezTo>
                          <a:cubicBezTo>
                            <a:pt x="83574" y="212044"/>
                            <a:pt x="82385" y="217991"/>
                            <a:pt x="82385" y="219180"/>
                          </a:cubicBezTo>
                          <a:cubicBezTo>
                            <a:pt x="82385" y="220370"/>
                            <a:pt x="85953" y="226317"/>
                            <a:pt x="87143" y="227506"/>
                          </a:cubicBezTo>
                          <a:cubicBezTo>
                            <a:pt x="87143" y="228696"/>
                            <a:pt x="85953" y="235832"/>
                            <a:pt x="87143" y="238211"/>
                          </a:cubicBezTo>
                          <a:cubicBezTo>
                            <a:pt x="87143" y="240590"/>
                            <a:pt x="91900" y="247727"/>
                            <a:pt x="91900" y="248916"/>
                          </a:cubicBezTo>
                          <a:cubicBezTo>
                            <a:pt x="91900" y="250105"/>
                            <a:pt x="90711" y="256053"/>
                            <a:pt x="90711" y="258432"/>
                          </a:cubicBezTo>
                          <a:cubicBezTo>
                            <a:pt x="90711" y="260811"/>
                            <a:pt x="102605" y="271515"/>
                            <a:pt x="104984" y="273894"/>
                          </a:cubicBezTo>
                          <a:cubicBezTo>
                            <a:pt x="107363" y="275084"/>
                            <a:pt x="104984" y="277463"/>
                            <a:pt x="104984" y="279841"/>
                          </a:cubicBezTo>
                          <a:cubicBezTo>
                            <a:pt x="103795" y="281031"/>
                            <a:pt x="106174" y="283410"/>
                            <a:pt x="108553" y="285789"/>
                          </a:cubicBezTo>
                          <a:cubicBezTo>
                            <a:pt x="110932" y="288168"/>
                            <a:pt x="109742" y="303630"/>
                            <a:pt x="109742" y="304820"/>
                          </a:cubicBezTo>
                          <a:cubicBezTo>
                            <a:pt x="109742" y="306009"/>
                            <a:pt x="112121" y="309577"/>
                            <a:pt x="113310" y="311956"/>
                          </a:cubicBezTo>
                          <a:cubicBezTo>
                            <a:pt x="114500" y="314335"/>
                            <a:pt x="115689" y="317903"/>
                            <a:pt x="115689" y="320282"/>
                          </a:cubicBezTo>
                          <a:cubicBezTo>
                            <a:pt x="115689" y="322661"/>
                            <a:pt x="121636" y="327419"/>
                            <a:pt x="122826" y="328608"/>
                          </a:cubicBezTo>
                          <a:cubicBezTo>
                            <a:pt x="124015" y="329798"/>
                            <a:pt x="124015" y="335745"/>
                            <a:pt x="124015" y="338124"/>
                          </a:cubicBezTo>
                          <a:cubicBezTo>
                            <a:pt x="124015" y="339313"/>
                            <a:pt x="121636" y="348829"/>
                            <a:pt x="122826" y="353586"/>
                          </a:cubicBezTo>
                          <a:cubicBezTo>
                            <a:pt x="124015" y="358344"/>
                            <a:pt x="126394" y="360723"/>
                            <a:pt x="127583" y="360723"/>
                          </a:cubicBezTo>
                          <a:cubicBezTo>
                            <a:pt x="128773" y="360723"/>
                            <a:pt x="129962" y="363102"/>
                            <a:pt x="131151" y="364291"/>
                          </a:cubicBezTo>
                          <a:cubicBezTo>
                            <a:pt x="131151" y="366670"/>
                            <a:pt x="133530" y="370238"/>
                            <a:pt x="134720" y="370238"/>
                          </a:cubicBezTo>
                          <a:cubicBezTo>
                            <a:pt x="135909" y="370238"/>
                            <a:pt x="138288" y="373807"/>
                            <a:pt x="139478" y="373807"/>
                          </a:cubicBezTo>
                          <a:cubicBezTo>
                            <a:pt x="140667" y="373807"/>
                            <a:pt x="140667" y="361912"/>
                            <a:pt x="140667" y="360723"/>
                          </a:cubicBezTo>
                          <a:cubicBezTo>
                            <a:pt x="140667" y="359534"/>
                            <a:pt x="139478" y="358344"/>
                            <a:pt x="138288" y="355965"/>
                          </a:cubicBezTo>
                          <a:cubicBezTo>
                            <a:pt x="137099" y="354776"/>
                            <a:pt x="138288" y="347639"/>
                            <a:pt x="137099" y="346450"/>
                          </a:cubicBezTo>
                          <a:cubicBezTo>
                            <a:pt x="137099" y="344071"/>
                            <a:pt x="138288" y="344071"/>
                            <a:pt x="139478" y="342881"/>
                          </a:cubicBezTo>
                          <a:cubicBezTo>
                            <a:pt x="140667" y="341692"/>
                            <a:pt x="141857" y="340503"/>
                            <a:pt x="143046" y="339313"/>
                          </a:cubicBezTo>
                          <a:cubicBezTo>
                            <a:pt x="144236" y="339313"/>
                            <a:pt x="145425" y="344071"/>
                            <a:pt x="145425" y="345260"/>
                          </a:cubicBezTo>
                          <a:cubicBezTo>
                            <a:pt x="145425" y="346450"/>
                            <a:pt x="151372" y="346450"/>
                            <a:pt x="152562" y="345260"/>
                          </a:cubicBezTo>
                          <a:cubicBezTo>
                            <a:pt x="153751" y="345260"/>
                            <a:pt x="156130" y="345260"/>
                            <a:pt x="157319" y="345260"/>
                          </a:cubicBezTo>
                          <a:cubicBezTo>
                            <a:pt x="158509" y="345260"/>
                            <a:pt x="158509" y="341692"/>
                            <a:pt x="160887" y="341692"/>
                          </a:cubicBezTo>
                          <a:cubicBezTo>
                            <a:pt x="162077" y="341692"/>
                            <a:pt x="162077" y="347639"/>
                            <a:pt x="162077" y="350018"/>
                          </a:cubicBezTo>
                          <a:cubicBezTo>
                            <a:pt x="162077" y="351207"/>
                            <a:pt x="164456" y="354776"/>
                            <a:pt x="165645" y="355965"/>
                          </a:cubicBezTo>
                          <a:cubicBezTo>
                            <a:pt x="166834" y="357155"/>
                            <a:pt x="170403" y="365481"/>
                            <a:pt x="171592" y="365481"/>
                          </a:cubicBezTo>
                          <a:cubicBezTo>
                            <a:pt x="172782" y="365481"/>
                            <a:pt x="170403" y="359534"/>
                            <a:pt x="170403" y="358344"/>
                          </a:cubicBezTo>
                          <a:cubicBezTo>
                            <a:pt x="166834" y="359534"/>
                            <a:pt x="168024" y="351207"/>
                            <a:pt x="168024" y="35001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4" name="Freeform 573">
                      <a:extLst>
                        <a:ext uri="{FF2B5EF4-FFF2-40B4-BE49-F238E27FC236}">
                          <a16:creationId xmlns:a16="http://schemas.microsoft.com/office/drawing/2014/main" id="{BC1C8977-989A-E94F-AB3A-B552DDCC8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5943" y="2600182"/>
                      <a:ext cx="10889" cy="11894"/>
                    </a:xfrm>
                    <a:custGeom>
                      <a:avLst/>
                      <a:gdLst>
                        <a:gd name="connsiteX0" fmla="*/ 1373 w 10889"/>
                        <a:gd name="connsiteY0" fmla="*/ 11894 h 11894"/>
                        <a:gd name="connsiteX1" fmla="*/ 4942 w 10889"/>
                        <a:gd name="connsiteY1" fmla="*/ 10705 h 11894"/>
                        <a:gd name="connsiteX2" fmla="*/ 7320 w 10889"/>
                        <a:gd name="connsiteY2" fmla="*/ 8326 h 11894"/>
                        <a:gd name="connsiteX3" fmla="*/ 10889 w 10889"/>
                        <a:gd name="connsiteY3" fmla="*/ 7137 h 11894"/>
                        <a:gd name="connsiteX4" fmla="*/ 10889 w 10889"/>
                        <a:gd name="connsiteY4" fmla="*/ 2379 h 11894"/>
                        <a:gd name="connsiteX5" fmla="*/ 9699 w 10889"/>
                        <a:gd name="connsiteY5" fmla="*/ 0 h 11894"/>
                        <a:gd name="connsiteX6" fmla="*/ 4942 w 10889"/>
                        <a:gd name="connsiteY6" fmla="*/ 0 h 11894"/>
                        <a:gd name="connsiteX7" fmla="*/ 3752 w 10889"/>
                        <a:gd name="connsiteY7" fmla="*/ 2379 h 11894"/>
                        <a:gd name="connsiteX8" fmla="*/ 1373 w 10889"/>
                        <a:gd name="connsiteY8" fmla="*/ 4758 h 11894"/>
                        <a:gd name="connsiteX9" fmla="*/ 184 w 10889"/>
                        <a:gd name="connsiteY9" fmla="*/ 7137 h 11894"/>
                        <a:gd name="connsiteX10" fmla="*/ 1373 w 10889"/>
                        <a:gd name="connsiteY10" fmla="*/ 10705 h 11894"/>
                        <a:gd name="connsiteX11" fmla="*/ 1373 w 10889"/>
                        <a:gd name="connsiteY11" fmla="*/ 11894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0889" h="11894">
                          <a:moveTo>
                            <a:pt x="1373" y="11894"/>
                          </a:moveTo>
                          <a:cubicBezTo>
                            <a:pt x="2563" y="11894"/>
                            <a:pt x="3752" y="11894"/>
                            <a:pt x="4942" y="10705"/>
                          </a:cubicBezTo>
                          <a:cubicBezTo>
                            <a:pt x="4942" y="9516"/>
                            <a:pt x="6131" y="8326"/>
                            <a:pt x="7320" y="8326"/>
                          </a:cubicBezTo>
                          <a:cubicBezTo>
                            <a:pt x="8510" y="8326"/>
                            <a:pt x="10889" y="8326"/>
                            <a:pt x="10889" y="7137"/>
                          </a:cubicBezTo>
                          <a:cubicBezTo>
                            <a:pt x="10889" y="5947"/>
                            <a:pt x="10889" y="2379"/>
                            <a:pt x="10889" y="2379"/>
                          </a:cubicBezTo>
                          <a:cubicBezTo>
                            <a:pt x="10889" y="1190"/>
                            <a:pt x="10889" y="0"/>
                            <a:pt x="9699" y="0"/>
                          </a:cubicBezTo>
                          <a:cubicBezTo>
                            <a:pt x="8510" y="0"/>
                            <a:pt x="4942" y="0"/>
                            <a:pt x="4942" y="0"/>
                          </a:cubicBezTo>
                          <a:cubicBezTo>
                            <a:pt x="4942" y="1190"/>
                            <a:pt x="4942" y="2379"/>
                            <a:pt x="3752" y="2379"/>
                          </a:cubicBezTo>
                          <a:cubicBezTo>
                            <a:pt x="2563" y="2379"/>
                            <a:pt x="1373" y="3568"/>
                            <a:pt x="1373" y="4758"/>
                          </a:cubicBezTo>
                          <a:cubicBezTo>
                            <a:pt x="1373" y="5947"/>
                            <a:pt x="184" y="5947"/>
                            <a:pt x="184" y="7137"/>
                          </a:cubicBezTo>
                          <a:cubicBezTo>
                            <a:pt x="1373" y="8326"/>
                            <a:pt x="1373" y="9516"/>
                            <a:pt x="1373" y="10705"/>
                          </a:cubicBezTo>
                          <a:cubicBezTo>
                            <a:pt x="-1005" y="9516"/>
                            <a:pt x="184" y="11894"/>
                            <a:pt x="1373" y="1189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5" name="Freeform 574">
                      <a:extLst>
                        <a:ext uri="{FF2B5EF4-FFF2-40B4-BE49-F238E27FC236}">
                          <a16:creationId xmlns:a16="http://schemas.microsoft.com/office/drawing/2014/main" id="{4BB2901C-071E-334D-8B8A-1C5E52891E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2206" y="2587098"/>
                      <a:ext cx="4625" cy="7603"/>
                    </a:xfrm>
                    <a:custGeom>
                      <a:avLst/>
                      <a:gdLst>
                        <a:gd name="connsiteX0" fmla="*/ 4626 w 4625"/>
                        <a:gd name="connsiteY0" fmla="*/ 4758 h 7603"/>
                        <a:gd name="connsiteX1" fmla="*/ 3436 w 4625"/>
                        <a:gd name="connsiteY1" fmla="*/ 0 h 7603"/>
                        <a:gd name="connsiteX2" fmla="*/ 1057 w 4625"/>
                        <a:gd name="connsiteY2" fmla="*/ 2379 h 7603"/>
                        <a:gd name="connsiteX3" fmla="*/ 1057 w 4625"/>
                        <a:gd name="connsiteY3" fmla="*/ 7137 h 7603"/>
                        <a:gd name="connsiteX4" fmla="*/ 4626 w 4625"/>
                        <a:gd name="connsiteY4" fmla="*/ 4758 h 76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625" h="7603">
                          <a:moveTo>
                            <a:pt x="4626" y="4758"/>
                          </a:moveTo>
                          <a:cubicBezTo>
                            <a:pt x="4626" y="3568"/>
                            <a:pt x="4626" y="0"/>
                            <a:pt x="3436" y="0"/>
                          </a:cubicBezTo>
                          <a:cubicBezTo>
                            <a:pt x="2247" y="0"/>
                            <a:pt x="1057" y="2379"/>
                            <a:pt x="1057" y="2379"/>
                          </a:cubicBezTo>
                          <a:cubicBezTo>
                            <a:pt x="1057" y="3568"/>
                            <a:pt x="-1321" y="7137"/>
                            <a:pt x="1057" y="7137"/>
                          </a:cubicBezTo>
                          <a:cubicBezTo>
                            <a:pt x="1057" y="8326"/>
                            <a:pt x="4626" y="7137"/>
                            <a:pt x="4626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6" name="Freeform 575">
                      <a:extLst>
                        <a:ext uri="{FF2B5EF4-FFF2-40B4-BE49-F238E27FC236}">
                          <a16:creationId xmlns:a16="http://schemas.microsoft.com/office/drawing/2014/main" id="{4B97C3D7-966F-CFA2-6D89-1349445420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127" y="2587098"/>
                      <a:ext cx="3901" cy="7325"/>
                    </a:xfrm>
                    <a:custGeom>
                      <a:avLst/>
                      <a:gdLst>
                        <a:gd name="connsiteX0" fmla="*/ 2379 w 3901"/>
                        <a:gd name="connsiteY0" fmla="*/ 7137 h 7325"/>
                        <a:gd name="connsiteX1" fmla="*/ 3568 w 3901"/>
                        <a:gd name="connsiteY1" fmla="*/ 3568 h 7325"/>
                        <a:gd name="connsiteX2" fmla="*/ 1189 w 3901"/>
                        <a:gd name="connsiteY2" fmla="*/ 0 h 7325"/>
                        <a:gd name="connsiteX3" fmla="*/ 0 w 3901"/>
                        <a:gd name="connsiteY3" fmla="*/ 2379 h 7325"/>
                        <a:gd name="connsiteX4" fmla="*/ 2379 w 3901"/>
                        <a:gd name="connsiteY4" fmla="*/ 7137 h 73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901" h="7325">
                          <a:moveTo>
                            <a:pt x="2379" y="7137"/>
                          </a:moveTo>
                          <a:cubicBezTo>
                            <a:pt x="2379" y="7137"/>
                            <a:pt x="4758" y="5947"/>
                            <a:pt x="3568" y="3568"/>
                          </a:cubicBezTo>
                          <a:cubicBezTo>
                            <a:pt x="3568" y="2379"/>
                            <a:pt x="2379" y="0"/>
                            <a:pt x="1189" y="0"/>
                          </a:cubicBezTo>
                          <a:cubicBezTo>
                            <a:pt x="0" y="0"/>
                            <a:pt x="0" y="1190"/>
                            <a:pt x="0" y="2379"/>
                          </a:cubicBezTo>
                          <a:cubicBezTo>
                            <a:pt x="1189" y="3568"/>
                            <a:pt x="-1189" y="8326"/>
                            <a:pt x="2379" y="7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7" name="Freeform 576">
                      <a:extLst>
                        <a:ext uri="{FF2B5EF4-FFF2-40B4-BE49-F238E27FC236}">
                          <a16:creationId xmlns:a16="http://schemas.microsoft.com/office/drawing/2014/main" id="{3C325E55-70C1-0DB8-E2C8-2C504C40AF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9474" y="2560438"/>
                      <a:ext cx="25217" cy="21369"/>
                    </a:xfrm>
                    <a:custGeom>
                      <a:avLst/>
                      <a:gdLst>
                        <a:gd name="connsiteX0" fmla="*/ 17842 w 25217"/>
                        <a:gd name="connsiteY0" fmla="*/ 493 h 21369"/>
                        <a:gd name="connsiteX1" fmla="*/ 11894 w 25217"/>
                        <a:gd name="connsiteY1" fmla="*/ 1682 h 21369"/>
                        <a:gd name="connsiteX2" fmla="*/ 8326 w 25217"/>
                        <a:gd name="connsiteY2" fmla="*/ 493 h 21369"/>
                        <a:gd name="connsiteX3" fmla="*/ 4758 w 25217"/>
                        <a:gd name="connsiteY3" fmla="*/ 6440 h 21369"/>
                        <a:gd name="connsiteX4" fmla="*/ 0 w 25217"/>
                        <a:gd name="connsiteY4" fmla="*/ 11198 h 21369"/>
                        <a:gd name="connsiteX5" fmla="*/ 2379 w 25217"/>
                        <a:gd name="connsiteY5" fmla="*/ 17145 h 21369"/>
                        <a:gd name="connsiteX6" fmla="*/ 5947 w 25217"/>
                        <a:gd name="connsiteY6" fmla="*/ 20713 h 21369"/>
                        <a:gd name="connsiteX7" fmla="*/ 10705 w 25217"/>
                        <a:gd name="connsiteY7" fmla="*/ 14766 h 21369"/>
                        <a:gd name="connsiteX8" fmla="*/ 16652 w 25217"/>
                        <a:gd name="connsiteY8" fmla="*/ 20713 h 21369"/>
                        <a:gd name="connsiteX9" fmla="*/ 23789 w 25217"/>
                        <a:gd name="connsiteY9" fmla="*/ 14766 h 21369"/>
                        <a:gd name="connsiteX10" fmla="*/ 21410 w 25217"/>
                        <a:gd name="connsiteY10" fmla="*/ 10008 h 21369"/>
                        <a:gd name="connsiteX11" fmla="*/ 24979 w 25217"/>
                        <a:gd name="connsiteY11" fmla="*/ 4061 h 21369"/>
                        <a:gd name="connsiteX12" fmla="*/ 21410 w 25217"/>
                        <a:gd name="connsiteY12" fmla="*/ 4061 h 21369"/>
                        <a:gd name="connsiteX13" fmla="*/ 16652 w 25217"/>
                        <a:gd name="connsiteY13" fmla="*/ 7629 h 21369"/>
                        <a:gd name="connsiteX14" fmla="*/ 19031 w 25217"/>
                        <a:gd name="connsiteY14" fmla="*/ 2871 h 21369"/>
                        <a:gd name="connsiteX15" fmla="*/ 17842 w 25217"/>
                        <a:gd name="connsiteY15" fmla="*/ 493 h 213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25217" h="21369">
                          <a:moveTo>
                            <a:pt x="17842" y="493"/>
                          </a:moveTo>
                          <a:cubicBezTo>
                            <a:pt x="16652" y="493"/>
                            <a:pt x="13084" y="2871"/>
                            <a:pt x="11894" y="1682"/>
                          </a:cubicBezTo>
                          <a:cubicBezTo>
                            <a:pt x="10705" y="493"/>
                            <a:pt x="9516" y="-697"/>
                            <a:pt x="8326" y="493"/>
                          </a:cubicBezTo>
                          <a:cubicBezTo>
                            <a:pt x="7137" y="1682"/>
                            <a:pt x="7137" y="5250"/>
                            <a:pt x="4758" y="6440"/>
                          </a:cubicBezTo>
                          <a:cubicBezTo>
                            <a:pt x="3569" y="7629"/>
                            <a:pt x="0" y="8819"/>
                            <a:pt x="0" y="11198"/>
                          </a:cubicBezTo>
                          <a:cubicBezTo>
                            <a:pt x="0" y="12387"/>
                            <a:pt x="1190" y="15955"/>
                            <a:pt x="2379" y="17145"/>
                          </a:cubicBezTo>
                          <a:cubicBezTo>
                            <a:pt x="3569" y="18334"/>
                            <a:pt x="4758" y="23092"/>
                            <a:pt x="5947" y="20713"/>
                          </a:cubicBezTo>
                          <a:cubicBezTo>
                            <a:pt x="7137" y="19524"/>
                            <a:pt x="8326" y="12387"/>
                            <a:pt x="10705" y="14766"/>
                          </a:cubicBezTo>
                          <a:cubicBezTo>
                            <a:pt x="10705" y="14766"/>
                            <a:pt x="14273" y="20713"/>
                            <a:pt x="16652" y="20713"/>
                          </a:cubicBezTo>
                          <a:cubicBezTo>
                            <a:pt x="19031" y="20713"/>
                            <a:pt x="23789" y="17145"/>
                            <a:pt x="23789" y="14766"/>
                          </a:cubicBezTo>
                          <a:cubicBezTo>
                            <a:pt x="22600" y="12387"/>
                            <a:pt x="20221" y="11198"/>
                            <a:pt x="21410" y="10008"/>
                          </a:cubicBezTo>
                          <a:cubicBezTo>
                            <a:pt x="22600" y="8819"/>
                            <a:pt x="26168" y="4061"/>
                            <a:pt x="24979" y="4061"/>
                          </a:cubicBezTo>
                          <a:cubicBezTo>
                            <a:pt x="23789" y="4061"/>
                            <a:pt x="22600" y="2871"/>
                            <a:pt x="21410" y="4061"/>
                          </a:cubicBezTo>
                          <a:cubicBezTo>
                            <a:pt x="20221" y="5250"/>
                            <a:pt x="16652" y="8819"/>
                            <a:pt x="16652" y="7629"/>
                          </a:cubicBezTo>
                          <a:cubicBezTo>
                            <a:pt x="16652" y="6440"/>
                            <a:pt x="19031" y="4061"/>
                            <a:pt x="19031" y="2871"/>
                          </a:cubicBezTo>
                          <a:cubicBezTo>
                            <a:pt x="19031" y="2871"/>
                            <a:pt x="19031" y="493"/>
                            <a:pt x="17842" y="49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8" name="Freeform 577">
                      <a:extLst>
                        <a:ext uri="{FF2B5EF4-FFF2-40B4-BE49-F238E27FC236}">
                          <a16:creationId xmlns:a16="http://schemas.microsoft.com/office/drawing/2014/main" id="{9B4BC4E6-696F-94CC-D041-7EA3E324AF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4012" y="2564499"/>
                      <a:ext cx="11505" cy="13083"/>
                    </a:xfrm>
                    <a:custGeom>
                      <a:avLst/>
                      <a:gdLst>
                        <a:gd name="connsiteX0" fmla="*/ 10705 w 11505"/>
                        <a:gd name="connsiteY0" fmla="*/ 0 h 13083"/>
                        <a:gd name="connsiteX1" fmla="*/ 4758 w 11505"/>
                        <a:gd name="connsiteY1" fmla="*/ 3568 h 13083"/>
                        <a:gd name="connsiteX2" fmla="*/ 0 w 11505"/>
                        <a:gd name="connsiteY2" fmla="*/ 4758 h 13083"/>
                        <a:gd name="connsiteX3" fmla="*/ 1190 w 11505"/>
                        <a:gd name="connsiteY3" fmla="*/ 11894 h 13083"/>
                        <a:gd name="connsiteX4" fmla="*/ 3568 w 11505"/>
                        <a:gd name="connsiteY4" fmla="*/ 13084 h 13083"/>
                        <a:gd name="connsiteX5" fmla="*/ 4758 w 11505"/>
                        <a:gd name="connsiteY5" fmla="*/ 9516 h 13083"/>
                        <a:gd name="connsiteX6" fmla="*/ 7137 w 11505"/>
                        <a:gd name="connsiteY6" fmla="*/ 10705 h 13083"/>
                        <a:gd name="connsiteX7" fmla="*/ 8326 w 11505"/>
                        <a:gd name="connsiteY7" fmla="*/ 7137 h 13083"/>
                        <a:gd name="connsiteX8" fmla="*/ 8326 w 11505"/>
                        <a:gd name="connsiteY8" fmla="*/ 4758 h 13083"/>
                        <a:gd name="connsiteX9" fmla="*/ 10705 w 11505"/>
                        <a:gd name="connsiteY9" fmla="*/ 0 h 130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1505" h="13083">
                          <a:moveTo>
                            <a:pt x="10705" y="0"/>
                          </a:moveTo>
                          <a:cubicBezTo>
                            <a:pt x="9515" y="0"/>
                            <a:pt x="5947" y="3568"/>
                            <a:pt x="4758" y="3568"/>
                          </a:cubicBezTo>
                          <a:cubicBezTo>
                            <a:pt x="3568" y="3568"/>
                            <a:pt x="1190" y="3568"/>
                            <a:pt x="0" y="4758"/>
                          </a:cubicBezTo>
                          <a:cubicBezTo>
                            <a:pt x="0" y="7137"/>
                            <a:pt x="0" y="10705"/>
                            <a:pt x="1190" y="11894"/>
                          </a:cubicBezTo>
                          <a:cubicBezTo>
                            <a:pt x="2379" y="13084"/>
                            <a:pt x="3568" y="13084"/>
                            <a:pt x="3568" y="13084"/>
                          </a:cubicBezTo>
                          <a:cubicBezTo>
                            <a:pt x="3568" y="11894"/>
                            <a:pt x="3568" y="9516"/>
                            <a:pt x="4758" y="9516"/>
                          </a:cubicBezTo>
                          <a:cubicBezTo>
                            <a:pt x="5947" y="9516"/>
                            <a:pt x="5947" y="11894"/>
                            <a:pt x="7137" y="10705"/>
                          </a:cubicBezTo>
                          <a:cubicBezTo>
                            <a:pt x="8326" y="9516"/>
                            <a:pt x="8326" y="8326"/>
                            <a:pt x="8326" y="7137"/>
                          </a:cubicBezTo>
                          <a:cubicBezTo>
                            <a:pt x="8326" y="7137"/>
                            <a:pt x="7137" y="5947"/>
                            <a:pt x="8326" y="4758"/>
                          </a:cubicBezTo>
                          <a:cubicBezTo>
                            <a:pt x="9515" y="3568"/>
                            <a:pt x="13084" y="0"/>
                            <a:pt x="10705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9" name="Freeform 578">
                      <a:extLst>
                        <a:ext uri="{FF2B5EF4-FFF2-40B4-BE49-F238E27FC236}">
                          <a16:creationId xmlns:a16="http://schemas.microsoft.com/office/drawing/2014/main" id="{0ACFB19E-26B1-CE2B-146F-802BFA50E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5952" y="2302824"/>
                      <a:ext cx="6244" cy="8650"/>
                    </a:xfrm>
                    <a:custGeom>
                      <a:avLst/>
                      <a:gdLst>
                        <a:gd name="connsiteX0" fmla="*/ 2379 w 6244"/>
                        <a:gd name="connsiteY0" fmla="*/ 8326 h 8650"/>
                        <a:gd name="connsiteX1" fmla="*/ 5947 w 6244"/>
                        <a:gd name="connsiteY1" fmla="*/ 3568 h 8650"/>
                        <a:gd name="connsiteX2" fmla="*/ 4758 w 6244"/>
                        <a:gd name="connsiteY2" fmla="*/ 0 h 8650"/>
                        <a:gd name="connsiteX3" fmla="*/ 1190 w 6244"/>
                        <a:gd name="connsiteY3" fmla="*/ 1190 h 8650"/>
                        <a:gd name="connsiteX4" fmla="*/ 0 w 6244"/>
                        <a:gd name="connsiteY4" fmla="*/ 5947 h 8650"/>
                        <a:gd name="connsiteX5" fmla="*/ 2379 w 6244"/>
                        <a:gd name="connsiteY5" fmla="*/ 8326 h 86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244" h="8650">
                          <a:moveTo>
                            <a:pt x="2379" y="8326"/>
                          </a:moveTo>
                          <a:cubicBezTo>
                            <a:pt x="2379" y="8326"/>
                            <a:pt x="5947" y="4758"/>
                            <a:pt x="5947" y="3568"/>
                          </a:cubicBezTo>
                          <a:cubicBezTo>
                            <a:pt x="5947" y="1190"/>
                            <a:pt x="7137" y="0"/>
                            <a:pt x="4758" y="0"/>
                          </a:cubicBezTo>
                          <a:cubicBezTo>
                            <a:pt x="3568" y="0"/>
                            <a:pt x="1190" y="0"/>
                            <a:pt x="1190" y="1190"/>
                          </a:cubicBezTo>
                          <a:cubicBezTo>
                            <a:pt x="1190" y="2379"/>
                            <a:pt x="0" y="3568"/>
                            <a:pt x="0" y="5947"/>
                          </a:cubicBezTo>
                          <a:cubicBezTo>
                            <a:pt x="0" y="7137"/>
                            <a:pt x="0" y="9516"/>
                            <a:pt x="2379" y="832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0" name="Freeform 579">
                      <a:extLst>
                        <a:ext uri="{FF2B5EF4-FFF2-40B4-BE49-F238E27FC236}">
                          <a16:creationId xmlns:a16="http://schemas.microsoft.com/office/drawing/2014/main" id="{3611231A-ABBC-CB6D-6FFF-6BC9955261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6403" y="2224954"/>
                      <a:ext cx="31634" cy="55459"/>
                    </a:xfrm>
                    <a:custGeom>
                      <a:avLst/>
                      <a:gdLst>
                        <a:gd name="connsiteX0" fmla="*/ 25454 w 31634"/>
                        <a:gd name="connsiteY0" fmla="*/ 23155 h 55459"/>
                        <a:gd name="connsiteX1" fmla="*/ 31401 w 31634"/>
                        <a:gd name="connsiteY1" fmla="*/ 18398 h 55459"/>
                        <a:gd name="connsiteX2" fmla="*/ 27833 w 31634"/>
                        <a:gd name="connsiteY2" fmla="*/ 12451 h 55459"/>
                        <a:gd name="connsiteX3" fmla="*/ 24264 w 31634"/>
                        <a:gd name="connsiteY3" fmla="*/ 5314 h 55459"/>
                        <a:gd name="connsiteX4" fmla="*/ 17128 w 31634"/>
                        <a:gd name="connsiteY4" fmla="*/ 556 h 55459"/>
                        <a:gd name="connsiteX5" fmla="*/ 8802 w 31634"/>
                        <a:gd name="connsiteY5" fmla="*/ 10072 h 55459"/>
                        <a:gd name="connsiteX6" fmla="*/ 475 w 31634"/>
                        <a:gd name="connsiteY6" fmla="*/ 20777 h 55459"/>
                        <a:gd name="connsiteX7" fmla="*/ 8802 w 31634"/>
                        <a:gd name="connsiteY7" fmla="*/ 19587 h 55459"/>
                        <a:gd name="connsiteX8" fmla="*/ 6423 w 31634"/>
                        <a:gd name="connsiteY8" fmla="*/ 26724 h 55459"/>
                        <a:gd name="connsiteX9" fmla="*/ 9991 w 31634"/>
                        <a:gd name="connsiteY9" fmla="*/ 35050 h 55459"/>
                        <a:gd name="connsiteX10" fmla="*/ 11181 w 31634"/>
                        <a:gd name="connsiteY10" fmla="*/ 40997 h 55459"/>
                        <a:gd name="connsiteX11" fmla="*/ 8802 w 31634"/>
                        <a:gd name="connsiteY11" fmla="*/ 48134 h 55459"/>
                        <a:gd name="connsiteX12" fmla="*/ 12370 w 31634"/>
                        <a:gd name="connsiteY12" fmla="*/ 50513 h 55459"/>
                        <a:gd name="connsiteX13" fmla="*/ 15939 w 31634"/>
                        <a:gd name="connsiteY13" fmla="*/ 55270 h 55459"/>
                        <a:gd name="connsiteX14" fmla="*/ 17128 w 31634"/>
                        <a:gd name="connsiteY14" fmla="*/ 49323 h 55459"/>
                        <a:gd name="connsiteX15" fmla="*/ 14749 w 31634"/>
                        <a:gd name="connsiteY15" fmla="*/ 44565 h 55459"/>
                        <a:gd name="connsiteX16" fmla="*/ 15939 w 31634"/>
                        <a:gd name="connsiteY16" fmla="*/ 40997 h 55459"/>
                        <a:gd name="connsiteX17" fmla="*/ 17128 w 31634"/>
                        <a:gd name="connsiteY17" fmla="*/ 33861 h 55459"/>
                        <a:gd name="connsiteX18" fmla="*/ 25454 w 31634"/>
                        <a:gd name="connsiteY18" fmla="*/ 23155 h 554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31634" h="55459">
                          <a:moveTo>
                            <a:pt x="25454" y="23155"/>
                          </a:moveTo>
                          <a:cubicBezTo>
                            <a:pt x="29022" y="21966"/>
                            <a:pt x="32590" y="19587"/>
                            <a:pt x="31401" y="18398"/>
                          </a:cubicBezTo>
                          <a:cubicBezTo>
                            <a:pt x="30211" y="17208"/>
                            <a:pt x="27833" y="14829"/>
                            <a:pt x="27833" y="12451"/>
                          </a:cubicBezTo>
                          <a:cubicBezTo>
                            <a:pt x="27833" y="10072"/>
                            <a:pt x="25454" y="7693"/>
                            <a:pt x="24264" y="5314"/>
                          </a:cubicBezTo>
                          <a:cubicBezTo>
                            <a:pt x="23075" y="4125"/>
                            <a:pt x="19507" y="-1823"/>
                            <a:pt x="17128" y="556"/>
                          </a:cubicBezTo>
                          <a:cubicBezTo>
                            <a:pt x="14749" y="2935"/>
                            <a:pt x="12370" y="6503"/>
                            <a:pt x="8802" y="10072"/>
                          </a:cubicBezTo>
                          <a:cubicBezTo>
                            <a:pt x="5233" y="13640"/>
                            <a:pt x="-1903" y="19587"/>
                            <a:pt x="475" y="20777"/>
                          </a:cubicBezTo>
                          <a:cubicBezTo>
                            <a:pt x="1665" y="21966"/>
                            <a:pt x="9991" y="18398"/>
                            <a:pt x="8802" y="19587"/>
                          </a:cubicBezTo>
                          <a:cubicBezTo>
                            <a:pt x="8802" y="20777"/>
                            <a:pt x="5233" y="24345"/>
                            <a:pt x="6423" y="26724"/>
                          </a:cubicBezTo>
                          <a:cubicBezTo>
                            <a:pt x="7612" y="27913"/>
                            <a:pt x="9991" y="32671"/>
                            <a:pt x="9991" y="35050"/>
                          </a:cubicBezTo>
                          <a:cubicBezTo>
                            <a:pt x="9991" y="36239"/>
                            <a:pt x="12370" y="39808"/>
                            <a:pt x="11181" y="40997"/>
                          </a:cubicBezTo>
                          <a:cubicBezTo>
                            <a:pt x="9991" y="42187"/>
                            <a:pt x="7612" y="45755"/>
                            <a:pt x="8802" y="48134"/>
                          </a:cubicBezTo>
                          <a:cubicBezTo>
                            <a:pt x="9991" y="49323"/>
                            <a:pt x="11181" y="49323"/>
                            <a:pt x="12370" y="50513"/>
                          </a:cubicBezTo>
                          <a:cubicBezTo>
                            <a:pt x="12370" y="51702"/>
                            <a:pt x="13560" y="56460"/>
                            <a:pt x="15939" y="55270"/>
                          </a:cubicBezTo>
                          <a:cubicBezTo>
                            <a:pt x="15939" y="55270"/>
                            <a:pt x="19507" y="51702"/>
                            <a:pt x="17128" y="49323"/>
                          </a:cubicBezTo>
                          <a:cubicBezTo>
                            <a:pt x="14749" y="46944"/>
                            <a:pt x="13560" y="45755"/>
                            <a:pt x="14749" y="44565"/>
                          </a:cubicBezTo>
                          <a:cubicBezTo>
                            <a:pt x="15939" y="43376"/>
                            <a:pt x="17128" y="42187"/>
                            <a:pt x="15939" y="40997"/>
                          </a:cubicBezTo>
                          <a:cubicBezTo>
                            <a:pt x="15939" y="39808"/>
                            <a:pt x="14749" y="36239"/>
                            <a:pt x="17128" y="33861"/>
                          </a:cubicBezTo>
                          <a:cubicBezTo>
                            <a:pt x="18317" y="30292"/>
                            <a:pt x="21886" y="24345"/>
                            <a:pt x="25454" y="2315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1" name="Freeform 580">
                      <a:extLst>
                        <a:ext uri="{FF2B5EF4-FFF2-40B4-BE49-F238E27FC236}">
                          <a16:creationId xmlns:a16="http://schemas.microsoft.com/office/drawing/2014/main" id="{247E02BC-629D-870C-157D-9B35080C7B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2914" y="2087536"/>
                      <a:ext cx="9515" cy="8326"/>
                    </a:xfrm>
                    <a:custGeom>
                      <a:avLst/>
                      <a:gdLst>
                        <a:gd name="connsiteX0" fmla="*/ 7136 w 9515"/>
                        <a:gd name="connsiteY0" fmla="*/ 3568 h 8326"/>
                        <a:gd name="connsiteX1" fmla="*/ 4757 w 9515"/>
                        <a:gd name="connsiteY1" fmla="*/ 0 h 8326"/>
                        <a:gd name="connsiteX2" fmla="*/ 0 w 9515"/>
                        <a:gd name="connsiteY2" fmla="*/ 1189 h 8326"/>
                        <a:gd name="connsiteX3" fmla="*/ 3568 w 9515"/>
                        <a:gd name="connsiteY3" fmla="*/ 4758 h 8326"/>
                        <a:gd name="connsiteX4" fmla="*/ 5947 w 9515"/>
                        <a:gd name="connsiteY4" fmla="*/ 8326 h 8326"/>
                        <a:gd name="connsiteX5" fmla="*/ 9515 w 9515"/>
                        <a:gd name="connsiteY5" fmla="*/ 5947 h 8326"/>
                        <a:gd name="connsiteX6" fmla="*/ 7136 w 9515"/>
                        <a:gd name="connsiteY6" fmla="*/ 3568 h 8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515" h="8326">
                          <a:moveTo>
                            <a:pt x="7136" y="3568"/>
                          </a:moveTo>
                          <a:cubicBezTo>
                            <a:pt x="7136" y="2379"/>
                            <a:pt x="5947" y="0"/>
                            <a:pt x="4757" y="0"/>
                          </a:cubicBezTo>
                          <a:cubicBezTo>
                            <a:pt x="3568" y="0"/>
                            <a:pt x="0" y="0"/>
                            <a:pt x="0" y="1189"/>
                          </a:cubicBezTo>
                          <a:cubicBezTo>
                            <a:pt x="1189" y="3568"/>
                            <a:pt x="2379" y="2379"/>
                            <a:pt x="3568" y="4758"/>
                          </a:cubicBezTo>
                          <a:cubicBezTo>
                            <a:pt x="3568" y="4758"/>
                            <a:pt x="3568" y="8326"/>
                            <a:pt x="5947" y="8326"/>
                          </a:cubicBezTo>
                          <a:cubicBezTo>
                            <a:pt x="8326" y="8326"/>
                            <a:pt x="9515" y="7137"/>
                            <a:pt x="9515" y="5947"/>
                          </a:cubicBezTo>
                          <a:cubicBezTo>
                            <a:pt x="8326" y="5947"/>
                            <a:pt x="7136" y="4758"/>
                            <a:pt x="7136" y="35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2" name="Freeform 581">
                      <a:extLst>
                        <a:ext uri="{FF2B5EF4-FFF2-40B4-BE49-F238E27FC236}">
                          <a16:creationId xmlns:a16="http://schemas.microsoft.com/office/drawing/2014/main" id="{094FAA27-74D6-EB64-478F-5CEE8BCE2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8671" y="2099430"/>
                      <a:ext cx="4947" cy="7376"/>
                    </a:xfrm>
                    <a:custGeom>
                      <a:avLst/>
                      <a:gdLst>
                        <a:gd name="connsiteX0" fmla="*/ 1380 w 4947"/>
                        <a:gd name="connsiteY0" fmla="*/ 1190 h 7376"/>
                        <a:gd name="connsiteX1" fmla="*/ 190 w 4947"/>
                        <a:gd name="connsiteY1" fmla="*/ 3568 h 7376"/>
                        <a:gd name="connsiteX2" fmla="*/ 2569 w 4947"/>
                        <a:gd name="connsiteY2" fmla="*/ 7137 h 7376"/>
                        <a:gd name="connsiteX3" fmla="*/ 4948 w 4947"/>
                        <a:gd name="connsiteY3" fmla="*/ 3568 h 7376"/>
                        <a:gd name="connsiteX4" fmla="*/ 3759 w 4947"/>
                        <a:gd name="connsiteY4" fmla="*/ 0 h 7376"/>
                        <a:gd name="connsiteX5" fmla="*/ 1380 w 4947"/>
                        <a:gd name="connsiteY5" fmla="*/ 1190 h 73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947" h="7376">
                          <a:moveTo>
                            <a:pt x="1380" y="1190"/>
                          </a:moveTo>
                          <a:cubicBezTo>
                            <a:pt x="190" y="1190"/>
                            <a:pt x="190" y="2379"/>
                            <a:pt x="190" y="3568"/>
                          </a:cubicBezTo>
                          <a:cubicBezTo>
                            <a:pt x="190" y="4758"/>
                            <a:pt x="-999" y="8326"/>
                            <a:pt x="2569" y="7137"/>
                          </a:cubicBezTo>
                          <a:cubicBezTo>
                            <a:pt x="2569" y="7137"/>
                            <a:pt x="4948" y="4758"/>
                            <a:pt x="4948" y="3568"/>
                          </a:cubicBezTo>
                          <a:cubicBezTo>
                            <a:pt x="4948" y="2379"/>
                            <a:pt x="4948" y="0"/>
                            <a:pt x="3759" y="0"/>
                          </a:cubicBezTo>
                          <a:cubicBezTo>
                            <a:pt x="2569" y="0"/>
                            <a:pt x="2569" y="1190"/>
                            <a:pt x="1380" y="119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3" name="Freeform 582">
                      <a:extLst>
                        <a:ext uri="{FF2B5EF4-FFF2-40B4-BE49-F238E27FC236}">
                          <a16:creationId xmlns:a16="http://schemas.microsoft.com/office/drawing/2014/main" id="{1A2D5263-D8FA-7070-BC22-FAC0C216F9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0225" y="1555858"/>
                      <a:ext cx="5947" cy="7073"/>
                    </a:xfrm>
                    <a:custGeom>
                      <a:avLst/>
                      <a:gdLst>
                        <a:gd name="connsiteX0" fmla="*/ 4758 w 5947"/>
                        <a:gd name="connsiteY0" fmla="*/ 0 h 7073"/>
                        <a:gd name="connsiteX1" fmla="*/ 2379 w 5947"/>
                        <a:gd name="connsiteY1" fmla="*/ 1190 h 7073"/>
                        <a:gd name="connsiteX2" fmla="*/ 0 w 5947"/>
                        <a:gd name="connsiteY2" fmla="*/ 2379 h 7073"/>
                        <a:gd name="connsiteX3" fmla="*/ 2379 w 5947"/>
                        <a:gd name="connsiteY3" fmla="*/ 5947 h 7073"/>
                        <a:gd name="connsiteX4" fmla="*/ 3568 w 5947"/>
                        <a:gd name="connsiteY4" fmla="*/ 3568 h 7073"/>
                        <a:gd name="connsiteX5" fmla="*/ 5947 w 5947"/>
                        <a:gd name="connsiteY5" fmla="*/ 1190 h 7073"/>
                        <a:gd name="connsiteX6" fmla="*/ 4758 w 5947"/>
                        <a:gd name="connsiteY6" fmla="*/ 0 h 7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947" h="7073">
                          <a:moveTo>
                            <a:pt x="4758" y="0"/>
                          </a:moveTo>
                          <a:cubicBezTo>
                            <a:pt x="3568" y="0"/>
                            <a:pt x="3568" y="1190"/>
                            <a:pt x="2379" y="1190"/>
                          </a:cubicBezTo>
                          <a:cubicBezTo>
                            <a:pt x="1189" y="1190"/>
                            <a:pt x="0" y="1190"/>
                            <a:pt x="0" y="2379"/>
                          </a:cubicBezTo>
                          <a:cubicBezTo>
                            <a:pt x="0" y="3568"/>
                            <a:pt x="0" y="9516"/>
                            <a:pt x="2379" y="5947"/>
                          </a:cubicBezTo>
                          <a:cubicBezTo>
                            <a:pt x="2379" y="5947"/>
                            <a:pt x="2379" y="3568"/>
                            <a:pt x="3568" y="3568"/>
                          </a:cubicBezTo>
                          <a:cubicBezTo>
                            <a:pt x="4758" y="3568"/>
                            <a:pt x="5947" y="2379"/>
                            <a:pt x="5947" y="1190"/>
                          </a:cubicBezTo>
                          <a:cubicBezTo>
                            <a:pt x="4758" y="1190"/>
                            <a:pt x="5947" y="0"/>
                            <a:pt x="475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4" name="Freeform 583">
                      <a:extLst>
                        <a:ext uri="{FF2B5EF4-FFF2-40B4-BE49-F238E27FC236}">
                          <a16:creationId xmlns:a16="http://schemas.microsoft.com/office/drawing/2014/main" id="{1C03CCEE-F5FD-D545-E59B-C4338F4A27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9080" y="1549911"/>
                      <a:ext cx="35450" cy="28141"/>
                    </a:xfrm>
                    <a:custGeom>
                      <a:avLst/>
                      <a:gdLst>
                        <a:gd name="connsiteX0" fmla="*/ 2379 w 35450"/>
                        <a:gd name="connsiteY0" fmla="*/ 19031 h 28141"/>
                        <a:gd name="connsiteX1" fmla="*/ 14273 w 35450"/>
                        <a:gd name="connsiteY1" fmla="*/ 19031 h 28141"/>
                        <a:gd name="connsiteX2" fmla="*/ 20221 w 35450"/>
                        <a:gd name="connsiteY2" fmla="*/ 23789 h 28141"/>
                        <a:gd name="connsiteX3" fmla="*/ 30925 w 35450"/>
                        <a:gd name="connsiteY3" fmla="*/ 27357 h 28141"/>
                        <a:gd name="connsiteX4" fmla="*/ 34493 w 35450"/>
                        <a:gd name="connsiteY4" fmla="*/ 17842 h 28141"/>
                        <a:gd name="connsiteX5" fmla="*/ 29736 w 35450"/>
                        <a:gd name="connsiteY5" fmla="*/ 11894 h 28141"/>
                        <a:gd name="connsiteX6" fmla="*/ 30925 w 35450"/>
                        <a:gd name="connsiteY6" fmla="*/ 7137 h 28141"/>
                        <a:gd name="connsiteX7" fmla="*/ 23789 w 35450"/>
                        <a:gd name="connsiteY7" fmla="*/ 0 h 28141"/>
                        <a:gd name="connsiteX8" fmla="*/ 20221 w 35450"/>
                        <a:gd name="connsiteY8" fmla="*/ 3568 h 28141"/>
                        <a:gd name="connsiteX9" fmla="*/ 11894 w 35450"/>
                        <a:gd name="connsiteY9" fmla="*/ 0 h 28141"/>
                        <a:gd name="connsiteX10" fmla="*/ 7136 w 35450"/>
                        <a:gd name="connsiteY10" fmla="*/ 3568 h 28141"/>
                        <a:gd name="connsiteX11" fmla="*/ 0 w 35450"/>
                        <a:gd name="connsiteY11" fmla="*/ 4758 h 28141"/>
                        <a:gd name="connsiteX12" fmla="*/ 2379 w 35450"/>
                        <a:gd name="connsiteY12" fmla="*/ 19031 h 28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35450" h="28141">
                          <a:moveTo>
                            <a:pt x="2379" y="19031"/>
                          </a:moveTo>
                          <a:cubicBezTo>
                            <a:pt x="4757" y="19031"/>
                            <a:pt x="10704" y="16652"/>
                            <a:pt x="14273" y="19031"/>
                          </a:cubicBezTo>
                          <a:cubicBezTo>
                            <a:pt x="14273" y="19031"/>
                            <a:pt x="16652" y="21410"/>
                            <a:pt x="20221" y="23789"/>
                          </a:cubicBezTo>
                          <a:cubicBezTo>
                            <a:pt x="23789" y="26168"/>
                            <a:pt x="27357" y="29736"/>
                            <a:pt x="30925" y="27357"/>
                          </a:cubicBezTo>
                          <a:cubicBezTo>
                            <a:pt x="34493" y="24978"/>
                            <a:pt x="36872" y="20220"/>
                            <a:pt x="34493" y="17842"/>
                          </a:cubicBezTo>
                          <a:cubicBezTo>
                            <a:pt x="33304" y="15463"/>
                            <a:pt x="28546" y="13084"/>
                            <a:pt x="29736" y="11894"/>
                          </a:cubicBezTo>
                          <a:cubicBezTo>
                            <a:pt x="30925" y="10705"/>
                            <a:pt x="32115" y="8326"/>
                            <a:pt x="30925" y="7137"/>
                          </a:cubicBezTo>
                          <a:cubicBezTo>
                            <a:pt x="29736" y="4758"/>
                            <a:pt x="26168" y="0"/>
                            <a:pt x="23789" y="0"/>
                          </a:cubicBezTo>
                          <a:cubicBezTo>
                            <a:pt x="22599" y="1190"/>
                            <a:pt x="21410" y="3568"/>
                            <a:pt x="20221" y="3568"/>
                          </a:cubicBezTo>
                          <a:cubicBezTo>
                            <a:pt x="19031" y="3568"/>
                            <a:pt x="14273" y="1190"/>
                            <a:pt x="11894" y="0"/>
                          </a:cubicBezTo>
                          <a:cubicBezTo>
                            <a:pt x="9515" y="0"/>
                            <a:pt x="8326" y="2379"/>
                            <a:pt x="7136" y="3568"/>
                          </a:cubicBezTo>
                          <a:cubicBezTo>
                            <a:pt x="5947" y="4758"/>
                            <a:pt x="1189" y="3568"/>
                            <a:pt x="0" y="4758"/>
                          </a:cubicBezTo>
                          <a:cubicBezTo>
                            <a:pt x="0" y="5947"/>
                            <a:pt x="0" y="19031"/>
                            <a:pt x="2379" y="1903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5" name="Freeform 584">
                      <a:extLst>
                        <a:ext uri="{FF2B5EF4-FFF2-40B4-BE49-F238E27FC236}">
                          <a16:creationId xmlns:a16="http://schemas.microsoft.com/office/drawing/2014/main" id="{F4F82519-CD93-3694-A536-4089EDBB70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6568" y="1630300"/>
                      <a:ext cx="8325" cy="11388"/>
                    </a:xfrm>
                    <a:custGeom>
                      <a:avLst/>
                      <a:gdLst>
                        <a:gd name="connsiteX0" fmla="*/ 2378 w 8325"/>
                        <a:gd name="connsiteY0" fmla="*/ 7629 h 11388"/>
                        <a:gd name="connsiteX1" fmla="*/ 5947 w 8325"/>
                        <a:gd name="connsiteY1" fmla="*/ 11198 h 11388"/>
                        <a:gd name="connsiteX2" fmla="*/ 8325 w 8325"/>
                        <a:gd name="connsiteY2" fmla="*/ 5250 h 11388"/>
                        <a:gd name="connsiteX3" fmla="*/ 5947 w 8325"/>
                        <a:gd name="connsiteY3" fmla="*/ 1682 h 11388"/>
                        <a:gd name="connsiteX4" fmla="*/ 3568 w 8325"/>
                        <a:gd name="connsiteY4" fmla="*/ 493 h 11388"/>
                        <a:gd name="connsiteX5" fmla="*/ 0 w 8325"/>
                        <a:gd name="connsiteY5" fmla="*/ 4061 h 11388"/>
                        <a:gd name="connsiteX6" fmla="*/ 2378 w 8325"/>
                        <a:gd name="connsiteY6" fmla="*/ 7629 h 113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325" h="11388">
                          <a:moveTo>
                            <a:pt x="2378" y="7629"/>
                          </a:moveTo>
                          <a:cubicBezTo>
                            <a:pt x="2378" y="7629"/>
                            <a:pt x="4757" y="12387"/>
                            <a:pt x="5947" y="11198"/>
                          </a:cubicBezTo>
                          <a:cubicBezTo>
                            <a:pt x="7136" y="10008"/>
                            <a:pt x="8325" y="7629"/>
                            <a:pt x="8325" y="5250"/>
                          </a:cubicBezTo>
                          <a:cubicBezTo>
                            <a:pt x="8325" y="2872"/>
                            <a:pt x="7136" y="1682"/>
                            <a:pt x="5947" y="1682"/>
                          </a:cubicBezTo>
                          <a:cubicBezTo>
                            <a:pt x="4757" y="493"/>
                            <a:pt x="4757" y="-697"/>
                            <a:pt x="3568" y="493"/>
                          </a:cubicBezTo>
                          <a:cubicBezTo>
                            <a:pt x="2378" y="1682"/>
                            <a:pt x="0" y="2872"/>
                            <a:pt x="0" y="4061"/>
                          </a:cubicBezTo>
                          <a:cubicBezTo>
                            <a:pt x="1189" y="5250"/>
                            <a:pt x="2378" y="6440"/>
                            <a:pt x="2378" y="76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6" name="Freeform 585">
                      <a:extLst>
                        <a:ext uri="{FF2B5EF4-FFF2-40B4-BE49-F238E27FC236}">
                          <a16:creationId xmlns:a16="http://schemas.microsoft.com/office/drawing/2014/main" id="{3E5BDAE9-E0BC-980E-74DB-37EDD673B3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8633" y="1635361"/>
                      <a:ext cx="9046" cy="12272"/>
                    </a:xfrm>
                    <a:custGeom>
                      <a:avLst/>
                      <a:gdLst>
                        <a:gd name="connsiteX0" fmla="*/ 4586 w 9046"/>
                        <a:gd name="connsiteY0" fmla="*/ 7326 h 12272"/>
                        <a:gd name="connsiteX1" fmla="*/ 8154 w 9046"/>
                        <a:gd name="connsiteY1" fmla="*/ 12084 h 12272"/>
                        <a:gd name="connsiteX2" fmla="*/ 8154 w 9046"/>
                        <a:gd name="connsiteY2" fmla="*/ 4947 h 12272"/>
                        <a:gd name="connsiteX3" fmla="*/ 2207 w 9046"/>
                        <a:gd name="connsiteY3" fmla="*/ 189 h 12272"/>
                        <a:gd name="connsiteX4" fmla="*/ 1018 w 9046"/>
                        <a:gd name="connsiteY4" fmla="*/ 3758 h 12272"/>
                        <a:gd name="connsiteX5" fmla="*/ 4586 w 9046"/>
                        <a:gd name="connsiteY5" fmla="*/ 7326 h 122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9046" h="12272">
                          <a:moveTo>
                            <a:pt x="4586" y="7326"/>
                          </a:moveTo>
                          <a:cubicBezTo>
                            <a:pt x="4586" y="8515"/>
                            <a:pt x="6965" y="13273"/>
                            <a:pt x="8154" y="12084"/>
                          </a:cubicBezTo>
                          <a:cubicBezTo>
                            <a:pt x="9344" y="10894"/>
                            <a:pt x="9344" y="6136"/>
                            <a:pt x="8154" y="4947"/>
                          </a:cubicBezTo>
                          <a:cubicBezTo>
                            <a:pt x="6965" y="3758"/>
                            <a:pt x="3397" y="-1000"/>
                            <a:pt x="2207" y="189"/>
                          </a:cubicBezTo>
                          <a:cubicBezTo>
                            <a:pt x="1018" y="189"/>
                            <a:pt x="-1361" y="189"/>
                            <a:pt x="1018" y="3758"/>
                          </a:cubicBezTo>
                          <a:cubicBezTo>
                            <a:pt x="1018" y="2568"/>
                            <a:pt x="4586" y="6136"/>
                            <a:pt x="4586" y="732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7" name="Freeform 586">
                      <a:extLst>
                        <a:ext uri="{FF2B5EF4-FFF2-40B4-BE49-F238E27FC236}">
                          <a16:creationId xmlns:a16="http://schemas.microsoft.com/office/drawing/2014/main" id="{04A47C9D-AFD0-708C-5255-FE800176C5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0841" y="1626332"/>
                      <a:ext cx="4758" cy="8521"/>
                    </a:xfrm>
                    <a:custGeom>
                      <a:avLst/>
                      <a:gdLst>
                        <a:gd name="connsiteX0" fmla="*/ 2379 w 4758"/>
                        <a:gd name="connsiteY0" fmla="*/ 6839 h 8521"/>
                        <a:gd name="connsiteX1" fmla="*/ 4758 w 4758"/>
                        <a:gd name="connsiteY1" fmla="*/ 8029 h 8521"/>
                        <a:gd name="connsiteX2" fmla="*/ 3569 w 4758"/>
                        <a:gd name="connsiteY2" fmla="*/ 3271 h 8521"/>
                        <a:gd name="connsiteX3" fmla="*/ 2379 w 4758"/>
                        <a:gd name="connsiteY3" fmla="*/ 892 h 8521"/>
                        <a:gd name="connsiteX4" fmla="*/ 0 w 4758"/>
                        <a:gd name="connsiteY4" fmla="*/ 892 h 8521"/>
                        <a:gd name="connsiteX5" fmla="*/ 2379 w 4758"/>
                        <a:gd name="connsiteY5" fmla="*/ 5650 h 8521"/>
                        <a:gd name="connsiteX6" fmla="*/ 2379 w 4758"/>
                        <a:gd name="connsiteY6" fmla="*/ 6839 h 85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758" h="8521">
                          <a:moveTo>
                            <a:pt x="2379" y="6839"/>
                          </a:moveTo>
                          <a:cubicBezTo>
                            <a:pt x="3569" y="8029"/>
                            <a:pt x="4758" y="9218"/>
                            <a:pt x="4758" y="8029"/>
                          </a:cubicBezTo>
                          <a:cubicBezTo>
                            <a:pt x="4758" y="6839"/>
                            <a:pt x="4758" y="3271"/>
                            <a:pt x="3569" y="3271"/>
                          </a:cubicBezTo>
                          <a:cubicBezTo>
                            <a:pt x="2379" y="2082"/>
                            <a:pt x="2379" y="2082"/>
                            <a:pt x="2379" y="892"/>
                          </a:cubicBezTo>
                          <a:cubicBezTo>
                            <a:pt x="2379" y="-297"/>
                            <a:pt x="0" y="-297"/>
                            <a:pt x="0" y="892"/>
                          </a:cubicBezTo>
                          <a:cubicBezTo>
                            <a:pt x="0" y="2082"/>
                            <a:pt x="0" y="3271"/>
                            <a:pt x="2379" y="5650"/>
                          </a:cubicBezTo>
                          <a:cubicBezTo>
                            <a:pt x="1190" y="5650"/>
                            <a:pt x="1190" y="6839"/>
                            <a:pt x="2379" y="68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8" name="Freeform 587">
                      <a:extLst>
                        <a:ext uri="{FF2B5EF4-FFF2-40B4-BE49-F238E27FC236}">
                          <a16:creationId xmlns:a16="http://schemas.microsoft.com/office/drawing/2014/main" id="{5E3C958E-78D2-B23B-34B4-43C60592C5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4409" y="1619764"/>
                      <a:ext cx="6439" cy="10082"/>
                    </a:xfrm>
                    <a:custGeom>
                      <a:avLst/>
                      <a:gdLst>
                        <a:gd name="connsiteX0" fmla="*/ 2378 w 6439"/>
                        <a:gd name="connsiteY0" fmla="*/ 5082 h 10082"/>
                        <a:gd name="connsiteX1" fmla="*/ 2378 w 6439"/>
                        <a:gd name="connsiteY1" fmla="*/ 7461 h 10082"/>
                        <a:gd name="connsiteX2" fmla="*/ 4757 w 6439"/>
                        <a:gd name="connsiteY2" fmla="*/ 9840 h 10082"/>
                        <a:gd name="connsiteX3" fmla="*/ 5947 w 6439"/>
                        <a:gd name="connsiteY3" fmla="*/ 6271 h 10082"/>
                        <a:gd name="connsiteX4" fmla="*/ 4757 w 6439"/>
                        <a:gd name="connsiteY4" fmla="*/ 2703 h 10082"/>
                        <a:gd name="connsiteX5" fmla="*/ 2378 w 6439"/>
                        <a:gd name="connsiteY5" fmla="*/ 324 h 10082"/>
                        <a:gd name="connsiteX6" fmla="*/ 0 w 6439"/>
                        <a:gd name="connsiteY6" fmla="*/ 2703 h 10082"/>
                        <a:gd name="connsiteX7" fmla="*/ 2378 w 6439"/>
                        <a:gd name="connsiteY7" fmla="*/ 5082 h 10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6439" h="10082">
                          <a:moveTo>
                            <a:pt x="2378" y="5082"/>
                          </a:moveTo>
                          <a:cubicBezTo>
                            <a:pt x="2378" y="5082"/>
                            <a:pt x="1189" y="6271"/>
                            <a:pt x="2378" y="7461"/>
                          </a:cubicBezTo>
                          <a:cubicBezTo>
                            <a:pt x="2378" y="7461"/>
                            <a:pt x="2378" y="11029"/>
                            <a:pt x="4757" y="9840"/>
                          </a:cubicBezTo>
                          <a:cubicBezTo>
                            <a:pt x="5947" y="8650"/>
                            <a:pt x="7136" y="7461"/>
                            <a:pt x="5947" y="6271"/>
                          </a:cubicBezTo>
                          <a:cubicBezTo>
                            <a:pt x="4757" y="5082"/>
                            <a:pt x="4757" y="3893"/>
                            <a:pt x="4757" y="2703"/>
                          </a:cubicBezTo>
                          <a:cubicBezTo>
                            <a:pt x="4757" y="1514"/>
                            <a:pt x="3568" y="-865"/>
                            <a:pt x="2378" y="324"/>
                          </a:cubicBezTo>
                          <a:cubicBezTo>
                            <a:pt x="1189" y="324"/>
                            <a:pt x="0" y="1514"/>
                            <a:pt x="0" y="2703"/>
                          </a:cubicBezTo>
                          <a:cubicBezTo>
                            <a:pt x="1189" y="3893"/>
                            <a:pt x="2378" y="5082"/>
                            <a:pt x="2378" y="508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9" name="Freeform 588">
                      <a:extLst>
                        <a:ext uri="{FF2B5EF4-FFF2-40B4-BE49-F238E27FC236}">
                          <a16:creationId xmlns:a16="http://schemas.microsoft.com/office/drawing/2014/main" id="{515D89ED-F511-97B3-17E2-1E41FE271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8726" y="1545451"/>
                      <a:ext cx="6476" cy="8028"/>
                    </a:xfrm>
                    <a:custGeom>
                      <a:avLst/>
                      <a:gdLst>
                        <a:gd name="connsiteX0" fmla="*/ 529 w 6476"/>
                        <a:gd name="connsiteY0" fmla="*/ 5650 h 8028"/>
                        <a:gd name="connsiteX1" fmla="*/ 4097 w 6476"/>
                        <a:gd name="connsiteY1" fmla="*/ 8029 h 8028"/>
                        <a:gd name="connsiteX2" fmla="*/ 6476 w 6476"/>
                        <a:gd name="connsiteY2" fmla="*/ 6839 h 8028"/>
                        <a:gd name="connsiteX3" fmla="*/ 5286 w 6476"/>
                        <a:gd name="connsiteY3" fmla="*/ 892 h 8028"/>
                        <a:gd name="connsiteX4" fmla="*/ 529 w 6476"/>
                        <a:gd name="connsiteY4" fmla="*/ 892 h 8028"/>
                        <a:gd name="connsiteX5" fmla="*/ 529 w 6476"/>
                        <a:gd name="connsiteY5" fmla="*/ 5650 h 80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476" h="8028">
                          <a:moveTo>
                            <a:pt x="529" y="5650"/>
                          </a:moveTo>
                          <a:cubicBezTo>
                            <a:pt x="1718" y="6839"/>
                            <a:pt x="2907" y="6839"/>
                            <a:pt x="4097" y="8029"/>
                          </a:cubicBezTo>
                          <a:cubicBezTo>
                            <a:pt x="4097" y="8029"/>
                            <a:pt x="6476" y="6839"/>
                            <a:pt x="6476" y="6839"/>
                          </a:cubicBezTo>
                          <a:cubicBezTo>
                            <a:pt x="6476" y="5650"/>
                            <a:pt x="6476" y="2081"/>
                            <a:pt x="5286" y="892"/>
                          </a:cubicBezTo>
                          <a:cubicBezTo>
                            <a:pt x="4097" y="-297"/>
                            <a:pt x="1718" y="-297"/>
                            <a:pt x="529" y="892"/>
                          </a:cubicBezTo>
                          <a:cubicBezTo>
                            <a:pt x="529" y="2081"/>
                            <a:pt x="-661" y="4460"/>
                            <a:pt x="529" y="565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0" name="Freeform 589">
                      <a:extLst>
                        <a:ext uri="{FF2B5EF4-FFF2-40B4-BE49-F238E27FC236}">
                          <a16:creationId xmlns:a16="http://schemas.microsoft.com/office/drawing/2014/main" id="{AC8109D0-7182-880D-1025-64EDEBF13D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8046" y="1541585"/>
                      <a:ext cx="8756" cy="4757"/>
                    </a:xfrm>
                    <a:custGeom>
                      <a:avLst/>
                      <a:gdLst>
                        <a:gd name="connsiteX0" fmla="*/ 4997 w 8756"/>
                        <a:gd name="connsiteY0" fmla="*/ 4758 h 4757"/>
                        <a:gd name="connsiteX1" fmla="*/ 8565 w 8756"/>
                        <a:gd name="connsiteY1" fmla="*/ 2379 h 4757"/>
                        <a:gd name="connsiteX2" fmla="*/ 3807 w 8756"/>
                        <a:gd name="connsiteY2" fmla="*/ 0 h 4757"/>
                        <a:gd name="connsiteX3" fmla="*/ 239 w 8756"/>
                        <a:gd name="connsiteY3" fmla="*/ 2379 h 4757"/>
                        <a:gd name="connsiteX4" fmla="*/ 4997 w 8756"/>
                        <a:gd name="connsiteY4" fmla="*/ 4758 h 47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756" h="4757">
                          <a:moveTo>
                            <a:pt x="4997" y="4758"/>
                          </a:moveTo>
                          <a:cubicBezTo>
                            <a:pt x="4997" y="4758"/>
                            <a:pt x="9755" y="3568"/>
                            <a:pt x="8565" y="2379"/>
                          </a:cubicBezTo>
                          <a:cubicBezTo>
                            <a:pt x="8565" y="0"/>
                            <a:pt x="4997" y="0"/>
                            <a:pt x="3807" y="0"/>
                          </a:cubicBezTo>
                          <a:cubicBezTo>
                            <a:pt x="2618" y="0"/>
                            <a:pt x="-950" y="1189"/>
                            <a:pt x="239" y="2379"/>
                          </a:cubicBezTo>
                          <a:cubicBezTo>
                            <a:pt x="1428" y="2379"/>
                            <a:pt x="1428" y="4758"/>
                            <a:pt x="4997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1" name="Freeform 590">
                      <a:extLst>
                        <a:ext uri="{FF2B5EF4-FFF2-40B4-BE49-F238E27FC236}">
                          <a16:creationId xmlns:a16="http://schemas.microsoft.com/office/drawing/2014/main" id="{E42CEFAA-8D4C-9416-3D5A-6476361926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8182" y="1543964"/>
                      <a:ext cx="6514" cy="6271"/>
                    </a:xfrm>
                    <a:custGeom>
                      <a:avLst/>
                      <a:gdLst>
                        <a:gd name="connsiteX0" fmla="*/ 3893 w 6514"/>
                        <a:gd name="connsiteY0" fmla="*/ 5947 h 6271"/>
                        <a:gd name="connsiteX1" fmla="*/ 6272 w 6514"/>
                        <a:gd name="connsiteY1" fmla="*/ 3568 h 6271"/>
                        <a:gd name="connsiteX2" fmla="*/ 2703 w 6514"/>
                        <a:gd name="connsiteY2" fmla="*/ 0 h 6271"/>
                        <a:gd name="connsiteX3" fmla="*/ 324 w 6514"/>
                        <a:gd name="connsiteY3" fmla="*/ 3568 h 6271"/>
                        <a:gd name="connsiteX4" fmla="*/ 3893 w 6514"/>
                        <a:gd name="connsiteY4" fmla="*/ 5947 h 62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514" h="6271">
                          <a:moveTo>
                            <a:pt x="3893" y="5947"/>
                          </a:moveTo>
                          <a:cubicBezTo>
                            <a:pt x="3893" y="5947"/>
                            <a:pt x="7461" y="4758"/>
                            <a:pt x="6272" y="3568"/>
                          </a:cubicBezTo>
                          <a:cubicBezTo>
                            <a:pt x="6272" y="2379"/>
                            <a:pt x="3893" y="0"/>
                            <a:pt x="2703" y="0"/>
                          </a:cubicBezTo>
                          <a:cubicBezTo>
                            <a:pt x="1514" y="0"/>
                            <a:pt x="-866" y="2379"/>
                            <a:pt x="324" y="3568"/>
                          </a:cubicBezTo>
                          <a:cubicBezTo>
                            <a:pt x="1514" y="4758"/>
                            <a:pt x="324" y="7137"/>
                            <a:pt x="3893" y="594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2" name="Freeform 591">
                      <a:extLst>
                        <a:ext uri="{FF2B5EF4-FFF2-40B4-BE49-F238E27FC236}">
                          <a16:creationId xmlns:a16="http://schemas.microsoft.com/office/drawing/2014/main" id="{1FA2662F-01A8-4FB8-3034-BD442C2DC9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66513" y="1619852"/>
                      <a:ext cx="40073" cy="37464"/>
                    </a:xfrm>
                    <a:custGeom>
                      <a:avLst/>
                      <a:gdLst>
                        <a:gd name="connsiteX0" fmla="*/ 12250 w 40073"/>
                        <a:gd name="connsiteY0" fmla="*/ 32351 h 37464"/>
                        <a:gd name="connsiteX1" fmla="*/ 24145 w 40073"/>
                        <a:gd name="connsiteY1" fmla="*/ 34730 h 37464"/>
                        <a:gd name="connsiteX2" fmla="*/ 34849 w 40073"/>
                        <a:gd name="connsiteY2" fmla="*/ 35919 h 37464"/>
                        <a:gd name="connsiteX3" fmla="*/ 37228 w 40073"/>
                        <a:gd name="connsiteY3" fmla="*/ 29972 h 37464"/>
                        <a:gd name="connsiteX4" fmla="*/ 39607 w 40073"/>
                        <a:gd name="connsiteY4" fmla="*/ 26404 h 37464"/>
                        <a:gd name="connsiteX5" fmla="*/ 37228 w 40073"/>
                        <a:gd name="connsiteY5" fmla="*/ 19267 h 37464"/>
                        <a:gd name="connsiteX6" fmla="*/ 36039 w 40073"/>
                        <a:gd name="connsiteY6" fmla="*/ 12131 h 37464"/>
                        <a:gd name="connsiteX7" fmla="*/ 31281 w 40073"/>
                        <a:gd name="connsiteY7" fmla="*/ 4994 h 37464"/>
                        <a:gd name="connsiteX8" fmla="*/ 28902 w 40073"/>
                        <a:gd name="connsiteY8" fmla="*/ 236 h 37464"/>
                        <a:gd name="connsiteX9" fmla="*/ 18197 w 40073"/>
                        <a:gd name="connsiteY9" fmla="*/ 4994 h 37464"/>
                        <a:gd name="connsiteX10" fmla="*/ 9871 w 40073"/>
                        <a:gd name="connsiteY10" fmla="*/ 8562 h 37464"/>
                        <a:gd name="connsiteX11" fmla="*/ 2734 w 40073"/>
                        <a:gd name="connsiteY11" fmla="*/ 9752 h 37464"/>
                        <a:gd name="connsiteX12" fmla="*/ 5113 w 40073"/>
                        <a:gd name="connsiteY12" fmla="*/ 19267 h 37464"/>
                        <a:gd name="connsiteX13" fmla="*/ 8681 w 40073"/>
                        <a:gd name="connsiteY13" fmla="*/ 24025 h 37464"/>
                        <a:gd name="connsiteX14" fmla="*/ 356 w 40073"/>
                        <a:gd name="connsiteY14" fmla="*/ 27593 h 37464"/>
                        <a:gd name="connsiteX15" fmla="*/ 12250 w 40073"/>
                        <a:gd name="connsiteY15" fmla="*/ 32351 h 374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0073" h="37464">
                          <a:moveTo>
                            <a:pt x="12250" y="32351"/>
                          </a:moveTo>
                          <a:cubicBezTo>
                            <a:pt x="12250" y="32351"/>
                            <a:pt x="21766" y="33540"/>
                            <a:pt x="24145" y="34730"/>
                          </a:cubicBezTo>
                          <a:cubicBezTo>
                            <a:pt x="26523" y="35919"/>
                            <a:pt x="33660" y="39488"/>
                            <a:pt x="34849" y="35919"/>
                          </a:cubicBezTo>
                          <a:cubicBezTo>
                            <a:pt x="36039" y="32351"/>
                            <a:pt x="34849" y="29972"/>
                            <a:pt x="37228" y="29972"/>
                          </a:cubicBezTo>
                          <a:cubicBezTo>
                            <a:pt x="39607" y="29972"/>
                            <a:pt x="40796" y="27593"/>
                            <a:pt x="39607" y="26404"/>
                          </a:cubicBezTo>
                          <a:cubicBezTo>
                            <a:pt x="38417" y="25214"/>
                            <a:pt x="37228" y="22836"/>
                            <a:pt x="37228" y="19267"/>
                          </a:cubicBezTo>
                          <a:cubicBezTo>
                            <a:pt x="37228" y="15699"/>
                            <a:pt x="37228" y="14510"/>
                            <a:pt x="36039" y="12131"/>
                          </a:cubicBezTo>
                          <a:cubicBezTo>
                            <a:pt x="33660" y="9752"/>
                            <a:pt x="31281" y="7373"/>
                            <a:pt x="31281" y="4994"/>
                          </a:cubicBezTo>
                          <a:cubicBezTo>
                            <a:pt x="31281" y="2615"/>
                            <a:pt x="32470" y="-953"/>
                            <a:pt x="28902" y="236"/>
                          </a:cubicBezTo>
                          <a:cubicBezTo>
                            <a:pt x="25334" y="1426"/>
                            <a:pt x="21766" y="3805"/>
                            <a:pt x="18197" y="4994"/>
                          </a:cubicBezTo>
                          <a:cubicBezTo>
                            <a:pt x="15818" y="4994"/>
                            <a:pt x="13439" y="8562"/>
                            <a:pt x="9871" y="8562"/>
                          </a:cubicBezTo>
                          <a:cubicBezTo>
                            <a:pt x="5113" y="8562"/>
                            <a:pt x="2734" y="8562"/>
                            <a:pt x="2734" y="9752"/>
                          </a:cubicBezTo>
                          <a:cubicBezTo>
                            <a:pt x="1545" y="10941"/>
                            <a:pt x="2734" y="16888"/>
                            <a:pt x="5113" y="19267"/>
                          </a:cubicBezTo>
                          <a:cubicBezTo>
                            <a:pt x="7492" y="20457"/>
                            <a:pt x="11060" y="22836"/>
                            <a:pt x="8681" y="24025"/>
                          </a:cubicBezTo>
                          <a:cubicBezTo>
                            <a:pt x="7492" y="26404"/>
                            <a:pt x="356" y="25214"/>
                            <a:pt x="356" y="27593"/>
                          </a:cubicBezTo>
                          <a:cubicBezTo>
                            <a:pt x="356" y="29972"/>
                            <a:pt x="-3213" y="33540"/>
                            <a:pt x="12250" y="3235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3" name="Freeform 592">
                      <a:extLst>
                        <a:ext uri="{FF2B5EF4-FFF2-40B4-BE49-F238E27FC236}">
                          <a16:creationId xmlns:a16="http://schemas.microsoft.com/office/drawing/2014/main" id="{49442763-06C4-9FF7-8EFC-95B83FB63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6111" y="1482979"/>
                      <a:ext cx="80766" cy="53848"/>
                    </a:xfrm>
                    <a:custGeom>
                      <a:avLst/>
                      <a:gdLst>
                        <a:gd name="connsiteX0" fmla="*/ 981 w 80766"/>
                        <a:gd name="connsiteY0" fmla="*/ 53849 h 53848"/>
                        <a:gd name="connsiteX1" fmla="*/ 14064 w 80766"/>
                        <a:gd name="connsiteY1" fmla="*/ 45523 h 53848"/>
                        <a:gd name="connsiteX2" fmla="*/ 22391 w 80766"/>
                        <a:gd name="connsiteY2" fmla="*/ 41954 h 53848"/>
                        <a:gd name="connsiteX3" fmla="*/ 29528 w 80766"/>
                        <a:gd name="connsiteY3" fmla="*/ 44333 h 53848"/>
                        <a:gd name="connsiteX4" fmla="*/ 37853 w 80766"/>
                        <a:gd name="connsiteY4" fmla="*/ 44333 h 53848"/>
                        <a:gd name="connsiteX5" fmla="*/ 46179 w 80766"/>
                        <a:gd name="connsiteY5" fmla="*/ 41954 h 53848"/>
                        <a:gd name="connsiteX6" fmla="*/ 58074 w 80766"/>
                        <a:gd name="connsiteY6" fmla="*/ 41954 h 53848"/>
                        <a:gd name="connsiteX7" fmla="*/ 65211 w 80766"/>
                        <a:gd name="connsiteY7" fmla="*/ 38386 h 53848"/>
                        <a:gd name="connsiteX8" fmla="*/ 75915 w 80766"/>
                        <a:gd name="connsiteY8" fmla="*/ 39576 h 53848"/>
                        <a:gd name="connsiteX9" fmla="*/ 79483 w 80766"/>
                        <a:gd name="connsiteY9" fmla="*/ 36007 h 53848"/>
                        <a:gd name="connsiteX10" fmla="*/ 72347 w 80766"/>
                        <a:gd name="connsiteY10" fmla="*/ 27681 h 53848"/>
                        <a:gd name="connsiteX11" fmla="*/ 62832 w 80766"/>
                        <a:gd name="connsiteY11" fmla="*/ 14597 h 53848"/>
                        <a:gd name="connsiteX12" fmla="*/ 46179 w 80766"/>
                        <a:gd name="connsiteY12" fmla="*/ 8650 h 53848"/>
                        <a:gd name="connsiteX13" fmla="*/ 37853 w 80766"/>
                        <a:gd name="connsiteY13" fmla="*/ 1514 h 53848"/>
                        <a:gd name="connsiteX14" fmla="*/ 28338 w 80766"/>
                        <a:gd name="connsiteY14" fmla="*/ 2703 h 53848"/>
                        <a:gd name="connsiteX15" fmla="*/ 18822 w 80766"/>
                        <a:gd name="connsiteY15" fmla="*/ 324 h 53848"/>
                        <a:gd name="connsiteX16" fmla="*/ 9307 w 80766"/>
                        <a:gd name="connsiteY16" fmla="*/ 15787 h 53848"/>
                        <a:gd name="connsiteX17" fmla="*/ 11686 w 80766"/>
                        <a:gd name="connsiteY17" fmla="*/ 27681 h 53848"/>
                        <a:gd name="connsiteX18" fmla="*/ 6928 w 80766"/>
                        <a:gd name="connsiteY18" fmla="*/ 36007 h 53848"/>
                        <a:gd name="connsiteX19" fmla="*/ 6928 w 80766"/>
                        <a:gd name="connsiteY19" fmla="*/ 41954 h 53848"/>
                        <a:gd name="connsiteX20" fmla="*/ 981 w 80766"/>
                        <a:gd name="connsiteY20" fmla="*/ 53849 h 538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80766" h="53848">
                          <a:moveTo>
                            <a:pt x="981" y="53849"/>
                          </a:moveTo>
                          <a:cubicBezTo>
                            <a:pt x="4549" y="53849"/>
                            <a:pt x="10496" y="49091"/>
                            <a:pt x="14064" y="45523"/>
                          </a:cubicBezTo>
                          <a:cubicBezTo>
                            <a:pt x="16443" y="41954"/>
                            <a:pt x="17633" y="40765"/>
                            <a:pt x="22391" y="41954"/>
                          </a:cubicBezTo>
                          <a:cubicBezTo>
                            <a:pt x="27149" y="43144"/>
                            <a:pt x="29528" y="44333"/>
                            <a:pt x="29528" y="44333"/>
                          </a:cubicBezTo>
                          <a:cubicBezTo>
                            <a:pt x="29528" y="44333"/>
                            <a:pt x="35475" y="45523"/>
                            <a:pt x="37853" y="44333"/>
                          </a:cubicBezTo>
                          <a:cubicBezTo>
                            <a:pt x="40232" y="43144"/>
                            <a:pt x="42611" y="41954"/>
                            <a:pt x="46179" y="41954"/>
                          </a:cubicBezTo>
                          <a:cubicBezTo>
                            <a:pt x="49747" y="41954"/>
                            <a:pt x="55695" y="43144"/>
                            <a:pt x="58074" y="41954"/>
                          </a:cubicBezTo>
                          <a:cubicBezTo>
                            <a:pt x="60453" y="40765"/>
                            <a:pt x="61642" y="38386"/>
                            <a:pt x="65211" y="38386"/>
                          </a:cubicBezTo>
                          <a:cubicBezTo>
                            <a:pt x="68779" y="38386"/>
                            <a:pt x="73536" y="40765"/>
                            <a:pt x="75915" y="39576"/>
                          </a:cubicBezTo>
                          <a:cubicBezTo>
                            <a:pt x="78294" y="38386"/>
                            <a:pt x="83052" y="38386"/>
                            <a:pt x="79483" y="36007"/>
                          </a:cubicBezTo>
                          <a:cubicBezTo>
                            <a:pt x="77105" y="33628"/>
                            <a:pt x="72347" y="31249"/>
                            <a:pt x="72347" y="27681"/>
                          </a:cubicBezTo>
                          <a:cubicBezTo>
                            <a:pt x="72347" y="25302"/>
                            <a:pt x="67589" y="18166"/>
                            <a:pt x="62832" y="14597"/>
                          </a:cubicBezTo>
                          <a:cubicBezTo>
                            <a:pt x="58074" y="11029"/>
                            <a:pt x="49747" y="9840"/>
                            <a:pt x="46179" y="8650"/>
                          </a:cubicBezTo>
                          <a:cubicBezTo>
                            <a:pt x="41422" y="7461"/>
                            <a:pt x="41422" y="2703"/>
                            <a:pt x="37853" y="1514"/>
                          </a:cubicBezTo>
                          <a:cubicBezTo>
                            <a:pt x="34285" y="1514"/>
                            <a:pt x="31906" y="3893"/>
                            <a:pt x="28338" y="2703"/>
                          </a:cubicBezTo>
                          <a:cubicBezTo>
                            <a:pt x="25959" y="1514"/>
                            <a:pt x="20012" y="-865"/>
                            <a:pt x="18822" y="324"/>
                          </a:cubicBezTo>
                          <a:cubicBezTo>
                            <a:pt x="17633" y="1514"/>
                            <a:pt x="8117" y="13408"/>
                            <a:pt x="9307" y="15787"/>
                          </a:cubicBezTo>
                          <a:cubicBezTo>
                            <a:pt x="10496" y="18166"/>
                            <a:pt x="11686" y="26492"/>
                            <a:pt x="11686" y="27681"/>
                          </a:cubicBezTo>
                          <a:cubicBezTo>
                            <a:pt x="11686" y="28871"/>
                            <a:pt x="6928" y="34818"/>
                            <a:pt x="6928" y="36007"/>
                          </a:cubicBezTo>
                          <a:cubicBezTo>
                            <a:pt x="6928" y="38386"/>
                            <a:pt x="9307" y="39576"/>
                            <a:pt x="6928" y="41954"/>
                          </a:cubicBezTo>
                          <a:cubicBezTo>
                            <a:pt x="4549" y="45523"/>
                            <a:pt x="-2587" y="53849"/>
                            <a:pt x="981" y="5384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4" name="Freeform 593">
                      <a:extLst>
                        <a:ext uri="{FF2B5EF4-FFF2-40B4-BE49-F238E27FC236}">
                          <a16:creationId xmlns:a16="http://schemas.microsoft.com/office/drawing/2014/main" id="{6C3220F7-D707-9A1B-64A5-E0C6369826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95519" y="1467543"/>
                      <a:ext cx="26118" cy="33717"/>
                    </a:xfrm>
                    <a:custGeom>
                      <a:avLst/>
                      <a:gdLst>
                        <a:gd name="connsiteX0" fmla="*/ 25626 w 26118"/>
                        <a:gd name="connsiteY0" fmla="*/ 18139 h 33717"/>
                        <a:gd name="connsiteX1" fmla="*/ 24437 w 26118"/>
                        <a:gd name="connsiteY1" fmla="*/ 12192 h 33717"/>
                        <a:gd name="connsiteX2" fmla="*/ 17300 w 26118"/>
                        <a:gd name="connsiteY2" fmla="*/ 5055 h 33717"/>
                        <a:gd name="connsiteX3" fmla="*/ 16111 w 26118"/>
                        <a:gd name="connsiteY3" fmla="*/ 297 h 33717"/>
                        <a:gd name="connsiteX4" fmla="*/ 5406 w 26118"/>
                        <a:gd name="connsiteY4" fmla="*/ 1487 h 33717"/>
                        <a:gd name="connsiteX5" fmla="*/ 648 w 26118"/>
                        <a:gd name="connsiteY5" fmla="*/ 9813 h 33717"/>
                        <a:gd name="connsiteX6" fmla="*/ 5406 w 26118"/>
                        <a:gd name="connsiteY6" fmla="*/ 16949 h 33717"/>
                        <a:gd name="connsiteX7" fmla="*/ 5406 w 26118"/>
                        <a:gd name="connsiteY7" fmla="*/ 22897 h 33717"/>
                        <a:gd name="connsiteX8" fmla="*/ 11353 w 26118"/>
                        <a:gd name="connsiteY8" fmla="*/ 25276 h 33717"/>
                        <a:gd name="connsiteX9" fmla="*/ 22058 w 26118"/>
                        <a:gd name="connsiteY9" fmla="*/ 33602 h 33717"/>
                        <a:gd name="connsiteX10" fmla="*/ 23247 w 26118"/>
                        <a:gd name="connsiteY10" fmla="*/ 25276 h 33717"/>
                        <a:gd name="connsiteX11" fmla="*/ 25626 w 26118"/>
                        <a:gd name="connsiteY11" fmla="*/ 18139 h 337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26118" h="33717">
                          <a:moveTo>
                            <a:pt x="25626" y="18139"/>
                          </a:moveTo>
                          <a:cubicBezTo>
                            <a:pt x="26815" y="15760"/>
                            <a:pt x="25626" y="13381"/>
                            <a:pt x="24437" y="12192"/>
                          </a:cubicBezTo>
                          <a:cubicBezTo>
                            <a:pt x="22058" y="11002"/>
                            <a:pt x="18490" y="7434"/>
                            <a:pt x="17300" y="5055"/>
                          </a:cubicBezTo>
                          <a:cubicBezTo>
                            <a:pt x="17300" y="2676"/>
                            <a:pt x="17300" y="297"/>
                            <a:pt x="16111" y="297"/>
                          </a:cubicBezTo>
                          <a:cubicBezTo>
                            <a:pt x="14921" y="297"/>
                            <a:pt x="7785" y="-892"/>
                            <a:pt x="5406" y="1487"/>
                          </a:cubicBezTo>
                          <a:cubicBezTo>
                            <a:pt x="3027" y="3866"/>
                            <a:pt x="-1731" y="7434"/>
                            <a:pt x="648" y="9813"/>
                          </a:cubicBezTo>
                          <a:cubicBezTo>
                            <a:pt x="3027" y="12192"/>
                            <a:pt x="5406" y="14571"/>
                            <a:pt x="5406" y="16949"/>
                          </a:cubicBezTo>
                          <a:cubicBezTo>
                            <a:pt x="5406" y="19328"/>
                            <a:pt x="3027" y="21707"/>
                            <a:pt x="5406" y="22897"/>
                          </a:cubicBezTo>
                          <a:cubicBezTo>
                            <a:pt x="7785" y="24086"/>
                            <a:pt x="10164" y="24086"/>
                            <a:pt x="11353" y="25276"/>
                          </a:cubicBezTo>
                          <a:cubicBezTo>
                            <a:pt x="12543" y="26465"/>
                            <a:pt x="18490" y="34791"/>
                            <a:pt x="22058" y="33602"/>
                          </a:cubicBezTo>
                          <a:cubicBezTo>
                            <a:pt x="24437" y="32412"/>
                            <a:pt x="22058" y="30033"/>
                            <a:pt x="23247" y="25276"/>
                          </a:cubicBezTo>
                          <a:cubicBezTo>
                            <a:pt x="22058" y="22897"/>
                            <a:pt x="24437" y="19328"/>
                            <a:pt x="25626" y="181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5" name="Freeform 594">
                      <a:extLst>
                        <a:ext uri="{FF2B5EF4-FFF2-40B4-BE49-F238E27FC236}">
                          <a16:creationId xmlns:a16="http://schemas.microsoft.com/office/drawing/2014/main" id="{27DCD09C-F8F7-9519-47AF-71201EFD89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0912" y="1665286"/>
                      <a:ext cx="17077" cy="17180"/>
                    </a:xfrm>
                    <a:custGeom>
                      <a:avLst/>
                      <a:gdLst>
                        <a:gd name="connsiteX0" fmla="*/ 189 w 17077"/>
                        <a:gd name="connsiteY0" fmla="*/ 10705 h 17180"/>
                        <a:gd name="connsiteX1" fmla="*/ 6137 w 17077"/>
                        <a:gd name="connsiteY1" fmla="*/ 16652 h 17180"/>
                        <a:gd name="connsiteX2" fmla="*/ 9705 w 17077"/>
                        <a:gd name="connsiteY2" fmla="*/ 16652 h 17180"/>
                        <a:gd name="connsiteX3" fmla="*/ 12084 w 17077"/>
                        <a:gd name="connsiteY3" fmla="*/ 13084 h 17180"/>
                        <a:gd name="connsiteX4" fmla="*/ 16841 w 17077"/>
                        <a:gd name="connsiteY4" fmla="*/ 9515 h 17180"/>
                        <a:gd name="connsiteX5" fmla="*/ 14463 w 17077"/>
                        <a:gd name="connsiteY5" fmla="*/ 4758 h 17180"/>
                        <a:gd name="connsiteX6" fmla="*/ 12084 w 17077"/>
                        <a:gd name="connsiteY6" fmla="*/ 0 h 17180"/>
                        <a:gd name="connsiteX7" fmla="*/ 9705 w 17077"/>
                        <a:gd name="connsiteY7" fmla="*/ 5947 h 17180"/>
                        <a:gd name="connsiteX8" fmla="*/ 7326 w 17077"/>
                        <a:gd name="connsiteY8" fmla="*/ 7137 h 17180"/>
                        <a:gd name="connsiteX9" fmla="*/ 4947 w 17077"/>
                        <a:gd name="connsiteY9" fmla="*/ 9515 h 17180"/>
                        <a:gd name="connsiteX10" fmla="*/ 189 w 17077"/>
                        <a:gd name="connsiteY10" fmla="*/ 10705 h 171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7077" h="17180">
                          <a:moveTo>
                            <a:pt x="189" y="10705"/>
                          </a:moveTo>
                          <a:cubicBezTo>
                            <a:pt x="1379" y="13084"/>
                            <a:pt x="2568" y="14273"/>
                            <a:pt x="6137" y="16652"/>
                          </a:cubicBezTo>
                          <a:cubicBezTo>
                            <a:pt x="6137" y="16652"/>
                            <a:pt x="8516" y="17842"/>
                            <a:pt x="9705" y="16652"/>
                          </a:cubicBezTo>
                          <a:cubicBezTo>
                            <a:pt x="10894" y="15463"/>
                            <a:pt x="9705" y="13084"/>
                            <a:pt x="12084" y="13084"/>
                          </a:cubicBezTo>
                          <a:cubicBezTo>
                            <a:pt x="14463" y="13084"/>
                            <a:pt x="18031" y="11894"/>
                            <a:pt x="16841" y="9515"/>
                          </a:cubicBezTo>
                          <a:cubicBezTo>
                            <a:pt x="15652" y="7137"/>
                            <a:pt x="14463" y="7137"/>
                            <a:pt x="14463" y="4758"/>
                          </a:cubicBezTo>
                          <a:cubicBezTo>
                            <a:pt x="14463" y="3568"/>
                            <a:pt x="13273" y="0"/>
                            <a:pt x="12084" y="0"/>
                          </a:cubicBezTo>
                          <a:cubicBezTo>
                            <a:pt x="10894" y="0"/>
                            <a:pt x="9705" y="5947"/>
                            <a:pt x="9705" y="5947"/>
                          </a:cubicBezTo>
                          <a:cubicBezTo>
                            <a:pt x="8516" y="5947"/>
                            <a:pt x="7326" y="7137"/>
                            <a:pt x="7326" y="7137"/>
                          </a:cubicBezTo>
                          <a:cubicBezTo>
                            <a:pt x="7326" y="7137"/>
                            <a:pt x="6137" y="8326"/>
                            <a:pt x="4947" y="9515"/>
                          </a:cubicBezTo>
                          <a:cubicBezTo>
                            <a:pt x="3758" y="10705"/>
                            <a:pt x="-1000" y="8326"/>
                            <a:pt x="189" y="1070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6" name="Freeform 595">
                      <a:extLst>
                        <a:ext uri="{FF2B5EF4-FFF2-40B4-BE49-F238E27FC236}">
                          <a16:creationId xmlns:a16="http://schemas.microsoft.com/office/drawing/2014/main" id="{E54E6852-9ADA-872F-9BA1-9E9713F80C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27252" y="1602246"/>
                      <a:ext cx="9860" cy="13083"/>
                    </a:xfrm>
                    <a:custGeom>
                      <a:avLst/>
                      <a:gdLst>
                        <a:gd name="connsiteX0" fmla="*/ 4861 w 9860"/>
                        <a:gd name="connsiteY0" fmla="*/ 10705 h 13083"/>
                        <a:gd name="connsiteX1" fmla="*/ 7240 w 9860"/>
                        <a:gd name="connsiteY1" fmla="*/ 13084 h 13083"/>
                        <a:gd name="connsiteX2" fmla="*/ 9618 w 9860"/>
                        <a:gd name="connsiteY2" fmla="*/ 9516 h 13083"/>
                        <a:gd name="connsiteX3" fmla="*/ 9618 w 9860"/>
                        <a:gd name="connsiteY3" fmla="*/ 4758 h 13083"/>
                        <a:gd name="connsiteX4" fmla="*/ 9618 w 9860"/>
                        <a:gd name="connsiteY4" fmla="*/ 0 h 13083"/>
                        <a:gd name="connsiteX5" fmla="*/ 103 w 9860"/>
                        <a:gd name="connsiteY5" fmla="*/ 7137 h 13083"/>
                        <a:gd name="connsiteX6" fmla="*/ 4861 w 9860"/>
                        <a:gd name="connsiteY6" fmla="*/ 10705 h 130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860" h="13083">
                          <a:moveTo>
                            <a:pt x="4861" y="10705"/>
                          </a:moveTo>
                          <a:cubicBezTo>
                            <a:pt x="4861" y="10705"/>
                            <a:pt x="4861" y="13084"/>
                            <a:pt x="7240" y="13084"/>
                          </a:cubicBezTo>
                          <a:cubicBezTo>
                            <a:pt x="7240" y="13084"/>
                            <a:pt x="10808" y="11894"/>
                            <a:pt x="9618" y="9516"/>
                          </a:cubicBezTo>
                          <a:cubicBezTo>
                            <a:pt x="8429" y="7137"/>
                            <a:pt x="8429" y="5947"/>
                            <a:pt x="9618" y="4758"/>
                          </a:cubicBezTo>
                          <a:cubicBezTo>
                            <a:pt x="9618" y="3568"/>
                            <a:pt x="9618" y="0"/>
                            <a:pt x="9618" y="0"/>
                          </a:cubicBezTo>
                          <a:cubicBezTo>
                            <a:pt x="8429" y="0"/>
                            <a:pt x="-1087" y="4758"/>
                            <a:pt x="103" y="7137"/>
                          </a:cubicBezTo>
                          <a:cubicBezTo>
                            <a:pt x="1292" y="10705"/>
                            <a:pt x="3671" y="10705"/>
                            <a:pt x="4861" y="1070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7" name="Freeform 596">
                      <a:extLst>
                        <a:ext uri="{FF2B5EF4-FFF2-40B4-BE49-F238E27FC236}">
                          <a16:creationId xmlns:a16="http://schemas.microsoft.com/office/drawing/2014/main" id="{A9DC1FED-CB86-99C9-0E6A-BA3F6EF02E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3916" y="1333301"/>
                      <a:ext cx="102320" cy="40573"/>
                    </a:xfrm>
                    <a:custGeom>
                      <a:avLst/>
                      <a:gdLst>
                        <a:gd name="connsiteX0" fmla="*/ 16480 w 102320"/>
                        <a:gd name="connsiteY0" fmla="*/ 22732 h 40573"/>
                        <a:gd name="connsiteX1" fmla="*/ 20049 w 102320"/>
                        <a:gd name="connsiteY1" fmla="*/ 28680 h 40573"/>
                        <a:gd name="connsiteX2" fmla="*/ 37890 w 102320"/>
                        <a:gd name="connsiteY2" fmla="*/ 35816 h 40573"/>
                        <a:gd name="connsiteX3" fmla="*/ 50974 w 102320"/>
                        <a:gd name="connsiteY3" fmla="*/ 35816 h 40573"/>
                        <a:gd name="connsiteX4" fmla="*/ 64058 w 102320"/>
                        <a:gd name="connsiteY4" fmla="*/ 40574 h 40573"/>
                        <a:gd name="connsiteX5" fmla="*/ 74763 w 102320"/>
                        <a:gd name="connsiteY5" fmla="*/ 37006 h 40573"/>
                        <a:gd name="connsiteX6" fmla="*/ 83089 w 102320"/>
                        <a:gd name="connsiteY6" fmla="*/ 39385 h 40573"/>
                        <a:gd name="connsiteX7" fmla="*/ 96173 w 102320"/>
                        <a:gd name="connsiteY7" fmla="*/ 31058 h 40573"/>
                        <a:gd name="connsiteX8" fmla="*/ 98552 w 102320"/>
                        <a:gd name="connsiteY8" fmla="*/ 22732 h 40573"/>
                        <a:gd name="connsiteX9" fmla="*/ 98552 w 102320"/>
                        <a:gd name="connsiteY9" fmla="*/ 12028 h 40573"/>
                        <a:gd name="connsiteX10" fmla="*/ 89036 w 102320"/>
                        <a:gd name="connsiteY10" fmla="*/ 7270 h 40573"/>
                        <a:gd name="connsiteX11" fmla="*/ 86657 w 102320"/>
                        <a:gd name="connsiteY11" fmla="*/ 133 h 40573"/>
                        <a:gd name="connsiteX12" fmla="*/ 79520 w 102320"/>
                        <a:gd name="connsiteY12" fmla="*/ 2512 h 40573"/>
                        <a:gd name="connsiteX13" fmla="*/ 70005 w 102320"/>
                        <a:gd name="connsiteY13" fmla="*/ 1323 h 40573"/>
                        <a:gd name="connsiteX14" fmla="*/ 49784 w 102320"/>
                        <a:gd name="connsiteY14" fmla="*/ 10838 h 40573"/>
                        <a:gd name="connsiteX15" fmla="*/ 45027 w 102320"/>
                        <a:gd name="connsiteY15" fmla="*/ 2512 h 40573"/>
                        <a:gd name="connsiteX16" fmla="*/ 35512 w 102320"/>
                        <a:gd name="connsiteY16" fmla="*/ 4891 h 40573"/>
                        <a:gd name="connsiteX17" fmla="*/ 29565 w 102320"/>
                        <a:gd name="connsiteY17" fmla="*/ 4891 h 40573"/>
                        <a:gd name="connsiteX18" fmla="*/ 23617 w 102320"/>
                        <a:gd name="connsiteY18" fmla="*/ 3702 h 40573"/>
                        <a:gd name="connsiteX19" fmla="*/ 20049 w 102320"/>
                        <a:gd name="connsiteY19" fmla="*/ 10838 h 40573"/>
                        <a:gd name="connsiteX20" fmla="*/ 12912 w 102320"/>
                        <a:gd name="connsiteY20" fmla="*/ 9649 h 40573"/>
                        <a:gd name="connsiteX21" fmla="*/ 5776 w 102320"/>
                        <a:gd name="connsiteY21" fmla="*/ 6080 h 40573"/>
                        <a:gd name="connsiteX22" fmla="*/ 2207 w 102320"/>
                        <a:gd name="connsiteY22" fmla="*/ 133 h 40573"/>
                        <a:gd name="connsiteX23" fmla="*/ 1018 w 102320"/>
                        <a:gd name="connsiteY23" fmla="*/ 8459 h 40573"/>
                        <a:gd name="connsiteX24" fmla="*/ 16480 w 102320"/>
                        <a:gd name="connsiteY24" fmla="*/ 22732 h 405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102320" h="40573">
                          <a:moveTo>
                            <a:pt x="16480" y="22732"/>
                          </a:moveTo>
                          <a:cubicBezTo>
                            <a:pt x="16480" y="25111"/>
                            <a:pt x="17670" y="27490"/>
                            <a:pt x="20049" y="28680"/>
                          </a:cubicBezTo>
                          <a:cubicBezTo>
                            <a:pt x="22428" y="29869"/>
                            <a:pt x="33133" y="35816"/>
                            <a:pt x="37890" y="35816"/>
                          </a:cubicBezTo>
                          <a:cubicBezTo>
                            <a:pt x="42648" y="35816"/>
                            <a:pt x="48595" y="33437"/>
                            <a:pt x="50974" y="35816"/>
                          </a:cubicBezTo>
                          <a:cubicBezTo>
                            <a:pt x="53353" y="38195"/>
                            <a:pt x="59301" y="40574"/>
                            <a:pt x="64058" y="40574"/>
                          </a:cubicBezTo>
                          <a:cubicBezTo>
                            <a:pt x="68816" y="40574"/>
                            <a:pt x="71195" y="35816"/>
                            <a:pt x="74763" y="37006"/>
                          </a:cubicBezTo>
                          <a:cubicBezTo>
                            <a:pt x="78331" y="38195"/>
                            <a:pt x="79520" y="41763"/>
                            <a:pt x="83089" y="39385"/>
                          </a:cubicBezTo>
                          <a:cubicBezTo>
                            <a:pt x="86657" y="37006"/>
                            <a:pt x="94984" y="34627"/>
                            <a:pt x="96173" y="31058"/>
                          </a:cubicBezTo>
                          <a:cubicBezTo>
                            <a:pt x="97362" y="27490"/>
                            <a:pt x="96173" y="25111"/>
                            <a:pt x="98552" y="22732"/>
                          </a:cubicBezTo>
                          <a:cubicBezTo>
                            <a:pt x="100931" y="20354"/>
                            <a:pt x="105688" y="14406"/>
                            <a:pt x="98552" y="12028"/>
                          </a:cubicBezTo>
                          <a:cubicBezTo>
                            <a:pt x="92605" y="9649"/>
                            <a:pt x="89036" y="8459"/>
                            <a:pt x="89036" y="7270"/>
                          </a:cubicBezTo>
                          <a:cubicBezTo>
                            <a:pt x="89036" y="6080"/>
                            <a:pt x="87847" y="-1056"/>
                            <a:pt x="86657" y="133"/>
                          </a:cubicBezTo>
                          <a:cubicBezTo>
                            <a:pt x="85468" y="1323"/>
                            <a:pt x="81899" y="3702"/>
                            <a:pt x="79520" y="2512"/>
                          </a:cubicBezTo>
                          <a:cubicBezTo>
                            <a:pt x="78331" y="1323"/>
                            <a:pt x="73573" y="133"/>
                            <a:pt x="70005" y="1323"/>
                          </a:cubicBezTo>
                          <a:cubicBezTo>
                            <a:pt x="66437" y="2512"/>
                            <a:pt x="52163" y="13217"/>
                            <a:pt x="49784" y="10838"/>
                          </a:cubicBezTo>
                          <a:cubicBezTo>
                            <a:pt x="47406" y="8459"/>
                            <a:pt x="48595" y="1323"/>
                            <a:pt x="45027" y="2512"/>
                          </a:cubicBezTo>
                          <a:cubicBezTo>
                            <a:pt x="41459" y="3702"/>
                            <a:pt x="41459" y="3702"/>
                            <a:pt x="35512" y="4891"/>
                          </a:cubicBezTo>
                          <a:cubicBezTo>
                            <a:pt x="35512" y="4891"/>
                            <a:pt x="30754" y="6080"/>
                            <a:pt x="29565" y="4891"/>
                          </a:cubicBezTo>
                          <a:cubicBezTo>
                            <a:pt x="28375" y="3702"/>
                            <a:pt x="23617" y="1323"/>
                            <a:pt x="23617" y="3702"/>
                          </a:cubicBezTo>
                          <a:cubicBezTo>
                            <a:pt x="23617" y="6080"/>
                            <a:pt x="22428" y="9649"/>
                            <a:pt x="20049" y="10838"/>
                          </a:cubicBezTo>
                          <a:cubicBezTo>
                            <a:pt x="18859" y="12028"/>
                            <a:pt x="16480" y="9649"/>
                            <a:pt x="12912" y="9649"/>
                          </a:cubicBezTo>
                          <a:cubicBezTo>
                            <a:pt x="9344" y="9649"/>
                            <a:pt x="6965" y="9649"/>
                            <a:pt x="5776" y="6080"/>
                          </a:cubicBezTo>
                          <a:cubicBezTo>
                            <a:pt x="4586" y="3702"/>
                            <a:pt x="4586" y="133"/>
                            <a:pt x="2207" y="133"/>
                          </a:cubicBezTo>
                          <a:cubicBezTo>
                            <a:pt x="1018" y="133"/>
                            <a:pt x="-1361" y="4891"/>
                            <a:pt x="1018" y="8459"/>
                          </a:cubicBezTo>
                          <a:cubicBezTo>
                            <a:pt x="6965" y="12028"/>
                            <a:pt x="16480" y="20354"/>
                            <a:pt x="16480" y="2273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8" name="Freeform 597">
                      <a:extLst>
                        <a:ext uri="{FF2B5EF4-FFF2-40B4-BE49-F238E27FC236}">
                          <a16:creationId xmlns:a16="http://schemas.microsoft.com/office/drawing/2014/main" id="{EB1ECA50-B554-918D-806C-EA2383A0C1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0751" y="1332657"/>
                      <a:ext cx="74557" cy="63200"/>
                    </a:xfrm>
                    <a:custGeom>
                      <a:avLst/>
                      <a:gdLst>
                        <a:gd name="connsiteX0" fmla="*/ 10922 w 74557"/>
                        <a:gd name="connsiteY0" fmla="*/ 13861 h 63200"/>
                        <a:gd name="connsiteX1" fmla="*/ 14490 w 74557"/>
                        <a:gd name="connsiteY1" fmla="*/ 19808 h 63200"/>
                        <a:gd name="connsiteX2" fmla="*/ 18059 w 74557"/>
                        <a:gd name="connsiteY2" fmla="*/ 25755 h 63200"/>
                        <a:gd name="connsiteX3" fmla="*/ 15680 w 74557"/>
                        <a:gd name="connsiteY3" fmla="*/ 40028 h 63200"/>
                        <a:gd name="connsiteX4" fmla="*/ 28764 w 74557"/>
                        <a:gd name="connsiteY4" fmla="*/ 51923 h 63200"/>
                        <a:gd name="connsiteX5" fmla="*/ 50174 w 74557"/>
                        <a:gd name="connsiteY5" fmla="*/ 62627 h 63200"/>
                        <a:gd name="connsiteX6" fmla="*/ 59689 w 74557"/>
                        <a:gd name="connsiteY6" fmla="*/ 59059 h 63200"/>
                        <a:gd name="connsiteX7" fmla="*/ 65636 w 74557"/>
                        <a:gd name="connsiteY7" fmla="*/ 62627 h 63200"/>
                        <a:gd name="connsiteX8" fmla="*/ 71583 w 74557"/>
                        <a:gd name="connsiteY8" fmla="*/ 54301 h 63200"/>
                        <a:gd name="connsiteX9" fmla="*/ 72773 w 74557"/>
                        <a:gd name="connsiteY9" fmla="*/ 48354 h 63200"/>
                        <a:gd name="connsiteX10" fmla="*/ 72773 w 74557"/>
                        <a:gd name="connsiteY10" fmla="*/ 34081 h 63200"/>
                        <a:gd name="connsiteX11" fmla="*/ 60879 w 74557"/>
                        <a:gd name="connsiteY11" fmla="*/ 22187 h 63200"/>
                        <a:gd name="connsiteX12" fmla="*/ 71583 w 74557"/>
                        <a:gd name="connsiteY12" fmla="*/ 15050 h 63200"/>
                        <a:gd name="connsiteX13" fmla="*/ 60879 w 74557"/>
                        <a:gd name="connsiteY13" fmla="*/ 10292 h 63200"/>
                        <a:gd name="connsiteX14" fmla="*/ 33522 w 74557"/>
                        <a:gd name="connsiteY14" fmla="*/ 7913 h 63200"/>
                        <a:gd name="connsiteX15" fmla="*/ 20438 w 74557"/>
                        <a:gd name="connsiteY15" fmla="*/ 777 h 63200"/>
                        <a:gd name="connsiteX16" fmla="*/ 217 w 74557"/>
                        <a:gd name="connsiteY16" fmla="*/ 1966 h 63200"/>
                        <a:gd name="connsiteX17" fmla="*/ 10922 w 74557"/>
                        <a:gd name="connsiteY17" fmla="*/ 13861 h 63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74557" h="63200">
                          <a:moveTo>
                            <a:pt x="10922" y="13861"/>
                          </a:moveTo>
                          <a:cubicBezTo>
                            <a:pt x="10922" y="17429"/>
                            <a:pt x="12111" y="18618"/>
                            <a:pt x="14490" y="19808"/>
                          </a:cubicBezTo>
                          <a:cubicBezTo>
                            <a:pt x="15680" y="20997"/>
                            <a:pt x="19249" y="20997"/>
                            <a:pt x="18059" y="25755"/>
                          </a:cubicBezTo>
                          <a:cubicBezTo>
                            <a:pt x="16870" y="30513"/>
                            <a:pt x="13301" y="35270"/>
                            <a:pt x="15680" y="40028"/>
                          </a:cubicBezTo>
                          <a:cubicBezTo>
                            <a:pt x="18059" y="43596"/>
                            <a:pt x="22817" y="48354"/>
                            <a:pt x="28764" y="51923"/>
                          </a:cubicBezTo>
                          <a:cubicBezTo>
                            <a:pt x="28764" y="51923"/>
                            <a:pt x="44226" y="66196"/>
                            <a:pt x="50174" y="62627"/>
                          </a:cubicBezTo>
                          <a:cubicBezTo>
                            <a:pt x="56121" y="59059"/>
                            <a:pt x="57311" y="57870"/>
                            <a:pt x="59689" y="59059"/>
                          </a:cubicBezTo>
                          <a:cubicBezTo>
                            <a:pt x="62068" y="60249"/>
                            <a:pt x="64447" y="63817"/>
                            <a:pt x="65636" y="62627"/>
                          </a:cubicBezTo>
                          <a:cubicBezTo>
                            <a:pt x="66826" y="60249"/>
                            <a:pt x="71583" y="56680"/>
                            <a:pt x="71583" y="54301"/>
                          </a:cubicBezTo>
                          <a:cubicBezTo>
                            <a:pt x="71583" y="51923"/>
                            <a:pt x="70394" y="49544"/>
                            <a:pt x="72773" y="48354"/>
                          </a:cubicBezTo>
                          <a:cubicBezTo>
                            <a:pt x="75152" y="45975"/>
                            <a:pt x="75152" y="35270"/>
                            <a:pt x="72773" y="34081"/>
                          </a:cubicBezTo>
                          <a:cubicBezTo>
                            <a:pt x="70394" y="32891"/>
                            <a:pt x="57311" y="26944"/>
                            <a:pt x="60879" y="22187"/>
                          </a:cubicBezTo>
                          <a:cubicBezTo>
                            <a:pt x="64447" y="17429"/>
                            <a:pt x="72773" y="17429"/>
                            <a:pt x="71583" y="15050"/>
                          </a:cubicBezTo>
                          <a:cubicBezTo>
                            <a:pt x="70394" y="12671"/>
                            <a:pt x="64447" y="11482"/>
                            <a:pt x="60879" y="10292"/>
                          </a:cubicBezTo>
                          <a:cubicBezTo>
                            <a:pt x="57311" y="10292"/>
                            <a:pt x="37090" y="11482"/>
                            <a:pt x="33522" y="7913"/>
                          </a:cubicBezTo>
                          <a:cubicBezTo>
                            <a:pt x="29953" y="4345"/>
                            <a:pt x="25196" y="777"/>
                            <a:pt x="20438" y="777"/>
                          </a:cubicBezTo>
                          <a:cubicBezTo>
                            <a:pt x="15680" y="777"/>
                            <a:pt x="-2161" y="-1602"/>
                            <a:pt x="217" y="1966"/>
                          </a:cubicBezTo>
                          <a:cubicBezTo>
                            <a:pt x="4975" y="5535"/>
                            <a:pt x="10922" y="10292"/>
                            <a:pt x="10922" y="1386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9" name="Freeform 598">
                      <a:extLst>
                        <a:ext uri="{FF2B5EF4-FFF2-40B4-BE49-F238E27FC236}">
                          <a16:creationId xmlns:a16="http://schemas.microsoft.com/office/drawing/2014/main" id="{3BA6A465-0ADA-0108-5453-A7AD02C06A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2597" y="1324051"/>
                      <a:ext cx="169902" cy="129836"/>
                    </a:xfrm>
                    <a:custGeom>
                      <a:avLst/>
                      <a:gdLst>
                        <a:gd name="connsiteX0" fmla="*/ 7269 w 169902"/>
                        <a:gd name="connsiteY0" fmla="*/ 55771 h 129836"/>
                        <a:gd name="connsiteX1" fmla="*/ 15595 w 169902"/>
                        <a:gd name="connsiteY1" fmla="*/ 60529 h 129836"/>
                        <a:gd name="connsiteX2" fmla="*/ 10838 w 169902"/>
                        <a:gd name="connsiteY2" fmla="*/ 66476 h 129836"/>
                        <a:gd name="connsiteX3" fmla="*/ 17974 w 169902"/>
                        <a:gd name="connsiteY3" fmla="*/ 71234 h 129836"/>
                        <a:gd name="connsiteX4" fmla="*/ 19163 w 169902"/>
                        <a:gd name="connsiteY4" fmla="*/ 78371 h 129836"/>
                        <a:gd name="connsiteX5" fmla="*/ 27489 w 169902"/>
                        <a:gd name="connsiteY5" fmla="*/ 81939 h 129836"/>
                        <a:gd name="connsiteX6" fmla="*/ 28679 w 169902"/>
                        <a:gd name="connsiteY6" fmla="*/ 87886 h 129836"/>
                        <a:gd name="connsiteX7" fmla="*/ 37005 w 169902"/>
                        <a:gd name="connsiteY7" fmla="*/ 90265 h 129836"/>
                        <a:gd name="connsiteX8" fmla="*/ 26300 w 169902"/>
                        <a:gd name="connsiteY8" fmla="*/ 96212 h 129836"/>
                        <a:gd name="connsiteX9" fmla="*/ 53657 w 169902"/>
                        <a:gd name="connsiteY9" fmla="*/ 114054 h 129836"/>
                        <a:gd name="connsiteX10" fmla="*/ 64362 w 169902"/>
                        <a:gd name="connsiteY10" fmla="*/ 116432 h 129836"/>
                        <a:gd name="connsiteX11" fmla="*/ 78635 w 169902"/>
                        <a:gd name="connsiteY11" fmla="*/ 129516 h 129836"/>
                        <a:gd name="connsiteX12" fmla="*/ 94098 w 169902"/>
                        <a:gd name="connsiteY12" fmla="*/ 125948 h 129836"/>
                        <a:gd name="connsiteX13" fmla="*/ 108371 w 169902"/>
                        <a:gd name="connsiteY13" fmla="*/ 128327 h 129836"/>
                        <a:gd name="connsiteX14" fmla="*/ 107182 w 169902"/>
                        <a:gd name="connsiteY14" fmla="*/ 116432 h 129836"/>
                        <a:gd name="connsiteX15" fmla="*/ 104803 w 169902"/>
                        <a:gd name="connsiteY15" fmla="*/ 110485 h 129836"/>
                        <a:gd name="connsiteX16" fmla="*/ 97666 w 169902"/>
                        <a:gd name="connsiteY16" fmla="*/ 104538 h 129836"/>
                        <a:gd name="connsiteX17" fmla="*/ 102424 w 169902"/>
                        <a:gd name="connsiteY17" fmla="*/ 102159 h 129836"/>
                        <a:gd name="connsiteX18" fmla="*/ 105993 w 169902"/>
                        <a:gd name="connsiteY18" fmla="*/ 108106 h 129836"/>
                        <a:gd name="connsiteX19" fmla="*/ 111940 w 169902"/>
                        <a:gd name="connsiteY19" fmla="*/ 109296 h 129836"/>
                        <a:gd name="connsiteX20" fmla="*/ 115508 w 169902"/>
                        <a:gd name="connsiteY20" fmla="*/ 114054 h 129836"/>
                        <a:gd name="connsiteX21" fmla="*/ 123834 w 169902"/>
                        <a:gd name="connsiteY21" fmla="*/ 99780 h 129836"/>
                        <a:gd name="connsiteX22" fmla="*/ 129781 w 169902"/>
                        <a:gd name="connsiteY22" fmla="*/ 91454 h 129836"/>
                        <a:gd name="connsiteX23" fmla="*/ 138107 w 169902"/>
                        <a:gd name="connsiteY23" fmla="*/ 86697 h 129836"/>
                        <a:gd name="connsiteX24" fmla="*/ 146433 w 169902"/>
                        <a:gd name="connsiteY24" fmla="*/ 83128 h 129836"/>
                        <a:gd name="connsiteX25" fmla="*/ 146433 w 169902"/>
                        <a:gd name="connsiteY25" fmla="*/ 87886 h 129836"/>
                        <a:gd name="connsiteX26" fmla="*/ 153570 w 169902"/>
                        <a:gd name="connsiteY26" fmla="*/ 89075 h 129836"/>
                        <a:gd name="connsiteX27" fmla="*/ 158327 w 169902"/>
                        <a:gd name="connsiteY27" fmla="*/ 87886 h 129836"/>
                        <a:gd name="connsiteX28" fmla="*/ 160706 w 169902"/>
                        <a:gd name="connsiteY28" fmla="*/ 80749 h 129836"/>
                        <a:gd name="connsiteX29" fmla="*/ 169033 w 169902"/>
                        <a:gd name="connsiteY29" fmla="*/ 72423 h 129836"/>
                        <a:gd name="connsiteX30" fmla="*/ 153570 w 169902"/>
                        <a:gd name="connsiteY30" fmla="*/ 75992 h 129836"/>
                        <a:gd name="connsiteX31" fmla="*/ 144054 w 169902"/>
                        <a:gd name="connsiteY31" fmla="*/ 70045 h 129836"/>
                        <a:gd name="connsiteX32" fmla="*/ 135728 w 169902"/>
                        <a:gd name="connsiteY32" fmla="*/ 68855 h 129836"/>
                        <a:gd name="connsiteX33" fmla="*/ 133349 w 169902"/>
                        <a:gd name="connsiteY33" fmla="*/ 64097 h 129836"/>
                        <a:gd name="connsiteX34" fmla="*/ 125023 w 169902"/>
                        <a:gd name="connsiteY34" fmla="*/ 59340 h 129836"/>
                        <a:gd name="connsiteX35" fmla="*/ 114318 w 169902"/>
                        <a:gd name="connsiteY35" fmla="*/ 47445 h 129836"/>
                        <a:gd name="connsiteX36" fmla="*/ 113129 w 169902"/>
                        <a:gd name="connsiteY36" fmla="*/ 36740 h 129836"/>
                        <a:gd name="connsiteX37" fmla="*/ 107182 w 169902"/>
                        <a:gd name="connsiteY37" fmla="*/ 31983 h 129836"/>
                        <a:gd name="connsiteX38" fmla="*/ 107182 w 169902"/>
                        <a:gd name="connsiteY38" fmla="*/ 27225 h 129836"/>
                        <a:gd name="connsiteX39" fmla="*/ 102424 w 169902"/>
                        <a:gd name="connsiteY39" fmla="*/ 23657 h 129836"/>
                        <a:gd name="connsiteX40" fmla="*/ 105993 w 169902"/>
                        <a:gd name="connsiteY40" fmla="*/ 12952 h 129836"/>
                        <a:gd name="connsiteX41" fmla="*/ 96477 w 169902"/>
                        <a:gd name="connsiteY41" fmla="*/ 7005 h 129836"/>
                        <a:gd name="connsiteX42" fmla="*/ 83393 w 169902"/>
                        <a:gd name="connsiteY42" fmla="*/ 5815 h 129836"/>
                        <a:gd name="connsiteX43" fmla="*/ 77446 w 169902"/>
                        <a:gd name="connsiteY43" fmla="*/ 1057 h 129836"/>
                        <a:gd name="connsiteX44" fmla="*/ 67931 w 169902"/>
                        <a:gd name="connsiteY44" fmla="*/ 1057 h 129836"/>
                        <a:gd name="connsiteX45" fmla="*/ 79825 w 169902"/>
                        <a:gd name="connsiteY45" fmla="*/ 12952 h 129836"/>
                        <a:gd name="connsiteX46" fmla="*/ 69120 w 169902"/>
                        <a:gd name="connsiteY46" fmla="*/ 10573 h 129836"/>
                        <a:gd name="connsiteX47" fmla="*/ 66741 w 169902"/>
                        <a:gd name="connsiteY47" fmla="*/ 20088 h 129836"/>
                        <a:gd name="connsiteX48" fmla="*/ 71499 w 169902"/>
                        <a:gd name="connsiteY48" fmla="*/ 28414 h 129836"/>
                        <a:gd name="connsiteX49" fmla="*/ 72688 w 169902"/>
                        <a:gd name="connsiteY49" fmla="*/ 35551 h 129836"/>
                        <a:gd name="connsiteX50" fmla="*/ 79825 w 169902"/>
                        <a:gd name="connsiteY50" fmla="*/ 47445 h 129836"/>
                        <a:gd name="connsiteX51" fmla="*/ 66741 w 169902"/>
                        <a:gd name="connsiteY51" fmla="*/ 45066 h 129836"/>
                        <a:gd name="connsiteX52" fmla="*/ 63173 w 169902"/>
                        <a:gd name="connsiteY52" fmla="*/ 34361 h 129836"/>
                        <a:gd name="connsiteX53" fmla="*/ 50089 w 169902"/>
                        <a:gd name="connsiteY53" fmla="*/ 34361 h 129836"/>
                        <a:gd name="connsiteX54" fmla="*/ 44142 w 169902"/>
                        <a:gd name="connsiteY54" fmla="*/ 22467 h 129836"/>
                        <a:gd name="connsiteX55" fmla="*/ 35816 w 169902"/>
                        <a:gd name="connsiteY55" fmla="*/ 21278 h 129836"/>
                        <a:gd name="connsiteX56" fmla="*/ 31058 w 169902"/>
                        <a:gd name="connsiteY56" fmla="*/ 17709 h 129836"/>
                        <a:gd name="connsiteX57" fmla="*/ 22732 w 169902"/>
                        <a:gd name="connsiteY57" fmla="*/ 14141 h 129836"/>
                        <a:gd name="connsiteX58" fmla="*/ 20353 w 169902"/>
                        <a:gd name="connsiteY58" fmla="*/ 9383 h 129836"/>
                        <a:gd name="connsiteX59" fmla="*/ 10838 w 169902"/>
                        <a:gd name="connsiteY59" fmla="*/ 17709 h 129836"/>
                        <a:gd name="connsiteX60" fmla="*/ 8459 w 169902"/>
                        <a:gd name="connsiteY60" fmla="*/ 36740 h 129836"/>
                        <a:gd name="connsiteX61" fmla="*/ 133 w 169902"/>
                        <a:gd name="connsiteY61" fmla="*/ 46256 h 129836"/>
                        <a:gd name="connsiteX62" fmla="*/ 7269 w 169902"/>
                        <a:gd name="connsiteY62" fmla="*/ 55771 h 1298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</a:cxnLst>
                      <a:rect l="l" t="t" r="r" b="b"/>
                      <a:pathLst>
                        <a:path w="169902" h="129836">
                          <a:moveTo>
                            <a:pt x="7269" y="55771"/>
                          </a:moveTo>
                          <a:cubicBezTo>
                            <a:pt x="7269" y="58150"/>
                            <a:pt x="17974" y="59340"/>
                            <a:pt x="15595" y="60529"/>
                          </a:cubicBezTo>
                          <a:cubicBezTo>
                            <a:pt x="13216" y="62908"/>
                            <a:pt x="8459" y="64097"/>
                            <a:pt x="10838" y="66476"/>
                          </a:cubicBezTo>
                          <a:cubicBezTo>
                            <a:pt x="13216" y="68855"/>
                            <a:pt x="17974" y="68855"/>
                            <a:pt x="17974" y="71234"/>
                          </a:cubicBezTo>
                          <a:cubicBezTo>
                            <a:pt x="17974" y="73613"/>
                            <a:pt x="15595" y="77181"/>
                            <a:pt x="19163" y="78371"/>
                          </a:cubicBezTo>
                          <a:cubicBezTo>
                            <a:pt x="22732" y="79560"/>
                            <a:pt x="27489" y="78371"/>
                            <a:pt x="27489" y="81939"/>
                          </a:cubicBezTo>
                          <a:cubicBezTo>
                            <a:pt x="27489" y="85507"/>
                            <a:pt x="25110" y="87886"/>
                            <a:pt x="28679" y="87886"/>
                          </a:cubicBezTo>
                          <a:cubicBezTo>
                            <a:pt x="32247" y="87886"/>
                            <a:pt x="38195" y="89075"/>
                            <a:pt x="37005" y="90265"/>
                          </a:cubicBezTo>
                          <a:cubicBezTo>
                            <a:pt x="35816" y="91454"/>
                            <a:pt x="22732" y="91454"/>
                            <a:pt x="26300" y="96212"/>
                          </a:cubicBezTo>
                          <a:cubicBezTo>
                            <a:pt x="28679" y="100970"/>
                            <a:pt x="48899" y="114054"/>
                            <a:pt x="53657" y="114054"/>
                          </a:cubicBezTo>
                          <a:cubicBezTo>
                            <a:pt x="58415" y="114054"/>
                            <a:pt x="61983" y="114054"/>
                            <a:pt x="64362" y="116432"/>
                          </a:cubicBezTo>
                          <a:cubicBezTo>
                            <a:pt x="66741" y="117622"/>
                            <a:pt x="70310" y="130706"/>
                            <a:pt x="78635" y="129516"/>
                          </a:cubicBezTo>
                          <a:cubicBezTo>
                            <a:pt x="86961" y="128327"/>
                            <a:pt x="90529" y="123569"/>
                            <a:pt x="94098" y="125948"/>
                          </a:cubicBezTo>
                          <a:cubicBezTo>
                            <a:pt x="97666" y="128327"/>
                            <a:pt x="105993" y="131895"/>
                            <a:pt x="108371" y="128327"/>
                          </a:cubicBezTo>
                          <a:cubicBezTo>
                            <a:pt x="109561" y="124758"/>
                            <a:pt x="108371" y="120001"/>
                            <a:pt x="107182" y="116432"/>
                          </a:cubicBezTo>
                          <a:cubicBezTo>
                            <a:pt x="105993" y="112864"/>
                            <a:pt x="108371" y="111675"/>
                            <a:pt x="104803" y="110485"/>
                          </a:cubicBezTo>
                          <a:cubicBezTo>
                            <a:pt x="102424" y="109296"/>
                            <a:pt x="96477" y="106917"/>
                            <a:pt x="97666" y="104538"/>
                          </a:cubicBezTo>
                          <a:cubicBezTo>
                            <a:pt x="98856" y="102159"/>
                            <a:pt x="100045" y="99780"/>
                            <a:pt x="102424" y="102159"/>
                          </a:cubicBezTo>
                          <a:cubicBezTo>
                            <a:pt x="104803" y="104538"/>
                            <a:pt x="103614" y="106917"/>
                            <a:pt x="105993" y="108106"/>
                          </a:cubicBezTo>
                          <a:cubicBezTo>
                            <a:pt x="108371" y="108106"/>
                            <a:pt x="110750" y="106917"/>
                            <a:pt x="111940" y="109296"/>
                          </a:cubicBezTo>
                          <a:cubicBezTo>
                            <a:pt x="113129" y="111675"/>
                            <a:pt x="111940" y="117622"/>
                            <a:pt x="115508" y="114054"/>
                          </a:cubicBezTo>
                          <a:cubicBezTo>
                            <a:pt x="119076" y="111675"/>
                            <a:pt x="123834" y="104538"/>
                            <a:pt x="123834" y="99780"/>
                          </a:cubicBezTo>
                          <a:cubicBezTo>
                            <a:pt x="123834" y="99780"/>
                            <a:pt x="128591" y="92644"/>
                            <a:pt x="129781" y="91454"/>
                          </a:cubicBezTo>
                          <a:cubicBezTo>
                            <a:pt x="130970" y="90265"/>
                            <a:pt x="136918" y="87886"/>
                            <a:pt x="138107" y="86697"/>
                          </a:cubicBezTo>
                          <a:cubicBezTo>
                            <a:pt x="139297" y="85507"/>
                            <a:pt x="146433" y="80749"/>
                            <a:pt x="146433" y="83128"/>
                          </a:cubicBezTo>
                          <a:cubicBezTo>
                            <a:pt x="146433" y="85507"/>
                            <a:pt x="145244" y="87886"/>
                            <a:pt x="146433" y="87886"/>
                          </a:cubicBezTo>
                          <a:cubicBezTo>
                            <a:pt x="147623" y="87886"/>
                            <a:pt x="152380" y="89075"/>
                            <a:pt x="153570" y="89075"/>
                          </a:cubicBezTo>
                          <a:cubicBezTo>
                            <a:pt x="153570" y="90265"/>
                            <a:pt x="158327" y="91454"/>
                            <a:pt x="158327" y="87886"/>
                          </a:cubicBezTo>
                          <a:cubicBezTo>
                            <a:pt x="158327" y="85507"/>
                            <a:pt x="157138" y="81939"/>
                            <a:pt x="160706" y="80749"/>
                          </a:cubicBezTo>
                          <a:cubicBezTo>
                            <a:pt x="164274" y="80749"/>
                            <a:pt x="172601" y="73613"/>
                            <a:pt x="169033" y="72423"/>
                          </a:cubicBezTo>
                          <a:cubicBezTo>
                            <a:pt x="165464" y="71234"/>
                            <a:pt x="155948" y="77181"/>
                            <a:pt x="153570" y="75992"/>
                          </a:cubicBezTo>
                          <a:cubicBezTo>
                            <a:pt x="151191" y="74802"/>
                            <a:pt x="146433" y="70045"/>
                            <a:pt x="144054" y="70045"/>
                          </a:cubicBezTo>
                          <a:cubicBezTo>
                            <a:pt x="142865" y="70045"/>
                            <a:pt x="136918" y="71234"/>
                            <a:pt x="135728" y="68855"/>
                          </a:cubicBezTo>
                          <a:cubicBezTo>
                            <a:pt x="134539" y="66476"/>
                            <a:pt x="135728" y="64097"/>
                            <a:pt x="133349" y="64097"/>
                          </a:cubicBezTo>
                          <a:cubicBezTo>
                            <a:pt x="130970" y="64097"/>
                            <a:pt x="126212" y="62908"/>
                            <a:pt x="125023" y="59340"/>
                          </a:cubicBezTo>
                          <a:cubicBezTo>
                            <a:pt x="122644" y="55771"/>
                            <a:pt x="113129" y="52203"/>
                            <a:pt x="114318" y="47445"/>
                          </a:cubicBezTo>
                          <a:cubicBezTo>
                            <a:pt x="115508" y="42688"/>
                            <a:pt x="115508" y="37930"/>
                            <a:pt x="113129" y="36740"/>
                          </a:cubicBezTo>
                          <a:cubicBezTo>
                            <a:pt x="110750" y="35551"/>
                            <a:pt x="107182" y="34361"/>
                            <a:pt x="107182" y="31983"/>
                          </a:cubicBezTo>
                          <a:cubicBezTo>
                            <a:pt x="107182" y="30793"/>
                            <a:pt x="109561" y="28414"/>
                            <a:pt x="107182" y="27225"/>
                          </a:cubicBezTo>
                          <a:cubicBezTo>
                            <a:pt x="104803" y="26035"/>
                            <a:pt x="101235" y="24846"/>
                            <a:pt x="102424" y="23657"/>
                          </a:cubicBezTo>
                          <a:cubicBezTo>
                            <a:pt x="104803" y="22467"/>
                            <a:pt x="107182" y="16520"/>
                            <a:pt x="105993" y="12952"/>
                          </a:cubicBezTo>
                          <a:cubicBezTo>
                            <a:pt x="103614" y="9383"/>
                            <a:pt x="101235" y="5815"/>
                            <a:pt x="96477" y="7005"/>
                          </a:cubicBezTo>
                          <a:cubicBezTo>
                            <a:pt x="91719" y="8194"/>
                            <a:pt x="85772" y="7005"/>
                            <a:pt x="83393" y="5815"/>
                          </a:cubicBezTo>
                          <a:cubicBezTo>
                            <a:pt x="81014" y="4626"/>
                            <a:pt x="79825" y="1057"/>
                            <a:pt x="77446" y="1057"/>
                          </a:cubicBezTo>
                          <a:cubicBezTo>
                            <a:pt x="75067" y="1057"/>
                            <a:pt x="66741" y="-1322"/>
                            <a:pt x="67931" y="1057"/>
                          </a:cubicBezTo>
                          <a:cubicBezTo>
                            <a:pt x="69120" y="3436"/>
                            <a:pt x="82204" y="11762"/>
                            <a:pt x="79825" y="12952"/>
                          </a:cubicBezTo>
                          <a:cubicBezTo>
                            <a:pt x="77446" y="12952"/>
                            <a:pt x="70310" y="9383"/>
                            <a:pt x="69120" y="10573"/>
                          </a:cubicBezTo>
                          <a:cubicBezTo>
                            <a:pt x="66741" y="11762"/>
                            <a:pt x="64362" y="15331"/>
                            <a:pt x="66741" y="20088"/>
                          </a:cubicBezTo>
                          <a:cubicBezTo>
                            <a:pt x="69120" y="23657"/>
                            <a:pt x="71499" y="27225"/>
                            <a:pt x="71499" y="28414"/>
                          </a:cubicBezTo>
                          <a:cubicBezTo>
                            <a:pt x="71499" y="30793"/>
                            <a:pt x="70310" y="33172"/>
                            <a:pt x="72688" y="35551"/>
                          </a:cubicBezTo>
                          <a:cubicBezTo>
                            <a:pt x="75067" y="37930"/>
                            <a:pt x="84582" y="45066"/>
                            <a:pt x="79825" y="47445"/>
                          </a:cubicBezTo>
                          <a:cubicBezTo>
                            <a:pt x="75067" y="48635"/>
                            <a:pt x="67931" y="48635"/>
                            <a:pt x="66741" y="45066"/>
                          </a:cubicBezTo>
                          <a:cubicBezTo>
                            <a:pt x="65552" y="40309"/>
                            <a:pt x="64362" y="35551"/>
                            <a:pt x="63173" y="34361"/>
                          </a:cubicBezTo>
                          <a:cubicBezTo>
                            <a:pt x="60794" y="33172"/>
                            <a:pt x="54846" y="36740"/>
                            <a:pt x="50089" y="34361"/>
                          </a:cubicBezTo>
                          <a:cubicBezTo>
                            <a:pt x="45331" y="31983"/>
                            <a:pt x="46521" y="23657"/>
                            <a:pt x="44142" y="22467"/>
                          </a:cubicBezTo>
                          <a:cubicBezTo>
                            <a:pt x="41763" y="22467"/>
                            <a:pt x="37005" y="22467"/>
                            <a:pt x="35816" y="21278"/>
                          </a:cubicBezTo>
                          <a:cubicBezTo>
                            <a:pt x="34627" y="18899"/>
                            <a:pt x="35816" y="17709"/>
                            <a:pt x="31058" y="17709"/>
                          </a:cubicBezTo>
                          <a:cubicBezTo>
                            <a:pt x="27489" y="17709"/>
                            <a:pt x="22732" y="17709"/>
                            <a:pt x="22732" y="14141"/>
                          </a:cubicBezTo>
                          <a:cubicBezTo>
                            <a:pt x="21542" y="11762"/>
                            <a:pt x="22732" y="8194"/>
                            <a:pt x="20353" y="9383"/>
                          </a:cubicBezTo>
                          <a:cubicBezTo>
                            <a:pt x="17974" y="10573"/>
                            <a:pt x="10838" y="14141"/>
                            <a:pt x="10838" y="17709"/>
                          </a:cubicBezTo>
                          <a:cubicBezTo>
                            <a:pt x="10838" y="21278"/>
                            <a:pt x="12027" y="33172"/>
                            <a:pt x="8459" y="36740"/>
                          </a:cubicBezTo>
                          <a:cubicBezTo>
                            <a:pt x="6080" y="40309"/>
                            <a:pt x="-1057" y="41498"/>
                            <a:pt x="133" y="46256"/>
                          </a:cubicBezTo>
                          <a:cubicBezTo>
                            <a:pt x="4891" y="54582"/>
                            <a:pt x="7269" y="54582"/>
                            <a:pt x="7269" y="5577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0" name="Freeform 599">
                      <a:extLst>
                        <a:ext uri="{FF2B5EF4-FFF2-40B4-BE49-F238E27FC236}">
                          <a16:creationId xmlns:a16="http://schemas.microsoft.com/office/drawing/2014/main" id="{CC305426-D933-9236-40A1-5929A9F6EE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8182" y="1389806"/>
                      <a:ext cx="30363" cy="41263"/>
                    </a:xfrm>
                    <a:custGeom>
                      <a:avLst/>
                      <a:gdLst>
                        <a:gd name="connsiteX0" fmla="*/ 4328 w 30363"/>
                        <a:gd name="connsiteY0" fmla="*/ 10237 h 41263"/>
                        <a:gd name="connsiteX1" fmla="*/ 18601 w 30363"/>
                        <a:gd name="connsiteY1" fmla="*/ 26889 h 41263"/>
                        <a:gd name="connsiteX2" fmla="*/ 29306 w 30363"/>
                        <a:gd name="connsiteY2" fmla="*/ 41162 h 41263"/>
                        <a:gd name="connsiteX3" fmla="*/ 29306 w 30363"/>
                        <a:gd name="connsiteY3" fmla="*/ 31647 h 41263"/>
                        <a:gd name="connsiteX4" fmla="*/ 25737 w 30363"/>
                        <a:gd name="connsiteY4" fmla="*/ 19752 h 41263"/>
                        <a:gd name="connsiteX5" fmla="*/ 20980 w 30363"/>
                        <a:gd name="connsiteY5" fmla="*/ 11426 h 41263"/>
                        <a:gd name="connsiteX6" fmla="*/ 11465 w 30363"/>
                        <a:gd name="connsiteY6" fmla="*/ 10237 h 41263"/>
                        <a:gd name="connsiteX7" fmla="*/ 1949 w 30363"/>
                        <a:gd name="connsiteY7" fmla="*/ 721 h 41263"/>
                        <a:gd name="connsiteX8" fmla="*/ 4328 w 30363"/>
                        <a:gd name="connsiteY8" fmla="*/ 10237 h 412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0363" h="41263">
                          <a:moveTo>
                            <a:pt x="4328" y="10237"/>
                          </a:moveTo>
                          <a:cubicBezTo>
                            <a:pt x="10275" y="14995"/>
                            <a:pt x="15033" y="19752"/>
                            <a:pt x="18601" y="26889"/>
                          </a:cubicBezTo>
                          <a:cubicBezTo>
                            <a:pt x="22169" y="32836"/>
                            <a:pt x="22169" y="42352"/>
                            <a:pt x="29306" y="41162"/>
                          </a:cubicBezTo>
                          <a:cubicBezTo>
                            <a:pt x="29306" y="41162"/>
                            <a:pt x="31685" y="38783"/>
                            <a:pt x="29306" y="31647"/>
                          </a:cubicBezTo>
                          <a:cubicBezTo>
                            <a:pt x="26927" y="25700"/>
                            <a:pt x="25737" y="22131"/>
                            <a:pt x="25737" y="19752"/>
                          </a:cubicBezTo>
                          <a:cubicBezTo>
                            <a:pt x="25737" y="17373"/>
                            <a:pt x="25737" y="12616"/>
                            <a:pt x="20980" y="11426"/>
                          </a:cubicBezTo>
                          <a:cubicBezTo>
                            <a:pt x="17412" y="10237"/>
                            <a:pt x="13843" y="12616"/>
                            <a:pt x="11465" y="10237"/>
                          </a:cubicBezTo>
                          <a:cubicBezTo>
                            <a:pt x="9086" y="7858"/>
                            <a:pt x="3139" y="-2847"/>
                            <a:pt x="1949" y="721"/>
                          </a:cubicBezTo>
                          <a:cubicBezTo>
                            <a:pt x="-430" y="1911"/>
                            <a:pt x="-1619" y="5479"/>
                            <a:pt x="4328" y="102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1" name="Freeform 600">
                      <a:extLst>
                        <a:ext uri="{FF2B5EF4-FFF2-40B4-BE49-F238E27FC236}">
                          <a16:creationId xmlns:a16="http://schemas.microsoft.com/office/drawing/2014/main" id="{A5575899-FF36-D677-61D7-A3829CDEAD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91" y="1509283"/>
                      <a:ext cx="31882" cy="20969"/>
                    </a:xfrm>
                    <a:custGeom>
                      <a:avLst/>
                      <a:gdLst>
                        <a:gd name="connsiteX0" fmla="*/ 25935 w 31882"/>
                        <a:gd name="connsiteY0" fmla="*/ 12082 h 20969"/>
                        <a:gd name="connsiteX1" fmla="*/ 16420 w 31882"/>
                        <a:gd name="connsiteY1" fmla="*/ 7324 h 20969"/>
                        <a:gd name="connsiteX2" fmla="*/ 10473 w 31882"/>
                        <a:gd name="connsiteY2" fmla="*/ 6135 h 20969"/>
                        <a:gd name="connsiteX3" fmla="*/ 958 w 31882"/>
                        <a:gd name="connsiteY3" fmla="*/ 188 h 20969"/>
                        <a:gd name="connsiteX4" fmla="*/ 4526 w 31882"/>
                        <a:gd name="connsiteY4" fmla="*/ 10893 h 20969"/>
                        <a:gd name="connsiteX5" fmla="*/ 14041 w 31882"/>
                        <a:gd name="connsiteY5" fmla="*/ 13272 h 20969"/>
                        <a:gd name="connsiteX6" fmla="*/ 18799 w 31882"/>
                        <a:gd name="connsiteY6" fmla="*/ 16840 h 20969"/>
                        <a:gd name="connsiteX7" fmla="*/ 23557 w 31882"/>
                        <a:gd name="connsiteY7" fmla="*/ 16840 h 20969"/>
                        <a:gd name="connsiteX8" fmla="*/ 31883 w 31882"/>
                        <a:gd name="connsiteY8" fmla="*/ 20408 h 20969"/>
                        <a:gd name="connsiteX9" fmla="*/ 25935 w 31882"/>
                        <a:gd name="connsiteY9" fmla="*/ 12082 h 209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1882" h="20969">
                          <a:moveTo>
                            <a:pt x="25935" y="12082"/>
                          </a:moveTo>
                          <a:cubicBezTo>
                            <a:pt x="23557" y="9703"/>
                            <a:pt x="19988" y="7324"/>
                            <a:pt x="16420" y="7324"/>
                          </a:cubicBezTo>
                          <a:cubicBezTo>
                            <a:pt x="12852" y="7324"/>
                            <a:pt x="11663" y="8514"/>
                            <a:pt x="10473" y="6135"/>
                          </a:cubicBezTo>
                          <a:cubicBezTo>
                            <a:pt x="9284" y="3756"/>
                            <a:pt x="3337" y="-1002"/>
                            <a:pt x="958" y="188"/>
                          </a:cubicBezTo>
                          <a:cubicBezTo>
                            <a:pt x="-1421" y="188"/>
                            <a:pt x="958" y="8514"/>
                            <a:pt x="4526" y="10893"/>
                          </a:cubicBezTo>
                          <a:cubicBezTo>
                            <a:pt x="6905" y="12082"/>
                            <a:pt x="12852" y="12082"/>
                            <a:pt x="14041" y="13272"/>
                          </a:cubicBezTo>
                          <a:cubicBezTo>
                            <a:pt x="15231" y="14461"/>
                            <a:pt x="17610" y="16840"/>
                            <a:pt x="18799" y="16840"/>
                          </a:cubicBezTo>
                          <a:cubicBezTo>
                            <a:pt x="19988" y="16840"/>
                            <a:pt x="21178" y="15650"/>
                            <a:pt x="23557" y="16840"/>
                          </a:cubicBezTo>
                          <a:cubicBezTo>
                            <a:pt x="23557" y="16840"/>
                            <a:pt x="30694" y="22787"/>
                            <a:pt x="31883" y="20408"/>
                          </a:cubicBezTo>
                          <a:cubicBezTo>
                            <a:pt x="30694" y="16840"/>
                            <a:pt x="28314" y="14461"/>
                            <a:pt x="25935" y="1208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2" name="Freeform 601">
                      <a:extLst>
                        <a:ext uri="{FF2B5EF4-FFF2-40B4-BE49-F238E27FC236}">
                          <a16:creationId xmlns:a16="http://schemas.microsoft.com/office/drawing/2014/main" id="{38599095-B0D8-B151-A747-247E4C1675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51344" y="1458134"/>
                      <a:ext cx="12287" cy="15652"/>
                    </a:xfrm>
                    <a:custGeom>
                      <a:avLst/>
                      <a:gdLst>
                        <a:gd name="connsiteX0" fmla="*/ 6183 w 12287"/>
                        <a:gd name="connsiteY0" fmla="*/ 9706 h 15652"/>
                        <a:gd name="connsiteX1" fmla="*/ 7373 w 12287"/>
                        <a:gd name="connsiteY1" fmla="*/ 15653 h 15652"/>
                        <a:gd name="connsiteX2" fmla="*/ 12131 w 12287"/>
                        <a:gd name="connsiteY2" fmla="*/ 8516 h 15652"/>
                        <a:gd name="connsiteX3" fmla="*/ 4994 w 12287"/>
                        <a:gd name="connsiteY3" fmla="*/ 190 h 15652"/>
                        <a:gd name="connsiteX4" fmla="*/ 236 w 12287"/>
                        <a:gd name="connsiteY4" fmla="*/ 2569 h 15652"/>
                        <a:gd name="connsiteX5" fmla="*/ 6183 w 12287"/>
                        <a:gd name="connsiteY5" fmla="*/ 9706 h 156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2287" h="15652">
                          <a:moveTo>
                            <a:pt x="6183" y="9706"/>
                          </a:moveTo>
                          <a:cubicBezTo>
                            <a:pt x="4994" y="12085"/>
                            <a:pt x="4994" y="15653"/>
                            <a:pt x="7373" y="15653"/>
                          </a:cubicBezTo>
                          <a:cubicBezTo>
                            <a:pt x="7373" y="15653"/>
                            <a:pt x="13320" y="10895"/>
                            <a:pt x="12131" y="8516"/>
                          </a:cubicBezTo>
                          <a:cubicBezTo>
                            <a:pt x="10941" y="4948"/>
                            <a:pt x="8562" y="190"/>
                            <a:pt x="4994" y="190"/>
                          </a:cubicBezTo>
                          <a:cubicBezTo>
                            <a:pt x="2615" y="190"/>
                            <a:pt x="-953" y="-999"/>
                            <a:pt x="236" y="2569"/>
                          </a:cubicBezTo>
                          <a:cubicBezTo>
                            <a:pt x="2615" y="7327"/>
                            <a:pt x="7373" y="7327"/>
                            <a:pt x="6183" y="970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3" name="Freeform 602">
                      <a:extLst>
                        <a:ext uri="{FF2B5EF4-FFF2-40B4-BE49-F238E27FC236}">
                          <a16:creationId xmlns:a16="http://schemas.microsoft.com/office/drawing/2014/main" id="{4506BC4F-D52A-456E-C596-7FF48DCC6E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0192" y="1400042"/>
                      <a:ext cx="22670" cy="14739"/>
                    </a:xfrm>
                    <a:custGeom>
                      <a:avLst/>
                      <a:gdLst>
                        <a:gd name="connsiteX0" fmla="*/ 243 w 22670"/>
                        <a:gd name="connsiteY0" fmla="*/ 11894 h 14739"/>
                        <a:gd name="connsiteX1" fmla="*/ 6190 w 22670"/>
                        <a:gd name="connsiteY1" fmla="*/ 14273 h 14739"/>
                        <a:gd name="connsiteX2" fmla="*/ 14516 w 22670"/>
                        <a:gd name="connsiteY2" fmla="*/ 13084 h 14739"/>
                        <a:gd name="connsiteX3" fmla="*/ 15705 w 22670"/>
                        <a:gd name="connsiteY3" fmla="*/ 9516 h 14739"/>
                        <a:gd name="connsiteX4" fmla="*/ 20463 w 22670"/>
                        <a:gd name="connsiteY4" fmla="*/ 11894 h 14739"/>
                        <a:gd name="connsiteX5" fmla="*/ 21652 w 22670"/>
                        <a:gd name="connsiteY5" fmla="*/ 3568 h 14739"/>
                        <a:gd name="connsiteX6" fmla="*/ 16895 w 22670"/>
                        <a:gd name="connsiteY6" fmla="*/ 0 h 14739"/>
                        <a:gd name="connsiteX7" fmla="*/ 12137 w 22670"/>
                        <a:gd name="connsiteY7" fmla="*/ 1189 h 14739"/>
                        <a:gd name="connsiteX8" fmla="*/ 7379 w 22670"/>
                        <a:gd name="connsiteY8" fmla="*/ 3568 h 14739"/>
                        <a:gd name="connsiteX9" fmla="*/ 2622 w 22670"/>
                        <a:gd name="connsiteY9" fmla="*/ 5947 h 14739"/>
                        <a:gd name="connsiteX10" fmla="*/ 243 w 22670"/>
                        <a:gd name="connsiteY10" fmla="*/ 11894 h 147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2670" h="14739">
                          <a:moveTo>
                            <a:pt x="243" y="11894"/>
                          </a:moveTo>
                          <a:cubicBezTo>
                            <a:pt x="1432" y="14273"/>
                            <a:pt x="1432" y="15463"/>
                            <a:pt x="6190" y="14273"/>
                          </a:cubicBezTo>
                          <a:cubicBezTo>
                            <a:pt x="10948" y="14273"/>
                            <a:pt x="14516" y="14273"/>
                            <a:pt x="14516" y="13084"/>
                          </a:cubicBezTo>
                          <a:cubicBezTo>
                            <a:pt x="14516" y="11894"/>
                            <a:pt x="15705" y="8326"/>
                            <a:pt x="15705" y="9516"/>
                          </a:cubicBezTo>
                          <a:cubicBezTo>
                            <a:pt x="15705" y="9516"/>
                            <a:pt x="19273" y="13084"/>
                            <a:pt x="20463" y="11894"/>
                          </a:cubicBezTo>
                          <a:cubicBezTo>
                            <a:pt x="21652" y="10705"/>
                            <a:pt x="24031" y="4758"/>
                            <a:pt x="21652" y="3568"/>
                          </a:cubicBezTo>
                          <a:cubicBezTo>
                            <a:pt x="19273" y="2379"/>
                            <a:pt x="19273" y="0"/>
                            <a:pt x="16895" y="0"/>
                          </a:cubicBezTo>
                          <a:cubicBezTo>
                            <a:pt x="14516" y="1189"/>
                            <a:pt x="14516" y="1189"/>
                            <a:pt x="12137" y="1189"/>
                          </a:cubicBezTo>
                          <a:cubicBezTo>
                            <a:pt x="9758" y="1189"/>
                            <a:pt x="7379" y="2379"/>
                            <a:pt x="7379" y="3568"/>
                          </a:cubicBezTo>
                          <a:cubicBezTo>
                            <a:pt x="7379" y="4758"/>
                            <a:pt x="5001" y="5947"/>
                            <a:pt x="2622" y="5947"/>
                          </a:cubicBezTo>
                          <a:cubicBezTo>
                            <a:pt x="2622" y="8326"/>
                            <a:pt x="-947" y="9516"/>
                            <a:pt x="243" y="1189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4" name="Freeform 603">
                      <a:extLst>
                        <a:ext uri="{FF2B5EF4-FFF2-40B4-BE49-F238E27FC236}">
                          <a16:creationId xmlns:a16="http://schemas.microsoft.com/office/drawing/2014/main" id="{8268B2B2-FC5F-8A25-AEFF-5CD4165F16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6162" y="1395981"/>
                      <a:ext cx="13408" cy="15082"/>
                    </a:xfrm>
                    <a:custGeom>
                      <a:avLst/>
                      <a:gdLst>
                        <a:gd name="connsiteX0" fmla="*/ 4758 w 13408"/>
                        <a:gd name="connsiteY0" fmla="*/ 14766 h 15082"/>
                        <a:gd name="connsiteX1" fmla="*/ 11894 w 13408"/>
                        <a:gd name="connsiteY1" fmla="*/ 10008 h 15082"/>
                        <a:gd name="connsiteX2" fmla="*/ 10705 w 13408"/>
                        <a:gd name="connsiteY2" fmla="*/ 5250 h 15082"/>
                        <a:gd name="connsiteX3" fmla="*/ 13084 w 13408"/>
                        <a:gd name="connsiteY3" fmla="*/ 493 h 15082"/>
                        <a:gd name="connsiteX4" fmla="*/ 7137 w 13408"/>
                        <a:gd name="connsiteY4" fmla="*/ 1682 h 15082"/>
                        <a:gd name="connsiteX5" fmla="*/ 4758 w 13408"/>
                        <a:gd name="connsiteY5" fmla="*/ 8819 h 15082"/>
                        <a:gd name="connsiteX6" fmla="*/ 0 w 13408"/>
                        <a:gd name="connsiteY6" fmla="*/ 11198 h 15082"/>
                        <a:gd name="connsiteX7" fmla="*/ 4758 w 13408"/>
                        <a:gd name="connsiteY7" fmla="*/ 14766 h 15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3408" h="15082">
                          <a:moveTo>
                            <a:pt x="4758" y="14766"/>
                          </a:moveTo>
                          <a:cubicBezTo>
                            <a:pt x="4758" y="14766"/>
                            <a:pt x="13084" y="12387"/>
                            <a:pt x="11894" y="10008"/>
                          </a:cubicBezTo>
                          <a:cubicBezTo>
                            <a:pt x="11894" y="7629"/>
                            <a:pt x="9515" y="6440"/>
                            <a:pt x="10705" y="5250"/>
                          </a:cubicBezTo>
                          <a:cubicBezTo>
                            <a:pt x="11894" y="4061"/>
                            <a:pt x="14273" y="1682"/>
                            <a:pt x="13084" y="493"/>
                          </a:cubicBezTo>
                          <a:cubicBezTo>
                            <a:pt x="11894" y="-697"/>
                            <a:pt x="8326" y="493"/>
                            <a:pt x="7137" y="1682"/>
                          </a:cubicBezTo>
                          <a:cubicBezTo>
                            <a:pt x="5947" y="2872"/>
                            <a:pt x="5947" y="8819"/>
                            <a:pt x="4758" y="8819"/>
                          </a:cubicBezTo>
                          <a:cubicBezTo>
                            <a:pt x="3568" y="8819"/>
                            <a:pt x="0" y="8819"/>
                            <a:pt x="0" y="11198"/>
                          </a:cubicBezTo>
                          <a:cubicBezTo>
                            <a:pt x="1190" y="13576"/>
                            <a:pt x="1190" y="15955"/>
                            <a:pt x="4758" y="1476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5" name="Freeform 604">
                      <a:extLst>
                        <a:ext uri="{FF2B5EF4-FFF2-40B4-BE49-F238E27FC236}">
                          <a16:creationId xmlns:a16="http://schemas.microsoft.com/office/drawing/2014/main" id="{C2F7CAA7-4B6D-AC59-6148-173698E206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48625" y="2091028"/>
                      <a:ext cx="51145" cy="49167"/>
                    </a:xfrm>
                    <a:custGeom>
                      <a:avLst/>
                      <a:gdLst>
                        <a:gd name="connsiteX0" fmla="*/ 44009 w 51145"/>
                        <a:gd name="connsiteY0" fmla="*/ 42896 h 49167"/>
                        <a:gd name="connsiteX1" fmla="*/ 51146 w 51145"/>
                        <a:gd name="connsiteY1" fmla="*/ 39328 h 49167"/>
                        <a:gd name="connsiteX2" fmla="*/ 47577 w 51145"/>
                        <a:gd name="connsiteY2" fmla="*/ 28623 h 49167"/>
                        <a:gd name="connsiteX3" fmla="*/ 36872 w 51145"/>
                        <a:gd name="connsiteY3" fmla="*/ 20297 h 49167"/>
                        <a:gd name="connsiteX4" fmla="*/ 27357 w 51145"/>
                        <a:gd name="connsiteY4" fmla="*/ 15539 h 49167"/>
                        <a:gd name="connsiteX5" fmla="*/ 8326 w 51145"/>
                        <a:gd name="connsiteY5" fmla="*/ 76 h 49167"/>
                        <a:gd name="connsiteX6" fmla="*/ 4758 w 51145"/>
                        <a:gd name="connsiteY6" fmla="*/ 6023 h 49167"/>
                        <a:gd name="connsiteX7" fmla="*/ 2379 w 51145"/>
                        <a:gd name="connsiteY7" fmla="*/ 10781 h 49167"/>
                        <a:gd name="connsiteX8" fmla="*/ 9515 w 51145"/>
                        <a:gd name="connsiteY8" fmla="*/ 15539 h 49167"/>
                        <a:gd name="connsiteX9" fmla="*/ 4758 w 51145"/>
                        <a:gd name="connsiteY9" fmla="*/ 17918 h 49167"/>
                        <a:gd name="connsiteX10" fmla="*/ 0 w 51145"/>
                        <a:gd name="connsiteY10" fmla="*/ 15539 h 49167"/>
                        <a:gd name="connsiteX11" fmla="*/ 4758 w 51145"/>
                        <a:gd name="connsiteY11" fmla="*/ 25054 h 49167"/>
                        <a:gd name="connsiteX12" fmla="*/ 15463 w 51145"/>
                        <a:gd name="connsiteY12" fmla="*/ 33380 h 49167"/>
                        <a:gd name="connsiteX13" fmla="*/ 21410 w 51145"/>
                        <a:gd name="connsiteY13" fmla="*/ 38138 h 49167"/>
                        <a:gd name="connsiteX14" fmla="*/ 24978 w 51145"/>
                        <a:gd name="connsiteY14" fmla="*/ 33380 h 49167"/>
                        <a:gd name="connsiteX15" fmla="*/ 33304 w 51145"/>
                        <a:gd name="connsiteY15" fmla="*/ 36949 h 49167"/>
                        <a:gd name="connsiteX16" fmla="*/ 35683 w 51145"/>
                        <a:gd name="connsiteY16" fmla="*/ 46464 h 49167"/>
                        <a:gd name="connsiteX17" fmla="*/ 42819 w 51145"/>
                        <a:gd name="connsiteY17" fmla="*/ 48843 h 49167"/>
                        <a:gd name="connsiteX18" fmla="*/ 44009 w 51145"/>
                        <a:gd name="connsiteY18" fmla="*/ 42896 h 491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51145" h="49167">
                          <a:moveTo>
                            <a:pt x="44009" y="42896"/>
                          </a:moveTo>
                          <a:cubicBezTo>
                            <a:pt x="44009" y="42896"/>
                            <a:pt x="51146" y="45275"/>
                            <a:pt x="51146" y="39328"/>
                          </a:cubicBezTo>
                          <a:cubicBezTo>
                            <a:pt x="49956" y="33380"/>
                            <a:pt x="51146" y="31002"/>
                            <a:pt x="47577" y="28623"/>
                          </a:cubicBezTo>
                          <a:cubicBezTo>
                            <a:pt x="44009" y="26244"/>
                            <a:pt x="36872" y="22676"/>
                            <a:pt x="36872" y="20297"/>
                          </a:cubicBezTo>
                          <a:cubicBezTo>
                            <a:pt x="36872" y="17918"/>
                            <a:pt x="29736" y="19107"/>
                            <a:pt x="27357" y="15539"/>
                          </a:cubicBezTo>
                          <a:cubicBezTo>
                            <a:pt x="24978" y="11970"/>
                            <a:pt x="10705" y="-1113"/>
                            <a:pt x="8326" y="76"/>
                          </a:cubicBezTo>
                          <a:cubicBezTo>
                            <a:pt x="4758" y="1266"/>
                            <a:pt x="5947" y="3644"/>
                            <a:pt x="4758" y="6023"/>
                          </a:cubicBezTo>
                          <a:cubicBezTo>
                            <a:pt x="3568" y="7213"/>
                            <a:pt x="0" y="8402"/>
                            <a:pt x="2379" y="10781"/>
                          </a:cubicBezTo>
                          <a:cubicBezTo>
                            <a:pt x="4758" y="13160"/>
                            <a:pt x="10705" y="13160"/>
                            <a:pt x="9515" y="15539"/>
                          </a:cubicBezTo>
                          <a:cubicBezTo>
                            <a:pt x="8326" y="16728"/>
                            <a:pt x="5947" y="19107"/>
                            <a:pt x="4758" y="17918"/>
                          </a:cubicBezTo>
                          <a:cubicBezTo>
                            <a:pt x="2379" y="16728"/>
                            <a:pt x="0" y="13160"/>
                            <a:pt x="0" y="15539"/>
                          </a:cubicBezTo>
                          <a:cubicBezTo>
                            <a:pt x="0" y="17918"/>
                            <a:pt x="0" y="20297"/>
                            <a:pt x="4758" y="25054"/>
                          </a:cubicBezTo>
                          <a:cubicBezTo>
                            <a:pt x="9515" y="28623"/>
                            <a:pt x="14273" y="31002"/>
                            <a:pt x="15463" y="33380"/>
                          </a:cubicBezTo>
                          <a:cubicBezTo>
                            <a:pt x="16652" y="35759"/>
                            <a:pt x="20220" y="40517"/>
                            <a:pt x="21410" y="38138"/>
                          </a:cubicBezTo>
                          <a:cubicBezTo>
                            <a:pt x="22599" y="35759"/>
                            <a:pt x="21410" y="32191"/>
                            <a:pt x="24978" y="33380"/>
                          </a:cubicBezTo>
                          <a:cubicBezTo>
                            <a:pt x="28546" y="34570"/>
                            <a:pt x="32115" y="33380"/>
                            <a:pt x="33304" y="36949"/>
                          </a:cubicBezTo>
                          <a:cubicBezTo>
                            <a:pt x="33304" y="40517"/>
                            <a:pt x="32115" y="45275"/>
                            <a:pt x="35683" y="46464"/>
                          </a:cubicBezTo>
                          <a:cubicBezTo>
                            <a:pt x="39251" y="47654"/>
                            <a:pt x="42819" y="50032"/>
                            <a:pt x="42819" y="48843"/>
                          </a:cubicBezTo>
                          <a:cubicBezTo>
                            <a:pt x="41630" y="45275"/>
                            <a:pt x="41630" y="42896"/>
                            <a:pt x="44009" y="4289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6" name="Freeform 605">
                      <a:extLst>
                        <a:ext uri="{FF2B5EF4-FFF2-40B4-BE49-F238E27FC236}">
                          <a16:creationId xmlns:a16="http://schemas.microsoft.com/office/drawing/2014/main" id="{4529E249-836F-29FD-02FB-4C623EE41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3293" y="1936161"/>
                      <a:ext cx="141680" cy="167618"/>
                    </a:xfrm>
                    <a:custGeom>
                      <a:avLst/>
                      <a:gdLst>
                        <a:gd name="connsiteX0" fmla="*/ 130838 w 141680"/>
                        <a:gd name="connsiteY0" fmla="*/ 154943 h 167618"/>
                        <a:gd name="connsiteX1" fmla="*/ 136785 w 141680"/>
                        <a:gd name="connsiteY1" fmla="*/ 156132 h 167618"/>
                        <a:gd name="connsiteX2" fmla="*/ 139164 w 141680"/>
                        <a:gd name="connsiteY2" fmla="*/ 153754 h 167618"/>
                        <a:gd name="connsiteX3" fmla="*/ 140354 w 141680"/>
                        <a:gd name="connsiteY3" fmla="*/ 145427 h 167618"/>
                        <a:gd name="connsiteX4" fmla="*/ 130838 w 141680"/>
                        <a:gd name="connsiteY4" fmla="*/ 141859 h 167618"/>
                        <a:gd name="connsiteX5" fmla="*/ 126080 w 141680"/>
                        <a:gd name="connsiteY5" fmla="*/ 137101 h 167618"/>
                        <a:gd name="connsiteX6" fmla="*/ 122512 w 141680"/>
                        <a:gd name="connsiteY6" fmla="*/ 133533 h 167618"/>
                        <a:gd name="connsiteX7" fmla="*/ 114186 w 141680"/>
                        <a:gd name="connsiteY7" fmla="*/ 129965 h 167618"/>
                        <a:gd name="connsiteX8" fmla="*/ 108239 w 141680"/>
                        <a:gd name="connsiteY8" fmla="*/ 122828 h 167618"/>
                        <a:gd name="connsiteX9" fmla="*/ 101102 w 141680"/>
                        <a:gd name="connsiteY9" fmla="*/ 120449 h 167618"/>
                        <a:gd name="connsiteX10" fmla="*/ 93966 w 141680"/>
                        <a:gd name="connsiteY10" fmla="*/ 108555 h 167618"/>
                        <a:gd name="connsiteX11" fmla="*/ 85639 w 141680"/>
                        <a:gd name="connsiteY11" fmla="*/ 96661 h 167618"/>
                        <a:gd name="connsiteX12" fmla="*/ 82071 w 141680"/>
                        <a:gd name="connsiteY12" fmla="*/ 87145 h 167618"/>
                        <a:gd name="connsiteX13" fmla="*/ 79692 w 141680"/>
                        <a:gd name="connsiteY13" fmla="*/ 76440 h 167618"/>
                        <a:gd name="connsiteX14" fmla="*/ 77313 w 141680"/>
                        <a:gd name="connsiteY14" fmla="*/ 65735 h 167618"/>
                        <a:gd name="connsiteX15" fmla="*/ 73745 w 141680"/>
                        <a:gd name="connsiteY15" fmla="*/ 51462 h 167618"/>
                        <a:gd name="connsiteX16" fmla="*/ 71366 w 141680"/>
                        <a:gd name="connsiteY16" fmla="*/ 43136 h 167618"/>
                        <a:gd name="connsiteX17" fmla="*/ 73745 w 141680"/>
                        <a:gd name="connsiteY17" fmla="*/ 35999 h 167618"/>
                        <a:gd name="connsiteX18" fmla="*/ 67798 w 141680"/>
                        <a:gd name="connsiteY18" fmla="*/ 34810 h 167618"/>
                        <a:gd name="connsiteX19" fmla="*/ 63040 w 141680"/>
                        <a:gd name="connsiteY19" fmla="*/ 34810 h 167618"/>
                        <a:gd name="connsiteX20" fmla="*/ 67798 w 141680"/>
                        <a:gd name="connsiteY20" fmla="*/ 31242 h 167618"/>
                        <a:gd name="connsiteX21" fmla="*/ 76124 w 141680"/>
                        <a:gd name="connsiteY21" fmla="*/ 28863 h 167618"/>
                        <a:gd name="connsiteX22" fmla="*/ 76124 w 141680"/>
                        <a:gd name="connsiteY22" fmla="*/ 14590 h 167618"/>
                        <a:gd name="connsiteX23" fmla="*/ 67798 w 141680"/>
                        <a:gd name="connsiteY23" fmla="*/ 15779 h 167618"/>
                        <a:gd name="connsiteX24" fmla="*/ 77313 w 141680"/>
                        <a:gd name="connsiteY24" fmla="*/ 8642 h 167618"/>
                        <a:gd name="connsiteX25" fmla="*/ 73745 w 141680"/>
                        <a:gd name="connsiteY25" fmla="*/ 6264 h 167618"/>
                        <a:gd name="connsiteX26" fmla="*/ 52335 w 141680"/>
                        <a:gd name="connsiteY26" fmla="*/ 3885 h 167618"/>
                        <a:gd name="connsiteX27" fmla="*/ 44009 w 141680"/>
                        <a:gd name="connsiteY27" fmla="*/ 316 h 167618"/>
                        <a:gd name="connsiteX28" fmla="*/ 34494 w 141680"/>
                        <a:gd name="connsiteY28" fmla="*/ 6264 h 167618"/>
                        <a:gd name="connsiteX29" fmla="*/ 23789 w 141680"/>
                        <a:gd name="connsiteY29" fmla="*/ 7453 h 167618"/>
                        <a:gd name="connsiteX30" fmla="*/ 15463 w 141680"/>
                        <a:gd name="connsiteY30" fmla="*/ 15779 h 167618"/>
                        <a:gd name="connsiteX31" fmla="*/ 16652 w 141680"/>
                        <a:gd name="connsiteY31" fmla="*/ 27673 h 167618"/>
                        <a:gd name="connsiteX32" fmla="*/ 21410 w 141680"/>
                        <a:gd name="connsiteY32" fmla="*/ 31242 h 167618"/>
                        <a:gd name="connsiteX33" fmla="*/ 13084 w 141680"/>
                        <a:gd name="connsiteY33" fmla="*/ 33621 h 167618"/>
                        <a:gd name="connsiteX34" fmla="*/ 5947 w 141680"/>
                        <a:gd name="connsiteY34" fmla="*/ 43136 h 167618"/>
                        <a:gd name="connsiteX35" fmla="*/ 8326 w 141680"/>
                        <a:gd name="connsiteY35" fmla="*/ 51462 h 167618"/>
                        <a:gd name="connsiteX36" fmla="*/ 20221 w 141680"/>
                        <a:gd name="connsiteY36" fmla="*/ 46704 h 167618"/>
                        <a:gd name="connsiteX37" fmla="*/ 17842 w 141680"/>
                        <a:gd name="connsiteY37" fmla="*/ 51462 h 167618"/>
                        <a:gd name="connsiteX38" fmla="*/ 16652 w 141680"/>
                        <a:gd name="connsiteY38" fmla="*/ 57409 h 167618"/>
                        <a:gd name="connsiteX39" fmla="*/ 24978 w 141680"/>
                        <a:gd name="connsiteY39" fmla="*/ 51462 h 167618"/>
                        <a:gd name="connsiteX40" fmla="*/ 21410 w 141680"/>
                        <a:gd name="connsiteY40" fmla="*/ 56220 h 167618"/>
                        <a:gd name="connsiteX41" fmla="*/ 20221 w 141680"/>
                        <a:gd name="connsiteY41" fmla="*/ 62167 h 167618"/>
                        <a:gd name="connsiteX42" fmla="*/ 28547 w 141680"/>
                        <a:gd name="connsiteY42" fmla="*/ 65735 h 167618"/>
                        <a:gd name="connsiteX43" fmla="*/ 21410 w 141680"/>
                        <a:gd name="connsiteY43" fmla="*/ 66925 h 167618"/>
                        <a:gd name="connsiteX44" fmla="*/ 19031 w 141680"/>
                        <a:gd name="connsiteY44" fmla="*/ 75251 h 167618"/>
                        <a:gd name="connsiteX45" fmla="*/ 21410 w 141680"/>
                        <a:gd name="connsiteY45" fmla="*/ 80009 h 167618"/>
                        <a:gd name="connsiteX46" fmla="*/ 16652 w 141680"/>
                        <a:gd name="connsiteY46" fmla="*/ 80009 h 167618"/>
                        <a:gd name="connsiteX47" fmla="*/ 11894 w 141680"/>
                        <a:gd name="connsiteY47" fmla="*/ 82387 h 167618"/>
                        <a:gd name="connsiteX48" fmla="*/ 5947 w 141680"/>
                        <a:gd name="connsiteY48" fmla="*/ 78819 h 167618"/>
                        <a:gd name="connsiteX49" fmla="*/ 0 w 141680"/>
                        <a:gd name="connsiteY49" fmla="*/ 85956 h 167618"/>
                        <a:gd name="connsiteX50" fmla="*/ 2379 w 141680"/>
                        <a:gd name="connsiteY50" fmla="*/ 96661 h 167618"/>
                        <a:gd name="connsiteX51" fmla="*/ 1190 w 141680"/>
                        <a:gd name="connsiteY51" fmla="*/ 108555 h 167618"/>
                        <a:gd name="connsiteX52" fmla="*/ 9516 w 141680"/>
                        <a:gd name="connsiteY52" fmla="*/ 115692 h 167618"/>
                        <a:gd name="connsiteX53" fmla="*/ 21410 w 141680"/>
                        <a:gd name="connsiteY53" fmla="*/ 124018 h 167618"/>
                        <a:gd name="connsiteX54" fmla="*/ 30925 w 141680"/>
                        <a:gd name="connsiteY54" fmla="*/ 114502 h 167618"/>
                        <a:gd name="connsiteX55" fmla="*/ 29736 w 141680"/>
                        <a:gd name="connsiteY55" fmla="*/ 104987 h 167618"/>
                        <a:gd name="connsiteX56" fmla="*/ 34494 w 141680"/>
                        <a:gd name="connsiteY56" fmla="*/ 97850 h 167618"/>
                        <a:gd name="connsiteX57" fmla="*/ 32115 w 141680"/>
                        <a:gd name="connsiteY57" fmla="*/ 104987 h 167618"/>
                        <a:gd name="connsiteX58" fmla="*/ 34494 w 141680"/>
                        <a:gd name="connsiteY58" fmla="*/ 110934 h 167618"/>
                        <a:gd name="connsiteX59" fmla="*/ 38062 w 141680"/>
                        <a:gd name="connsiteY59" fmla="*/ 119260 h 167618"/>
                        <a:gd name="connsiteX60" fmla="*/ 42820 w 141680"/>
                        <a:gd name="connsiteY60" fmla="*/ 113313 h 167618"/>
                        <a:gd name="connsiteX61" fmla="*/ 45199 w 141680"/>
                        <a:gd name="connsiteY61" fmla="*/ 108555 h 167618"/>
                        <a:gd name="connsiteX62" fmla="*/ 47577 w 141680"/>
                        <a:gd name="connsiteY62" fmla="*/ 114502 h 167618"/>
                        <a:gd name="connsiteX63" fmla="*/ 49956 w 141680"/>
                        <a:gd name="connsiteY63" fmla="*/ 121639 h 167618"/>
                        <a:gd name="connsiteX64" fmla="*/ 57093 w 141680"/>
                        <a:gd name="connsiteY64" fmla="*/ 128775 h 167618"/>
                        <a:gd name="connsiteX65" fmla="*/ 66608 w 141680"/>
                        <a:gd name="connsiteY65" fmla="*/ 126397 h 167618"/>
                        <a:gd name="connsiteX66" fmla="*/ 65419 w 141680"/>
                        <a:gd name="connsiteY66" fmla="*/ 129965 h 167618"/>
                        <a:gd name="connsiteX67" fmla="*/ 57093 w 141680"/>
                        <a:gd name="connsiteY67" fmla="*/ 134723 h 167618"/>
                        <a:gd name="connsiteX68" fmla="*/ 61851 w 141680"/>
                        <a:gd name="connsiteY68" fmla="*/ 141859 h 167618"/>
                        <a:gd name="connsiteX69" fmla="*/ 60661 w 141680"/>
                        <a:gd name="connsiteY69" fmla="*/ 145427 h 167618"/>
                        <a:gd name="connsiteX70" fmla="*/ 55904 w 141680"/>
                        <a:gd name="connsiteY70" fmla="*/ 145427 h 167618"/>
                        <a:gd name="connsiteX71" fmla="*/ 59472 w 141680"/>
                        <a:gd name="connsiteY71" fmla="*/ 151375 h 167618"/>
                        <a:gd name="connsiteX72" fmla="*/ 68987 w 141680"/>
                        <a:gd name="connsiteY72" fmla="*/ 151375 h 167618"/>
                        <a:gd name="connsiteX73" fmla="*/ 73745 w 141680"/>
                        <a:gd name="connsiteY73" fmla="*/ 154943 h 167618"/>
                        <a:gd name="connsiteX74" fmla="*/ 78503 w 141680"/>
                        <a:gd name="connsiteY74" fmla="*/ 153754 h 167618"/>
                        <a:gd name="connsiteX75" fmla="*/ 83260 w 141680"/>
                        <a:gd name="connsiteY75" fmla="*/ 156132 h 167618"/>
                        <a:gd name="connsiteX76" fmla="*/ 84450 w 141680"/>
                        <a:gd name="connsiteY76" fmla="*/ 151375 h 167618"/>
                        <a:gd name="connsiteX77" fmla="*/ 88018 w 141680"/>
                        <a:gd name="connsiteY77" fmla="*/ 156132 h 167618"/>
                        <a:gd name="connsiteX78" fmla="*/ 93966 w 141680"/>
                        <a:gd name="connsiteY78" fmla="*/ 166837 h 167618"/>
                        <a:gd name="connsiteX79" fmla="*/ 101102 w 141680"/>
                        <a:gd name="connsiteY79" fmla="*/ 159701 h 167618"/>
                        <a:gd name="connsiteX80" fmla="*/ 91587 w 141680"/>
                        <a:gd name="connsiteY80" fmla="*/ 152564 h 167618"/>
                        <a:gd name="connsiteX81" fmla="*/ 101102 w 141680"/>
                        <a:gd name="connsiteY81" fmla="*/ 153754 h 167618"/>
                        <a:gd name="connsiteX82" fmla="*/ 107049 w 141680"/>
                        <a:gd name="connsiteY82" fmla="*/ 164458 h 167618"/>
                        <a:gd name="connsiteX83" fmla="*/ 110618 w 141680"/>
                        <a:gd name="connsiteY83" fmla="*/ 158511 h 167618"/>
                        <a:gd name="connsiteX84" fmla="*/ 120133 w 141680"/>
                        <a:gd name="connsiteY84" fmla="*/ 166837 h 167618"/>
                        <a:gd name="connsiteX85" fmla="*/ 122512 w 141680"/>
                        <a:gd name="connsiteY85" fmla="*/ 163269 h 167618"/>
                        <a:gd name="connsiteX86" fmla="*/ 118944 w 141680"/>
                        <a:gd name="connsiteY86" fmla="*/ 157322 h 167618"/>
                        <a:gd name="connsiteX87" fmla="*/ 126080 w 141680"/>
                        <a:gd name="connsiteY87" fmla="*/ 158511 h 167618"/>
                        <a:gd name="connsiteX88" fmla="*/ 132027 w 141680"/>
                        <a:gd name="connsiteY88" fmla="*/ 166837 h 167618"/>
                        <a:gd name="connsiteX89" fmla="*/ 137975 w 141680"/>
                        <a:gd name="connsiteY89" fmla="*/ 165648 h 167618"/>
                        <a:gd name="connsiteX90" fmla="*/ 135596 w 141680"/>
                        <a:gd name="connsiteY90" fmla="*/ 159701 h 167618"/>
                        <a:gd name="connsiteX91" fmla="*/ 130838 w 141680"/>
                        <a:gd name="connsiteY91" fmla="*/ 154943 h 1676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</a:cxnLst>
                      <a:rect l="l" t="t" r="r" b="b"/>
                      <a:pathLst>
                        <a:path w="141680" h="167618">
                          <a:moveTo>
                            <a:pt x="130838" y="154943"/>
                          </a:moveTo>
                          <a:cubicBezTo>
                            <a:pt x="133217" y="154943"/>
                            <a:pt x="135596" y="156132"/>
                            <a:pt x="136785" y="156132"/>
                          </a:cubicBezTo>
                          <a:cubicBezTo>
                            <a:pt x="137975" y="156132"/>
                            <a:pt x="137975" y="154943"/>
                            <a:pt x="139164" y="153754"/>
                          </a:cubicBezTo>
                          <a:cubicBezTo>
                            <a:pt x="139164" y="153754"/>
                            <a:pt x="143922" y="148996"/>
                            <a:pt x="140354" y="145427"/>
                          </a:cubicBezTo>
                          <a:cubicBezTo>
                            <a:pt x="136785" y="141859"/>
                            <a:pt x="133217" y="141859"/>
                            <a:pt x="130838" y="141859"/>
                          </a:cubicBezTo>
                          <a:cubicBezTo>
                            <a:pt x="128459" y="141859"/>
                            <a:pt x="126080" y="139480"/>
                            <a:pt x="126080" y="137101"/>
                          </a:cubicBezTo>
                          <a:cubicBezTo>
                            <a:pt x="126080" y="134723"/>
                            <a:pt x="124891" y="133533"/>
                            <a:pt x="122512" y="133533"/>
                          </a:cubicBezTo>
                          <a:cubicBezTo>
                            <a:pt x="120133" y="133533"/>
                            <a:pt x="116565" y="132344"/>
                            <a:pt x="114186" y="129965"/>
                          </a:cubicBezTo>
                          <a:cubicBezTo>
                            <a:pt x="111807" y="127586"/>
                            <a:pt x="110618" y="121639"/>
                            <a:pt x="108239" y="122828"/>
                          </a:cubicBezTo>
                          <a:cubicBezTo>
                            <a:pt x="105860" y="122828"/>
                            <a:pt x="103481" y="124018"/>
                            <a:pt x="101102" y="120449"/>
                          </a:cubicBezTo>
                          <a:cubicBezTo>
                            <a:pt x="98723" y="116881"/>
                            <a:pt x="96344" y="112123"/>
                            <a:pt x="93966" y="108555"/>
                          </a:cubicBezTo>
                          <a:cubicBezTo>
                            <a:pt x="90397" y="104987"/>
                            <a:pt x="86829" y="99040"/>
                            <a:pt x="85639" y="96661"/>
                          </a:cubicBezTo>
                          <a:cubicBezTo>
                            <a:pt x="85639" y="94282"/>
                            <a:pt x="85639" y="89524"/>
                            <a:pt x="82071" y="87145"/>
                          </a:cubicBezTo>
                          <a:cubicBezTo>
                            <a:pt x="79692" y="84766"/>
                            <a:pt x="78503" y="83577"/>
                            <a:pt x="79692" y="76440"/>
                          </a:cubicBezTo>
                          <a:cubicBezTo>
                            <a:pt x="80882" y="69304"/>
                            <a:pt x="78503" y="68114"/>
                            <a:pt x="77313" y="65735"/>
                          </a:cubicBezTo>
                          <a:cubicBezTo>
                            <a:pt x="76124" y="63356"/>
                            <a:pt x="73745" y="53841"/>
                            <a:pt x="73745" y="51462"/>
                          </a:cubicBezTo>
                          <a:cubicBezTo>
                            <a:pt x="73745" y="49083"/>
                            <a:pt x="70177" y="45515"/>
                            <a:pt x="71366" y="43136"/>
                          </a:cubicBezTo>
                          <a:cubicBezTo>
                            <a:pt x="72556" y="41947"/>
                            <a:pt x="74935" y="37189"/>
                            <a:pt x="73745" y="35999"/>
                          </a:cubicBezTo>
                          <a:cubicBezTo>
                            <a:pt x="72556" y="34810"/>
                            <a:pt x="67798" y="34810"/>
                            <a:pt x="67798" y="34810"/>
                          </a:cubicBezTo>
                          <a:cubicBezTo>
                            <a:pt x="66608" y="34810"/>
                            <a:pt x="63040" y="38378"/>
                            <a:pt x="63040" y="34810"/>
                          </a:cubicBezTo>
                          <a:cubicBezTo>
                            <a:pt x="63040" y="31242"/>
                            <a:pt x="65419" y="30052"/>
                            <a:pt x="67798" y="31242"/>
                          </a:cubicBezTo>
                          <a:cubicBezTo>
                            <a:pt x="70177" y="32431"/>
                            <a:pt x="76124" y="31242"/>
                            <a:pt x="76124" y="28863"/>
                          </a:cubicBezTo>
                          <a:cubicBezTo>
                            <a:pt x="77313" y="26484"/>
                            <a:pt x="77313" y="14590"/>
                            <a:pt x="76124" y="14590"/>
                          </a:cubicBezTo>
                          <a:cubicBezTo>
                            <a:pt x="74935" y="14590"/>
                            <a:pt x="67798" y="18158"/>
                            <a:pt x="67798" y="15779"/>
                          </a:cubicBezTo>
                          <a:cubicBezTo>
                            <a:pt x="67798" y="14590"/>
                            <a:pt x="78503" y="11021"/>
                            <a:pt x="77313" y="8642"/>
                          </a:cubicBezTo>
                          <a:cubicBezTo>
                            <a:pt x="77313" y="6264"/>
                            <a:pt x="76124" y="6264"/>
                            <a:pt x="73745" y="6264"/>
                          </a:cubicBezTo>
                          <a:cubicBezTo>
                            <a:pt x="71366" y="6264"/>
                            <a:pt x="54714" y="6264"/>
                            <a:pt x="52335" y="3885"/>
                          </a:cubicBezTo>
                          <a:cubicBezTo>
                            <a:pt x="49956" y="1506"/>
                            <a:pt x="46388" y="-873"/>
                            <a:pt x="44009" y="316"/>
                          </a:cubicBezTo>
                          <a:cubicBezTo>
                            <a:pt x="41630" y="1506"/>
                            <a:pt x="36873" y="6264"/>
                            <a:pt x="34494" y="6264"/>
                          </a:cubicBezTo>
                          <a:cubicBezTo>
                            <a:pt x="30925" y="6264"/>
                            <a:pt x="24978" y="6264"/>
                            <a:pt x="23789" y="7453"/>
                          </a:cubicBezTo>
                          <a:cubicBezTo>
                            <a:pt x="21410" y="8642"/>
                            <a:pt x="15463" y="12211"/>
                            <a:pt x="15463" y="15779"/>
                          </a:cubicBezTo>
                          <a:cubicBezTo>
                            <a:pt x="15463" y="19347"/>
                            <a:pt x="11894" y="27673"/>
                            <a:pt x="16652" y="27673"/>
                          </a:cubicBezTo>
                          <a:cubicBezTo>
                            <a:pt x="21410" y="27673"/>
                            <a:pt x="23789" y="30052"/>
                            <a:pt x="21410" y="31242"/>
                          </a:cubicBezTo>
                          <a:cubicBezTo>
                            <a:pt x="20221" y="32431"/>
                            <a:pt x="14273" y="32431"/>
                            <a:pt x="13084" y="33621"/>
                          </a:cubicBezTo>
                          <a:cubicBezTo>
                            <a:pt x="10705" y="34810"/>
                            <a:pt x="5947" y="38378"/>
                            <a:pt x="5947" y="43136"/>
                          </a:cubicBezTo>
                          <a:cubicBezTo>
                            <a:pt x="5947" y="47894"/>
                            <a:pt x="4758" y="51462"/>
                            <a:pt x="8326" y="51462"/>
                          </a:cubicBezTo>
                          <a:cubicBezTo>
                            <a:pt x="10705" y="51462"/>
                            <a:pt x="19031" y="45515"/>
                            <a:pt x="20221" y="46704"/>
                          </a:cubicBezTo>
                          <a:cubicBezTo>
                            <a:pt x="21410" y="47894"/>
                            <a:pt x="19031" y="50273"/>
                            <a:pt x="17842" y="51462"/>
                          </a:cubicBezTo>
                          <a:cubicBezTo>
                            <a:pt x="16652" y="52652"/>
                            <a:pt x="15463" y="58599"/>
                            <a:pt x="16652" y="57409"/>
                          </a:cubicBezTo>
                          <a:cubicBezTo>
                            <a:pt x="19031" y="56220"/>
                            <a:pt x="26168" y="50273"/>
                            <a:pt x="24978" y="51462"/>
                          </a:cubicBezTo>
                          <a:cubicBezTo>
                            <a:pt x="24978" y="52652"/>
                            <a:pt x="22600" y="55030"/>
                            <a:pt x="21410" y="56220"/>
                          </a:cubicBezTo>
                          <a:cubicBezTo>
                            <a:pt x="20221" y="57409"/>
                            <a:pt x="19031" y="60978"/>
                            <a:pt x="20221" y="62167"/>
                          </a:cubicBezTo>
                          <a:cubicBezTo>
                            <a:pt x="21410" y="63356"/>
                            <a:pt x="29736" y="65735"/>
                            <a:pt x="28547" y="65735"/>
                          </a:cubicBezTo>
                          <a:cubicBezTo>
                            <a:pt x="27357" y="66925"/>
                            <a:pt x="23789" y="65735"/>
                            <a:pt x="21410" y="66925"/>
                          </a:cubicBezTo>
                          <a:cubicBezTo>
                            <a:pt x="19031" y="68114"/>
                            <a:pt x="16652" y="72872"/>
                            <a:pt x="19031" y="75251"/>
                          </a:cubicBezTo>
                          <a:cubicBezTo>
                            <a:pt x="21410" y="76440"/>
                            <a:pt x="23789" y="78819"/>
                            <a:pt x="21410" y="80009"/>
                          </a:cubicBezTo>
                          <a:cubicBezTo>
                            <a:pt x="20221" y="81198"/>
                            <a:pt x="17842" y="78819"/>
                            <a:pt x="16652" y="80009"/>
                          </a:cubicBezTo>
                          <a:cubicBezTo>
                            <a:pt x="14273" y="80009"/>
                            <a:pt x="13084" y="82387"/>
                            <a:pt x="11894" y="82387"/>
                          </a:cubicBezTo>
                          <a:cubicBezTo>
                            <a:pt x="10705" y="81198"/>
                            <a:pt x="9516" y="77630"/>
                            <a:pt x="5947" y="78819"/>
                          </a:cubicBezTo>
                          <a:cubicBezTo>
                            <a:pt x="3569" y="80009"/>
                            <a:pt x="1190" y="82387"/>
                            <a:pt x="0" y="85956"/>
                          </a:cubicBezTo>
                          <a:cubicBezTo>
                            <a:pt x="0" y="89524"/>
                            <a:pt x="2379" y="95471"/>
                            <a:pt x="2379" y="96661"/>
                          </a:cubicBezTo>
                          <a:cubicBezTo>
                            <a:pt x="2379" y="97850"/>
                            <a:pt x="-1189" y="106176"/>
                            <a:pt x="1190" y="108555"/>
                          </a:cubicBezTo>
                          <a:cubicBezTo>
                            <a:pt x="3569" y="110934"/>
                            <a:pt x="9516" y="113313"/>
                            <a:pt x="9516" y="115692"/>
                          </a:cubicBezTo>
                          <a:cubicBezTo>
                            <a:pt x="9516" y="118070"/>
                            <a:pt x="16652" y="125207"/>
                            <a:pt x="21410" y="124018"/>
                          </a:cubicBezTo>
                          <a:cubicBezTo>
                            <a:pt x="27357" y="122828"/>
                            <a:pt x="30925" y="118070"/>
                            <a:pt x="30925" y="114502"/>
                          </a:cubicBezTo>
                          <a:cubicBezTo>
                            <a:pt x="29736" y="112123"/>
                            <a:pt x="28547" y="107366"/>
                            <a:pt x="29736" y="104987"/>
                          </a:cubicBezTo>
                          <a:cubicBezTo>
                            <a:pt x="30925" y="102608"/>
                            <a:pt x="33304" y="97850"/>
                            <a:pt x="34494" y="97850"/>
                          </a:cubicBezTo>
                          <a:cubicBezTo>
                            <a:pt x="34494" y="99040"/>
                            <a:pt x="30925" y="103797"/>
                            <a:pt x="32115" y="104987"/>
                          </a:cubicBezTo>
                          <a:cubicBezTo>
                            <a:pt x="32115" y="106176"/>
                            <a:pt x="34494" y="108555"/>
                            <a:pt x="34494" y="110934"/>
                          </a:cubicBezTo>
                          <a:cubicBezTo>
                            <a:pt x="34494" y="112123"/>
                            <a:pt x="34494" y="121639"/>
                            <a:pt x="38062" y="119260"/>
                          </a:cubicBezTo>
                          <a:cubicBezTo>
                            <a:pt x="41630" y="116881"/>
                            <a:pt x="42820" y="114502"/>
                            <a:pt x="42820" y="113313"/>
                          </a:cubicBezTo>
                          <a:cubicBezTo>
                            <a:pt x="42820" y="110934"/>
                            <a:pt x="42820" y="107366"/>
                            <a:pt x="45199" y="108555"/>
                          </a:cubicBezTo>
                          <a:cubicBezTo>
                            <a:pt x="47577" y="109744"/>
                            <a:pt x="47577" y="110934"/>
                            <a:pt x="47577" y="114502"/>
                          </a:cubicBezTo>
                          <a:cubicBezTo>
                            <a:pt x="47577" y="118070"/>
                            <a:pt x="48767" y="119260"/>
                            <a:pt x="49956" y="121639"/>
                          </a:cubicBezTo>
                          <a:cubicBezTo>
                            <a:pt x="51146" y="124018"/>
                            <a:pt x="53525" y="128775"/>
                            <a:pt x="57093" y="128775"/>
                          </a:cubicBezTo>
                          <a:cubicBezTo>
                            <a:pt x="60661" y="128775"/>
                            <a:pt x="65419" y="125207"/>
                            <a:pt x="66608" y="126397"/>
                          </a:cubicBezTo>
                          <a:cubicBezTo>
                            <a:pt x="67798" y="128775"/>
                            <a:pt x="67798" y="128775"/>
                            <a:pt x="65419" y="129965"/>
                          </a:cubicBezTo>
                          <a:cubicBezTo>
                            <a:pt x="63040" y="131154"/>
                            <a:pt x="57093" y="132344"/>
                            <a:pt x="57093" y="134723"/>
                          </a:cubicBezTo>
                          <a:cubicBezTo>
                            <a:pt x="57093" y="137101"/>
                            <a:pt x="61851" y="139480"/>
                            <a:pt x="61851" y="141859"/>
                          </a:cubicBezTo>
                          <a:cubicBezTo>
                            <a:pt x="61851" y="143049"/>
                            <a:pt x="63040" y="145427"/>
                            <a:pt x="60661" y="145427"/>
                          </a:cubicBezTo>
                          <a:cubicBezTo>
                            <a:pt x="58283" y="145427"/>
                            <a:pt x="55904" y="143049"/>
                            <a:pt x="55904" y="145427"/>
                          </a:cubicBezTo>
                          <a:cubicBezTo>
                            <a:pt x="55904" y="147806"/>
                            <a:pt x="55904" y="150185"/>
                            <a:pt x="59472" y="151375"/>
                          </a:cubicBezTo>
                          <a:cubicBezTo>
                            <a:pt x="63040" y="151375"/>
                            <a:pt x="66608" y="150185"/>
                            <a:pt x="68987" y="151375"/>
                          </a:cubicBezTo>
                          <a:cubicBezTo>
                            <a:pt x="70177" y="153754"/>
                            <a:pt x="72556" y="154943"/>
                            <a:pt x="73745" y="154943"/>
                          </a:cubicBezTo>
                          <a:cubicBezTo>
                            <a:pt x="76124" y="153754"/>
                            <a:pt x="76124" y="152564"/>
                            <a:pt x="78503" y="153754"/>
                          </a:cubicBezTo>
                          <a:cubicBezTo>
                            <a:pt x="80882" y="154943"/>
                            <a:pt x="83260" y="156132"/>
                            <a:pt x="83260" y="156132"/>
                          </a:cubicBezTo>
                          <a:cubicBezTo>
                            <a:pt x="83260" y="154943"/>
                            <a:pt x="83260" y="151375"/>
                            <a:pt x="84450" y="151375"/>
                          </a:cubicBezTo>
                          <a:cubicBezTo>
                            <a:pt x="85639" y="152564"/>
                            <a:pt x="88018" y="152564"/>
                            <a:pt x="88018" y="156132"/>
                          </a:cubicBezTo>
                          <a:cubicBezTo>
                            <a:pt x="88018" y="158511"/>
                            <a:pt x="89208" y="166837"/>
                            <a:pt x="93966" y="166837"/>
                          </a:cubicBezTo>
                          <a:cubicBezTo>
                            <a:pt x="97534" y="166837"/>
                            <a:pt x="103481" y="163269"/>
                            <a:pt x="101102" y="159701"/>
                          </a:cubicBezTo>
                          <a:cubicBezTo>
                            <a:pt x="98723" y="156132"/>
                            <a:pt x="90397" y="152564"/>
                            <a:pt x="91587" y="152564"/>
                          </a:cubicBezTo>
                          <a:cubicBezTo>
                            <a:pt x="93966" y="151375"/>
                            <a:pt x="97534" y="152564"/>
                            <a:pt x="101102" y="153754"/>
                          </a:cubicBezTo>
                          <a:cubicBezTo>
                            <a:pt x="103481" y="156132"/>
                            <a:pt x="105860" y="165648"/>
                            <a:pt x="107049" y="164458"/>
                          </a:cubicBezTo>
                          <a:cubicBezTo>
                            <a:pt x="109428" y="163269"/>
                            <a:pt x="109428" y="157322"/>
                            <a:pt x="110618" y="158511"/>
                          </a:cubicBezTo>
                          <a:cubicBezTo>
                            <a:pt x="112996" y="159701"/>
                            <a:pt x="116565" y="168027"/>
                            <a:pt x="120133" y="166837"/>
                          </a:cubicBezTo>
                          <a:cubicBezTo>
                            <a:pt x="124891" y="165648"/>
                            <a:pt x="123702" y="164458"/>
                            <a:pt x="122512" y="163269"/>
                          </a:cubicBezTo>
                          <a:cubicBezTo>
                            <a:pt x="121323" y="162080"/>
                            <a:pt x="116565" y="158511"/>
                            <a:pt x="118944" y="157322"/>
                          </a:cubicBezTo>
                          <a:cubicBezTo>
                            <a:pt x="120133" y="156132"/>
                            <a:pt x="123702" y="157322"/>
                            <a:pt x="126080" y="158511"/>
                          </a:cubicBezTo>
                          <a:cubicBezTo>
                            <a:pt x="127270" y="159701"/>
                            <a:pt x="128459" y="165648"/>
                            <a:pt x="132027" y="166837"/>
                          </a:cubicBezTo>
                          <a:cubicBezTo>
                            <a:pt x="135596" y="168027"/>
                            <a:pt x="139164" y="168027"/>
                            <a:pt x="137975" y="165648"/>
                          </a:cubicBezTo>
                          <a:cubicBezTo>
                            <a:pt x="137975" y="163269"/>
                            <a:pt x="137975" y="159701"/>
                            <a:pt x="135596" y="159701"/>
                          </a:cubicBezTo>
                          <a:cubicBezTo>
                            <a:pt x="133217" y="158511"/>
                            <a:pt x="128459" y="154943"/>
                            <a:pt x="130838" y="15494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7" name="Freeform 606">
                      <a:extLst>
                        <a:ext uri="{FF2B5EF4-FFF2-40B4-BE49-F238E27FC236}">
                          <a16:creationId xmlns:a16="http://schemas.microsoft.com/office/drawing/2014/main" id="{673B8C13-27D4-1470-D05D-74530E2596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91619" y="1665286"/>
                      <a:ext cx="219348" cy="275948"/>
                    </a:xfrm>
                    <a:custGeom>
                      <a:avLst/>
                      <a:gdLst>
                        <a:gd name="connsiteX0" fmla="*/ 7137 w 219348"/>
                        <a:gd name="connsiteY0" fmla="*/ 252160 h 275948"/>
                        <a:gd name="connsiteX1" fmla="*/ 1190 w 219348"/>
                        <a:gd name="connsiteY1" fmla="*/ 254539 h 275948"/>
                        <a:gd name="connsiteX2" fmla="*/ 13084 w 219348"/>
                        <a:gd name="connsiteY2" fmla="*/ 262865 h 275948"/>
                        <a:gd name="connsiteX3" fmla="*/ 21410 w 219348"/>
                        <a:gd name="connsiteY3" fmla="*/ 254539 h 275948"/>
                        <a:gd name="connsiteX4" fmla="*/ 33304 w 219348"/>
                        <a:gd name="connsiteY4" fmla="*/ 248592 h 275948"/>
                        <a:gd name="connsiteX5" fmla="*/ 38062 w 219348"/>
                        <a:gd name="connsiteY5" fmla="*/ 253350 h 275948"/>
                        <a:gd name="connsiteX6" fmla="*/ 30925 w 219348"/>
                        <a:gd name="connsiteY6" fmla="*/ 250971 h 275948"/>
                        <a:gd name="connsiteX7" fmla="*/ 24978 w 219348"/>
                        <a:gd name="connsiteY7" fmla="*/ 256918 h 275948"/>
                        <a:gd name="connsiteX8" fmla="*/ 19031 w 219348"/>
                        <a:gd name="connsiteY8" fmla="*/ 260486 h 275948"/>
                        <a:gd name="connsiteX9" fmla="*/ 15463 w 219348"/>
                        <a:gd name="connsiteY9" fmla="*/ 266433 h 275948"/>
                        <a:gd name="connsiteX10" fmla="*/ 17842 w 219348"/>
                        <a:gd name="connsiteY10" fmla="*/ 272381 h 275948"/>
                        <a:gd name="connsiteX11" fmla="*/ 16652 w 219348"/>
                        <a:gd name="connsiteY11" fmla="*/ 275949 h 275948"/>
                        <a:gd name="connsiteX12" fmla="*/ 28546 w 219348"/>
                        <a:gd name="connsiteY12" fmla="*/ 273570 h 275948"/>
                        <a:gd name="connsiteX13" fmla="*/ 36873 w 219348"/>
                        <a:gd name="connsiteY13" fmla="*/ 268812 h 275948"/>
                        <a:gd name="connsiteX14" fmla="*/ 49956 w 219348"/>
                        <a:gd name="connsiteY14" fmla="*/ 274759 h 275948"/>
                        <a:gd name="connsiteX15" fmla="*/ 51146 w 219348"/>
                        <a:gd name="connsiteY15" fmla="*/ 270002 h 275948"/>
                        <a:gd name="connsiteX16" fmla="*/ 53525 w 219348"/>
                        <a:gd name="connsiteY16" fmla="*/ 266433 h 275948"/>
                        <a:gd name="connsiteX17" fmla="*/ 58282 w 219348"/>
                        <a:gd name="connsiteY17" fmla="*/ 274759 h 275948"/>
                        <a:gd name="connsiteX18" fmla="*/ 67798 w 219348"/>
                        <a:gd name="connsiteY18" fmla="*/ 274759 h 275948"/>
                        <a:gd name="connsiteX19" fmla="*/ 73745 w 219348"/>
                        <a:gd name="connsiteY19" fmla="*/ 271191 h 275948"/>
                        <a:gd name="connsiteX20" fmla="*/ 74934 w 219348"/>
                        <a:gd name="connsiteY20" fmla="*/ 262865 h 275948"/>
                        <a:gd name="connsiteX21" fmla="*/ 80881 w 219348"/>
                        <a:gd name="connsiteY21" fmla="*/ 249781 h 275948"/>
                        <a:gd name="connsiteX22" fmla="*/ 74934 w 219348"/>
                        <a:gd name="connsiteY22" fmla="*/ 243834 h 275948"/>
                        <a:gd name="connsiteX23" fmla="*/ 71366 w 219348"/>
                        <a:gd name="connsiteY23" fmla="*/ 239076 h 275948"/>
                        <a:gd name="connsiteX24" fmla="*/ 64229 w 219348"/>
                        <a:gd name="connsiteY24" fmla="*/ 235508 h 275948"/>
                        <a:gd name="connsiteX25" fmla="*/ 74934 w 219348"/>
                        <a:gd name="connsiteY25" fmla="*/ 235508 h 275948"/>
                        <a:gd name="connsiteX26" fmla="*/ 79692 w 219348"/>
                        <a:gd name="connsiteY26" fmla="*/ 242645 h 275948"/>
                        <a:gd name="connsiteX27" fmla="*/ 79692 w 219348"/>
                        <a:gd name="connsiteY27" fmla="*/ 231940 h 275948"/>
                        <a:gd name="connsiteX28" fmla="*/ 70177 w 219348"/>
                        <a:gd name="connsiteY28" fmla="*/ 215288 h 275948"/>
                        <a:gd name="connsiteX29" fmla="*/ 77313 w 219348"/>
                        <a:gd name="connsiteY29" fmla="*/ 222424 h 275948"/>
                        <a:gd name="connsiteX30" fmla="*/ 86829 w 219348"/>
                        <a:gd name="connsiteY30" fmla="*/ 222424 h 275948"/>
                        <a:gd name="connsiteX31" fmla="*/ 83260 w 219348"/>
                        <a:gd name="connsiteY31" fmla="*/ 214098 h 275948"/>
                        <a:gd name="connsiteX32" fmla="*/ 85639 w 219348"/>
                        <a:gd name="connsiteY32" fmla="*/ 203393 h 275948"/>
                        <a:gd name="connsiteX33" fmla="*/ 77313 w 219348"/>
                        <a:gd name="connsiteY33" fmla="*/ 191499 h 275948"/>
                        <a:gd name="connsiteX34" fmla="*/ 88018 w 219348"/>
                        <a:gd name="connsiteY34" fmla="*/ 195067 h 275948"/>
                        <a:gd name="connsiteX35" fmla="*/ 89208 w 219348"/>
                        <a:gd name="connsiteY35" fmla="*/ 187931 h 275948"/>
                        <a:gd name="connsiteX36" fmla="*/ 85639 w 219348"/>
                        <a:gd name="connsiteY36" fmla="*/ 184362 h 275948"/>
                        <a:gd name="connsiteX37" fmla="*/ 88018 w 219348"/>
                        <a:gd name="connsiteY37" fmla="*/ 179605 h 275948"/>
                        <a:gd name="connsiteX38" fmla="*/ 99912 w 219348"/>
                        <a:gd name="connsiteY38" fmla="*/ 185552 h 275948"/>
                        <a:gd name="connsiteX39" fmla="*/ 97534 w 219348"/>
                        <a:gd name="connsiteY39" fmla="*/ 180794 h 275948"/>
                        <a:gd name="connsiteX40" fmla="*/ 97534 w 219348"/>
                        <a:gd name="connsiteY40" fmla="*/ 177226 h 275948"/>
                        <a:gd name="connsiteX41" fmla="*/ 105860 w 219348"/>
                        <a:gd name="connsiteY41" fmla="*/ 178415 h 275948"/>
                        <a:gd name="connsiteX42" fmla="*/ 108239 w 219348"/>
                        <a:gd name="connsiteY42" fmla="*/ 170089 h 275948"/>
                        <a:gd name="connsiteX43" fmla="*/ 108239 w 219348"/>
                        <a:gd name="connsiteY43" fmla="*/ 165331 h 275948"/>
                        <a:gd name="connsiteX44" fmla="*/ 115375 w 219348"/>
                        <a:gd name="connsiteY44" fmla="*/ 159384 h 275948"/>
                        <a:gd name="connsiteX45" fmla="*/ 109428 w 219348"/>
                        <a:gd name="connsiteY45" fmla="*/ 151058 h 275948"/>
                        <a:gd name="connsiteX46" fmla="*/ 112996 w 219348"/>
                        <a:gd name="connsiteY46" fmla="*/ 148679 h 275948"/>
                        <a:gd name="connsiteX47" fmla="*/ 115375 w 219348"/>
                        <a:gd name="connsiteY47" fmla="*/ 152248 h 275948"/>
                        <a:gd name="connsiteX48" fmla="*/ 123701 w 219348"/>
                        <a:gd name="connsiteY48" fmla="*/ 141543 h 275948"/>
                        <a:gd name="connsiteX49" fmla="*/ 127270 w 219348"/>
                        <a:gd name="connsiteY49" fmla="*/ 134406 h 275948"/>
                        <a:gd name="connsiteX50" fmla="*/ 130838 w 219348"/>
                        <a:gd name="connsiteY50" fmla="*/ 128459 h 275948"/>
                        <a:gd name="connsiteX51" fmla="*/ 134406 w 219348"/>
                        <a:gd name="connsiteY51" fmla="*/ 123701 h 275948"/>
                        <a:gd name="connsiteX52" fmla="*/ 141543 w 219348"/>
                        <a:gd name="connsiteY52" fmla="*/ 114186 h 275948"/>
                        <a:gd name="connsiteX53" fmla="*/ 145111 w 219348"/>
                        <a:gd name="connsiteY53" fmla="*/ 105860 h 275948"/>
                        <a:gd name="connsiteX54" fmla="*/ 159384 w 219348"/>
                        <a:gd name="connsiteY54" fmla="*/ 97534 h 275948"/>
                        <a:gd name="connsiteX55" fmla="*/ 176036 w 219348"/>
                        <a:gd name="connsiteY55" fmla="*/ 80882 h 275948"/>
                        <a:gd name="connsiteX56" fmla="*/ 189120 w 219348"/>
                        <a:gd name="connsiteY56" fmla="*/ 72556 h 275948"/>
                        <a:gd name="connsiteX57" fmla="*/ 201014 w 219348"/>
                        <a:gd name="connsiteY57" fmla="*/ 64230 h 275948"/>
                        <a:gd name="connsiteX58" fmla="*/ 210530 w 219348"/>
                        <a:gd name="connsiteY58" fmla="*/ 54714 h 275948"/>
                        <a:gd name="connsiteX59" fmla="*/ 218856 w 219348"/>
                        <a:gd name="connsiteY59" fmla="*/ 52335 h 275948"/>
                        <a:gd name="connsiteX60" fmla="*/ 217666 w 219348"/>
                        <a:gd name="connsiteY60" fmla="*/ 45198 h 275948"/>
                        <a:gd name="connsiteX61" fmla="*/ 218856 w 219348"/>
                        <a:gd name="connsiteY61" fmla="*/ 39251 h 275948"/>
                        <a:gd name="connsiteX62" fmla="*/ 217666 w 219348"/>
                        <a:gd name="connsiteY62" fmla="*/ 32115 h 275948"/>
                        <a:gd name="connsiteX63" fmla="*/ 212909 w 219348"/>
                        <a:gd name="connsiteY63" fmla="*/ 29736 h 275948"/>
                        <a:gd name="connsiteX64" fmla="*/ 215288 w 219348"/>
                        <a:gd name="connsiteY64" fmla="*/ 17842 h 275948"/>
                        <a:gd name="connsiteX65" fmla="*/ 206962 w 219348"/>
                        <a:gd name="connsiteY65" fmla="*/ 14273 h 275948"/>
                        <a:gd name="connsiteX66" fmla="*/ 203393 w 219348"/>
                        <a:gd name="connsiteY66" fmla="*/ 10705 h 275948"/>
                        <a:gd name="connsiteX67" fmla="*/ 197446 w 219348"/>
                        <a:gd name="connsiteY67" fmla="*/ 7137 h 275948"/>
                        <a:gd name="connsiteX68" fmla="*/ 195067 w 219348"/>
                        <a:gd name="connsiteY68" fmla="*/ 0 h 275948"/>
                        <a:gd name="connsiteX69" fmla="*/ 186741 w 219348"/>
                        <a:gd name="connsiteY69" fmla="*/ 5947 h 275948"/>
                        <a:gd name="connsiteX70" fmla="*/ 179605 w 219348"/>
                        <a:gd name="connsiteY70" fmla="*/ 2379 h 275948"/>
                        <a:gd name="connsiteX71" fmla="*/ 168900 w 219348"/>
                        <a:gd name="connsiteY71" fmla="*/ 9515 h 275948"/>
                        <a:gd name="connsiteX72" fmla="*/ 166521 w 219348"/>
                        <a:gd name="connsiteY72" fmla="*/ 15463 h 275948"/>
                        <a:gd name="connsiteX73" fmla="*/ 158195 w 219348"/>
                        <a:gd name="connsiteY73" fmla="*/ 17842 h 275948"/>
                        <a:gd name="connsiteX74" fmla="*/ 158195 w 219348"/>
                        <a:gd name="connsiteY74" fmla="*/ 23789 h 275948"/>
                        <a:gd name="connsiteX75" fmla="*/ 154627 w 219348"/>
                        <a:gd name="connsiteY75" fmla="*/ 28546 h 275948"/>
                        <a:gd name="connsiteX76" fmla="*/ 157006 w 219348"/>
                        <a:gd name="connsiteY76" fmla="*/ 39251 h 275948"/>
                        <a:gd name="connsiteX77" fmla="*/ 149869 w 219348"/>
                        <a:gd name="connsiteY77" fmla="*/ 40441 h 275948"/>
                        <a:gd name="connsiteX78" fmla="*/ 148679 w 219348"/>
                        <a:gd name="connsiteY78" fmla="*/ 47577 h 275948"/>
                        <a:gd name="connsiteX79" fmla="*/ 139164 w 219348"/>
                        <a:gd name="connsiteY79" fmla="*/ 55903 h 275948"/>
                        <a:gd name="connsiteX80" fmla="*/ 132027 w 219348"/>
                        <a:gd name="connsiteY80" fmla="*/ 59472 h 275948"/>
                        <a:gd name="connsiteX81" fmla="*/ 123701 w 219348"/>
                        <a:gd name="connsiteY81" fmla="*/ 61851 h 275948"/>
                        <a:gd name="connsiteX82" fmla="*/ 115375 w 219348"/>
                        <a:gd name="connsiteY82" fmla="*/ 70177 h 275948"/>
                        <a:gd name="connsiteX83" fmla="*/ 109428 w 219348"/>
                        <a:gd name="connsiteY83" fmla="*/ 64230 h 275948"/>
                        <a:gd name="connsiteX84" fmla="*/ 108239 w 219348"/>
                        <a:gd name="connsiteY84" fmla="*/ 74934 h 275948"/>
                        <a:gd name="connsiteX85" fmla="*/ 102291 w 219348"/>
                        <a:gd name="connsiteY85" fmla="*/ 66608 h 275948"/>
                        <a:gd name="connsiteX86" fmla="*/ 78503 w 219348"/>
                        <a:gd name="connsiteY86" fmla="*/ 73745 h 275948"/>
                        <a:gd name="connsiteX87" fmla="*/ 83260 w 219348"/>
                        <a:gd name="connsiteY87" fmla="*/ 85639 h 275948"/>
                        <a:gd name="connsiteX88" fmla="*/ 76124 w 219348"/>
                        <a:gd name="connsiteY88" fmla="*/ 91586 h 275948"/>
                        <a:gd name="connsiteX89" fmla="*/ 78503 w 219348"/>
                        <a:gd name="connsiteY89" fmla="*/ 83260 h 275948"/>
                        <a:gd name="connsiteX90" fmla="*/ 73745 w 219348"/>
                        <a:gd name="connsiteY90" fmla="*/ 83260 h 275948"/>
                        <a:gd name="connsiteX91" fmla="*/ 70177 w 219348"/>
                        <a:gd name="connsiteY91" fmla="*/ 89208 h 275948"/>
                        <a:gd name="connsiteX92" fmla="*/ 67798 w 219348"/>
                        <a:gd name="connsiteY92" fmla="*/ 92776 h 275948"/>
                        <a:gd name="connsiteX93" fmla="*/ 71366 w 219348"/>
                        <a:gd name="connsiteY93" fmla="*/ 96344 h 275948"/>
                        <a:gd name="connsiteX94" fmla="*/ 65419 w 219348"/>
                        <a:gd name="connsiteY94" fmla="*/ 102291 h 275948"/>
                        <a:gd name="connsiteX95" fmla="*/ 59472 w 219348"/>
                        <a:gd name="connsiteY95" fmla="*/ 104670 h 275948"/>
                        <a:gd name="connsiteX96" fmla="*/ 53525 w 219348"/>
                        <a:gd name="connsiteY96" fmla="*/ 109428 h 275948"/>
                        <a:gd name="connsiteX97" fmla="*/ 48767 w 219348"/>
                        <a:gd name="connsiteY97" fmla="*/ 114186 h 275948"/>
                        <a:gd name="connsiteX98" fmla="*/ 48767 w 219348"/>
                        <a:gd name="connsiteY98" fmla="*/ 121322 h 275948"/>
                        <a:gd name="connsiteX99" fmla="*/ 52335 w 219348"/>
                        <a:gd name="connsiteY99" fmla="*/ 123701 h 275948"/>
                        <a:gd name="connsiteX100" fmla="*/ 46388 w 219348"/>
                        <a:gd name="connsiteY100" fmla="*/ 126080 h 275948"/>
                        <a:gd name="connsiteX101" fmla="*/ 38062 w 219348"/>
                        <a:gd name="connsiteY101" fmla="*/ 128459 h 275948"/>
                        <a:gd name="connsiteX102" fmla="*/ 39251 w 219348"/>
                        <a:gd name="connsiteY102" fmla="*/ 139164 h 275948"/>
                        <a:gd name="connsiteX103" fmla="*/ 45198 w 219348"/>
                        <a:gd name="connsiteY103" fmla="*/ 139164 h 275948"/>
                        <a:gd name="connsiteX104" fmla="*/ 45198 w 219348"/>
                        <a:gd name="connsiteY104" fmla="*/ 148679 h 275948"/>
                        <a:gd name="connsiteX105" fmla="*/ 33304 w 219348"/>
                        <a:gd name="connsiteY105" fmla="*/ 147490 h 275948"/>
                        <a:gd name="connsiteX106" fmla="*/ 26168 w 219348"/>
                        <a:gd name="connsiteY106" fmla="*/ 153437 h 275948"/>
                        <a:gd name="connsiteX107" fmla="*/ 21410 w 219348"/>
                        <a:gd name="connsiteY107" fmla="*/ 164142 h 275948"/>
                        <a:gd name="connsiteX108" fmla="*/ 14273 w 219348"/>
                        <a:gd name="connsiteY108" fmla="*/ 162953 h 275948"/>
                        <a:gd name="connsiteX109" fmla="*/ 11894 w 219348"/>
                        <a:gd name="connsiteY109" fmla="*/ 157005 h 275948"/>
                        <a:gd name="connsiteX110" fmla="*/ 8326 w 219348"/>
                        <a:gd name="connsiteY110" fmla="*/ 164142 h 275948"/>
                        <a:gd name="connsiteX111" fmla="*/ 13084 w 219348"/>
                        <a:gd name="connsiteY111" fmla="*/ 173657 h 275948"/>
                        <a:gd name="connsiteX112" fmla="*/ 19031 w 219348"/>
                        <a:gd name="connsiteY112" fmla="*/ 174847 h 275948"/>
                        <a:gd name="connsiteX113" fmla="*/ 16652 w 219348"/>
                        <a:gd name="connsiteY113" fmla="*/ 184362 h 275948"/>
                        <a:gd name="connsiteX114" fmla="*/ 20221 w 219348"/>
                        <a:gd name="connsiteY114" fmla="*/ 187931 h 275948"/>
                        <a:gd name="connsiteX115" fmla="*/ 23789 w 219348"/>
                        <a:gd name="connsiteY115" fmla="*/ 184362 h 275948"/>
                        <a:gd name="connsiteX116" fmla="*/ 28546 w 219348"/>
                        <a:gd name="connsiteY116" fmla="*/ 186741 h 275948"/>
                        <a:gd name="connsiteX117" fmla="*/ 34494 w 219348"/>
                        <a:gd name="connsiteY117" fmla="*/ 184362 h 275948"/>
                        <a:gd name="connsiteX118" fmla="*/ 32115 w 219348"/>
                        <a:gd name="connsiteY118" fmla="*/ 189120 h 275948"/>
                        <a:gd name="connsiteX119" fmla="*/ 22599 w 219348"/>
                        <a:gd name="connsiteY119" fmla="*/ 189120 h 275948"/>
                        <a:gd name="connsiteX120" fmla="*/ 19031 w 219348"/>
                        <a:gd name="connsiteY120" fmla="*/ 191499 h 275948"/>
                        <a:gd name="connsiteX121" fmla="*/ 14273 w 219348"/>
                        <a:gd name="connsiteY121" fmla="*/ 192688 h 275948"/>
                        <a:gd name="connsiteX122" fmla="*/ 17842 w 219348"/>
                        <a:gd name="connsiteY122" fmla="*/ 199825 h 275948"/>
                        <a:gd name="connsiteX123" fmla="*/ 28546 w 219348"/>
                        <a:gd name="connsiteY123" fmla="*/ 202204 h 275948"/>
                        <a:gd name="connsiteX124" fmla="*/ 26168 w 219348"/>
                        <a:gd name="connsiteY124" fmla="*/ 205772 h 275948"/>
                        <a:gd name="connsiteX125" fmla="*/ 15463 w 219348"/>
                        <a:gd name="connsiteY125" fmla="*/ 206962 h 275948"/>
                        <a:gd name="connsiteX126" fmla="*/ 13084 w 219348"/>
                        <a:gd name="connsiteY126" fmla="*/ 211719 h 275948"/>
                        <a:gd name="connsiteX127" fmla="*/ 24978 w 219348"/>
                        <a:gd name="connsiteY127" fmla="*/ 212909 h 275948"/>
                        <a:gd name="connsiteX128" fmla="*/ 16652 w 219348"/>
                        <a:gd name="connsiteY128" fmla="*/ 216477 h 275948"/>
                        <a:gd name="connsiteX129" fmla="*/ 19031 w 219348"/>
                        <a:gd name="connsiteY129" fmla="*/ 221235 h 275948"/>
                        <a:gd name="connsiteX130" fmla="*/ 27357 w 219348"/>
                        <a:gd name="connsiteY130" fmla="*/ 222424 h 275948"/>
                        <a:gd name="connsiteX131" fmla="*/ 36873 w 219348"/>
                        <a:gd name="connsiteY131" fmla="*/ 228371 h 275948"/>
                        <a:gd name="connsiteX132" fmla="*/ 36873 w 219348"/>
                        <a:gd name="connsiteY132" fmla="*/ 231940 h 275948"/>
                        <a:gd name="connsiteX133" fmla="*/ 29736 w 219348"/>
                        <a:gd name="connsiteY133" fmla="*/ 225993 h 275948"/>
                        <a:gd name="connsiteX134" fmla="*/ 21410 w 219348"/>
                        <a:gd name="connsiteY134" fmla="*/ 225993 h 275948"/>
                        <a:gd name="connsiteX135" fmla="*/ 14273 w 219348"/>
                        <a:gd name="connsiteY135" fmla="*/ 223614 h 275948"/>
                        <a:gd name="connsiteX136" fmla="*/ 10705 w 219348"/>
                        <a:gd name="connsiteY136" fmla="*/ 228371 h 275948"/>
                        <a:gd name="connsiteX137" fmla="*/ 7137 w 219348"/>
                        <a:gd name="connsiteY137" fmla="*/ 231940 h 275948"/>
                        <a:gd name="connsiteX138" fmla="*/ 9515 w 219348"/>
                        <a:gd name="connsiteY138" fmla="*/ 236698 h 275948"/>
                        <a:gd name="connsiteX139" fmla="*/ 2379 w 219348"/>
                        <a:gd name="connsiteY139" fmla="*/ 239076 h 275948"/>
                        <a:gd name="connsiteX140" fmla="*/ 0 w 219348"/>
                        <a:gd name="connsiteY140" fmla="*/ 243834 h 275948"/>
                        <a:gd name="connsiteX141" fmla="*/ 7137 w 219348"/>
                        <a:gd name="connsiteY141" fmla="*/ 252160 h 2759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</a:cxnLst>
                      <a:rect l="l" t="t" r="r" b="b"/>
                      <a:pathLst>
                        <a:path w="219348" h="275948">
                          <a:moveTo>
                            <a:pt x="7137" y="252160"/>
                          </a:moveTo>
                          <a:cubicBezTo>
                            <a:pt x="4758" y="253350"/>
                            <a:pt x="0" y="253350"/>
                            <a:pt x="1190" y="254539"/>
                          </a:cubicBezTo>
                          <a:cubicBezTo>
                            <a:pt x="2379" y="255729"/>
                            <a:pt x="11894" y="266433"/>
                            <a:pt x="13084" y="262865"/>
                          </a:cubicBezTo>
                          <a:cubicBezTo>
                            <a:pt x="14273" y="259297"/>
                            <a:pt x="16652" y="258107"/>
                            <a:pt x="21410" y="254539"/>
                          </a:cubicBezTo>
                          <a:cubicBezTo>
                            <a:pt x="26168" y="250971"/>
                            <a:pt x="29736" y="247402"/>
                            <a:pt x="33304" y="248592"/>
                          </a:cubicBezTo>
                          <a:cubicBezTo>
                            <a:pt x="36873" y="249781"/>
                            <a:pt x="40441" y="253350"/>
                            <a:pt x="38062" y="253350"/>
                          </a:cubicBezTo>
                          <a:cubicBezTo>
                            <a:pt x="35683" y="253350"/>
                            <a:pt x="32115" y="249781"/>
                            <a:pt x="30925" y="250971"/>
                          </a:cubicBezTo>
                          <a:cubicBezTo>
                            <a:pt x="29736" y="252160"/>
                            <a:pt x="27357" y="255729"/>
                            <a:pt x="24978" y="256918"/>
                          </a:cubicBezTo>
                          <a:cubicBezTo>
                            <a:pt x="22599" y="258107"/>
                            <a:pt x="20221" y="259297"/>
                            <a:pt x="19031" y="260486"/>
                          </a:cubicBezTo>
                          <a:cubicBezTo>
                            <a:pt x="17842" y="261676"/>
                            <a:pt x="14273" y="262865"/>
                            <a:pt x="15463" y="266433"/>
                          </a:cubicBezTo>
                          <a:cubicBezTo>
                            <a:pt x="16652" y="270002"/>
                            <a:pt x="17842" y="271191"/>
                            <a:pt x="17842" y="272381"/>
                          </a:cubicBezTo>
                          <a:cubicBezTo>
                            <a:pt x="17842" y="273570"/>
                            <a:pt x="13084" y="275949"/>
                            <a:pt x="16652" y="275949"/>
                          </a:cubicBezTo>
                          <a:cubicBezTo>
                            <a:pt x="20221" y="275949"/>
                            <a:pt x="27357" y="275949"/>
                            <a:pt x="28546" y="273570"/>
                          </a:cubicBezTo>
                          <a:cubicBezTo>
                            <a:pt x="29736" y="271191"/>
                            <a:pt x="34494" y="268812"/>
                            <a:pt x="36873" y="268812"/>
                          </a:cubicBezTo>
                          <a:cubicBezTo>
                            <a:pt x="39251" y="270002"/>
                            <a:pt x="47577" y="275949"/>
                            <a:pt x="49956" y="274759"/>
                          </a:cubicBezTo>
                          <a:cubicBezTo>
                            <a:pt x="53525" y="273570"/>
                            <a:pt x="52335" y="270002"/>
                            <a:pt x="51146" y="270002"/>
                          </a:cubicBezTo>
                          <a:cubicBezTo>
                            <a:pt x="49956" y="268812"/>
                            <a:pt x="52335" y="265244"/>
                            <a:pt x="53525" y="266433"/>
                          </a:cubicBezTo>
                          <a:cubicBezTo>
                            <a:pt x="54714" y="267623"/>
                            <a:pt x="55904" y="273570"/>
                            <a:pt x="58282" y="274759"/>
                          </a:cubicBezTo>
                          <a:cubicBezTo>
                            <a:pt x="60661" y="275949"/>
                            <a:pt x="64229" y="275949"/>
                            <a:pt x="67798" y="274759"/>
                          </a:cubicBezTo>
                          <a:cubicBezTo>
                            <a:pt x="67798" y="274759"/>
                            <a:pt x="72556" y="272381"/>
                            <a:pt x="73745" y="271191"/>
                          </a:cubicBezTo>
                          <a:cubicBezTo>
                            <a:pt x="76124" y="270002"/>
                            <a:pt x="74934" y="266433"/>
                            <a:pt x="74934" y="262865"/>
                          </a:cubicBezTo>
                          <a:cubicBezTo>
                            <a:pt x="74934" y="259297"/>
                            <a:pt x="82071" y="250971"/>
                            <a:pt x="80881" y="249781"/>
                          </a:cubicBezTo>
                          <a:cubicBezTo>
                            <a:pt x="79692" y="248592"/>
                            <a:pt x="76124" y="246213"/>
                            <a:pt x="74934" y="243834"/>
                          </a:cubicBezTo>
                          <a:cubicBezTo>
                            <a:pt x="73745" y="241455"/>
                            <a:pt x="72556" y="239076"/>
                            <a:pt x="71366" y="239076"/>
                          </a:cubicBezTo>
                          <a:cubicBezTo>
                            <a:pt x="70177" y="239076"/>
                            <a:pt x="63040" y="237887"/>
                            <a:pt x="64229" y="235508"/>
                          </a:cubicBezTo>
                          <a:cubicBezTo>
                            <a:pt x="65419" y="234319"/>
                            <a:pt x="73745" y="234319"/>
                            <a:pt x="74934" y="235508"/>
                          </a:cubicBezTo>
                          <a:cubicBezTo>
                            <a:pt x="76124" y="236698"/>
                            <a:pt x="77313" y="243834"/>
                            <a:pt x="79692" y="242645"/>
                          </a:cubicBezTo>
                          <a:cubicBezTo>
                            <a:pt x="82071" y="241455"/>
                            <a:pt x="80881" y="234319"/>
                            <a:pt x="79692" y="231940"/>
                          </a:cubicBezTo>
                          <a:cubicBezTo>
                            <a:pt x="78503" y="229561"/>
                            <a:pt x="66608" y="214098"/>
                            <a:pt x="70177" y="215288"/>
                          </a:cubicBezTo>
                          <a:cubicBezTo>
                            <a:pt x="73745" y="216477"/>
                            <a:pt x="73745" y="220045"/>
                            <a:pt x="77313" y="222424"/>
                          </a:cubicBezTo>
                          <a:cubicBezTo>
                            <a:pt x="80881" y="224803"/>
                            <a:pt x="86829" y="225993"/>
                            <a:pt x="86829" y="222424"/>
                          </a:cubicBezTo>
                          <a:cubicBezTo>
                            <a:pt x="86829" y="220045"/>
                            <a:pt x="82071" y="217667"/>
                            <a:pt x="83260" y="214098"/>
                          </a:cubicBezTo>
                          <a:cubicBezTo>
                            <a:pt x="84450" y="210530"/>
                            <a:pt x="89208" y="206962"/>
                            <a:pt x="85639" y="203393"/>
                          </a:cubicBezTo>
                          <a:cubicBezTo>
                            <a:pt x="82071" y="199825"/>
                            <a:pt x="73745" y="191499"/>
                            <a:pt x="77313" y="191499"/>
                          </a:cubicBezTo>
                          <a:cubicBezTo>
                            <a:pt x="79692" y="191499"/>
                            <a:pt x="85639" y="197446"/>
                            <a:pt x="88018" y="195067"/>
                          </a:cubicBezTo>
                          <a:cubicBezTo>
                            <a:pt x="90397" y="192688"/>
                            <a:pt x="91587" y="190310"/>
                            <a:pt x="89208" y="187931"/>
                          </a:cubicBezTo>
                          <a:cubicBezTo>
                            <a:pt x="86829" y="186741"/>
                            <a:pt x="85639" y="187931"/>
                            <a:pt x="85639" y="184362"/>
                          </a:cubicBezTo>
                          <a:cubicBezTo>
                            <a:pt x="85639" y="180794"/>
                            <a:pt x="85639" y="178415"/>
                            <a:pt x="88018" y="179605"/>
                          </a:cubicBezTo>
                          <a:cubicBezTo>
                            <a:pt x="90397" y="180794"/>
                            <a:pt x="98723" y="187931"/>
                            <a:pt x="99912" y="185552"/>
                          </a:cubicBezTo>
                          <a:cubicBezTo>
                            <a:pt x="101102" y="183173"/>
                            <a:pt x="98723" y="180794"/>
                            <a:pt x="97534" y="180794"/>
                          </a:cubicBezTo>
                          <a:cubicBezTo>
                            <a:pt x="96344" y="180794"/>
                            <a:pt x="93965" y="177226"/>
                            <a:pt x="97534" y="177226"/>
                          </a:cubicBezTo>
                          <a:cubicBezTo>
                            <a:pt x="99912" y="177226"/>
                            <a:pt x="103481" y="180794"/>
                            <a:pt x="105860" y="178415"/>
                          </a:cubicBezTo>
                          <a:cubicBezTo>
                            <a:pt x="108239" y="176036"/>
                            <a:pt x="109428" y="171279"/>
                            <a:pt x="108239" y="170089"/>
                          </a:cubicBezTo>
                          <a:cubicBezTo>
                            <a:pt x="107049" y="168900"/>
                            <a:pt x="105860" y="166521"/>
                            <a:pt x="108239" y="165331"/>
                          </a:cubicBezTo>
                          <a:cubicBezTo>
                            <a:pt x="111807" y="164142"/>
                            <a:pt x="115375" y="161763"/>
                            <a:pt x="115375" y="159384"/>
                          </a:cubicBezTo>
                          <a:cubicBezTo>
                            <a:pt x="114186" y="158195"/>
                            <a:pt x="108239" y="153437"/>
                            <a:pt x="109428" y="151058"/>
                          </a:cubicBezTo>
                          <a:cubicBezTo>
                            <a:pt x="110617" y="148679"/>
                            <a:pt x="112996" y="147490"/>
                            <a:pt x="112996" y="148679"/>
                          </a:cubicBezTo>
                          <a:cubicBezTo>
                            <a:pt x="112996" y="149869"/>
                            <a:pt x="112996" y="153437"/>
                            <a:pt x="115375" y="152248"/>
                          </a:cubicBezTo>
                          <a:cubicBezTo>
                            <a:pt x="117754" y="151058"/>
                            <a:pt x="122512" y="145111"/>
                            <a:pt x="123701" y="141543"/>
                          </a:cubicBezTo>
                          <a:cubicBezTo>
                            <a:pt x="124891" y="137974"/>
                            <a:pt x="124891" y="135596"/>
                            <a:pt x="127270" y="134406"/>
                          </a:cubicBezTo>
                          <a:cubicBezTo>
                            <a:pt x="129648" y="132027"/>
                            <a:pt x="132027" y="129648"/>
                            <a:pt x="130838" y="128459"/>
                          </a:cubicBezTo>
                          <a:cubicBezTo>
                            <a:pt x="130838" y="126080"/>
                            <a:pt x="130838" y="124891"/>
                            <a:pt x="134406" y="123701"/>
                          </a:cubicBezTo>
                          <a:cubicBezTo>
                            <a:pt x="137975" y="122512"/>
                            <a:pt x="139164" y="118944"/>
                            <a:pt x="141543" y="114186"/>
                          </a:cubicBezTo>
                          <a:cubicBezTo>
                            <a:pt x="142732" y="109428"/>
                            <a:pt x="141543" y="105860"/>
                            <a:pt x="145111" y="105860"/>
                          </a:cubicBezTo>
                          <a:cubicBezTo>
                            <a:pt x="148679" y="104670"/>
                            <a:pt x="152248" y="104670"/>
                            <a:pt x="159384" y="97534"/>
                          </a:cubicBezTo>
                          <a:cubicBezTo>
                            <a:pt x="166521" y="90397"/>
                            <a:pt x="171279" y="84450"/>
                            <a:pt x="176036" y="80882"/>
                          </a:cubicBezTo>
                          <a:cubicBezTo>
                            <a:pt x="180794" y="78503"/>
                            <a:pt x="185552" y="73745"/>
                            <a:pt x="189120" y="72556"/>
                          </a:cubicBezTo>
                          <a:cubicBezTo>
                            <a:pt x="192689" y="71366"/>
                            <a:pt x="197446" y="68987"/>
                            <a:pt x="201014" y="64230"/>
                          </a:cubicBezTo>
                          <a:cubicBezTo>
                            <a:pt x="204583" y="59472"/>
                            <a:pt x="206962" y="54714"/>
                            <a:pt x="210530" y="54714"/>
                          </a:cubicBezTo>
                          <a:cubicBezTo>
                            <a:pt x="214098" y="54714"/>
                            <a:pt x="218856" y="54714"/>
                            <a:pt x="218856" y="52335"/>
                          </a:cubicBezTo>
                          <a:cubicBezTo>
                            <a:pt x="218856" y="48767"/>
                            <a:pt x="216477" y="46388"/>
                            <a:pt x="217666" y="45198"/>
                          </a:cubicBezTo>
                          <a:cubicBezTo>
                            <a:pt x="218856" y="42820"/>
                            <a:pt x="220045" y="40441"/>
                            <a:pt x="218856" y="39251"/>
                          </a:cubicBezTo>
                          <a:cubicBezTo>
                            <a:pt x="218856" y="38062"/>
                            <a:pt x="220045" y="32115"/>
                            <a:pt x="217666" y="32115"/>
                          </a:cubicBezTo>
                          <a:cubicBezTo>
                            <a:pt x="215288" y="32115"/>
                            <a:pt x="212909" y="33304"/>
                            <a:pt x="212909" y="29736"/>
                          </a:cubicBezTo>
                          <a:cubicBezTo>
                            <a:pt x="212909" y="26168"/>
                            <a:pt x="217666" y="21410"/>
                            <a:pt x="215288" y="17842"/>
                          </a:cubicBezTo>
                          <a:cubicBezTo>
                            <a:pt x="214098" y="14273"/>
                            <a:pt x="208151" y="16652"/>
                            <a:pt x="206962" y="14273"/>
                          </a:cubicBezTo>
                          <a:cubicBezTo>
                            <a:pt x="206962" y="11894"/>
                            <a:pt x="204583" y="10705"/>
                            <a:pt x="203393" y="10705"/>
                          </a:cubicBezTo>
                          <a:cubicBezTo>
                            <a:pt x="202204" y="10705"/>
                            <a:pt x="198636" y="10705"/>
                            <a:pt x="197446" y="7137"/>
                          </a:cubicBezTo>
                          <a:cubicBezTo>
                            <a:pt x="196257" y="4758"/>
                            <a:pt x="197446" y="0"/>
                            <a:pt x="195067" y="0"/>
                          </a:cubicBezTo>
                          <a:cubicBezTo>
                            <a:pt x="192689" y="0"/>
                            <a:pt x="189120" y="5947"/>
                            <a:pt x="186741" y="5947"/>
                          </a:cubicBezTo>
                          <a:cubicBezTo>
                            <a:pt x="183173" y="5947"/>
                            <a:pt x="180794" y="2379"/>
                            <a:pt x="179605" y="2379"/>
                          </a:cubicBezTo>
                          <a:cubicBezTo>
                            <a:pt x="178415" y="3568"/>
                            <a:pt x="168900" y="7137"/>
                            <a:pt x="168900" y="9515"/>
                          </a:cubicBezTo>
                          <a:cubicBezTo>
                            <a:pt x="168900" y="11894"/>
                            <a:pt x="168900" y="13084"/>
                            <a:pt x="166521" y="15463"/>
                          </a:cubicBezTo>
                          <a:cubicBezTo>
                            <a:pt x="164142" y="16652"/>
                            <a:pt x="160574" y="15463"/>
                            <a:pt x="158195" y="17842"/>
                          </a:cubicBezTo>
                          <a:cubicBezTo>
                            <a:pt x="155816" y="20220"/>
                            <a:pt x="159384" y="22599"/>
                            <a:pt x="158195" y="23789"/>
                          </a:cubicBezTo>
                          <a:cubicBezTo>
                            <a:pt x="157006" y="24978"/>
                            <a:pt x="153437" y="24978"/>
                            <a:pt x="154627" y="28546"/>
                          </a:cubicBezTo>
                          <a:cubicBezTo>
                            <a:pt x="154627" y="32115"/>
                            <a:pt x="159384" y="38062"/>
                            <a:pt x="157006" y="39251"/>
                          </a:cubicBezTo>
                          <a:cubicBezTo>
                            <a:pt x="155816" y="39251"/>
                            <a:pt x="151058" y="38062"/>
                            <a:pt x="149869" y="40441"/>
                          </a:cubicBezTo>
                          <a:cubicBezTo>
                            <a:pt x="149869" y="42820"/>
                            <a:pt x="149869" y="45198"/>
                            <a:pt x="148679" y="47577"/>
                          </a:cubicBezTo>
                          <a:cubicBezTo>
                            <a:pt x="147490" y="49956"/>
                            <a:pt x="141543" y="54714"/>
                            <a:pt x="139164" y="55903"/>
                          </a:cubicBezTo>
                          <a:cubicBezTo>
                            <a:pt x="136785" y="57093"/>
                            <a:pt x="135596" y="59472"/>
                            <a:pt x="132027" y="59472"/>
                          </a:cubicBezTo>
                          <a:cubicBezTo>
                            <a:pt x="128459" y="59472"/>
                            <a:pt x="126080" y="59472"/>
                            <a:pt x="123701" y="61851"/>
                          </a:cubicBezTo>
                          <a:cubicBezTo>
                            <a:pt x="121323" y="64230"/>
                            <a:pt x="118944" y="70177"/>
                            <a:pt x="115375" y="70177"/>
                          </a:cubicBezTo>
                          <a:cubicBezTo>
                            <a:pt x="112996" y="70177"/>
                            <a:pt x="109428" y="61851"/>
                            <a:pt x="109428" y="64230"/>
                          </a:cubicBezTo>
                          <a:cubicBezTo>
                            <a:pt x="108239" y="65419"/>
                            <a:pt x="110617" y="76124"/>
                            <a:pt x="108239" y="74934"/>
                          </a:cubicBezTo>
                          <a:cubicBezTo>
                            <a:pt x="105860" y="73745"/>
                            <a:pt x="103481" y="66608"/>
                            <a:pt x="102291" y="66608"/>
                          </a:cubicBezTo>
                          <a:cubicBezTo>
                            <a:pt x="101102" y="66608"/>
                            <a:pt x="77313" y="70177"/>
                            <a:pt x="78503" y="73745"/>
                          </a:cubicBezTo>
                          <a:cubicBezTo>
                            <a:pt x="79692" y="77313"/>
                            <a:pt x="84450" y="85639"/>
                            <a:pt x="83260" y="85639"/>
                          </a:cubicBezTo>
                          <a:cubicBezTo>
                            <a:pt x="82071" y="86829"/>
                            <a:pt x="77313" y="92776"/>
                            <a:pt x="76124" y="91586"/>
                          </a:cubicBezTo>
                          <a:cubicBezTo>
                            <a:pt x="74934" y="89208"/>
                            <a:pt x="79692" y="85639"/>
                            <a:pt x="78503" y="83260"/>
                          </a:cubicBezTo>
                          <a:cubicBezTo>
                            <a:pt x="77313" y="80882"/>
                            <a:pt x="73745" y="82071"/>
                            <a:pt x="73745" y="83260"/>
                          </a:cubicBezTo>
                          <a:cubicBezTo>
                            <a:pt x="72556" y="85639"/>
                            <a:pt x="71366" y="88018"/>
                            <a:pt x="70177" y="89208"/>
                          </a:cubicBezTo>
                          <a:cubicBezTo>
                            <a:pt x="68987" y="90397"/>
                            <a:pt x="65419" y="91586"/>
                            <a:pt x="67798" y="92776"/>
                          </a:cubicBezTo>
                          <a:cubicBezTo>
                            <a:pt x="68987" y="93965"/>
                            <a:pt x="72556" y="93965"/>
                            <a:pt x="71366" y="96344"/>
                          </a:cubicBezTo>
                          <a:cubicBezTo>
                            <a:pt x="70177" y="97534"/>
                            <a:pt x="67798" y="102291"/>
                            <a:pt x="65419" y="102291"/>
                          </a:cubicBezTo>
                          <a:cubicBezTo>
                            <a:pt x="63040" y="102291"/>
                            <a:pt x="59472" y="102291"/>
                            <a:pt x="59472" y="104670"/>
                          </a:cubicBezTo>
                          <a:cubicBezTo>
                            <a:pt x="58282" y="107049"/>
                            <a:pt x="54714" y="108239"/>
                            <a:pt x="53525" y="109428"/>
                          </a:cubicBezTo>
                          <a:cubicBezTo>
                            <a:pt x="52335" y="110617"/>
                            <a:pt x="48767" y="111807"/>
                            <a:pt x="48767" y="114186"/>
                          </a:cubicBezTo>
                          <a:cubicBezTo>
                            <a:pt x="48767" y="116565"/>
                            <a:pt x="46388" y="120133"/>
                            <a:pt x="48767" y="121322"/>
                          </a:cubicBezTo>
                          <a:cubicBezTo>
                            <a:pt x="51146" y="122512"/>
                            <a:pt x="53525" y="122512"/>
                            <a:pt x="52335" y="123701"/>
                          </a:cubicBezTo>
                          <a:cubicBezTo>
                            <a:pt x="51146" y="124891"/>
                            <a:pt x="48767" y="126080"/>
                            <a:pt x="46388" y="126080"/>
                          </a:cubicBezTo>
                          <a:cubicBezTo>
                            <a:pt x="44009" y="126080"/>
                            <a:pt x="38062" y="124891"/>
                            <a:pt x="38062" y="128459"/>
                          </a:cubicBezTo>
                          <a:cubicBezTo>
                            <a:pt x="38062" y="132027"/>
                            <a:pt x="36873" y="139164"/>
                            <a:pt x="39251" y="139164"/>
                          </a:cubicBezTo>
                          <a:cubicBezTo>
                            <a:pt x="41630" y="139164"/>
                            <a:pt x="45198" y="136785"/>
                            <a:pt x="45198" y="139164"/>
                          </a:cubicBezTo>
                          <a:cubicBezTo>
                            <a:pt x="45198" y="141543"/>
                            <a:pt x="47577" y="147490"/>
                            <a:pt x="45198" y="148679"/>
                          </a:cubicBezTo>
                          <a:cubicBezTo>
                            <a:pt x="42820" y="149869"/>
                            <a:pt x="35683" y="146300"/>
                            <a:pt x="33304" y="147490"/>
                          </a:cubicBezTo>
                          <a:cubicBezTo>
                            <a:pt x="30925" y="148679"/>
                            <a:pt x="26168" y="149869"/>
                            <a:pt x="26168" y="153437"/>
                          </a:cubicBezTo>
                          <a:cubicBezTo>
                            <a:pt x="26168" y="157005"/>
                            <a:pt x="24978" y="162953"/>
                            <a:pt x="21410" y="164142"/>
                          </a:cubicBezTo>
                          <a:cubicBezTo>
                            <a:pt x="17842" y="165331"/>
                            <a:pt x="15463" y="165331"/>
                            <a:pt x="14273" y="162953"/>
                          </a:cubicBezTo>
                          <a:cubicBezTo>
                            <a:pt x="14273" y="159384"/>
                            <a:pt x="13084" y="157005"/>
                            <a:pt x="11894" y="157005"/>
                          </a:cubicBezTo>
                          <a:cubicBezTo>
                            <a:pt x="10705" y="157005"/>
                            <a:pt x="8326" y="161763"/>
                            <a:pt x="8326" y="164142"/>
                          </a:cubicBezTo>
                          <a:cubicBezTo>
                            <a:pt x="9515" y="167710"/>
                            <a:pt x="9515" y="172468"/>
                            <a:pt x="13084" y="173657"/>
                          </a:cubicBezTo>
                          <a:cubicBezTo>
                            <a:pt x="16652" y="173657"/>
                            <a:pt x="19031" y="172468"/>
                            <a:pt x="19031" y="174847"/>
                          </a:cubicBezTo>
                          <a:cubicBezTo>
                            <a:pt x="19031" y="177226"/>
                            <a:pt x="14273" y="181984"/>
                            <a:pt x="16652" y="184362"/>
                          </a:cubicBezTo>
                          <a:cubicBezTo>
                            <a:pt x="20221" y="186741"/>
                            <a:pt x="20221" y="189120"/>
                            <a:pt x="20221" y="187931"/>
                          </a:cubicBezTo>
                          <a:cubicBezTo>
                            <a:pt x="21410" y="186741"/>
                            <a:pt x="23789" y="183173"/>
                            <a:pt x="23789" y="184362"/>
                          </a:cubicBezTo>
                          <a:cubicBezTo>
                            <a:pt x="24978" y="185552"/>
                            <a:pt x="26168" y="186741"/>
                            <a:pt x="28546" y="186741"/>
                          </a:cubicBezTo>
                          <a:cubicBezTo>
                            <a:pt x="30925" y="186741"/>
                            <a:pt x="34494" y="183173"/>
                            <a:pt x="34494" y="184362"/>
                          </a:cubicBezTo>
                          <a:cubicBezTo>
                            <a:pt x="35683" y="185552"/>
                            <a:pt x="35683" y="189120"/>
                            <a:pt x="32115" y="189120"/>
                          </a:cubicBezTo>
                          <a:cubicBezTo>
                            <a:pt x="28546" y="190310"/>
                            <a:pt x="23789" y="189120"/>
                            <a:pt x="22599" y="189120"/>
                          </a:cubicBezTo>
                          <a:cubicBezTo>
                            <a:pt x="21410" y="190310"/>
                            <a:pt x="21410" y="192688"/>
                            <a:pt x="19031" y="191499"/>
                          </a:cubicBezTo>
                          <a:cubicBezTo>
                            <a:pt x="17842" y="191499"/>
                            <a:pt x="14273" y="190310"/>
                            <a:pt x="14273" y="192688"/>
                          </a:cubicBezTo>
                          <a:cubicBezTo>
                            <a:pt x="14273" y="195067"/>
                            <a:pt x="13084" y="197446"/>
                            <a:pt x="17842" y="199825"/>
                          </a:cubicBezTo>
                          <a:cubicBezTo>
                            <a:pt x="22599" y="202204"/>
                            <a:pt x="29736" y="201015"/>
                            <a:pt x="28546" y="202204"/>
                          </a:cubicBezTo>
                          <a:cubicBezTo>
                            <a:pt x="28546" y="203393"/>
                            <a:pt x="27357" y="205772"/>
                            <a:pt x="26168" y="205772"/>
                          </a:cubicBezTo>
                          <a:cubicBezTo>
                            <a:pt x="23789" y="205772"/>
                            <a:pt x="17842" y="205772"/>
                            <a:pt x="15463" y="206962"/>
                          </a:cubicBezTo>
                          <a:cubicBezTo>
                            <a:pt x="13084" y="208151"/>
                            <a:pt x="9515" y="211719"/>
                            <a:pt x="13084" y="211719"/>
                          </a:cubicBezTo>
                          <a:cubicBezTo>
                            <a:pt x="16652" y="212909"/>
                            <a:pt x="26168" y="211719"/>
                            <a:pt x="24978" y="212909"/>
                          </a:cubicBezTo>
                          <a:cubicBezTo>
                            <a:pt x="23789" y="214098"/>
                            <a:pt x="15463" y="215288"/>
                            <a:pt x="16652" y="216477"/>
                          </a:cubicBezTo>
                          <a:cubicBezTo>
                            <a:pt x="16652" y="217667"/>
                            <a:pt x="15463" y="221235"/>
                            <a:pt x="19031" y="221235"/>
                          </a:cubicBezTo>
                          <a:cubicBezTo>
                            <a:pt x="22599" y="221235"/>
                            <a:pt x="24978" y="221235"/>
                            <a:pt x="27357" y="222424"/>
                          </a:cubicBezTo>
                          <a:cubicBezTo>
                            <a:pt x="29736" y="223614"/>
                            <a:pt x="35683" y="225993"/>
                            <a:pt x="36873" y="228371"/>
                          </a:cubicBezTo>
                          <a:cubicBezTo>
                            <a:pt x="36873" y="229561"/>
                            <a:pt x="38062" y="231940"/>
                            <a:pt x="36873" y="231940"/>
                          </a:cubicBezTo>
                          <a:cubicBezTo>
                            <a:pt x="35683" y="231940"/>
                            <a:pt x="32115" y="225993"/>
                            <a:pt x="29736" y="225993"/>
                          </a:cubicBezTo>
                          <a:cubicBezTo>
                            <a:pt x="27357" y="225993"/>
                            <a:pt x="22599" y="227182"/>
                            <a:pt x="21410" y="225993"/>
                          </a:cubicBezTo>
                          <a:cubicBezTo>
                            <a:pt x="20221" y="224803"/>
                            <a:pt x="15463" y="221235"/>
                            <a:pt x="14273" y="223614"/>
                          </a:cubicBezTo>
                          <a:cubicBezTo>
                            <a:pt x="13084" y="224803"/>
                            <a:pt x="10705" y="228371"/>
                            <a:pt x="10705" y="228371"/>
                          </a:cubicBezTo>
                          <a:cubicBezTo>
                            <a:pt x="10705" y="229561"/>
                            <a:pt x="7137" y="230750"/>
                            <a:pt x="7137" y="231940"/>
                          </a:cubicBezTo>
                          <a:cubicBezTo>
                            <a:pt x="8326" y="234319"/>
                            <a:pt x="10705" y="235508"/>
                            <a:pt x="9515" y="236698"/>
                          </a:cubicBezTo>
                          <a:cubicBezTo>
                            <a:pt x="8326" y="237887"/>
                            <a:pt x="3568" y="237887"/>
                            <a:pt x="2379" y="239076"/>
                          </a:cubicBezTo>
                          <a:cubicBezTo>
                            <a:pt x="2379" y="240266"/>
                            <a:pt x="1190" y="242645"/>
                            <a:pt x="0" y="243834"/>
                          </a:cubicBezTo>
                          <a:cubicBezTo>
                            <a:pt x="5947" y="247402"/>
                            <a:pt x="9515" y="250971"/>
                            <a:pt x="7137" y="25216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8" name="Freeform 607">
                      <a:extLst>
                        <a:ext uri="{FF2B5EF4-FFF2-40B4-BE49-F238E27FC236}">
                          <a16:creationId xmlns:a16="http://schemas.microsoft.com/office/drawing/2014/main" id="{62EA0F91-C798-04D0-9542-5B0848C782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7719" y="1766072"/>
                      <a:ext cx="14678" cy="11021"/>
                    </a:xfrm>
                    <a:custGeom>
                      <a:avLst/>
                      <a:gdLst>
                        <a:gd name="connsiteX0" fmla="*/ 1478 w 14678"/>
                        <a:gd name="connsiteY0" fmla="*/ 11021 h 11021"/>
                        <a:gd name="connsiteX1" fmla="*/ 7425 w 14678"/>
                        <a:gd name="connsiteY1" fmla="*/ 7453 h 11021"/>
                        <a:gd name="connsiteX2" fmla="*/ 14562 w 14678"/>
                        <a:gd name="connsiteY2" fmla="*/ 316 h 11021"/>
                        <a:gd name="connsiteX3" fmla="*/ 5046 w 14678"/>
                        <a:gd name="connsiteY3" fmla="*/ 3885 h 11021"/>
                        <a:gd name="connsiteX4" fmla="*/ 1478 w 14678"/>
                        <a:gd name="connsiteY4" fmla="*/ 11021 h 110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4678" h="11021">
                          <a:moveTo>
                            <a:pt x="1478" y="11021"/>
                          </a:moveTo>
                          <a:cubicBezTo>
                            <a:pt x="5046" y="11021"/>
                            <a:pt x="5046" y="11021"/>
                            <a:pt x="7425" y="7453"/>
                          </a:cubicBezTo>
                          <a:cubicBezTo>
                            <a:pt x="7425" y="7453"/>
                            <a:pt x="15751" y="1506"/>
                            <a:pt x="14562" y="316"/>
                          </a:cubicBezTo>
                          <a:cubicBezTo>
                            <a:pt x="12183" y="-873"/>
                            <a:pt x="7425" y="1506"/>
                            <a:pt x="5046" y="3885"/>
                          </a:cubicBezTo>
                          <a:cubicBezTo>
                            <a:pt x="1478" y="6264"/>
                            <a:pt x="-2090" y="11021"/>
                            <a:pt x="1478" y="1102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9" name="Freeform 608">
                      <a:extLst>
                        <a:ext uri="{FF2B5EF4-FFF2-40B4-BE49-F238E27FC236}">
                          <a16:creationId xmlns:a16="http://schemas.microsoft.com/office/drawing/2014/main" id="{B4B8F4CD-8927-1D3D-D33E-AE10A3D2F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0388" y="1881648"/>
                      <a:ext cx="37642" cy="34925"/>
                    </a:xfrm>
                    <a:custGeom>
                      <a:avLst/>
                      <a:gdLst>
                        <a:gd name="connsiteX0" fmla="*/ 5947 w 37642"/>
                        <a:gd name="connsiteY0" fmla="*/ 20336 h 34925"/>
                        <a:gd name="connsiteX1" fmla="*/ 7137 w 37642"/>
                        <a:gd name="connsiteY1" fmla="*/ 31041 h 34925"/>
                        <a:gd name="connsiteX2" fmla="*/ 13084 w 37642"/>
                        <a:gd name="connsiteY2" fmla="*/ 34609 h 34925"/>
                        <a:gd name="connsiteX3" fmla="*/ 13084 w 37642"/>
                        <a:gd name="connsiteY3" fmla="*/ 28662 h 34925"/>
                        <a:gd name="connsiteX4" fmla="*/ 17842 w 37642"/>
                        <a:gd name="connsiteY4" fmla="*/ 33420 h 34925"/>
                        <a:gd name="connsiteX5" fmla="*/ 24978 w 37642"/>
                        <a:gd name="connsiteY5" fmla="*/ 31041 h 34925"/>
                        <a:gd name="connsiteX6" fmla="*/ 32115 w 37642"/>
                        <a:gd name="connsiteY6" fmla="*/ 23904 h 34925"/>
                        <a:gd name="connsiteX7" fmla="*/ 36873 w 37642"/>
                        <a:gd name="connsiteY7" fmla="*/ 19147 h 34925"/>
                        <a:gd name="connsiteX8" fmla="*/ 26168 w 37642"/>
                        <a:gd name="connsiteY8" fmla="*/ 9631 h 34925"/>
                        <a:gd name="connsiteX9" fmla="*/ 17842 w 37642"/>
                        <a:gd name="connsiteY9" fmla="*/ 116 h 34925"/>
                        <a:gd name="connsiteX10" fmla="*/ 10705 w 37642"/>
                        <a:gd name="connsiteY10" fmla="*/ 4873 h 34925"/>
                        <a:gd name="connsiteX11" fmla="*/ 0 w 37642"/>
                        <a:gd name="connsiteY11" fmla="*/ 9631 h 34925"/>
                        <a:gd name="connsiteX12" fmla="*/ 5947 w 37642"/>
                        <a:gd name="connsiteY12" fmla="*/ 20336 h 349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37642" h="34925">
                          <a:moveTo>
                            <a:pt x="5947" y="20336"/>
                          </a:moveTo>
                          <a:cubicBezTo>
                            <a:pt x="4758" y="22715"/>
                            <a:pt x="4758" y="29851"/>
                            <a:pt x="7137" y="31041"/>
                          </a:cubicBezTo>
                          <a:cubicBezTo>
                            <a:pt x="9516" y="33420"/>
                            <a:pt x="13084" y="35799"/>
                            <a:pt x="13084" y="34609"/>
                          </a:cubicBezTo>
                          <a:cubicBezTo>
                            <a:pt x="13084" y="33420"/>
                            <a:pt x="11894" y="27473"/>
                            <a:pt x="13084" y="28662"/>
                          </a:cubicBezTo>
                          <a:cubicBezTo>
                            <a:pt x="15463" y="29851"/>
                            <a:pt x="15463" y="33420"/>
                            <a:pt x="17842" y="33420"/>
                          </a:cubicBezTo>
                          <a:cubicBezTo>
                            <a:pt x="17842" y="33420"/>
                            <a:pt x="22600" y="33420"/>
                            <a:pt x="24978" y="31041"/>
                          </a:cubicBezTo>
                          <a:cubicBezTo>
                            <a:pt x="27357" y="28662"/>
                            <a:pt x="28547" y="23904"/>
                            <a:pt x="32115" y="23904"/>
                          </a:cubicBezTo>
                          <a:cubicBezTo>
                            <a:pt x="35683" y="22715"/>
                            <a:pt x="39252" y="22715"/>
                            <a:pt x="36873" y="19147"/>
                          </a:cubicBezTo>
                          <a:cubicBezTo>
                            <a:pt x="35683" y="15578"/>
                            <a:pt x="27357" y="12010"/>
                            <a:pt x="26168" y="9631"/>
                          </a:cubicBezTo>
                          <a:cubicBezTo>
                            <a:pt x="24978" y="7252"/>
                            <a:pt x="21410" y="-1074"/>
                            <a:pt x="17842" y="116"/>
                          </a:cubicBezTo>
                          <a:cubicBezTo>
                            <a:pt x="14273" y="1305"/>
                            <a:pt x="14273" y="3684"/>
                            <a:pt x="10705" y="4873"/>
                          </a:cubicBezTo>
                          <a:cubicBezTo>
                            <a:pt x="7137" y="6063"/>
                            <a:pt x="0" y="6063"/>
                            <a:pt x="0" y="9631"/>
                          </a:cubicBezTo>
                          <a:cubicBezTo>
                            <a:pt x="0" y="12010"/>
                            <a:pt x="7137" y="17957"/>
                            <a:pt x="5947" y="2033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0" name="Freeform 609">
                      <a:extLst>
                        <a:ext uri="{FF2B5EF4-FFF2-40B4-BE49-F238E27FC236}">
                          <a16:creationId xmlns:a16="http://schemas.microsoft.com/office/drawing/2014/main" id="{4BA793CF-02F2-4A1E-CAE8-343FBB6FC4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9919" y="1337309"/>
                      <a:ext cx="102546" cy="128152"/>
                    </a:xfrm>
                    <a:custGeom>
                      <a:avLst/>
                      <a:gdLst>
                        <a:gd name="connsiteX0" fmla="*/ 1352 w 102546"/>
                        <a:gd name="connsiteY0" fmla="*/ 30618 h 128152"/>
                        <a:gd name="connsiteX1" fmla="*/ 9679 w 102546"/>
                        <a:gd name="connsiteY1" fmla="*/ 34187 h 128152"/>
                        <a:gd name="connsiteX2" fmla="*/ 14437 w 102546"/>
                        <a:gd name="connsiteY2" fmla="*/ 52028 h 128152"/>
                        <a:gd name="connsiteX3" fmla="*/ 22762 w 102546"/>
                        <a:gd name="connsiteY3" fmla="*/ 56786 h 128152"/>
                        <a:gd name="connsiteX4" fmla="*/ 14437 w 102546"/>
                        <a:gd name="connsiteY4" fmla="*/ 63923 h 128152"/>
                        <a:gd name="connsiteX5" fmla="*/ 18005 w 102546"/>
                        <a:gd name="connsiteY5" fmla="*/ 79385 h 128152"/>
                        <a:gd name="connsiteX6" fmla="*/ 19194 w 102546"/>
                        <a:gd name="connsiteY6" fmla="*/ 91280 h 128152"/>
                        <a:gd name="connsiteX7" fmla="*/ 22762 w 102546"/>
                        <a:gd name="connsiteY7" fmla="*/ 97227 h 128152"/>
                        <a:gd name="connsiteX8" fmla="*/ 23952 w 102546"/>
                        <a:gd name="connsiteY8" fmla="*/ 111500 h 128152"/>
                        <a:gd name="connsiteX9" fmla="*/ 31088 w 102546"/>
                        <a:gd name="connsiteY9" fmla="*/ 119826 h 128152"/>
                        <a:gd name="connsiteX10" fmla="*/ 34656 w 102546"/>
                        <a:gd name="connsiteY10" fmla="*/ 128152 h 128152"/>
                        <a:gd name="connsiteX11" fmla="*/ 41793 w 102546"/>
                        <a:gd name="connsiteY11" fmla="*/ 124584 h 128152"/>
                        <a:gd name="connsiteX12" fmla="*/ 53688 w 102546"/>
                        <a:gd name="connsiteY12" fmla="*/ 112689 h 128152"/>
                        <a:gd name="connsiteX13" fmla="*/ 56067 w 102546"/>
                        <a:gd name="connsiteY13" fmla="*/ 100795 h 128152"/>
                        <a:gd name="connsiteX14" fmla="*/ 67961 w 102546"/>
                        <a:gd name="connsiteY14" fmla="*/ 93658 h 128152"/>
                        <a:gd name="connsiteX15" fmla="*/ 75098 w 102546"/>
                        <a:gd name="connsiteY15" fmla="*/ 96037 h 128152"/>
                        <a:gd name="connsiteX16" fmla="*/ 82234 w 102546"/>
                        <a:gd name="connsiteY16" fmla="*/ 86522 h 128152"/>
                        <a:gd name="connsiteX17" fmla="*/ 102454 w 102546"/>
                        <a:gd name="connsiteY17" fmla="*/ 63923 h 128152"/>
                        <a:gd name="connsiteX18" fmla="*/ 92939 w 102546"/>
                        <a:gd name="connsiteY18" fmla="*/ 44892 h 128152"/>
                        <a:gd name="connsiteX19" fmla="*/ 89371 w 102546"/>
                        <a:gd name="connsiteY19" fmla="*/ 35376 h 128152"/>
                        <a:gd name="connsiteX20" fmla="*/ 76287 w 102546"/>
                        <a:gd name="connsiteY20" fmla="*/ 30618 h 128152"/>
                        <a:gd name="connsiteX21" fmla="*/ 58445 w 102546"/>
                        <a:gd name="connsiteY21" fmla="*/ 21103 h 128152"/>
                        <a:gd name="connsiteX22" fmla="*/ 51309 w 102546"/>
                        <a:gd name="connsiteY22" fmla="*/ 21103 h 128152"/>
                        <a:gd name="connsiteX23" fmla="*/ 46551 w 102546"/>
                        <a:gd name="connsiteY23" fmla="*/ 13966 h 128152"/>
                        <a:gd name="connsiteX24" fmla="*/ 41793 w 102546"/>
                        <a:gd name="connsiteY24" fmla="*/ 17535 h 128152"/>
                        <a:gd name="connsiteX25" fmla="*/ 33467 w 102546"/>
                        <a:gd name="connsiteY25" fmla="*/ 9209 h 128152"/>
                        <a:gd name="connsiteX26" fmla="*/ 34656 w 102546"/>
                        <a:gd name="connsiteY26" fmla="*/ 19914 h 128152"/>
                        <a:gd name="connsiteX27" fmla="*/ 31088 w 102546"/>
                        <a:gd name="connsiteY27" fmla="*/ 27050 h 128152"/>
                        <a:gd name="connsiteX28" fmla="*/ 26331 w 102546"/>
                        <a:gd name="connsiteY28" fmla="*/ 6830 h 128152"/>
                        <a:gd name="connsiteX29" fmla="*/ 4921 w 102546"/>
                        <a:gd name="connsiteY29" fmla="*/ 883 h 128152"/>
                        <a:gd name="connsiteX30" fmla="*/ 7300 w 102546"/>
                        <a:gd name="connsiteY30" fmla="*/ 12777 h 128152"/>
                        <a:gd name="connsiteX31" fmla="*/ 14437 w 102546"/>
                        <a:gd name="connsiteY31" fmla="*/ 18724 h 128152"/>
                        <a:gd name="connsiteX32" fmla="*/ 7300 w 102546"/>
                        <a:gd name="connsiteY32" fmla="*/ 18724 h 128152"/>
                        <a:gd name="connsiteX33" fmla="*/ 1352 w 102546"/>
                        <a:gd name="connsiteY33" fmla="*/ 13966 h 128152"/>
                        <a:gd name="connsiteX34" fmla="*/ 1352 w 102546"/>
                        <a:gd name="connsiteY34" fmla="*/ 22292 h 128152"/>
                        <a:gd name="connsiteX35" fmla="*/ 1352 w 102546"/>
                        <a:gd name="connsiteY35" fmla="*/ 30618 h 1281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</a:cxnLst>
                      <a:rect l="l" t="t" r="r" b="b"/>
                      <a:pathLst>
                        <a:path w="102546" h="128152">
                          <a:moveTo>
                            <a:pt x="1352" y="30618"/>
                          </a:moveTo>
                          <a:cubicBezTo>
                            <a:pt x="4921" y="31808"/>
                            <a:pt x="8489" y="31808"/>
                            <a:pt x="9679" y="34187"/>
                          </a:cubicBezTo>
                          <a:cubicBezTo>
                            <a:pt x="9679" y="36566"/>
                            <a:pt x="10868" y="49649"/>
                            <a:pt x="14437" y="52028"/>
                          </a:cubicBezTo>
                          <a:cubicBezTo>
                            <a:pt x="18005" y="55597"/>
                            <a:pt x="23952" y="55597"/>
                            <a:pt x="22762" y="56786"/>
                          </a:cubicBezTo>
                          <a:cubicBezTo>
                            <a:pt x="21573" y="57975"/>
                            <a:pt x="15626" y="59165"/>
                            <a:pt x="14437" y="63923"/>
                          </a:cubicBezTo>
                          <a:cubicBezTo>
                            <a:pt x="13247" y="67491"/>
                            <a:pt x="15626" y="75817"/>
                            <a:pt x="18005" y="79385"/>
                          </a:cubicBezTo>
                          <a:cubicBezTo>
                            <a:pt x="20384" y="82954"/>
                            <a:pt x="16815" y="90090"/>
                            <a:pt x="19194" y="91280"/>
                          </a:cubicBezTo>
                          <a:cubicBezTo>
                            <a:pt x="20384" y="92469"/>
                            <a:pt x="22762" y="93658"/>
                            <a:pt x="22762" y="97227"/>
                          </a:cubicBezTo>
                          <a:cubicBezTo>
                            <a:pt x="22762" y="100795"/>
                            <a:pt x="20384" y="107932"/>
                            <a:pt x="23952" y="111500"/>
                          </a:cubicBezTo>
                          <a:cubicBezTo>
                            <a:pt x="26331" y="115068"/>
                            <a:pt x="31088" y="117447"/>
                            <a:pt x="31088" y="119826"/>
                          </a:cubicBezTo>
                          <a:cubicBezTo>
                            <a:pt x="32278" y="122205"/>
                            <a:pt x="29899" y="126963"/>
                            <a:pt x="34656" y="128152"/>
                          </a:cubicBezTo>
                          <a:cubicBezTo>
                            <a:pt x="34656" y="128152"/>
                            <a:pt x="39414" y="128152"/>
                            <a:pt x="41793" y="124584"/>
                          </a:cubicBezTo>
                          <a:cubicBezTo>
                            <a:pt x="44172" y="121016"/>
                            <a:pt x="52498" y="113879"/>
                            <a:pt x="53688" y="112689"/>
                          </a:cubicBezTo>
                          <a:cubicBezTo>
                            <a:pt x="54877" y="111500"/>
                            <a:pt x="50120" y="104363"/>
                            <a:pt x="56067" y="100795"/>
                          </a:cubicBezTo>
                          <a:cubicBezTo>
                            <a:pt x="62014" y="97227"/>
                            <a:pt x="65582" y="91280"/>
                            <a:pt x="67961" y="93658"/>
                          </a:cubicBezTo>
                          <a:cubicBezTo>
                            <a:pt x="70339" y="96037"/>
                            <a:pt x="72718" y="98416"/>
                            <a:pt x="75098" y="96037"/>
                          </a:cubicBezTo>
                          <a:cubicBezTo>
                            <a:pt x="76287" y="93658"/>
                            <a:pt x="77477" y="87711"/>
                            <a:pt x="82234" y="86522"/>
                          </a:cubicBezTo>
                          <a:cubicBezTo>
                            <a:pt x="86992" y="85332"/>
                            <a:pt x="101265" y="72249"/>
                            <a:pt x="102454" y="63923"/>
                          </a:cubicBezTo>
                          <a:cubicBezTo>
                            <a:pt x="103644" y="55597"/>
                            <a:pt x="92939" y="48460"/>
                            <a:pt x="92939" y="44892"/>
                          </a:cubicBezTo>
                          <a:cubicBezTo>
                            <a:pt x="92939" y="41323"/>
                            <a:pt x="92939" y="37755"/>
                            <a:pt x="89371" y="35376"/>
                          </a:cubicBezTo>
                          <a:cubicBezTo>
                            <a:pt x="85803" y="32997"/>
                            <a:pt x="82234" y="31808"/>
                            <a:pt x="76287" y="30618"/>
                          </a:cubicBezTo>
                          <a:cubicBezTo>
                            <a:pt x="71529" y="29429"/>
                            <a:pt x="63203" y="19914"/>
                            <a:pt x="58445" y="21103"/>
                          </a:cubicBezTo>
                          <a:cubicBezTo>
                            <a:pt x="54877" y="21103"/>
                            <a:pt x="51309" y="23482"/>
                            <a:pt x="51309" y="21103"/>
                          </a:cubicBezTo>
                          <a:cubicBezTo>
                            <a:pt x="50120" y="18724"/>
                            <a:pt x="47741" y="12777"/>
                            <a:pt x="46551" y="13966"/>
                          </a:cubicBezTo>
                          <a:cubicBezTo>
                            <a:pt x="45362" y="15156"/>
                            <a:pt x="42983" y="18724"/>
                            <a:pt x="41793" y="17535"/>
                          </a:cubicBezTo>
                          <a:cubicBezTo>
                            <a:pt x="40604" y="16345"/>
                            <a:pt x="35846" y="8019"/>
                            <a:pt x="33467" y="9209"/>
                          </a:cubicBezTo>
                          <a:cubicBezTo>
                            <a:pt x="32278" y="10398"/>
                            <a:pt x="35846" y="18724"/>
                            <a:pt x="34656" y="19914"/>
                          </a:cubicBezTo>
                          <a:cubicBezTo>
                            <a:pt x="33467" y="21103"/>
                            <a:pt x="32278" y="28240"/>
                            <a:pt x="31088" y="27050"/>
                          </a:cubicBezTo>
                          <a:cubicBezTo>
                            <a:pt x="29899" y="25861"/>
                            <a:pt x="28709" y="8019"/>
                            <a:pt x="26331" y="6830"/>
                          </a:cubicBezTo>
                          <a:cubicBezTo>
                            <a:pt x="23952" y="5640"/>
                            <a:pt x="6110" y="-2686"/>
                            <a:pt x="4921" y="883"/>
                          </a:cubicBezTo>
                          <a:cubicBezTo>
                            <a:pt x="4921" y="4451"/>
                            <a:pt x="2542" y="10398"/>
                            <a:pt x="7300" y="12777"/>
                          </a:cubicBezTo>
                          <a:cubicBezTo>
                            <a:pt x="12058" y="15156"/>
                            <a:pt x="16815" y="17535"/>
                            <a:pt x="14437" y="18724"/>
                          </a:cubicBezTo>
                          <a:cubicBezTo>
                            <a:pt x="10868" y="19914"/>
                            <a:pt x="9679" y="22292"/>
                            <a:pt x="7300" y="18724"/>
                          </a:cubicBezTo>
                          <a:cubicBezTo>
                            <a:pt x="4921" y="16345"/>
                            <a:pt x="2542" y="11588"/>
                            <a:pt x="1352" y="13966"/>
                          </a:cubicBezTo>
                          <a:cubicBezTo>
                            <a:pt x="163" y="16345"/>
                            <a:pt x="163" y="19914"/>
                            <a:pt x="1352" y="22292"/>
                          </a:cubicBezTo>
                          <a:cubicBezTo>
                            <a:pt x="2542" y="24671"/>
                            <a:pt x="-2216" y="28240"/>
                            <a:pt x="1352" y="3061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1" name="Freeform 610">
                      <a:extLst>
                        <a:ext uri="{FF2B5EF4-FFF2-40B4-BE49-F238E27FC236}">
                          <a16:creationId xmlns:a16="http://schemas.microsoft.com/office/drawing/2014/main" id="{4F1DABDB-E319-AF8E-C693-28600F0F1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7355" y="1305681"/>
                      <a:ext cx="140832" cy="112389"/>
                    </a:xfrm>
                    <a:custGeom>
                      <a:avLst/>
                      <a:gdLst>
                        <a:gd name="connsiteX0" fmla="*/ 17131 w 140832"/>
                        <a:gd name="connsiteY0" fmla="*/ 17049 h 112389"/>
                        <a:gd name="connsiteX1" fmla="*/ 15942 w 140832"/>
                        <a:gd name="connsiteY1" fmla="*/ 24185 h 112389"/>
                        <a:gd name="connsiteX2" fmla="*/ 7615 w 140832"/>
                        <a:gd name="connsiteY2" fmla="*/ 26564 h 112389"/>
                        <a:gd name="connsiteX3" fmla="*/ 5236 w 140832"/>
                        <a:gd name="connsiteY3" fmla="*/ 42027 h 112389"/>
                        <a:gd name="connsiteX4" fmla="*/ 14752 w 140832"/>
                        <a:gd name="connsiteY4" fmla="*/ 47974 h 112389"/>
                        <a:gd name="connsiteX5" fmla="*/ 6426 w 140832"/>
                        <a:gd name="connsiteY5" fmla="*/ 56300 h 112389"/>
                        <a:gd name="connsiteX6" fmla="*/ 7615 w 140832"/>
                        <a:gd name="connsiteY6" fmla="*/ 68194 h 112389"/>
                        <a:gd name="connsiteX7" fmla="*/ 479 w 140832"/>
                        <a:gd name="connsiteY7" fmla="*/ 75331 h 112389"/>
                        <a:gd name="connsiteX8" fmla="*/ 7615 w 140832"/>
                        <a:gd name="connsiteY8" fmla="*/ 82467 h 112389"/>
                        <a:gd name="connsiteX9" fmla="*/ 12373 w 140832"/>
                        <a:gd name="connsiteY9" fmla="*/ 74141 h 112389"/>
                        <a:gd name="connsiteX10" fmla="*/ 18320 w 140832"/>
                        <a:gd name="connsiteY10" fmla="*/ 78899 h 112389"/>
                        <a:gd name="connsiteX11" fmla="*/ 27836 w 140832"/>
                        <a:gd name="connsiteY11" fmla="*/ 77710 h 112389"/>
                        <a:gd name="connsiteX12" fmla="*/ 33783 w 140832"/>
                        <a:gd name="connsiteY12" fmla="*/ 86036 h 112389"/>
                        <a:gd name="connsiteX13" fmla="*/ 37351 w 140832"/>
                        <a:gd name="connsiteY13" fmla="*/ 96741 h 112389"/>
                        <a:gd name="connsiteX14" fmla="*/ 45677 w 140832"/>
                        <a:gd name="connsiteY14" fmla="*/ 97930 h 112389"/>
                        <a:gd name="connsiteX15" fmla="*/ 55193 w 140832"/>
                        <a:gd name="connsiteY15" fmla="*/ 102688 h 112389"/>
                        <a:gd name="connsiteX16" fmla="*/ 69466 w 140832"/>
                        <a:gd name="connsiteY16" fmla="*/ 97930 h 112389"/>
                        <a:gd name="connsiteX17" fmla="*/ 84929 w 140832"/>
                        <a:gd name="connsiteY17" fmla="*/ 105067 h 112389"/>
                        <a:gd name="connsiteX18" fmla="*/ 106338 w 140832"/>
                        <a:gd name="connsiteY18" fmla="*/ 105067 h 112389"/>
                        <a:gd name="connsiteX19" fmla="*/ 114665 w 140832"/>
                        <a:gd name="connsiteY19" fmla="*/ 112203 h 112389"/>
                        <a:gd name="connsiteX20" fmla="*/ 120612 w 140832"/>
                        <a:gd name="connsiteY20" fmla="*/ 107446 h 112389"/>
                        <a:gd name="connsiteX21" fmla="*/ 130127 w 140832"/>
                        <a:gd name="connsiteY21" fmla="*/ 100309 h 112389"/>
                        <a:gd name="connsiteX22" fmla="*/ 140832 w 140832"/>
                        <a:gd name="connsiteY22" fmla="*/ 91983 h 112389"/>
                        <a:gd name="connsiteX23" fmla="*/ 133696 w 140832"/>
                        <a:gd name="connsiteY23" fmla="*/ 80089 h 112389"/>
                        <a:gd name="connsiteX24" fmla="*/ 127748 w 140832"/>
                        <a:gd name="connsiteY24" fmla="*/ 76520 h 112389"/>
                        <a:gd name="connsiteX25" fmla="*/ 119422 w 140832"/>
                        <a:gd name="connsiteY25" fmla="*/ 71763 h 112389"/>
                        <a:gd name="connsiteX26" fmla="*/ 111096 w 140832"/>
                        <a:gd name="connsiteY26" fmla="*/ 65815 h 112389"/>
                        <a:gd name="connsiteX27" fmla="*/ 115854 w 140832"/>
                        <a:gd name="connsiteY27" fmla="*/ 62247 h 112389"/>
                        <a:gd name="connsiteX28" fmla="*/ 122991 w 140832"/>
                        <a:gd name="connsiteY28" fmla="*/ 61058 h 112389"/>
                        <a:gd name="connsiteX29" fmla="*/ 114665 w 140832"/>
                        <a:gd name="connsiteY29" fmla="*/ 47974 h 112389"/>
                        <a:gd name="connsiteX30" fmla="*/ 112286 w 140832"/>
                        <a:gd name="connsiteY30" fmla="*/ 38458 h 112389"/>
                        <a:gd name="connsiteX31" fmla="*/ 108717 w 140832"/>
                        <a:gd name="connsiteY31" fmla="*/ 28943 h 112389"/>
                        <a:gd name="connsiteX32" fmla="*/ 105149 w 140832"/>
                        <a:gd name="connsiteY32" fmla="*/ 20617 h 112389"/>
                        <a:gd name="connsiteX33" fmla="*/ 93255 w 140832"/>
                        <a:gd name="connsiteY33" fmla="*/ 11101 h 112389"/>
                        <a:gd name="connsiteX34" fmla="*/ 80171 w 140832"/>
                        <a:gd name="connsiteY34" fmla="*/ 5154 h 112389"/>
                        <a:gd name="connsiteX35" fmla="*/ 65898 w 140832"/>
                        <a:gd name="connsiteY35" fmla="*/ 7533 h 112389"/>
                        <a:gd name="connsiteX36" fmla="*/ 74224 w 140832"/>
                        <a:gd name="connsiteY36" fmla="*/ 21806 h 112389"/>
                        <a:gd name="connsiteX37" fmla="*/ 73034 w 140832"/>
                        <a:gd name="connsiteY37" fmla="*/ 30132 h 112389"/>
                        <a:gd name="connsiteX38" fmla="*/ 67087 w 140832"/>
                        <a:gd name="connsiteY38" fmla="*/ 46784 h 112389"/>
                        <a:gd name="connsiteX39" fmla="*/ 64708 w 140832"/>
                        <a:gd name="connsiteY39" fmla="*/ 47974 h 112389"/>
                        <a:gd name="connsiteX40" fmla="*/ 67087 w 140832"/>
                        <a:gd name="connsiteY40" fmla="*/ 39648 h 112389"/>
                        <a:gd name="connsiteX41" fmla="*/ 68277 w 140832"/>
                        <a:gd name="connsiteY41" fmla="*/ 32511 h 112389"/>
                        <a:gd name="connsiteX42" fmla="*/ 68277 w 140832"/>
                        <a:gd name="connsiteY42" fmla="*/ 26564 h 112389"/>
                        <a:gd name="connsiteX43" fmla="*/ 67087 w 140832"/>
                        <a:gd name="connsiteY43" fmla="*/ 18238 h 112389"/>
                        <a:gd name="connsiteX44" fmla="*/ 49246 w 140832"/>
                        <a:gd name="connsiteY44" fmla="*/ 1586 h 112389"/>
                        <a:gd name="connsiteX45" fmla="*/ 40919 w 140832"/>
                        <a:gd name="connsiteY45" fmla="*/ 1586 h 112389"/>
                        <a:gd name="connsiteX46" fmla="*/ 34972 w 140832"/>
                        <a:gd name="connsiteY46" fmla="*/ 11101 h 112389"/>
                        <a:gd name="connsiteX47" fmla="*/ 17131 w 140832"/>
                        <a:gd name="connsiteY47" fmla="*/ 17049 h 1123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</a:cxnLst>
                      <a:rect l="l" t="t" r="r" b="b"/>
                      <a:pathLst>
                        <a:path w="140832" h="112389">
                          <a:moveTo>
                            <a:pt x="17131" y="17049"/>
                          </a:moveTo>
                          <a:cubicBezTo>
                            <a:pt x="17131" y="19427"/>
                            <a:pt x="17131" y="25375"/>
                            <a:pt x="15942" y="24185"/>
                          </a:cubicBezTo>
                          <a:cubicBezTo>
                            <a:pt x="13563" y="24185"/>
                            <a:pt x="9994" y="24185"/>
                            <a:pt x="7615" y="26564"/>
                          </a:cubicBezTo>
                          <a:cubicBezTo>
                            <a:pt x="6426" y="28943"/>
                            <a:pt x="1668" y="40837"/>
                            <a:pt x="5236" y="42027"/>
                          </a:cubicBezTo>
                          <a:cubicBezTo>
                            <a:pt x="8805" y="43216"/>
                            <a:pt x="17131" y="46784"/>
                            <a:pt x="14752" y="47974"/>
                          </a:cubicBezTo>
                          <a:cubicBezTo>
                            <a:pt x="12373" y="49163"/>
                            <a:pt x="6426" y="51542"/>
                            <a:pt x="6426" y="56300"/>
                          </a:cubicBezTo>
                          <a:cubicBezTo>
                            <a:pt x="7615" y="59868"/>
                            <a:pt x="11184" y="65815"/>
                            <a:pt x="7615" y="68194"/>
                          </a:cubicBezTo>
                          <a:cubicBezTo>
                            <a:pt x="5236" y="70573"/>
                            <a:pt x="-1900" y="72952"/>
                            <a:pt x="479" y="75331"/>
                          </a:cubicBezTo>
                          <a:cubicBezTo>
                            <a:pt x="1668" y="77710"/>
                            <a:pt x="6426" y="84846"/>
                            <a:pt x="7615" y="82467"/>
                          </a:cubicBezTo>
                          <a:cubicBezTo>
                            <a:pt x="8805" y="80089"/>
                            <a:pt x="8805" y="74141"/>
                            <a:pt x="12373" y="74141"/>
                          </a:cubicBezTo>
                          <a:cubicBezTo>
                            <a:pt x="14752" y="75331"/>
                            <a:pt x="14752" y="78899"/>
                            <a:pt x="18320" y="78899"/>
                          </a:cubicBezTo>
                          <a:cubicBezTo>
                            <a:pt x="20699" y="78899"/>
                            <a:pt x="25457" y="76520"/>
                            <a:pt x="27836" y="77710"/>
                          </a:cubicBezTo>
                          <a:cubicBezTo>
                            <a:pt x="30215" y="78899"/>
                            <a:pt x="32594" y="83657"/>
                            <a:pt x="33783" y="86036"/>
                          </a:cubicBezTo>
                          <a:cubicBezTo>
                            <a:pt x="33783" y="88415"/>
                            <a:pt x="33783" y="96741"/>
                            <a:pt x="37351" y="96741"/>
                          </a:cubicBezTo>
                          <a:cubicBezTo>
                            <a:pt x="40919" y="95551"/>
                            <a:pt x="45677" y="97930"/>
                            <a:pt x="45677" y="97930"/>
                          </a:cubicBezTo>
                          <a:cubicBezTo>
                            <a:pt x="45677" y="97930"/>
                            <a:pt x="49246" y="103877"/>
                            <a:pt x="55193" y="102688"/>
                          </a:cubicBezTo>
                          <a:cubicBezTo>
                            <a:pt x="61140" y="101498"/>
                            <a:pt x="65898" y="95551"/>
                            <a:pt x="69466" y="97930"/>
                          </a:cubicBezTo>
                          <a:cubicBezTo>
                            <a:pt x="73034" y="100309"/>
                            <a:pt x="77792" y="103877"/>
                            <a:pt x="84929" y="105067"/>
                          </a:cubicBezTo>
                          <a:cubicBezTo>
                            <a:pt x="92065" y="106256"/>
                            <a:pt x="103960" y="100309"/>
                            <a:pt x="106338" y="105067"/>
                          </a:cubicBezTo>
                          <a:cubicBezTo>
                            <a:pt x="108717" y="108635"/>
                            <a:pt x="111096" y="113393"/>
                            <a:pt x="114665" y="112203"/>
                          </a:cubicBezTo>
                          <a:cubicBezTo>
                            <a:pt x="119422" y="111014"/>
                            <a:pt x="120612" y="107446"/>
                            <a:pt x="120612" y="107446"/>
                          </a:cubicBezTo>
                          <a:cubicBezTo>
                            <a:pt x="120612" y="107446"/>
                            <a:pt x="126559" y="100309"/>
                            <a:pt x="130127" y="100309"/>
                          </a:cubicBezTo>
                          <a:cubicBezTo>
                            <a:pt x="133696" y="100309"/>
                            <a:pt x="140832" y="96741"/>
                            <a:pt x="140832" y="91983"/>
                          </a:cubicBezTo>
                          <a:cubicBezTo>
                            <a:pt x="140832" y="87225"/>
                            <a:pt x="136074" y="80089"/>
                            <a:pt x="133696" y="80089"/>
                          </a:cubicBezTo>
                          <a:cubicBezTo>
                            <a:pt x="131317" y="78899"/>
                            <a:pt x="128938" y="78899"/>
                            <a:pt x="127748" y="76520"/>
                          </a:cubicBezTo>
                          <a:cubicBezTo>
                            <a:pt x="126559" y="74141"/>
                            <a:pt x="121801" y="71763"/>
                            <a:pt x="119422" y="71763"/>
                          </a:cubicBezTo>
                          <a:cubicBezTo>
                            <a:pt x="117044" y="71763"/>
                            <a:pt x="111096" y="69384"/>
                            <a:pt x="111096" y="65815"/>
                          </a:cubicBezTo>
                          <a:cubicBezTo>
                            <a:pt x="112286" y="62247"/>
                            <a:pt x="111096" y="59868"/>
                            <a:pt x="115854" y="62247"/>
                          </a:cubicBezTo>
                          <a:cubicBezTo>
                            <a:pt x="120612" y="64626"/>
                            <a:pt x="122991" y="65815"/>
                            <a:pt x="122991" y="61058"/>
                          </a:cubicBezTo>
                          <a:cubicBezTo>
                            <a:pt x="122991" y="56300"/>
                            <a:pt x="117044" y="50353"/>
                            <a:pt x="114665" y="47974"/>
                          </a:cubicBezTo>
                          <a:cubicBezTo>
                            <a:pt x="111096" y="46784"/>
                            <a:pt x="112286" y="42027"/>
                            <a:pt x="112286" y="38458"/>
                          </a:cubicBezTo>
                          <a:cubicBezTo>
                            <a:pt x="112286" y="34890"/>
                            <a:pt x="109907" y="30132"/>
                            <a:pt x="108717" y="28943"/>
                          </a:cubicBezTo>
                          <a:cubicBezTo>
                            <a:pt x="106338" y="27753"/>
                            <a:pt x="107528" y="21806"/>
                            <a:pt x="105149" y="20617"/>
                          </a:cubicBezTo>
                          <a:cubicBezTo>
                            <a:pt x="101581" y="19427"/>
                            <a:pt x="95634" y="17049"/>
                            <a:pt x="93255" y="11101"/>
                          </a:cubicBezTo>
                          <a:cubicBezTo>
                            <a:pt x="89686" y="6344"/>
                            <a:pt x="84929" y="5154"/>
                            <a:pt x="80171" y="5154"/>
                          </a:cubicBezTo>
                          <a:cubicBezTo>
                            <a:pt x="75413" y="5154"/>
                            <a:pt x="65898" y="3965"/>
                            <a:pt x="65898" y="7533"/>
                          </a:cubicBezTo>
                          <a:cubicBezTo>
                            <a:pt x="64708" y="11101"/>
                            <a:pt x="74224" y="18238"/>
                            <a:pt x="74224" y="21806"/>
                          </a:cubicBezTo>
                          <a:cubicBezTo>
                            <a:pt x="74224" y="25375"/>
                            <a:pt x="73034" y="26564"/>
                            <a:pt x="73034" y="30132"/>
                          </a:cubicBezTo>
                          <a:cubicBezTo>
                            <a:pt x="73034" y="33701"/>
                            <a:pt x="67087" y="46784"/>
                            <a:pt x="67087" y="46784"/>
                          </a:cubicBezTo>
                          <a:cubicBezTo>
                            <a:pt x="65898" y="47974"/>
                            <a:pt x="65898" y="50353"/>
                            <a:pt x="64708" y="47974"/>
                          </a:cubicBezTo>
                          <a:cubicBezTo>
                            <a:pt x="64708" y="45595"/>
                            <a:pt x="64708" y="42027"/>
                            <a:pt x="67087" y="39648"/>
                          </a:cubicBezTo>
                          <a:cubicBezTo>
                            <a:pt x="68277" y="36079"/>
                            <a:pt x="69466" y="34890"/>
                            <a:pt x="68277" y="32511"/>
                          </a:cubicBezTo>
                          <a:cubicBezTo>
                            <a:pt x="67087" y="30132"/>
                            <a:pt x="67087" y="30132"/>
                            <a:pt x="68277" y="26564"/>
                          </a:cubicBezTo>
                          <a:cubicBezTo>
                            <a:pt x="69466" y="24185"/>
                            <a:pt x="70655" y="22996"/>
                            <a:pt x="67087" y="18238"/>
                          </a:cubicBezTo>
                          <a:cubicBezTo>
                            <a:pt x="63519" y="13480"/>
                            <a:pt x="54003" y="1586"/>
                            <a:pt x="49246" y="1586"/>
                          </a:cubicBezTo>
                          <a:cubicBezTo>
                            <a:pt x="44488" y="1586"/>
                            <a:pt x="42109" y="-1982"/>
                            <a:pt x="40919" y="1586"/>
                          </a:cubicBezTo>
                          <a:cubicBezTo>
                            <a:pt x="39730" y="5154"/>
                            <a:pt x="39730" y="9912"/>
                            <a:pt x="34972" y="11101"/>
                          </a:cubicBezTo>
                          <a:cubicBezTo>
                            <a:pt x="27836" y="11101"/>
                            <a:pt x="17131" y="13480"/>
                            <a:pt x="17131" y="1704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2" name="Freeform 611">
                      <a:extLst>
                        <a:ext uri="{FF2B5EF4-FFF2-40B4-BE49-F238E27FC236}">
                          <a16:creationId xmlns:a16="http://schemas.microsoft.com/office/drawing/2014/main" id="{E558CF99-41BA-B240-54C3-0F2B5FD8EA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1226" y="1224438"/>
                      <a:ext cx="97914" cy="112800"/>
                    </a:xfrm>
                    <a:custGeom>
                      <a:avLst/>
                      <a:gdLst>
                        <a:gd name="connsiteX0" fmla="*/ 9516 w 97914"/>
                        <a:gd name="connsiteY0" fmla="*/ 80449 h 112800"/>
                        <a:gd name="connsiteX1" fmla="*/ 2379 w 97914"/>
                        <a:gd name="connsiteY1" fmla="*/ 105427 h 112800"/>
                        <a:gd name="connsiteX2" fmla="*/ 16652 w 97914"/>
                        <a:gd name="connsiteY2" fmla="*/ 99480 h 112800"/>
                        <a:gd name="connsiteX3" fmla="*/ 28547 w 97914"/>
                        <a:gd name="connsiteY3" fmla="*/ 111375 h 112800"/>
                        <a:gd name="connsiteX4" fmla="*/ 36873 w 97914"/>
                        <a:gd name="connsiteY4" fmla="*/ 107806 h 112800"/>
                        <a:gd name="connsiteX5" fmla="*/ 51146 w 97914"/>
                        <a:gd name="connsiteY5" fmla="*/ 112564 h 112800"/>
                        <a:gd name="connsiteX6" fmla="*/ 60661 w 97914"/>
                        <a:gd name="connsiteY6" fmla="*/ 110185 h 112800"/>
                        <a:gd name="connsiteX7" fmla="*/ 70177 w 97914"/>
                        <a:gd name="connsiteY7" fmla="*/ 101859 h 112800"/>
                        <a:gd name="connsiteX8" fmla="*/ 76124 w 97914"/>
                        <a:gd name="connsiteY8" fmla="*/ 89965 h 112800"/>
                        <a:gd name="connsiteX9" fmla="*/ 96344 w 97914"/>
                        <a:gd name="connsiteY9" fmla="*/ 68555 h 112800"/>
                        <a:gd name="connsiteX10" fmla="*/ 76124 w 97914"/>
                        <a:gd name="connsiteY10" fmla="*/ 45956 h 112800"/>
                        <a:gd name="connsiteX11" fmla="*/ 77313 w 97914"/>
                        <a:gd name="connsiteY11" fmla="*/ 31682 h 112800"/>
                        <a:gd name="connsiteX12" fmla="*/ 49956 w 97914"/>
                        <a:gd name="connsiteY12" fmla="*/ 26925 h 112800"/>
                        <a:gd name="connsiteX13" fmla="*/ 30925 w 97914"/>
                        <a:gd name="connsiteY13" fmla="*/ 6704 h 112800"/>
                        <a:gd name="connsiteX14" fmla="*/ 15463 w 97914"/>
                        <a:gd name="connsiteY14" fmla="*/ 757 h 112800"/>
                        <a:gd name="connsiteX15" fmla="*/ 14273 w 97914"/>
                        <a:gd name="connsiteY15" fmla="*/ 17409 h 112800"/>
                        <a:gd name="connsiteX16" fmla="*/ 0 w 97914"/>
                        <a:gd name="connsiteY16" fmla="*/ 43577 h 112800"/>
                        <a:gd name="connsiteX17" fmla="*/ 3569 w 97914"/>
                        <a:gd name="connsiteY17" fmla="*/ 67366 h 112800"/>
                        <a:gd name="connsiteX18" fmla="*/ 9516 w 97914"/>
                        <a:gd name="connsiteY18" fmla="*/ 80449 h 1128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97914" h="112800">
                          <a:moveTo>
                            <a:pt x="9516" y="80449"/>
                          </a:moveTo>
                          <a:cubicBezTo>
                            <a:pt x="8326" y="85207"/>
                            <a:pt x="-1189" y="103049"/>
                            <a:pt x="2379" y="105427"/>
                          </a:cubicBezTo>
                          <a:cubicBezTo>
                            <a:pt x="7137" y="108996"/>
                            <a:pt x="14273" y="95912"/>
                            <a:pt x="16652" y="99480"/>
                          </a:cubicBezTo>
                          <a:cubicBezTo>
                            <a:pt x="19031" y="104238"/>
                            <a:pt x="23789" y="112564"/>
                            <a:pt x="28547" y="111375"/>
                          </a:cubicBezTo>
                          <a:cubicBezTo>
                            <a:pt x="33304" y="110185"/>
                            <a:pt x="32115" y="106617"/>
                            <a:pt x="36873" y="107806"/>
                          </a:cubicBezTo>
                          <a:cubicBezTo>
                            <a:pt x="40441" y="110185"/>
                            <a:pt x="47577" y="113754"/>
                            <a:pt x="51146" y="112564"/>
                          </a:cubicBezTo>
                          <a:cubicBezTo>
                            <a:pt x="55904" y="111375"/>
                            <a:pt x="60661" y="110185"/>
                            <a:pt x="60661" y="110185"/>
                          </a:cubicBezTo>
                          <a:cubicBezTo>
                            <a:pt x="60661" y="110185"/>
                            <a:pt x="68987" y="106617"/>
                            <a:pt x="70177" y="101859"/>
                          </a:cubicBezTo>
                          <a:cubicBezTo>
                            <a:pt x="71366" y="97101"/>
                            <a:pt x="67798" y="94723"/>
                            <a:pt x="76124" y="89965"/>
                          </a:cubicBezTo>
                          <a:cubicBezTo>
                            <a:pt x="84450" y="85207"/>
                            <a:pt x="103481" y="74502"/>
                            <a:pt x="96344" y="68555"/>
                          </a:cubicBezTo>
                          <a:cubicBezTo>
                            <a:pt x="89208" y="62608"/>
                            <a:pt x="73745" y="57850"/>
                            <a:pt x="76124" y="45956"/>
                          </a:cubicBezTo>
                          <a:cubicBezTo>
                            <a:pt x="78503" y="34061"/>
                            <a:pt x="80882" y="34061"/>
                            <a:pt x="77313" y="31682"/>
                          </a:cubicBezTo>
                          <a:cubicBezTo>
                            <a:pt x="73745" y="30493"/>
                            <a:pt x="54714" y="31682"/>
                            <a:pt x="49956" y="26925"/>
                          </a:cubicBezTo>
                          <a:cubicBezTo>
                            <a:pt x="45199" y="22167"/>
                            <a:pt x="36873" y="11462"/>
                            <a:pt x="30925" y="6704"/>
                          </a:cubicBezTo>
                          <a:cubicBezTo>
                            <a:pt x="23789" y="1947"/>
                            <a:pt x="17842" y="-1622"/>
                            <a:pt x="15463" y="757"/>
                          </a:cubicBezTo>
                          <a:cubicBezTo>
                            <a:pt x="13084" y="3136"/>
                            <a:pt x="17842" y="12652"/>
                            <a:pt x="14273" y="17409"/>
                          </a:cubicBezTo>
                          <a:cubicBezTo>
                            <a:pt x="10705" y="22167"/>
                            <a:pt x="0" y="36440"/>
                            <a:pt x="0" y="43577"/>
                          </a:cubicBezTo>
                          <a:cubicBezTo>
                            <a:pt x="0" y="50713"/>
                            <a:pt x="0" y="63797"/>
                            <a:pt x="3569" y="67366"/>
                          </a:cubicBezTo>
                          <a:cubicBezTo>
                            <a:pt x="7137" y="74502"/>
                            <a:pt x="10705" y="75692"/>
                            <a:pt x="9516" y="8044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3" name="Freeform 612">
                      <a:extLst>
                        <a:ext uri="{FF2B5EF4-FFF2-40B4-BE49-F238E27FC236}">
                          <a16:creationId xmlns:a16="http://schemas.microsoft.com/office/drawing/2014/main" id="{97E8BE2D-DCA4-C538-0E52-36DD377DEA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51931" y="1342716"/>
                      <a:ext cx="53892" cy="37105"/>
                    </a:xfrm>
                    <a:custGeom>
                      <a:avLst/>
                      <a:gdLst>
                        <a:gd name="connsiteX0" fmla="*/ 21410 w 53892"/>
                        <a:gd name="connsiteY0" fmla="*/ 26401 h 37105"/>
                        <a:gd name="connsiteX1" fmla="*/ 36872 w 53892"/>
                        <a:gd name="connsiteY1" fmla="*/ 27590 h 37105"/>
                        <a:gd name="connsiteX2" fmla="*/ 26167 w 53892"/>
                        <a:gd name="connsiteY2" fmla="*/ 31159 h 37105"/>
                        <a:gd name="connsiteX3" fmla="*/ 21410 w 53892"/>
                        <a:gd name="connsiteY3" fmla="*/ 33537 h 37105"/>
                        <a:gd name="connsiteX4" fmla="*/ 27357 w 53892"/>
                        <a:gd name="connsiteY4" fmla="*/ 37106 h 37105"/>
                        <a:gd name="connsiteX5" fmla="*/ 35683 w 53892"/>
                        <a:gd name="connsiteY5" fmla="*/ 34727 h 37105"/>
                        <a:gd name="connsiteX6" fmla="*/ 45198 w 53892"/>
                        <a:gd name="connsiteY6" fmla="*/ 27590 h 37105"/>
                        <a:gd name="connsiteX7" fmla="*/ 51146 w 53892"/>
                        <a:gd name="connsiteY7" fmla="*/ 15696 h 37105"/>
                        <a:gd name="connsiteX8" fmla="*/ 51146 w 53892"/>
                        <a:gd name="connsiteY8" fmla="*/ 6181 h 37105"/>
                        <a:gd name="connsiteX9" fmla="*/ 30925 w 53892"/>
                        <a:gd name="connsiteY9" fmla="*/ 233 h 37105"/>
                        <a:gd name="connsiteX10" fmla="*/ 20220 w 53892"/>
                        <a:gd name="connsiteY10" fmla="*/ 3802 h 37105"/>
                        <a:gd name="connsiteX11" fmla="*/ 11894 w 53892"/>
                        <a:gd name="connsiteY11" fmla="*/ 1423 h 37105"/>
                        <a:gd name="connsiteX12" fmla="*/ 7136 w 53892"/>
                        <a:gd name="connsiteY12" fmla="*/ 6181 h 37105"/>
                        <a:gd name="connsiteX13" fmla="*/ 0 w 53892"/>
                        <a:gd name="connsiteY13" fmla="*/ 7370 h 37105"/>
                        <a:gd name="connsiteX14" fmla="*/ 8326 w 53892"/>
                        <a:gd name="connsiteY14" fmla="*/ 14507 h 37105"/>
                        <a:gd name="connsiteX15" fmla="*/ 14273 w 53892"/>
                        <a:gd name="connsiteY15" fmla="*/ 19264 h 37105"/>
                        <a:gd name="connsiteX16" fmla="*/ 21410 w 53892"/>
                        <a:gd name="connsiteY16" fmla="*/ 26401 h 371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53892" h="37105">
                          <a:moveTo>
                            <a:pt x="21410" y="26401"/>
                          </a:moveTo>
                          <a:cubicBezTo>
                            <a:pt x="27357" y="26401"/>
                            <a:pt x="39251" y="26401"/>
                            <a:pt x="36872" y="27590"/>
                          </a:cubicBezTo>
                          <a:cubicBezTo>
                            <a:pt x="34494" y="29969"/>
                            <a:pt x="29736" y="31159"/>
                            <a:pt x="26167" y="31159"/>
                          </a:cubicBezTo>
                          <a:cubicBezTo>
                            <a:pt x="22599" y="31159"/>
                            <a:pt x="19031" y="32348"/>
                            <a:pt x="21410" y="33537"/>
                          </a:cubicBezTo>
                          <a:cubicBezTo>
                            <a:pt x="22599" y="35916"/>
                            <a:pt x="27357" y="37106"/>
                            <a:pt x="27357" y="37106"/>
                          </a:cubicBezTo>
                          <a:cubicBezTo>
                            <a:pt x="27357" y="37106"/>
                            <a:pt x="33304" y="37106"/>
                            <a:pt x="35683" y="34727"/>
                          </a:cubicBezTo>
                          <a:cubicBezTo>
                            <a:pt x="38062" y="32348"/>
                            <a:pt x="41630" y="28780"/>
                            <a:pt x="45198" y="27590"/>
                          </a:cubicBezTo>
                          <a:cubicBezTo>
                            <a:pt x="48767" y="25211"/>
                            <a:pt x="48767" y="18075"/>
                            <a:pt x="51146" y="15696"/>
                          </a:cubicBezTo>
                          <a:cubicBezTo>
                            <a:pt x="53525" y="13317"/>
                            <a:pt x="55903" y="10938"/>
                            <a:pt x="51146" y="6181"/>
                          </a:cubicBezTo>
                          <a:cubicBezTo>
                            <a:pt x="46388" y="2612"/>
                            <a:pt x="36872" y="-956"/>
                            <a:pt x="30925" y="233"/>
                          </a:cubicBezTo>
                          <a:cubicBezTo>
                            <a:pt x="24978" y="1423"/>
                            <a:pt x="21410" y="4991"/>
                            <a:pt x="20220" y="3802"/>
                          </a:cubicBezTo>
                          <a:cubicBezTo>
                            <a:pt x="17842" y="2612"/>
                            <a:pt x="15463" y="-956"/>
                            <a:pt x="11894" y="1423"/>
                          </a:cubicBezTo>
                          <a:cubicBezTo>
                            <a:pt x="8326" y="2612"/>
                            <a:pt x="9515" y="6181"/>
                            <a:pt x="7136" y="6181"/>
                          </a:cubicBezTo>
                          <a:cubicBezTo>
                            <a:pt x="4758" y="6181"/>
                            <a:pt x="0" y="4991"/>
                            <a:pt x="0" y="7370"/>
                          </a:cubicBezTo>
                          <a:cubicBezTo>
                            <a:pt x="0" y="9749"/>
                            <a:pt x="5947" y="10938"/>
                            <a:pt x="8326" y="14507"/>
                          </a:cubicBezTo>
                          <a:cubicBezTo>
                            <a:pt x="9515" y="16885"/>
                            <a:pt x="11894" y="16885"/>
                            <a:pt x="14273" y="19264"/>
                          </a:cubicBezTo>
                          <a:cubicBezTo>
                            <a:pt x="16652" y="21643"/>
                            <a:pt x="15463" y="26401"/>
                            <a:pt x="21410" y="2640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4" name="Freeform 613">
                      <a:extLst>
                        <a:ext uri="{FF2B5EF4-FFF2-40B4-BE49-F238E27FC236}">
                          <a16:creationId xmlns:a16="http://schemas.microsoft.com/office/drawing/2014/main" id="{26C84DDD-BF18-90AD-913A-55D55966ED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2943" y="1253426"/>
                      <a:ext cx="21726" cy="15547"/>
                    </a:xfrm>
                    <a:custGeom>
                      <a:avLst/>
                      <a:gdLst>
                        <a:gd name="connsiteX0" fmla="*/ 13084 w 21726"/>
                        <a:gd name="connsiteY0" fmla="*/ 14590 h 15547"/>
                        <a:gd name="connsiteX1" fmla="*/ 20221 w 21726"/>
                        <a:gd name="connsiteY1" fmla="*/ 9832 h 15547"/>
                        <a:gd name="connsiteX2" fmla="*/ 21410 w 21726"/>
                        <a:gd name="connsiteY2" fmla="*/ 3885 h 15547"/>
                        <a:gd name="connsiteX3" fmla="*/ 17842 w 21726"/>
                        <a:gd name="connsiteY3" fmla="*/ 316 h 15547"/>
                        <a:gd name="connsiteX4" fmla="*/ 7137 w 21726"/>
                        <a:gd name="connsiteY4" fmla="*/ 3885 h 15547"/>
                        <a:gd name="connsiteX5" fmla="*/ 0 w 21726"/>
                        <a:gd name="connsiteY5" fmla="*/ 11021 h 15547"/>
                        <a:gd name="connsiteX6" fmla="*/ 13084 w 21726"/>
                        <a:gd name="connsiteY6" fmla="*/ 14590 h 155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26" h="15547">
                          <a:moveTo>
                            <a:pt x="13084" y="14590"/>
                          </a:moveTo>
                          <a:cubicBezTo>
                            <a:pt x="13084" y="14590"/>
                            <a:pt x="19031" y="12211"/>
                            <a:pt x="20221" y="9832"/>
                          </a:cubicBezTo>
                          <a:cubicBezTo>
                            <a:pt x="20221" y="7453"/>
                            <a:pt x="20221" y="5074"/>
                            <a:pt x="21410" y="3885"/>
                          </a:cubicBezTo>
                          <a:cubicBezTo>
                            <a:pt x="22599" y="2695"/>
                            <a:pt x="20221" y="1506"/>
                            <a:pt x="17842" y="316"/>
                          </a:cubicBezTo>
                          <a:cubicBezTo>
                            <a:pt x="15463" y="-873"/>
                            <a:pt x="8326" y="1506"/>
                            <a:pt x="7137" y="3885"/>
                          </a:cubicBezTo>
                          <a:cubicBezTo>
                            <a:pt x="5947" y="6264"/>
                            <a:pt x="0" y="8642"/>
                            <a:pt x="0" y="11021"/>
                          </a:cubicBezTo>
                          <a:cubicBezTo>
                            <a:pt x="0" y="14590"/>
                            <a:pt x="3569" y="16968"/>
                            <a:pt x="13084" y="1459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5" name="Freeform 614">
                      <a:extLst>
                        <a:ext uri="{FF2B5EF4-FFF2-40B4-BE49-F238E27FC236}">
                          <a16:creationId xmlns:a16="http://schemas.microsoft.com/office/drawing/2014/main" id="{B9B094FE-2563-FD19-206F-2CF9EA54F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4442" y="1731366"/>
                      <a:ext cx="18032" cy="12613"/>
                    </a:xfrm>
                    <a:custGeom>
                      <a:avLst/>
                      <a:gdLst>
                        <a:gd name="connsiteX0" fmla="*/ 5947 w 18032"/>
                        <a:gd name="connsiteY0" fmla="*/ 4097 h 12613"/>
                        <a:gd name="connsiteX1" fmla="*/ 0 w 18032"/>
                        <a:gd name="connsiteY1" fmla="*/ 1718 h 12613"/>
                        <a:gd name="connsiteX2" fmla="*/ 3568 w 18032"/>
                        <a:gd name="connsiteY2" fmla="*/ 8855 h 12613"/>
                        <a:gd name="connsiteX3" fmla="*/ 9515 w 18032"/>
                        <a:gd name="connsiteY3" fmla="*/ 8855 h 12613"/>
                        <a:gd name="connsiteX4" fmla="*/ 15463 w 18032"/>
                        <a:gd name="connsiteY4" fmla="*/ 12423 h 12613"/>
                        <a:gd name="connsiteX5" fmla="*/ 14273 w 18032"/>
                        <a:gd name="connsiteY5" fmla="*/ 8855 h 12613"/>
                        <a:gd name="connsiteX6" fmla="*/ 17842 w 18032"/>
                        <a:gd name="connsiteY6" fmla="*/ 5286 h 12613"/>
                        <a:gd name="connsiteX7" fmla="*/ 11894 w 18032"/>
                        <a:gd name="connsiteY7" fmla="*/ 529 h 12613"/>
                        <a:gd name="connsiteX8" fmla="*/ 5947 w 18032"/>
                        <a:gd name="connsiteY8" fmla="*/ 529 h 12613"/>
                        <a:gd name="connsiteX9" fmla="*/ 5947 w 18032"/>
                        <a:gd name="connsiteY9" fmla="*/ 4097 h 126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8032" h="12613">
                          <a:moveTo>
                            <a:pt x="5947" y="4097"/>
                          </a:moveTo>
                          <a:cubicBezTo>
                            <a:pt x="4758" y="4097"/>
                            <a:pt x="0" y="529"/>
                            <a:pt x="0" y="1718"/>
                          </a:cubicBezTo>
                          <a:cubicBezTo>
                            <a:pt x="0" y="2907"/>
                            <a:pt x="1190" y="8855"/>
                            <a:pt x="3568" y="8855"/>
                          </a:cubicBezTo>
                          <a:cubicBezTo>
                            <a:pt x="7137" y="8855"/>
                            <a:pt x="8326" y="7665"/>
                            <a:pt x="9515" y="8855"/>
                          </a:cubicBezTo>
                          <a:cubicBezTo>
                            <a:pt x="9515" y="8855"/>
                            <a:pt x="14273" y="13612"/>
                            <a:pt x="15463" y="12423"/>
                          </a:cubicBezTo>
                          <a:cubicBezTo>
                            <a:pt x="16652" y="10044"/>
                            <a:pt x="14273" y="10044"/>
                            <a:pt x="14273" y="8855"/>
                          </a:cubicBezTo>
                          <a:cubicBezTo>
                            <a:pt x="14273" y="7665"/>
                            <a:pt x="19031" y="6476"/>
                            <a:pt x="17842" y="5286"/>
                          </a:cubicBezTo>
                          <a:cubicBezTo>
                            <a:pt x="16652" y="4097"/>
                            <a:pt x="15463" y="529"/>
                            <a:pt x="11894" y="529"/>
                          </a:cubicBezTo>
                          <a:cubicBezTo>
                            <a:pt x="9515" y="529"/>
                            <a:pt x="5947" y="-661"/>
                            <a:pt x="5947" y="529"/>
                          </a:cubicBezTo>
                          <a:cubicBezTo>
                            <a:pt x="7137" y="-661"/>
                            <a:pt x="8326" y="4097"/>
                            <a:pt x="5947" y="40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6" name="Freeform 615">
                      <a:extLst>
                        <a:ext uri="{FF2B5EF4-FFF2-40B4-BE49-F238E27FC236}">
                          <a16:creationId xmlns:a16="http://schemas.microsoft.com/office/drawing/2014/main" id="{92986C51-C358-86A6-C811-5F22EF707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944" y="1745859"/>
                      <a:ext cx="12551" cy="8959"/>
                    </a:xfrm>
                    <a:custGeom>
                      <a:avLst/>
                      <a:gdLst>
                        <a:gd name="connsiteX0" fmla="*/ 8983 w 12551"/>
                        <a:gd name="connsiteY0" fmla="*/ 309 h 8959"/>
                        <a:gd name="connsiteX1" fmla="*/ 4225 w 12551"/>
                        <a:gd name="connsiteY1" fmla="*/ 2688 h 8959"/>
                        <a:gd name="connsiteX2" fmla="*/ 657 w 12551"/>
                        <a:gd name="connsiteY2" fmla="*/ 5067 h 8959"/>
                        <a:gd name="connsiteX3" fmla="*/ 7794 w 12551"/>
                        <a:gd name="connsiteY3" fmla="*/ 6257 h 8959"/>
                        <a:gd name="connsiteX4" fmla="*/ 10172 w 12551"/>
                        <a:gd name="connsiteY4" fmla="*/ 8635 h 8959"/>
                        <a:gd name="connsiteX5" fmla="*/ 12551 w 12551"/>
                        <a:gd name="connsiteY5" fmla="*/ 5067 h 8959"/>
                        <a:gd name="connsiteX6" fmla="*/ 8983 w 12551"/>
                        <a:gd name="connsiteY6" fmla="*/ 309 h 89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2551" h="8959">
                          <a:moveTo>
                            <a:pt x="8983" y="309"/>
                          </a:moveTo>
                          <a:cubicBezTo>
                            <a:pt x="7794" y="309"/>
                            <a:pt x="5415" y="2688"/>
                            <a:pt x="4225" y="2688"/>
                          </a:cubicBezTo>
                          <a:cubicBezTo>
                            <a:pt x="3036" y="2688"/>
                            <a:pt x="-1722" y="2688"/>
                            <a:pt x="657" y="5067"/>
                          </a:cubicBezTo>
                          <a:cubicBezTo>
                            <a:pt x="1846" y="6257"/>
                            <a:pt x="7794" y="5067"/>
                            <a:pt x="7794" y="6257"/>
                          </a:cubicBezTo>
                          <a:cubicBezTo>
                            <a:pt x="7794" y="7446"/>
                            <a:pt x="8983" y="9825"/>
                            <a:pt x="10172" y="8635"/>
                          </a:cubicBezTo>
                          <a:cubicBezTo>
                            <a:pt x="11362" y="7446"/>
                            <a:pt x="12551" y="7446"/>
                            <a:pt x="12551" y="5067"/>
                          </a:cubicBezTo>
                          <a:cubicBezTo>
                            <a:pt x="12551" y="1499"/>
                            <a:pt x="10172" y="-880"/>
                            <a:pt x="8983" y="30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7" name="Freeform 616">
                      <a:extLst>
                        <a:ext uri="{FF2B5EF4-FFF2-40B4-BE49-F238E27FC236}">
                          <a16:creationId xmlns:a16="http://schemas.microsoft.com/office/drawing/2014/main" id="{C39DEF04-FF69-C06B-34BD-C0735E7748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9685" y="1762820"/>
                      <a:ext cx="8325" cy="7372"/>
                    </a:xfrm>
                    <a:custGeom>
                      <a:avLst/>
                      <a:gdLst>
                        <a:gd name="connsiteX0" fmla="*/ 5947 w 8325"/>
                        <a:gd name="connsiteY0" fmla="*/ 0 h 7372"/>
                        <a:gd name="connsiteX1" fmla="*/ 0 w 8325"/>
                        <a:gd name="connsiteY1" fmla="*/ 2379 h 7372"/>
                        <a:gd name="connsiteX2" fmla="*/ 4758 w 8325"/>
                        <a:gd name="connsiteY2" fmla="*/ 7137 h 7372"/>
                        <a:gd name="connsiteX3" fmla="*/ 8326 w 8325"/>
                        <a:gd name="connsiteY3" fmla="*/ 3568 h 7372"/>
                        <a:gd name="connsiteX4" fmla="*/ 5947 w 8325"/>
                        <a:gd name="connsiteY4" fmla="*/ 0 h 73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325" h="7372">
                          <a:moveTo>
                            <a:pt x="5947" y="0"/>
                          </a:moveTo>
                          <a:cubicBezTo>
                            <a:pt x="2379" y="0"/>
                            <a:pt x="0" y="1189"/>
                            <a:pt x="0" y="2379"/>
                          </a:cubicBezTo>
                          <a:cubicBezTo>
                            <a:pt x="0" y="4758"/>
                            <a:pt x="1190" y="8326"/>
                            <a:pt x="4758" y="7137"/>
                          </a:cubicBezTo>
                          <a:cubicBezTo>
                            <a:pt x="4758" y="7137"/>
                            <a:pt x="8326" y="5947"/>
                            <a:pt x="8326" y="3568"/>
                          </a:cubicBezTo>
                          <a:cubicBezTo>
                            <a:pt x="7137" y="3568"/>
                            <a:pt x="9515" y="1189"/>
                            <a:pt x="5947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8" name="Freeform 617">
                      <a:extLst>
                        <a:ext uri="{FF2B5EF4-FFF2-40B4-BE49-F238E27FC236}">
                          <a16:creationId xmlns:a16="http://schemas.microsoft.com/office/drawing/2014/main" id="{AC675270-574B-2436-ACE6-004BCAC35D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1711" y="1760441"/>
                      <a:ext cx="7004" cy="10704"/>
                    </a:xfrm>
                    <a:custGeom>
                      <a:avLst/>
                      <a:gdLst>
                        <a:gd name="connsiteX0" fmla="*/ 7005 w 7004"/>
                        <a:gd name="connsiteY0" fmla="*/ 3568 h 10704"/>
                        <a:gd name="connsiteX1" fmla="*/ 3436 w 7004"/>
                        <a:gd name="connsiteY1" fmla="*/ 0 h 10704"/>
                        <a:gd name="connsiteX2" fmla="*/ 1057 w 7004"/>
                        <a:gd name="connsiteY2" fmla="*/ 4758 h 10704"/>
                        <a:gd name="connsiteX3" fmla="*/ 1057 w 7004"/>
                        <a:gd name="connsiteY3" fmla="*/ 10705 h 10704"/>
                        <a:gd name="connsiteX4" fmla="*/ 7005 w 7004"/>
                        <a:gd name="connsiteY4" fmla="*/ 3568 h 107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004" h="10704">
                          <a:moveTo>
                            <a:pt x="7005" y="3568"/>
                          </a:moveTo>
                          <a:cubicBezTo>
                            <a:pt x="5815" y="0"/>
                            <a:pt x="3436" y="0"/>
                            <a:pt x="3436" y="0"/>
                          </a:cubicBezTo>
                          <a:cubicBezTo>
                            <a:pt x="2246" y="0"/>
                            <a:pt x="1057" y="3568"/>
                            <a:pt x="1057" y="4758"/>
                          </a:cubicBezTo>
                          <a:cubicBezTo>
                            <a:pt x="1057" y="5947"/>
                            <a:pt x="-1322" y="10705"/>
                            <a:pt x="1057" y="10705"/>
                          </a:cubicBezTo>
                          <a:cubicBezTo>
                            <a:pt x="1057" y="10705"/>
                            <a:pt x="7005" y="7137"/>
                            <a:pt x="7005" y="35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9" name="Freeform 618">
                      <a:extLst>
                        <a:ext uri="{FF2B5EF4-FFF2-40B4-BE49-F238E27FC236}">
                          <a16:creationId xmlns:a16="http://schemas.microsoft.com/office/drawing/2014/main" id="{67CECC70-B93E-ECD1-8FC7-2129E1339B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4755" y="1767578"/>
                      <a:ext cx="10639" cy="11860"/>
                    </a:xfrm>
                    <a:custGeom>
                      <a:avLst/>
                      <a:gdLst>
                        <a:gd name="connsiteX0" fmla="*/ 7793 w 10639"/>
                        <a:gd name="connsiteY0" fmla="*/ 4758 h 11860"/>
                        <a:gd name="connsiteX1" fmla="*/ 10173 w 10639"/>
                        <a:gd name="connsiteY1" fmla="*/ 0 h 11860"/>
                        <a:gd name="connsiteX2" fmla="*/ 4225 w 10639"/>
                        <a:gd name="connsiteY2" fmla="*/ 2379 h 11860"/>
                        <a:gd name="connsiteX3" fmla="*/ 657 w 10639"/>
                        <a:gd name="connsiteY3" fmla="*/ 8326 h 11860"/>
                        <a:gd name="connsiteX4" fmla="*/ 5414 w 10639"/>
                        <a:gd name="connsiteY4" fmla="*/ 9516 h 11860"/>
                        <a:gd name="connsiteX5" fmla="*/ 7793 w 10639"/>
                        <a:gd name="connsiteY5" fmla="*/ 4758 h 118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639" h="11860">
                          <a:moveTo>
                            <a:pt x="7793" y="4758"/>
                          </a:moveTo>
                          <a:cubicBezTo>
                            <a:pt x="10173" y="4758"/>
                            <a:pt x="11362" y="1189"/>
                            <a:pt x="10173" y="0"/>
                          </a:cubicBezTo>
                          <a:cubicBezTo>
                            <a:pt x="8983" y="0"/>
                            <a:pt x="5414" y="1189"/>
                            <a:pt x="4225" y="2379"/>
                          </a:cubicBezTo>
                          <a:cubicBezTo>
                            <a:pt x="3036" y="3568"/>
                            <a:pt x="-1722" y="5947"/>
                            <a:pt x="657" y="8326"/>
                          </a:cubicBezTo>
                          <a:cubicBezTo>
                            <a:pt x="3036" y="10705"/>
                            <a:pt x="6604" y="14273"/>
                            <a:pt x="5414" y="9516"/>
                          </a:cubicBezTo>
                          <a:cubicBezTo>
                            <a:pt x="6604" y="9516"/>
                            <a:pt x="5414" y="4758"/>
                            <a:pt x="7793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0" name="Freeform 619">
                      <a:extLst>
                        <a:ext uri="{FF2B5EF4-FFF2-40B4-BE49-F238E27FC236}">
                          <a16:creationId xmlns:a16="http://schemas.microsoft.com/office/drawing/2014/main" id="{8A992B9B-FEAC-FFB9-9EC6-D2C567551C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1579" y="1787332"/>
                      <a:ext cx="8516" cy="6413"/>
                    </a:xfrm>
                    <a:custGeom>
                      <a:avLst/>
                      <a:gdLst>
                        <a:gd name="connsiteX0" fmla="*/ 0 w 8516"/>
                        <a:gd name="connsiteY0" fmla="*/ 2846 h 6413"/>
                        <a:gd name="connsiteX1" fmla="*/ 4758 w 8516"/>
                        <a:gd name="connsiteY1" fmla="*/ 6414 h 6413"/>
                        <a:gd name="connsiteX2" fmla="*/ 8326 w 8516"/>
                        <a:gd name="connsiteY2" fmla="*/ 2846 h 6413"/>
                        <a:gd name="connsiteX3" fmla="*/ 2379 w 8516"/>
                        <a:gd name="connsiteY3" fmla="*/ 467 h 6413"/>
                        <a:gd name="connsiteX4" fmla="*/ 0 w 8516"/>
                        <a:gd name="connsiteY4" fmla="*/ 2846 h 64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516" h="6413">
                          <a:moveTo>
                            <a:pt x="0" y="2846"/>
                          </a:moveTo>
                          <a:cubicBezTo>
                            <a:pt x="0" y="5224"/>
                            <a:pt x="1190" y="6414"/>
                            <a:pt x="4758" y="6414"/>
                          </a:cubicBezTo>
                          <a:cubicBezTo>
                            <a:pt x="4758" y="6414"/>
                            <a:pt x="9515" y="4035"/>
                            <a:pt x="8326" y="2846"/>
                          </a:cubicBezTo>
                          <a:cubicBezTo>
                            <a:pt x="7137" y="1656"/>
                            <a:pt x="3568" y="467"/>
                            <a:pt x="2379" y="467"/>
                          </a:cubicBezTo>
                          <a:cubicBezTo>
                            <a:pt x="1190" y="-723"/>
                            <a:pt x="0" y="467"/>
                            <a:pt x="0" y="284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1" name="Freeform 620">
                      <a:extLst>
                        <a:ext uri="{FF2B5EF4-FFF2-40B4-BE49-F238E27FC236}">
                          <a16:creationId xmlns:a16="http://schemas.microsoft.com/office/drawing/2014/main" id="{355297DF-247C-9FC8-807D-51AC539FD6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3023" y="1797314"/>
                      <a:ext cx="8426" cy="9110"/>
                    </a:xfrm>
                    <a:custGeom>
                      <a:avLst/>
                      <a:gdLst>
                        <a:gd name="connsiteX0" fmla="*/ 8292 w 8426"/>
                        <a:gd name="connsiteY0" fmla="*/ 4758 h 9110"/>
                        <a:gd name="connsiteX1" fmla="*/ 2345 w 8426"/>
                        <a:gd name="connsiteY1" fmla="*/ 0 h 9110"/>
                        <a:gd name="connsiteX2" fmla="*/ 3535 w 8426"/>
                        <a:gd name="connsiteY2" fmla="*/ 8326 h 9110"/>
                        <a:gd name="connsiteX3" fmla="*/ 8292 w 8426"/>
                        <a:gd name="connsiteY3" fmla="*/ 4758 h 91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426" h="9110">
                          <a:moveTo>
                            <a:pt x="8292" y="4758"/>
                          </a:moveTo>
                          <a:cubicBezTo>
                            <a:pt x="9482" y="3568"/>
                            <a:pt x="2345" y="0"/>
                            <a:pt x="2345" y="0"/>
                          </a:cubicBezTo>
                          <a:cubicBezTo>
                            <a:pt x="-2413" y="0"/>
                            <a:pt x="1156" y="5947"/>
                            <a:pt x="3535" y="8326"/>
                          </a:cubicBezTo>
                          <a:cubicBezTo>
                            <a:pt x="4724" y="10705"/>
                            <a:pt x="5913" y="7137"/>
                            <a:pt x="8292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2" name="Freeform 621">
                      <a:extLst>
                        <a:ext uri="{FF2B5EF4-FFF2-40B4-BE49-F238E27FC236}">
                          <a16:creationId xmlns:a16="http://schemas.microsoft.com/office/drawing/2014/main" id="{45C6F529-9AC1-3F84-79F4-544D84E75A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7790" y="1805316"/>
                      <a:ext cx="9812" cy="4076"/>
                    </a:xfrm>
                    <a:custGeom>
                      <a:avLst/>
                      <a:gdLst>
                        <a:gd name="connsiteX0" fmla="*/ 9515 w 9812"/>
                        <a:gd name="connsiteY0" fmla="*/ 2703 h 4076"/>
                        <a:gd name="connsiteX1" fmla="*/ 8326 w 9812"/>
                        <a:gd name="connsiteY1" fmla="*/ 324 h 4076"/>
                        <a:gd name="connsiteX2" fmla="*/ 0 w 9812"/>
                        <a:gd name="connsiteY2" fmla="*/ 2703 h 4076"/>
                        <a:gd name="connsiteX3" fmla="*/ 9515 w 9812"/>
                        <a:gd name="connsiteY3" fmla="*/ 2703 h 4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12" h="4076">
                          <a:moveTo>
                            <a:pt x="9515" y="2703"/>
                          </a:moveTo>
                          <a:cubicBezTo>
                            <a:pt x="9515" y="2703"/>
                            <a:pt x="10705" y="324"/>
                            <a:pt x="8326" y="324"/>
                          </a:cubicBezTo>
                          <a:cubicBezTo>
                            <a:pt x="4758" y="-865"/>
                            <a:pt x="0" y="1514"/>
                            <a:pt x="0" y="2703"/>
                          </a:cubicBezTo>
                          <a:cubicBezTo>
                            <a:pt x="0" y="3892"/>
                            <a:pt x="4758" y="5082"/>
                            <a:pt x="9515" y="270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3" name="Freeform 622">
                      <a:extLst>
                        <a:ext uri="{FF2B5EF4-FFF2-40B4-BE49-F238E27FC236}">
                          <a16:creationId xmlns:a16="http://schemas.microsoft.com/office/drawing/2014/main" id="{95CD440D-D569-A8D5-04FD-26402B37B2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5914" y="1797611"/>
                      <a:ext cx="12170" cy="7331"/>
                    </a:xfrm>
                    <a:custGeom>
                      <a:avLst/>
                      <a:gdLst>
                        <a:gd name="connsiteX0" fmla="*/ 2846 w 12170"/>
                        <a:gd name="connsiteY0" fmla="*/ 892 h 7331"/>
                        <a:gd name="connsiteX1" fmla="*/ 466 w 12170"/>
                        <a:gd name="connsiteY1" fmla="*/ 5650 h 7331"/>
                        <a:gd name="connsiteX2" fmla="*/ 7603 w 12170"/>
                        <a:gd name="connsiteY2" fmla="*/ 6839 h 7331"/>
                        <a:gd name="connsiteX3" fmla="*/ 11172 w 12170"/>
                        <a:gd name="connsiteY3" fmla="*/ 892 h 7331"/>
                        <a:gd name="connsiteX4" fmla="*/ 2846 w 12170"/>
                        <a:gd name="connsiteY4" fmla="*/ 892 h 73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170" h="7331">
                          <a:moveTo>
                            <a:pt x="2846" y="892"/>
                          </a:moveTo>
                          <a:cubicBezTo>
                            <a:pt x="466" y="2081"/>
                            <a:pt x="-723" y="4460"/>
                            <a:pt x="466" y="5650"/>
                          </a:cubicBezTo>
                          <a:cubicBezTo>
                            <a:pt x="1656" y="6839"/>
                            <a:pt x="5225" y="8029"/>
                            <a:pt x="7603" y="6839"/>
                          </a:cubicBezTo>
                          <a:cubicBezTo>
                            <a:pt x="7603" y="6839"/>
                            <a:pt x="14740" y="3271"/>
                            <a:pt x="11172" y="892"/>
                          </a:cubicBezTo>
                          <a:cubicBezTo>
                            <a:pt x="7603" y="-297"/>
                            <a:pt x="5225" y="-297"/>
                            <a:pt x="2846" y="8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4" name="Freeform 623">
                      <a:extLst>
                        <a:ext uri="{FF2B5EF4-FFF2-40B4-BE49-F238E27FC236}">
                          <a16:creationId xmlns:a16="http://schemas.microsoft.com/office/drawing/2014/main" id="{D66E8C93-9352-A46F-4FD7-F13DEED96F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0269" y="1800882"/>
                      <a:ext cx="10406" cy="9515"/>
                    </a:xfrm>
                    <a:custGeom>
                      <a:avLst/>
                      <a:gdLst>
                        <a:gd name="connsiteX0" fmla="*/ 5406 w 10406"/>
                        <a:gd name="connsiteY0" fmla="*/ 0 h 9515"/>
                        <a:gd name="connsiteX1" fmla="*/ 648 w 10406"/>
                        <a:gd name="connsiteY1" fmla="*/ 4758 h 9515"/>
                        <a:gd name="connsiteX2" fmla="*/ 5406 w 10406"/>
                        <a:gd name="connsiteY2" fmla="*/ 9515 h 9515"/>
                        <a:gd name="connsiteX3" fmla="*/ 7785 w 10406"/>
                        <a:gd name="connsiteY3" fmla="*/ 7137 h 9515"/>
                        <a:gd name="connsiteX4" fmla="*/ 10164 w 10406"/>
                        <a:gd name="connsiteY4" fmla="*/ 3568 h 9515"/>
                        <a:gd name="connsiteX5" fmla="*/ 5406 w 10406"/>
                        <a:gd name="connsiteY5" fmla="*/ 0 h 9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406" h="9515">
                          <a:moveTo>
                            <a:pt x="5406" y="0"/>
                          </a:moveTo>
                          <a:cubicBezTo>
                            <a:pt x="3027" y="1189"/>
                            <a:pt x="-1731" y="1189"/>
                            <a:pt x="648" y="4758"/>
                          </a:cubicBezTo>
                          <a:cubicBezTo>
                            <a:pt x="3027" y="8326"/>
                            <a:pt x="4217" y="9515"/>
                            <a:pt x="5406" y="9515"/>
                          </a:cubicBezTo>
                          <a:cubicBezTo>
                            <a:pt x="6596" y="8326"/>
                            <a:pt x="6596" y="7137"/>
                            <a:pt x="7785" y="7137"/>
                          </a:cubicBezTo>
                          <a:cubicBezTo>
                            <a:pt x="7785" y="7137"/>
                            <a:pt x="11353" y="4758"/>
                            <a:pt x="10164" y="3568"/>
                          </a:cubicBezTo>
                          <a:cubicBezTo>
                            <a:pt x="10164" y="0"/>
                            <a:pt x="8975" y="0"/>
                            <a:pt x="5406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" name="Freeform 624">
                      <a:extLst>
                        <a:ext uri="{FF2B5EF4-FFF2-40B4-BE49-F238E27FC236}">
                          <a16:creationId xmlns:a16="http://schemas.microsoft.com/office/drawing/2014/main" id="{FECFD04E-0105-1124-1362-4915A63070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6957" y="1872015"/>
                      <a:ext cx="22884" cy="31296"/>
                    </a:xfrm>
                    <a:custGeom>
                      <a:avLst/>
                      <a:gdLst>
                        <a:gd name="connsiteX0" fmla="*/ 20877 w 22884"/>
                        <a:gd name="connsiteY0" fmla="*/ 29969 h 31296"/>
                        <a:gd name="connsiteX1" fmla="*/ 22067 w 22884"/>
                        <a:gd name="connsiteY1" fmla="*/ 22833 h 31296"/>
                        <a:gd name="connsiteX2" fmla="*/ 19688 w 22884"/>
                        <a:gd name="connsiteY2" fmla="*/ 15696 h 31296"/>
                        <a:gd name="connsiteX3" fmla="*/ 16119 w 22884"/>
                        <a:gd name="connsiteY3" fmla="*/ 7370 h 31296"/>
                        <a:gd name="connsiteX4" fmla="*/ 10172 w 22884"/>
                        <a:gd name="connsiteY4" fmla="*/ 233 h 31296"/>
                        <a:gd name="connsiteX5" fmla="*/ 4225 w 22884"/>
                        <a:gd name="connsiteY5" fmla="*/ 6181 h 31296"/>
                        <a:gd name="connsiteX6" fmla="*/ 4225 w 22884"/>
                        <a:gd name="connsiteY6" fmla="*/ 15696 h 31296"/>
                        <a:gd name="connsiteX7" fmla="*/ 657 w 22884"/>
                        <a:gd name="connsiteY7" fmla="*/ 21643 h 31296"/>
                        <a:gd name="connsiteX8" fmla="*/ 7793 w 22884"/>
                        <a:gd name="connsiteY8" fmla="*/ 25211 h 31296"/>
                        <a:gd name="connsiteX9" fmla="*/ 11362 w 22884"/>
                        <a:gd name="connsiteY9" fmla="*/ 28780 h 31296"/>
                        <a:gd name="connsiteX10" fmla="*/ 20877 w 22884"/>
                        <a:gd name="connsiteY10" fmla="*/ 29969 h 312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2884" h="31296">
                          <a:moveTo>
                            <a:pt x="20877" y="29969"/>
                          </a:moveTo>
                          <a:cubicBezTo>
                            <a:pt x="20877" y="29969"/>
                            <a:pt x="24446" y="26401"/>
                            <a:pt x="22067" y="22833"/>
                          </a:cubicBezTo>
                          <a:cubicBezTo>
                            <a:pt x="19688" y="19264"/>
                            <a:pt x="19688" y="19264"/>
                            <a:pt x="19688" y="15696"/>
                          </a:cubicBezTo>
                          <a:cubicBezTo>
                            <a:pt x="19688" y="12128"/>
                            <a:pt x="18499" y="9749"/>
                            <a:pt x="16119" y="7370"/>
                          </a:cubicBezTo>
                          <a:cubicBezTo>
                            <a:pt x="13740" y="4991"/>
                            <a:pt x="11362" y="233"/>
                            <a:pt x="10172" y="233"/>
                          </a:cubicBezTo>
                          <a:cubicBezTo>
                            <a:pt x="8983" y="-956"/>
                            <a:pt x="4225" y="2612"/>
                            <a:pt x="4225" y="6181"/>
                          </a:cubicBezTo>
                          <a:cubicBezTo>
                            <a:pt x="4225" y="9749"/>
                            <a:pt x="5415" y="14507"/>
                            <a:pt x="4225" y="15696"/>
                          </a:cubicBezTo>
                          <a:cubicBezTo>
                            <a:pt x="3036" y="16885"/>
                            <a:pt x="-1722" y="20454"/>
                            <a:pt x="657" y="21643"/>
                          </a:cubicBezTo>
                          <a:cubicBezTo>
                            <a:pt x="3036" y="24022"/>
                            <a:pt x="7793" y="22833"/>
                            <a:pt x="7793" y="25211"/>
                          </a:cubicBezTo>
                          <a:cubicBezTo>
                            <a:pt x="8983" y="26401"/>
                            <a:pt x="6604" y="28780"/>
                            <a:pt x="11362" y="28780"/>
                          </a:cubicBezTo>
                          <a:cubicBezTo>
                            <a:pt x="14930" y="28780"/>
                            <a:pt x="16119" y="33537"/>
                            <a:pt x="20877" y="2996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6" name="Freeform 625">
                      <a:extLst>
                        <a:ext uri="{FF2B5EF4-FFF2-40B4-BE49-F238E27FC236}">
                          <a16:creationId xmlns:a16="http://schemas.microsoft.com/office/drawing/2014/main" id="{8DBFBFDD-D17D-C9BE-3F92-691C82DC93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9221" y="1913694"/>
                      <a:ext cx="26177" cy="23564"/>
                    </a:xfrm>
                    <a:custGeom>
                      <a:avLst/>
                      <a:gdLst>
                        <a:gd name="connsiteX0" fmla="*/ 10067 w 26177"/>
                        <a:gd name="connsiteY0" fmla="*/ 22783 h 23564"/>
                        <a:gd name="connsiteX1" fmla="*/ 17203 w 26177"/>
                        <a:gd name="connsiteY1" fmla="*/ 15647 h 23564"/>
                        <a:gd name="connsiteX2" fmla="*/ 17203 w 26177"/>
                        <a:gd name="connsiteY2" fmla="*/ 15647 h 23564"/>
                        <a:gd name="connsiteX3" fmla="*/ 20771 w 26177"/>
                        <a:gd name="connsiteY3" fmla="*/ 12078 h 23564"/>
                        <a:gd name="connsiteX4" fmla="*/ 25529 w 26177"/>
                        <a:gd name="connsiteY4" fmla="*/ 1373 h 23564"/>
                        <a:gd name="connsiteX5" fmla="*/ 12446 w 26177"/>
                        <a:gd name="connsiteY5" fmla="*/ 1373 h 23564"/>
                        <a:gd name="connsiteX6" fmla="*/ 8877 w 26177"/>
                        <a:gd name="connsiteY6" fmla="*/ 7321 h 23564"/>
                        <a:gd name="connsiteX7" fmla="*/ 6498 w 26177"/>
                        <a:gd name="connsiteY7" fmla="*/ 13268 h 23564"/>
                        <a:gd name="connsiteX8" fmla="*/ 551 w 26177"/>
                        <a:gd name="connsiteY8" fmla="*/ 21594 h 23564"/>
                        <a:gd name="connsiteX9" fmla="*/ 10067 w 26177"/>
                        <a:gd name="connsiteY9" fmla="*/ 22783 h 235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6177" h="23564">
                          <a:moveTo>
                            <a:pt x="10067" y="22783"/>
                          </a:moveTo>
                          <a:cubicBezTo>
                            <a:pt x="13635" y="21594"/>
                            <a:pt x="17203" y="15647"/>
                            <a:pt x="17203" y="15647"/>
                          </a:cubicBezTo>
                          <a:cubicBezTo>
                            <a:pt x="17203" y="15647"/>
                            <a:pt x="17203" y="15647"/>
                            <a:pt x="17203" y="15647"/>
                          </a:cubicBezTo>
                          <a:cubicBezTo>
                            <a:pt x="18393" y="14457"/>
                            <a:pt x="19582" y="13268"/>
                            <a:pt x="20771" y="12078"/>
                          </a:cubicBezTo>
                          <a:cubicBezTo>
                            <a:pt x="23150" y="10889"/>
                            <a:pt x="27908" y="3752"/>
                            <a:pt x="25529" y="1373"/>
                          </a:cubicBezTo>
                          <a:cubicBezTo>
                            <a:pt x="23150" y="-1005"/>
                            <a:pt x="16014" y="184"/>
                            <a:pt x="12446" y="1373"/>
                          </a:cubicBezTo>
                          <a:cubicBezTo>
                            <a:pt x="8877" y="2563"/>
                            <a:pt x="7688" y="6131"/>
                            <a:pt x="8877" y="7321"/>
                          </a:cubicBezTo>
                          <a:cubicBezTo>
                            <a:pt x="10067" y="9699"/>
                            <a:pt x="8877" y="12078"/>
                            <a:pt x="6498" y="13268"/>
                          </a:cubicBezTo>
                          <a:cubicBezTo>
                            <a:pt x="4119" y="14457"/>
                            <a:pt x="-1828" y="20404"/>
                            <a:pt x="551" y="21594"/>
                          </a:cubicBezTo>
                          <a:cubicBezTo>
                            <a:pt x="4119" y="23973"/>
                            <a:pt x="6498" y="23973"/>
                            <a:pt x="10067" y="2278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7" name="Freeform 626">
                      <a:extLst>
                        <a:ext uri="{FF2B5EF4-FFF2-40B4-BE49-F238E27FC236}">
                          <a16:creationId xmlns:a16="http://schemas.microsoft.com/office/drawing/2014/main" id="{04D86197-5839-F899-6FE6-1CD8070099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7695" y="2017123"/>
                      <a:ext cx="5583" cy="8562"/>
                    </a:xfrm>
                    <a:custGeom>
                      <a:avLst/>
                      <a:gdLst>
                        <a:gd name="connsiteX0" fmla="*/ 4061 w 5583"/>
                        <a:gd name="connsiteY0" fmla="*/ 8562 h 8562"/>
                        <a:gd name="connsiteX1" fmla="*/ 5250 w 5583"/>
                        <a:gd name="connsiteY1" fmla="*/ 4994 h 8562"/>
                        <a:gd name="connsiteX2" fmla="*/ 1682 w 5583"/>
                        <a:gd name="connsiteY2" fmla="*/ 236 h 8562"/>
                        <a:gd name="connsiteX3" fmla="*/ 493 w 5583"/>
                        <a:gd name="connsiteY3" fmla="*/ 4994 h 8562"/>
                        <a:gd name="connsiteX4" fmla="*/ 4061 w 5583"/>
                        <a:gd name="connsiteY4" fmla="*/ 8562 h 85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83" h="8562">
                          <a:moveTo>
                            <a:pt x="4061" y="8562"/>
                          </a:moveTo>
                          <a:cubicBezTo>
                            <a:pt x="4061" y="8562"/>
                            <a:pt x="6440" y="7373"/>
                            <a:pt x="5250" y="4994"/>
                          </a:cubicBezTo>
                          <a:cubicBezTo>
                            <a:pt x="5250" y="2615"/>
                            <a:pt x="2871" y="-953"/>
                            <a:pt x="1682" y="236"/>
                          </a:cubicBezTo>
                          <a:cubicBezTo>
                            <a:pt x="493" y="1426"/>
                            <a:pt x="-697" y="3805"/>
                            <a:pt x="493" y="4994"/>
                          </a:cubicBezTo>
                          <a:cubicBezTo>
                            <a:pt x="2871" y="6183"/>
                            <a:pt x="4061" y="8562"/>
                            <a:pt x="4061" y="856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8" name="Freeform 627">
                      <a:extLst>
                        <a:ext uri="{FF2B5EF4-FFF2-40B4-BE49-F238E27FC236}">
                          <a16:creationId xmlns:a16="http://schemas.microsoft.com/office/drawing/2014/main" id="{E503E836-C734-259C-44C9-0A0F17328E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0270" y="2000707"/>
                      <a:ext cx="5539" cy="24024"/>
                    </a:xfrm>
                    <a:custGeom>
                      <a:avLst/>
                      <a:gdLst>
                        <a:gd name="connsiteX0" fmla="*/ 1971 w 5539"/>
                        <a:gd name="connsiteY0" fmla="*/ 0 h 24024"/>
                        <a:gd name="connsiteX1" fmla="*/ 781 w 5539"/>
                        <a:gd name="connsiteY1" fmla="*/ 10705 h 24024"/>
                        <a:gd name="connsiteX2" fmla="*/ 1971 w 5539"/>
                        <a:gd name="connsiteY2" fmla="*/ 19031 h 24024"/>
                        <a:gd name="connsiteX3" fmla="*/ 3160 w 5539"/>
                        <a:gd name="connsiteY3" fmla="*/ 23789 h 24024"/>
                        <a:gd name="connsiteX4" fmla="*/ 5539 w 5539"/>
                        <a:gd name="connsiteY4" fmla="*/ 17842 h 24024"/>
                        <a:gd name="connsiteX5" fmla="*/ 3160 w 5539"/>
                        <a:gd name="connsiteY5" fmla="*/ 8326 h 24024"/>
                        <a:gd name="connsiteX6" fmla="*/ 1971 w 5539"/>
                        <a:gd name="connsiteY6" fmla="*/ 0 h 240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539" h="24024">
                          <a:moveTo>
                            <a:pt x="1971" y="0"/>
                          </a:moveTo>
                          <a:cubicBezTo>
                            <a:pt x="-408" y="0"/>
                            <a:pt x="-408" y="8326"/>
                            <a:pt x="781" y="10705"/>
                          </a:cubicBezTo>
                          <a:cubicBezTo>
                            <a:pt x="1971" y="14273"/>
                            <a:pt x="1971" y="16652"/>
                            <a:pt x="1971" y="19031"/>
                          </a:cubicBezTo>
                          <a:cubicBezTo>
                            <a:pt x="1971" y="21410"/>
                            <a:pt x="781" y="24978"/>
                            <a:pt x="3160" y="23789"/>
                          </a:cubicBezTo>
                          <a:cubicBezTo>
                            <a:pt x="3160" y="23789"/>
                            <a:pt x="5539" y="22599"/>
                            <a:pt x="5539" y="17842"/>
                          </a:cubicBezTo>
                          <a:cubicBezTo>
                            <a:pt x="4349" y="14273"/>
                            <a:pt x="3160" y="9516"/>
                            <a:pt x="3160" y="8326"/>
                          </a:cubicBezTo>
                          <a:cubicBezTo>
                            <a:pt x="4349" y="8326"/>
                            <a:pt x="3160" y="0"/>
                            <a:pt x="1971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9" name="Freeform 628">
                      <a:extLst>
                        <a:ext uri="{FF2B5EF4-FFF2-40B4-BE49-F238E27FC236}">
                          <a16:creationId xmlns:a16="http://schemas.microsoft.com/office/drawing/2014/main" id="{D2A7DFD7-6BD3-D719-CD14-61357DF920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2725" y="1990407"/>
                      <a:ext cx="5815" cy="7921"/>
                    </a:xfrm>
                    <a:custGeom>
                      <a:avLst/>
                      <a:gdLst>
                        <a:gd name="connsiteX0" fmla="*/ 4758 w 5815"/>
                        <a:gd name="connsiteY0" fmla="*/ 7921 h 7921"/>
                        <a:gd name="connsiteX1" fmla="*/ 4758 w 5815"/>
                        <a:gd name="connsiteY1" fmla="*/ 4353 h 7921"/>
                        <a:gd name="connsiteX2" fmla="*/ 0 w 5815"/>
                        <a:gd name="connsiteY2" fmla="*/ 785 h 7921"/>
                        <a:gd name="connsiteX3" fmla="*/ 4758 w 5815"/>
                        <a:gd name="connsiteY3" fmla="*/ 7921 h 79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815" h="7921">
                          <a:moveTo>
                            <a:pt x="4758" y="7921"/>
                          </a:moveTo>
                          <a:cubicBezTo>
                            <a:pt x="4758" y="7921"/>
                            <a:pt x="7137" y="6732"/>
                            <a:pt x="4758" y="4353"/>
                          </a:cubicBezTo>
                          <a:cubicBezTo>
                            <a:pt x="3569" y="1974"/>
                            <a:pt x="0" y="-1594"/>
                            <a:pt x="0" y="785"/>
                          </a:cubicBezTo>
                          <a:cubicBezTo>
                            <a:pt x="0" y="1974"/>
                            <a:pt x="2379" y="7921"/>
                            <a:pt x="4758" y="792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0" name="Freeform 629">
                      <a:extLst>
                        <a:ext uri="{FF2B5EF4-FFF2-40B4-BE49-F238E27FC236}">
                          <a16:creationId xmlns:a16="http://schemas.microsoft.com/office/drawing/2014/main" id="{F72A8622-C8C6-E041-FE70-E2E320C26B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2751" y="2126787"/>
                      <a:ext cx="9942" cy="9831"/>
                    </a:xfrm>
                    <a:custGeom>
                      <a:avLst/>
                      <a:gdLst>
                        <a:gd name="connsiteX0" fmla="*/ 6183 w 9942"/>
                        <a:gd name="connsiteY0" fmla="*/ 9516 h 9831"/>
                        <a:gd name="connsiteX1" fmla="*/ 9752 w 9942"/>
                        <a:gd name="connsiteY1" fmla="*/ 4758 h 9831"/>
                        <a:gd name="connsiteX2" fmla="*/ 4994 w 9942"/>
                        <a:gd name="connsiteY2" fmla="*/ 0 h 9831"/>
                        <a:gd name="connsiteX3" fmla="*/ 236 w 9942"/>
                        <a:gd name="connsiteY3" fmla="*/ 5947 h 9831"/>
                        <a:gd name="connsiteX4" fmla="*/ 6183 w 9942"/>
                        <a:gd name="connsiteY4" fmla="*/ 9516 h 98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942" h="9831">
                          <a:moveTo>
                            <a:pt x="6183" y="9516"/>
                          </a:moveTo>
                          <a:cubicBezTo>
                            <a:pt x="6183" y="9516"/>
                            <a:pt x="10941" y="7137"/>
                            <a:pt x="9752" y="4758"/>
                          </a:cubicBezTo>
                          <a:cubicBezTo>
                            <a:pt x="8562" y="2379"/>
                            <a:pt x="7373" y="0"/>
                            <a:pt x="4994" y="0"/>
                          </a:cubicBezTo>
                          <a:cubicBezTo>
                            <a:pt x="2615" y="0"/>
                            <a:pt x="-953" y="4758"/>
                            <a:pt x="236" y="5947"/>
                          </a:cubicBezTo>
                          <a:cubicBezTo>
                            <a:pt x="2615" y="8326"/>
                            <a:pt x="2615" y="10705"/>
                            <a:pt x="6183" y="95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1" name="Freeform 630">
                      <a:extLst>
                        <a:ext uri="{FF2B5EF4-FFF2-40B4-BE49-F238E27FC236}">
                          <a16:creationId xmlns:a16="http://schemas.microsoft.com/office/drawing/2014/main" id="{8FD88261-D064-6DC8-56AF-CA926410D0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1198" y="1895325"/>
                      <a:ext cx="12968" cy="20235"/>
                    </a:xfrm>
                    <a:custGeom>
                      <a:avLst/>
                      <a:gdLst>
                        <a:gd name="connsiteX0" fmla="*/ 11482 w 12968"/>
                        <a:gd name="connsiteY0" fmla="*/ 5469 h 20235"/>
                        <a:gd name="connsiteX1" fmla="*/ 9103 w 12968"/>
                        <a:gd name="connsiteY1" fmla="*/ 711 h 20235"/>
                        <a:gd name="connsiteX2" fmla="*/ 777 w 12968"/>
                        <a:gd name="connsiteY2" fmla="*/ 3090 h 20235"/>
                        <a:gd name="connsiteX3" fmla="*/ 1966 w 12968"/>
                        <a:gd name="connsiteY3" fmla="*/ 14985 h 20235"/>
                        <a:gd name="connsiteX4" fmla="*/ 7914 w 12968"/>
                        <a:gd name="connsiteY4" fmla="*/ 18553 h 20235"/>
                        <a:gd name="connsiteX5" fmla="*/ 12671 w 12968"/>
                        <a:gd name="connsiteY5" fmla="*/ 19742 h 20235"/>
                        <a:gd name="connsiteX6" fmla="*/ 11482 w 12968"/>
                        <a:gd name="connsiteY6" fmla="*/ 14985 h 20235"/>
                        <a:gd name="connsiteX7" fmla="*/ 7914 w 12968"/>
                        <a:gd name="connsiteY7" fmla="*/ 11416 h 20235"/>
                        <a:gd name="connsiteX8" fmla="*/ 11482 w 12968"/>
                        <a:gd name="connsiteY8" fmla="*/ 5469 h 202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2968" h="20235">
                          <a:moveTo>
                            <a:pt x="11482" y="5469"/>
                          </a:moveTo>
                          <a:cubicBezTo>
                            <a:pt x="12671" y="4280"/>
                            <a:pt x="12671" y="711"/>
                            <a:pt x="9103" y="711"/>
                          </a:cubicBezTo>
                          <a:cubicBezTo>
                            <a:pt x="5534" y="-478"/>
                            <a:pt x="777" y="-478"/>
                            <a:pt x="777" y="3090"/>
                          </a:cubicBezTo>
                          <a:cubicBezTo>
                            <a:pt x="777" y="6659"/>
                            <a:pt x="-1602" y="13795"/>
                            <a:pt x="1966" y="14985"/>
                          </a:cubicBezTo>
                          <a:cubicBezTo>
                            <a:pt x="5534" y="14985"/>
                            <a:pt x="7914" y="17363"/>
                            <a:pt x="7914" y="18553"/>
                          </a:cubicBezTo>
                          <a:cubicBezTo>
                            <a:pt x="7914" y="19742"/>
                            <a:pt x="12671" y="20932"/>
                            <a:pt x="12671" y="19742"/>
                          </a:cubicBezTo>
                          <a:cubicBezTo>
                            <a:pt x="12671" y="17363"/>
                            <a:pt x="13861" y="16174"/>
                            <a:pt x="11482" y="14985"/>
                          </a:cubicBezTo>
                          <a:cubicBezTo>
                            <a:pt x="10292" y="13795"/>
                            <a:pt x="6724" y="14985"/>
                            <a:pt x="7914" y="11416"/>
                          </a:cubicBezTo>
                          <a:cubicBezTo>
                            <a:pt x="9103" y="9037"/>
                            <a:pt x="10292" y="6659"/>
                            <a:pt x="11482" y="546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2" name="Freeform 631">
                      <a:extLst>
                        <a:ext uri="{FF2B5EF4-FFF2-40B4-BE49-F238E27FC236}">
                          <a16:creationId xmlns:a16="http://schemas.microsoft.com/office/drawing/2014/main" id="{FE8B2838-A94E-297A-04DC-5DCC5422A4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8142" y="1879556"/>
                      <a:ext cx="15646" cy="7493"/>
                    </a:xfrm>
                    <a:custGeom>
                      <a:avLst/>
                      <a:gdLst>
                        <a:gd name="connsiteX0" fmla="*/ 5947 w 15646"/>
                        <a:gd name="connsiteY0" fmla="*/ 6965 h 7493"/>
                        <a:gd name="connsiteX1" fmla="*/ 14273 w 15646"/>
                        <a:gd name="connsiteY1" fmla="*/ 6965 h 7493"/>
                        <a:gd name="connsiteX2" fmla="*/ 14273 w 15646"/>
                        <a:gd name="connsiteY2" fmla="*/ 3397 h 7493"/>
                        <a:gd name="connsiteX3" fmla="*/ 7136 w 15646"/>
                        <a:gd name="connsiteY3" fmla="*/ 2207 h 7493"/>
                        <a:gd name="connsiteX4" fmla="*/ 0 w 15646"/>
                        <a:gd name="connsiteY4" fmla="*/ 1018 h 7493"/>
                        <a:gd name="connsiteX5" fmla="*/ 5947 w 15646"/>
                        <a:gd name="connsiteY5" fmla="*/ 6965 h 74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5646" h="7493">
                          <a:moveTo>
                            <a:pt x="5947" y="6965"/>
                          </a:moveTo>
                          <a:cubicBezTo>
                            <a:pt x="5947" y="6965"/>
                            <a:pt x="14273" y="8154"/>
                            <a:pt x="14273" y="6965"/>
                          </a:cubicBezTo>
                          <a:cubicBezTo>
                            <a:pt x="15463" y="5776"/>
                            <a:pt x="16652" y="3397"/>
                            <a:pt x="14273" y="3397"/>
                          </a:cubicBezTo>
                          <a:cubicBezTo>
                            <a:pt x="11894" y="3397"/>
                            <a:pt x="8326" y="3397"/>
                            <a:pt x="7136" y="2207"/>
                          </a:cubicBezTo>
                          <a:cubicBezTo>
                            <a:pt x="5947" y="1018"/>
                            <a:pt x="1189" y="-1361"/>
                            <a:pt x="0" y="1018"/>
                          </a:cubicBezTo>
                          <a:cubicBezTo>
                            <a:pt x="0" y="2207"/>
                            <a:pt x="1189" y="5776"/>
                            <a:pt x="5947" y="696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3" name="Freeform 632">
                      <a:extLst>
                        <a:ext uri="{FF2B5EF4-FFF2-40B4-BE49-F238E27FC236}">
                          <a16:creationId xmlns:a16="http://schemas.microsoft.com/office/drawing/2014/main" id="{71E076E1-D406-4B38-DAB5-4E698128DF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5245" y="1860030"/>
                      <a:ext cx="16745" cy="16338"/>
                    </a:xfrm>
                    <a:custGeom>
                      <a:avLst/>
                      <a:gdLst>
                        <a:gd name="connsiteX0" fmla="*/ 1487 w 16745"/>
                        <a:gd name="connsiteY0" fmla="*/ 15787 h 16338"/>
                        <a:gd name="connsiteX1" fmla="*/ 7434 w 16745"/>
                        <a:gd name="connsiteY1" fmla="*/ 12219 h 16338"/>
                        <a:gd name="connsiteX2" fmla="*/ 12192 w 16745"/>
                        <a:gd name="connsiteY2" fmla="*/ 11029 h 16338"/>
                        <a:gd name="connsiteX3" fmla="*/ 13381 w 16745"/>
                        <a:gd name="connsiteY3" fmla="*/ 3892 h 16338"/>
                        <a:gd name="connsiteX4" fmla="*/ 15760 w 16745"/>
                        <a:gd name="connsiteY4" fmla="*/ 324 h 16338"/>
                        <a:gd name="connsiteX5" fmla="*/ 7434 w 16745"/>
                        <a:gd name="connsiteY5" fmla="*/ 2703 h 16338"/>
                        <a:gd name="connsiteX6" fmla="*/ 297 w 16745"/>
                        <a:gd name="connsiteY6" fmla="*/ 9840 h 16338"/>
                        <a:gd name="connsiteX7" fmla="*/ 1487 w 16745"/>
                        <a:gd name="connsiteY7" fmla="*/ 15787 h 163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6745" h="16338">
                          <a:moveTo>
                            <a:pt x="1487" y="15787"/>
                          </a:moveTo>
                          <a:cubicBezTo>
                            <a:pt x="1487" y="15787"/>
                            <a:pt x="5055" y="11029"/>
                            <a:pt x="7434" y="12219"/>
                          </a:cubicBezTo>
                          <a:cubicBezTo>
                            <a:pt x="9813" y="13408"/>
                            <a:pt x="11002" y="13408"/>
                            <a:pt x="12192" y="11029"/>
                          </a:cubicBezTo>
                          <a:cubicBezTo>
                            <a:pt x="13381" y="9840"/>
                            <a:pt x="11002" y="5082"/>
                            <a:pt x="13381" y="3892"/>
                          </a:cubicBezTo>
                          <a:cubicBezTo>
                            <a:pt x="15760" y="2703"/>
                            <a:pt x="18139" y="1514"/>
                            <a:pt x="15760" y="324"/>
                          </a:cubicBezTo>
                          <a:cubicBezTo>
                            <a:pt x="14571" y="-865"/>
                            <a:pt x="9813" y="1514"/>
                            <a:pt x="7434" y="2703"/>
                          </a:cubicBezTo>
                          <a:cubicBezTo>
                            <a:pt x="5055" y="5082"/>
                            <a:pt x="297" y="7461"/>
                            <a:pt x="297" y="9840"/>
                          </a:cubicBezTo>
                          <a:cubicBezTo>
                            <a:pt x="297" y="12219"/>
                            <a:pt x="-892" y="18166"/>
                            <a:pt x="1487" y="1578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4" name="Freeform 633">
                      <a:extLst>
                        <a:ext uri="{FF2B5EF4-FFF2-40B4-BE49-F238E27FC236}">
                          <a16:creationId xmlns:a16="http://schemas.microsoft.com/office/drawing/2014/main" id="{214AA9F3-DE2A-F106-A066-E55B3B6119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8020" y="1775904"/>
                      <a:ext cx="13426" cy="11894"/>
                    </a:xfrm>
                    <a:custGeom>
                      <a:avLst/>
                      <a:gdLst>
                        <a:gd name="connsiteX0" fmla="*/ 11047 w 13426"/>
                        <a:gd name="connsiteY0" fmla="*/ 0 h 11894"/>
                        <a:gd name="connsiteX1" fmla="*/ 343 w 13426"/>
                        <a:gd name="connsiteY1" fmla="*/ 3568 h 11894"/>
                        <a:gd name="connsiteX2" fmla="*/ 5100 w 13426"/>
                        <a:gd name="connsiteY2" fmla="*/ 7137 h 11894"/>
                        <a:gd name="connsiteX3" fmla="*/ 9858 w 13426"/>
                        <a:gd name="connsiteY3" fmla="*/ 11894 h 11894"/>
                        <a:gd name="connsiteX4" fmla="*/ 13426 w 13426"/>
                        <a:gd name="connsiteY4" fmla="*/ 10705 h 11894"/>
                        <a:gd name="connsiteX5" fmla="*/ 12237 w 13426"/>
                        <a:gd name="connsiteY5" fmla="*/ 5947 h 11894"/>
                        <a:gd name="connsiteX6" fmla="*/ 11047 w 13426"/>
                        <a:gd name="connsiteY6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426" h="11894">
                          <a:moveTo>
                            <a:pt x="11047" y="0"/>
                          </a:moveTo>
                          <a:cubicBezTo>
                            <a:pt x="8669" y="0"/>
                            <a:pt x="-2036" y="1190"/>
                            <a:pt x="343" y="3568"/>
                          </a:cubicBezTo>
                          <a:cubicBezTo>
                            <a:pt x="2722" y="5947"/>
                            <a:pt x="5100" y="4758"/>
                            <a:pt x="5100" y="7137"/>
                          </a:cubicBezTo>
                          <a:cubicBezTo>
                            <a:pt x="5100" y="9516"/>
                            <a:pt x="3911" y="11894"/>
                            <a:pt x="9858" y="11894"/>
                          </a:cubicBezTo>
                          <a:cubicBezTo>
                            <a:pt x="9858" y="11894"/>
                            <a:pt x="13426" y="11894"/>
                            <a:pt x="13426" y="10705"/>
                          </a:cubicBezTo>
                          <a:cubicBezTo>
                            <a:pt x="13426" y="9516"/>
                            <a:pt x="12237" y="8326"/>
                            <a:pt x="12237" y="5947"/>
                          </a:cubicBezTo>
                          <a:cubicBezTo>
                            <a:pt x="13426" y="4758"/>
                            <a:pt x="13426" y="0"/>
                            <a:pt x="11047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5" name="Freeform 634">
                      <a:extLst>
                        <a:ext uri="{FF2B5EF4-FFF2-40B4-BE49-F238E27FC236}">
                          <a16:creationId xmlns:a16="http://schemas.microsoft.com/office/drawing/2014/main" id="{9511CF7A-AFF4-ED39-695A-DEFFE6C30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28754" y="2394101"/>
                      <a:ext cx="9143" cy="15003"/>
                    </a:xfrm>
                    <a:custGeom>
                      <a:avLst/>
                      <a:gdLst>
                        <a:gd name="connsiteX0" fmla="*/ 7137 w 9143"/>
                        <a:gd name="connsiteY0" fmla="*/ 309 h 15003"/>
                        <a:gd name="connsiteX1" fmla="*/ 0 w 9143"/>
                        <a:gd name="connsiteY1" fmla="*/ 5067 h 15003"/>
                        <a:gd name="connsiteX2" fmla="*/ 7137 w 9143"/>
                        <a:gd name="connsiteY2" fmla="*/ 14583 h 15003"/>
                        <a:gd name="connsiteX3" fmla="*/ 8326 w 9143"/>
                        <a:gd name="connsiteY3" fmla="*/ 11014 h 15003"/>
                        <a:gd name="connsiteX4" fmla="*/ 5947 w 9143"/>
                        <a:gd name="connsiteY4" fmla="*/ 7446 h 15003"/>
                        <a:gd name="connsiteX5" fmla="*/ 7137 w 9143"/>
                        <a:gd name="connsiteY5" fmla="*/ 309 h 150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9143" h="15003">
                          <a:moveTo>
                            <a:pt x="7137" y="309"/>
                          </a:moveTo>
                          <a:cubicBezTo>
                            <a:pt x="4758" y="-880"/>
                            <a:pt x="0" y="1499"/>
                            <a:pt x="0" y="5067"/>
                          </a:cubicBezTo>
                          <a:cubicBezTo>
                            <a:pt x="0" y="8635"/>
                            <a:pt x="2379" y="16962"/>
                            <a:pt x="7137" y="14583"/>
                          </a:cubicBezTo>
                          <a:cubicBezTo>
                            <a:pt x="7137" y="14583"/>
                            <a:pt x="10705" y="12204"/>
                            <a:pt x="8326" y="11014"/>
                          </a:cubicBezTo>
                          <a:cubicBezTo>
                            <a:pt x="7137" y="9825"/>
                            <a:pt x="3569" y="8635"/>
                            <a:pt x="5947" y="7446"/>
                          </a:cubicBezTo>
                          <a:cubicBezTo>
                            <a:pt x="7137" y="3878"/>
                            <a:pt x="9516" y="1499"/>
                            <a:pt x="7137" y="30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6" name="Freeform 635">
                      <a:extLst>
                        <a:ext uri="{FF2B5EF4-FFF2-40B4-BE49-F238E27FC236}">
                          <a16:creationId xmlns:a16="http://schemas.microsoft.com/office/drawing/2014/main" id="{0BABAA48-465B-C2C0-F337-11AA41B6AF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7137" y="2313036"/>
                      <a:ext cx="6067" cy="6772"/>
                    </a:xfrm>
                    <a:custGeom>
                      <a:avLst/>
                      <a:gdLst>
                        <a:gd name="connsiteX0" fmla="*/ 1971 w 6067"/>
                        <a:gd name="connsiteY0" fmla="*/ 5250 h 6772"/>
                        <a:gd name="connsiteX1" fmla="*/ 5539 w 6067"/>
                        <a:gd name="connsiteY1" fmla="*/ 6440 h 6772"/>
                        <a:gd name="connsiteX2" fmla="*/ 5539 w 6067"/>
                        <a:gd name="connsiteY2" fmla="*/ 1682 h 6772"/>
                        <a:gd name="connsiteX3" fmla="*/ 781 w 6067"/>
                        <a:gd name="connsiteY3" fmla="*/ 493 h 6772"/>
                        <a:gd name="connsiteX4" fmla="*/ 1971 w 6067"/>
                        <a:gd name="connsiteY4" fmla="*/ 5250 h 67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067" h="6772">
                          <a:moveTo>
                            <a:pt x="1971" y="5250"/>
                          </a:moveTo>
                          <a:cubicBezTo>
                            <a:pt x="1971" y="5250"/>
                            <a:pt x="5539" y="7629"/>
                            <a:pt x="5539" y="6440"/>
                          </a:cubicBezTo>
                          <a:cubicBezTo>
                            <a:pt x="6729" y="5250"/>
                            <a:pt x="5539" y="2872"/>
                            <a:pt x="5539" y="1682"/>
                          </a:cubicBezTo>
                          <a:cubicBezTo>
                            <a:pt x="4349" y="493"/>
                            <a:pt x="1971" y="-697"/>
                            <a:pt x="781" y="493"/>
                          </a:cubicBezTo>
                          <a:cubicBezTo>
                            <a:pt x="-408" y="1682"/>
                            <a:pt x="-408" y="4061"/>
                            <a:pt x="1971" y="525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7" name="Freeform 636">
                      <a:extLst>
                        <a:ext uri="{FF2B5EF4-FFF2-40B4-BE49-F238E27FC236}">
                          <a16:creationId xmlns:a16="http://schemas.microsoft.com/office/drawing/2014/main" id="{BB3E7544-E929-4E59-FBDD-0C4E78090A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56597" y="2166989"/>
                      <a:ext cx="43348" cy="43058"/>
                    </a:xfrm>
                    <a:custGeom>
                      <a:avLst/>
                      <a:gdLst>
                        <a:gd name="connsiteX0" fmla="*/ 38590 w 43348"/>
                        <a:gd name="connsiteY0" fmla="*/ 27596 h 43058"/>
                        <a:gd name="connsiteX1" fmla="*/ 43348 w 43348"/>
                        <a:gd name="connsiteY1" fmla="*/ 19270 h 43058"/>
                        <a:gd name="connsiteX2" fmla="*/ 38590 w 43348"/>
                        <a:gd name="connsiteY2" fmla="*/ 12134 h 43058"/>
                        <a:gd name="connsiteX3" fmla="*/ 23128 w 43348"/>
                        <a:gd name="connsiteY3" fmla="*/ 3808 h 43058"/>
                        <a:gd name="connsiteX4" fmla="*/ 8854 w 43348"/>
                        <a:gd name="connsiteY4" fmla="*/ 239 h 43058"/>
                        <a:gd name="connsiteX5" fmla="*/ 529 w 43348"/>
                        <a:gd name="connsiteY5" fmla="*/ 10944 h 43058"/>
                        <a:gd name="connsiteX6" fmla="*/ 529 w 43348"/>
                        <a:gd name="connsiteY6" fmla="*/ 27596 h 43058"/>
                        <a:gd name="connsiteX7" fmla="*/ 2907 w 43348"/>
                        <a:gd name="connsiteY7" fmla="*/ 32354 h 43058"/>
                        <a:gd name="connsiteX8" fmla="*/ 4097 w 43348"/>
                        <a:gd name="connsiteY8" fmla="*/ 37112 h 43058"/>
                        <a:gd name="connsiteX9" fmla="*/ 8854 w 43348"/>
                        <a:gd name="connsiteY9" fmla="*/ 39491 h 43058"/>
                        <a:gd name="connsiteX10" fmla="*/ 10044 w 43348"/>
                        <a:gd name="connsiteY10" fmla="*/ 43059 h 43058"/>
                        <a:gd name="connsiteX11" fmla="*/ 14802 w 43348"/>
                        <a:gd name="connsiteY11" fmla="*/ 39491 h 43058"/>
                        <a:gd name="connsiteX12" fmla="*/ 17181 w 43348"/>
                        <a:gd name="connsiteY12" fmla="*/ 39491 h 43058"/>
                        <a:gd name="connsiteX13" fmla="*/ 26696 w 43348"/>
                        <a:gd name="connsiteY13" fmla="*/ 35922 h 43058"/>
                        <a:gd name="connsiteX14" fmla="*/ 32643 w 43348"/>
                        <a:gd name="connsiteY14" fmla="*/ 25217 h 43058"/>
                        <a:gd name="connsiteX15" fmla="*/ 35022 w 43348"/>
                        <a:gd name="connsiteY15" fmla="*/ 15702 h 43058"/>
                        <a:gd name="connsiteX16" fmla="*/ 36212 w 43348"/>
                        <a:gd name="connsiteY16" fmla="*/ 21649 h 43058"/>
                        <a:gd name="connsiteX17" fmla="*/ 38590 w 43348"/>
                        <a:gd name="connsiteY17" fmla="*/ 27596 h 430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43348" h="43058">
                          <a:moveTo>
                            <a:pt x="38590" y="27596"/>
                          </a:moveTo>
                          <a:cubicBezTo>
                            <a:pt x="40969" y="26407"/>
                            <a:pt x="43348" y="21649"/>
                            <a:pt x="43348" y="19270"/>
                          </a:cubicBezTo>
                          <a:cubicBezTo>
                            <a:pt x="43348" y="16891"/>
                            <a:pt x="42159" y="14513"/>
                            <a:pt x="38590" y="12134"/>
                          </a:cubicBezTo>
                          <a:cubicBezTo>
                            <a:pt x="36212" y="10944"/>
                            <a:pt x="26696" y="4997"/>
                            <a:pt x="23128" y="3808"/>
                          </a:cubicBezTo>
                          <a:cubicBezTo>
                            <a:pt x="20749" y="2618"/>
                            <a:pt x="11234" y="-950"/>
                            <a:pt x="8854" y="239"/>
                          </a:cubicBezTo>
                          <a:cubicBezTo>
                            <a:pt x="6476" y="1429"/>
                            <a:pt x="529" y="7376"/>
                            <a:pt x="529" y="10944"/>
                          </a:cubicBezTo>
                          <a:cubicBezTo>
                            <a:pt x="529" y="14513"/>
                            <a:pt x="-661" y="25217"/>
                            <a:pt x="529" y="27596"/>
                          </a:cubicBezTo>
                          <a:cubicBezTo>
                            <a:pt x="1718" y="29975"/>
                            <a:pt x="2907" y="31165"/>
                            <a:pt x="2907" y="32354"/>
                          </a:cubicBezTo>
                          <a:cubicBezTo>
                            <a:pt x="2907" y="34733"/>
                            <a:pt x="1718" y="37112"/>
                            <a:pt x="4097" y="37112"/>
                          </a:cubicBezTo>
                          <a:cubicBezTo>
                            <a:pt x="6476" y="37112"/>
                            <a:pt x="10044" y="37112"/>
                            <a:pt x="8854" y="39491"/>
                          </a:cubicBezTo>
                          <a:cubicBezTo>
                            <a:pt x="8854" y="40680"/>
                            <a:pt x="7665" y="43059"/>
                            <a:pt x="10044" y="43059"/>
                          </a:cubicBezTo>
                          <a:cubicBezTo>
                            <a:pt x="12423" y="43059"/>
                            <a:pt x="13613" y="40680"/>
                            <a:pt x="14802" y="39491"/>
                          </a:cubicBezTo>
                          <a:cubicBezTo>
                            <a:pt x="15991" y="39491"/>
                            <a:pt x="15991" y="39491"/>
                            <a:pt x="17181" y="39491"/>
                          </a:cubicBezTo>
                          <a:cubicBezTo>
                            <a:pt x="17181" y="39491"/>
                            <a:pt x="23128" y="39491"/>
                            <a:pt x="26696" y="35922"/>
                          </a:cubicBezTo>
                          <a:cubicBezTo>
                            <a:pt x="30265" y="32354"/>
                            <a:pt x="32643" y="28786"/>
                            <a:pt x="32643" y="25217"/>
                          </a:cubicBezTo>
                          <a:cubicBezTo>
                            <a:pt x="32643" y="21649"/>
                            <a:pt x="33833" y="14513"/>
                            <a:pt x="35022" y="15702"/>
                          </a:cubicBezTo>
                          <a:cubicBezTo>
                            <a:pt x="36212" y="16891"/>
                            <a:pt x="37401" y="18081"/>
                            <a:pt x="36212" y="21649"/>
                          </a:cubicBezTo>
                          <a:cubicBezTo>
                            <a:pt x="38590" y="24028"/>
                            <a:pt x="36212" y="28786"/>
                            <a:pt x="38590" y="2759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8" name="Freeform 637">
                      <a:extLst>
                        <a:ext uri="{FF2B5EF4-FFF2-40B4-BE49-F238E27FC236}">
                          <a16:creationId xmlns:a16="http://schemas.microsoft.com/office/drawing/2014/main" id="{FCA7B034-B9A5-86B6-42DC-C332ECC193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1224" y="2146691"/>
                      <a:ext cx="12191" cy="15012"/>
                    </a:xfrm>
                    <a:custGeom>
                      <a:avLst/>
                      <a:gdLst>
                        <a:gd name="connsiteX0" fmla="*/ 10705 w 12191"/>
                        <a:gd name="connsiteY0" fmla="*/ 7453 h 15012"/>
                        <a:gd name="connsiteX1" fmla="*/ 3568 w 12191"/>
                        <a:gd name="connsiteY1" fmla="*/ 3885 h 15012"/>
                        <a:gd name="connsiteX2" fmla="*/ 0 w 12191"/>
                        <a:gd name="connsiteY2" fmla="*/ 316 h 15012"/>
                        <a:gd name="connsiteX3" fmla="*/ 2379 w 12191"/>
                        <a:gd name="connsiteY3" fmla="*/ 6264 h 15012"/>
                        <a:gd name="connsiteX4" fmla="*/ 11894 w 12191"/>
                        <a:gd name="connsiteY4" fmla="*/ 14590 h 15012"/>
                        <a:gd name="connsiteX5" fmla="*/ 11894 w 12191"/>
                        <a:gd name="connsiteY5" fmla="*/ 11021 h 15012"/>
                        <a:gd name="connsiteX6" fmla="*/ 10705 w 12191"/>
                        <a:gd name="connsiteY6" fmla="*/ 7453 h 150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2191" h="15012">
                          <a:moveTo>
                            <a:pt x="10705" y="7453"/>
                          </a:moveTo>
                          <a:cubicBezTo>
                            <a:pt x="9515" y="6264"/>
                            <a:pt x="4758" y="6264"/>
                            <a:pt x="3568" y="3885"/>
                          </a:cubicBezTo>
                          <a:cubicBezTo>
                            <a:pt x="2379" y="1506"/>
                            <a:pt x="0" y="-873"/>
                            <a:pt x="0" y="316"/>
                          </a:cubicBezTo>
                          <a:cubicBezTo>
                            <a:pt x="0" y="1506"/>
                            <a:pt x="0" y="3885"/>
                            <a:pt x="2379" y="6264"/>
                          </a:cubicBezTo>
                          <a:cubicBezTo>
                            <a:pt x="4758" y="8643"/>
                            <a:pt x="10705" y="16969"/>
                            <a:pt x="11894" y="14590"/>
                          </a:cubicBezTo>
                          <a:cubicBezTo>
                            <a:pt x="11894" y="14590"/>
                            <a:pt x="11894" y="13400"/>
                            <a:pt x="11894" y="11021"/>
                          </a:cubicBezTo>
                          <a:cubicBezTo>
                            <a:pt x="11894" y="8643"/>
                            <a:pt x="13084" y="7453"/>
                            <a:pt x="10705" y="745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9" name="Freeform 638">
                      <a:extLst>
                        <a:ext uri="{FF2B5EF4-FFF2-40B4-BE49-F238E27FC236}">
                          <a16:creationId xmlns:a16="http://schemas.microsoft.com/office/drawing/2014/main" id="{E2D083A2-8FB2-BF71-5E41-DF1AE9F5AC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7876" y="2163167"/>
                      <a:ext cx="2711" cy="4061"/>
                    </a:xfrm>
                    <a:custGeom>
                      <a:avLst/>
                      <a:gdLst>
                        <a:gd name="connsiteX0" fmla="*/ 0 w 2711"/>
                        <a:gd name="connsiteY0" fmla="*/ 493 h 4061"/>
                        <a:gd name="connsiteX1" fmla="*/ 1190 w 2711"/>
                        <a:gd name="connsiteY1" fmla="*/ 4061 h 4061"/>
                        <a:gd name="connsiteX2" fmla="*/ 2379 w 2711"/>
                        <a:gd name="connsiteY2" fmla="*/ 1682 h 4061"/>
                        <a:gd name="connsiteX3" fmla="*/ 0 w 2711"/>
                        <a:gd name="connsiteY3" fmla="*/ 493 h 4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711" h="4061">
                          <a:moveTo>
                            <a:pt x="0" y="493"/>
                          </a:moveTo>
                          <a:cubicBezTo>
                            <a:pt x="0" y="1682"/>
                            <a:pt x="0" y="4061"/>
                            <a:pt x="1190" y="4061"/>
                          </a:cubicBezTo>
                          <a:cubicBezTo>
                            <a:pt x="1190" y="4061"/>
                            <a:pt x="3568" y="2872"/>
                            <a:pt x="2379" y="1682"/>
                          </a:cubicBezTo>
                          <a:cubicBezTo>
                            <a:pt x="2379" y="493"/>
                            <a:pt x="0" y="-697"/>
                            <a:pt x="0" y="49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0" name="Freeform 639">
                      <a:extLst>
                        <a:ext uri="{FF2B5EF4-FFF2-40B4-BE49-F238E27FC236}">
                          <a16:creationId xmlns:a16="http://schemas.microsoft.com/office/drawing/2014/main" id="{8CD10EE4-492B-762B-A009-0064B4DDA9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3195" y="2140824"/>
                      <a:ext cx="3271" cy="7372"/>
                    </a:xfrm>
                    <a:custGeom>
                      <a:avLst/>
                      <a:gdLst>
                        <a:gd name="connsiteX0" fmla="*/ 892 w 3271"/>
                        <a:gd name="connsiteY0" fmla="*/ 236 h 7372"/>
                        <a:gd name="connsiteX1" fmla="*/ 892 w 3271"/>
                        <a:gd name="connsiteY1" fmla="*/ 7373 h 7372"/>
                        <a:gd name="connsiteX2" fmla="*/ 3271 w 3271"/>
                        <a:gd name="connsiteY2" fmla="*/ 4994 h 7372"/>
                        <a:gd name="connsiteX3" fmla="*/ 892 w 3271"/>
                        <a:gd name="connsiteY3" fmla="*/ 236 h 73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271" h="7372">
                          <a:moveTo>
                            <a:pt x="892" y="236"/>
                          </a:moveTo>
                          <a:cubicBezTo>
                            <a:pt x="-297" y="1426"/>
                            <a:pt x="-297" y="7373"/>
                            <a:pt x="892" y="7373"/>
                          </a:cubicBezTo>
                          <a:cubicBezTo>
                            <a:pt x="892" y="7373"/>
                            <a:pt x="3271" y="6183"/>
                            <a:pt x="3271" y="4994"/>
                          </a:cubicBezTo>
                          <a:cubicBezTo>
                            <a:pt x="2082" y="2615"/>
                            <a:pt x="2082" y="-953"/>
                            <a:pt x="892" y="23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1" name="Freeform 640">
                      <a:extLst>
                        <a:ext uri="{FF2B5EF4-FFF2-40B4-BE49-F238E27FC236}">
                          <a16:creationId xmlns:a16="http://schemas.microsoft.com/office/drawing/2014/main" id="{85EF41D5-A337-B7EA-3E86-DC5D3975CE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47302" y="2182224"/>
                      <a:ext cx="13217" cy="9982"/>
                    </a:xfrm>
                    <a:custGeom>
                      <a:avLst/>
                      <a:gdLst>
                        <a:gd name="connsiteX0" fmla="*/ 7270 w 13217"/>
                        <a:gd name="connsiteY0" fmla="*/ 467 h 9982"/>
                        <a:gd name="connsiteX1" fmla="*/ 133 w 13217"/>
                        <a:gd name="connsiteY1" fmla="*/ 7603 h 9982"/>
                        <a:gd name="connsiteX2" fmla="*/ 2512 w 13217"/>
                        <a:gd name="connsiteY2" fmla="*/ 9982 h 9982"/>
                        <a:gd name="connsiteX3" fmla="*/ 7270 w 13217"/>
                        <a:gd name="connsiteY3" fmla="*/ 6414 h 9982"/>
                        <a:gd name="connsiteX4" fmla="*/ 13217 w 13217"/>
                        <a:gd name="connsiteY4" fmla="*/ 2846 h 9982"/>
                        <a:gd name="connsiteX5" fmla="*/ 7270 w 13217"/>
                        <a:gd name="connsiteY5" fmla="*/ 467 h 9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217" h="9982">
                          <a:moveTo>
                            <a:pt x="7270" y="467"/>
                          </a:moveTo>
                          <a:cubicBezTo>
                            <a:pt x="6080" y="1656"/>
                            <a:pt x="-1056" y="6414"/>
                            <a:pt x="133" y="7603"/>
                          </a:cubicBezTo>
                          <a:cubicBezTo>
                            <a:pt x="1323" y="8793"/>
                            <a:pt x="1323" y="9982"/>
                            <a:pt x="2512" y="9982"/>
                          </a:cubicBezTo>
                          <a:cubicBezTo>
                            <a:pt x="3701" y="8793"/>
                            <a:pt x="6080" y="6414"/>
                            <a:pt x="7270" y="6414"/>
                          </a:cubicBezTo>
                          <a:cubicBezTo>
                            <a:pt x="7270" y="6414"/>
                            <a:pt x="13217" y="5224"/>
                            <a:pt x="13217" y="2846"/>
                          </a:cubicBezTo>
                          <a:cubicBezTo>
                            <a:pt x="12028" y="467"/>
                            <a:pt x="8459" y="-723"/>
                            <a:pt x="7270" y="46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2" name="Freeform 641">
                      <a:extLst>
                        <a:ext uri="{FF2B5EF4-FFF2-40B4-BE49-F238E27FC236}">
                          <a16:creationId xmlns:a16="http://schemas.microsoft.com/office/drawing/2014/main" id="{48820D76-BE7E-FC13-3F72-0B16512E89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3330" y="2183169"/>
                      <a:ext cx="5566" cy="6269"/>
                    </a:xfrm>
                    <a:custGeom>
                      <a:avLst/>
                      <a:gdLst>
                        <a:gd name="connsiteX0" fmla="*/ 5074 w 5566"/>
                        <a:gd name="connsiteY0" fmla="*/ 5469 h 6269"/>
                        <a:gd name="connsiteX1" fmla="*/ 3885 w 5566"/>
                        <a:gd name="connsiteY1" fmla="*/ 711 h 6269"/>
                        <a:gd name="connsiteX2" fmla="*/ 316 w 5566"/>
                        <a:gd name="connsiteY2" fmla="*/ 3090 h 6269"/>
                        <a:gd name="connsiteX3" fmla="*/ 5074 w 5566"/>
                        <a:gd name="connsiteY3" fmla="*/ 5469 h 62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566" h="6269">
                          <a:moveTo>
                            <a:pt x="5074" y="5469"/>
                          </a:moveTo>
                          <a:cubicBezTo>
                            <a:pt x="6264" y="3090"/>
                            <a:pt x="5074" y="1901"/>
                            <a:pt x="3885" y="711"/>
                          </a:cubicBezTo>
                          <a:cubicBezTo>
                            <a:pt x="1506" y="-478"/>
                            <a:pt x="-873" y="-478"/>
                            <a:pt x="316" y="3090"/>
                          </a:cubicBezTo>
                          <a:cubicBezTo>
                            <a:pt x="316" y="4280"/>
                            <a:pt x="3885" y="7848"/>
                            <a:pt x="5074" y="546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3" name="Freeform 642">
                      <a:extLst>
                        <a:ext uri="{FF2B5EF4-FFF2-40B4-BE49-F238E27FC236}">
                          <a16:creationId xmlns:a16="http://schemas.microsoft.com/office/drawing/2014/main" id="{06D5CBB3-68DF-CA94-1051-78EFA2F6D9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6194" y="2181501"/>
                      <a:ext cx="11505" cy="8326"/>
                    </a:xfrm>
                    <a:custGeom>
                      <a:avLst/>
                      <a:gdLst>
                        <a:gd name="connsiteX0" fmla="*/ 3179 w 11505"/>
                        <a:gd name="connsiteY0" fmla="*/ 0 h 8326"/>
                        <a:gd name="connsiteX1" fmla="*/ 800 w 11505"/>
                        <a:gd name="connsiteY1" fmla="*/ 2379 h 8326"/>
                        <a:gd name="connsiteX2" fmla="*/ 6747 w 11505"/>
                        <a:gd name="connsiteY2" fmla="*/ 8326 h 8326"/>
                        <a:gd name="connsiteX3" fmla="*/ 11505 w 11505"/>
                        <a:gd name="connsiteY3" fmla="*/ 4758 h 8326"/>
                        <a:gd name="connsiteX4" fmla="*/ 3179 w 11505"/>
                        <a:gd name="connsiteY4" fmla="*/ 0 h 8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505" h="8326">
                          <a:moveTo>
                            <a:pt x="3179" y="0"/>
                          </a:moveTo>
                          <a:cubicBezTo>
                            <a:pt x="1989" y="0"/>
                            <a:pt x="-1579" y="0"/>
                            <a:pt x="800" y="2379"/>
                          </a:cubicBezTo>
                          <a:cubicBezTo>
                            <a:pt x="3179" y="4758"/>
                            <a:pt x="5558" y="4758"/>
                            <a:pt x="6747" y="8326"/>
                          </a:cubicBezTo>
                          <a:cubicBezTo>
                            <a:pt x="6747" y="8326"/>
                            <a:pt x="11505" y="8326"/>
                            <a:pt x="11505" y="4758"/>
                          </a:cubicBezTo>
                          <a:cubicBezTo>
                            <a:pt x="10316" y="1189"/>
                            <a:pt x="5558" y="0"/>
                            <a:pt x="3179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4" name="Freeform 643">
                      <a:extLst>
                        <a:ext uri="{FF2B5EF4-FFF2-40B4-BE49-F238E27FC236}">
                          <a16:creationId xmlns:a16="http://schemas.microsoft.com/office/drawing/2014/main" id="{AD6C9843-A446-0CF3-DAE0-B0A5B14269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98668" y="2182393"/>
                      <a:ext cx="5004" cy="4665"/>
                    </a:xfrm>
                    <a:custGeom>
                      <a:avLst/>
                      <a:gdLst>
                        <a:gd name="connsiteX0" fmla="*/ 4758 w 5004"/>
                        <a:gd name="connsiteY0" fmla="*/ 297 h 4665"/>
                        <a:gd name="connsiteX1" fmla="*/ 0 w 5004"/>
                        <a:gd name="connsiteY1" fmla="*/ 1487 h 4665"/>
                        <a:gd name="connsiteX2" fmla="*/ 3568 w 5004"/>
                        <a:gd name="connsiteY2" fmla="*/ 3866 h 4665"/>
                        <a:gd name="connsiteX3" fmla="*/ 4758 w 5004"/>
                        <a:gd name="connsiteY3" fmla="*/ 297 h 46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004" h="4665">
                          <a:moveTo>
                            <a:pt x="4758" y="297"/>
                          </a:moveTo>
                          <a:cubicBezTo>
                            <a:pt x="3568" y="297"/>
                            <a:pt x="0" y="-892"/>
                            <a:pt x="0" y="1487"/>
                          </a:cubicBezTo>
                          <a:cubicBezTo>
                            <a:pt x="0" y="2676"/>
                            <a:pt x="1190" y="6244"/>
                            <a:pt x="3568" y="3866"/>
                          </a:cubicBezTo>
                          <a:cubicBezTo>
                            <a:pt x="2379" y="3866"/>
                            <a:pt x="5947" y="1487"/>
                            <a:pt x="4758" y="2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5" name="Freeform 644">
                      <a:extLst>
                        <a:ext uri="{FF2B5EF4-FFF2-40B4-BE49-F238E27FC236}">
                          <a16:creationId xmlns:a16="http://schemas.microsoft.com/office/drawing/2014/main" id="{20DD4652-CB62-28DD-7A3C-D82BF22D11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93911" y="2209156"/>
                      <a:ext cx="7136" cy="7639"/>
                    </a:xfrm>
                    <a:custGeom>
                      <a:avLst/>
                      <a:gdLst>
                        <a:gd name="connsiteX0" fmla="*/ 2379 w 7136"/>
                        <a:gd name="connsiteY0" fmla="*/ 892 h 7639"/>
                        <a:gd name="connsiteX1" fmla="*/ 0 w 7136"/>
                        <a:gd name="connsiteY1" fmla="*/ 4460 h 7639"/>
                        <a:gd name="connsiteX2" fmla="*/ 3568 w 7136"/>
                        <a:gd name="connsiteY2" fmla="*/ 6839 h 7639"/>
                        <a:gd name="connsiteX3" fmla="*/ 7137 w 7136"/>
                        <a:gd name="connsiteY3" fmla="*/ 892 h 7639"/>
                        <a:gd name="connsiteX4" fmla="*/ 2379 w 7136"/>
                        <a:gd name="connsiteY4" fmla="*/ 892 h 76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136" h="7639">
                          <a:moveTo>
                            <a:pt x="2379" y="892"/>
                          </a:moveTo>
                          <a:cubicBezTo>
                            <a:pt x="0" y="2082"/>
                            <a:pt x="0" y="3271"/>
                            <a:pt x="0" y="4460"/>
                          </a:cubicBezTo>
                          <a:cubicBezTo>
                            <a:pt x="1190" y="5650"/>
                            <a:pt x="1190" y="9218"/>
                            <a:pt x="3568" y="6839"/>
                          </a:cubicBezTo>
                          <a:cubicBezTo>
                            <a:pt x="3568" y="6839"/>
                            <a:pt x="7137" y="3271"/>
                            <a:pt x="7137" y="892"/>
                          </a:cubicBezTo>
                          <a:cubicBezTo>
                            <a:pt x="5947" y="-297"/>
                            <a:pt x="4758" y="-297"/>
                            <a:pt x="2379" y="8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6" name="Freeform 645">
                      <a:extLst>
                        <a:ext uri="{FF2B5EF4-FFF2-40B4-BE49-F238E27FC236}">
                          <a16:creationId xmlns:a16="http://schemas.microsoft.com/office/drawing/2014/main" id="{876AFDB3-243E-F056-9CF7-0DCE5F8640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86584" y="2212319"/>
                      <a:ext cx="5190" cy="5331"/>
                    </a:xfrm>
                    <a:custGeom>
                      <a:avLst/>
                      <a:gdLst>
                        <a:gd name="connsiteX0" fmla="*/ 190 w 5190"/>
                        <a:gd name="connsiteY0" fmla="*/ 2486 h 5331"/>
                        <a:gd name="connsiteX1" fmla="*/ 2569 w 5190"/>
                        <a:gd name="connsiteY1" fmla="*/ 4865 h 5331"/>
                        <a:gd name="connsiteX2" fmla="*/ 4948 w 5190"/>
                        <a:gd name="connsiteY2" fmla="*/ 1297 h 5331"/>
                        <a:gd name="connsiteX3" fmla="*/ 190 w 5190"/>
                        <a:gd name="connsiteY3" fmla="*/ 2486 h 53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190" h="5331">
                          <a:moveTo>
                            <a:pt x="190" y="2486"/>
                          </a:moveTo>
                          <a:cubicBezTo>
                            <a:pt x="190" y="4865"/>
                            <a:pt x="-999" y="6054"/>
                            <a:pt x="2569" y="4865"/>
                          </a:cubicBezTo>
                          <a:cubicBezTo>
                            <a:pt x="2569" y="4865"/>
                            <a:pt x="6137" y="1297"/>
                            <a:pt x="4948" y="1297"/>
                          </a:cubicBezTo>
                          <a:cubicBezTo>
                            <a:pt x="2569" y="-1082"/>
                            <a:pt x="190" y="107"/>
                            <a:pt x="190" y="248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7" name="Freeform 646">
                      <a:extLst>
                        <a:ext uri="{FF2B5EF4-FFF2-40B4-BE49-F238E27FC236}">
                          <a16:creationId xmlns:a16="http://schemas.microsoft.com/office/drawing/2014/main" id="{ABAA260A-5293-C174-C75C-9A136DF216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10867" y="2063281"/>
                      <a:ext cx="23200" cy="21115"/>
                    </a:xfrm>
                    <a:custGeom>
                      <a:avLst/>
                      <a:gdLst>
                        <a:gd name="connsiteX0" fmla="*/ 22382 w 23200"/>
                        <a:gd name="connsiteY0" fmla="*/ 7603 h 21115"/>
                        <a:gd name="connsiteX1" fmla="*/ 14056 w 23200"/>
                        <a:gd name="connsiteY1" fmla="*/ 2845 h 21115"/>
                        <a:gd name="connsiteX2" fmla="*/ 8109 w 23200"/>
                        <a:gd name="connsiteY2" fmla="*/ 467 h 21115"/>
                        <a:gd name="connsiteX3" fmla="*/ 973 w 23200"/>
                        <a:gd name="connsiteY3" fmla="*/ 6414 h 21115"/>
                        <a:gd name="connsiteX4" fmla="*/ 11677 w 23200"/>
                        <a:gd name="connsiteY4" fmla="*/ 8793 h 21115"/>
                        <a:gd name="connsiteX5" fmla="*/ 12867 w 23200"/>
                        <a:gd name="connsiteY5" fmla="*/ 14740 h 21115"/>
                        <a:gd name="connsiteX6" fmla="*/ 17625 w 23200"/>
                        <a:gd name="connsiteY6" fmla="*/ 15929 h 21115"/>
                        <a:gd name="connsiteX7" fmla="*/ 22382 w 23200"/>
                        <a:gd name="connsiteY7" fmla="*/ 19498 h 21115"/>
                        <a:gd name="connsiteX8" fmla="*/ 21193 w 23200"/>
                        <a:gd name="connsiteY8" fmla="*/ 15929 h 21115"/>
                        <a:gd name="connsiteX9" fmla="*/ 22382 w 23200"/>
                        <a:gd name="connsiteY9" fmla="*/ 7603 h 21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3200" h="21115">
                          <a:moveTo>
                            <a:pt x="22382" y="7603"/>
                          </a:moveTo>
                          <a:cubicBezTo>
                            <a:pt x="21193" y="6414"/>
                            <a:pt x="14056" y="4035"/>
                            <a:pt x="14056" y="2845"/>
                          </a:cubicBezTo>
                          <a:cubicBezTo>
                            <a:pt x="14056" y="467"/>
                            <a:pt x="10488" y="-723"/>
                            <a:pt x="8109" y="467"/>
                          </a:cubicBezTo>
                          <a:cubicBezTo>
                            <a:pt x="4541" y="467"/>
                            <a:pt x="-2596" y="5224"/>
                            <a:pt x="973" y="6414"/>
                          </a:cubicBezTo>
                          <a:cubicBezTo>
                            <a:pt x="4541" y="7603"/>
                            <a:pt x="11677" y="6414"/>
                            <a:pt x="11677" y="8793"/>
                          </a:cubicBezTo>
                          <a:cubicBezTo>
                            <a:pt x="12867" y="11172"/>
                            <a:pt x="11677" y="14740"/>
                            <a:pt x="12867" y="14740"/>
                          </a:cubicBezTo>
                          <a:cubicBezTo>
                            <a:pt x="15246" y="14740"/>
                            <a:pt x="16435" y="14740"/>
                            <a:pt x="17625" y="15929"/>
                          </a:cubicBezTo>
                          <a:cubicBezTo>
                            <a:pt x="18814" y="17119"/>
                            <a:pt x="21193" y="24255"/>
                            <a:pt x="22382" y="19498"/>
                          </a:cubicBezTo>
                          <a:cubicBezTo>
                            <a:pt x="22382" y="19498"/>
                            <a:pt x="22382" y="18308"/>
                            <a:pt x="21193" y="15929"/>
                          </a:cubicBezTo>
                          <a:cubicBezTo>
                            <a:pt x="21193" y="12361"/>
                            <a:pt x="24761" y="8793"/>
                            <a:pt x="22382" y="760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8" name="Freeform 647">
                      <a:extLst>
                        <a:ext uri="{FF2B5EF4-FFF2-40B4-BE49-F238E27FC236}">
                          <a16:creationId xmlns:a16="http://schemas.microsoft.com/office/drawing/2014/main" id="{23A6CDC9-A7F3-4FEC-72E4-5E2377B3BD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2900" y="2257292"/>
                      <a:ext cx="16785" cy="10037"/>
                    </a:xfrm>
                    <a:custGeom>
                      <a:avLst/>
                      <a:gdLst>
                        <a:gd name="connsiteX0" fmla="*/ 13084 w 16785"/>
                        <a:gd name="connsiteY0" fmla="*/ 333 h 10037"/>
                        <a:gd name="connsiteX1" fmla="*/ 5947 w 16785"/>
                        <a:gd name="connsiteY1" fmla="*/ 1523 h 10037"/>
                        <a:gd name="connsiteX2" fmla="*/ 0 w 16785"/>
                        <a:gd name="connsiteY2" fmla="*/ 333 h 10037"/>
                        <a:gd name="connsiteX3" fmla="*/ 4758 w 16785"/>
                        <a:gd name="connsiteY3" fmla="*/ 5091 h 10037"/>
                        <a:gd name="connsiteX4" fmla="*/ 10705 w 16785"/>
                        <a:gd name="connsiteY4" fmla="*/ 9849 h 10037"/>
                        <a:gd name="connsiteX5" fmla="*/ 16652 w 16785"/>
                        <a:gd name="connsiteY5" fmla="*/ 5091 h 10037"/>
                        <a:gd name="connsiteX6" fmla="*/ 13084 w 16785"/>
                        <a:gd name="connsiteY6" fmla="*/ 333 h 100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6785" h="10037">
                          <a:moveTo>
                            <a:pt x="13084" y="333"/>
                          </a:moveTo>
                          <a:cubicBezTo>
                            <a:pt x="10705" y="333"/>
                            <a:pt x="7137" y="1523"/>
                            <a:pt x="5947" y="1523"/>
                          </a:cubicBezTo>
                          <a:cubicBezTo>
                            <a:pt x="4758" y="1523"/>
                            <a:pt x="0" y="-856"/>
                            <a:pt x="0" y="333"/>
                          </a:cubicBezTo>
                          <a:cubicBezTo>
                            <a:pt x="0" y="1523"/>
                            <a:pt x="3568" y="3901"/>
                            <a:pt x="4758" y="5091"/>
                          </a:cubicBezTo>
                          <a:cubicBezTo>
                            <a:pt x="4758" y="6280"/>
                            <a:pt x="5947" y="11038"/>
                            <a:pt x="10705" y="9849"/>
                          </a:cubicBezTo>
                          <a:cubicBezTo>
                            <a:pt x="10705" y="9849"/>
                            <a:pt x="17842" y="7470"/>
                            <a:pt x="16652" y="5091"/>
                          </a:cubicBezTo>
                          <a:cubicBezTo>
                            <a:pt x="14273" y="2712"/>
                            <a:pt x="16652" y="333"/>
                            <a:pt x="13084" y="3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9" name="Freeform 648">
                      <a:extLst>
                        <a:ext uri="{FF2B5EF4-FFF2-40B4-BE49-F238E27FC236}">
                          <a16:creationId xmlns:a16="http://schemas.microsoft.com/office/drawing/2014/main" id="{8F2CCFD4-6C38-4BE3-5DE4-C72F4D3921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2342" y="2684316"/>
                      <a:ext cx="8642" cy="10488"/>
                    </a:xfrm>
                    <a:custGeom>
                      <a:avLst/>
                      <a:gdLst>
                        <a:gd name="connsiteX0" fmla="*/ 4757 w 8642"/>
                        <a:gd name="connsiteY0" fmla="*/ 316 h 10488"/>
                        <a:gd name="connsiteX1" fmla="*/ 0 w 8642"/>
                        <a:gd name="connsiteY1" fmla="*/ 3885 h 10488"/>
                        <a:gd name="connsiteX2" fmla="*/ 4757 w 8642"/>
                        <a:gd name="connsiteY2" fmla="*/ 9832 h 10488"/>
                        <a:gd name="connsiteX3" fmla="*/ 8325 w 8642"/>
                        <a:gd name="connsiteY3" fmla="*/ 6264 h 10488"/>
                        <a:gd name="connsiteX4" fmla="*/ 4757 w 8642"/>
                        <a:gd name="connsiteY4" fmla="*/ 316 h 104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642" h="10488">
                          <a:moveTo>
                            <a:pt x="4757" y="316"/>
                          </a:moveTo>
                          <a:cubicBezTo>
                            <a:pt x="3568" y="-873"/>
                            <a:pt x="1189" y="1506"/>
                            <a:pt x="0" y="3885"/>
                          </a:cubicBezTo>
                          <a:cubicBezTo>
                            <a:pt x="0" y="6264"/>
                            <a:pt x="4757" y="9832"/>
                            <a:pt x="4757" y="9832"/>
                          </a:cubicBezTo>
                          <a:cubicBezTo>
                            <a:pt x="7136" y="12211"/>
                            <a:pt x="8325" y="7453"/>
                            <a:pt x="8325" y="6264"/>
                          </a:cubicBezTo>
                          <a:cubicBezTo>
                            <a:pt x="9515" y="5074"/>
                            <a:pt x="7136" y="1506"/>
                            <a:pt x="4757" y="3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0" name="Freeform 649">
                      <a:extLst>
                        <a:ext uri="{FF2B5EF4-FFF2-40B4-BE49-F238E27FC236}">
                          <a16:creationId xmlns:a16="http://schemas.microsoft.com/office/drawing/2014/main" id="{2101B8D3-03AE-C162-64BD-A2A3F767A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742" y="2685822"/>
                      <a:ext cx="8326" cy="8974"/>
                    </a:xfrm>
                    <a:custGeom>
                      <a:avLst/>
                      <a:gdLst>
                        <a:gd name="connsiteX0" fmla="*/ 8326 w 8326"/>
                        <a:gd name="connsiteY0" fmla="*/ 5947 h 8974"/>
                        <a:gd name="connsiteX1" fmla="*/ 4758 w 8326"/>
                        <a:gd name="connsiteY1" fmla="*/ 0 h 8974"/>
                        <a:gd name="connsiteX2" fmla="*/ 0 w 8326"/>
                        <a:gd name="connsiteY2" fmla="*/ 3568 h 8974"/>
                        <a:gd name="connsiteX3" fmla="*/ 4758 w 8326"/>
                        <a:gd name="connsiteY3" fmla="*/ 8326 h 8974"/>
                        <a:gd name="connsiteX4" fmla="*/ 8326 w 8326"/>
                        <a:gd name="connsiteY4" fmla="*/ 5947 h 89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326" h="8974">
                          <a:moveTo>
                            <a:pt x="8326" y="5947"/>
                          </a:moveTo>
                          <a:cubicBezTo>
                            <a:pt x="8326" y="4758"/>
                            <a:pt x="7136" y="0"/>
                            <a:pt x="4758" y="0"/>
                          </a:cubicBezTo>
                          <a:cubicBezTo>
                            <a:pt x="2379" y="0"/>
                            <a:pt x="0" y="0"/>
                            <a:pt x="0" y="3568"/>
                          </a:cubicBezTo>
                          <a:cubicBezTo>
                            <a:pt x="0" y="5947"/>
                            <a:pt x="0" y="10705"/>
                            <a:pt x="4758" y="8326"/>
                          </a:cubicBezTo>
                          <a:cubicBezTo>
                            <a:pt x="4758" y="8326"/>
                            <a:pt x="8326" y="7137"/>
                            <a:pt x="8326" y="594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1" name="Freeform 650">
                      <a:extLst>
                        <a:ext uri="{FF2B5EF4-FFF2-40B4-BE49-F238E27FC236}">
                          <a16:creationId xmlns:a16="http://schemas.microsoft.com/office/drawing/2014/main" id="{5EBFAF40-5DC7-A43C-F680-7C855DF25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3700" y="2689390"/>
                      <a:ext cx="23555" cy="41732"/>
                    </a:xfrm>
                    <a:custGeom>
                      <a:avLst/>
                      <a:gdLst>
                        <a:gd name="connsiteX0" fmla="*/ 12695 w 23555"/>
                        <a:gd name="connsiteY0" fmla="*/ 0 h 41732"/>
                        <a:gd name="connsiteX1" fmla="*/ 12695 w 23555"/>
                        <a:gd name="connsiteY1" fmla="*/ 11894 h 41732"/>
                        <a:gd name="connsiteX2" fmla="*/ 9126 w 23555"/>
                        <a:gd name="connsiteY2" fmla="*/ 17842 h 41732"/>
                        <a:gd name="connsiteX3" fmla="*/ 5558 w 23555"/>
                        <a:gd name="connsiteY3" fmla="*/ 21410 h 41732"/>
                        <a:gd name="connsiteX4" fmla="*/ 800 w 23555"/>
                        <a:gd name="connsiteY4" fmla="*/ 24978 h 41732"/>
                        <a:gd name="connsiteX5" fmla="*/ 3179 w 23555"/>
                        <a:gd name="connsiteY5" fmla="*/ 29736 h 41732"/>
                        <a:gd name="connsiteX6" fmla="*/ 3179 w 23555"/>
                        <a:gd name="connsiteY6" fmla="*/ 35683 h 41732"/>
                        <a:gd name="connsiteX7" fmla="*/ 6747 w 23555"/>
                        <a:gd name="connsiteY7" fmla="*/ 38062 h 41732"/>
                        <a:gd name="connsiteX8" fmla="*/ 10316 w 23555"/>
                        <a:gd name="connsiteY8" fmla="*/ 41630 h 41732"/>
                        <a:gd name="connsiteX9" fmla="*/ 12695 w 23555"/>
                        <a:gd name="connsiteY9" fmla="*/ 30925 h 41732"/>
                        <a:gd name="connsiteX10" fmla="*/ 17452 w 23555"/>
                        <a:gd name="connsiteY10" fmla="*/ 26168 h 41732"/>
                        <a:gd name="connsiteX11" fmla="*/ 19831 w 23555"/>
                        <a:gd name="connsiteY11" fmla="*/ 15463 h 41732"/>
                        <a:gd name="connsiteX12" fmla="*/ 23399 w 23555"/>
                        <a:gd name="connsiteY12" fmla="*/ 10705 h 41732"/>
                        <a:gd name="connsiteX13" fmla="*/ 17452 w 23555"/>
                        <a:gd name="connsiteY13" fmla="*/ 2379 h 41732"/>
                        <a:gd name="connsiteX14" fmla="*/ 12695 w 23555"/>
                        <a:gd name="connsiteY14" fmla="*/ 0 h 41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3555" h="41732">
                          <a:moveTo>
                            <a:pt x="12695" y="0"/>
                          </a:moveTo>
                          <a:cubicBezTo>
                            <a:pt x="10316" y="1190"/>
                            <a:pt x="12695" y="7137"/>
                            <a:pt x="12695" y="11894"/>
                          </a:cubicBezTo>
                          <a:cubicBezTo>
                            <a:pt x="12695" y="16652"/>
                            <a:pt x="11505" y="16652"/>
                            <a:pt x="9126" y="17842"/>
                          </a:cubicBezTo>
                          <a:cubicBezTo>
                            <a:pt x="6747" y="17842"/>
                            <a:pt x="7937" y="19031"/>
                            <a:pt x="5558" y="21410"/>
                          </a:cubicBezTo>
                          <a:cubicBezTo>
                            <a:pt x="4368" y="23789"/>
                            <a:pt x="3179" y="23789"/>
                            <a:pt x="800" y="24978"/>
                          </a:cubicBezTo>
                          <a:cubicBezTo>
                            <a:pt x="-1579" y="26168"/>
                            <a:pt x="1989" y="28546"/>
                            <a:pt x="3179" y="29736"/>
                          </a:cubicBezTo>
                          <a:cubicBezTo>
                            <a:pt x="4368" y="30925"/>
                            <a:pt x="4368" y="33304"/>
                            <a:pt x="3179" y="35683"/>
                          </a:cubicBezTo>
                          <a:cubicBezTo>
                            <a:pt x="1989" y="38062"/>
                            <a:pt x="4368" y="38062"/>
                            <a:pt x="6747" y="38062"/>
                          </a:cubicBezTo>
                          <a:cubicBezTo>
                            <a:pt x="9126" y="38062"/>
                            <a:pt x="7937" y="40441"/>
                            <a:pt x="10316" y="41630"/>
                          </a:cubicBezTo>
                          <a:cubicBezTo>
                            <a:pt x="11505" y="42820"/>
                            <a:pt x="12695" y="33304"/>
                            <a:pt x="12695" y="30925"/>
                          </a:cubicBezTo>
                          <a:cubicBezTo>
                            <a:pt x="12695" y="29736"/>
                            <a:pt x="16263" y="28546"/>
                            <a:pt x="17452" y="26168"/>
                          </a:cubicBezTo>
                          <a:cubicBezTo>
                            <a:pt x="19831" y="23789"/>
                            <a:pt x="19831" y="17842"/>
                            <a:pt x="19831" y="15463"/>
                          </a:cubicBezTo>
                          <a:cubicBezTo>
                            <a:pt x="19831" y="13084"/>
                            <a:pt x="22210" y="13084"/>
                            <a:pt x="23399" y="10705"/>
                          </a:cubicBezTo>
                          <a:cubicBezTo>
                            <a:pt x="24589" y="8326"/>
                            <a:pt x="18642" y="4758"/>
                            <a:pt x="17452" y="2379"/>
                          </a:cubicBezTo>
                          <a:cubicBezTo>
                            <a:pt x="16263" y="1190"/>
                            <a:pt x="12695" y="0"/>
                            <a:pt x="12695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2" name="Freeform 651">
                      <a:extLst>
                        <a:ext uri="{FF2B5EF4-FFF2-40B4-BE49-F238E27FC236}">
                          <a16:creationId xmlns:a16="http://schemas.microsoft.com/office/drawing/2014/main" id="{A4378FE8-5258-F907-7078-653D6C8AC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4335" y="2747672"/>
                      <a:ext cx="7544" cy="14406"/>
                    </a:xfrm>
                    <a:custGeom>
                      <a:avLst/>
                      <a:gdLst>
                        <a:gd name="connsiteX0" fmla="*/ 3733 w 7544"/>
                        <a:gd name="connsiteY0" fmla="*/ 0 h 14406"/>
                        <a:gd name="connsiteX1" fmla="*/ 1354 w 7544"/>
                        <a:gd name="connsiteY1" fmla="*/ 7137 h 14406"/>
                        <a:gd name="connsiteX2" fmla="*/ 4923 w 7544"/>
                        <a:gd name="connsiteY2" fmla="*/ 14273 h 14406"/>
                        <a:gd name="connsiteX3" fmla="*/ 7302 w 7544"/>
                        <a:gd name="connsiteY3" fmla="*/ 10705 h 14406"/>
                        <a:gd name="connsiteX4" fmla="*/ 4923 w 7544"/>
                        <a:gd name="connsiteY4" fmla="*/ 5947 h 14406"/>
                        <a:gd name="connsiteX5" fmla="*/ 3733 w 7544"/>
                        <a:gd name="connsiteY5" fmla="*/ 0 h 144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544" h="14406">
                          <a:moveTo>
                            <a:pt x="3733" y="0"/>
                          </a:moveTo>
                          <a:cubicBezTo>
                            <a:pt x="2544" y="1190"/>
                            <a:pt x="2544" y="5947"/>
                            <a:pt x="1354" y="7137"/>
                          </a:cubicBezTo>
                          <a:cubicBezTo>
                            <a:pt x="165" y="8326"/>
                            <a:pt x="-2214" y="15463"/>
                            <a:pt x="4923" y="14273"/>
                          </a:cubicBezTo>
                          <a:cubicBezTo>
                            <a:pt x="4923" y="14273"/>
                            <a:pt x="8491" y="13084"/>
                            <a:pt x="7302" y="10705"/>
                          </a:cubicBezTo>
                          <a:cubicBezTo>
                            <a:pt x="6112" y="8326"/>
                            <a:pt x="4923" y="8326"/>
                            <a:pt x="4923" y="5947"/>
                          </a:cubicBezTo>
                          <a:cubicBezTo>
                            <a:pt x="4923" y="3568"/>
                            <a:pt x="4923" y="0"/>
                            <a:pt x="3733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3" name="Freeform 652">
                      <a:extLst>
                        <a:ext uri="{FF2B5EF4-FFF2-40B4-BE49-F238E27FC236}">
                          <a16:creationId xmlns:a16="http://schemas.microsoft.com/office/drawing/2014/main" id="{97AA7132-4E8B-C954-5430-E5B8FDDE60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5690" y="2766519"/>
                      <a:ext cx="7004" cy="6367"/>
                    </a:xfrm>
                    <a:custGeom>
                      <a:avLst/>
                      <a:gdLst>
                        <a:gd name="connsiteX0" fmla="*/ 5947 w 7004"/>
                        <a:gd name="connsiteY0" fmla="*/ 1374 h 6367"/>
                        <a:gd name="connsiteX1" fmla="*/ 0 w 7004"/>
                        <a:gd name="connsiteY1" fmla="*/ 1374 h 6367"/>
                        <a:gd name="connsiteX2" fmla="*/ 5947 w 7004"/>
                        <a:gd name="connsiteY2" fmla="*/ 6131 h 6367"/>
                        <a:gd name="connsiteX3" fmla="*/ 5947 w 7004"/>
                        <a:gd name="connsiteY3" fmla="*/ 1374 h 63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004" h="6367">
                          <a:moveTo>
                            <a:pt x="5947" y="1374"/>
                          </a:moveTo>
                          <a:cubicBezTo>
                            <a:pt x="3568" y="184"/>
                            <a:pt x="0" y="-1005"/>
                            <a:pt x="0" y="1374"/>
                          </a:cubicBezTo>
                          <a:cubicBezTo>
                            <a:pt x="0" y="3752"/>
                            <a:pt x="2379" y="7321"/>
                            <a:pt x="5947" y="6131"/>
                          </a:cubicBezTo>
                          <a:cubicBezTo>
                            <a:pt x="5947" y="6131"/>
                            <a:pt x="8326" y="2563"/>
                            <a:pt x="5947" y="137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4" name="Freeform 653">
                      <a:extLst>
                        <a:ext uri="{FF2B5EF4-FFF2-40B4-BE49-F238E27FC236}">
                          <a16:creationId xmlns:a16="http://schemas.microsoft.com/office/drawing/2014/main" id="{F64F9D7C-FBBF-06E6-6151-5E40E483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5935" y="2776219"/>
                      <a:ext cx="5294" cy="5224"/>
                    </a:xfrm>
                    <a:custGeom>
                      <a:avLst/>
                      <a:gdLst>
                        <a:gd name="connsiteX0" fmla="*/ 3808 w 5294"/>
                        <a:gd name="connsiteY0" fmla="*/ 0 h 5224"/>
                        <a:gd name="connsiteX1" fmla="*/ 240 w 5294"/>
                        <a:gd name="connsiteY1" fmla="*/ 2379 h 5224"/>
                        <a:gd name="connsiteX2" fmla="*/ 4997 w 5294"/>
                        <a:gd name="connsiteY2" fmla="*/ 4758 h 5224"/>
                        <a:gd name="connsiteX3" fmla="*/ 3808 w 5294"/>
                        <a:gd name="connsiteY3" fmla="*/ 0 h 52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294" h="5224">
                          <a:moveTo>
                            <a:pt x="3808" y="0"/>
                          </a:moveTo>
                          <a:cubicBezTo>
                            <a:pt x="2619" y="0"/>
                            <a:pt x="-950" y="0"/>
                            <a:pt x="240" y="2379"/>
                          </a:cubicBezTo>
                          <a:cubicBezTo>
                            <a:pt x="1429" y="4758"/>
                            <a:pt x="3808" y="5947"/>
                            <a:pt x="4997" y="4758"/>
                          </a:cubicBezTo>
                          <a:cubicBezTo>
                            <a:pt x="4997" y="3568"/>
                            <a:pt x="6187" y="0"/>
                            <a:pt x="380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5" name="Freeform 654">
                      <a:extLst>
                        <a:ext uri="{FF2B5EF4-FFF2-40B4-BE49-F238E27FC236}">
                          <a16:creationId xmlns:a16="http://schemas.microsoft.com/office/drawing/2014/main" id="{A8C45951-7682-76B1-A44A-80DBDCE01B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3719" y="2780976"/>
                      <a:ext cx="5729" cy="9671"/>
                    </a:xfrm>
                    <a:custGeom>
                      <a:avLst/>
                      <a:gdLst>
                        <a:gd name="connsiteX0" fmla="*/ 1971 w 5729"/>
                        <a:gd name="connsiteY0" fmla="*/ 0 h 9671"/>
                        <a:gd name="connsiteX1" fmla="*/ 782 w 5729"/>
                        <a:gd name="connsiteY1" fmla="*/ 9516 h 9671"/>
                        <a:gd name="connsiteX2" fmla="*/ 5539 w 5729"/>
                        <a:gd name="connsiteY2" fmla="*/ 2379 h 9671"/>
                        <a:gd name="connsiteX3" fmla="*/ 1971 w 5729"/>
                        <a:gd name="connsiteY3" fmla="*/ 0 h 96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29" h="9671">
                          <a:moveTo>
                            <a:pt x="1971" y="0"/>
                          </a:moveTo>
                          <a:cubicBezTo>
                            <a:pt x="-408" y="0"/>
                            <a:pt x="-408" y="9516"/>
                            <a:pt x="782" y="9516"/>
                          </a:cubicBezTo>
                          <a:cubicBezTo>
                            <a:pt x="1971" y="10705"/>
                            <a:pt x="5539" y="4758"/>
                            <a:pt x="5539" y="2379"/>
                          </a:cubicBezTo>
                          <a:cubicBezTo>
                            <a:pt x="6729" y="1190"/>
                            <a:pt x="1971" y="0"/>
                            <a:pt x="1971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6" name="Freeform 655">
                      <a:extLst>
                        <a:ext uri="{FF2B5EF4-FFF2-40B4-BE49-F238E27FC236}">
                          <a16:creationId xmlns:a16="http://schemas.microsoft.com/office/drawing/2014/main" id="{E29CB9A7-3094-7D92-2441-13D14C5862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6174" y="2820525"/>
                      <a:ext cx="2379" cy="4699"/>
                    </a:xfrm>
                    <a:custGeom>
                      <a:avLst/>
                      <a:gdLst>
                        <a:gd name="connsiteX0" fmla="*/ 0 w 2379"/>
                        <a:gd name="connsiteY0" fmla="*/ 892 h 4699"/>
                        <a:gd name="connsiteX1" fmla="*/ 2379 w 2379"/>
                        <a:gd name="connsiteY1" fmla="*/ 4460 h 4699"/>
                        <a:gd name="connsiteX2" fmla="*/ 2379 w 2379"/>
                        <a:gd name="connsiteY2" fmla="*/ 892 h 4699"/>
                        <a:gd name="connsiteX3" fmla="*/ 0 w 2379"/>
                        <a:gd name="connsiteY3" fmla="*/ 892 h 46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9" h="4699">
                          <a:moveTo>
                            <a:pt x="0" y="892"/>
                          </a:moveTo>
                          <a:cubicBezTo>
                            <a:pt x="0" y="2081"/>
                            <a:pt x="0" y="5650"/>
                            <a:pt x="2379" y="4460"/>
                          </a:cubicBezTo>
                          <a:cubicBezTo>
                            <a:pt x="2379" y="4460"/>
                            <a:pt x="2379" y="2081"/>
                            <a:pt x="2379" y="892"/>
                          </a:cubicBezTo>
                          <a:cubicBezTo>
                            <a:pt x="2379" y="-297"/>
                            <a:pt x="0" y="-297"/>
                            <a:pt x="0" y="8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7" name="Freeform 656">
                      <a:extLst>
                        <a:ext uri="{FF2B5EF4-FFF2-40B4-BE49-F238E27FC236}">
                          <a16:creationId xmlns:a16="http://schemas.microsoft.com/office/drawing/2014/main" id="{CAE1FE3F-5AB5-8BE0-BDE0-DB334F0978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4492" y="2834501"/>
                      <a:ext cx="2871" cy="6747"/>
                    </a:xfrm>
                    <a:custGeom>
                      <a:avLst/>
                      <a:gdLst>
                        <a:gd name="connsiteX0" fmla="*/ 2872 w 2871"/>
                        <a:gd name="connsiteY0" fmla="*/ 5947 h 6747"/>
                        <a:gd name="connsiteX1" fmla="*/ 1682 w 2871"/>
                        <a:gd name="connsiteY1" fmla="*/ 0 h 6747"/>
                        <a:gd name="connsiteX2" fmla="*/ 493 w 2871"/>
                        <a:gd name="connsiteY2" fmla="*/ 3568 h 6747"/>
                        <a:gd name="connsiteX3" fmla="*/ 2872 w 2871"/>
                        <a:gd name="connsiteY3" fmla="*/ 5947 h 67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71" h="6747">
                          <a:moveTo>
                            <a:pt x="2872" y="5947"/>
                          </a:moveTo>
                          <a:cubicBezTo>
                            <a:pt x="2872" y="5947"/>
                            <a:pt x="2872" y="0"/>
                            <a:pt x="1682" y="0"/>
                          </a:cubicBezTo>
                          <a:cubicBezTo>
                            <a:pt x="493" y="0"/>
                            <a:pt x="-697" y="2379"/>
                            <a:pt x="493" y="3568"/>
                          </a:cubicBezTo>
                          <a:cubicBezTo>
                            <a:pt x="493" y="4758"/>
                            <a:pt x="1682" y="8326"/>
                            <a:pt x="2872" y="594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8" name="Freeform 657">
                      <a:extLst>
                        <a:ext uri="{FF2B5EF4-FFF2-40B4-BE49-F238E27FC236}">
                          <a16:creationId xmlns:a16="http://schemas.microsoft.com/office/drawing/2014/main" id="{90C563AE-263A-0097-5C26-5CF8CEAC06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3471" y="2845206"/>
                      <a:ext cx="3892" cy="3752"/>
                    </a:xfrm>
                    <a:custGeom>
                      <a:avLst/>
                      <a:gdLst>
                        <a:gd name="connsiteX0" fmla="*/ 2703 w 3892"/>
                        <a:gd name="connsiteY0" fmla="*/ 0 h 3752"/>
                        <a:gd name="connsiteX1" fmla="*/ 324 w 3892"/>
                        <a:gd name="connsiteY1" fmla="*/ 2379 h 3752"/>
                        <a:gd name="connsiteX2" fmla="*/ 3892 w 3892"/>
                        <a:gd name="connsiteY2" fmla="*/ 2379 h 3752"/>
                        <a:gd name="connsiteX3" fmla="*/ 2703 w 3892"/>
                        <a:gd name="connsiteY3" fmla="*/ 0 h 3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892" h="3752">
                          <a:moveTo>
                            <a:pt x="2703" y="0"/>
                          </a:moveTo>
                          <a:cubicBezTo>
                            <a:pt x="1513" y="0"/>
                            <a:pt x="-865" y="2379"/>
                            <a:pt x="324" y="2379"/>
                          </a:cubicBezTo>
                          <a:cubicBezTo>
                            <a:pt x="1513" y="3568"/>
                            <a:pt x="2703" y="4758"/>
                            <a:pt x="3892" y="2379"/>
                          </a:cubicBezTo>
                          <a:cubicBezTo>
                            <a:pt x="3892" y="2379"/>
                            <a:pt x="3892" y="0"/>
                            <a:pt x="2703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9" name="Freeform 658">
                      <a:extLst>
                        <a:ext uri="{FF2B5EF4-FFF2-40B4-BE49-F238E27FC236}">
                          <a16:creationId xmlns:a16="http://schemas.microsoft.com/office/drawing/2014/main" id="{17F98920-C1DF-995A-4BC4-BF57BD7AB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9734" y="2852010"/>
                      <a:ext cx="3204" cy="3901"/>
                    </a:xfrm>
                    <a:custGeom>
                      <a:avLst/>
                      <a:gdLst>
                        <a:gd name="connsiteX0" fmla="*/ 493 w 3204"/>
                        <a:gd name="connsiteY0" fmla="*/ 333 h 3901"/>
                        <a:gd name="connsiteX1" fmla="*/ 1682 w 3204"/>
                        <a:gd name="connsiteY1" fmla="*/ 3901 h 3901"/>
                        <a:gd name="connsiteX2" fmla="*/ 2872 w 3204"/>
                        <a:gd name="connsiteY2" fmla="*/ 1523 h 3901"/>
                        <a:gd name="connsiteX3" fmla="*/ 493 w 3204"/>
                        <a:gd name="connsiteY3" fmla="*/ 333 h 39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204" h="3901">
                          <a:moveTo>
                            <a:pt x="493" y="333"/>
                          </a:moveTo>
                          <a:cubicBezTo>
                            <a:pt x="-697" y="1523"/>
                            <a:pt x="493" y="3901"/>
                            <a:pt x="1682" y="3901"/>
                          </a:cubicBezTo>
                          <a:cubicBezTo>
                            <a:pt x="1682" y="3901"/>
                            <a:pt x="4061" y="2712"/>
                            <a:pt x="2872" y="1523"/>
                          </a:cubicBezTo>
                          <a:cubicBezTo>
                            <a:pt x="2872" y="1523"/>
                            <a:pt x="1682" y="-856"/>
                            <a:pt x="493" y="3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0" name="Freeform 659">
                      <a:extLst>
                        <a:ext uri="{FF2B5EF4-FFF2-40B4-BE49-F238E27FC236}">
                          <a16:creationId xmlns:a16="http://schemas.microsoft.com/office/drawing/2014/main" id="{B8CC310E-31C0-7F00-E3D2-E6D6AE9BA6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3462" y="2864237"/>
                      <a:ext cx="5277" cy="12951"/>
                    </a:xfrm>
                    <a:custGeom>
                      <a:avLst/>
                      <a:gdLst>
                        <a:gd name="connsiteX0" fmla="*/ 4386 w 5277"/>
                        <a:gd name="connsiteY0" fmla="*/ 0 h 12951"/>
                        <a:gd name="connsiteX1" fmla="*/ 2007 w 5277"/>
                        <a:gd name="connsiteY1" fmla="*/ 3568 h 12951"/>
                        <a:gd name="connsiteX2" fmla="*/ 818 w 5277"/>
                        <a:gd name="connsiteY2" fmla="*/ 11894 h 12951"/>
                        <a:gd name="connsiteX3" fmla="*/ 4386 w 5277"/>
                        <a:gd name="connsiteY3" fmla="*/ 11894 h 12951"/>
                        <a:gd name="connsiteX4" fmla="*/ 4386 w 5277"/>
                        <a:gd name="connsiteY4" fmla="*/ 0 h 129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277" h="12951">
                          <a:moveTo>
                            <a:pt x="4386" y="0"/>
                          </a:moveTo>
                          <a:cubicBezTo>
                            <a:pt x="3197" y="0"/>
                            <a:pt x="2007" y="1190"/>
                            <a:pt x="2007" y="3568"/>
                          </a:cubicBezTo>
                          <a:cubicBezTo>
                            <a:pt x="2007" y="5947"/>
                            <a:pt x="-1561" y="10705"/>
                            <a:pt x="818" y="11894"/>
                          </a:cubicBezTo>
                          <a:cubicBezTo>
                            <a:pt x="818" y="11894"/>
                            <a:pt x="4386" y="14273"/>
                            <a:pt x="4386" y="11894"/>
                          </a:cubicBezTo>
                          <a:cubicBezTo>
                            <a:pt x="5575" y="9516"/>
                            <a:pt x="5575" y="0"/>
                            <a:pt x="4386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1" name="Freeform 660">
                      <a:extLst>
                        <a:ext uri="{FF2B5EF4-FFF2-40B4-BE49-F238E27FC236}">
                          <a16:creationId xmlns:a16="http://schemas.microsoft.com/office/drawing/2014/main" id="{1AE44B60-4558-2B63-9BC1-8206874692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20508" y="2905421"/>
                      <a:ext cx="22436" cy="31371"/>
                    </a:xfrm>
                    <a:custGeom>
                      <a:avLst/>
                      <a:gdLst>
                        <a:gd name="connsiteX0" fmla="*/ 21172 w 22436"/>
                        <a:gd name="connsiteY0" fmla="*/ 446 h 31371"/>
                        <a:gd name="connsiteX1" fmla="*/ 12846 w 22436"/>
                        <a:gd name="connsiteY1" fmla="*/ 4014 h 31371"/>
                        <a:gd name="connsiteX2" fmla="*/ 9278 w 22436"/>
                        <a:gd name="connsiteY2" fmla="*/ 12340 h 31371"/>
                        <a:gd name="connsiteX3" fmla="*/ 4521 w 22436"/>
                        <a:gd name="connsiteY3" fmla="*/ 19477 h 31371"/>
                        <a:gd name="connsiteX4" fmla="*/ 2142 w 22436"/>
                        <a:gd name="connsiteY4" fmla="*/ 31371 h 31371"/>
                        <a:gd name="connsiteX5" fmla="*/ 8089 w 22436"/>
                        <a:gd name="connsiteY5" fmla="*/ 27803 h 31371"/>
                        <a:gd name="connsiteX6" fmla="*/ 16415 w 22436"/>
                        <a:gd name="connsiteY6" fmla="*/ 15909 h 31371"/>
                        <a:gd name="connsiteX7" fmla="*/ 16415 w 22436"/>
                        <a:gd name="connsiteY7" fmla="*/ 7583 h 31371"/>
                        <a:gd name="connsiteX8" fmla="*/ 21172 w 22436"/>
                        <a:gd name="connsiteY8" fmla="*/ 446 h 313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436" h="31371">
                          <a:moveTo>
                            <a:pt x="21172" y="446"/>
                          </a:moveTo>
                          <a:cubicBezTo>
                            <a:pt x="18793" y="-743"/>
                            <a:pt x="14036" y="446"/>
                            <a:pt x="12846" y="4014"/>
                          </a:cubicBezTo>
                          <a:cubicBezTo>
                            <a:pt x="11657" y="6393"/>
                            <a:pt x="10468" y="11151"/>
                            <a:pt x="9278" y="12340"/>
                          </a:cubicBezTo>
                          <a:cubicBezTo>
                            <a:pt x="8089" y="13530"/>
                            <a:pt x="4521" y="18288"/>
                            <a:pt x="4521" y="19477"/>
                          </a:cubicBezTo>
                          <a:cubicBezTo>
                            <a:pt x="4521" y="21856"/>
                            <a:pt x="-3806" y="30182"/>
                            <a:pt x="2142" y="31371"/>
                          </a:cubicBezTo>
                          <a:cubicBezTo>
                            <a:pt x="6899" y="31371"/>
                            <a:pt x="6899" y="28993"/>
                            <a:pt x="8089" y="27803"/>
                          </a:cubicBezTo>
                          <a:cubicBezTo>
                            <a:pt x="8089" y="27803"/>
                            <a:pt x="16415" y="19477"/>
                            <a:pt x="16415" y="15909"/>
                          </a:cubicBezTo>
                          <a:cubicBezTo>
                            <a:pt x="16415" y="12340"/>
                            <a:pt x="14036" y="9962"/>
                            <a:pt x="16415" y="7583"/>
                          </a:cubicBezTo>
                          <a:cubicBezTo>
                            <a:pt x="19983" y="4014"/>
                            <a:pt x="24740" y="446"/>
                            <a:pt x="21172" y="44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2" name="Freeform 661">
                      <a:extLst>
                        <a:ext uri="{FF2B5EF4-FFF2-40B4-BE49-F238E27FC236}">
                          <a16:creationId xmlns:a16="http://schemas.microsoft.com/office/drawing/2014/main" id="{15BFC35A-2914-6496-2AF8-A5F834CDCC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1148" y="2937899"/>
                      <a:ext cx="41986" cy="55578"/>
                    </a:xfrm>
                    <a:custGeom>
                      <a:avLst/>
                      <a:gdLst>
                        <a:gd name="connsiteX0" fmla="*/ 36039 w 41986"/>
                        <a:gd name="connsiteY0" fmla="*/ 83 h 55578"/>
                        <a:gd name="connsiteX1" fmla="*/ 28902 w 41986"/>
                        <a:gd name="connsiteY1" fmla="*/ 6030 h 55578"/>
                        <a:gd name="connsiteX2" fmla="*/ 25334 w 41986"/>
                        <a:gd name="connsiteY2" fmla="*/ 10788 h 55578"/>
                        <a:gd name="connsiteX3" fmla="*/ 17008 w 41986"/>
                        <a:gd name="connsiteY3" fmla="*/ 13167 h 55578"/>
                        <a:gd name="connsiteX4" fmla="*/ 14629 w 41986"/>
                        <a:gd name="connsiteY4" fmla="*/ 9599 h 55578"/>
                        <a:gd name="connsiteX5" fmla="*/ 12250 w 41986"/>
                        <a:gd name="connsiteY5" fmla="*/ 16735 h 55578"/>
                        <a:gd name="connsiteX6" fmla="*/ 12250 w 41986"/>
                        <a:gd name="connsiteY6" fmla="*/ 22683 h 55578"/>
                        <a:gd name="connsiteX7" fmla="*/ 7492 w 41986"/>
                        <a:gd name="connsiteY7" fmla="*/ 29819 h 55578"/>
                        <a:gd name="connsiteX8" fmla="*/ 6303 w 41986"/>
                        <a:gd name="connsiteY8" fmla="*/ 35766 h 55578"/>
                        <a:gd name="connsiteX9" fmla="*/ 1545 w 41986"/>
                        <a:gd name="connsiteY9" fmla="*/ 39335 h 55578"/>
                        <a:gd name="connsiteX10" fmla="*/ 2734 w 41986"/>
                        <a:gd name="connsiteY10" fmla="*/ 45282 h 55578"/>
                        <a:gd name="connsiteX11" fmla="*/ 1545 w 41986"/>
                        <a:gd name="connsiteY11" fmla="*/ 54797 h 55578"/>
                        <a:gd name="connsiteX12" fmla="*/ 6303 w 41986"/>
                        <a:gd name="connsiteY12" fmla="*/ 53608 h 55578"/>
                        <a:gd name="connsiteX13" fmla="*/ 8681 w 41986"/>
                        <a:gd name="connsiteY13" fmla="*/ 47661 h 55578"/>
                        <a:gd name="connsiteX14" fmla="*/ 12250 w 41986"/>
                        <a:gd name="connsiteY14" fmla="*/ 44092 h 55578"/>
                        <a:gd name="connsiteX15" fmla="*/ 14629 w 41986"/>
                        <a:gd name="connsiteY15" fmla="*/ 33387 h 55578"/>
                        <a:gd name="connsiteX16" fmla="*/ 21766 w 41986"/>
                        <a:gd name="connsiteY16" fmla="*/ 33387 h 55578"/>
                        <a:gd name="connsiteX17" fmla="*/ 31281 w 41986"/>
                        <a:gd name="connsiteY17" fmla="*/ 17925 h 55578"/>
                        <a:gd name="connsiteX18" fmla="*/ 41986 w 41986"/>
                        <a:gd name="connsiteY18" fmla="*/ 14357 h 55578"/>
                        <a:gd name="connsiteX19" fmla="*/ 36039 w 41986"/>
                        <a:gd name="connsiteY19" fmla="*/ 83 h 55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986" h="55578">
                          <a:moveTo>
                            <a:pt x="36039" y="83"/>
                          </a:moveTo>
                          <a:cubicBezTo>
                            <a:pt x="33660" y="1273"/>
                            <a:pt x="30092" y="4841"/>
                            <a:pt x="28902" y="6030"/>
                          </a:cubicBezTo>
                          <a:cubicBezTo>
                            <a:pt x="27713" y="8409"/>
                            <a:pt x="27713" y="9599"/>
                            <a:pt x="25334" y="10788"/>
                          </a:cubicBezTo>
                          <a:cubicBezTo>
                            <a:pt x="22955" y="11978"/>
                            <a:pt x="17008" y="16735"/>
                            <a:pt x="17008" y="13167"/>
                          </a:cubicBezTo>
                          <a:cubicBezTo>
                            <a:pt x="17008" y="10788"/>
                            <a:pt x="15818" y="7220"/>
                            <a:pt x="14629" y="9599"/>
                          </a:cubicBezTo>
                          <a:cubicBezTo>
                            <a:pt x="13439" y="11978"/>
                            <a:pt x="11060" y="14357"/>
                            <a:pt x="12250" y="16735"/>
                          </a:cubicBezTo>
                          <a:cubicBezTo>
                            <a:pt x="13439" y="19114"/>
                            <a:pt x="13439" y="20304"/>
                            <a:pt x="12250" y="22683"/>
                          </a:cubicBezTo>
                          <a:cubicBezTo>
                            <a:pt x="11060" y="23872"/>
                            <a:pt x="7492" y="27440"/>
                            <a:pt x="7492" y="29819"/>
                          </a:cubicBezTo>
                          <a:cubicBezTo>
                            <a:pt x="7492" y="32198"/>
                            <a:pt x="7492" y="34577"/>
                            <a:pt x="6303" y="35766"/>
                          </a:cubicBezTo>
                          <a:cubicBezTo>
                            <a:pt x="5113" y="36956"/>
                            <a:pt x="1545" y="36956"/>
                            <a:pt x="1545" y="39335"/>
                          </a:cubicBezTo>
                          <a:cubicBezTo>
                            <a:pt x="1545" y="41713"/>
                            <a:pt x="3924" y="44092"/>
                            <a:pt x="2734" y="45282"/>
                          </a:cubicBezTo>
                          <a:cubicBezTo>
                            <a:pt x="1545" y="46471"/>
                            <a:pt x="-2023" y="53608"/>
                            <a:pt x="1545" y="54797"/>
                          </a:cubicBezTo>
                          <a:cubicBezTo>
                            <a:pt x="3924" y="55987"/>
                            <a:pt x="6303" y="55987"/>
                            <a:pt x="6303" y="53608"/>
                          </a:cubicBezTo>
                          <a:cubicBezTo>
                            <a:pt x="6303" y="51229"/>
                            <a:pt x="6303" y="47661"/>
                            <a:pt x="8681" y="47661"/>
                          </a:cubicBezTo>
                          <a:cubicBezTo>
                            <a:pt x="11060" y="46471"/>
                            <a:pt x="12250" y="46471"/>
                            <a:pt x="12250" y="44092"/>
                          </a:cubicBezTo>
                          <a:cubicBezTo>
                            <a:pt x="12250" y="41713"/>
                            <a:pt x="12250" y="33387"/>
                            <a:pt x="14629" y="33387"/>
                          </a:cubicBezTo>
                          <a:cubicBezTo>
                            <a:pt x="17008" y="33387"/>
                            <a:pt x="20576" y="34577"/>
                            <a:pt x="21766" y="33387"/>
                          </a:cubicBezTo>
                          <a:cubicBezTo>
                            <a:pt x="22955" y="31009"/>
                            <a:pt x="27713" y="16735"/>
                            <a:pt x="31281" y="17925"/>
                          </a:cubicBezTo>
                          <a:cubicBezTo>
                            <a:pt x="34849" y="17925"/>
                            <a:pt x="40796" y="19114"/>
                            <a:pt x="41986" y="14357"/>
                          </a:cubicBezTo>
                          <a:cubicBezTo>
                            <a:pt x="39607" y="10788"/>
                            <a:pt x="38417" y="-1106"/>
                            <a:pt x="36039" y="8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3" name="Freeform 662">
                      <a:extLst>
                        <a:ext uri="{FF2B5EF4-FFF2-40B4-BE49-F238E27FC236}">
                          <a16:creationId xmlns:a16="http://schemas.microsoft.com/office/drawing/2014/main" id="{B7C432F1-87C9-3B45-5B08-9DE11760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059" y="2991040"/>
                      <a:ext cx="17597" cy="33562"/>
                    </a:xfrm>
                    <a:custGeom>
                      <a:avLst/>
                      <a:gdLst>
                        <a:gd name="connsiteX0" fmla="*/ 17119 w 17597"/>
                        <a:gd name="connsiteY0" fmla="*/ 2846 h 33562"/>
                        <a:gd name="connsiteX1" fmla="*/ 9982 w 17597"/>
                        <a:gd name="connsiteY1" fmla="*/ 2846 h 33562"/>
                        <a:gd name="connsiteX2" fmla="*/ 6414 w 17597"/>
                        <a:gd name="connsiteY2" fmla="*/ 467 h 33562"/>
                        <a:gd name="connsiteX3" fmla="*/ 4035 w 17597"/>
                        <a:gd name="connsiteY3" fmla="*/ 11172 h 33562"/>
                        <a:gd name="connsiteX4" fmla="*/ 2846 w 17597"/>
                        <a:gd name="connsiteY4" fmla="*/ 21876 h 33562"/>
                        <a:gd name="connsiteX5" fmla="*/ 466 w 17597"/>
                        <a:gd name="connsiteY5" fmla="*/ 26634 h 33562"/>
                        <a:gd name="connsiteX6" fmla="*/ 6414 w 17597"/>
                        <a:gd name="connsiteY6" fmla="*/ 32581 h 33562"/>
                        <a:gd name="connsiteX7" fmla="*/ 9982 w 17597"/>
                        <a:gd name="connsiteY7" fmla="*/ 14740 h 33562"/>
                        <a:gd name="connsiteX8" fmla="*/ 17119 w 17597"/>
                        <a:gd name="connsiteY8" fmla="*/ 2846 h 335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597" h="33562">
                          <a:moveTo>
                            <a:pt x="17119" y="2846"/>
                          </a:moveTo>
                          <a:cubicBezTo>
                            <a:pt x="14740" y="4035"/>
                            <a:pt x="11172" y="4035"/>
                            <a:pt x="9982" y="2846"/>
                          </a:cubicBezTo>
                          <a:cubicBezTo>
                            <a:pt x="8793" y="467"/>
                            <a:pt x="8793" y="-723"/>
                            <a:pt x="6414" y="467"/>
                          </a:cubicBezTo>
                          <a:cubicBezTo>
                            <a:pt x="4035" y="1656"/>
                            <a:pt x="5225" y="8793"/>
                            <a:pt x="4035" y="11172"/>
                          </a:cubicBezTo>
                          <a:cubicBezTo>
                            <a:pt x="2846" y="13550"/>
                            <a:pt x="4035" y="20687"/>
                            <a:pt x="2846" y="21876"/>
                          </a:cubicBezTo>
                          <a:cubicBezTo>
                            <a:pt x="466" y="23066"/>
                            <a:pt x="-723" y="24255"/>
                            <a:pt x="466" y="26634"/>
                          </a:cubicBezTo>
                          <a:cubicBezTo>
                            <a:pt x="1656" y="29013"/>
                            <a:pt x="6414" y="36150"/>
                            <a:pt x="6414" y="32581"/>
                          </a:cubicBezTo>
                          <a:cubicBezTo>
                            <a:pt x="6414" y="32581"/>
                            <a:pt x="7604" y="18308"/>
                            <a:pt x="9982" y="14740"/>
                          </a:cubicBezTo>
                          <a:cubicBezTo>
                            <a:pt x="12361" y="12361"/>
                            <a:pt x="19498" y="1656"/>
                            <a:pt x="17119" y="284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4" name="Freeform 663">
                      <a:extLst>
                        <a:ext uri="{FF2B5EF4-FFF2-40B4-BE49-F238E27FC236}">
                          <a16:creationId xmlns:a16="http://schemas.microsoft.com/office/drawing/2014/main" id="{AF424FF9-5718-014C-6708-82949C3DF3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4361" y="3012600"/>
                      <a:ext cx="6135" cy="7692"/>
                    </a:xfrm>
                    <a:custGeom>
                      <a:avLst/>
                      <a:gdLst>
                        <a:gd name="connsiteX0" fmla="*/ 5469 w 6135"/>
                        <a:gd name="connsiteY0" fmla="*/ 316 h 7692"/>
                        <a:gd name="connsiteX1" fmla="*/ 712 w 6135"/>
                        <a:gd name="connsiteY1" fmla="*/ 3885 h 7692"/>
                        <a:gd name="connsiteX2" fmla="*/ 3091 w 6135"/>
                        <a:gd name="connsiteY2" fmla="*/ 7453 h 7692"/>
                        <a:gd name="connsiteX3" fmla="*/ 5469 w 6135"/>
                        <a:gd name="connsiteY3" fmla="*/ 316 h 7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135" h="7692">
                          <a:moveTo>
                            <a:pt x="5469" y="316"/>
                          </a:moveTo>
                          <a:cubicBezTo>
                            <a:pt x="4280" y="-873"/>
                            <a:pt x="1901" y="1506"/>
                            <a:pt x="712" y="3885"/>
                          </a:cubicBezTo>
                          <a:cubicBezTo>
                            <a:pt x="-478" y="5074"/>
                            <a:pt x="-478" y="8642"/>
                            <a:pt x="3091" y="7453"/>
                          </a:cubicBezTo>
                          <a:cubicBezTo>
                            <a:pt x="3091" y="6264"/>
                            <a:pt x="7848" y="1506"/>
                            <a:pt x="5469" y="3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5" name="Freeform 664">
                      <a:extLst>
                        <a:ext uri="{FF2B5EF4-FFF2-40B4-BE49-F238E27FC236}">
                          <a16:creationId xmlns:a16="http://schemas.microsoft.com/office/drawing/2014/main" id="{8A7BA53C-589A-F898-EE6D-8D91A8BE23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33306" y="2417504"/>
                      <a:ext cx="39124" cy="35455"/>
                    </a:xfrm>
                    <a:custGeom>
                      <a:avLst/>
                      <a:gdLst>
                        <a:gd name="connsiteX0" fmla="*/ 36746 w 39124"/>
                        <a:gd name="connsiteY0" fmla="*/ 25673 h 35455"/>
                        <a:gd name="connsiteX1" fmla="*/ 27230 w 39124"/>
                        <a:gd name="connsiteY1" fmla="*/ 20915 h 35455"/>
                        <a:gd name="connsiteX2" fmla="*/ 22472 w 39124"/>
                        <a:gd name="connsiteY2" fmla="*/ 13779 h 35455"/>
                        <a:gd name="connsiteX3" fmla="*/ 14146 w 39124"/>
                        <a:gd name="connsiteY3" fmla="*/ 7832 h 35455"/>
                        <a:gd name="connsiteX4" fmla="*/ 14146 w 39124"/>
                        <a:gd name="connsiteY4" fmla="*/ 1885 h 35455"/>
                        <a:gd name="connsiteX5" fmla="*/ 2252 w 39124"/>
                        <a:gd name="connsiteY5" fmla="*/ 1885 h 35455"/>
                        <a:gd name="connsiteX6" fmla="*/ 2252 w 39124"/>
                        <a:gd name="connsiteY6" fmla="*/ 11400 h 35455"/>
                        <a:gd name="connsiteX7" fmla="*/ 11768 w 39124"/>
                        <a:gd name="connsiteY7" fmla="*/ 13779 h 35455"/>
                        <a:gd name="connsiteX8" fmla="*/ 14146 w 39124"/>
                        <a:gd name="connsiteY8" fmla="*/ 20915 h 35455"/>
                        <a:gd name="connsiteX9" fmla="*/ 20093 w 39124"/>
                        <a:gd name="connsiteY9" fmla="*/ 24484 h 35455"/>
                        <a:gd name="connsiteX10" fmla="*/ 23662 w 39124"/>
                        <a:gd name="connsiteY10" fmla="*/ 29242 h 35455"/>
                        <a:gd name="connsiteX11" fmla="*/ 28420 w 39124"/>
                        <a:gd name="connsiteY11" fmla="*/ 29242 h 35455"/>
                        <a:gd name="connsiteX12" fmla="*/ 37935 w 39124"/>
                        <a:gd name="connsiteY12" fmla="*/ 33999 h 35455"/>
                        <a:gd name="connsiteX13" fmla="*/ 36746 w 39124"/>
                        <a:gd name="connsiteY13" fmla="*/ 25673 h 354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39124" h="35455">
                          <a:moveTo>
                            <a:pt x="36746" y="25673"/>
                          </a:moveTo>
                          <a:cubicBezTo>
                            <a:pt x="33178" y="24484"/>
                            <a:pt x="29609" y="24484"/>
                            <a:pt x="27230" y="20915"/>
                          </a:cubicBezTo>
                          <a:cubicBezTo>
                            <a:pt x="24851" y="17347"/>
                            <a:pt x="24851" y="16158"/>
                            <a:pt x="22472" y="13779"/>
                          </a:cubicBezTo>
                          <a:cubicBezTo>
                            <a:pt x="20093" y="12589"/>
                            <a:pt x="15336" y="11400"/>
                            <a:pt x="14146" y="7832"/>
                          </a:cubicBezTo>
                          <a:cubicBezTo>
                            <a:pt x="12957" y="4263"/>
                            <a:pt x="15336" y="3074"/>
                            <a:pt x="14146" y="1885"/>
                          </a:cubicBezTo>
                          <a:cubicBezTo>
                            <a:pt x="12957" y="695"/>
                            <a:pt x="4631" y="-1684"/>
                            <a:pt x="2252" y="1885"/>
                          </a:cubicBezTo>
                          <a:cubicBezTo>
                            <a:pt x="-126" y="5453"/>
                            <a:pt x="-1316" y="11400"/>
                            <a:pt x="2252" y="11400"/>
                          </a:cubicBezTo>
                          <a:cubicBezTo>
                            <a:pt x="5821" y="11400"/>
                            <a:pt x="11768" y="12589"/>
                            <a:pt x="11768" y="13779"/>
                          </a:cubicBezTo>
                          <a:cubicBezTo>
                            <a:pt x="11768" y="14968"/>
                            <a:pt x="11768" y="18537"/>
                            <a:pt x="14146" y="20915"/>
                          </a:cubicBezTo>
                          <a:cubicBezTo>
                            <a:pt x="16525" y="23295"/>
                            <a:pt x="20093" y="22105"/>
                            <a:pt x="20093" y="24484"/>
                          </a:cubicBezTo>
                          <a:cubicBezTo>
                            <a:pt x="21283" y="25673"/>
                            <a:pt x="21283" y="29242"/>
                            <a:pt x="23662" y="29242"/>
                          </a:cubicBezTo>
                          <a:cubicBezTo>
                            <a:pt x="26041" y="29242"/>
                            <a:pt x="27230" y="26863"/>
                            <a:pt x="28420" y="29242"/>
                          </a:cubicBezTo>
                          <a:cubicBezTo>
                            <a:pt x="29609" y="30431"/>
                            <a:pt x="35557" y="38757"/>
                            <a:pt x="37935" y="33999"/>
                          </a:cubicBezTo>
                          <a:cubicBezTo>
                            <a:pt x="39125" y="33999"/>
                            <a:pt x="40314" y="26863"/>
                            <a:pt x="36746" y="2567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6" name="Freeform 665">
                      <a:extLst>
                        <a:ext uri="{FF2B5EF4-FFF2-40B4-BE49-F238E27FC236}">
                          <a16:creationId xmlns:a16="http://schemas.microsoft.com/office/drawing/2014/main" id="{1909B620-E5A4-97D9-9D52-CA34481B34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5514" y="2437642"/>
                      <a:ext cx="30330" cy="15542"/>
                    </a:xfrm>
                    <a:custGeom>
                      <a:avLst/>
                      <a:gdLst>
                        <a:gd name="connsiteX0" fmla="*/ 28547 w 30330"/>
                        <a:gd name="connsiteY0" fmla="*/ 12671 h 15542"/>
                        <a:gd name="connsiteX1" fmla="*/ 20221 w 30330"/>
                        <a:gd name="connsiteY1" fmla="*/ 9103 h 15542"/>
                        <a:gd name="connsiteX2" fmla="*/ 14273 w 30330"/>
                        <a:gd name="connsiteY2" fmla="*/ 5535 h 15542"/>
                        <a:gd name="connsiteX3" fmla="*/ 7137 w 30330"/>
                        <a:gd name="connsiteY3" fmla="*/ 777 h 15542"/>
                        <a:gd name="connsiteX4" fmla="*/ 0 w 30330"/>
                        <a:gd name="connsiteY4" fmla="*/ 1966 h 15542"/>
                        <a:gd name="connsiteX5" fmla="*/ 8326 w 30330"/>
                        <a:gd name="connsiteY5" fmla="*/ 7913 h 15542"/>
                        <a:gd name="connsiteX6" fmla="*/ 13084 w 30330"/>
                        <a:gd name="connsiteY6" fmla="*/ 12671 h 15542"/>
                        <a:gd name="connsiteX7" fmla="*/ 20221 w 30330"/>
                        <a:gd name="connsiteY7" fmla="*/ 13861 h 15542"/>
                        <a:gd name="connsiteX8" fmla="*/ 28547 w 30330"/>
                        <a:gd name="connsiteY8" fmla="*/ 15050 h 15542"/>
                        <a:gd name="connsiteX9" fmla="*/ 28547 w 30330"/>
                        <a:gd name="connsiteY9" fmla="*/ 12671 h 155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0330" h="15542">
                          <a:moveTo>
                            <a:pt x="28547" y="12671"/>
                          </a:moveTo>
                          <a:cubicBezTo>
                            <a:pt x="26168" y="12671"/>
                            <a:pt x="21410" y="11482"/>
                            <a:pt x="20221" y="9103"/>
                          </a:cubicBezTo>
                          <a:cubicBezTo>
                            <a:pt x="19031" y="6724"/>
                            <a:pt x="16652" y="6724"/>
                            <a:pt x="14273" y="5535"/>
                          </a:cubicBezTo>
                          <a:cubicBezTo>
                            <a:pt x="11894" y="5535"/>
                            <a:pt x="11894" y="777"/>
                            <a:pt x="7137" y="777"/>
                          </a:cubicBezTo>
                          <a:cubicBezTo>
                            <a:pt x="3568" y="777"/>
                            <a:pt x="0" y="-1602"/>
                            <a:pt x="0" y="1966"/>
                          </a:cubicBezTo>
                          <a:cubicBezTo>
                            <a:pt x="0" y="5535"/>
                            <a:pt x="7137" y="5535"/>
                            <a:pt x="8326" y="7913"/>
                          </a:cubicBezTo>
                          <a:cubicBezTo>
                            <a:pt x="8326" y="7913"/>
                            <a:pt x="10705" y="12671"/>
                            <a:pt x="13084" y="12671"/>
                          </a:cubicBezTo>
                          <a:cubicBezTo>
                            <a:pt x="15463" y="12671"/>
                            <a:pt x="17842" y="12671"/>
                            <a:pt x="20221" y="13861"/>
                          </a:cubicBezTo>
                          <a:cubicBezTo>
                            <a:pt x="21410" y="15050"/>
                            <a:pt x="26168" y="16239"/>
                            <a:pt x="28547" y="15050"/>
                          </a:cubicBezTo>
                          <a:cubicBezTo>
                            <a:pt x="30926" y="15050"/>
                            <a:pt x="30926" y="13861"/>
                            <a:pt x="28547" y="1267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7" name="Freeform 666">
                      <a:extLst>
                        <a:ext uri="{FF2B5EF4-FFF2-40B4-BE49-F238E27FC236}">
                          <a16:creationId xmlns:a16="http://schemas.microsoft.com/office/drawing/2014/main" id="{F069D671-99AD-AF2C-AD65-178D0BA23D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50339" y="1440483"/>
                      <a:ext cx="3405180" cy="1830540"/>
                    </a:xfrm>
                    <a:custGeom>
                      <a:avLst/>
                      <a:gdLst>
                        <a:gd name="connsiteX0" fmla="*/ 3402974 w 3405180"/>
                        <a:gd name="connsiteY0" fmla="*/ 247403 h 1830540"/>
                        <a:gd name="connsiteX1" fmla="*/ 3401785 w 3405180"/>
                        <a:gd name="connsiteY1" fmla="*/ 243834 h 1830540"/>
                        <a:gd name="connsiteX2" fmla="*/ 3394648 w 3405180"/>
                        <a:gd name="connsiteY2" fmla="*/ 242645 h 1830540"/>
                        <a:gd name="connsiteX3" fmla="*/ 3393458 w 3405180"/>
                        <a:gd name="connsiteY3" fmla="*/ 237887 h 1830540"/>
                        <a:gd name="connsiteX4" fmla="*/ 3398216 w 3405180"/>
                        <a:gd name="connsiteY4" fmla="*/ 236698 h 1830540"/>
                        <a:gd name="connsiteX5" fmla="*/ 3402974 w 3405180"/>
                        <a:gd name="connsiteY5" fmla="*/ 239076 h 1830540"/>
                        <a:gd name="connsiteX6" fmla="*/ 3404163 w 3405180"/>
                        <a:gd name="connsiteY6" fmla="*/ 233129 h 1830540"/>
                        <a:gd name="connsiteX7" fmla="*/ 3399406 w 3405180"/>
                        <a:gd name="connsiteY7" fmla="*/ 229561 h 1830540"/>
                        <a:gd name="connsiteX8" fmla="*/ 3394648 w 3405180"/>
                        <a:gd name="connsiteY8" fmla="*/ 228371 h 1830540"/>
                        <a:gd name="connsiteX9" fmla="*/ 3392269 w 3405180"/>
                        <a:gd name="connsiteY9" fmla="*/ 234319 h 1830540"/>
                        <a:gd name="connsiteX10" fmla="*/ 3389890 w 3405180"/>
                        <a:gd name="connsiteY10" fmla="*/ 231940 h 1830540"/>
                        <a:gd name="connsiteX11" fmla="*/ 3385132 w 3405180"/>
                        <a:gd name="connsiteY11" fmla="*/ 233129 h 1830540"/>
                        <a:gd name="connsiteX12" fmla="*/ 3385132 w 3405180"/>
                        <a:gd name="connsiteY12" fmla="*/ 225993 h 1830540"/>
                        <a:gd name="connsiteX13" fmla="*/ 3381564 w 3405180"/>
                        <a:gd name="connsiteY13" fmla="*/ 223614 h 1830540"/>
                        <a:gd name="connsiteX14" fmla="*/ 3377996 w 3405180"/>
                        <a:gd name="connsiteY14" fmla="*/ 228371 h 1830540"/>
                        <a:gd name="connsiteX15" fmla="*/ 3376806 w 3405180"/>
                        <a:gd name="connsiteY15" fmla="*/ 222424 h 1830540"/>
                        <a:gd name="connsiteX16" fmla="*/ 3381564 w 3405180"/>
                        <a:gd name="connsiteY16" fmla="*/ 221235 h 1830540"/>
                        <a:gd name="connsiteX17" fmla="*/ 3382753 w 3405180"/>
                        <a:gd name="connsiteY17" fmla="*/ 216477 h 1830540"/>
                        <a:gd name="connsiteX18" fmla="*/ 3379185 w 3405180"/>
                        <a:gd name="connsiteY18" fmla="*/ 210530 h 1830540"/>
                        <a:gd name="connsiteX19" fmla="*/ 3383943 w 3405180"/>
                        <a:gd name="connsiteY19" fmla="*/ 205772 h 1830540"/>
                        <a:gd name="connsiteX20" fmla="*/ 3381564 w 3405180"/>
                        <a:gd name="connsiteY20" fmla="*/ 199825 h 1830540"/>
                        <a:gd name="connsiteX21" fmla="*/ 3380374 w 3405180"/>
                        <a:gd name="connsiteY21" fmla="*/ 193878 h 1830540"/>
                        <a:gd name="connsiteX22" fmla="*/ 3372049 w 3405180"/>
                        <a:gd name="connsiteY22" fmla="*/ 189120 h 1830540"/>
                        <a:gd name="connsiteX23" fmla="*/ 3362533 w 3405180"/>
                        <a:gd name="connsiteY23" fmla="*/ 195067 h 1830540"/>
                        <a:gd name="connsiteX24" fmla="*/ 3363723 w 3405180"/>
                        <a:gd name="connsiteY24" fmla="*/ 186741 h 1830540"/>
                        <a:gd name="connsiteX25" fmla="*/ 3366102 w 3405180"/>
                        <a:gd name="connsiteY25" fmla="*/ 184362 h 1830540"/>
                        <a:gd name="connsiteX26" fmla="*/ 3363723 w 3405180"/>
                        <a:gd name="connsiteY26" fmla="*/ 180794 h 1830540"/>
                        <a:gd name="connsiteX27" fmla="*/ 3361344 w 3405180"/>
                        <a:gd name="connsiteY27" fmla="*/ 174847 h 1830540"/>
                        <a:gd name="connsiteX28" fmla="*/ 3354207 w 3405180"/>
                        <a:gd name="connsiteY28" fmla="*/ 177226 h 1830540"/>
                        <a:gd name="connsiteX29" fmla="*/ 3350638 w 3405180"/>
                        <a:gd name="connsiteY29" fmla="*/ 172468 h 1830540"/>
                        <a:gd name="connsiteX30" fmla="*/ 3347070 w 3405180"/>
                        <a:gd name="connsiteY30" fmla="*/ 171279 h 1830540"/>
                        <a:gd name="connsiteX31" fmla="*/ 3341123 w 3405180"/>
                        <a:gd name="connsiteY31" fmla="*/ 171279 h 1830540"/>
                        <a:gd name="connsiteX32" fmla="*/ 3347070 w 3405180"/>
                        <a:gd name="connsiteY32" fmla="*/ 167710 h 1830540"/>
                        <a:gd name="connsiteX33" fmla="*/ 3353017 w 3405180"/>
                        <a:gd name="connsiteY33" fmla="*/ 167710 h 1830540"/>
                        <a:gd name="connsiteX34" fmla="*/ 3357775 w 3405180"/>
                        <a:gd name="connsiteY34" fmla="*/ 162953 h 1830540"/>
                        <a:gd name="connsiteX35" fmla="*/ 3360154 w 3405180"/>
                        <a:gd name="connsiteY35" fmla="*/ 165331 h 1830540"/>
                        <a:gd name="connsiteX36" fmla="*/ 3366102 w 3405180"/>
                        <a:gd name="connsiteY36" fmla="*/ 155816 h 1830540"/>
                        <a:gd name="connsiteX37" fmla="*/ 3370859 w 3405180"/>
                        <a:gd name="connsiteY37" fmla="*/ 153437 h 1830540"/>
                        <a:gd name="connsiteX38" fmla="*/ 3369670 w 3405180"/>
                        <a:gd name="connsiteY38" fmla="*/ 147490 h 1830540"/>
                        <a:gd name="connsiteX39" fmla="*/ 3360154 w 3405180"/>
                        <a:gd name="connsiteY39" fmla="*/ 143922 h 1830540"/>
                        <a:gd name="connsiteX40" fmla="*/ 3358964 w 3405180"/>
                        <a:gd name="connsiteY40" fmla="*/ 141543 h 1830540"/>
                        <a:gd name="connsiteX41" fmla="*/ 3374427 w 3405180"/>
                        <a:gd name="connsiteY41" fmla="*/ 140353 h 1830540"/>
                        <a:gd name="connsiteX42" fmla="*/ 3374427 w 3405180"/>
                        <a:gd name="connsiteY42" fmla="*/ 134406 h 1830540"/>
                        <a:gd name="connsiteX43" fmla="*/ 3367291 w 3405180"/>
                        <a:gd name="connsiteY43" fmla="*/ 129648 h 1830540"/>
                        <a:gd name="connsiteX44" fmla="*/ 3363723 w 3405180"/>
                        <a:gd name="connsiteY44" fmla="*/ 126080 h 1830540"/>
                        <a:gd name="connsiteX45" fmla="*/ 3358964 w 3405180"/>
                        <a:gd name="connsiteY45" fmla="*/ 124891 h 1830540"/>
                        <a:gd name="connsiteX46" fmla="*/ 3361344 w 3405180"/>
                        <a:gd name="connsiteY46" fmla="*/ 117754 h 1830540"/>
                        <a:gd name="connsiteX47" fmla="*/ 3356585 w 3405180"/>
                        <a:gd name="connsiteY47" fmla="*/ 104670 h 1830540"/>
                        <a:gd name="connsiteX48" fmla="*/ 3361344 w 3405180"/>
                        <a:gd name="connsiteY48" fmla="*/ 95155 h 1830540"/>
                        <a:gd name="connsiteX49" fmla="*/ 3356585 w 3405180"/>
                        <a:gd name="connsiteY49" fmla="*/ 90397 h 1830540"/>
                        <a:gd name="connsiteX50" fmla="*/ 3347070 w 3405180"/>
                        <a:gd name="connsiteY50" fmla="*/ 98723 h 1830540"/>
                        <a:gd name="connsiteX51" fmla="*/ 3344691 w 3405180"/>
                        <a:gd name="connsiteY51" fmla="*/ 92776 h 1830540"/>
                        <a:gd name="connsiteX52" fmla="*/ 3339934 w 3405180"/>
                        <a:gd name="connsiteY52" fmla="*/ 97534 h 1830540"/>
                        <a:gd name="connsiteX53" fmla="*/ 3336366 w 3405180"/>
                        <a:gd name="connsiteY53" fmla="*/ 89208 h 1830540"/>
                        <a:gd name="connsiteX54" fmla="*/ 3323281 w 3405180"/>
                        <a:gd name="connsiteY54" fmla="*/ 86829 h 1830540"/>
                        <a:gd name="connsiteX55" fmla="*/ 3313766 w 3405180"/>
                        <a:gd name="connsiteY55" fmla="*/ 89208 h 1830540"/>
                        <a:gd name="connsiteX56" fmla="*/ 3304251 w 3405180"/>
                        <a:gd name="connsiteY56" fmla="*/ 79692 h 1830540"/>
                        <a:gd name="connsiteX57" fmla="*/ 3298304 w 3405180"/>
                        <a:gd name="connsiteY57" fmla="*/ 79692 h 1830540"/>
                        <a:gd name="connsiteX58" fmla="*/ 3293546 w 3405180"/>
                        <a:gd name="connsiteY58" fmla="*/ 76124 h 1830540"/>
                        <a:gd name="connsiteX59" fmla="*/ 3288788 w 3405180"/>
                        <a:gd name="connsiteY59" fmla="*/ 84450 h 1830540"/>
                        <a:gd name="connsiteX60" fmla="*/ 3280462 w 3405180"/>
                        <a:gd name="connsiteY60" fmla="*/ 86829 h 1830540"/>
                        <a:gd name="connsiteX61" fmla="*/ 3285219 w 3405180"/>
                        <a:gd name="connsiteY61" fmla="*/ 89208 h 1830540"/>
                        <a:gd name="connsiteX62" fmla="*/ 3279272 w 3405180"/>
                        <a:gd name="connsiteY62" fmla="*/ 95155 h 1830540"/>
                        <a:gd name="connsiteX63" fmla="*/ 3274515 w 3405180"/>
                        <a:gd name="connsiteY63" fmla="*/ 96344 h 1830540"/>
                        <a:gd name="connsiteX64" fmla="*/ 3280462 w 3405180"/>
                        <a:gd name="connsiteY64" fmla="*/ 104670 h 1830540"/>
                        <a:gd name="connsiteX65" fmla="*/ 3274515 w 3405180"/>
                        <a:gd name="connsiteY65" fmla="*/ 105860 h 1830540"/>
                        <a:gd name="connsiteX66" fmla="*/ 3269757 w 3405180"/>
                        <a:gd name="connsiteY66" fmla="*/ 92776 h 1830540"/>
                        <a:gd name="connsiteX67" fmla="*/ 3266189 w 3405180"/>
                        <a:gd name="connsiteY67" fmla="*/ 93965 h 1830540"/>
                        <a:gd name="connsiteX68" fmla="*/ 3259052 w 3405180"/>
                        <a:gd name="connsiteY68" fmla="*/ 104670 h 1830540"/>
                        <a:gd name="connsiteX69" fmla="*/ 3257863 w 3405180"/>
                        <a:gd name="connsiteY69" fmla="*/ 109428 h 1830540"/>
                        <a:gd name="connsiteX70" fmla="*/ 3251915 w 3405180"/>
                        <a:gd name="connsiteY70" fmla="*/ 116565 h 1830540"/>
                        <a:gd name="connsiteX71" fmla="*/ 3261431 w 3405180"/>
                        <a:gd name="connsiteY71" fmla="*/ 111807 h 1830540"/>
                        <a:gd name="connsiteX72" fmla="*/ 3267378 w 3405180"/>
                        <a:gd name="connsiteY72" fmla="*/ 118944 h 1830540"/>
                        <a:gd name="connsiteX73" fmla="*/ 3279272 w 3405180"/>
                        <a:gd name="connsiteY73" fmla="*/ 128459 h 1830540"/>
                        <a:gd name="connsiteX74" fmla="*/ 3279272 w 3405180"/>
                        <a:gd name="connsiteY74" fmla="*/ 135596 h 1830540"/>
                        <a:gd name="connsiteX75" fmla="*/ 3276894 w 3405180"/>
                        <a:gd name="connsiteY75" fmla="*/ 140353 h 1830540"/>
                        <a:gd name="connsiteX76" fmla="*/ 3284030 w 3405180"/>
                        <a:gd name="connsiteY76" fmla="*/ 141543 h 1830540"/>
                        <a:gd name="connsiteX77" fmla="*/ 3289977 w 3405180"/>
                        <a:gd name="connsiteY77" fmla="*/ 137974 h 1830540"/>
                        <a:gd name="connsiteX78" fmla="*/ 3292356 w 3405180"/>
                        <a:gd name="connsiteY78" fmla="*/ 141543 h 1830540"/>
                        <a:gd name="connsiteX79" fmla="*/ 3294735 w 3405180"/>
                        <a:gd name="connsiteY79" fmla="*/ 145111 h 1830540"/>
                        <a:gd name="connsiteX80" fmla="*/ 3297114 w 3405180"/>
                        <a:gd name="connsiteY80" fmla="*/ 153437 h 1830540"/>
                        <a:gd name="connsiteX81" fmla="*/ 3298304 w 3405180"/>
                        <a:gd name="connsiteY81" fmla="*/ 158195 h 1830540"/>
                        <a:gd name="connsiteX82" fmla="*/ 3291167 w 3405180"/>
                        <a:gd name="connsiteY82" fmla="*/ 151058 h 1830540"/>
                        <a:gd name="connsiteX83" fmla="*/ 3287598 w 3405180"/>
                        <a:gd name="connsiteY83" fmla="*/ 145111 h 1830540"/>
                        <a:gd name="connsiteX84" fmla="*/ 3285219 w 3405180"/>
                        <a:gd name="connsiteY84" fmla="*/ 149869 h 1830540"/>
                        <a:gd name="connsiteX85" fmla="*/ 3287598 w 3405180"/>
                        <a:gd name="connsiteY85" fmla="*/ 158195 h 1830540"/>
                        <a:gd name="connsiteX86" fmla="*/ 3280462 w 3405180"/>
                        <a:gd name="connsiteY86" fmla="*/ 154627 h 1830540"/>
                        <a:gd name="connsiteX87" fmla="*/ 3276894 w 3405180"/>
                        <a:gd name="connsiteY87" fmla="*/ 148679 h 1830540"/>
                        <a:gd name="connsiteX88" fmla="*/ 3272136 w 3405180"/>
                        <a:gd name="connsiteY88" fmla="*/ 148679 h 1830540"/>
                        <a:gd name="connsiteX89" fmla="*/ 3267378 w 3405180"/>
                        <a:gd name="connsiteY89" fmla="*/ 152248 h 1830540"/>
                        <a:gd name="connsiteX90" fmla="*/ 3262621 w 3405180"/>
                        <a:gd name="connsiteY90" fmla="*/ 146301 h 1830540"/>
                        <a:gd name="connsiteX91" fmla="*/ 3262621 w 3405180"/>
                        <a:gd name="connsiteY91" fmla="*/ 139164 h 1830540"/>
                        <a:gd name="connsiteX92" fmla="*/ 3255484 w 3405180"/>
                        <a:gd name="connsiteY92" fmla="*/ 129648 h 1830540"/>
                        <a:gd name="connsiteX93" fmla="*/ 3253105 w 3405180"/>
                        <a:gd name="connsiteY93" fmla="*/ 126080 h 1830540"/>
                        <a:gd name="connsiteX94" fmla="*/ 3245968 w 3405180"/>
                        <a:gd name="connsiteY94" fmla="*/ 122512 h 1830540"/>
                        <a:gd name="connsiteX95" fmla="*/ 3241211 w 3405180"/>
                        <a:gd name="connsiteY95" fmla="*/ 110617 h 1830540"/>
                        <a:gd name="connsiteX96" fmla="*/ 3234074 w 3405180"/>
                        <a:gd name="connsiteY96" fmla="*/ 103481 h 1830540"/>
                        <a:gd name="connsiteX97" fmla="*/ 3230506 w 3405180"/>
                        <a:gd name="connsiteY97" fmla="*/ 97534 h 1830540"/>
                        <a:gd name="connsiteX98" fmla="*/ 3228127 w 3405180"/>
                        <a:gd name="connsiteY98" fmla="*/ 99913 h 1830540"/>
                        <a:gd name="connsiteX99" fmla="*/ 3224558 w 3405180"/>
                        <a:gd name="connsiteY99" fmla="*/ 103481 h 1830540"/>
                        <a:gd name="connsiteX100" fmla="*/ 3220990 w 3405180"/>
                        <a:gd name="connsiteY100" fmla="*/ 96344 h 1830540"/>
                        <a:gd name="connsiteX101" fmla="*/ 3211475 w 3405180"/>
                        <a:gd name="connsiteY101" fmla="*/ 90397 h 1830540"/>
                        <a:gd name="connsiteX102" fmla="*/ 3201959 w 3405180"/>
                        <a:gd name="connsiteY102" fmla="*/ 91586 h 1830540"/>
                        <a:gd name="connsiteX103" fmla="*/ 3201959 w 3405180"/>
                        <a:gd name="connsiteY103" fmla="*/ 95155 h 1830540"/>
                        <a:gd name="connsiteX104" fmla="*/ 3207906 w 3405180"/>
                        <a:gd name="connsiteY104" fmla="*/ 98723 h 1830540"/>
                        <a:gd name="connsiteX105" fmla="*/ 3215043 w 3405180"/>
                        <a:gd name="connsiteY105" fmla="*/ 101102 h 1830540"/>
                        <a:gd name="connsiteX106" fmla="*/ 3212664 w 3405180"/>
                        <a:gd name="connsiteY106" fmla="*/ 102291 h 1830540"/>
                        <a:gd name="connsiteX107" fmla="*/ 3207906 w 3405180"/>
                        <a:gd name="connsiteY107" fmla="*/ 104670 h 1830540"/>
                        <a:gd name="connsiteX108" fmla="*/ 3203149 w 3405180"/>
                        <a:gd name="connsiteY108" fmla="*/ 101102 h 1830540"/>
                        <a:gd name="connsiteX109" fmla="*/ 3196012 w 3405180"/>
                        <a:gd name="connsiteY109" fmla="*/ 97534 h 1830540"/>
                        <a:gd name="connsiteX110" fmla="*/ 3194823 w 3405180"/>
                        <a:gd name="connsiteY110" fmla="*/ 90397 h 1830540"/>
                        <a:gd name="connsiteX111" fmla="*/ 3186496 w 3405180"/>
                        <a:gd name="connsiteY111" fmla="*/ 90397 h 1830540"/>
                        <a:gd name="connsiteX112" fmla="*/ 3187686 w 3405180"/>
                        <a:gd name="connsiteY112" fmla="*/ 93965 h 1830540"/>
                        <a:gd name="connsiteX113" fmla="*/ 3182928 w 3405180"/>
                        <a:gd name="connsiteY113" fmla="*/ 95155 h 1830540"/>
                        <a:gd name="connsiteX114" fmla="*/ 3179360 w 3405180"/>
                        <a:gd name="connsiteY114" fmla="*/ 97534 h 1830540"/>
                        <a:gd name="connsiteX115" fmla="*/ 3176981 w 3405180"/>
                        <a:gd name="connsiteY115" fmla="*/ 91586 h 1830540"/>
                        <a:gd name="connsiteX116" fmla="*/ 3178170 w 3405180"/>
                        <a:gd name="connsiteY116" fmla="*/ 89208 h 1830540"/>
                        <a:gd name="connsiteX117" fmla="*/ 3172223 w 3405180"/>
                        <a:gd name="connsiteY117" fmla="*/ 88018 h 1830540"/>
                        <a:gd name="connsiteX118" fmla="*/ 3166276 w 3405180"/>
                        <a:gd name="connsiteY118" fmla="*/ 90397 h 1830540"/>
                        <a:gd name="connsiteX119" fmla="*/ 3166276 w 3405180"/>
                        <a:gd name="connsiteY119" fmla="*/ 92776 h 1830540"/>
                        <a:gd name="connsiteX120" fmla="*/ 3162708 w 3405180"/>
                        <a:gd name="connsiteY120" fmla="*/ 91586 h 1830540"/>
                        <a:gd name="connsiteX121" fmla="*/ 3161519 w 3405180"/>
                        <a:gd name="connsiteY121" fmla="*/ 88018 h 1830540"/>
                        <a:gd name="connsiteX122" fmla="*/ 3154382 w 3405180"/>
                        <a:gd name="connsiteY122" fmla="*/ 88018 h 1830540"/>
                        <a:gd name="connsiteX123" fmla="*/ 3155571 w 3405180"/>
                        <a:gd name="connsiteY123" fmla="*/ 91586 h 1830540"/>
                        <a:gd name="connsiteX124" fmla="*/ 3146056 w 3405180"/>
                        <a:gd name="connsiteY124" fmla="*/ 89208 h 1830540"/>
                        <a:gd name="connsiteX125" fmla="*/ 3138919 w 3405180"/>
                        <a:gd name="connsiteY125" fmla="*/ 88018 h 1830540"/>
                        <a:gd name="connsiteX126" fmla="*/ 3131783 w 3405180"/>
                        <a:gd name="connsiteY126" fmla="*/ 89208 h 1830540"/>
                        <a:gd name="connsiteX127" fmla="*/ 3122267 w 3405180"/>
                        <a:gd name="connsiteY127" fmla="*/ 86829 h 1830540"/>
                        <a:gd name="connsiteX128" fmla="*/ 3118698 w 3405180"/>
                        <a:gd name="connsiteY128" fmla="*/ 82071 h 1830540"/>
                        <a:gd name="connsiteX129" fmla="*/ 3112751 w 3405180"/>
                        <a:gd name="connsiteY129" fmla="*/ 84450 h 1830540"/>
                        <a:gd name="connsiteX130" fmla="*/ 3106804 w 3405180"/>
                        <a:gd name="connsiteY130" fmla="*/ 82071 h 1830540"/>
                        <a:gd name="connsiteX131" fmla="*/ 3100857 w 3405180"/>
                        <a:gd name="connsiteY131" fmla="*/ 78503 h 1830540"/>
                        <a:gd name="connsiteX132" fmla="*/ 3098479 w 3405180"/>
                        <a:gd name="connsiteY132" fmla="*/ 79692 h 1830540"/>
                        <a:gd name="connsiteX133" fmla="*/ 3097289 w 3405180"/>
                        <a:gd name="connsiteY133" fmla="*/ 83260 h 1830540"/>
                        <a:gd name="connsiteX134" fmla="*/ 3084205 w 3405180"/>
                        <a:gd name="connsiteY134" fmla="*/ 84450 h 1830540"/>
                        <a:gd name="connsiteX135" fmla="*/ 3078258 w 3405180"/>
                        <a:gd name="connsiteY135" fmla="*/ 88018 h 1830540"/>
                        <a:gd name="connsiteX136" fmla="*/ 3059227 w 3405180"/>
                        <a:gd name="connsiteY136" fmla="*/ 82071 h 1830540"/>
                        <a:gd name="connsiteX137" fmla="*/ 3073500 w 3405180"/>
                        <a:gd name="connsiteY137" fmla="*/ 84450 h 1830540"/>
                        <a:gd name="connsiteX138" fmla="*/ 3056848 w 3405180"/>
                        <a:gd name="connsiteY138" fmla="*/ 71366 h 1830540"/>
                        <a:gd name="connsiteX139" fmla="*/ 3036628 w 3405180"/>
                        <a:gd name="connsiteY139" fmla="*/ 71366 h 1830540"/>
                        <a:gd name="connsiteX140" fmla="*/ 3031870 w 3405180"/>
                        <a:gd name="connsiteY140" fmla="*/ 72556 h 1830540"/>
                        <a:gd name="connsiteX141" fmla="*/ 3031870 w 3405180"/>
                        <a:gd name="connsiteY141" fmla="*/ 65419 h 1830540"/>
                        <a:gd name="connsiteX142" fmla="*/ 3025923 w 3405180"/>
                        <a:gd name="connsiteY142" fmla="*/ 65419 h 1830540"/>
                        <a:gd name="connsiteX143" fmla="*/ 3022355 w 3405180"/>
                        <a:gd name="connsiteY143" fmla="*/ 68987 h 1830540"/>
                        <a:gd name="connsiteX144" fmla="*/ 3004513 w 3405180"/>
                        <a:gd name="connsiteY144" fmla="*/ 60661 h 1830540"/>
                        <a:gd name="connsiteX145" fmla="*/ 2990240 w 3405180"/>
                        <a:gd name="connsiteY145" fmla="*/ 65419 h 1830540"/>
                        <a:gd name="connsiteX146" fmla="*/ 2983103 w 3405180"/>
                        <a:gd name="connsiteY146" fmla="*/ 60661 h 1830540"/>
                        <a:gd name="connsiteX147" fmla="*/ 2973588 w 3405180"/>
                        <a:gd name="connsiteY147" fmla="*/ 63040 h 1830540"/>
                        <a:gd name="connsiteX148" fmla="*/ 2965262 w 3405180"/>
                        <a:gd name="connsiteY148" fmla="*/ 58282 h 1830540"/>
                        <a:gd name="connsiteX149" fmla="*/ 2958125 w 3405180"/>
                        <a:gd name="connsiteY149" fmla="*/ 60661 h 1830540"/>
                        <a:gd name="connsiteX150" fmla="*/ 2952178 w 3405180"/>
                        <a:gd name="connsiteY150" fmla="*/ 59472 h 1830540"/>
                        <a:gd name="connsiteX151" fmla="*/ 2947420 w 3405180"/>
                        <a:gd name="connsiteY151" fmla="*/ 66608 h 1830540"/>
                        <a:gd name="connsiteX152" fmla="*/ 2943852 w 3405180"/>
                        <a:gd name="connsiteY152" fmla="*/ 61851 h 1830540"/>
                        <a:gd name="connsiteX153" fmla="*/ 2933147 w 3405180"/>
                        <a:gd name="connsiteY153" fmla="*/ 65419 h 1830540"/>
                        <a:gd name="connsiteX154" fmla="*/ 2924821 w 3405180"/>
                        <a:gd name="connsiteY154" fmla="*/ 65419 h 1830540"/>
                        <a:gd name="connsiteX155" fmla="*/ 2923632 w 3405180"/>
                        <a:gd name="connsiteY155" fmla="*/ 71366 h 1830540"/>
                        <a:gd name="connsiteX156" fmla="*/ 2920063 w 3405180"/>
                        <a:gd name="connsiteY156" fmla="*/ 68987 h 1830540"/>
                        <a:gd name="connsiteX157" fmla="*/ 2915305 w 3405180"/>
                        <a:gd name="connsiteY157" fmla="*/ 76124 h 1830540"/>
                        <a:gd name="connsiteX158" fmla="*/ 2911737 w 3405180"/>
                        <a:gd name="connsiteY158" fmla="*/ 71366 h 1830540"/>
                        <a:gd name="connsiteX159" fmla="*/ 2904600 w 3405180"/>
                        <a:gd name="connsiteY159" fmla="*/ 72556 h 1830540"/>
                        <a:gd name="connsiteX160" fmla="*/ 2902222 w 3405180"/>
                        <a:gd name="connsiteY160" fmla="*/ 77313 h 1830540"/>
                        <a:gd name="connsiteX161" fmla="*/ 2898653 w 3405180"/>
                        <a:gd name="connsiteY161" fmla="*/ 77313 h 1830540"/>
                        <a:gd name="connsiteX162" fmla="*/ 2895085 w 3405180"/>
                        <a:gd name="connsiteY162" fmla="*/ 79692 h 1830540"/>
                        <a:gd name="connsiteX163" fmla="*/ 2890328 w 3405180"/>
                        <a:gd name="connsiteY163" fmla="*/ 74934 h 1830540"/>
                        <a:gd name="connsiteX164" fmla="*/ 2883190 w 3405180"/>
                        <a:gd name="connsiteY164" fmla="*/ 78503 h 1830540"/>
                        <a:gd name="connsiteX165" fmla="*/ 2879622 w 3405180"/>
                        <a:gd name="connsiteY165" fmla="*/ 82071 h 1830540"/>
                        <a:gd name="connsiteX166" fmla="*/ 2859402 w 3405180"/>
                        <a:gd name="connsiteY166" fmla="*/ 83260 h 1830540"/>
                        <a:gd name="connsiteX167" fmla="*/ 2854644 w 3405180"/>
                        <a:gd name="connsiteY167" fmla="*/ 82071 h 1830540"/>
                        <a:gd name="connsiteX168" fmla="*/ 2846318 w 3405180"/>
                        <a:gd name="connsiteY168" fmla="*/ 82071 h 1830540"/>
                        <a:gd name="connsiteX169" fmla="*/ 2840371 w 3405180"/>
                        <a:gd name="connsiteY169" fmla="*/ 84450 h 1830540"/>
                        <a:gd name="connsiteX170" fmla="*/ 2847507 w 3405180"/>
                        <a:gd name="connsiteY170" fmla="*/ 91586 h 1830540"/>
                        <a:gd name="connsiteX171" fmla="*/ 2849886 w 3405180"/>
                        <a:gd name="connsiteY171" fmla="*/ 97534 h 1830540"/>
                        <a:gd name="connsiteX172" fmla="*/ 2854644 w 3405180"/>
                        <a:gd name="connsiteY172" fmla="*/ 102291 h 1830540"/>
                        <a:gd name="connsiteX173" fmla="*/ 2855834 w 3405180"/>
                        <a:gd name="connsiteY173" fmla="*/ 107049 h 1830540"/>
                        <a:gd name="connsiteX174" fmla="*/ 2859402 w 3405180"/>
                        <a:gd name="connsiteY174" fmla="*/ 111807 h 1830540"/>
                        <a:gd name="connsiteX175" fmla="*/ 2857023 w 3405180"/>
                        <a:gd name="connsiteY175" fmla="*/ 118944 h 1830540"/>
                        <a:gd name="connsiteX176" fmla="*/ 2859402 w 3405180"/>
                        <a:gd name="connsiteY176" fmla="*/ 124891 h 1830540"/>
                        <a:gd name="connsiteX177" fmla="*/ 2866539 w 3405180"/>
                        <a:gd name="connsiteY177" fmla="*/ 120133 h 1830540"/>
                        <a:gd name="connsiteX178" fmla="*/ 2873675 w 3405180"/>
                        <a:gd name="connsiteY178" fmla="*/ 124891 h 1830540"/>
                        <a:gd name="connsiteX179" fmla="*/ 2876054 w 3405180"/>
                        <a:gd name="connsiteY179" fmla="*/ 129648 h 1830540"/>
                        <a:gd name="connsiteX180" fmla="*/ 2883190 w 3405180"/>
                        <a:gd name="connsiteY180" fmla="*/ 133217 h 1830540"/>
                        <a:gd name="connsiteX181" fmla="*/ 2889138 w 3405180"/>
                        <a:gd name="connsiteY181" fmla="*/ 147490 h 1830540"/>
                        <a:gd name="connsiteX182" fmla="*/ 2903411 w 3405180"/>
                        <a:gd name="connsiteY182" fmla="*/ 155816 h 1830540"/>
                        <a:gd name="connsiteX183" fmla="*/ 2902222 w 3405180"/>
                        <a:gd name="connsiteY183" fmla="*/ 161763 h 1830540"/>
                        <a:gd name="connsiteX184" fmla="*/ 2902222 w 3405180"/>
                        <a:gd name="connsiteY184" fmla="*/ 165331 h 1830540"/>
                        <a:gd name="connsiteX185" fmla="*/ 2904600 w 3405180"/>
                        <a:gd name="connsiteY185" fmla="*/ 171279 h 1830540"/>
                        <a:gd name="connsiteX186" fmla="*/ 2895085 w 3405180"/>
                        <a:gd name="connsiteY186" fmla="*/ 172468 h 1830540"/>
                        <a:gd name="connsiteX187" fmla="*/ 2892706 w 3405180"/>
                        <a:gd name="connsiteY187" fmla="*/ 179605 h 1830540"/>
                        <a:gd name="connsiteX188" fmla="*/ 2886759 w 3405180"/>
                        <a:gd name="connsiteY188" fmla="*/ 180794 h 1830540"/>
                        <a:gd name="connsiteX189" fmla="*/ 2879622 w 3405180"/>
                        <a:gd name="connsiteY189" fmla="*/ 184362 h 1830540"/>
                        <a:gd name="connsiteX190" fmla="*/ 2872486 w 3405180"/>
                        <a:gd name="connsiteY190" fmla="*/ 178415 h 1830540"/>
                        <a:gd name="connsiteX191" fmla="*/ 2871296 w 3405180"/>
                        <a:gd name="connsiteY191" fmla="*/ 170089 h 1830540"/>
                        <a:gd name="connsiteX192" fmla="*/ 2862970 w 3405180"/>
                        <a:gd name="connsiteY192" fmla="*/ 160574 h 1830540"/>
                        <a:gd name="connsiteX193" fmla="*/ 2855834 w 3405180"/>
                        <a:gd name="connsiteY193" fmla="*/ 161763 h 1830540"/>
                        <a:gd name="connsiteX194" fmla="*/ 2845128 w 3405180"/>
                        <a:gd name="connsiteY194" fmla="*/ 159384 h 1830540"/>
                        <a:gd name="connsiteX195" fmla="*/ 2834424 w 3405180"/>
                        <a:gd name="connsiteY195" fmla="*/ 158195 h 1830540"/>
                        <a:gd name="connsiteX196" fmla="*/ 2828477 w 3405180"/>
                        <a:gd name="connsiteY196" fmla="*/ 148679 h 1830540"/>
                        <a:gd name="connsiteX197" fmla="*/ 2826098 w 3405180"/>
                        <a:gd name="connsiteY197" fmla="*/ 141543 h 1830540"/>
                        <a:gd name="connsiteX198" fmla="*/ 2815393 w 3405180"/>
                        <a:gd name="connsiteY198" fmla="*/ 137974 h 1830540"/>
                        <a:gd name="connsiteX199" fmla="*/ 2811824 w 3405180"/>
                        <a:gd name="connsiteY199" fmla="*/ 130838 h 1830540"/>
                        <a:gd name="connsiteX200" fmla="*/ 2804688 w 3405180"/>
                        <a:gd name="connsiteY200" fmla="*/ 128459 h 1830540"/>
                        <a:gd name="connsiteX201" fmla="*/ 2799930 w 3405180"/>
                        <a:gd name="connsiteY201" fmla="*/ 132027 h 1830540"/>
                        <a:gd name="connsiteX202" fmla="*/ 2801120 w 3405180"/>
                        <a:gd name="connsiteY202" fmla="*/ 148679 h 1830540"/>
                        <a:gd name="connsiteX203" fmla="*/ 2797551 w 3405180"/>
                        <a:gd name="connsiteY203" fmla="*/ 152248 h 1830540"/>
                        <a:gd name="connsiteX204" fmla="*/ 2793983 w 3405180"/>
                        <a:gd name="connsiteY204" fmla="*/ 160574 h 1830540"/>
                        <a:gd name="connsiteX205" fmla="*/ 2790415 w 3405180"/>
                        <a:gd name="connsiteY205" fmla="*/ 158195 h 1830540"/>
                        <a:gd name="connsiteX206" fmla="*/ 2786847 w 3405180"/>
                        <a:gd name="connsiteY206" fmla="*/ 153437 h 1830540"/>
                        <a:gd name="connsiteX207" fmla="*/ 2780899 w 3405180"/>
                        <a:gd name="connsiteY207" fmla="*/ 157005 h 1830540"/>
                        <a:gd name="connsiteX208" fmla="*/ 2767815 w 3405180"/>
                        <a:gd name="connsiteY208" fmla="*/ 155816 h 1830540"/>
                        <a:gd name="connsiteX209" fmla="*/ 2761868 w 3405180"/>
                        <a:gd name="connsiteY209" fmla="*/ 159384 h 1830540"/>
                        <a:gd name="connsiteX210" fmla="*/ 2755921 w 3405180"/>
                        <a:gd name="connsiteY210" fmla="*/ 158195 h 1830540"/>
                        <a:gd name="connsiteX211" fmla="*/ 2745216 w 3405180"/>
                        <a:gd name="connsiteY211" fmla="*/ 165331 h 1830540"/>
                        <a:gd name="connsiteX212" fmla="*/ 2729754 w 3405180"/>
                        <a:gd name="connsiteY212" fmla="*/ 157005 h 1830540"/>
                        <a:gd name="connsiteX213" fmla="*/ 2726185 w 3405180"/>
                        <a:gd name="connsiteY213" fmla="*/ 164142 h 1830540"/>
                        <a:gd name="connsiteX214" fmla="*/ 2716670 w 3405180"/>
                        <a:gd name="connsiteY214" fmla="*/ 167710 h 1830540"/>
                        <a:gd name="connsiteX215" fmla="*/ 2710722 w 3405180"/>
                        <a:gd name="connsiteY215" fmla="*/ 172468 h 1830540"/>
                        <a:gd name="connsiteX216" fmla="*/ 2701207 w 3405180"/>
                        <a:gd name="connsiteY216" fmla="*/ 172468 h 1830540"/>
                        <a:gd name="connsiteX217" fmla="*/ 2696449 w 3405180"/>
                        <a:gd name="connsiteY217" fmla="*/ 180794 h 1830540"/>
                        <a:gd name="connsiteX218" fmla="*/ 2697639 w 3405180"/>
                        <a:gd name="connsiteY218" fmla="*/ 201015 h 1830540"/>
                        <a:gd name="connsiteX219" fmla="*/ 2698828 w 3405180"/>
                        <a:gd name="connsiteY219" fmla="*/ 205772 h 1830540"/>
                        <a:gd name="connsiteX220" fmla="*/ 2705965 w 3405180"/>
                        <a:gd name="connsiteY220" fmla="*/ 217667 h 1830540"/>
                        <a:gd name="connsiteX221" fmla="*/ 2704775 w 3405180"/>
                        <a:gd name="connsiteY221" fmla="*/ 222424 h 1830540"/>
                        <a:gd name="connsiteX222" fmla="*/ 2694071 w 3405180"/>
                        <a:gd name="connsiteY222" fmla="*/ 208151 h 1830540"/>
                        <a:gd name="connsiteX223" fmla="*/ 2688124 w 3405180"/>
                        <a:gd name="connsiteY223" fmla="*/ 206962 h 1830540"/>
                        <a:gd name="connsiteX224" fmla="*/ 2684555 w 3405180"/>
                        <a:gd name="connsiteY224" fmla="*/ 204583 h 1830540"/>
                        <a:gd name="connsiteX225" fmla="*/ 2686934 w 3405180"/>
                        <a:gd name="connsiteY225" fmla="*/ 211719 h 1830540"/>
                        <a:gd name="connsiteX226" fmla="*/ 2692881 w 3405180"/>
                        <a:gd name="connsiteY226" fmla="*/ 216477 h 1830540"/>
                        <a:gd name="connsiteX227" fmla="*/ 2692881 w 3405180"/>
                        <a:gd name="connsiteY227" fmla="*/ 222424 h 1830540"/>
                        <a:gd name="connsiteX228" fmla="*/ 2685745 w 3405180"/>
                        <a:gd name="connsiteY228" fmla="*/ 212909 h 1830540"/>
                        <a:gd name="connsiteX229" fmla="*/ 2680987 w 3405180"/>
                        <a:gd name="connsiteY229" fmla="*/ 210530 h 1830540"/>
                        <a:gd name="connsiteX230" fmla="*/ 2679797 w 3405180"/>
                        <a:gd name="connsiteY230" fmla="*/ 202204 h 1830540"/>
                        <a:gd name="connsiteX231" fmla="*/ 2670282 w 3405180"/>
                        <a:gd name="connsiteY231" fmla="*/ 193878 h 1830540"/>
                        <a:gd name="connsiteX232" fmla="*/ 2665524 w 3405180"/>
                        <a:gd name="connsiteY232" fmla="*/ 187931 h 1830540"/>
                        <a:gd name="connsiteX233" fmla="*/ 2663145 w 3405180"/>
                        <a:gd name="connsiteY233" fmla="*/ 190310 h 1830540"/>
                        <a:gd name="connsiteX234" fmla="*/ 2664335 w 3405180"/>
                        <a:gd name="connsiteY234" fmla="*/ 197446 h 1830540"/>
                        <a:gd name="connsiteX235" fmla="*/ 2663145 w 3405180"/>
                        <a:gd name="connsiteY235" fmla="*/ 201015 h 1830540"/>
                        <a:gd name="connsiteX236" fmla="*/ 2657198 w 3405180"/>
                        <a:gd name="connsiteY236" fmla="*/ 192688 h 1830540"/>
                        <a:gd name="connsiteX237" fmla="*/ 2647683 w 3405180"/>
                        <a:gd name="connsiteY237" fmla="*/ 192688 h 1830540"/>
                        <a:gd name="connsiteX238" fmla="*/ 2647683 w 3405180"/>
                        <a:gd name="connsiteY238" fmla="*/ 197446 h 1830540"/>
                        <a:gd name="connsiteX239" fmla="*/ 2644114 w 3405180"/>
                        <a:gd name="connsiteY239" fmla="*/ 192688 h 1830540"/>
                        <a:gd name="connsiteX240" fmla="*/ 2636977 w 3405180"/>
                        <a:gd name="connsiteY240" fmla="*/ 195067 h 1830540"/>
                        <a:gd name="connsiteX241" fmla="*/ 2629841 w 3405180"/>
                        <a:gd name="connsiteY241" fmla="*/ 202204 h 1830540"/>
                        <a:gd name="connsiteX242" fmla="*/ 2627462 w 3405180"/>
                        <a:gd name="connsiteY242" fmla="*/ 198636 h 1830540"/>
                        <a:gd name="connsiteX243" fmla="*/ 2629841 w 3405180"/>
                        <a:gd name="connsiteY243" fmla="*/ 191499 h 1830540"/>
                        <a:gd name="connsiteX244" fmla="*/ 2623894 w 3405180"/>
                        <a:gd name="connsiteY244" fmla="*/ 183173 h 1830540"/>
                        <a:gd name="connsiteX245" fmla="*/ 2622705 w 3405180"/>
                        <a:gd name="connsiteY245" fmla="*/ 173657 h 1830540"/>
                        <a:gd name="connsiteX246" fmla="*/ 2620326 w 3405180"/>
                        <a:gd name="connsiteY246" fmla="*/ 165331 h 1830540"/>
                        <a:gd name="connsiteX247" fmla="*/ 2610810 w 3405180"/>
                        <a:gd name="connsiteY247" fmla="*/ 149869 h 1830540"/>
                        <a:gd name="connsiteX248" fmla="*/ 2595347 w 3405180"/>
                        <a:gd name="connsiteY248" fmla="*/ 139164 h 1830540"/>
                        <a:gd name="connsiteX249" fmla="*/ 2584643 w 3405180"/>
                        <a:gd name="connsiteY249" fmla="*/ 127270 h 1830540"/>
                        <a:gd name="connsiteX250" fmla="*/ 2566801 w 3405180"/>
                        <a:gd name="connsiteY250" fmla="*/ 121322 h 1830540"/>
                        <a:gd name="connsiteX251" fmla="*/ 2552528 w 3405180"/>
                        <a:gd name="connsiteY251" fmla="*/ 118944 h 1830540"/>
                        <a:gd name="connsiteX252" fmla="*/ 2538254 w 3405180"/>
                        <a:gd name="connsiteY252" fmla="*/ 122512 h 1830540"/>
                        <a:gd name="connsiteX253" fmla="*/ 2528739 w 3405180"/>
                        <a:gd name="connsiteY253" fmla="*/ 129648 h 1830540"/>
                        <a:gd name="connsiteX254" fmla="*/ 2520413 w 3405180"/>
                        <a:gd name="connsiteY254" fmla="*/ 128459 h 1830540"/>
                        <a:gd name="connsiteX255" fmla="*/ 2495435 w 3405180"/>
                        <a:gd name="connsiteY255" fmla="*/ 141543 h 1830540"/>
                        <a:gd name="connsiteX256" fmla="*/ 2485920 w 3405180"/>
                        <a:gd name="connsiteY256" fmla="*/ 142732 h 1830540"/>
                        <a:gd name="connsiteX257" fmla="*/ 2477593 w 3405180"/>
                        <a:gd name="connsiteY257" fmla="*/ 151058 h 1830540"/>
                        <a:gd name="connsiteX258" fmla="*/ 2464509 w 3405180"/>
                        <a:gd name="connsiteY258" fmla="*/ 160574 h 1830540"/>
                        <a:gd name="connsiteX259" fmla="*/ 2453805 w 3405180"/>
                        <a:gd name="connsiteY259" fmla="*/ 167710 h 1830540"/>
                        <a:gd name="connsiteX260" fmla="*/ 2445479 w 3405180"/>
                        <a:gd name="connsiteY260" fmla="*/ 171279 h 1830540"/>
                        <a:gd name="connsiteX261" fmla="*/ 2434773 w 3405180"/>
                        <a:gd name="connsiteY261" fmla="*/ 168900 h 1830540"/>
                        <a:gd name="connsiteX262" fmla="*/ 2419311 w 3405180"/>
                        <a:gd name="connsiteY262" fmla="*/ 173657 h 1830540"/>
                        <a:gd name="connsiteX263" fmla="*/ 2428826 w 3405180"/>
                        <a:gd name="connsiteY263" fmla="*/ 166521 h 1830540"/>
                        <a:gd name="connsiteX264" fmla="*/ 2432395 w 3405180"/>
                        <a:gd name="connsiteY264" fmla="*/ 159384 h 1830540"/>
                        <a:gd name="connsiteX265" fmla="*/ 2424069 w 3405180"/>
                        <a:gd name="connsiteY265" fmla="*/ 149869 h 1830540"/>
                        <a:gd name="connsiteX266" fmla="*/ 2409796 w 3405180"/>
                        <a:gd name="connsiteY266" fmla="*/ 147490 h 1830540"/>
                        <a:gd name="connsiteX267" fmla="*/ 2395522 w 3405180"/>
                        <a:gd name="connsiteY267" fmla="*/ 137974 h 1830540"/>
                        <a:gd name="connsiteX268" fmla="*/ 2391954 w 3405180"/>
                        <a:gd name="connsiteY268" fmla="*/ 145111 h 1830540"/>
                        <a:gd name="connsiteX269" fmla="*/ 2388386 w 3405180"/>
                        <a:gd name="connsiteY269" fmla="*/ 149869 h 1830540"/>
                        <a:gd name="connsiteX270" fmla="*/ 2388386 w 3405180"/>
                        <a:gd name="connsiteY270" fmla="*/ 157005 h 1830540"/>
                        <a:gd name="connsiteX271" fmla="*/ 2384818 w 3405180"/>
                        <a:gd name="connsiteY271" fmla="*/ 153437 h 1830540"/>
                        <a:gd name="connsiteX272" fmla="*/ 2380060 w 3405180"/>
                        <a:gd name="connsiteY272" fmla="*/ 162953 h 1830540"/>
                        <a:gd name="connsiteX273" fmla="*/ 2377681 w 3405180"/>
                        <a:gd name="connsiteY273" fmla="*/ 158195 h 1830540"/>
                        <a:gd name="connsiteX274" fmla="*/ 2381249 w 3405180"/>
                        <a:gd name="connsiteY274" fmla="*/ 148679 h 1830540"/>
                        <a:gd name="connsiteX275" fmla="*/ 2375302 w 3405180"/>
                        <a:gd name="connsiteY275" fmla="*/ 139164 h 1830540"/>
                        <a:gd name="connsiteX276" fmla="*/ 2370544 w 3405180"/>
                        <a:gd name="connsiteY276" fmla="*/ 141543 h 1830540"/>
                        <a:gd name="connsiteX277" fmla="*/ 2366976 w 3405180"/>
                        <a:gd name="connsiteY277" fmla="*/ 145111 h 1830540"/>
                        <a:gd name="connsiteX278" fmla="*/ 2364597 w 3405180"/>
                        <a:gd name="connsiteY278" fmla="*/ 153437 h 1830540"/>
                        <a:gd name="connsiteX279" fmla="*/ 2361029 w 3405180"/>
                        <a:gd name="connsiteY279" fmla="*/ 142732 h 1830540"/>
                        <a:gd name="connsiteX280" fmla="*/ 2356271 w 3405180"/>
                        <a:gd name="connsiteY280" fmla="*/ 136785 h 1830540"/>
                        <a:gd name="connsiteX281" fmla="*/ 2355082 w 3405180"/>
                        <a:gd name="connsiteY281" fmla="*/ 130838 h 1830540"/>
                        <a:gd name="connsiteX282" fmla="*/ 2349135 w 3405180"/>
                        <a:gd name="connsiteY282" fmla="*/ 136785 h 1830540"/>
                        <a:gd name="connsiteX283" fmla="*/ 2340808 w 3405180"/>
                        <a:gd name="connsiteY283" fmla="*/ 136785 h 1830540"/>
                        <a:gd name="connsiteX284" fmla="*/ 2333671 w 3405180"/>
                        <a:gd name="connsiteY284" fmla="*/ 140353 h 1830540"/>
                        <a:gd name="connsiteX285" fmla="*/ 2337240 w 3405180"/>
                        <a:gd name="connsiteY285" fmla="*/ 134406 h 1830540"/>
                        <a:gd name="connsiteX286" fmla="*/ 2333671 w 3405180"/>
                        <a:gd name="connsiteY286" fmla="*/ 122512 h 1830540"/>
                        <a:gd name="connsiteX287" fmla="*/ 2336050 w 3405180"/>
                        <a:gd name="connsiteY287" fmla="*/ 118944 h 1830540"/>
                        <a:gd name="connsiteX288" fmla="*/ 2344377 w 3405180"/>
                        <a:gd name="connsiteY288" fmla="*/ 124891 h 1830540"/>
                        <a:gd name="connsiteX289" fmla="*/ 2347945 w 3405180"/>
                        <a:gd name="connsiteY289" fmla="*/ 117754 h 1830540"/>
                        <a:gd name="connsiteX290" fmla="*/ 2341998 w 3405180"/>
                        <a:gd name="connsiteY290" fmla="*/ 108239 h 1830540"/>
                        <a:gd name="connsiteX291" fmla="*/ 2331293 w 3405180"/>
                        <a:gd name="connsiteY291" fmla="*/ 101102 h 1830540"/>
                        <a:gd name="connsiteX292" fmla="*/ 2309883 w 3405180"/>
                        <a:gd name="connsiteY292" fmla="*/ 96344 h 1830540"/>
                        <a:gd name="connsiteX293" fmla="*/ 2292041 w 3405180"/>
                        <a:gd name="connsiteY293" fmla="*/ 101102 h 1830540"/>
                        <a:gd name="connsiteX294" fmla="*/ 2280147 w 3405180"/>
                        <a:gd name="connsiteY294" fmla="*/ 102291 h 1830540"/>
                        <a:gd name="connsiteX295" fmla="*/ 2271821 w 3405180"/>
                        <a:gd name="connsiteY295" fmla="*/ 110617 h 1830540"/>
                        <a:gd name="connsiteX296" fmla="*/ 2273010 w 3405180"/>
                        <a:gd name="connsiteY296" fmla="*/ 128459 h 1830540"/>
                        <a:gd name="connsiteX297" fmla="*/ 2274200 w 3405180"/>
                        <a:gd name="connsiteY297" fmla="*/ 140353 h 1830540"/>
                        <a:gd name="connsiteX298" fmla="*/ 2274200 w 3405180"/>
                        <a:gd name="connsiteY298" fmla="*/ 149869 h 1830540"/>
                        <a:gd name="connsiteX299" fmla="*/ 2269442 w 3405180"/>
                        <a:gd name="connsiteY299" fmla="*/ 155816 h 1830540"/>
                        <a:gd name="connsiteX300" fmla="*/ 2265874 w 3405180"/>
                        <a:gd name="connsiteY300" fmla="*/ 165331 h 1830540"/>
                        <a:gd name="connsiteX301" fmla="*/ 2257548 w 3405180"/>
                        <a:gd name="connsiteY301" fmla="*/ 165331 h 1830540"/>
                        <a:gd name="connsiteX302" fmla="*/ 2256358 w 3405180"/>
                        <a:gd name="connsiteY302" fmla="*/ 159384 h 1830540"/>
                        <a:gd name="connsiteX303" fmla="*/ 2251601 w 3405180"/>
                        <a:gd name="connsiteY303" fmla="*/ 155816 h 1830540"/>
                        <a:gd name="connsiteX304" fmla="*/ 2258737 w 3405180"/>
                        <a:gd name="connsiteY304" fmla="*/ 154627 h 1830540"/>
                        <a:gd name="connsiteX305" fmla="*/ 2262305 w 3405180"/>
                        <a:gd name="connsiteY305" fmla="*/ 145111 h 1830540"/>
                        <a:gd name="connsiteX306" fmla="*/ 2259927 w 3405180"/>
                        <a:gd name="connsiteY306" fmla="*/ 135596 h 1830540"/>
                        <a:gd name="connsiteX307" fmla="*/ 2253980 w 3405180"/>
                        <a:gd name="connsiteY307" fmla="*/ 130838 h 1830540"/>
                        <a:gd name="connsiteX308" fmla="*/ 2251601 w 3405180"/>
                        <a:gd name="connsiteY308" fmla="*/ 126080 h 1830540"/>
                        <a:gd name="connsiteX309" fmla="*/ 2256358 w 3405180"/>
                        <a:gd name="connsiteY309" fmla="*/ 126080 h 1830540"/>
                        <a:gd name="connsiteX310" fmla="*/ 2259927 w 3405180"/>
                        <a:gd name="connsiteY310" fmla="*/ 122512 h 1830540"/>
                        <a:gd name="connsiteX311" fmla="*/ 2261116 w 3405180"/>
                        <a:gd name="connsiteY311" fmla="*/ 127270 h 1830540"/>
                        <a:gd name="connsiteX312" fmla="*/ 2268252 w 3405180"/>
                        <a:gd name="connsiteY312" fmla="*/ 135596 h 1830540"/>
                        <a:gd name="connsiteX313" fmla="*/ 2269442 w 3405180"/>
                        <a:gd name="connsiteY313" fmla="*/ 139164 h 1830540"/>
                        <a:gd name="connsiteX314" fmla="*/ 2270631 w 3405180"/>
                        <a:gd name="connsiteY314" fmla="*/ 122512 h 1830540"/>
                        <a:gd name="connsiteX315" fmla="*/ 2267063 w 3405180"/>
                        <a:gd name="connsiteY315" fmla="*/ 115375 h 1830540"/>
                        <a:gd name="connsiteX316" fmla="*/ 2258737 w 3405180"/>
                        <a:gd name="connsiteY316" fmla="*/ 118944 h 1830540"/>
                        <a:gd name="connsiteX317" fmla="*/ 2251601 w 3405180"/>
                        <a:gd name="connsiteY317" fmla="*/ 121322 h 1830540"/>
                        <a:gd name="connsiteX318" fmla="*/ 2237327 w 3405180"/>
                        <a:gd name="connsiteY318" fmla="*/ 132027 h 1830540"/>
                        <a:gd name="connsiteX319" fmla="*/ 2237327 w 3405180"/>
                        <a:gd name="connsiteY319" fmla="*/ 137974 h 1830540"/>
                        <a:gd name="connsiteX320" fmla="*/ 2232569 w 3405180"/>
                        <a:gd name="connsiteY320" fmla="*/ 140353 h 1830540"/>
                        <a:gd name="connsiteX321" fmla="*/ 2227812 w 3405180"/>
                        <a:gd name="connsiteY321" fmla="*/ 142732 h 1830540"/>
                        <a:gd name="connsiteX322" fmla="*/ 2226622 w 3405180"/>
                        <a:gd name="connsiteY322" fmla="*/ 135596 h 1830540"/>
                        <a:gd name="connsiteX323" fmla="*/ 2230191 w 3405180"/>
                        <a:gd name="connsiteY323" fmla="*/ 132027 h 1830540"/>
                        <a:gd name="connsiteX324" fmla="*/ 2225433 w 3405180"/>
                        <a:gd name="connsiteY324" fmla="*/ 124891 h 1830540"/>
                        <a:gd name="connsiteX325" fmla="*/ 2229001 w 3405180"/>
                        <a:gd name="connsiteY325" fmla="*/ 117754 h 1830540"/>
                        <a:gd name="connsiteX326" fmla="*/ 2233759 w 3405180"/>
                        <a:gd name="connsiteY326" fmla="*/ 120133 h 1830540"/>
                        <a:gd name="connsiteX327" fmla="*/ 2238517 w 3405180"/>
                        <a:gd name="connsiteY327" fmla="*/ 118944 h 1830540"/>
                        <a:gd name="connsiteX328" fmla="*/ 2245654 w 3405180"/>
                        <a:gd name="connsiteY328" fmla="*/ 120133 h 1830540"/>
                        <a:gd name="connsiteX329" fmla="*/ 2258737 w 3405180"/>
                        <a:gd name="connsiteY329" fmla="*/ 114186 h 1830540"/>
                        <a:gd name="connsiteX330" fmla="*/ 2265874 w 3405180"/>
                        <a:gd name="connsiteY330" fmla="*/ 111807 h 1830540"/>
                        <a:gd name="connsiteX331" fmla="*/ 2252790 w 3405180"/>
                        <a:gd name="connsiteY331" fmla="*/ 110617 h 1830540"/>
                        <a:gd name="connsiteX332" fmla="*/ 2243275 w 3405180"/>
                        <a:gd name="connsiteY332" fmla="*/ 111807 h 1830540"/>
                        <a:gd name="connsiteX333" fmla="*/ 2232569 w 3405180"/>
                        <a:gd name="connsiteY333" fmla="*/ 110617 h 1830540"/>
                        <a:gd name="connsiteX334" fmla="*/ 2213539 w 3405180"/>
                        <a:gd name="connsiteY334" fmla="*/ 111807 h 1830540"/>
                        <a:gd name="connsiteX335" fmla="*/ 2205213 w 3405180"/>
                        <a:gd name="connsiteY335" fmla="*/ 115375 h 1830540"/>
                        <a:gd name="connsiteX336" fmla="*/ 2171909 w 3405180"/>
                        <a:gd name="connsiteY336" fmla="*/ 115375 h 1830540"/>
                        <a:gd name="connsiteX337" fmla="*/ 2150499 w 3405180"/>
                        <a:gd name="connsiteY337" fmla="*/ 118944 h 1830540"/>
                        <a:gd name="connsiteX338" fmla="*/ 2139794 w 3405180"/>
                        <a:gd name="connsiteY338" fmla="*/ 112996 h 1830540"/>
                        <a:gd name="connsiteX339" fmla="*/ 2129089 w 3405180"/>
                        <a:gd name="connsiteY339" fmla="*/ 116565 h 1830540"/>
                        <a:gd name="connsiteX340" fmla="*/ 2123142 w 3405180"/>
                        <a:gd name="connsiteY340" fmla="*/ 118944 h 1830540"/>
                        <a:gd name="connsiteX341" fmla="*/ 2127899 w 3405180"/>
                        <a:gd name="connsiteY341" fmla="*/ 126080 h 1830540"/>
                        <a:gd name="connsiteX342" fmla="*/ 2137415 w 3405180"/>
                        <a:gd name="connsiteY342" fmla="*/ 127270 h 1830540"/>
                        <a:gd name="connsiteX343" fmla="*/ 2142173 w 3405180"/>
                        <a:gd name="connsiteY343" fmla="*/ 129648 h 1830540"/>
                        <a:gd name="connsiteX344" fmla="*/ 2148120 w 3405180"/>
                        <a:gd name="connsiteY344" fmla="*/ 129648 h 1830540"/>
                        <a:gd name="connsiteX345" fmla="*/ 2150499 w 3405180"/>
                        <a:gd name="connsiteY345" fmla="*/ 136785 h 1830540"/>
                        <a:gd name="connsiteX346" fmla="*/ 2144552 w 3405180"/>
                        <a:gd name="connsiteY346" fmla="*/ 141543 h 1830540"/>
                        <a:gd name="connsiteX347" fmla="*/ 2140983 w 3405180"/>
                        <a:gd name="connsiteY347" fmla="*/ 146301 h 1830540"/>
                        <a:gd name="connsiteX348" fmla="*/ 2132657 w 3405180"/>
                        <a:gd name="connsiteY348" fmla="*/ 145111 h 1830540"/>
                        <a:gd name="connsiteX349" fmla="*/ 2125520 w 3405180"/>
                        <a:gd name="connsiteY349" fmla="*/ 148679 h 1830540"/>
                        <a:gd name="connsiteX350" fmla="*/ 2125520 w 3405180"/>
                        <a:gd name="connsiteY350" fmla="*/ 157005 h 1830540"/>
                        <a:gd name="connsiteX351" fmla="*/ 2123142 w 3405180"/>
                        <a:gd name="connsiteY351" fmla="*/ 161763 h 1830540"/>
                        <a:gd name="connsiteX352" fmla="*/ 2129089 w 3405180"/>
                        <a:gd name="connsiteY352" fmla="*/ 171279 h 1830540"/>
                        <a:gd name="connsiteX353" fmla="*/ 2137415 w 3405180"/>
                        <a:gd name="connsiteY353" fmla="*/ 172468 h 1830540"/>
                        <a:gd name="connsiteX354" fmla="*/ 2140983 w 3405180"/>
                        <a:gd name="connsiteY354" fmla="*/ 164142 h 1830540"/>
                        <a:gd name="connsiteX355" fmla="*/ 2152878 w 3405180"/>
                        <a:gd name="connsiteY355" fmla="*/ 160574 h 1830540"/>
                        <a:gd name="connsiteX356" fmla="*/ 2152878 w 3405180"/>
                        <a:gd name="connsiteY356" fmla="*/ 168900 h 1830540"/>
                        <a:gd name="connsiteX357" fmla="*/ 2144552 w 3405180"/>
                        <a:gd name="connsiteY357" fmla="*/ 168900 h 1830540"/>
                        <a:gd name="connsiteX358" fmla="*/ 2148120 w 3405180"/>
                        <a:gd name="connsiteY358" fmla="*/ 174847 h 1830540"/>
                        <a:gd name="connsiteX359" fmla="*/ 2148120 w 3405180"/>
                        <a:gd name="connsiteY359" fmla="*/ 178415 h 1830540"/>
                        <a:gd name="connsiteX360" fmla="*/ 2148120 w 3405180"/>
                        <a:gd name="connsiteY360" fmla="*/ 183173 h 1830540"/>
                        <a:gd name="connsiteX361" fmla="*/ 2143362 w 3405180"/>
                        <a:gd name="connsiteY361" fmla="*/ 185552 h 1830540"/>
                        <a:gd name="connsiteX362" fmla="*/ 2148120 w 3405180"/>
                        <a:gd name="connsiteY362" fmla="*/ 186741 h 1830540"/>
                        <a:gd name="connsiteX363" fmla="*/ 2154067 w 3405180"/>
                        <a:gd name="connsiteY363" fmla="*/ 185552 h 1830540"/>
                        <a:gd name="connsiteX364" fmla="*/ 2155256 w 3405180"/>
                        <a:gd name="connsiteY364" fmla="*/ 193878 h 1830540"/>
                        <a:gd name="connsiteX365" fmla="*/ 2163582 w 3405180"/>
                        <a:gd name="connsiteY365" fmla="*/ 201015 h 1830540"/>
                        <a:gd name="connsiteX366" fmla="*/ 2168340 w 3405180"/>
                        <a:gd name="connsiteY366" fmla="*/ 199825 h 1830540"/>
                        <a:gd name="connsiteX367" fmla="*/ 2170719 w 3405180"/>
                        <a:gd name="connsiteY367" fmla="*/ 204583 h 1830540"/>
                        <a:gd name="connsiteX368" fmla="*/ 2175477 w 3405180"/>
                        <a:gd name="connsiteY368" fmla="*/ 211719 h 1830540"/>
                        <a:gd name="connsiteX369" fmla="*/ 2169529 w 3405180"/>
                        <a:gd name="connsiteY369" fmla="*/ 210530 h 1830540"/>
                        <a:gd name="connsiteX370" fmla="*/ 2164772 w 3405180"/>
                        <a:gd name="connsiteY370" fmla="*/ 214098 h 1830540"/>
                        <a:gd name="connsiteX371" fmla="*/ 2165961 w 3405180"/>
                        <a:gd name="connsiteY371" fmla="*/ 220045 h 1830540"/>
                        <a:gd name="connsiteX372" fmla="*/ 2162393 w 3405180"/>
                        <a:gd name="connsiteY372" fmla="*/ 217667 h 1830540"/>
                        <a:gd name="connsiteX373" fmla="*/ 2157635 w 3405180"/>
                        <a:gd name="connsiteY373" fmla="*/ 216477 h 1830540"/>
                        <a:gd name="connsiteX374" fmla="*/ 2155256 w 3405180"/>
                        <a:gd name="connsiteY374" fmla="*/ 210530 h 1830540"/>
                        <a:gd name="connsiteX375" fmla="*/ 2148120 w 3405180"/>
                        <a:gd name="connsiteY375" fmla="*/ 205772 h 1830540"/>
                        <a:gd name="connsiteX376" fmla="*/ 2144552 w 3405180"/>
                        <a:gd name="connsiteY376" fmla="*/ 208151 h 1830540"/>
                        <a:gd name="connsiteX377" fmla="*/ 2146931 w 3405180"/>
                        <a:gd name="connsiteY377" fmla="*/ 212909 h 1830540"/>
                        <a:gd name="connsiteX378" fmla="*/ 2143362 w 3405180"/>
                        <a:gd name="connsiteY378" fmla="*/ 215288 h 1830540"/>
                        <a:gd name="connsiteX379" fmla="*/ 2138604 w 3405180"/>
                        <a:gd name="connsiteY379" fmla="*/ 211719 h 1830540"/>
                        <a:gd name="connsiteX380" fmla="*/ 2137415 w 3405180"/>
                        <a:gd name="connsiteY380" fmla="*/ 217667 h 1830540"/>
                        <a:gd name="connsiteX381" fmla="*/ 2139794 w 3405180"/>
                        <a:gd name="connsiteY381" fmla="*/ 222424 h 1830540"/>
                        <a:gd name="connsiteX382" fmla="*/ 2140983 w 3405180"/>
                        <a:gd name="connsiteY382" fmla="*/ 229561 h 1830540"/>
                        <a:gd name="connsiteX383" fmla="*/ 2146931 w 3405180"/>
                        <a:gd name="connsiteY383" fmla="*/ 230750 h 1830540"/>
                        <a:gd name="connsiteX384" fmla="*/ 2152878 w 3405180"/>
                        <a:gd name="connsiteY384" fmla="*/ 227182 h 1830540"/>
                        <a:gd name="connsiteX385" fmla="*/ 2156446 w 3405180"/>
                        <a:gd name="connsiteY385" fmla="*/ 231940 h 1830540"/>
                        <a:gd name="connsiteX386" fmla="*/ 2152878 w 3405180"/>
                        <a:gd name="connsiteY386" fmla="*/ 234319 h 1830540"/>
                        <a:gd name="connsiteX387" fmla="*/ 2157635 w 3405180"/>
                        <a:gd name="connsiteY387" fmla="*/ 239076 h 1830540"/>
                        <a:gd name="connsiteX388" fmla="*/ 2146931 w 3405180"/>
                        <a:gd name="connsiteY388" fmla="*/ 240266 h 1830540"/>
                        <a:gd name="connsiteX389" fmla="*/ 2150499 w 3405180"/>
                        <a:gd name="connsiteY389" fmla="*/ 246213 h 1830540"/>
                        <a:gd name="connsiteX390" fmla="*/ 2139794 w 3405180"/>
                        <a:gd name="connsiteY390" fmla="*/ 245024 h 1830540"/>
                        <a:gd name="connsiteX391" fmla="*/ 2137415 w 3405180"/>
                        <a:gd name="connsiteY391" fmla="*/ 240266 h 1830540"/>
                        <a:gd name="connsiteX392" fmla="*/ 2127899 w 3405180"/>
                        <a:gd name="connsiteY392" fmla="*/ 239076 h 1830540"/>
                        <a:gd name="connsiteX393" fmla="*/ 2125520 w 3405180"/>
                        <a:gd name="connsiteY393" fmla="*/ 234319 h 1830540"/>
                        <a:gd name="connsiteX394" fmla="*/ 2117195 w 3405180"/>
                        <a:gd name="connsiteY394" fmla="*/ 230750 h 1830540"/>
                        <a:gd name="connsiteX395" fmla="*/ 2112437 w 3405180"/>
                        <a:gd name="connsiteY395" fmla="*/ 225993 h 1830540"/>
                        <a:gd name="connsiteX396" fmla="*/ 2104111 w 3405180"/>
                        <a:gd name="connsiteY396" fmla="*/ 225993 h 1830540"/>
                        <a:gd name="connsiteX397" fmla="*/ 2095784 w 3405180"/>
                        <a:gd name="connsiteY397" fmla="*/ 223614 h 1830540"/>
                        <a:gd name="connsiteX398" fmla="*/ 2077943 w 3405180"/>
                        <a:gd name="connsiteY398" fmla="*/ 230750 h 1830540"/>
                        <a:gd name="connsiteX399" fmla="*/ 2075565 w 3405180"/>
                        <a:gd name="connsiteY399" fmla="*/ 236698 h 1830540"/>
                        <a:gd name="connsiteX400" fmla="*/ 2075565 w 3405180"/>
                        <a:gd name="connsiteY400" fmla="*/ 240266 h 1830540"/>
                        <a:gd name="connsiteX401" fmla="*/ 2077943 w 3405180"/>
                        <a:gd name="connsiteY401" fmla="*/ 245024 h 1830540"/>
                        <a:gd name="connsiteX402" fmla="*/ 2081512 w 3405180"/>
                        <a:gd name="connsiteY402" fmla="*/ 252160 h 1830540"/>
                        <a:gd name="connsiteX403" fmla="*/ 2074375 w 3405180"/>
                        <a:gd name="connsiteY403" fmla="*/ 247403 h 1830540"/>
                        <a:gd name="connsiteX404" fmla="*/ 2070806 w 3405180"/>
                        <a:gd name="connsiteY404" fmla="*/ 250971 h 1830540"/>
                        <a:gd name="connsiteX405" fmla="*/ 2062480 w 3405180"/>
                        <a:gd name="connsiteY405" fmla="*/ 248592 h 1830540"/>
                        <a:gd name="connsiteX406" fmla="*/ 2045829 w 3405180"/>
                        <a:gd name="connsiteY406" fmla="*/ 252160 h 1830540"/>
                        <a:gd name="connsiteX407" fmla="*/ 2036313 w 3405180"/>
                        <a:gd name="connsiteY407" fmla="*/ 250971 h 1830540"/>
                        <a:gd name="connsiteX408" fmla="*/ 2031555 w 3405180"/>
                        <a:gd name="connsiteY408" fmla="*/ 245024 h 1830540"/>
                        <a:gd name="connsiteX409" fmla="*/ 2023229 w 3405180"/>
                        <a:gd name="connsiteY409" fmla="*/ 242645 h 1830540"/>
                        <a:gd name="connsiteX410" fmla="*/ 2017282 w 3405180"/>
                        <a:gd name="connsiteY410" fmla="*/ 233129 h 1830540"/>
                        <a:gd name="connsiteX411" fmla="*/ 2013714 w 3405180"/>
                        <a:gd name="connsiteY411" fmla="*/ 230750 h 1830540"/>
                        <a:gd name="connsiteX412" fmla="*/ 2010146 w 3405180"/>
                        <a:gd name="connsiteY412" fmla="*/ 228371 h 1830540"/>
                        <a:gd name="connsiteX413" fmla="*/ 2012524 w 3405180"/>
                        <a:gd name="connsiteY413" fmla="*/ 236698 h 1830540"/>
                        <a:gd name="connsiteX414" fmla="*/ 2016093 w 3405180"/>
                        <a:gd name="connsiteY414" fmla="*/ 242645 h 1830540"/>
                        <a:gd name="connsiteX415" fmla="*/ 2017282 w 3405180"/>
                        <a:gd name="connsiteY415" fmla="*/ 258107 h 1830540"/>
                        <a:gd name="connsiteX416" fmla="*/ 2027987 w 3405180"/>
                        <a:gd name="connsiteY416" fmla="*/ 278328 h 1830540"/>
                        <a:gd name="connsiteX417" fmla="*/ 2031555 w 3405180"/>
                        <a:gd name="connsiteY417" fmla="*/ 293790 h 1830540"/>
                        <a:gd name="connsiteX418" fmla="*/ 2035123 w 3405180"/>
                        <a:gd name="connsiteY418" fmla="*/ 308064 h 1830540"/>
                        <a:gd name="connsiteX419" fmla="*/ 2032744 w 3405180"/>
                        <a:gd name="connsiteY419" fmla="*/ 317579 h 1830540"/>
                        <a:gd name="connsiteX420" fmla="*/ 2027987 w 3405180"/>
                        <a:gd name="connsiteY420" fmla="*/ 311632 h 1830540"/>
                        <a:gd name="connsiteX421" fmla="*/ 2025608 w 3405180"/>
                        <a:gd name="connsiteY421" fmla="*/ 306874 h 1830540"/>
                        <a:gd name="connsiteX422" fmla="*/ 2020850 w 3405180"/>
                        <a:gd name="connsiteY422" fmla="*/ 303306 h 1830540"/>
                        <a:gd name="connsiteX423" fmla="*/ 2020850 w 3405180"/>
                        <a:gd name="connsiteY423" fmla="*/ 309253 h 1830540"/>
                        <a:gd name="connsiteX424" fmla="*/ 2018471 w 3405180"/>
                        <a:gd name="connsiteY424" fmla="*/ 312821 h 1830540"/>
                        <a:gd name="connsiteX425" fmla="*/ 2008956 w 3405180"/>
                        <a:gd name="connsiteY425" fmla="*/ 308064 h 1830540"/>
                        <a:gd name="connsiteX426" fmla="*/ 2003009 w 3405180"/>
                        <a:gd name="connsiteY426" fmla="*/ 300927 h 1830540"/>
                        <a:gd name="connsiteX427" fmla="*/ 1991114 w 3405180"/>
                        <a:gd name="connsiteY427" fmla="*/ 299738 h 1830540"/>
                        <a:gd name="connsiteX428" fmla="*/ 1987546 w 3405180"/>
                        <a:gd name="connsiteY428" fmla="*/ 294980 h 1830540"/>
                        <a:gd name="connsiteX429" fmla="*/ 1969704 w 3405180"/>
                        <a:gd name="connsiteY429" fmla="*/ 280707 h 1830540"/>
                        <a:gd name="connsiteX430" fmla="*/ 1963757 w 3405180"/>
                        <a:gd name="connsiteY430" fmla="*/ 275949 h 1830540"/>
                        <a:gd name="connsiteX431" fmla="*/ 1957810 w 3405180"/>
                        <a:gd name="connsiteY431" fmla="*/ 279517 h 1830540"/>
                        <a:gd name="connsiteX432" fmla="*/ 1954242 w 3405180"/>
                        <a:gd name="connsiteY432" fmla="*/ 274759 h 1830540"/>
                        <a:gd name="connsiteX433" fmla="*/ 1963757 w 3405180"/>
                        <a:gd name="connsiteY433" fmla="*/ 266433 h 1830540"/>
                        <a:gd name="connsiteX434" fmla="*/ 1967325 w 3405180"/>
                        <a:gd name="connsiteY434" fmla="*/ 265244 h 1830540"/>
                        <a:gd name="connsiteX435" fmla="*/ 1960189 w 3405180"/>
                        <a:gd name="connsiteY435" fmla="*/ 261676 h 1830540"/>
                        <a:gd name="connsiteX436" fmla="*/ 1951863 w 3405180"/>
                        <a:gd name="connsiteY436" fmla="*/ 254539 h 1830540"/>
                        <a:gd name="connsiteX437" fmla="*/ 1951863 w 3405180"/>
                        <a:gd name="connsiteY437" fmla="*/ 258107 h 1830540"/>
                        <a:gd name="connsiteX438" fmla="*/ 1956621 w 3405180"/>
                        <a:gd name="connsiteY438" fmla="*/ 265244 h 1830540"/>
                        <a:gd name="connsiteX439" fmla="*/ 1953052 w 3405180"/>
                        <a:gd name="connsiteY439" fmla="*/ 270002 h 1830540"/>
                        <a:gd name="connsiteX440" fmla="*/ 1948295 w 3405180"/>
                        <a:gd name="connsiteY440" fmla="*/ 273570 h 1830540"/>
                        <a:gd name="connsiteX441" fmla="*/ 1943537 w 3405180"/>
                        <a:gd name="connsiteY441" fmla="*/ 271191 h 1830540"/>
                        <a:gd name="connsiteX442" fmla="*/ 1934021 w 3405180"/>
                        <a:gd name="connsiteY442" fmla="*/ 266433 h 1830540"/>
                        <a:gd name="connsiteX443" fmla="*/ 1929263 w 3405180"/>
                        <a:gd name="connsiteY443" fmla="*/ 259297 h 1830540"/>
                        <a:gd name="connsiteX444" fmla="*/ 1918559 w 3405180"/>
                        <a:gd name="connsiteY444" fmla="*/ 258107 h 1830540"/>
                        <a:gd name="connsiteX445" fmla="*/ 1918559 w 3405180"/>
                        <a:gd name="connsiteY445" fmla="*/ 254539 h 1830540"/>
                        <a:gd name="connsiteX446" fmla="*/ 1914991 w 3405180"/>
                        <a:gd name="connsiteY446" fmla="*/ 249781 h 1830540"/>
                        <a:gd name="connsiteX447" fmla="*/ 1925695 w 3405180"/>
                        <a:gd name="connsiteY447" fmla="*/ 250971 h 1830540"/>
                        <a:gd name="connsiteX448" fmla="*/ 1929263 w 3405180"/>
                        <a:gd name="connsiteY448" fmla="*/ 253350 h 1830540"/>
                        <a:gd name="connsiteX449" fmla="*/ 1934021 w 3405180"/>
                        <a:gd name="connsiteY449" fmla="*/ 253350 h 1830540"/>
                        <a:gd name="connsiteX450" fmla="*/ 1938779 w 3405180"/>
                        <a:gd name="connsiteY450" fmla="*/ 255729 h 1830540"/>
                        <a:gd name="connsiteX451" fmla="*/ 1944727 w 3405180"/>
                        <a:gd name="connsiteY451" fmla="*/ 249781 h 1830540"/>
                        <a:gd name="connsiteX452" fmla="*/ 1948295 w 3405180"/>
                        <a:gd name="connsiteY452" fmla="*/ 242645 h 1830540"/>
                        <a:gd name="connsiteX453" fmla="*/ 1942348 w 3405180"/>
                        <a:gd name="connsiteY453" fmla="*/ 241455 h 1830540"/>
                        <a:gd name="connsiteX454" fmla="*/ 1941158 w 3405180"/>
                        <a:gd name="connsiteY454" fmla="*/ 237887 h 1830540"/>
                        <a:gd name="connsiteX455" fmla="*/ 1936400 w 3405180"/>
                        <a:gd name="connsiteY455" fmla="*/ 236698 h 1830540"/>
                        <a:gd name="connsiteX456" fmla="*/ 1938779 w 3405180"/>
                        <a:gd name="connsiteY456" fmla="*/ 229561 h 1830540"/>
                        <a:gd name="connsiteX457" fmla="*/ 1934021 w 3405180"/>
                        <a:gd name="connsiteY457" fmla="*/ 223614 h 1830540"/>
                        <a:gd name="connsiteX458" fmla="*/ 1929263 w 3405180"/>
                        <a:gd name="connsiteY458" fmla="*/ 223614 h 1830540"/>
                        <a:gd name="connsiteX459" fmla="*/ 1926885 w 3405180"/>
                        <a:gd name="connsiteY459" fmla="*/ 218856 h 1830540"/>
                        <a:gd name="connsiteX460" fmla="*/ 1922127 w 3405180"/>
                        <a:gd name="connsiteY460" fmla="*/ 222424 h 1830540"/>
                        <a:gd name="connsiteX461" fmla="*/ 1918559 w 3405180"/>
                        <a:gd name="connsiteY461" fmla="*/ 224803 h 1830540"/>
                        <a:gd name="connsiteX462" fmla="*/ 1911422 w 3405180"/>
                        <a:gd name="connsiteY462" fmla="*/ 223614 h 1830540"/>
                        <a:gd name="connsiteX463" fmla="*/ 1912612 w 3405180"/>
                        <a:gd name="connsiteY463" fmla="*/ 216477 h 1830540"/>
                        <a:gd name="connsiteX464" fmla="*/ 1919748 w 3405180"/>
                        <a:gd name="connsiteY464" fmla="*/ 208151 h 1830540"/>
                        <a:gd name="connsiteX465" fmla="*/ 1917369 w 3405180"/>
                        <a:gd name="connsiteY465" fmla="*/ 203393 h 1830540"/>
                        <a:gd name="connsiteX466" fmla="*/ 1912612 w 3405180"/>
                        <a:gd name="connsiteY466" fmla="*/ 206962 h 1830540"/>
                        <a:gd name="connsiteX467" fmla="*/ 1910233 w 3405180"/>
                        <a:gd name="connsiteY467" fmla="*/ 209341 h 1830540"/>
                        <a:gd name="connsiteX468" fmla="*/ 1907854 w 3405180"/>
                        <a:gd name="connsiteY468" fmla="*/ 211719 h 1830540"/>
                        <a:gd name="connsiteX469" fmla="*/ 1907854 w 3405180"/>
                        <a:gd name="connsiteY469" fmla="*/ 204583 h 1830540"/>
                        <a:gd name="connsiteX470" fmla="*/ 1911422 w 3405180"/>
                        <a:gd name="connsiteY470" fmla="*/ 201015 h 1830540"/>
                        <a:gd name="connsiteX471" fmla="*/ 1910233 w 3405180"/>
                        <a:gd name="connsiteY471" fmla="*/ 196257 h 1830540"/>
                        <a:gd name="connsiteX472" fmla="*/ 1904286 w 3405180"/>
                        <a:gd name="connsiteY472" fmla="*/ 197446 h 1830540"/>
                        <a:gd name="connsiteX473" fmla="*/ 1903096 w 3405180"/>
                        <a:gd name="connsiteY473" fmla="*/ 193878 h 1830540"/>
                        <a:gd name="connsiteX474" fmla="*/ 1897149 w 3405180"/>
                        <a:gd name="connsiteY474" fmla="*/ 191499 h 1830540"/>
                        <a:gd name="connsiteX475" fmla="*/ 1897149 w 3405180"/>
                        <a:gd name="connsiteY475" fmla="*/ 189120 h 1830540"/>
                        <a:gd name="connsiteX476" fmla="*/ 1893580 w 3405180"/>
                        <a:gd name="connsiteY476" fmla="*/ 185552 h 1830540"/>
                        <a:gd name="connsiteX477" fmla="*/ 1897149 w 3405180"/>
                        <a:gd name="connsiteY477" fmla="*/ 180794 h 1830540"/>
                        <a:gd name="connsiteX478" fmla="*/ 1893580 w 3405180"/>
                        <a:gd name="connsiteY478" fmla="*/ 178415 h 1830540"/>
                        <a:gd name="connsiteX479" fmla="*/ 1886444 w 3405180"/>
                        <a:gd name="connsiteY479" fmla="*/ 185552 h 1830540"/>
                        <a:gd name="connsiteX480" fmla="*/ 1885255 w 3405180"/>
                        <a:gd name="connsiteY480" fmla="*/ 176036 h 1830540"/>
                        <a:gd name="connsiteX481" fmla="*/ 1879308 w 3405180"/>
                        <a:gd name="connsiteY481" fmla="*/ 171279 h 1830540"/>
                        <a:gd name="connsiteX482" fmla="*/ 1873361 w 3405180"/>
                        <a:gd name="connsiteY482" fmla="*/ 176036 h 1830540"/>
                        <a:gd name="connsiteX483" fmla="*/ 1872171 w 3405180"/>
                        <a:gd name="connsiteY483" fmla="*/ 168900 h 1830540"/>
                        <a:gd name="connsiteX484" fmla="*/ 1868603 w 3405180"/>
                        <a:gd name="connsiteY484" fmla="*/ 170089 h 1830540"/>
                        <a:gd name="connsiteX485" fmla="*/ 1863844 w 3405180"/>
                        <a:gd name="connsiteY485" fmla="*/ 174847 h 1830540"/>
                        <a:gd name="connsiteX486" fmla="*/ 1862655 w 3405180"/>
                        <a:gd name="connsiteY486" fmla="*/ 168900 h 1830540"/>
                        <a:gd name="connsiteX487" fmla="*/ 1862655 w 3405180"/>
                        <a:gd name="connsiteY487" fmla="*/ 164142 h 1830540"/>
                        <a:gd name="connsiteX488" fmla="*/ 1854329 w 3405180"/>
                        <a:gd name="connsiteY488" fmla="*/ 164142 h 1830540"/>
                        <a:gd name="connsiteX489" fmla="*/ 1851950 w 3405180"/>
                        <a:gd name="connsiteY489" fmla="*/ 167710 h 1830540"/>
                        <a:gd name="connsiteX490" fmla="*/ 1849572 w 3405180"/>
                        <a:gd name="connsiteY490" fmla="*/ 162953 h 1830540"/>
                        <a:gd name="connsiteX491" fmla="*/ 1844814 w 3405180"/>
                        <a:gd name="connsiteY491" fmla="*/ 165331 h 1830540"/>
                        <a:gd name="connsiteX492" fmla="*/ 1835298 w 3405180"/>
                        <a:gd name="connsiteY492" fmla="*/ 166521 h 1830540"/>
                        <a:gd name="connsiteX493" fmla="*/ 1838867 w 3405180"/>
                        <a:gd name="connsiteY493" fmla="*/ 171279 h 1830540"/>
                        <a:gd name="connsiteX494" fmla="*/ 1840056 w 3405180"/>
                        <a:gd name="connsiteY494" fmla="*/ 176036 h 1830540"/>
                        <a:gd name="connsiteX495" fmla="*/ 1835298 w 3405180"/>
                        <a:gd name="connsiteY495" fmla="*/ 176036 h 1830540"/>
                        <a:gd name="connsiteX496" fmla="*/ 1834109 w 3405180"/>
                        <a:gd name="connsiteY496" fmla="*/ 180794 h 1830540"/>
                        <a:gd name="connsiteX497" fmla="*/ 1826972 w 3405180"/>
                        <a:gd name="connsiteY497" fmla="*/ 179605 h 1830540"/>
                        <a:gd name="connsiteX498" fmla="*/ 1831730 w 3405180"/>
                        <a:gd name="connsiteY498" fmla="*/ 173657 h 1830540"/>
                        <a:gd name="connsiteX499" fmla="*/ 1829351 w 3405180"/>
                        <a:gd name="connsiteY499" fmla="*/ 168900 h 1830540"/>
                        <a:gd name="connsiteX500" fmla="*/ 1826972 w 3405180"/>
                        <a:gd name="connsiteY500" fmla="*/ 165331 h 1830540"/>
                        <a:gd name="connsiteX501" fmla="*/ 1823404 w 3405180"/>
                        <a:gd name="connsiteY501" fmla="*/ 167710 h 1830540"/>
                        <a:gd name="connsiteX502" fmla="*/ 1823404 w 3405180"/>
                        <a:gd name="connsiteY502" fmla="*/ 172468 h 1830540"/>
                        <a:gd name="connsiteX503" fmla="*/ 1819836 w 3405180"/>
                        <a:gd name="connsiteY503" fmla="*/ 173657 h 1830540"/>
                        <a:gd name="connsiteX504" fmla="*/ 1817457 w 3405180"/>
                        <a:gd name="connsiteY504" fmla="*/ 168900 h 1830540"/>
                        <a:gd name="connsiteX505" fmla="*/ 1811510 w 3405180"/>
                        <a:gd name="connsiteY505" fmla="*/ 167710 h 1830540"/>
                        <a:gd name="connsiteX506" fmla="*/ 1809131 w 3405180"/>
                        <a:gd name="connsiteY506" fmla="*/ 162953 h 1830540"/>
                        <a:gd name="connsiteX507" fmla="*/ 1806752 w 3405180"/>
                        <a:gd name="connsiteY507" fmla="*/ 166521 h 1830540"/>
                        <a:gd name="connsiteX508" fmla="*/ 1798426 w 3405180"/>
                        <a:gd name="connsiteY508" fmla="*/ 167710 h 1830540"/>
                        <a:gd name="connsiteX509" fmla="*/ 1796047 w 3405180"/>
                        <a:gd name="connsiteY509" fmla="*/ 164142 h 1830540"/>
                        <a:gd name="connsiteX510" fmla="*/ 1792478 w 3405180"/>
                        <a:gd name="connsiteY510" fmla="*/ 171279 h 1830540"/>
                        <a:gd name="connsiteX511" fmla="*/ 1788910 w 3405180"/>
                        <a:gd name="connsiteY511" fmla="*/ 168900 h 1830540"/>
                        <a:gd name="connsiteX512" fmla="*/ 1786531 w 3405180"/>
                        <a:gd name="connsiteY512" fmla="*/ 166521 h 1830540"/>
                        <a:gd name="connsiteX513" fmla="*/ 1780584 w 3405180"/>
                        <a:gd name="connsiteY513" fmla="*/ 167710 h 1830540"/>
                        <a:gd name="connsiteX514" fmla="*/ 1781774 w 3405180"/>
                        <a:gd name="connsiteY514" fmla="*/ 171279 h 1830540"/>
                        <a:gd name="connsiteX515" fmla="*/ 1782963 w 3405180"/>
                        <a:gd name="connsiteY515" fmla="*/ 173657 h 1830540"/>
                        <a:gd name="connsiteX516" fmla="*/ 1782963 w 3405180"/>
                        <a:gd name="connsiteY516" fmla="*/ 176036 h 1830540"/>
                        <a:gd name="connsiteX517" fmla="*/ 1779395 w 3405180"/>
                        <a:gd name="connsiteY517" fmla="*/ 176036 h 1830540"/>
                        <a:gd name="connsiteX518" fmla="*/ 1777016 w 3405180"/>
                        <a:gd name="connsiteY518" fmla="*/ 179605 h 1830540"/>
                        <a:gd name="connsiteX519" fmla="*/ 1774637 w 3405180"/>
                        <a:gd name="connsiteY519" fmla="*/ 174847 h 1830540"/>
                        <a:gd name="connsiteX520" fmla="*/ 1772259 w 3405180"/>
                        <a:gd name="connsiteY520" fmla="*/ 177226 h 1830540"/>
                        <a:gd name="connsiteX521" fmla="*/ 1771069 w 3405180"/>
                        <a:gd name="connsiteY521" fmla="*/ 179605 h 1830540"/>
                        <a:gd name="connsiteX522" fmla="*/ 1772259 w 3405180"/>
                        <a:gd name="connsiteY522" fmla="*/ 187931 h 1830540"/>
                        <a:gd name="connsiteX523" fmla="*/ 1775827 w 3405180"/>
                        <a:gd name="connsiteY523" fmla="*/ 191499 h 1830540"/>
                        <a:gd name="connsiteX524" fmla="*/ 1777016 w 3405180"/>
                        <a:gd name="connsiteY524" fmla="*/ 196257 h 1830540"/>
                        <a:gd name="connsiteX525" fmla="*/ 1779395 w 3405180"/>
                        <a:gd name="connsiteY525" fmla="*/ 197446 h 1830540"/>
                        <a:gd name="connsiteX526" fmla="*/ 1781774 w 3405180"/>
                        <a:gd name="connsiteY526" fmla="*/ 203393 h 1830540"/>
                        <a:gd name="connsiteX527" fmla="*/ 1788910 w 3405180"/>
                        <a:gd name="connsiteY527" fmla="*/ 204583 h 1830540"/>
                        <a:gd name="connsiteX528" fmla="*/ 1788910 w 3405180"/>
                        <a:gd name="connsiteY528" fmla="*/ 212909 h 1830540"/>
                        <a:gd name="connsiteX529" fmla="*/ 1793668 w 3405180"/>
                        <a:gd name="connsiteY529" fmla="*/ 217667 h 1830540"/>
                        <a:gd name="connsiteX530" fmla="*/ 1792478 w 3405180"/>
                        <a:gd name="connsiteY530" fmla="*/ 222424 h 1830540"/>
                        <a:gd name="connsiteX531" fmla="*/ 1790100 w 3405180"/>
                        <a:gd name="connsiteY531" fmla="*/ 225993 h 1830540"/>
                        <a:gd name="connsiteX532" fmla="*/ 1787721 w 3405180"/>
                        <a:gd name="connsiteY532" fmla="*/ 220045 h 1830540"/>
                        <a:gd name="connsiteX533" fmla="*/ 1781774 w 3405180"/>
                        <a:gd name="connsiteY533" fmla="*/ 222424 h 1830540"/>
                        <a:gd name="connsiteX534" fmla="*/ 1775827 w 3405180"/>
                        <a:gd name="connsiteY534" fmla="*/ 220045 h 1830540"/>
                        <a:gd name="connsiteX535" fmla="*/ 1771069 w 3405180"/>
                        <a:gd name="connsiteY535" fmla="*/ 222424 h 1830540"/>
                        <a:gd name="connsiteX536" fmla="*/ 1772259 w 3405180"/>
                        <a:gd name="connsiteY536" fmla="*/ 225993 h 1830540"/>
                        <a:gd name="connsiteX537" fmla="*/ 1769880 w 3405180"/>
                        <a:gd name="connsiteY537" fmla="*/ 228371 h 1830540"/>
                        <a:gd name="connsiteX538" fmla="*/ 1767501 w 3405180"/>
                        <a:gd name="connsiteY538" fmla="*/ 231940 h 1830540"/>
                        <a:gd name="connsiteX539" fmla="*/ 1757985 w 3405180"/>
                        <a:gd name="connsiteY539" fmla="*/ 229561 h 1830540"/>
                        <a:gd name="connsiteX540" fmla="*/ 1747280 w 3405180"/>
                        <a:gd name="connsiteY540" fmla="*/ 236698 h 1830540"/>
                        <a:gd name="connsiteX541" fmla="*/ 1738954 w 3405180"/>
                        <a:gd name="connsiteY541" fmla="*/ 236698 h 1830540"/>
                        <a:gd name="connsiteX542" fmla="*/ 1734197 w 3405180"/>
                        <a:gd name="connsiteY542" fmla="*/ 239076 h 1830540"/>
                        <a:gd name="connsiteX543" fmla="*/ 1729438 w 3405180"/>
                        <a:gd name="connsiteY543" fmla="*/ 235508 h 1830540"/>
                        <a:gd name="connsiteX544" fmla="*/ 1724681 w 3405180"/>
                        <a:gd name="connsiteY544" fmla="*/ 234319 h 1830540"/>
                        <a:gd name="connsiteX545" fmla="*/ 1729438 w 3405180"/>
                        <a:gd name="connsiteY545" fmla="*/ 231940 h 1830540"/>
                        <a:gd name="connsiteX546" fmla="*/ 1725870 w 3405180"/>
                        <a:gd name="connsiteY546" fmla="*/ 228371 h 1830540"/>
                        <a:gd name="connsiteX547" fmla="*/ 1723491 w 3405180"/>
                        <a:gd name="connsiteY547" fmla="*/ 224803 h 1830540"/>
                        <a:gd name="connsiteX548" fmla="*/ 1717544 w 3405180"/>
                        <a:gd name="connsiteY548" fmla="*/ 221235 h 1830540"/>
                        <a:gd name="connsiteX549" fmla="*/ 1713976 w 3405180"/>
                        <a:gd name="connsiteY549" fmla="*/ 224803 h 1830540"/>
                        <a:gd name="connsiteX550" fmla="*/ 1713976 w 3405180"/>
                        <a:gd name="connsiteY550" fmla="*/ 227182 h 1830540"/>
                        <a:gd name="connsiteX551" fmla="*/ 1717544 w 3405180"/>
                        <a:gd name="connsiteY551" fmla="*/ 229561 h 1830540"/>
                        <a:gd name="connsiteX552" fmla="*/ 1718734 w 3405180"/>
                        <a:gd name="connsiteY552" fmla="*/ 235508 h 1830540"/>
                        <a:gd name="connsiteX553" fmla="*/ 1715165 w 3405180"/>
                        <a:gd name="connsiteY553" fmla="*/ 237887 h 1830540"/>
                        <a:gd name="connsiteX554" fmla="*/ 1711597 w 3405180"/>
                        <a:gd name="connsiteY554" fmla="*/ 235508 h 1830540"/>
                        <a:gd name="connsiteX555" fmla="*/ 1694945 w 3405180"/>
                        <a:gd name="connsiteY555" fmla="*/ 235508 h 1830540"/>
                        <a:gd name="connsiteX556" fmla="*/ 1688998 w 3405180"/>
                        <a:gd name="connsiteY556" fmla="*/ 234319 h 1830540"/>
                        <a:gd name="connsiteX557" fmla="*/ 1686619 w 3405180"/>
                        <a:gd name="connsiteY557" fmla="*/ 231940 h 1830540"/>
                        <a:gd name="connsiteX558" fmla="*/ 1685429 w 3405180"/>
                        <a:gd name="connsiteY558" fmla="*/ 229561 h 1830540"/>
                        <a:gd name="connsiteX559" fmla="*/ 1681861 w 3405180"/>
                        <a:gd name="connsiteY559" fmla="*/ 224803 h 1830540"/>
                        <a:gd name="connsiteX560" fmla="*/ 1680672 w 3405180"/>
                        <a:gd name="connsiteY560" fmla="*/ 218856 h 1830540"/>
                        <a:gd name="connsiteX561" fmla="*/ 1684240 w 3405180"/>
                        <a:gd name="connsiteY561" fmla="*/ 216477 h 1830540"/>
                        <a:gd name="connsiteX562" fmla="*/ 1685429 w 3405180"/>
                        <a:gd name="connsiteY562" fmla="*/ 211719 h 1830540"/>
                        <a:gd name="connsiteX563" fmla="*/ 1686619 w 3405180"/>
                        <a:gd name="connsiteY563" fmla="*/ 208151 h 1830540"/>
                        <a:gd name="connsiteX564" fmla="*/ 1679482 w 3405180"/>
                        <a:gd name="connsiteY564" fmla="*/ 205772 h 1830540"/>
                        <a:gd name="connsiteX565" fmla="*/ 1668778 w 3405180"/>
                        <a:gd name="connsiteY565" fmla="*/ 205772 h 1830540"/>
                        <a:gd name="connsiteX566" fmla="*/ 1654504 w 3405180"/>
                        <a:gd name="connsiteY566" fmla="*/ 212909 h 1830540"/>
                        <a:gd name="connsiteX567" fmla="*/ 1629526 w 3405180"/>
                        <a:gd name="connsiteY567" fmla="*/ 214098 h 1830540"/>
                        <a:gd name="connsiteX568" fmla="*/ 1617632 w 3405180"/>
                        <a:gd name="connsiteY568" fmla="*/ 218856 h 1830540"/>
                        <a:gd name="connsiteX569" fmla="*/ 1606927 w 3405180"/>
                        <a:gd name="connsiteY569" fmla="*/ 220045 h 1830540"/>
                        <a:gd name="connsiteX570" fmla="*/ 1604548 w 3405180"/>
                        <a:gd name="connsiteY570" fmla="*/ 223614 h 1830540"/>
                        <a:gd name="connsiteX571" fmla="*/ 1598601 w 3405180"/>
                        <a:gd name="connsiteY571" fmla="*/ 224803 h 1830540"/>
                        <a:gd name="connsiteX572" fmla="*/ 1592653 w 3405180"/>
                        <a:gd name="connsiteY572" fmla="*/ 230750 h 1830540"/>
                        <a:gd name="connsiteX573" fmla="*/ 1587896 w 3405180"/>
                        <a:gd name="connsiteY573" fmla="*/ 236698 h 1830540"/>
                        <a:gd name="connsiteX574" fmla="*/ 1590274 w 3405180"/>
                        <a:gd name="connsiteY574" fmla="*/ 240266 h 1830540"/>
                        <a:gd name="connsiteX575" fmla="*/ 1592653 w 3405180"/>
                        <a:gd name="connsiteY575" fmla="*/ 243834 h 1830540"/>
                        <a:gd name="connsiteX576" fmla="*/ 1599791 w 3405180"/>
                        <a:gd name="connsiteY576" fmla="*/ 241455 h 1830540"/>
                        <a:gd name="connsiteX577" fmla="*/ 1596222 w 3405180"/>
                        <a:gd name="connsiteY577" fmla="*/ 246213 h 1830540"/>
                        <a:gd name="connsiteX578" fmla="*/ 1591464 w 3405180"/>
                        <a:gd name="connsiteY578" fmla="*/ 250971 h 1830540"/>
                        <a:gd name="connsiteX579" fmla="*/ 1589085 w 3405180"/>
                        <a:gd name="connsiteY579" fmla="*/ 255729 h 1830540"/>
                        <a:gd name="connsiteX580" fmla="*/ 1586706 w 3405180"/>
                        <a:gd name="connsiteY580" fmla="*/ 242645 h 1830540"/>
                        <a:gd name="connsiteX581" fmla="*/ 1580759 w 3405180"/>
                        <a:gd name="connsiteY581" fmla="*/ 236698 h 1830540"/>
                        <a:gd name="connsiteX582" fmla="*/ 1579570 w 3405180"/>
                        <a:gd name="connsiteY582" fmla="*/ 228371 h 1830540"/>
                        <a:gd name="connsiteX583" fmla="*/ 1570055 w 3405180"/>
                        <a:gd name="connsiteY583" fmla="*/ 222424 h 1830540"/>
                        <a:gd name="connsiteX584" fmla="*/ 1559349 w 3405180"/>
                        <a:gd name="connsiteY584" fmla="*/ 214098 h 1830540"/>
                        <a:gd name="connsiteX585" fmla="*/ 1561728 w 3405180"/>
                        <a:gd name="connsiteY585" fmla="*/ 221235 h 1830540"/>
                        <a:gd name="connsiteX586" fmla="*/ 1567676 w 3405180"/>
                        <a:gd name="connsiteY586" fmla="*/ 229561 h 1830540"/>
                        <a:gd name="connsiteX587" fmla="*/ 1564107 w 3405180"/>
                        <a:gd name="connsiteY587" fmla="*/ 234319 h 1830540"/>
                        <a:gd name="connsiteX588" fmla="*/ 1561728 w 3405180"/>
                        <a:gd name="connsiteY588" fmla="*/ 237887 h 1830540"/>
                        <a:gd name="connsiteX589" fmla="*/ 1552213 w 3405180"/>
                        <a:gd name="connsiteY589" fmla="*/ 237887 h 1830540"/>
                        <a:gd name="connsiteX590" fmla="*/ 1547455 w 3405180"/>
                        <a:gd name="connsiteY590" fmla="*/ 241455 h 1830540"/>
                        <a:gd name="connsiteX591" fmla="*/ 1529614 w 3405180"/>
                        <a:gd name="connsiteY591" fmla="*/ 227182 h 1830540"/>
                        <a:gd name="connsiteX592" fmla="*/ 1529614 w 3405180"/>
                        <a:gd name="connsiteY592" fmla="*/ 222424 h 1830540"/>
                        <a:gd name="connsiteX593" fmla="*/ 1531993 w 3405180"/>
                        <a:gd name="connsiteY593" fmla="*/ 218856 h 1830540"/>
                        <a:gd name="connsiteX594" fmla="*/ 1528424 w 3405180"/>
                        <a:gd name="connsiteY594" fmla="*/ 217667 h 1830540"/>
                        <a:gd name="connsiteX595" fmla="*/ 1524856 w 3405180"/>
                        <a:gd name="connsiteY595" fmla="*/ 218856 h 1830540"/>
                        <a:gd name="connsiteX596" fmla="*/ 1524856 w 3405180"/>
                        <a:gd name="connsiteY596" fmla="*/ 227182 h 1830540"/>
                        <a:gd name="connsiteX597" fmla="*/ 1523666 w 3405180"/>
                        <a:gd name="connsiteY597" fmla="*/ 229561 h 1830540"/>
                        <a:gd name="connsiteX598" fmla="*/ 1518908 w 3405180"/>
                        <a:gd name="connsiteY598" fmla="*/ 228371 h 1830540"/>
                        <a:gd name="connsiteX599" fmla="*/ 1515340 w 3405180"/>
                        <a:gd name="connsiteY599" fmla="*/ 224803 h 1830540"/>
                        <a:gd name="connsiteX600" fmla="*/ 1504636 w 3405180"/>
                        <a:gd name="connsiteY600" fmla="*/ 225993 h 1830540"/>
                        <a:gd name="connsiteX601" fmla="*/ 1502257 w 3405180"/>
                        <a:gd name="connsiteY601" fmla="*/ 233129 h 1830540"/>
                        <a:gd name="connsiteX602" fmla="*/ 1501067 w 3405180"/>
                        <a:gd name="connsiteY602" fmla="*/ 240266 h 1830540"/>
                        <a:gd name="connsiteX603" fmla="*/ 1498689 w 3405180"/>
                        <a:gd name="connsiteY603" fmla="*/ 245024 h 1830540"/>
                        <a:gd name="connsiteX604" fmla="*/ 1502257 w 3405180"/>
                        <a:gd name="connsiteY604" fmla="*/ 249781 h 1830540"/>
                        <a:gd name="connsiteX605" fmla="*/ 1507014 w 3405180"/>
                        <a:gd name="connsiteY605" fmla="*/ 254539 h 1830540"/>
                        <a:gd name="connsiteX606" fmla="*/ 1514151 w 3405180"/>
                        <a:gd name="connsiteY606" fmla="*/ 248592 h 1830540"/>
                        <a:gd name="connsiteX607" fmla="*/ 1516530 w 3405180"/>
                        <a:gd name="connsiteY607" fmla="*/ 246213 h 1830540"/>
                        <a:gd name="connsiteX608" fmla="*/ 1520098 w 3405180"/>
                        <a:gd name="connsiteY608" fmla="*/ 241455 h 1830540"/>
                        <a:gd name="connsiteX609" fmla="*/ 1526045 w 3405180"/>
                        <a:gd name="connsiteY609" fmla="*/ 239076 h 1830540"/>
                        <a:gd name="connsiteX610" fmla="*/ 1527235 w 3405180"/>
                        <a:gd name="connsiteY610" fmla="*/ 248592 h 1830540"/>
                        <a:gd name="connsiteX611" fmla="*/ 1517719 w 3405180"/>
                        <a:gd name="connsiteY611" fmla="*/ 255729 h 1830540"/>
                        <a:gd name="connsiteX612" fmla="*/ 1520098 w 3405180"/>
                        <a:gd name="connsiteY612" fmla="*/ 260486 h 1830540"/>
                        <a:gd name="connsiteX613" fmla="*/ 1512961 w 3405180"/>
                        <a:gd name="connsiteY613" fmla="*/ 266433 h 1830540"/>
                        <a:gd name="connsiteX614" fmla="*/ 1504636 w 3405180"/>
                        <a:gd name="connsiteY614" fmla="*/ 262865 h 1830540"/>
                        <a:gd name="connsiteX615" fmla="*/ 1508204 w 3405180"/>
                        <a:gd name="connsiteY615" fmla="*/ 271191 h 1830540"/>
                        <a:gd name="connsiteX616" fmla="*/ 1501067 w 3405180"/>
                        <a:gd name="connsiteY616" fmla="*/ 279517 h 1830540"/>
                        <a:gd name="connsiteX617" fmla="*/ 1496310 w 3405180"/>
                        <a:gd name="connsiteY617" fmla="*/ 283086 h 1830540"/>
                        <a:gd name="connsiteX618" fmla="*/ 1498689 w 3405180"/>
                        <a:gd name="connsiteY618" fmla="*/ 289033 h 1830540"/>
                        <a:gd name="connsiteX619" fmla="*/ 1492741 w 3405180"/>
                        <a:gd name="connsiteY619" fmla="*/ 290222 h 1830540"/>
                        <a:gd name="connsiteX620" fmla="*/ 1485604 w 3405180"/>
                        <a:gd name="connsiteY620" fmla="*/ 297359 h 1830540"/>
                        <a:gd name="connsiteX621" fmla="*/ 1467763 w 3405180"/>
                        <a:gd name="connsiteY621" fmla="*/ 298548 h 1830540"/>
                        <a:gd name="connsiteX622" fmla="*/ 1464195 w 3405180"/>
                        <a:gd name="connsiteY622" fmla="*/ 304495 h 1830540"/>
                        <a:gd name="connsiteX623" fmla="*/ 1467763 w 3405180"/>
                        <a:gd name="connsiteY623" fmla="*/ 311632 h 1830540"/>
                        <a:gd name="connsiteX624" fmla="*/ 1474900 w 3405180"/>
                        <a:gd name="connsiteY624" fmla="*/ 319958 h 1830540"/>
                        <a:gd name="connsiteX625" fmla="*/ 1479657 w 3405180"/>
                        <a:gd name="connsiteY625" fmla="*/ 321147 h 1830540"/>
                        <a:gd name="connsiteX626" fmla="*/ 1468953 w 3405180"/>
                        <a:gd name="connsiteY626" fmla="*/ 323526 h 1830540"/>
                        <a:gd name="connsiteX627" fmla="*/ 1467763 w 3405180"/>
                        <a:gd name="connsiteY627" fmla="*/ 327095 h 1830540"/>
                        <a:gd name="connsiteX628" fmla="*/ 1467763 w 3405180"/>
                        <a:gd name="connsiteY628" fmla="*/ 331852 h 1830540"/>
                        <a:gd name="connsiteX629" fmla="*/ 1460626 w 3405180"/>
                        <a:gd name="connsiteY629" fmla="*/ 337800 h 1830540"/>
                        <a:gd name="connsiteX630" fmla="*/ 1457058 w 3405180"/>
                        <a:gd name="connsiteY630" fmla="*/ 338989 h 1830540"/>
                        <a:gd name="connsiteX631" fmla="*/ 1459437 w 3405180"/>
                        <a:gd name="connsiteY631" fmla="*/ 334231 h 1830540"/>
                        <a:gd name="connsiteX632" fmla="*/ 1464195 w 3405180"/>
                        <a:gd name="connsiteY632" fmla="*/ 327095 h 1830540"/>
                        <a:gd name="connsiteX633" fmla="*/ 1464195 w 3405180"/>
                        <a:gd name="connsiteY633" fmla="*/ 317579 h 1830540"/>
                        <a:gd name="connsiteX634" fmla="*/ 1460626 w 3405180"/>
                        <a:gd name="connsiteY634" fmla="*/ 312821 h 1830540"/>
                        <a:gd name="connsiteX635" fmla="*/ 1463005 w 3405180"/>
                        <a:gd name="connsiteY635" fmla="*/ 306874 h 1830540"/>
                        <a:gd name="connsiteX636" fmla="*/ 1460626 w 3405180"/>
                        <a:gd name="connsiteY636" fmla="*/ 294980 h 1830540"/>
                        <a:gd name="connsiteX637" fmla="*/ 1466574 w 3405180"/>
                        <a:gd name="connsiteY637" fmla="*/ 286654 h 1830540"/>
                        <a:gd name="connsiteX638" fmla="*/ 1470142 w 3405180"/>
                        <a:gd name="connsiteY638" fmla="*/ 281896 h 1830540"/>
                        <a:gd name="connsiteX639" fmla="*/ 1467763 w 3405180"/>
                        <a:gd name="connsiteY639" fmla="*/ 274759 h 1830540"/>
                        <a:gd name="connsiteX640" fmla="*/ 1466574 w 3405180"/>
                        <a:gd name="connsiteY640" fmla="*/ 265244 h 1830540"/>
                        <a:gd name="connsiteX641" fmla="*/ 1479657 w 3405180"/>
                        <a:gd name="connsiteY641" fmla="*/ 262865 h 1830540"/>
                        <a:gd name="connsiteX642" fmla="*/ 1483225 w 3405180"/>
                        <a:gd name="connsiteY642" fmla="*/ 246213 h 1830540"/>
                        <a:gd name="connsiteX643" fmla="*/ 1480847 w 3405180"/>
                        <a:gd name="connsiteY643" fmla="*/ 237887 h 1830540"/>
                        <a:gd name="connsiteX644" fmla="*/ 1486794 w 3405180"/>
                        <a:gd name="connsiteY644" fmla="*/ 224803 h 1830540"/>
                        <a:gd name="connsiteX645" fmla="*/ 1491551 w 3405180"/>
                        <a:gd name="connsiteY645" fmla="*/ 214098 h 1830540"/>
                        <a:gd name="connsiteX646" fmla="*/ 1487983 w 3405180"/>
                        <a:gd name="connsiteY646" fmla="*/ 206962 h 1830540"/>
                        <a:gd name="connsiteX647" fmla="*/ 1482036 w 3405180"/>
                        <a:gd name="connsiteY647" fmla="*/ 211719 h 1830540"/>
                        <a:gd name="connsiteX648" fmla="*/ 1478468 w 3405180"/>
                        <a:gd name="connsiteY648" fmla="*/ 210530 h 1830540"/>
                        <a:gd name="connsiteX649" fmla="*/ 1491551 w 3405180"/>
                        <a:gd name="connsiteY649" fmla="*/ 201015 h 1830540"/>
                        <a:gd name="connsiteX650" fmla="*/ 1496310 w 3405180"/>
                        <a:gd name="connsiteY650" fmla="*/ 190310 h 1830540"/>
                        <a:gd name="connsiteX651" fmla="*/ 1499878 w 3405180"/>
                        <a:gd name="connsiteY651" fmla="*/ 183173 h 1830540"/>
                        <a:gd name="connsiteX652" fmla="*/ 1499878 w 3405180"/>
                        <a:gd name="connsiteY652" fmla="*/ 174847 h 1830540"/>
                        <a:gd name="connsiteX653" fmla="*/ 1508204 w 3405180"/>
                        <a:gd name="connsiteY653" fmla="*/ 171279 h 1830540"/>
                        <a:gd name="connsiteX654" fmla="*/ 1505825 w 3405180"/>
                        <a:gd name="connsiteY654" fmla="*/ 166521 h 1830540"/>
                        <a:gd name="connsiteX655" fmla="*/ 1503446 w 3405180"/>
                        <a:gd name="connsiteY655" fmla="*/ 160574 h 1830540"/>
                        <a:gd name="connsiteX656" fmla="*/ 1507014 w 3405180"/>
                        <a:gd name="connsiteY656" fmla="*/ 157005 h 1830540"/>
                        <a:gd name="connsiteX657" fmla="*/ 1507014 w 3405180"/>
                        <a:gd name="connsiteY657" fmla="*/ 148679 h 1830540"/>
                        <a:gd name="connsiteX658" fmla="*/ 1511772 w 3405180"/>
                        <a:gd name="connsiteY658" fmla="*/ 145111 h 1830540"/>
                        <a:gd name="connsiteX659" fmla="*/ 1512961 w 3405180"/>
                        <a:gd name="connsiteY659" fmla="*/ 141543 h 1830540"/>
                        <a:gd name="connsiteX660" fmla="*/ 1515340 w 3405180"/>
                        <a:gd name="connsiteY660" fmla="*/ 139164 h 1830540"/>
                        <a:gd name="connsiteX661" fmla="*/ 1514151 w 3405180"/>
                        <a:gd name="connsiteY661" fmla="*/ 120133 h 1830540"/>
                        <a:gd name="connsiteX662" fmla="*/ 1510583 w 3405180"/>
                        <a:gd name="connsiteY662" fmla="*/ 114186 h 1830540"/>
                        <a:gd name="connsiteX663" fmla="*/ 1510583 w 3405180"/>
                        <a:gd name="connsiteY663" fmla="*/ 108239 h 1830540"/>
                        <a:gd name="connsiteX664" fmla="*/ 1509393 w 3405180"/>
                        <a:gd name="connsiteY664" fmla="*/ 104670 h 1830540"/>
                        <a:gd name="connsiteX665" fmla="*/ 1503446 w 3405180"/>
                        <a:gd name="connsiteY665" fmla="*/ 105860 h 1830540"/>
                        <a:gd name="connsiteX666" fmla="*/ 1502257 w 3405180"/>
                        <a:gd name="connsiteY666" fmla="*/ 103481 h 1830540"/>
                        <a:gd name="connsiteX667" fmla="*/ 1499878 w 3405180"/>
                        <a:gd name="connsiteY667" fmla="*/ 101102 h 1830540"/>
                        <a:gd name="connsiteX668" fmla="*/ 1498689 w 3405180"/>
                        <a:gd name="connsiteY668" fmla="*/ 98723 h 1830540"/>
                        <a:gd name="connsiteX669" fmla="*/ 1496310 w 3405180"/>
                        <a:gd name="connsiteY669" fmla="*/ 102291 h 1830540"/>
                        <a:gd name="connsiteX670" fmla="*/ 1492741 w 3405180"/>
                        <a:gd name="connsiteY670" fmla="*/ 107049 h 1830540"/>
                        <a:gd name="connsiteX671" fmla="*/ 1490362 w 3405180"/>
                        <a:gd name="connsiteY671" fmla="*/ 101102 h 1830540"/>
                        <a:gd name="connsiteX672" fmla="*/ 1487983 w 3405180"/>
                        <a:gd name="connsiteY672" fmla="*/ 97534 h 1830540"/>
                        <a:gd name="connsiteX673" fmla="*/ 1486794 w 3405180"/>
                        <a:gd name="connsiteY673" fmla="*/ 93965 h 1830540"/>
                        <a:gd name="connsiteX674" fmla="*/ 1478468 w 3405180"/>
                        <a:gd name="connsiteY674" fmla="*/ 93965 h 1830540"/>
                        <a:gd name="connsiteX675" fmla="*/ 1476089 w 3405180"/>
                        <a:gd name="connsiteY675" fmla="*/ 90397 h 1830540"/>
                        <a:gd name="connsiteX676" fmla="*/ 1478468 w 3405180"/>
                        <a:gd name="connsiteY676" fmla="*/ 88018 h 1830540"/>
                        <a:gd name="connsiteX677" fmla="*/ 1485604 w 3405180"/>
                        <a:gd name="connsiteY677" fmla="*/ 88018 h 1830540"/>
                        <a:gd name="connsiteX678" fmla="*/ 1487983 w 3405180"/>
                        <a:gd name="connsiteY678" fmla="*/ 90397 h 1830540"/>
                        <a:gd name="connsiteX679" fmla="*/ 1492741 w 3405180"/>
                        <a:gd name="connsiteY679" fmla="*/ 91586 h 1830540"/>
                        <a:gd name="connsiteX680" fmla="*/ 1495120 w 3405180"/>
                        <a:gd name="connsiteY680" fmla="*/ 95155 h 1830540"/>
                        <a:gd name="connsiteX681" fmla="*/ 1498689 w 3405180"/>
                        <a:gd name="connsiteY681" fmla="*/ 95155 h 1830540"/>
                        <a:gd name="connsiteX682" fmla="*/ 1499878 w 3405180"/>
                        <a:gd name="connsiteY682" fmla="*/ 91586 h 1830540"/>
                        <a:gd name="connsiteX683" fmla="*/ 1502257 w 3405180"/>
                        <a:gd name="connsiteY683" fmla="*/ 95155 h 1830540"/>
                        <a:gd name="connsiteX684" fmla="*/ 1503446 w 3405180"/>
                        <a:gd name="connsiteY684" fmla="*/ 98723 h 1830540"/>
                        <a:gd name="connsiteX685" fmla="*/ 1507014 w 3405180"/>
                        <a:gd name="connsiteY685" fmla="*/ 96344 h 1830540"/>
                        <a:gd name="connsiteX686" fmla="*/ 1503446 w 3405180"/>
                        <a:gd name="connsiteY686" fmla="*/ 91586 h 1830540"/>
                        <a:gd name="connsiteX687" fmla="*/ 1502257 w 3405180"/>
                        <a:gd name="connsiteY687" fmla="*/ 85639 h 1830540"/>
                        <a:gd name="connsiteX688" fmla="*/ 1496310 w 3405180"/>
                        <a:gd name="connsiteY688" fmla="*/ 78503 h 1830540"/>
                        <a:gd name="connsiteX689" fmla="*/ 1491551 w 3405180"/>
                        <a:gd name="connsiteY689" fmla="*/ 80882 h 1830540"/>
                        <a:gd name="connsiteX690" fmla="*/ 1489172 w 3405180"/>
                        <a:gd name="connsiteY690" fmla="*/ 78503 h 1830540"/>
                        <a:gd name="connsiteX691" fmla="*/ 1486794 w 3405180"/>
                        <a:gd name="connsiteY691" fmla="*/ 76124 h 1830540"/>
                        <a:gd name="connsiteX692" fmla="*/ 1485604 w 3405180"/>
                        <a:gd name="connsiteY692" fmla="*/ 71366 h 1830540"/>
                        <a:gd name="connsiteX693" fmla="*/ 1479657 w 3405180"/>
                        <a:gd name="connsiteY693" fmla="*/ 66608 h 1830540"/>
                        <a:gd name="connsiteX694" fmla="*/ 1478468 w 3405180"/>
                        <a:gd name="connsiteY694" fmla="*/ 60661 h 1830540"/>
                        <a:gd name="connsiteX695" fmla="*/ 1473710 w 3405180"/>
                        <a:gd name="connsiteY695" fmla="*/ 57093 h 1830540"/>
                        <a:gd name="connsiteX696" fmla="*/ 1472521 w 3405180"/>
                        <a:gd name="connsiteY696" fmla="*/ 54714 h 1830540"/>
                        <a:gd name="connsiteX697" fmla="*/ 1468953 w 3405180"/>
                        <a:gd name="connsiteY697" fmla="*/ 55903 h 1830540"/>
                        <a:gd name="connsiteX698" fmla="*/ 1466574 w 3405180"/>
                        <a:gd name="connsiteY698" fmla="*/ 58282 h 1830540"/>
                        <a:gd name="connsiteX699" fmla="*/ 1464195 w 3405180"/>
                        <a:gd name="connsiteY699" fmla="*/ 60661 h 1830540"/>
                        <a:gd name="connsiteX700" fmla="*/ 1466574 w 3405180"/>
                        <a:gd name="connsiteY700" fmla="*/ 64230 h 1830540"/>
                        <a:gd name="connsiteX701" fmla="*/ 1472521 w 3405180"/>
                        <a:gd name="connsiteY701" fmla="*/ 65419 h 1830540"/>
                        <a:gd name="connsiteX702" fmla="*/ 1471331 w 3405180"/>
                        <a:gd name="connsiteY702" fmla="*/ 68987 h 1830540"/>
                        <a:gd name="connsiteX703" fmla="*/ 1468953 w 3405180"/>
                        <a:gd name="connsiteY703" fmla="*/ 71366 h 1830540"/>
                        <a:gd name="connsiteX704" fmla="*/ 1466574 w 3405180"/>
                        <a:gd name="connsiteY704" fmla="*/ 76124 h 1830540"/>
                        <a:gd name="connsiteX705" fmla="*/ 1464195 w 3405180"/>
                        <a:gd name="connsiteY705" fmla="*/ 71366 h 1830540"/>
                        <a:gd name="connsiteX706" fmla="*/ 1458247 w 3405180"/>
                        <a:gd name="connsiteY706" fmla="*/ 64230 h 1830540"/>
                        <a:gd name="connsiteX707" fmla="*/ 1455868 w 3405180"/>
                        <a:gd name="connsiteY707" fmla="*/ 57093 h 1830540"/>
                        <a:gd name="connsiteX708" fmla="*/ 1436838 w 3405180"/>
                        <a:gd name="connsiteY708" fmla="*/ 48767 h 1830540"/>
                        <a:gd name="connsiteX709" fmla="*/ 1424943 w 3405180"/>
                        <a:gd name="connsiteY709" fmla="*/ 41630 h 1830540"/>
                        <a:gd name="connsiteX710" fmla="*/ 1411859 w 3405180"/>
                        <a:gd name="connsiteY710" fmla="*/ 41630 h 1830540"/>
                        <a:gd name="connsiteX711" fmla="*/ 1411859 w 3405180"/>
                        <a:gd name="connsiteY711" fmla="*/ 38062 h 1830540"/>
                        <a:gd name="connsiteX712" fmla="*/ 1414238 w 3405180"/>
                        <a:gd name="connsiteY712" fmla="*/ 36872 h 1830540"/>
                        <a:gd name="connsiteX713" fmla="*/ 1411859 w 3405180"/>
                        <a:gd name="connsiteY713" fmla="*/ 33304 h 1830540"/>
                        <a:gd name="connsiteX714" fmla="*/ 1405912 w 3405180"/>
                        <a:gd name="connsiteY714" fmla="*/ 33304 h 1830540"/>
                        <a:gd name="connsiteX715" fmla="*/ 1401155 w 3405180"/>
                        <a:gd name="connsiteY715" fmla="*/ 32115 h 1830540"/>
                        <a:gd name="connsiteX716" fmla="*/ 1396397 w 3405180"/>
                        <a:gd name="connsiteY716" fmla="*/ 35683 h 1830540"/>
                        <a:gd name="connsiteX717" fmla="*/ 1391639 w 3405180"/>
                        <a:gd name="connsiteY717" fmla="*/ 36872 h 1830540"/>
                        <a:gd name="connsiteX718" fmla="*/ 1385692 w 3405180"/>
                        <a:gd name="connsiteY718" fmla="*/ 45199 h 1830540"/>
                        <a:gd name="connsiteX719" fmla="*/ 1374987 w 3405180"/>
                        <a:gd name="connsiteY719" fmla="*/ 42820 h 1830540"/>
                        <a:gd name="connsiteX720" fmla="*/ 1369040 w 3405180"/>
                        <a:gd name="connsiteY720" fmla="*/ 49956 h 1830540"/>
                        <a:gd name="connsiteX721" fmla="*/ 1359524 w 3405180"/>
                        <a:gd name="connsiteY721" fmla="*/ 51146 h 1830540"/>
                        <a:gd name="connsiteX722" fmla="*/ 1355956 w 3405180"/>
                        <a:gd name="connsiteY722" fmla="*/ 53525 h 1830540"/>
                        <a:gd name="connsiteX723" fmla="*/ 1352387 w 3405180"/>
                        <a:gd name="connsiteY723" fmla="*/ 51146 h 1830540"/>
                        <a:gd name="connsiteX724" fmla="*/ 1347630 w 3405180"/>
                        <a:gd name="connsiteY724" fmla="*/ 54714 h 1830540"/>
                        <a:gd name="connsiteX725" fmla="*/ 1348819 w 3405180"/>
                        <a:gd name="connsiteY725" fmla="*/ 60661 h 1830540"/>
                        <a:gd name="connsiteX726" fmla="*/ 1355956 w 3405180"/>
                        <a:gd name="connsiteY726" fmla="*/ 61851 h 1830540"/>
                        <a:gd name="connsiteX727" fmla="*/ 1357145 w 3405180"/>
                        <a:gd name="connsiteY727" fmla="*/ 67798 h 1830540"/>
                        <a:gd name="connsiteX728" fmla="*/ 1358335 w 3405180"/>
                        <a:gd name="connsiteY728" fmla="*/ 71366 h 1830540"/>
                        <a:gd name="connsiteX729" fmla="*/ 1357145 w 3405180"/>
                        <a:gd name="connsiteY729" fmla="*/ 78503 h 1830540"/>
                        <a:gd name="connsiteX730" fmla="*/ 1354766 w 3405180"/>
                        <a:gd name="connsiteY730" fmla="*/ 84450 h 1830540"/>
                        <a:gd name="connsiteX731" fmla="*/ 1345251 w 3405180"/>
                        <a:gd name="connsiteY731" fmla="*/ 84450 h 1830540"/>
                        <a:gd name="connsiteX732" fmla="*/ 1340493 w 3405180"/>
                        <a:gd name="connsiteY732" fmla="*/ 91586 h 1830540"/>
                        <a:gd name="connsiteX733" fmla="*/ 1333357 w 3405180"/>
                        <a:gd name="connsiteY733" fmla="*/ 91586 h 1830540"/>
                        <a:gd name="connsiteX734" fmla="*/ 1328599 w 3405180"/>
                        <a:gd name="connsiteY734" fmla="*/ 91586 h 1830540"/>
                        <a:gd name="connsiteX735" fmla="*/ 1330978 w 3405180"/>
                        <a:gd name="connsiteY735" fmla="*/ 89208 h 1830540"/>
                        <a:gd name="connsiteX736" fmla="*/ 1333357 w 3405180"/>
                        <a:gd name="connsiteY736" fmla="*/ 86829 h 1830540"/>
                        <a:gd name="connsiteX737" fmla="*/ 1336925 w 3405180"/>
                        <a:gd name="connsiteY737" fmla="*/ 85639 h 1830540"/>
                        <a:gd name="connsiteX738" fmla="*/ 1335736 w 3405180"/>
                        <a:gd name="connsiteY738" fmla="*/ 77313 h 1830540"/>
                        <a:gd name="connsiteX739" fmla="*/ 1332168 w 3405180"/>
                        <a:gd name="connsiteY739" fmla="*/ 73745 h 1830540"/>
                        <a:gd name="connsiteX740" fmla="*/ 1330978 w 3405180"/>
                        <a:gd name="connsiteY740" fmla="*/ 70177 h 1830540"/>
                        <a:gd name="connsiteX741" fmla="*/ 1330978 w 3405180"/>
                        <a:gd name="connsiteY741" fmla="*/ 66608 h 1830540"/>
                        <a:gd name="connsiteX742" fmla="*/ 1333357 w 3405180"/>
                        <a:gd name="connsiteY742" fmla="*/ 61851 h 1830540"/>
                        <a:gd name="connsiteX743" fmla="*/ 1333357 w 3405180"/>
                        <a:gd name="connsiteY743" fmla="*/ 54714 h 1830540"/>
                        <a:gd name="connsiteX744" fmla="*/ 1335736 w 3405180"/>
                        <a:gd name="connsiteY744" fmla="*/ 51146 h 1830540"/>
                        <a:gd name="connsiteX745" fmla="*/ 1332168 w 3405180"/>
                        <a:gd name="connsiteY745" fmla="*/ 45199 h 1830540"/>
                        <a:gd name="connsiteX746" fmla="*/ 1329789 w 3405180"/>
                        <a:gd name="connsiteY746" fmla="*/ 38062 h 1830540"/>
                        <a:gd name="connsiteX747" fmla="*/ 1325031 w 3405180"/>
                        <a:gd name="connsiteY747" fmla="*/ 32115 h 1830540"/>
                        <a:gd name="connsiteX748" fmla="*/ 1320273 w 3405180"/>
                        <a:gd name="connsiteY748" fmla="*/ 35683 h 1830540"/>
                        <a:gd name="connsiteX749" fmla="*/ 1317894 w 3405180"/>
                        <a:gd name="connsiteY749" fmla="*/ 33304 h 1830540"/>
                        <a:gd name="connsiteX750" fmla="*/ 1313136 w 3405180"/>
                        <a:gd name="connsiteY750" fmla="*/ 35683 h 1830540"/>
                        <a:gd name="connsiteX751" fmla="*/ 1311947 w 3405180"/>
                        <a:gd name="connsiteY751" fmla="*/ 40441 h 1830540"/>
                        <a:gd name="connsiteX752" fmla="*/ 1306000 w 3405180"/>
                        <a:gd name="connsiteY752" fmla="*/ 39251 h 1830540"/>
                        <a:gd name="connsiteX753" fmla="*/ 1302432 w 3405180"/>
                        <a:gd name="connsiteY753" fmla="*/ 38062 h 1830540"/>
                        <a:gd name="connsiteX754" fmla="*/ 1295295 w 3405180"/>
                        <a:gd name="connsiteY754" fmla="*/ 47577 h 1830540"/>
                        <a:gd name="connsiteX755" fmla="*/ 1290537 w 3405180"/>
                        <a:gd name="connsiteY755" fmla="*/ 46388 h 1830540"/>
                        <a:gd name="connsiteX756" fmla="*/ 1291727 w 3405180"/>
                        <a:gd name="connsiteY756" fmla="*/ 42820 h 1830540"/>
                        <a:gd name="connsiteX757" fmla="*/ 1294106 w 3405180"/>
                        <a:gd name="connsiteY757" fmla="*/ 39251 h 1830540"/>
                        <a:gd name="connsiteX758" fmla="*/ 1290537 w 3405180"/>
                        <a:gd name="connsiteY758" fmla="*/ 33304 h 1830540"/>
                        <a:gd name="connsiteX759" fmla="*/ 1285779 w 3405180"/>
                        <a:gd name="connsiteY759" fmla="*/ 40441 h 1830540"/>
                        <a:gd name="connsiteX760" fmla="*/ 1281021 w 3405180"/>
                        <a:gd name="connsiteY760" fmla="*/ 47577 h 1830540"/>
                        <a:gd name="connsiteX761" fmla="*/ 1275074 w 3405180"/>
                        <a:gd name="connsiteY761" fmla="*/ 48767 h 1830540"/>
                        <a:gd name="connsiteX762" fmla="*/ 1265559 w 3405180"/>
                        <a:gd name="connsiteY762" fmla="*/ 51146 h 1830540"/>
                        <a:gd name="connsiteX763" fmla="*/ 1269127 w 3405180"/>
                        <a:gd name="connsiteY763" fmla="*/ 45199 h 1830540"/>
                        <a:gd name="connsiteX764" fmla="*/ 1275074 w 3405180"/>
                        <a:gd name="connsiteY764" fmla="*/ 42820 h 1830540"/>
                        <a:gd name="connsiteX765" fmla="*/ 1279832 w 3405180"/>
                        <a:gd name="connsiteY765" fmla="*/ 34494 h 1830540"/>
                        <a:gd name="connsiteX766" fmla="*/ 1278643 w 3405180"/>
                        <a:gd name="connsiteY766" fmla="*/ 28546 h 1830540"/>
                        <a:gd name="connsiteX767" fmla="*/ 1283400 w 3405180"/>
                        <a:gd name="connsiteY767" fmla="*/ 24978 h 1830540"/>
                        <a:gd name="connsiteX768" fmla="*/ 1284590 w 3405180"/>
                        <a:gd name="connsiteY768" fmla="*/ 21410 h 1830540"/>
                        <a:gd name="connsiteX769" fmla="*/ 1285779 w 3405180"/>
                        <a:gd name="connsiteY769" fmla="*/ 17842 h 1830540"/>
                        <a:gd name="connsiteX770" fmla="*/ 1275074 w 3405180"/>
                        <a:gd name="connsiteY770" fmla="*/ 14273 h 1830540"/>
                        <a:gd name="connsiteX771" fmla="*/ 1276264 w 3405180"/>
                        <a:gd name="connsiteY771" fmla="*/ 9516 h 1830540"/>
                        <a:gd name="connsiteX772" fmla="*/ 1273885 w 3405180"/>
                        <a:gd name="connsiteY772" fmla="*/ 4758 h 1830540"/>
                        <a:gd name="connsiteX773" fmla="*/ 1269127 w 3405180"/>
                        <a:gd name="connsiteY773" fmla="*/ 8326 h 1830540"/>
                        <a:gd name="connsiteX774" fmla="*/ 1265559 w 3405180"/>
                        <a:gd name="connsiteY774" fmla="*/ 11894 h 1830540"/>
                        <a:gd name="connsiteX775" fmla="*/ 1258423 w 3405180"/>
                        <a:gd name="connsiteY775" fmla="*/ 10705 h 1830540"/>
                        <a:gd name="connsiteX776" fmla="*/ 1257233 w 3405180"/>
                        <a:gd name="connsiteY776" fmla="*/ 7137 h 1830540"/>
                        <a:gd name="connsiteX777" fmla="*/ 1254854 w 3405180"/>
                        <a:gd name="connsiteY777" fmla="*/ 2379 h 1830540"/>
                        <a:gd name="connsiteX778" fmla="*/ 1251285 w 3405180"/>
                        <a:gd name="connsiteY778" fmla="*/ 3568 h 1830540"/>
                        <a:gd name="connsiteX779" fmla="*/ 1247717 w 3405180"/>
                        <a:gd name="connsiteY779" fmla="*/ 4758 h 1830540"/>
                        <a:gd name="connsiteX780" fmla="*/ 1245338 w 3405180"/>
                        <a:gd name="connsiteY780" fmla="*/ 8326 h 1830540"/>
                        <a:gd name="connsiteX781" fmla="*/ 1241770 w 3405180"/>
                        <a:gd name="connsiteY781" fmla="*/ 3568 h 1830540"/>
                        <a:gd name="connsiteX782" fmla="*/ 1239391 w 3405180"/>
                        <a:gd name="connsiteY782" fmla="*/ 0 h 1830540"/>
                        <a:gd name="connsiteX783" fmla="*/ 1233444 w 3405180"/>
                        <a:gd name="connsiteY783" fmla="*/ 1189 h 1830540"/>
                        <a:gd name="connsiteX784" fmla="*/ 1228687 w 3405180"/>
                        <a:gd name="connsiteY784" fmla="*/ 7137 h 1830540"/>
                        <a:gd name="connsiteX785" fmla="*/ 1227497 w 3405180"/>
                        <a:gd name="connsiteY785" fmla="*/ 10705 h 1830540"/>
                        <a:gd name="connsiteX786" fmla="*/ 1223929 w 3405180"/>
                        <a:gd name="connsiteY786" fmla="*/ 13084 h 1830540"/>
                        <a:gd name="connsiteX787" fmla="*/ 1227497 w 3405180"/>
                        <a:gd name="connsiteY787" fmla="*/ 17842 h 1830540"/>
                        <a:gd name="connsiteX788" fmla="*/ 1222739 w 3405180"/>
                        <a:gd name="connsiteY788" fmla="*/ 21410 h 1830540"/>
                        <a:gd name="connsiteX789" fmla="*/ 1220360 w 3405180"/>
                        <a:gd name="connsiteY789" fmla="*/ 26168 h 1830540"/>
                        <a:gd name="connsiteX790" fmla="*/ 1222739 w 3405180"/>
                        <a:gd name="connsiteY790" fmla="*/ 38062 h 1830540"/>
                        <a:gd name="connsiteX791" fmla="*/ 1216792 w 3405180"/>
                        <a:gd name="connsiteY791" fmla="*/ 44009 h 1830540"/>
                        <a:gd name="connsiteX792" fmla="*/ 1215602 w 3405180"/>
                        <a:gd name="connsiteY792" fmla="*/ 58282 h 1830540"/>
                        <a:gd name="connsiteX793" fmla="*/ 1219171 w 3405180"/>
                        <a:gd name="connsiteY793" fmla="*/ 68987 h 1830540"/>
                        <a:gd name="connsiteX794" fmla="*/ 1223929 w 3405180"/>
                        <a:gd name="connsiteY794" fmla="*/ 73745 h 1830540"/>
                        <a:gd name="connsiteX795" fmla="*/ 1222739 w 3405180"/>
                        <a:gd name="connsiteY795" fmla="*/ 78503 h 1830540"/>
                        <a:gd name="connsiteX796" fmla="*/ 1219171 w 3405180"/>
                        <a:gd name="connsiteY796" fmla="*/ 79692 h 1830540"/>
                        <a:gd name="connsiteX797" fmla="*/ 1221550 w 3405180"/>
                        <a:gd name="connsiteY797" fmla="*/ 86829 h 1830540"/>
                        <a:gd name="connsiteX798" fmla="*/ 1225118 w 3405180"/>
                        <a:gd name="connsiteY798" fmla="*/ 90397 h 1830540"/>
                        <a:gd name="connsiteX799" fmla="*/ 1227497 w 3405180"/>
                        <a:gd name="connsiteY799" fmla="*/ 91586 h 1830540"/>
                        <a:gd name="connsiteX800" fmla="*/ 1232255 w 3405180"/>
                        <a:gd name="connsiteY800" fmla="*/ 92776 h 1830540"/>
                        <a:gd name="connsiteX801" fmla="*/ 1235823 w 3405180"/>
                        <a:gd name="connsiteY801" fmla="*/ 98723 h 1830540"/>
                        <a:gd name="connsiteX802" fmla="*/ 1241770 w 3405180"/>
                        <a:gd name="connsiteY802" fmla="*/ 99913 h 1830540"/>
                        <a:gd name="connsiteX803" fmla="*/ 1239391 w 3405180"/>
                        <a:gd name="connsiteY803" fmla="*/ 103481 h 1830540"/>
                        <a:gd name="connsiteX804" fmla="*/ 1235823 w 3405180"/>
                        <a:gd name="connsiteY804" fmla="*/ 104670 h 1830540"/>
                        <a:gd name="connsiteX805" fmla="*/ 1238202 w 3405180"/>
                        <a:gd name="connsiteY805" fmla="*/ 110617 h 1830540"/>
                        <a:gd name="connsiteX806" fmla="*/ 1239391 w 3405180"/>
                        <a:gd name="connsiteY806" fmla="*/ 116565 h 1830540"/>
                        <a:gd name="connsiteX807" fmla="*/ 1250096 w 3405180"/>
                        <a:gd name="connsiteY807" fmla="*/ 116565 h 1830540"/>
                        <a:gd name="connsiteX808" fmla="*/ 1253664 w 3405180"/>
                        <a:gd name="connsiteY808" fmla="*/ 112996 h 1830540"/>
                        <a:gd name="connsiteX809" fmla="*/ 1259612 w 3405180"/>
                        <a:gd name="connsiteY809" fmla="*/ 116565 h 1830540"/>
                        <a:gd name="connsiteX810" fmla="*/ 1270317 w 3405180"/>
                        <a:gd name="connsiteY810" fmla="*/ 117754 h 1830540"/>
                        <a:gd name="connsiteX811" fmla="*/ 1272696 w 3405180"/>
                        <a:gd name="connsiteY811" fmla="*/ 121322 h 1830540"/>
                        <a:gd name="connsiteX812" fmla="*/ 1267938 w 3405180"/>
                        <a:gd name="connsiteY812" fmla="*/ 122512 h 1830540"/>
                        <a:gd name="connsiteX813" fmla="*/ 1261991 w 3405180"/>
                        <a:gd name="connsiteY813" fmla="*/ 121322 h 1830540"/>
                        <a:gd name="connsiteX814" fmla="*/ 1257233 w 3405180"/>
                        <a:gd name="connsiteY814" fmla="*/ 122512 h 1830540"/>
                        <a:gd name="connsiteX815" fmla="*/ 1253664 w 3405180"/>
                        <a:gd name="connsiteY815" fmla="*/ 118944 h 1830540"/>
                        <a:gd name="connsiteX816" fmla="*/ 1246528 w 3405180"/>
                        <a:gd name="connsiteY816" fmla="*/ 122512 h 1830540"/>
                        <a:gd name="connsiteX817" fmla="*/ 1239391 w 3405180"/>
                        <a:gd name="connsiteY817" fmla="*/ 123701 h 1830540"/>
                        <a:gd name="connsiteX818" fmla="*/ 1235823 w 3405180"/>
                        <a:gd name="connsiteY818" fmla="*/ 121322 h 1830540"/>
                        <a:gd name="connsiteX819" fmla="*/ 1232255 w 3405180"/>
                        <a:gd name="connsiteY819" fmla="*/ 123701 h 1830540"/>
                        <a:gd name="connsiteX820" fmla="*/ 1227497 w 3405180"/>
                        <a:gd name="connsiteY820" fmla="*/ 121322 h 1830540"/>
                        <a:gd name="connsiteX821" fmla="*/ 1220360 w 3405180"/>
                        <a:gd name="connsiteY821" fmla="*/ 122512 h 1830540"/>
                        <a:gd name="connsiteX822" fmla="*/ 1217981 w 3405180"/>
                        <a:gd name="connsiteY822" fmla="*/ 126080 h 1830540"/>
                        <a:gd name="connsiteX823" fmla="*/ 1206087 w 3405180"/>
                        <a:gd name="connsiteY823" fmla="*/ 124891 h 1830540"/>
                        <a:gd name="connsiteX824" fmla="*/ 1202519 w 3405180"/>
                        <a:gd name="connsiteY824" fmla="*/ 128459 h 1830540"/>
                        <a:gd name="connsiteX825" fmla="*/ 1207277 w 3405180"/>
                        <a:gd name="connsiteY825" fmla="*/ 132027 h 1830540"/>
                        <a:gd name="connsiteX826" fmla="*/ 1210845 w 3405180"/>
                        <a:gd name="connsiteY826" fmla="*/ 135596 h 1830540"/>
                        <a:gd name="connsiteX827" fmla="*/ 1214413 w 3405180"/>
                        <a:gd name="connsiteY827" fmla="*/ 135596 h 1830540"/>
                        <a:gd name="connsiteX828" fmla="*/ 1219171 w 3405180"/>
                        <a:gd name="connsiteY828" fmla="*/ 135596 h 1830540"/>
                        <a:gd name="connsiteX829" fmla="*/ 1221550 w 3405180"/>
                        <a:gd name="connsiteY829" fmla="*/ 136785 h 1830540"/>
                        <a:gd name="connsiteX830" fmla="*/ 1226308 w 3405180"/>
                        <a:gd name="connsiteY830" fmla="*/ 134406 h 1830540"/>
                        <a:gd name="connsiteX831" fmla="*/ 1233444 w 3405180"/>
                        <a:gd name="connsiteY831" fmla="*/ 141543 h 1830540"/>
                        <a:gd name="connsiteX832" fmla="*/ 1242960 w 3405180"/>
                        <a:gd name="connsiteY832" fmla="*/ 153437 h 1830540"/>
                        <a:gd name="connsiteX833" fmla="*/ 1240581 w 3405180"/>
                        <a:gd name="connsiteY833" fmla="*/ 158195 h 1830540"/>
                        <a:gd name="connsiteX834" fmla="*/ 1238202 w 3405180"/>
                        <a:gd name="connsiteY834" fmla="*/ 165331 h 1830540"/>
                        <a:gd name="connsiteX835" fmla="*/ 1234634 w 3405180"/>
                        <a:gd name="connsiteY835" fmla="*/ 167710 h 1830540"/>
                        <a:gd name="connsiteX836" fmla="*/ 1232255 w 3405180"/>
                        <a:gd name="connsiteY836" fmla="*/ 167710 h 1830540"/>
                        <a:gd name="connsiteX837" fmla="*/ 1234634 w 3405180"/>
                        <a:gd name="connsiteY837" fmla="*/ 160574 h 1830540"/>
                        <a:gd name="connsiteX838" fmla="*/ 1234634 w 3405180"/>
                        <a:gd name="connsiteY838" fmla="*/ 155816 h 1830540"/>
                        <a:gd name="connsiteX839" fmla="*/ 1232255 w 3405180"/>
                        <a:gd name="connsiteY839" fmla="*/ 152248 h 1830540"/>
                        <a:gd name="connsiteX840" fmla="*/ 1231066 w 3405180"/>
                        <a:gd name="connsiteY840" fmla="*/ 146301 h 1830540"/>
                        <a:gd name="connsiteX841" fmla="*/ 1222739 w 3405180"/>
                        <a:gd name="connsiteY841" fmla="*/ 145111 h 1830540"/>
                        <a:gd name="connsiteX842" fmla="*/ 1220360 w 3405180"/>
                        <a:gd name="connsiteY842" fmla="*/ 140353 h 1830540"/>
                        <a:gd name="connsiteX843" fmla="*/ 1215602 w 3405180"/>
                        <a:gd name="connsiteY843" fmla="*/ 140353 h 1830540"/>
                        <a:gd name="connsiteX844" fmla="*/ 1212034 w 3405180"/>
                        <a:gd name="connsiteY844" fmla="*/ 142732 h 1830540"/>
                        <a:gd name="connsiteX845" fmla="*/ 1207277 w 3405180"/>
                        <a:gd name="connsiteY845" fmla="*/ 141543 h 1830540"/>
                        <a:gd name="connsiteX846" fmla="*/ 1202519 w 3405180"/>
                        <a:gd name="connsiteY846" fmla="*/ 146301 h 1830540"/>
                        <a:gd name="connsiteX847" fmla="*/ 1206087 w 3405180"/>
                        <a:gd name="connsiteY847" fmla="*/ 148679 h 1830540"/>
                        <a:gd name="connsiteX848" fmla="*/ 1204898 w 3405180"/>
                        <a:gd name="connsiteY848" fmla="*/ 151058 h 1830540"/>
                        <a:gd name="connsiteX849" fmla="*/ 1200140 w 3405180"/>
                        <a:gd name="connsiteY849" fmla="*/ 149869 h 1830540"/>
                        <a:gd name="connsiteX850" fmla="*/ 1202519 w 3405180"/>
                        <a:gd name="connsiteY850" fmla="*/ 155816 h 1830540"/>
                        <a:gd name="connsiteX851" fmla="*/ 1197761 w 3405180"/>
                        <a:gd name="connsiteY851" fmla="*/ 159384 h 1830540"/>
                        <a:gd name="connsiteX852" fmla="*/ 1194193 w 3405180"/>
                        <a:gd name="connsiteY852" fmla="*/ 162953 h 1830540"/>
                        <a:gd name="connsiteX853" fmla="*/ 1191814 w 3405180"/>
                        <a:gd name="connsiteY853" fmla="*/ 157005 h 1830540"/>
                        <a:gd name="connsiteX854" fmla="*/ 1187056 w 3405180"/>
                        <a:gd name="connsiteY854" fmla="*/ 158195 h 1830540"/>
                        <a:gd name="connsiteX855" fmla="*/ 1185867 w 3405180"/>
                        <a:gd name="connsiteY855" fmla="*/ 162953 h 1830540"/>
                        <a:gd name="connsiteX856" fmla="*/ 1187056 w 3405180"/>
                        <a:gd name="connsiteY856" fmla="*/ 166521 h 1830540"/>
                        <a:gd name="connsiteX857" fmla="*/ 1185867 w 3405180"/>
                        <a:gd name="connsiteY857" fmla="*/ 171279 h 1830540"/>
                        <a:gd name="connsiteX858" fmla="*/ 1182298 w 3405180"/>
                        <a:gd name="connsiteY858" fmla="*/ 170089 h 1830540"/>
                        <a:gd name="connsiteX859" fmla="*/ 1182298 w 3405180"/>
                        <a:gd name="connsiteY859" fmla="*/ 161763 h 1830540"/>
                        <a:gd name="connsiteX860" fmla="*/ 1176351 w 3405180"/>
                        <a:gd name="connsiteY860" fmla="*/ 158195 h 1830540"/>
                        <a:gd name="connsiteX861" fmla="*/ 1176351 w 3405180"/>
                        <a:gd name="connsiteY861" fmla="*/ 167710 h 1830540"/>
                        <a:gd name="connsiteX862" fmla="*/ 1173972 w 3405180"/>
                        <a:gd name="connsiteY862" fmla="*/ 170089 h 1830540"/>
                        <a:gd name="connsiteX863" fmla="*/ 1171594 w 3405180"/>
                        <a:gd name="connsiteY863" fmla="*/ 181984 h 1830540"/>
                        <a:gd name="connsiteX864" fmla="*/ 1165647 w 3405180"/>
                        <a:gd name="connsiteY864" fmla="*/ 177226 h 1830540"/>
                        <a:gd name="connsiteX865" fmla="*/ 1170404 w 3405180"/>
                        <a:gd name="connsiteY865" fmla="*/ 165331 h 1830540"/>
                        <a:gd name="connsiteX866" fmla="*/ 1168025 w 3405180"/>
                        <a:gd name="connsiteY866" fmla="*/ 159384 h 1830540"/>
                        <a:gd name="connsiteX867" fmla="*/ 1157321 w 3405180"/>
                        <a:gd name="connsiteY867" fmla="*/ 159384 h 1830540"/>
                        <a:gd name="connsiteX868" fmla="*/ 1148994 w 3405180"/>
                        <a:gd name="connsiteY868" fmla="*/ 162953 h 1830540"/>
                        <a:gd name="connsiteX869" fmla="*/ 1143047 w 3405180"/>
                        <a:gd name="connsiteY869" fmla="*/ 160574 h 1830540"/>
                        <a:gd name="connsiteX870" fmla="*/ 1137100 w 3405180"/>
                        <a:gd name="connsiteY870" fmla="*/ 165331 h 1830540"/>
                        <a:gd name="connsiteX871" fmla="*/ 1129964 w 3405180"/>
                        <a:gd name="connsiteY871" fmla="*/ 164142 h 1830540"/>
                        <a:gd name="connsiteX872" fmla="*/ 1126395 w 3405180"/>
                        <a:gd name="connsiteY872" fmla="*/ 161763 h 1830540"/>
                        <a:gd name="connsiteX873" fmla="*/ 1122827 w 3405180"/>
                        <a:gd name="connsiteY873" fmla="*/ 164142 h 1830540"/>
                        <a:gd name="connsiteX874" fmla="*/ 1127585 w 3405180"/>
                        <a:gd name="connsiteY874" fmla="*/ 170089 h 1830540"/>
                        <a:gd name="connsiteX875" fmla="*/ 1124017 w 3405180"/>
                        <a:gd name="connsiteY875" fmla="*/ 172468 h 1830540"/>
                        <a:gd name="connsiteX876" fmla="*/ 1121637 w 3405180"/>
                        <a:gd name="connsiteY876" fmla="*/ 168900 h 1830540"/>
                        <a:gd name="connsiteX877" fmla="*/ 1118069 w 3405180"/>
                        <a:gd name="connsiteY877" fmla="*/ 171279 h 1830540"/>
                        <a:gd name="connsiteX878" fmla="*/ 1115690 w 3405180"/>
                        <a:gd name="connsiteY878" fmla="*/ 174847 h 1830540"/>
                        <a:gd name="connsiteX879" fmla="*/ 1114500 w 3405180"/>
                        <a:gd name="connsiteY879" fmla="*/ 186741 h 1830540"/>
                        <a:gd name="connsiteX880" fmla="*/ 1118069 w 3405180"/>
                        <a:gd name="connsiteY880" fmla="*/ 191499 h 1830540"/>
                        <a:gd name="connsiteX881" fmla="*/ 1122827 w 3405180"/>
                        <a:gd name="connsiteY881" fmla="*/ 185552 h 1830540"/>
                        <a:gd name="connsiteX882" fmla="*/ 1126395 w 3405180"/>
                        <a:gd name="connsiteY882" fmla="*/ 186741 h 1830540"/>
                        <a:gd name="connsiteX883" fmla="*/ 1134721 w 3405180"/>
                        <a:gd name="connsiteY883" fmla="*/ 181984 h 1830540"/>
                        <a:gd name="connsiteX884" fmla="*/ 1135911 w 3405180"/>
                        <a:gd name="connsiteY884" fmla="*/ 187931 h 1830540"/>
                        <a:gd name="connsiteX885" fmla="*/ 1120448 w 3405180"/>
                        <a:gd name="connsiteY885" fmla="*/ 195067 h 1830540"/>
                        <a:gd name="connsiteX886" fmla="*/ 1115690 w 3405180"/>
                        <a:gd name="connsiteY886" fmla="*/ 202204 h 1830540"/>
                        <a:gd name="connsiteX887" fmla="*/ 1101417 w 3405180"/>
                        <a:gd name="connsiteY887" fmla="*/ 203393 h 1830540"/>
                        <a:gd name="connsiteX888" fmla="*/ 1102606 w 3405180"/>
                        <a:gd name="connsiteY888" fmla="*/ 211719 h 1830540"/>
                        <a:gd name="connsiteX889" fmla="*/ 1094280 w 3405180"/>
                        <a:gd name="connsiteY889" fmla="*/ 214098 h 1830540"/>
                        <a:gd name="connsiteX890" fmla="*/ 1089523 w 3405180"/>
                        <a:gd name="connsiteY890" fmla="*/ 210530 h 1830540"/>
                        <a:gd name="connsiteX891" fmla="*/ 1085954 w 3405180"/>
                        <a:gd name="connsiteY891" fmla="*/ 212909 h 1830540"/>
                        <a:gd name="connsiteX892" fmla="*/ 1084765 w 3405180"/>
                        <a:gd name="connsiteY892" fmla="*/ 217667 h 1830540"/>
                        <a:gd name="connsiteX893" fmla="*/ 1076439 w 3405180"/>
                        <a:gd name="connsiteY893" fmla="*/ 220045 h 1830540"/>
                        <a:gd name="connsiteX894" fmla="*/ 1076439 w 3405180"/>
                        <a:gd name="connsiteY894" fmla="*/ 224803 h 1830540"/>
                        <a:gd name="connsiteX895" fmla="*/ 1078818 w 3405180"/>
                        <a:gd name="connsiteY895" fmla="*/ 227182 h 1830540"/>
                        <a:gd name="connsiteX896" fmla="*/ 1075249 w 3405180"/>
                        <a:gd name="connsiteY896" fmla="*/ 228371 h 1830540"/>
                        <a:gd name="connsiteX897" fmla="*/ 1072871 w 3405180"/>
                        <a:gd name="connsiteY897" fmla="*/ 233129 h 1830540"/>
                        <a:gd name="connsiteX898" fmla="*/ 1068113 w 3405180"/>
                        <a:gd name="connsiteY898" fmla="*/ 228371 h 1830540"/>
                        <a:gd name="connsiteX899" fmla="*/ 1064544 w 3405180"/>
                        <a:gd name="connsiteY899" fmla="*/ 234319 h 1830540"/>
                        <a:gd name="connsiteX900" fmla="*/ 1062166 w 3405180"/>
                        <a:gd name="connsiteY900" fmla="*/ 236698 h 1830540"/>
                        <a:gd name="connsiteX901" fmla="*/ 1060976 w 3405180"/>
                        <a:gd name="connsiteY901" fmla="*/ 242645 h 1830540"/>
                        <a:gd name="connsiteX902" fmla="*/ 1059787 w 3405180"/>
                        <a:gd name="connsiteY902" fmla="*/ 248592 h 1830540"/>
                        <a:gd name="connsiteX903" fmla="*/ 1057408 w 3405180"/>
                        <a:gd name="connsiteY903" fmla="*/ 250971 h 1830540"/>
                        <a:gd name="connsiteX904" fmla="*/ 1057408 w 3405180"/>
                        <a:gd name="connsiteY904" fmla="*/ 258107 h 1830540"/>
                        <a:gd name="connsiteX905" fmla="*/ 1043135 w 3405180"/>
                        <a:gd name="connsiteY905" fmla="*/ 259297 h 1830540"/>
                        <a:gd name="connsiteX906" fmla="*/ 1039566 w 3405180"/>
                        <a:gd name="connsiteY906" fmla="*/ 262865 h 1830540"/>
                        <a:gd name="connsiteX907" fmla="*/ 1035998 w 3405180"/>
                        <a:gd name="connsiteY907" fmla="*/ 265244 h 1830540"/>
                        <a:gd name="connsiteX908" fmla="*/ 1038377 w 3405180"/>
                        <a:gd name="connsiteY908" fmla="*/ 268812 h 1830540"/>
                        <a:gd name="connsiteX909" fmla="*/ 1043135 w 3405180"/>
                        <a:gd name="connsiteY909" fmla="*/ 265244 h 1830540"/>
                        <a:gd name="connsiteX910" fmla="*/ 1049082 w 3405180"/>
                        <a:gd name="connsiteY910" fmla="*/ 266433 h 1830540"/>
                        <a:gd name="connsiteX911" fmla="*/ 1056219 w 3405180"/>
                        <a:gd name="connsiteY911" fmla="*/ 267623 h 1830540"/>
                        <a:gd name="connsiteX912" fmla="*/ 1052650 w 3405180"/>
                        <a:gd name="connsiteY912" fmla="*/ 270002 h 1830540"/>
                        <a:gd name="connsiteX913" fmla="*/ 1046703 w 3405180"/>
                        <a:gd name="connsiteY913" fmla="*/ 270002 h 1830540"/>
                        <a:gd name="connsiteX914" fmla="*/ 1050271 w 3405180"/>
                        <a:gd name="connsiteY914" fmla="*/ 274759 h 1830540"/>
                        <a:gd name="connsiteX915" fmla="*/ 1051461 w 3405180"/>
                        <a:gd name="connsiteY915" fmla="*/ 283086 h 1830540"/>
                        <a:gd name="connsiteX916" fmla="*/ 1047892 w 3405180"/>
                        <a:gd name="connsiteY916" fmla="*/ 287843 h 1830540"/>
                        <a:gd name="connsiteX917" fmla="*/ 1045513 w 3405180"/>
                        <a:gd name="connsiteY917" fmla="*/ 290222 h 1830540"/>
                        <a:gd name="connsiteX918" fmla="*/ 1045513 w 3405180"/>
                        <a:gd name="connsiteY918" fmla="*/ 297359 h 1830540"/>
                        <a:gd name="connsiteX919" fmla="*/ 1041945 w 3405180"/>
                        <a:gd name="connsiteY919" fmla="*/ 292601 h 1830540"/>
                        <a:gd name="connsiteX920" fmla="*/ 1039566 w 3405180"/>
                        <a:gd name="connsiteY920" fmla="*/ 289033 h 1830540"/>
                        <a:gd name="connsiteX921" fmla="*/ 1033619 w 3405180"/>
                        <a:gd name="connsiteY921" fmla="*/ 290222 h 1830540"/>
                        <a:gd name="connsiteX922" fmla="*/ 1032430 w 3405180"/>
                        <a:gd name="connsiteY922" fmla="*/ 286654 h 1830540"/>
                        <a:gd name="connsiteX923" fmla="*/ 1025293 w 3405180"/>
                        <a:gd name="connsiteY923" fmla="*/ 281896 h 1830540"/>
                        <a:gd name="connsiteX924" fmla="*/ 1025293 w 3405180"/>
                        <a:gd name="connsiteY924" fmla="*/ 285464 h 1830540"/>
                        <a:gd name="connsiteX925" fmla="*/ 1027672 w 3405180"/>
                        <a:gd name="connsiteY925" fmla="*/ 291412 h 1830540"/>
                        <a:gd name="connsiteX926" fmla="*/ 1025293 w 3405180"/>
                        <a:gd name="connsiteY926" fmla="*/ 297359 h 1830540"/>
                        <a:gd name="connsiteX927" fmla="*/ 1028861 w 3405180"/>
                        <a:gd name="connsiteY927" fmla="*/ 302117 h 1830540"/>
                        <a:gd name="connsiteX928" fmla="*/ 1033619 w 3405180"/>
                        <a:gd name="connsiteY928" fmla="*/ 298548 h 1830540"/>
                        <a:gd name="connsiteX929" fmla="*/ 1038377 w 3405180"/>
                        <a:gd name="connsiteY929" fmla="*/ 302117 h 1830540"/>
                        <a:gd name="connsiteX930" fmla="*/ 1046703 w 3405180"/>
                        <a:gd name="connsiteY930" fmla="*/ 303306 h 1830540"/>
                        <a:gd name="connsiteX931" fmla="*/ 1047892 w 3405180"/>
                        <a:gd name="connsiteY931" fmla="*/ 309253 h 1830540"/>
                        <a:gd name="connsiteX932" fmla="*/ 1052650 w 3405180"/>
                        <a:gd name="connsiteY932" fmla="*/ 311632 h 1830540"/>
                        <a:gd name="connsiteX933" fmla="*/ 1055029 w 3405180"/>
                        <a:gd name="connsiteY933" fmla="*/ 312821 h 1830540"/>
                        <a:gd name="connsiteX934" fmla="*/ 1062166 w 3405180"/>
                        <a:gd name="connsiteY934" fmla="*/ 311632 h 1830540"/>
                        <a:gd name="connsiteX935" fmla="*/ 1057408 w 3405180"/>
                        <a:gd name="connsiteY935" fmla="*/ 315200 h 1830540"/>
                        <a:gd name="connsiteX936" fmla="*/ 1050271 w 3405180"/>
                        <a:gd name="connsiteY936" fmla="*/ 314011 h 1830540"/>
                        <a:gd name="connsiteX937" fmla="*/ 1046703 w 3405180"/>
                        <a:gd name="connsiteY937" fmla="*/ 311632 h 1830540"/>
                        <a:gd name="connsiteX938" fmla="*/ 1043135 w 3405180"/>
                        <a:gd name="connsiteY938" fmla="*/ 316390 h 1830540"/>
                        <a:gd name="connsiteX939" fmla="*/ 1040756 w 3405180"/>
                        <a:gd name="connsiteY939" fmla="*/ 318769 h 1830540"/>
                        <a:gd name="connsiteX940" fmla="*/ 1046703 w 3405180"/>
                        <a:gd name="connsiteY940" fmla="*/ 324716 h 1830540"/>
                        <a:gd name="connsiteX941" fmla="*/ 1060976 w 3405180"/>
                        <a:gd name="connsiteY941" fmla="*/ 323526 h 1830540"/>
                        <a:gd name="connsiteX942" fmla="*/ 1062166 w 3405180"/>
                        <a:gd name="connsiteY942" fmla="*/ 328284 h 1830540"/>
                        <a:gd name="connsiteX943" fmla="*/ 1066923 w 3405180"/>
                        <a:gd name="connsiteY943" fmla="*/ 331852 h 1830540"/>
                        <a:gd name="connsiteX944" fmla="*/ 1069302 w 3405180"/>
                        <a:gd name="connsiteY944" fmla="*/ 328284 h 1830540"/>
                        <a:gd name="connsiteX945" fmla="*/ 1076439 w 3405180"/>
                        <a:gd name="connsiteY945" fmla="*/ 329473 h 1830540"/>
                        <a:gd name="connsiteX946" fmla="*/ 1075249 w 3405180"/>
                        <a:gd name="connsiteY946" fmla="*/ 334231 h 1830540"/>
                        <a:gd name="connsiteX947" fmla="*/ 1081196 w 3405180"/>
                        <a:gd name="connsiteY947" fmla="*/ 338989 h 1830540"/>
                        <a:gd name="connsiteX948" fmla="*/ 1088333 w 3405180"/>
                        <a:gd name="connsiteY948" fmla="*/ 340178 h 1830540"/>
                        <a:gd name="connsiteX949" fmla="*/ 1090712 w 3405180"/>
                        <a:gd name="connsiteY949" fmla="*/ 344936 h 1830540"/>
                        <a:gd name="connsiteX950" fmla="*/ 1091902 w 3405180"/>
                        <a:gd name="connsiteY950" fmla="*/ 348505 h 1830540"/>
                        <a:gd name="connsiteX951" fmla="*/ 1085954 w 3405180"/>
                        <a:gd name="connsiteY951" fmla="*/ 358020 h 1830540"/>
                        <a:gd name="connsiteX952" fmla="*/ 1074060 w 3405180"/>
                        <a:gd name="connsiteY952" fmla="*/ 367535 h 1830540"/>
                        <a:gd name="connsiteX953" fmla="*/ 1078818 w 3405180"/>
                        <a:gd name="connsiteY953" fmla="*/ 375861 h 1830540"/>
                        <a:gd name="connsiteX954" fmla="*/ 1088333 w 3405180"/>
                        <a:gd name="connsiteY954" fmla="*/ 382998 h 1830540"/>
                        <a:gd name="connsiteX955" fmla="*/ 1076439 w 3405180"/>
                        <a:gd name="connsiteY955" fmla="*/ 381809 h 1830540"/>
                        <a:gd name="connsiteX956" fmla="*/ 1070492 w 3405180"/>
                        <a:gd name="connsiteY956" fmla="*/ 375861 h 1830540"/>
                        <a:gd name="connsiteX957" fmla="*/ 1068113 w 3405180"/>
                        <a:gd name="connsiteY957" fmla="*/ 369914 h 1830540"/>
                        <a:gd name="connsiteX958" fmla="*/ 1071681 w 3405180"/>
                        <a:gd name="connsiteY958" fmla="*/ 362778 h 1830540"/>
                        <a:gd name="connsiteX959" fmla="*/ 1077628 w 3405180"/>
                        <a:gd name="connsiteY959" fmla="*/ 353262 h 1830540"/>
                        <a:gd name="connsiteX960" fmla="*/ 1078818 w 3405180"/>
                        <a:gd name="connsiteY960" fmla="*/ 347315 h 1830540"/>
                        <a:gd name="connsiteX961" fmla="*/ 1080007 w 3405180"/>
                        <a:gd name="connsiteY961" fmla="*/ 342557 h 1830540"/>
                        <a:gd name="connsiteX962" fmla="*/ 1068113 w 3405180"/>
                        <a:gd name="connsiteY962" fmla="*/ 347315 h 1830540"/>
                        <a:gd name="connsiteX963" fmla="*/ 1058597 w 3405180"/>
                        <a:gd name="connsiteY963" fmla="*/ 350883 h 1830540"/>
                        <a:gd name="connsiteX964" fmla="*/ 1049082 w 3405180"/>
                        <a:gd name="connsiteY964" fmla="*/ 354452 h 1830540"/>
                        <a:gd name="connsiteX965" fmla="*/ 1046703 w 3405180"/>
                        <a:gd name="connsiteY965" fmla="*/ 360399 h 1830540"/>
                        <a:gd name="connsiteX966" fmla="*/ 1041945 w 3405180"/>
                        <a:gd name="connsiteY966" fmla="*/ 361588 h 1830540"/>
                        <a:gd name="connsiteX967" fmla="*/ 1038377 w 3405180"/>
                        <a:gd name="connsiteY967" fmla="*/ 362778 h 1830540"/>
                        <a:gd name="connsiteX968" fmla="*/ 1032430 w 3405180"/>
                        <a:gd name="connsiteY968" fmla="*/ 360399 h 1830540"/>
                        <a:gd name="connsiteX969" fmla="*/ 1026483 w 3405180"/>
                        <a:gd name="connsiteY969" fmla="*/ 366346 h 1830540"/>
                        <a:gd name="connsiteX970" fmla="*/ 1005073 w 3405180"/>
                        <a:gd name="connsiteY970" fmla="*/ 375861 h 1830540"/>
                        <a:gd name="connsiteX971" fmla="*/ 981284 w 3405180"/>
                        <a:gd name="connsiteY971" fmla="*/ 379430 h 1830540"/>
                        <a:gd name="connsiteX972" fmla="*/ 975337 w 3405180"/>
                        <a:gd name="connsiteY972" fmla="*/ 386566 h 1830540"/>
                        <a:gd name="connsiteX973" fmla="*/ 965821 w 3405180"/>
                        <a:gd name="connsiteY973" fmla="*/ 386566 h 1830540"/>
                        <a:gd name="connsiteX974" fmla="*/ 968200 w 3405180"/>
                        <a:gd name="connsiteY974" fmla="*/ 391324 h 1830540"/>
                        <a:gd name="connsiteX975" fmla="*/ 971769 w 3405180"/>
                        <a:gd name="connsiteY975" fmla="*/ 396082 h 1830540"/>
                        <a:gd name="connsiteX976" fmla="*/ 969390 w 3405180"/>
                        <a:gd name="connsiteY976" fmla="*/ 405597 h 1830540"/>
                        <a:gd name="connsiteX977" fmla="*/ 977716 w 3405180"/>
                        <a:gd name="connsiteY977" fmla="*/ 410355 h 1830540"/>
                        <a:gd name="connsiteX978" fmla="*/ 977716 w 3405180"/>
                        <a:gd name="connsiteY978" fmla="*/ 417492 h 1830540"/>
                        <a:gd name="connsiteX979" fmla="*/ 987231 w 3405180"/>
                        <a:gd name="connsiteY979" fmla="*/ 423439 h 1830540"/>
                        <a:gd name="connsiteX980" fmla="*/ 991989 w 3405180"/>
                        <a:gd name="connsiteY980" fmla="*/ 435333 h 1830540"/>
                        <a:gd name="connsiteX981" fmla="*/ 991989 w 3405180"/>
                        <a:gd name="connsiteY981" fmla="*/ 444849 h 1830540"/>
                        <a:gd name="connsiteX982" fmla="*/ 996747 w 3405180"/>
                        <a:gd name="connsiteY982" fmla="*/ 447228 h 1830540"/>
                        <a:gd name="connsiteX983" fmla="*/ 996747 w 3405180"/>
                        <a:gd name="connsiteY983" fmla="*/ 453175 h 1830540"/>
                        <a:gd name="connsiteX984" fmla="*/ 1000315 w 3405180"/>
                        <a:gd name="connsiteY984" fmla="*/ 454364 h 1830540"/>
                        <a:gd name="connsiteX985" fmla="*/ 1003883 w 3405180"/>
                        <a:gd name="connsiteY985" fmla="*/ 457932 h 1830540"/>
                        <a:gd name="connsiteX986" fmla="*/ 1020535 w 3405180"/>
                        <a:gd name="connsiteY986" fmla="*/ 456743 h 1830540"/>
                        <a:gd name="connsiteX987" fmla="*/ 1028861 w 3405180"/>
                        <a:gd name="connsiteY987" fmla="*/ 456743 h 1830540"/>
                        <a:gd name="connsiteX988" fmla="*/ 1032430 w 3405180"/>
                        <a:gd name="connsiteY988" fmla="*/ 454364 h 1830540"/>
                        <a:gd name="connsiteX989" fmla="*/ 1032430 w 3405180"/>
                        <a:gd name="connsiteY989" fmla="*/ 460311 h 1830540"/>
                        <a:gd name="connsiteX990" fmla="*/ 1034808 w 3405180"/>
                        <a:gd name="connsiteY990" fmla="*/ 463880 h 1830540"/>
                        <a:gd name="connsiteX991" fmla="*/ 1035998 w 3405180"/>
                        <a:gd name="connsiteY991" fmla="*/ 471016 h 1830540"/>
                        <a:gd name="connsiteX992" fmla="*/ 1044324 w 3405180"/>
                        <a:gd name="connsiteY992" fmla="*/ 475774 h 1830540"/>
                        <a:gd name="connsiteX993" fmla="*/ 1046703 w 3405180"/>
                        <a:gd name="connsiteY993" fmla="*/ 480532 h 1830540"/>
                        <a:gd name="connsiteX994" fmla="*/ 1062166 w 3405180"/>
                        <a:gd name="connsiteY994" fmla="*/ 481721 h 1830540"/>
                        <a:gd name="connsiteX995" fmla="*/ 1068113 w 3405180"/>
                        <a:gd name="connsiteY995" fmla="*/ 486479 h 1830540"/>
                        <a:gd name="connsiteX996" fmla="*/ 1074060 w 3405180"/>
                        <a:gd name="connsiteY996" fmla="*/ 487668 h 1830540"/>
                        <a:gd name="connsiteX997" fmla="*/ 1077628 w 3405180"/>
                        <a:gd name="connsiteY997" fmla="*/ 493616 h 1830540"/>
                        <a:gd name="connsiteX998" fmla="*/ 1077628 w 3405180"/>
                        <a:gd name="connsiteY998" fmla="*/ 505510 h 1830540"/>
                        <a:gd name="connsiteX999" fmla="*/ 1080007 w 3405180"/>
                        <a:gd name="connsiteY999" fmla="*/ 511457 h 1830540"/>
                        <a:gd name="connsiteX1000" fmla="*/ 1078818 w 3405180"/>
                        <a:gd name="connsiteY1000" fmla="*/ 518594 h 1830540"/>
                        <a:gd name="connsiteX1001" fmla="*/ 1091902 w 3405180"/>
                        <a:gd name="connsiteY1001" fmla="*/ 531677 h 1830540"/>
                        <a:gd name="connsiteX1002" fmla="*/ 1099038 w 3405180"/>
                        <a:gd name="connsiteY1002" fmla="*/ 545951 h 1830540"/>
                        <a:gd name="connsiteX1003" fmla="*/ 1100227 w 3405180"/>
                        <a:gd name="connsiteY1003" fmla="*/ 553087 h 1830540"/>
                        <a:gd name="connsiteX1004" fmla="*/ 1109743 w 3405180"/>
                        <a:gd name="connsiteY1004" fmla="*/ 563792 h 1830540"/>
                        <a:gd name="connsiteX1005" fmla="*/ 1108553 w 3405180"/>
                        <a:gd name="connsiteY1005" fmla="*/ 569739 h 1830540"/>
                        <a:gd name="connsiteX1006" fmla="*/ 1104985 w 3405180"/>
                        <a:gd name="connsiteY1006" fmla="*/ 574497 h 1830540"/>
                        <a:gd name="connsiteX1007" fmla="*/ 1103796 w 3405180"/>
                        <a:gd name="connsiteY1007" fmla="*/ 578065 h 1830540"/>
                        <a:gd name="connsiteX1008" fmla="*/ 1099038 w 3405180"/>
                        <a:gd name="connsiteY1008" fmla="*/ 576876 h 1830540"/>
                        <a:gd name="connsiteX1009" fmla="*/ 1096659 w 3405180"/>
                        <a:gd name="connsiteY1009" fmla="*/ 574497 h 1830540"/>
                        <a:gd name="connsiteX1010" fmla="*/ 1097849 w 3405180"/>
                        <a:gd name="connsiteY1010" fmla="*/ 579255 h 1830540"/>
                        <a:gd name="connsiteX1011" fmla="*/ 1100227 w 3405180"/>
                        <a:gd name="connsiteY1011" fmla="*/ 582823 h 1830540"/>
                        <a:gd name="connsiteX1012" fmla="*/ 1103796 w 3405180"/>
                        <a:gd name="connsiteY1012" fmla="*/ 584013 h 1830540"/>
                        <a:gd name="connsiteX1013" fmla="*/ 1110932 w 3405180"/>
                        <a:gd name="connsiteY1013" fmla="*/ 584013 h 1830540"/>
                        <a:gd name="connsiteX1014" fmla="*/ 1126395 w 3405180"/>
                        <a:gd name="connsiteY1014" fmla="*/ 598286 h 1830540"/>
                        <a:gd name="connsiteX1015" fmla="*/ 1138289 w 3405180"/>
                        <a:gd name="connsiteY1015" fmla="*/ 600665 h 1830540"/>
                        <a:gd name="connsiteX1016" fmla="*/ 1147805 w 3405180"/>
                        <a:gd name="connsiteY1016" fmla="*/ 593528 h 1830540"/>
                        <a:gd name="connsiteX1017" fmla="*/ 1156131 w 3405180"/>
                        <a:gd name="connsiteY1017" fmla="*/ 593528 h 1830540"/>
                        <a:gd name="connsiteX1018" fmla="*/ 1163268 w 3405180"/>
                        <a:gd name="connsiteY1018" fmla="*/ 599475 h 1830540"/>
                        <a:gd name="connsiteX1019" fmla="*/ 1170404 w 3405180"/>
                        <a:gd name="connsiteY1019" fmla="*/ 601854 h 1830540"/>
                        <a:gd name="connsiteX1020" fmla="*/ 1176351 w 3405180"/>
                        <a:gd name="connsiteY1020" fmla="*/ 601854 h 1830540"/>
                        <a:gd name="connsiteX1021" fmla="*/ 1178730 w 3405180"/>
                        <a:gd name="connsiteY1021" fmla="*/ 611370 h 1830540"/>
                        <a:gd name="connsiteX1022" fmla="*/ 1178730 w 3405180"/>
                        <a:gd name="connsiteY1022" fmla="*/ 616127 h 1830540"/>
                        <a:gd name="connsiteX1023" fmla="*/ 1176351 w 3405180"/>
                        <a:gd name="connsiteY1023" fmla="*/ 606612 h 1830540"/>
                        <a:gd name="connsiteX1024" fmla="*/ 1171594 w 3405180"/>
                        <a:gd name="connsiteY1024" fmla="*/ 604233 h 1830540"/>
                        <a:gd name="connsiteX1025" fmla="*/ 1163268 w 3405180"/>
                        <a:gd name="connsiteY1025" fmla="*/ 603044 h 1830540"/>
                        <a:gd name="connsiteX1026" fmla="*/ 1152563 w 3405180"/>
                        <a:gd name="connsiteY1026" fmla="*/ 594718 h 1830540"/>
                        <a:gd name="connsiteX1027" fmla="*/ 1143047 w 3405180"/>
                        <a:gd name="connsiteY1027" fmla="*/ 600665 h 1830540"/>
                        <a:gd name="connsiteX1028" fmla="*/ 1139479 w 3405180"/>
                        <a:gd name="connsiteY1028" fmla="*/ 604233 h 1830540"/>
                        <a:gd name="connsiteX1029" fmla="*/ 1140668 w 3405180"/>
                        <a:gd name="connsiteY1029" fmla="*/ 613748 h 1830540"/>
                        <a:gd name="connsiteX1030" fmla="*/ 1129964 w 3405180"/>
                        <a:gd name="connsiteY1030" fmla="*/ 603044 h 1830540"/>
                        <a:gd name="connsiteX1031" fmla="*/ 1115690 w 3405180"/>
                        <a:gd name="connsiteY1031" fmla="*/ 601854 h 1830540"/>
                        <a:gd name="connsiteX1032" fmla="*/ 1114500 w 3405180"/>
                        <a:gd name="connsiteY1032" fmla="*/ 592339 h 1830540"/>
                        <a:gd name="connsiteX1033" fmla="*/ 1104985 w 3405180"/>
                        <a:gd name="connsiteY1033" fmla="*/ 585202 h 1830540"/>
                        <a:gd name="connsiteX1034" fmla="*/ 1093091 w 3405180"/>
                        <a:gd name="connsiteY1034" fmla="*/ 585202 h 1830540"/>
                        <a:gd name="connsiteX1035" fmla="*/ 1088333 w 3405180"/>
                        <a:gd name="connsiteY1035" fmla="*/ 581634 h 1830540"/>
                        <a:gd name="connsiteX1036" fmla="*/ 1084765 w 3405180"/>
                        <a:gd name="connsiteY1036" fmla="*/ 579255 h 1830540"/>
                        <a:gd name="connsiteX1037" fmla="*/ 1087144 w 3405180"/>
                        <a:gd name="connsiteY1037" fmla="*/ 575687 h 1830540"/>
                        <a:gd name="connsiteX1038" fmla="*/ 1088333 w 3405180"/>
                        <a:gd name="connsiteY1038" fmla="*/ 569739 h 1830540"/>
                        <a:gd name="connsiteX1039" fmla="*/ 1089523 w 3405180"/>
                        <a:gd name="connsiteY1039" fmla="*/ 566171 h 1830540"/>
                        <a:gd name="connsiteX1040" fmla="*/ 1088333 w 3405180"/>
                        <a:gd name="connsiteY1040" fmla="*/ 559034 h 1830540"/>
                        <a:gd name="connsiteX1041" fmla="*/ 1088333 w 3405180"/>
                        <a:gd name="connsiteY1041" fmla="*/ 550708 h 1830540"/>
                        <a:gd name="connsiteX1042" fmla="*/ 1085954 w 3405180"/>
                        <a:gd name="connsiteY1042" fmla="*/ 545951 h 1830540"/>
                        <a:gd name="connsiteX1043" fmla="*/ 1081196 w 3405180"/>
                        <a:gd name="connsiteY1043" fmla="*/ 540004 h 1830540"/>
                        <a:gd name="connsiteX1044" fmla="*/ 1080007 w 3405180"/>
                        <a:gd name="connsiteY1044" fmla="*/ 545951 h 1830540"/>
                        <a:gd name="connsiteX1045" fmla="*/ 1075249 w 3405180"/>
                        <a:gd name="connsiteY1045" fmla="*/ 549519 h 1830540"/>
                        <a:gd name="connsiteX1046" fmla="*/ 1075249 w 3405180"/>
                        <a:gd name="connsiteY1046" fmla="*/ 556656 h 1830540"/>
                        <a:gd name="connsiteX1047" fmla="*/ 1071681 w 3405180"/>
                        <a:gd name="connsiteY1047" fmla="*/ 560224 h 1830540"/>
                        <a:gd name="connsiteX1048" fmla="*/ 1072871 w 3405180"/>
                        <a:gd name="connsiteY1048" fmla="*/ 564982 h 1830540"/>
                        <a:gd name="connsiteX1049" fmla="*/ 1070492 w 3405180"/>
                        <a:gd name="connsiteY1049" fmla="*/ 569739 h 1830540"/>
                        <a:gd name="connsiteX1050" fmla="*/ 1066923 w 3405180"/>
                        <a:gd name="connsiteY1050" fmla="*/ 566171 h 1830540"/>
                        <a:gd name="connsiteX1051" fmla="*/ 1065734 w 3405180"/>
                        <a:gd name="connsiteY1051" fmla="*/ 559034 h 1830540"/>
                        <a:gd name="connsiteX1052" fmla="*/ 1064544 w 3405180"/>
                        <a:gd name="connsiteY1052" fmla="*/ 551898 h 1830540"/>
                        <a:gd name="connsiteX1053" fmla="*/ 1068113 w 3405180"/>
                        <a:gd name="connsiteY1053" fmla="*/ 547140 h 1830540"/>
                        <a:gd name="connsiteX1054" fmla="*/ 1065734 w 3405180"/>
                        <a:gd name="connsiteY1054" fmla="*/ 541193 h 1830540"/>
                        <a:gd name="connsiteX1055" fmla="*/ 1057408 w 3405180"/>
                        <a:gd name="connsiteY1055" fmla="*/ 534056 h 1830540"/>
                        <a:gd name="connsiteX1056" fmla="*/ 1057408 w 3405180"/>
                        <a:gd name="connsiteY1056" fmla="*/ 523351 h 1830540"/>
                        <a:gd name="connsiteX1057" fmla="*/ 1056219 w 3405180"/>
                        <a:gd name="connsiteY1057" fmla="*/ 513836 h 1830540"/>
                        <a:gd name="connsiteX1058" fmla="*/ 1064544 w 3405180"/>
                        <a:gd name="connsiteY1058" fmla="*/ 510268 h 1830540"/>
                        <a:gd name="connsiteX1059" fmla="*/ 1063355 w 3405180"/>
                        <a:gd name="connsiteY1059" fmla="*/ 499563 h 1830540"/>
                        <a:gd name="connsiteX1060" fmla="*/ 1064544 w 3405180"/>
                        <a:gd name="connsiteY1060" fmla="*/ 491237 h 1830540"/>
                        <a:gd name="connsiteX1061" fmla="*/ 1055029 w 3405180"/>
                        <a:gd name="connsiteY1061" fmla="*/ 491237 h 1830540"/>
                        <a:gd name="connsiteX1062" fmla="*/ 1053840 w 3405180"/>
                        <a:gd name="connsiteY1062" fmla="*/ 487668 h 1830540"/>
                        <a:gd name="connsiteX1063" fmla="*/ 1047892 w 3405180"/>
                        <a:gd name="connsiteY1063" fmla="*/ 491237 h 1830540"/>
                        <a:gd name="connsiteX1064" fmla="*/ 1040756 w 3405180"/>
                        <a:gd name="connsiteY1064" fmla="*/ 495994 h 1830540"/>
                        <a:gd name="connsiteX1065" fmla="*/ 1034808 w 3405180"/>
                        <a:gd name="connsiteY1065" fmla="*/ 494805 h 1830540"/>
                        <a:gd name="connsiteX1066" fmla="*/ 1024104 w 3405180"/>
                        <a:gd name="connsiteY1066" fmla="*/ 497184 h 1830540"/>
                        <a:gd name="connsiteX1067" fmla="*/ 1019346 w 3405180"/>
                        <a:gd name="connsiteY1067" fmla="*/ 494805 h 1830540"/>
                        <a:gd name="connsiteX1068" fmla="*/ 1011020 w 3405180"/>
                        <a:gd name="connsiteY1068" fmla="*/ 487668 h 1830540"/>
                        <a:gd name="connsiteX1069" fmla="*/ 1001504 w 3405180"/>
                        <a:gd name="connsiteY1069" fmla="*/ 481721 h 1830540"/>
                        <a:gd name="connsiteX1070" fmla="*/ 1000315 w 3405180"/>
                        <a:gd name="connsiteY1070" fmla="*/ 476963 h 1830540"/>
                        <a:gd name="connsiteX1071" fmla="*/ 984852 w 3405180"/>
                        <a:gd name="connsiteY1071" fmla="*/ 475774 h 1830540"/>
                        <a:gd name="connsiteX1072" fmla="*/ 974147 w 3405180"/>
                        <a:gd name="connsiteY1072" fmla="*/ 465069 h 1830540"/>
                        <a:gd name="connsiteX1073" fmla="*/ 955117 w 3405180"/>
                        <a:gd name="connsiteY1073" fmla="*/ 465069 h 1830540"/>
                        <a:gd name="connsiteX1074" fmla="*/ 949169 w 3405180"/>
                        <a:gd name="connsiteY1074" fmla="*/ 462690 h 1830540"/>
                        <a:gd name="connsiteX1075" fmla="*/ 942033 w 3405180"/>
                        <a:gd name="connsiteY1075" fmla="*/ 471016 h 1830540"/>
                        <a:gd name="connsiteX1076" fmla="*/ 937275 w 3405180"/>
                        <a:gd name="connsiteY1076" fmla="*/ 482911 h 1830540"/>
                        <a:gd name="connsiteX1077" fmla="*/ 934896 w 3405180"/>
                        <a:gd name="connsiteY1077" fmla="*/ 484100 h 1830540"/>
                        <a:gd name="connsiteX1078" fmla="*/ 933707 w 3405180"/>
                        <a:gd name="connsiteY1078" fmla="*/ 480532 h 1830540"/>
                        <a:gd name="connsiteX1079" fmla="*/ 932517 w 3405180"/>
                        <a:gd name="connsiteY1079" fmla="*/ 485290 h 1830540"/>
                        <a:gd name="connsiteX1080" fmla="*/ 937275 w 3405180"/>
                        <a:gd name="connsiteY1080" fmla="*/ 488858 h 1830540"/>
                        <a:gd name="connsiteX1081" fmla="*/ 944411 w 3405180"/>
                        <a:gd name="connsiteY1081" fmla="*/ 484100 h 1830540"/>
                        <a:gd name="connsiteX1082" fmla="*/ 949169 w 3405180"/>
                        <a:gd name="connsiteY1082" fmla="*/ 485290 h 1830540"/>
                        <a:gd name="connsiteX1083" fmla="*/ 953927 w 3405180"/>
                        <a:gd name="connsiteY1083" fmla="*/ 485290 h 1830540"/>
                        <a:gd name="connsiteX1084" fmla="*/ 958685 w 3405180"/>
                        <a:gd name="connsiteY1084" fmla="*/ 494805 h 1830540"/>
                        <a:gd name="connsiteX1085" fmla="*/ 955117 w 3405180"/>
                        <a:gd name="connsiteY1085" fmla="*/ 498373 h 1830540"/>
                        <a:gd name="connsiteX1086" fmla="*/ 951548 w 3405180"/>
                        <a:gd name="connsiteY1086" fmla="*/ 505510 h 1830540"/>
                        <a:gd name="connsiteX1087" fmla="*/ 943222 w 3405180"/>
                        <a:gd name="connsiteY1087" fmla="*/ 505510 h 1830540"/>
                        <a:gd name="connsiteX1088" fmla="*/ 934896 w 3405180"/>
                        <a:gd name="connsiteY1088" fmla="*/ 500752 h 1830540"/>
                        <a:gd name="connsiteX1089" fmla="*/ 926570 w 3405180"/>
                        <a:gd name="connsiteY1089" fmla="*/ 493616 h 1830540"/>
                        <a:gd name="connsiteX1090" fmla="*/ 915865 w 3405180"/>
                        <a:gd name="connsiteY1090" fmla="*/ 499563 h 1830540"/>
                        <a:gd name="connsiteX1091" fmla="*/ 911107 w 3405180"/>
                        <a:gd name="connsiteY1091" fmla="*/ 501942 h 1830540"/>
                        <a:gd name="connsiteX1092" fmla="*/ 915865 w 3405180"/>
                        <a:gd name="connsiteY1092" fmla="*/ 507889 h 1830540"/>
                        <a:gd name="connsiteX1093" fmla="*/ 920623 w 3405180"/>
                        <a:gd name="connsiteY1093" fmla="*/ 513836 h 1830540"/>
                        <a:gd name="connsiteX1094" fmla="*/ 924191 w 3405180"/>
                        <a:gd name="connsiteY1094" fmla="*/ 515025 h 1830540"/>
                        <a:gd name="connsiteX1095" fmla="*/ 926570 w 3405180"/>
                        <a:gd name="connsiteY1095" fmla="*/ 520973 h 1830540"/>
                        <a:gd name="connsiteX1096" fmla="*/ 933707 w 3405180"/>
                        <a:gd name="connsiteY1096" fmla="*/ 528109 h 1830540"/>
                        <a:gd name="connsiteX1097" fmla="*/ 943222 w 3405180"/>
                        <a:gd name="connsiteY1097" fmla="*/ 529299 h 1830540"/>
                        <a:gd name="connsiteX1098" fmla="*/ 947980 w 3405180"/>
                        <a:gd name="connsiteY1098" fmla="*/ 532867 h 1830540"/>
                        <a:gd name="connsiteX1099" fmla="*/ 961064 w 3405180"/>
                        <a:gd name="connsiteY1099" fmla="*/ 532867 h 1830540"/>
                        <a:gd name="connsiteX1100" fmla="*/ 964632 w 3405180"/>
                        <a:gd name="connsiteY1100" fmla="*/ 529299 h 1830540"/>
                        <a:gd name="connsiteX1101" fmla="*/ 967011 w 3405180"/>
                        <a:gd name="connsiteY1101" fmla="*/ 534056 h 1830540"/>
                        <a:gd name="connsiteX1102" fmla="*/ 976526 w 3405180"/>
                        <a:gd name="connsiteY1102" fmla="*/ 534056 h 1830540"/>
                        <a:gd name="connsiteX1103" fmla="*/ 977716 w 3405180"/>
                        <a:gd name="connsiteY1103" fmla="*/ 541193 h 1830540"/>
                        <a:gd name="connsiteX1104" fmla="*/ 982473 w 3405180"/>
                        <a:gd name="connsiteY1104" fmla="*/ 542382 h 1830540"/>
                        <a:gd name="connsiteX1105" fmla="*/ 983663 w 3405180"/>
                        <a:gd name="connsiteY1105" fmla="*/ 547140 h 1830540"/>
                        <a:gd name="connsiteX1106" fmla="*/ 995557 w 3405180"/>
                        <a:gd name="connsiteY1106" fmla="*/ 548330 h 1830540"/>
                        <a:gd name="connsiteX1107" fmla="*/ 997936 w 3405180"/>
                        <a:gd name="connsiteY1107" fmla="*/ 545951 h 1830540"/>
                        <a:gd name="connsiteX1108" fmla="*/ 994368 w 3405180"/>
                        <a:gd name="connsiteY1108" fmla="*/ 550708 h 1830540"/>
                        <a:gd name="connsiteX1109" fmla="*/ 986042 w 3405180"/>
                        <a:gd name="connsiteY1109" fmla="*/ 553087 h 1830540"/>
                        <a:gd name="connsiteX1110" fmla="*/ 981284 w 3405180"/>
                        <a:gd name="connsiteY1110" fmla="*/ 550708 h 1830540"/>
                        <a:gd name="connsiteX1111" fmla="*/ 977716 w 3405180"/>
                        <a:gd name="connsiteY1111" fmla="*/ 547140 h 1830540"/>
                        <a:gd name="connsiteX1112" fmla="*/ 970579 w 3405180"/>
                        <a:gd name="connsiteY1112" fmla="*/ 547140 h 1830540"/>
                        <a:gd name="connsiteX1113" fmla="*/ 967011 w 3405180"/>
                        <a:gd name="connsiteY1113" fmla="*/ 541193 h 1830540"/>
                        <a:gd name="connsiteX1114" fmla="*/ 959874 w 3405180"/>
                        <a:gd name="connsiteY1114" fmla="*/ 536435 h 1830540"/>
                        <a:gd name="connsiteX1115" fmla="*/ 955117 w 3405180"/>
                        <a:gd name="connsiteY1115" fmla="*/ 540004 h 1830540"/>
                        <a:gd name="connsiteX1116" fmla="*/ 949169 w 3405180"/>
                        <a:gd name="connsiteY1116" fmla="*/ 541193 h 1830540"/>
                        <a:gd name="connsiteX1117" fmla="*/ 944411 w 3405180"/>
                        <a:gd name="connsiteY1117" fmla="*/ 547140 h 1830540"/>
                        <a:gd name="connsiteX1118" fmla="*/ 942033 w 3405180"/>
                        <a:gd name="connsiteY1118" fmla="*/ 541193 h 1830540"/>
                        <a:gd name="connsiteX1119" fmla="*/ 937275 w 3405180"/>
                        <a:gd name="connsiteY1119" fmla="*/ 538814 h 1830540"/>
                        <a:gd name="connsiteX1120" fmla="*/ 933707 w 3405180"/>
                        <a:gd name="connsiteY1120" fmla="*/ 542382 h 1830540"/>
                        <a:gd name="connsiteX1121" fmla="*/ 921812 w 3405180"/>
                        <a:gd name="connsiteY1121" fmla="*/ 540004 h 1830540"/>
                        <a:gd name="connsiteX1122" fmla="*/ 917054 w 3405180"/>
                        <a:gd name="connsiteY1122" fmla="*/ 537625 h 1830540"/>
                        <a:gd name="connsiteX1123" fmla="*/ 909918 w 3405180"/>
                        <a:gd name="connsiteY1123" fmla="*/ 537625 h 1830540"/>
                        <a:gd name="connsiteX1124" fmla="*/ 913486 w 3405180"/>
                        <a:gd name="connsiteY1124" fmla="*/ 531677 h 1830540"/>
                        <a:gd name="connsiteX1125" fmla="*/ 913486 w 3405180"/>
                        <a:gd name="connsiteY1125" fmla="*/ 525730 h 1830540"/>
                        <a:gd name="connsiteX1126" fmla="*/ 908728 w 3405180"/>
                        <a:gd name="connsiteY1126" fmla="*/ 520973 h 1830540"/>
                        <a:gd name="connsiteX1127" fmla="*/ 905160 w 3405180"/>
                        <a:gd name="connsiteY1127" fmla="*/ 515025 h 1830540"/>
                        <a:gd name="connsiteX1128" fmla="*/ 896834 w 3405180"/>
                        <a:gd name="connsiteY1128" fmla="*/ 505510 h 1830540"/>
                        <a:gd name="connsiteX1129" fmla="*/ 900402 w 3405180"/>
                        <a:gd name="connsiteY1129" fmla="*/ 498373 h 1830540"/>
                        <a:gd name="connsiteX1130" fmla="*/ 895645 w 3405180"/>
                        <a:gd name="connsiteY1130" fmla="*/ 491237 h 1830540"/>
                        <a:gd name="connsiteX1131" fmla="*/ 895645 w 3405180"/>
                        <a:gd name="connsiteY1131" fmla="*/ 479342 h 1830540"/>
                        <a:gd name="connsiteX1132" fmla="*/ 890887 w 3405180"/>
                        <a:gd name="connsiteY1132" fmla="*/ 473395 h 1830540"/>
                        <a:gd name="connsiteX1133" fmla="*/ 888508 w 3405180"/>
                        <a:gd name="connsiteY1133" fmla="*/ 463880 h 1830540"/>
                        <a:gd name="connsiteX1134" fmla="*/ 883750 w 3405180"/>
                        <a:gd name="connsiteY1134" fmla="*/ 461501 h 1830540"/>
                        <a:gd name="connsiteX1135" fmla="*/ 882561 w 3405180"/>
                        <a:gd name="connsiteY1135" fmla="*/ 455554 h 1830540"/>
                        <a:gd name="connsiteX1136" fmla="*/ 875424 w 3405180"/>
                        <a:gd name="connsiteY1136" fmla="*/ 451985 h 1830540"/>
                        <a:gd name="connsiteX1137" fmla="*/ 874235 w 3405180"/>
                        <a:gd name="connsiteY1137" fmla="*/ 455554 h 1830540"/>
                        <a:gd name="connsiteX1138" fmla="*/ 881371 w 3405180"/>
                        <a:gd name="connsiteY1138" fmla="*/ 468637 h 1830540"/>
                        <a:gd name="connsiteX1139" fmla="*/ 887319 w 3405180"/>
                        <a:gd name="connsiteY1139" fmla="*/ 481721 h 1830540"/>
                        <a:gd name="connsiteX1140" fmla="*/ 886129 w 3405180"/>
                        <a:gd name="connsiteY1140" fmla="*/ 500752 h 1830540"/>
                        <a:gd name="connsiteX1141" fmla="*/ 870667 w 3405180"/>
                        <a:gd name="connsiteY1141" fmla="*/ 517404 h 1830540"/>
                        <a:gd name="connsiteX1142" fmla="*/ 876614 w 3405180"/>
                        <a:gd name="connsiteY1142" fmla="*/ 523351 h 1830540"/>
                        <a:gd name="connsiteX1143" fmla="*/ 876614 w 3405180"/>
                        <a:gd name="connsiteY1143" fmla="*/ 532867 h 1830540"/>
                        <a:gd name="connsiteX1144" fmla="*/ 873045 w 3405180"/>
                        <a:gd name="connsiteY1144" fmla="*/ 541193 h 1830540"/>
                        <a:gd name="connsiteX1145" fmla="*/ 877803 w 3405180"/>
                        <a:gd name="connsiteY1145" fmla="*/ 548330 h 1830540"/>
                        <a:gd name="connsiteX1146" fmla="*/ 896834 w 3405180"/>
                        <a:gd name="connsiteY1146" fmla="*/ 563792 h 1830540"/>
                        <a:gd name="connsiteX1147" fmla="*/ 898023 w 3405180"/>
                        <a:gd name="connsiteY1147" fmla="*/ 569739 h 1830540"/>
                        <a:gd name="connsiteX1148" fmla="*/ 907539 w 3405180"/>
                        <a:gd name="connsiteY1148" fmla="*/ 572118 h 1830540"/>
                        <a:gd name="connsiteX1149" fmla="*/ 914675 w 3405180"/>
                        <a:gd name="connsiteY1149" fmla="*/ 584013 h 1830540"/>
                        <a:gd name="connsiteX1150" fmla="*/ 914675 w 3405180"/>
                        <a:gd name="connsiteY1150" fmla="*/ 600665 h 1830540"/>
                        <a:gd name="connsiteX1151" fmla="*/ 913486 w 3405180"/>
                        <a:gd name="connsiteY1151" fmla="*/ 610180 h 1830540"/>
                        <a:gd name="connsiteX1152" fmla="*/ 919434 w 3405180"/>
                        <a:gd name="connsiteY1152" fmla="*/ 618506 h 1830540"/>
                        <a:gd name="connsiteX1153" fmla="*/ 918244 w 3405180"/>
                        <a:gd name="connsiteY1153" fmla="*/ 633969 h 1830540"/>
                        <a:gd name="connsiteX1154" fmla="*/ 930138 w 3405180"/>
                        <a:gd name="connsiteY1154" fmla="*/ 647053 h 1830540"/>
                        <a:gd name="connsiteX1155" fmla="*/ 931328 w 3405180"/>
                        <a:gd name="connsiteY1155" fmla="*/ 661326 h 1830540"/>
                        <a:gd name="connsiteX1156" fmla="*/ 939654 w 3405180"/>
                        <a:gd name="connsiteY1156" fmla="*/ 664894 h 1830540"/>
                        <a:gd name="connsiteX1157" fmla="*/ 949169 w 3405180"/>
                        <a:gd name="connsiteY1157" fmla="*/ 658947 h 1830540"/>
                        <a:gd name="connsiteX1158" fmla="*/ 957495 w 3405180"/>
                        <a:gd name="connsiteY1158" fmla="*/ 662515 h 1830540"/>
                        <a:gd name="connsiteX1159" fmla="*/ 962253 w 3405180"/>
                        <a:gd name="connsiteY1159" fmla="*/ 654189 h 1830540"/>
                        <a:gd name="connsiteX1160" fmla="*/ 969390 w 3405180"/>
                        <a:gd name="connsiteY1160" fmla="*/ 647053 h 1830540"/>
                        <a:gd name="connsiteX1161" fmla="*/ 974147 w 3405180"/>
                        <a:gd name="connsiteY1161" fmla="*/ 649432 h 1830540"/>
                        <a:gd name="connsiteX1162" fmla="*/ 980094 w 3405180"/>
                        <a:gd name="connsiteY1162" fmla="*/ 647053 h 1830540"/>
                        <a:gd name="connsiteX1163" fmla="*/ 988421 w 3405180"/>
                        <a:gd name="connsiteY1163" fmla="*/ 651810 h 1830540"/>
                        <a:gd name="connsiteX1164" fmla="*/ 993178 w 3405180"/>
                        <a:gd name="connsiteY1164" fmla="*/ 650621 h 1830540"/>
                        <a:gd name="connsiteX1165" fmla="*/ 997936 w 3405180"/>
                        <a:gd name="connsiteY1165" fmla="*/ 657758 h 1830540"/>
                        <a:gd name="connsiteX1166" fmla="*/ 1009830 w 3405180"/>
                        <a:gd name="connsiteY1166" fmla="*/ 661326 h 1830540"/>
                        <a:gd name="connsiteX1167" fmla="*/ 1019346 w 3405180"/>
                        <a:gd name="connsiteY1167" fmla="*/ 661326 h 1830540"/>
                        <a:gd name="connsiteX1168" fmla="*/ 1022914 w 3405180"/>
                        <a:gd name="connsiteY1168" fmla="*/ 668462 h 1830540"/>
                        <a:gd name="connsiteX1169" fmla="*/ 1024104 w 3405180"/>
                        <a:gd name="connsiteY1169" fmla="*/ 674410 h 1830540"/>
                        <a:gd name="connsiteX1170" fmla="*/ 1031240 w 3405180"/>
                        <a:gd name="connsiteY1170" fmla="*/ 677978 h 1830540"/>
                        <a:gd name="connsiteX1171" fmla="*/ 1034808 w 3405180"/>
                        <a:gd name="connsiteY1171" fmla="*/ 683925 h 1830540"/>
                        <a:gd name="connsiteX1172" fmla="*/ 1040756 w 3405180"/>
                        <a:gd name="connsiteY1172" fmla="*/ 692251 h 1830540"/>
                        <a:gd name="connsiteX1173" fmla="*/ 1037187 w 3405180"/>
                        <a:gd name="connsiteY1173" fmla="*/ 693441 h 1830540"/>
                        <a:gd name="connsiteX1174" fmla="*/ 1034808 w 3405180"/>
                        <a:gd name="connsiteY1174" fmla="*/ 695820 h 1830540"/>
                        <a:gd name="connsiteX1175" fmla="*/ 1031240 w 3405180"/>
                        <a:gd name="connsiteY1175" fmla="*/ 697009 h 1830540"/>
                        <a:gd name="connsiteX1176" fmla="*/ 1033619 w 3405180"/>
                        <a:gd name="connsiteY1176" fmla="*/ 707714 h 1830540"/>
                        <a:gd name="connsiteX1177" fmla="*/ 1038377 w 3405180"/>
                        <a:gd name="connsiteY1177" fmla="*/ 714851 h 1830540"/>
                        <a:gd name="connsiteX1178" fmla="*/ 1038377 w 3405180"/>
                        <a:gd name="connsiteY1178" fmla="*/ 720798 h 1830540"/>
                        <a:gd name="connsiteX1179" fmla="*/ 1041945 w 3405180"/>
                        <a:gd name="connsiteY1179" fmla="*/ 724366 h 1830540"/>
                        <a:gd name="connsiteX1180" fmla="*/ 1047892 w 3405180"/>
                        <a:gd name="connsiteY1180" fmla="*/ 725555 h 1830540"/>
                        <a:gd name="connsiteX1181" fmla="*/ 1050271 w 3405180"/>
                        <a:gd name="connsiteY1181" fmla="*/ 730313 h 1830540"/>
                        <a:gd name="connsiteX1182" fmla="*/ 1057408 w 3405180"/>
                        <a:gd name="connsiteY1182" fmla="*/ 729124 h 1830540"/>
                        <a:gd name="connsiteX1183" fmla="*/ 1060976 w 3405180"/>
                        <a:gd name="connsiteY1183" fmla="*/ 724366 h 1830540"/>
                        <a:gd name="connsiteX1184" fmla="*/ 1063355 w 3405180"/>
                        <a:gd name="connsiteY1184" fmla="*/ 727934 h 1830540"/>
                        <a:gd name="connsiteX1185" fmla="*/ 1072871 w 3405180"/>
                        <a:gd name="connsiteY1185" fmla="*/ 726745 h 1830540"/>
                        <a:gd name="connsiteX1186" fmla="*/ 1068113 w 3405180"/>
                        <a:gd name="connsiteY1186" fmla="*/ 730313 h 1830540"/>
                        <a:gd name="connsiteX1187" fmla="*/ 1065734 w 3405180"/>
                        <a:gd name="connsiteY1187" fmla="*/ 733881 h 1830540"/>
                        <a:gd name="connsiteX1188" fmla="*/ 1053840 w 3405180"/>
                        <a:gd name="connsiteY1188" fmla="*/ 735071 h 1830540"/>
                        <a:gd name="connsiteX1189" fmla="*/ 1047892 w 3405180"/>
                        <a:gd name="connsiteY1189" fmla="*/ 737450 h 1830540"/>
                        <a:gd name="connsiteX1190" fmla="*/ 1041945 w 3405180"/>
                        <a:gd name="connsiteY1190" fmla="*/ 731503 h 1830540"/>
                        <a:gd name="connsiteX1191" fmla="*/ 1033619 w 3405180"/>
                        <a:gd name="connsiteY1191" fmla="*/ 730313 h 1830540"/>
                        <a:gd name="connsiteX1192" fmla="*/ 1030051 w 3405180"/>
                        <a:gd name="connsiteY1192" fmla="*/ 725555 h 1830540"/>
                        <a:gd name="connsiteX1193" fmla="*/ 1032430 w 3405180"/>
                        <a:gd name="connsiteY1193" fmla="*/ 720798 h 1830540"/>
                        <a:gd name="connsiteX1194" fmla="*/ 1026483 w 3405180"/>
                        <a:gd name="connsiteY1194" fmla="*/ 711282 h 1830540"/>
                        <a:gd name="connsiteX1195" fmla="*/ 1024104 w 3405180"/>
                        <a:gd name="connsiteY1195" fmla="*/ 704146 h 1830540"/>
                        <a:gd name="connsiteX1196" fmla="*/ 1020535 w 3405180"/>
                        <a:gd name="connsiteY1196" fmla="*/ 699388 h 1830540"/>
                        <a:gd name="connsiteX1197" fmla="*/ 1020535 w 3405180"/>
                        <a:gd name="connsiteY1197" fmla="*/ 692251 h 1830540"/>
                        <a:gd name="connsiteX1198" fmla="*/ 1012209 w 3405180"/>
                        <a:gd name="connsiteY1198" fmla="*/ 686304 h 1830540"/>
                        <a:gd name="connsiteX1199" fmla="*/ 1007452 w 3405180"/>
                        <a:gd name="connsiteY1199" fmla="*/ 680357 h 1830540"/>
                        <a:gd name="connsiteX1200" fmla="*/ 1001504 w 3405180"/>
                        <a:gd name="connsiteY1200" fmla="*/ 677978 h 1830540"/>
                        <a:gd name="connsiteX1201" fmla="*/ 1000315 w 3405180"/>
                        <a:gd name="connsiteY1201" fmla="*/ 669652 h 1830540"/>
                        <a:gd name="connsiteX1202" fmla="*/ 994368 w 3405180"/>
                        <a:gd name="connsiteY1202" fmla="*/ 663705 h 1830540"/>
                        <a:gd name="connsiteX1203" fmla="*/ 986042 w 3405180"/>
                        <a:gd name="connsiteY1203" fmla="*/ 666084 h 1830540"/>
                        <a:gd name="connsiteX1204" fmla="*/ 976526 w 3405180"/>
                        <a:gd name="connsiteY1204" fmla="*/ 674410 h 1830540"/>
                        <a:gd name="connsiteX1205" fmla="*/ 969390 w 3405180"/>
                        <a:gd name="connsiteY1205" fmla="*/ 675599 h 1830540"/>
                        <a:gd name="connsiteX1206" fmla="*/ 963442 w 3405180"/>
                        <a:gd name="connsiteY1206" fmla="*/ 683925 h 1830540"/>
                        <a:gd name="connsiteX1207" fmla="*/ 957495 w 3405180"/>
                        <a:gd name="connsiteY1207" fmla="*/ 688683 h 1830540"/>
                        <a:gd name="connsiteX1208" fmla="*/ 957495 w 3405180"/>
                        <a:gd name="connsiteY1208" fmla="*/ 702956 h 1830540"/>
                        <a:gd name="connsiteX1209" fmla="*/ 971769 w 3405180"/>
                        <a:gd name="connsiteY1209" fmla="*/ 714851 h 1830540"/>
                        <a:gd name="connsiteX1210" fmla="*/ 975337 w 3405180"/>
                        <a:gd name="connsiteY1210" fmla="*/ 724366 h 1830540"/>
                        <a:gd name="connsiteX1211" fmla="*/ 978905 w 3405180"/>
                        <a:gd name="connsiteY1211" fmla="*/ 736260 h 1830540"/>
                        <a:gd name="connsiteX1212" fmla="*/ 974147 w 3405180"/>
                        <a:gd name="connsiteY1212" fmla="*/ 745776 h 1830540"/>
                        <a:gd name="connsiteX1213" fmla="*/ 969390 w 3405180"/>
                        <a:gd name="connsiteY1213" fmla="*/ 755291 h 1830540"/>
                        <a:gd name="connsiteX1214" fmla="*/ 974147 w 3405180"/>
                        <a:gd name="connsiteY1214" fmla="*/ 767186 h 1830540"/>
                        <a:gd name="connsiteX1215" fmla="*/ 969390 w 3405180"/>
                        <a:gd name="connsiteY1215" fmla="*/ 776701 h 1830540"/>
                        <a:gd name="connsiteX1216" fmla="*/ 968200 w 3405180"/>
                        <a:gd name="connsiteY1216" fmla="*/ 785027 h 1830540"/>
                        <a:gd name="connsiteX1217" fmla="*/ 961064 w 3405180"/>
                        <a:gd name="connsiteY1217" fmla="*/ 790974 h 1830540"/>
                        <a:gd name="connsiteX1218" fmla="*/ 959874 w 3405180"/>
                        <a:gd name="connsiteY1218" fmla="*/ 795732 h 1830540"/>
                        <a:gd name="connsiteX1219" fmla="*/ 952738 w 3405180"/>
                        <a:gd name="connsiteY1219" fmla="*/ 801679 h 1830540"/>
                        <a:gd name="connsiteX1220" fmla="*/ 953927 w 3405180"/>
                        <a:gd name="connsiteY1220" fmla="*/ 808816 h 1830540"/>
                        <a:gd name="connsiteX1221" fmla="*/ 956306 w 3405180"/>
                        <a:gd name="connsiteY1221" fmla="*/ 817142 h 1830540"/>
                        <a:gd name="connsiteX1222" fmla="*/ 951548 w 3405180"/>
                        <a:gd name="connsiteY1222" fmla="*/ 820710 h 1830540"/>
                        <a:gd name="connsiteX1223" fmla="*/ 947980 w 3405180"/>
                        <a:gd name="connsiteY1223" fmla="*/ 823089 h 1830540"/>
                        <a:gd name="connsiteX1224" fmla="*/ 944411 w 3405180"/>
                        <a:gd name="connsiteY1224" fmla="*/ 820710 h 1830540"/>
                        <a:gd name="connsiteX1225" fmla="*/ 938464 w 3405180"/>
                        <a:gd name="connsiteY1225" fmla="*/ 819521 h 1830540"/>
                        <a:gd name="connsiteX1226" fmla="*/ 936086 w 3405180"/>
                        <a:gd name="connsiteY1226" fmla="*/ 815953 h 1830540"/>
                        <a:gd name="connsiteX1227" fmla="*/ 915865 w 3405180"/>
                        <a:gd name="connsiteY1227" fmla="*/ 818331 h 1830540"/>
                        <a:gd name="connsiteX1228" fmla="*/ 908728 w 3405180"/>
                        <a:gd name="connsiteY1228" fmla="*/ 814763 h 1830540"/>
                        <a:gd name="connsiteX1229" fmla="*/ 890887 w 3405180"/>
                        <a:gd name="connsiteY1229" fmla="*/ 813573 h 1830540"/>
                        <a:gd name="connsiteX1230" fmla="*/ 882561 w 3405180"/>
                        <a:gd name="connsiteY1230" fmla="*/ 805247 h 1830540"/>
                        <a:gd name="connsiteX1231" fmla="*/ 881371 w 3405180"/>
                        <a:gd name="connsiteY1231" fmla="*/ 801679 h 1830540"/>
                        <a:gd name="connsiteX1232" fmla="*/ 873045 w 3405180"/>
                        <a:gd name="connsiteY1232" fmla="*/ 804058 h 1830540"/>
                        <a:gd name="connsiteX1233" fmla="*/ 871856 w 3405180"/>
                        <a:gd name="connsiteY1233" fmla="*/ 808816 h 1830540"/>
                        <a:gd name="connsiteX1234" fmla="*/ 869477 w 3405180"/>
                        <a:gd name="connsiteY1234" fmla="*/ 806437 h 1830540"/>
                        <a:gd name="connsiteX1235" fmla="*/ 865909 w 3405180"/>
                        <a:gd name="connsiteY1235" fmla="*/ 804058 h 1830540"/>
                        <a:gd name="connsiteX1236" fmla="*/ 870667 w 3405180"/>
                        <a:gd name="connsiteY1236" fmla="*/ 798111 h 1830540"/>
                        <a:gd name="connsiteX1237" fmla="*/ 890887 w 3405180"/>
                        <a:gd name="connsiteY1237" fmla="*/ 796921 h 1830540"/>
                        <a:gd name="connsiteX1238" fmla="*/ 895645 w 3405180"/>
                        <a:gd name="connsiteY1238" fmla="*/ 793353 h 1830540"/>
                        <a:gd name="connsiteX1239" fmla="*/ 905160 w 3405180"/>
                        <a:gd name="connsiteY1239" fmla="*/ 800490 h 1830540"/>
                        <a:gd name="connsiteX1240" fmla="*/ 909918 w 3405180"/>
                        <a:gd name="connsiteY1240" fmla="*/ 798111 h 1830540"/>
                        <a:gd name="connsiteX1241" fmla="*/ 909918 w 3405180"/>
                        <a:gd name="connsiteY1241" fmla="*/ 795732 h 1830540"/>
                        <a:gd name="connsiteX1242" fmla="*/ 915865 w 3405180"/>
                        <a:gd name="connsiteY1242" fmla="*/ 796921 h 1830540"/>
                        <a:gd name="connsiteX1243" fmla="*/ 911107 w 3405180"/>
                        <a:gd name="connsiteY1243" fmla="*/ 800490 h 1830540"/>
                        <a:gd name="connsiteX1244" fmla="*/ 907539 w 3405180"/>
                        <a:gd name="connsiteY1244" fmla="*/ 804058 h 1830540"/>
                        <a:gd name="connsiteX1245" fmla="*/ 915865 w 3405180"/>
                        <a:gd name="connsiteY1245" fmla="*/ 807626 h 1830540"/>
                        <a:gd name="connsiteX1246" fmla="*/ 923002 w 3405180"/>
                        <a:gd name="connsiteY1246" fmla="*/ 805247 h 1830540"/>
                        <a:gd name="connsiteX1247" fmla="*/ 925381 w 3405180"/>
                        <a:gd name="connsiteY1247" fmla="*/ 801679 h 1830540"/>
                        <a:gd name="connsiteX1248" fmla="*/ 931328 w 3405180"/>
                        <a:gd name="connsiteY1248" fmla="*/ 798111 h 1830540"/>
                        <a:gd name="connsiteX1249" fmla="*/ 926570 w 3405180"/>
                        <a:gd name="connsiteY1249" fmla="*/ 790974 h 1830540"/>
                        <a:gd name="connsiteX1250" fmla="*/ 925381 w 3405180"/>
                        <a:gd name="connsiteY1250" fmla="*/ 786217 h 1830540"/>
                        <a:gd name="connsiteX1251" fmla="*/ 930138 w 3405180"/>
                        <a:gd name="connsiteY1251" fmla="*/ 788595 h 1830540"/>
                        <a:gd name="connsiteX1252" fmla="*/ 933707 w 3405180"/>
                        <a:gd name="connsiteY1252" fmla="*/ 783838 h 1830540"/>
                        <a:gd name="connsiteX1253" fmla="*/ 934896 w 3405180"/>
                        <a:gd name="connsiteY1253" fmla="*/ 774322 h 1830540"/>
                        <a:gd name="connsiteX1254" fmla="*/ 939654 w 3405180"/>
                        <a:gd name="connsiteY1254" fmla="*/ 769564 h 1830540"/>
                        <a:gd name="connsiteX1255" fmla="*/ 933707 w 3405180"/>
                        <a:gd name="connsiteY1255" fmla="*/ 765996 h 1830540"/>
                        <a:gd name="connsiteX1256" fmla="*/ 938464 w 3405180"/>
                        <a:gd name="connsiteY1256" fmla="*/ 763617 h 1830540"/>
                        <a:gd name="connsiteX1257" fmla="*/ 939654 w 3405180"/>
                        <a:gd name="connsiteY1257" fmla="*/ 757670 h 1830540"/>
                        <a:gd name="connsiteX1258" fmla="*/ 937275 w 3405180"/>
                        <a:gd name="connsiteY1258" fmla="*/ 751723 h 1830540"/>
                        <a:gd name="connsiteX1259" fmla="*/ 938464 w 3405180"/>
                        <a:gd name="connsiteY1259" fmla="*/ 748155 h 1830540"/>
                        <a:gd name="connsiteX1260" fmla="*/ 940843 w 3405180"/>
                        <a:gd name="connsiteY1260" fmla="*/ 742207 h 1830540"/>
                        <a:gd name="connsiteX1261" fmla="*/ 944411 w 3405180"/>
                        <a:gd name="connsiteY1261" fmla="*/ 738639 h 1830540"/>
                        <a:gd name="connsiteX1262" fmla="*/ 943222 w 3405180"/>
                        <a:gd name="connsiteY1262" fmla="*/ 730313 h 1830540"/>
                        <a:gd name="connsiteX1263" fmla="*/ 936086 w 3405180"/>
                        <a:gd name="connsiteY1263" fmla="*/ 720798 h 1830540"/>
                        <a:gd name="connsiteX1264" fmla="*/ 936086 w 3405180"/>
                        <a:gd name="connsiteY1264" fmla="*/ 705335 h 1830540"/>
                        <a:gd name="connsiteX1265" fmla="*/ 939654 w 3405180"/>
                        <a:gd name="connsiteY1265" fmla="*/ 704146 h 1830540"/>
                        <a:gd name="connsiteX1266" fmla="*/ 937275 w 3405180"/>
                        <a:gd name="connsiteY1266" fmla="*/ 698198 h 1830540"/>
                        <a:gd name="connsiteX1267" fmla="*/ 926570 w 3405180"/>
                        <a:gd name="connsiteY1267" fmla="*/ 691062 h 1830540"/>
                        <a:gd name="connsiteX1268" fmla="*/ 923002 w 3405180"/>
                        <a:gd name="connsiteY1268" fmla="*/ 686304 h 1830540"/>
                        <a:gd name="connsiteX1269" fmla="*/ 913486 w 3405180"/>
                        <a:gd name="connsiteY1269" fmla="*/ 681546 h 1830540"/>
                        <a:gd name="connsiteX1270" fmla="*/ 908728 w 3405180"/>
                        <a:gd name="connsiteY1270" fmla="*/ 674410 h 1830540"/>
                        <a:gd name="connsiteX1271" fmla="*/ 903971 w 3405180"/>
                        <a:gd name="connsiteY1271" fmla="*/ 668462 h 1830540"/>
                        <a:gd name="connsiteX1272" fmla="*/ 903971 w 3405180"/>
                        <a:gd name="connsiteY1272" fmla="*/ 660136 h 1830540"/>
                        <a:gd name="connsiteX1273" fmla="*/ 901592 w 3405180"/>
                        <a:gd name="connsiteY1273" fmla="*/ 656568 h 1830540"/>
                        <a:gd name="connsiteX1274" fmla="*/ 902781 w 3405180"/>
                        <a:gd name="connsiteY1274" fmla="*/ 653000 h 1830540"/>
                        <a:gd name="connsiteX1275" fmla="*/ 895645 w 3405180"/>
                        <a:gd name="connsiteY1275" fmla="*/ 645863 h 1830540"/>
                        <a:gd name="connsiteX1276" fmla="*/ 896834 w 3405180"/>
                        <a:gd name="connsiteY1276" fmla="*/ 641106 h 1830540"/>
                        <a:gd name="connsiteX1277" fmla="*/ 895645 w 3405180"/>
                        <a:gd name="connsiteY1277" fmla="*/ 635158 h 1830540"/>
                        <a:gd name="connsiteX1278" fmla="*/ 888508 w 3405180"/>
                        <a:gd name="connsiteY1278" fmla="*/ 625643 h 1830540"/>
                        <a:gd name="connsiteX1279" fmla="*/ 888508 w 3405180"/>
                        <a:gd name="connsiteY1279" fmla="*/ 617317 h 1830540"/>
                        <a:gd name="connsiteX1280" fmla="*/ 883750 w 3405180"/>
                        <a:gd name="connsiteY1280" fmla="*/ 611370 h 1830540"/>
                        <a:gd name="connsiteX1281" fmla="*/ 886129 w 3405180"/>
                        <a:gd name="connsiteY1281" fmla="*/ 606612 h 1830540"/>
                        <a:gd name="connsiteX1282" fmla="*/ 880182 w 3405180"/>
                        <a:gd name="connsiteY1282" fmla="*/ 598286 h 1830540"/>
                        <a:gd name="connsiteX1283" fmla="*/ 877803 w 3405180"/>
                        <a:gd name="connsiteY1283" fmla="*/ 580444 h 1830540"/>
                        <a:gd name="connsiteX1284" fmla="*/ 869477 w 3405180"/>
                        <a:gd name="connsiteY1284" fmla="*/ 572118 h 1830540"/>
                        <a:gd name="connsiteX1285" fmla="*/ 867098 w 3405180"/>
                        <a:gd name="connsiteY1285" fmla="*/ 562603 h 1830540"/>
                        <a:gd name="connsiteX1286" fmla="*/ 854015 w 3405180"/>
                        <a:gd name="connsiteY1286" fmla="*/ 560224 h 1830540"/>
                        <a:gd name="connsiteX1287" fmla="*/ 852825 w 3405180"/>
                        <a:gd name="connsiteY1287" fmla="*/ 554277 h 1830540"/>
                        <a:gd name="connsiteX1288" fmla="*/ 844499 w 3405180"/>
                        <a:gd name="connsiteY1288" fmla="*/ 544761 h 1830540"/>
                        <a:gd name="connsiteX1289" fmla="*/ 849257 w 3405180"/>
                        <a:gd name="connsiteY1289" fmla="*/ 540004 h 1830540"/>
                        <a:gd name="connsiteX1290" fmla="*/ 848067 w 3405180"/>
                        <a:gd name="connsiteY1290" fmla="*/ 535246 h 1830540"/>
                        <a:gd name="connsiteX1291" fmla="*/ 848067 w 3405180"/>
                        <a:gd name="connsiteY1291" fmla="*/ 529299 h 1830540"/>
                        <a:gd name="connsiteX1292" fmla="*/ 844499 w 3405180"/>
                        <a:gd name="connsiteY1292" fmla="*/ 523351 h 1830540"/>
                        <a:gd name="connsiteX1293" fmla="*/ 845688 w 3405180"/>
                        <a:gd name="connsiteY1293" fmla="*/ 515025 h 1830540"/>
                        <a:gd name="connsiteX1294" fmla="*/ 848067 w 3405180"/>
                        <a:gd name="connsiteY1294" fmla="*/ 511457 h 1830540"/>
                        <a:gd name="connsiteX1295" fmla="*/ 843309 w 3405180"/>
                        <a:gd name="connsiteY1295" fmla="*/ 504320 h 1830540"/>
                        <a:gd name="connsiteX1296" fmla="*/ 844499 w 3405180"/>
                        <a:gd name="connsiteY1296" fmla="*/ 494805 h 1830540"/>
                        <a:gd name="connsiteX1297" fmla="*/ 840931 w 3405180"/>
                        <a:gd name="connsiteY1297" fmla="*/ 491237 h 1830540"/>
                        <a:gd name="connsiteX1298" fmla="*/ 840931 w 3405180"/>
                        <a:gd name="connsiteY1298" fmla="*/ 485290 h 1830540"/>
                        <a:gd name="connsiteX1299" fmla="*/ 837362 w 3405180"/>
                        <a:gd name="connsiteY1299" fmla="*/ 481721 h 1830540"/>
                        <a:gd name="connsiteX1300" fmla="*/ 840931 w 3405180"/>
                        <a:gd name="connsiteY1300" fmla="*/ 479342 h 1830540"/>
                        <a:gd name="connsiteX1301" fmla="*/ 836173 w 3405180"/>
                        <a:gd name="connsiteY1301" fmla="*/ 473395 h 1830540"/>
                        <a:gd name="connsiteX1302" fmla="*/ 823089 w 3405180"/>
                        <a:gd name="connsiteY1302" fmla="*/ 473395 h 1830540"/>
                        <a:gd name="connsiteX1303" fmla="*/ 817142 w 3405180"/>
                        <a:gd name="connsiteY1303" fmla="*/ 468637 h 1830540"/>
                        <a:gd name="connsiteX1304" fmla="*/ 810005 w 3405180"/>
                        <a:gd name="connsiteY1304" fmla="*/ 465069 h 1830540"/>
                        <a:gd name="connsiteX1305" fmla="*/ 804058 w 3405180"/>
                        <a:gd name="connsiteY1305" fmla="*/ 467448 h 1830540"/>
                        <a:gd name="connsiteX1306" fmla="*/ 801679 w 3405180"/>
                        <a:gd name="connsiteY1306" fmla="*/ 472206 h 1830540"/>
                        <a:gd name="connsiteX1307" fmla="*/ 796921 w 3405180"/>
                        <a:gd name="connsiteY1307" fmla="*/ 467448 h 1830540"/>
                        <a:gd name="connsiteX1308" fmla="*/ 789785 w 3405180"/>
                        <a:gd name="connsiteY1308" fmla="*/ 468637 h 1830540"/>
                        <a:gd name="connsiteX1309" fmla="*/ 785027 w 3405180"/>
                        <a:gd name="connsiteY1309" fmla="*/ 472206 h 1830540"/>
                        <a:gd name="connsiteX1310" fmla="*/ 775512 w 3405180"/>
                        <a:gd name="connsiteY1310" fmla="*/ 472206 h 1830540"/>
                        <a:gd name="connsiteX1311" fmla="*/ 771943 w 3405180"/>
                        <a:gd name="connsiteY1311" fmla="*/ 474585 h 1830540"/>
                        <a:gd name="connsiteX1312" fmla="*/ 770754 w 3405180"/>
                        <a:gd name="connsiteY1312" fmla="*/ 468637 h 1830540"/>
                        <a:gd name="connsiteX1313" fmla="*/ 764807 w 3405180"/>
                        <a:gd name="connsiteY1313" fmla="*/ 465069 h 1830540"/>
                        <a:gd name="connsiteX1314" fmla="*/ 762428 w 3405180"/>
                        <a:gd name="connsiteY1314" fmla="*/ 471016 h 1830540"/>
                        <a:gd name="connsiteX1315" fmla="*/ 763617 w 3405180"/>
                        <a:gd name="connsiteY1315" fmla="*/ 481721 h 1830540"/>
                        <a:gd name="connsiteX1316" fmla="*/ 762428 w 3405180"/>
                        <a:gd name="connsiteY1316" fmla="*/ 488858 h 1830540"/>
                        <a:gd name="connsiteX1317" fmla="*/ 767186 w 3405180"/>
                        <a:gd name="connsiteY1317" fmla="*/ 494805 h 1830540"/>
                        <a:gd name="connsiteX1318" fmla="*/ 764807 w 3405180"/>
                        <a:gd name="connsiteY1318" fmla="*/ 497184 h 1830540"/>
                        <a:gd name="connsiteX1319" fmla="*/ 764807 w 3405180"/>
                        <a:gd name="connsiteY1319" fmla="*/ 500752 h 1830540"/>
                        <a:gd name="connsiteX1320" fmla="*/ 762428 w 3405180"/>
                        <a:gd name="connsiteY1320" fmla="*/ 504320 h 1830540"/>
                        <a:gd name="connsiteX1321" fmla="*/ 765996 w 3405180"/>
                        <a:gd name="connsiteY1321" fmla="*/ 509078 h 1830540"/>
                        <a:gd name="connsiteX1322" fmla="*/ 765996 w 3405180"/>
                        <a:gd name="connsiteY1322" fmla="*/ 516215 h 1830540"/>
                        <a:gd name="connsiteX1323" fmla="*/ 767186 w 3405180"/>
                        <a:gd name="connsiteY1323" fmla="*/ 519783 h 1830540"/>
                        <a:gd name="connsiteX1324" fmla="*/ 764807 w 3405180"/>
                        <a:gd name="connsiteY1324" fmla="*/ 523351 h 1830540"/>
                        <a:gd name="connsiteX1325" fmla="*/ 767186 w 3405180"/>
                        <a:gd name="connsiteY1325" fmla="*/ 532867 h 1830540"/>
                        <a:gd name="connsiteX1326" fmla="*/ 770754 w 3405180"/>
                        <a:gd name="connsiteY1326" fmla="*/ 536435 h 1830540"/>
                        <a:gd name="connsiteX1327" fmla="*/ 768375 w 3405180"/>
                        <a:gd name="connsiteY1327" fmla="*/ 540004 h 1830540"/>
                        <a:gd name="connsiteX1328" fmla="*/ 767186 w 3405180"/>
                        <a:gd name="connsiteY1328" fmla="*/ 544761 h 1830540"/>
                        <a:gd name="connsiteX1329" fmla="*/ 768375 w 3405180"/>
                        <a:gd name="connsiteY1329" fmla="*/ 550708 h 1830540"/>
                        <a:gd name="connsiteX1330" fmla="*/ 770754 w 3405180"/>
                        <a:gd name="connsiteY1330" fmla="*/ 555466 h 1830540"/>
                        <a:gd name="connsiteX1331" fmla="*/ 767186 w 3405180"/>
                        <a:gd name="connsiteY1331" fmla="*/ 557845 h 1830540"/>
                        <a:gd name="connsiteX1332" fmla="*/ 762428 w 3405180"/>
                        <a:gd name="connsiteY1332" fmla="*/ 561413 h 1830540"/>
                        <a:gd name="connsiteX1333" fmla="*/ 752913 w 3405180"/>
                        <a:gd name="connsiteY1333" fmla="*/ 575687 h 1830540"/>
                        <a:gd name="connsiteX1334" fmla="*/ 748155 w 3405180"/>
                        <a:gd name="connsiteY1334" fmla="*/ 578065 h 1830540"/>
                        <a:gd name="connsiteX1335" fmla="*/ 751723 w 3405180"/>
                        <a:gd name="connsiteY1335" fmla="*/ 582823 h 1830540"/>
                        <a:gd name="connsiteX1336" fmla="*/ 754102 w 3405180"/>
                        <a:gd name="connsiteY1336" fmla="*/ 587581 h 1830540"/>
                        <a:gd name="connsiteX1337" fmla="*/ 750534 w 3405180"/>
                        <a:gd name="connsiteY1337" fmla="*/ 594718 h 1830540"/>
                        <a:gd name="connsiteX1338" fmla="*/ 751723 w 3405180"/>
                        <a:gd name="connsiteY1338" fmla="*/ 599475 h 1830540"/>
                        <a:gd name="connsiteX1339" fmla="*/ 755291 w 3405180"/>
                        <a:gd name="connsiteY1339" fmla="*/ 603044 h 1830540"/>
                        <a:gd name="connsiteX1340" fmla="*/ 756481 w 3405180"/>
                        <a:gd name="connsiteY1340" fmla="*/ 605422 h 1830540"/>
                        <a:gd name="connsiteX1341" fmla="*/ 761238 w 3405180"/>
                        <a:gd name="connsiteY1341" fmla="*/ 603044 h 1830540"/>
                        <a:gd name="connsiteX1342" fmla="*/ 764807 w 3405180"/>
                        <a:gd name="connsiteY1342" fmla="*/ 608991 h 1830540"/>
                        <a:gd name="connsiteX1343" fmla="*/ 765996 w 3405180"/>
                        <a:gd name="connsiteY1343" fmla="*/ 614938 h 1830540"/>
                        <a:gd name="connsiteX1344" fmla="*/ 773133 w 3405180"/>
                        <a:gd name="connsiteY1344" fmla="*/ 616127 h 1830540"/>
                        <a:gd name="connsiteX1345" fmla="*/ 775512 w 3405180"/>
                        <a:gd name="connsiteY1345" fmla="*/ 619696 h 1830540"/>
                        <a:gd name="connsiteX1346" fmla="*/ 769565 w 3405180"/>
                        <a:gd name="connsiteY1346" fmla="*/ 625643 h 1830540"/>
                        <a:gd name="connsiteX1347" fmla="*/ 773133 w 3405180"/>
                        <a:gd name="connsiteY1347" fmla="*/ 632779 h 1830540"/>
                        <a:gd name="connsiteX1348" fmla="*/ 779080 w 3405180"/>
                        <a:gd name="connsiteY1348" fmla="*/ 636348 h 1830540"/>
                        <a:gd name="connsiteX1349" fmla="*/ 777890 w 3405180"/>
                        <a:gd name="connsiteY1349" fmla="*/ 643484 h 1830540"/>
                        <a:gd name="connsiteX1350" fmla="*/ 771943 w 3405180"/>
                        <a:gd name="connsiteY1350" fmla="*/ 643484 h 1830540"/>
                        <a:gd name="connsiteX1351" fmla="*/ 769565 w 3405180"/>
                        <a:gd name="connsiteY1351" fmla="*/ 641106 h 1830540"/>
                        <a:gd name="connsiteX1352" fmla="*/ 769565 w 3405180"/>
                        <a:gd name="connsiteY1352" fmla="*/ 647053 h 1830540"/>
                        <a:gd name="connsiteX1353" fmla="*/ 774322 w 3405180"/>
                        <a:gd name="connsiteY1353" fmla="*/ 655379 h 1830540"/>
                        <a:gd name="connsiteX1354" fmla="*/ 776701 w 3405180"/>
                        <a:gd name="connsiteY1354" fmla="*/ 661326 h 1830540"/>
                        <a:gd name="connsiteX1355" fmla="*/ 780269 w 3405180"/>
                        <a:gd name="connsiteY1355" fmla="*/ 663705 h 1830540"/>
                        <a:gd name="connsiteX1356" fmla="*/ 781459 w 3405180"/>
                        <a:gd name="connsiteY1356" fmla="*/ 669652 h 1830540"/>
                        <a:gd name="connsiteX1357" fmla="*/ 785027 w 3405180"/>
                        <a:gd name="connsiteY1357" fmla="*/ 666084 h 1830540"/>
                        <a:gd name="connsiteX1358" fmla="*/ 788596 w 3405180"/>
                        <a:gd name="connsiteY1358" fmla="*/ 669652 h 1830540"/>
                        <a:gd name="connsiteX1359" fmla="*/ 796921 w 3405180"/>
                        <a:gd name="connsiteY1359" fmla="*/ 669652 h 1830540"/>
                        <a:gd name="connsiteX1360" fmla="*/ 800490 w 3405180"/>
                        <a:gd name="connsiteY1360" fmla="*/ 673220 h 1830540"/>
                        <a:gd name="connsiteX1361" fmla="*/ 802869 w 3405180"/>
                        <a:gd name="connsiteY1361" fmla="*/ 668462 h 1830540"/>
                        <a:gd name="connsiteX1362" fmla="*/ 807626 w 3405180"/>
                        <a:gd name="connsiteY1362" fmla="*/ 668462 h 1830540"/>
                        <a:gd name="connsiteX1363" fmla="*/ 808816 w 3405180"/>
                        <a:gd name="connsiteY1363" fmla="*/ 680357 h 1830540"/>
                        <a:gd name="connsiteX1364" fmla="*/ 815953 w 3405180"/>
                        <a:gd name="connsiteY1364" fmla="*/ 686304 h 1830540"/>
                        <a:gd name="connsiteX1365" fmla="*/ 827847 w 3405180"/>
                        <a:gd name="connsiteY1365" fmla="*/ 698198 h 1830540"/>
                        <a:gd name="connsiteX1366" fmla="*/ 832605 w 3405180"/>
                        <a:gd name="connsiteY1366" fmla="*/ 699388 h 1830540"/>
                        <a:gd name="connsiteX1367" fmla="*/ 834984 w 3405180"/>
                        <a:gd name="connsiteY1367" fmla="*/ 697009 h 1830540"/>
                        <a:gd name="connsiteX1368" fmla="*/ 840931 w 3405180"/>
                        <a:gd name="connsiteY1368" fmla="*/ 697009 h 1830540"/>
                        <a:gd name="connsiteX1369" fmla="*/ 842120 w 3405180"/>
                        <a:gd name="connsiteY1369" fmla="*/ 699388 h 1830540"/>
                        <a:gd name="connsiteX1370" fmla="*/ 845688 w 3405180"/>
                        <a:gd name="connsiteY1370" fmla="*/ 700577 h 1830540"/>
                        <a:gd name="connsiteX1371" fmla="*/ 840931 w 3405180"/>
                        <a:gd name="connsiteY1371" fmla="*/ 704146 h 1830540"/>
                        <a:gd name="connsiteX1372" fmla="*/ 842120 w 3405180"/>
                        <a:gd name="connsiteY1372" fmla="*/ 711282 h 1830540"/>
                        <a:gd name="connsiteX1373" fmla="*/ 840931 w 3405180"/>
                        <a:gd name="connsiteY1373" fmla="*/ 719608 h 1830540"/>
                        <a:gd name="connsiteX1374" fmla="*/ 838552 w 3405180"/>
                        <a:gd name="connsiteY1374" fmla="*/ 721987 h 1830540"/>
                        <a:gd name="connsiteX1375" fmla="*/ 843309 w 3405180"/>
                        <a:gd name="connsiteY1375" fmla="*/ 726745 h 1830540"/>
                        <a:gd name="connsiteX1376" fmla="*/ 839741 w 3405180"/>
                        <a:gd name="connsiteY1376" fmla="*/ 730313 h 1830540"/>
                        <a:gd name="connsiteX1377" fmla="*/ 839741 w 3405180"/>
                        <a:gd name="connsiteY1377" fmla="*/ 733881 h 1830540"/>
                        <a:gd name="connsiteX1378" fmla="*/ 840931 w 3405180"/>
                        <a:gd name="connsiteY1378" fmla="*/ 738639 h 1830540"/>
                        <a:gd name="connsiteX1379" fmla="*/ 833794 w 3405180"/>
                        <a:gd name="connsiteY1379" fmla="*/ 739829 h 1830540"/>
                        <a:gd name="connsiteX1380" fmla="*/ 829036 w 3405180"/>
                        <a:gd name="connsiteY1380" fmla="*/ 727934 h 1830540"/>
                        <a:gd name="connsiteX1381" fmla="*/ 819521 w 3405180"/>
                        <a:gd name="connsiteY1381" fmla="*/ 719608 h 1830540"/>
                        <a:gd name="connsiteX1382" fmla="*/ 812384 w 3405180"/>
                        <a:gd name="connsiteY1382" fmla="*/ 719608 h 1830540"/>
                        <a:gd name="connsiteX1383" fmla="*/ 804058 w 3405180"/>
                        <a:gd name="connsiteY1383" fmla="*/ 708903 h 1830540"/>
                        <a:gd name="connsiteX1384" fmla="*/ 787406 w 3405180"/>
                        <a:gd name="connsiteY1384" fmla="*/ 706524 h 1830540"/>
                        <a:gd name="connsiteX1385" fmla="*/ 776701 w 3405180"/>
                        <a:gd name="connsiteY1385" fmla="*/ 699388 h 1830540"/>
                        <a:gd name="connsiteX1386" fmla="*/ 767186 w 3405180"/>
                        <a:gd name="connsiteY1386" fmla="*/ 698198 h 1830540"/>
                        <a:gd name="connsiteX1387" fmla="*/ 765996 w 3405180"/>
                        <a:gd name="connsiteY1387" fmla="*/ 693441 h 1830540"/>
                        <a:gd name="connsiteX1388" fmla="*/ 761238 w 3405180"/>
                        <a:gd name="connsiteY1388" fmla="*/ 691062 h 1830540"/>
                        <a:gd name="connsiteX1389" fmla="*/ 757670 w 3405180"/>
                        <a:gd name="connsiteY1389" fmla="*/ 687493 h 1830540"/>
                        <a:gd name="connsiteX1390" fmla="*/ 751723 w 3405180"/>
                        <a:gd name="connsiteY1390" fmla="*/ 691062 h 1830540"/>
                        <a:gd name="connsiteX1391" fmla="*/ 746965 w 3405180"/>
                        <a:gd name="connsiteY1391" fmla="*/ 695820 h 1830540"/>
                        <a:gd name="connsiteX1392" fmla="*/ 744586 w 3405180"/>
                        <a:gd name="connsiteY1392" fmla="*/ 693441 h 1830540"/>
                        <a:gd name="connsiteX1393" fmla="*/ 743397 w 3405180"/>
                        <a:gd name="connsiteY1393" fmla="*/ 689872 h 1830540"/>
                        <a:gd name="connsiteX1394" fmla="*/ 744586 w 3405180"/>
                        <a:gd name="connsiteY1394" fmla="*/ 687493 h 1830540"/>
                        <a:gd name="connsiteX1395" fmla="*/ 741018 w 3405180"/>
                        <a:gd name="connsiteY1395" fmla="*/ 683925 h 1830540"/>
                        <a:gd name="connsiteX1396" fmla="*/ 732692 w 3405180"/>
                        <a:gd name="connsiteY1396" fmla="*/ 681546 h 1830540"/>
                        <a:gd name="connsiteX1397" fmla="*/ 727934 w 3405180"/>
                        <a:gd name="connsiteY1397" fmla="*/ 680357 h 1830540"/>
                        <a:gd name="connsiteX1398" fmla="*/ 724366 w 3405180"/>
                        <a:gd name="connsiteY1398" fmla="*/ 677978 h 1830540"/>
                        <a:gd name="connsiteX1399" fmla="*/ 720798 w 3405180"/>
                        <a:gd name="connsiteY1399" fmla="*/ 675599 h 1830540"/>
                        <a:gd name="connsiteX1400" fmla="*/ 718419 w 3405180"/>
                        <a:gd name="connsiteY1400" fmla="*/ 672031 h 1830540"/>
                        <a:gd name="connsiteX1401" fmla="*/ 702956 w 3405180"/>
                        <a:gd name="connsiteY1401" fmla="*/ 673220 h 1830540"/>
                        <a:gd name="connsiteX1402" fmla="*/ 693441 w 3405180"/>
                        <a:gd name="connsiteY1402" fmla="*/ 670841 h 1830540"/>
                        <a:gd name="connsiteX1403" fmla="*/ 683925 w 3405180"/>
                        <a:gd name="connsiteY1403" fmla="*/ 674410 h 1830540"/>
                        <a:gd name="connsiteX1404" fmla="*/ 675599 w 3405180"/>
                        <a:gd name="connsiteY1404" fmla="*/ 674410 h 1830540"/>
                        <a:gd name="connsiteX1405" fmla="*/ 670841 w 3405180"/>
                        <a:gd name="connsiteY1405" fmla="*/ 673220 h 1830540"/>
                        <a:gd name="connsiteX1406" fmla="*/ 663705 w 3405180"/>
                        <a:gd name="connsiteY1406" fmla="*/ 675599 h 1830540"/>
                        <a:gd name="connsiteX1407" fmla="*/ 661326 w 3405180"/>
                        <a:gd name="connsiteY1407" fmla="*/ 672031 h 1830540"/>
                        <a:gd name="connsiteX1408" fmla="*/ 656568 w 3405180"/>
                        <a:gd name="connsiteY1408" fmla="*/ 672031 h 1830540"/>
                        <a:gd name="connsiteX1409" fmla="*/ 653000 w 3405180"/>
                        <a:gd name="connsiteY1409" fmla="*/ 672031 h 1830540"/>
                        <a:gd name="connsiteX1410" fmla="*/ 651811 w 3405180"/>
                        <a:gd name="connsiteY1410" fmla="*/ 673220 h 1830540"/>
                        <a:gd name="connsiteX1411" fmla="*/ 653000 w 3405180"/>
                        <a:gd name="connsiteY1411" fmla="*/ 676788 h 1830540"/>
                        <a:gd name="connsiteX1412" fmla="*/ 653000 w 3405180"/>
                        <a:gd name="connsiteY1412" fmla="*/ 679167 h 1830540"/>
                        <a:gd name="connsiteX1413" fmla="*/ 655379 w 3405180"/>
                        <a:gd name="connsiteY1413" fmla="*/ 681546 h 1830540"/>
                        <a:gd name="connsiteX1414" fmla="*/ 651811 w 3405180"/>
                        <a:gd name="connsiteY1414" fmla="*/ 685115 h 1830540"/>
                        <a:gd name="connsiteX1415" fmla="*/ 648242 w 3405180"/>
                        <a:gd name="connsiteY1415" fmla="*/ 687493 h 1830540"/>
                        <a:gd name="connsiteX1416" fmla="*/ 650621 w 3405180"/>
                        <a:gd name="connsiteY1416" fmla="*/ 692251 h 1830540"/>
                        <a:gd name="connsiteX1417" fmla="*/ 655379 w 3405180"/>
                        <a:gd name="connsiteY1417" fmla="*/ 697009 h 1830540"/>
                        <a:gd name="connsiteX1418" fmla="*/ 657758 w 3405180"/>
                        <a:gd name="connsiteY1418" fmla="*/ 701767 h 1830540"/>
                        <a:gd name="connsiteX1419" fmla="*/ 658947 w 3405180"/>
                        <a:gd name="connsiteY1419" fmla="*/ 708903 h 1830540"/>
                        <a:gd name="connsiteX1420" fmla="*/ 662515 w 3405180"/>
                        <a:gd name="connsiteY1420" fmla="*/ 705335 h 1830540"/>
                        <a:gd name="connsiteX1421" fmla="*/ 666084 w 3405180"/>
                        <a:gd name="connsiteY1421" fmla="*/ 708903 h 1830540"/>
                        <a:gd name="connsiteX1422" fmla="*/ 667273 w 3405180"/>
                        <a:gd name="connsiteY1422" fmla="*/ 711282 h 1830540"/>
                        <a:gd name="connsiteX1423" fmla="*/ 669652 w 3405180"/>
                        <a:gd name="connsiteY1423" fmla="*/ 714851 h 1830540"/>
                        <a:gd name="connsiteX1424" fmla="*/ 669652 w 3405180"/>
                        <a:gd name="connsiteY1424" fmla="*/ 719608 h 1830540"/>
                        <a:gd name="connsiteX1425" fmla="*/ 674410 w 3405180"/>
                        <a:gd name="connsiteY1425" fmla="*/ 720798 h 1830540"/>
                        <a:gd name="connsiteX1426" fmla="*/ 681547 w 3405180"/>
                        <a:gd name="connsiteY1426" fmla="*/ 726745 h 1830540"/>
                        <a:gd name="connsiteX1427" fmla="*/ 676788 w 3405180"/>
                        <a:gd name="connsiteY1427" fmla="*/ 727934 h 1830540"/>
                        <a:gd name="connsiteX1428" fmla="*/ 673220 w 3405180"/>
                        <a:gd name="connsiteY1428" fmla="*/ 724366 h 1830540"/>
                        <a:gd name="connsiteX1429" fmla="*/ 668463 w 3405180"/>
                        <a:gd name="connsiteY1429" fmla="*/ 725555 h 1830540"/>
                        <a:gd name="connsiteX1430" fmla="*/ 668463 w 3405180"/>
                        <a:gd name="connsiteY1430" fmla="*/ 733881 h 1830540"/>
                        <a:gd name="connsiteX1431" fmla="*/ 666084 w 3405180"/>
                        <a:gd name="connsiteY1431" fmla="*/ 736260 h 1830540"/>
                        <a:gd name="connsiteX1432" fmla="*/ 662515 w 3405180"/>
                        <a:gd name="connsiteY1432" fmla="*/ 738639 h 1830540"/>
                        <a:gd name="connsiteX1433" fmla="*/ 658947 w 3405180"/>
                        <a:gd name="connsiteY1433" fmla="*/ 736260 h 1830540"/>
                        <a:gd name="connsiteX1434" fmla="*/ 655379 w 3405180"/>
                        <a:gd name="connsiteY1434" fmla="*/ 735071 h 1830540"/>
                        <a:gd name="connsiteX1435" fmla="*/ 651811 w 3405180"/>
                        <a:gd name="connsiteY1435" fmla="*/ 738639 h 1830540"/>
                        <a:gd name="connsiteX1436" fmla="*/ 655379 w 3405180"/>
                        <a:gd name="connsiteY1436" fmla="*/ 744586 h 1830540"/>
                        <a:gd name="connsiteX1437" fmla="*/ 660136 w 3405180"/>
                        <a:gd name="connsiteY1437" fmla="*/ 749344 h 1830540"/>
                        <a:gd name="connsiteX1438" fmla="*/ 657758 w 3405180"/>
                        <a:gd name="connsiteY1438" fmla="*/ 752912 h 1830540"/>
                        <a:gd name="connsiteX1439" fmla="*/ 655379 w 3405180"/>
                        <a:gd name="connsiteY1439" fmla="*/ 756481 h 1830540"/>
                        <a:gd name="connsiteX1440" fmla="*/ 643484 w 3405180"/>
                        <a:gd name="connsiteY1440" fmla="*/ 756481 h 1830540"/>
                        <a:gd name="connsiteX1441" fmla="*/ 642295 w 3405180"/>
                        <a:gd name="connsiteY1441" fmla="*/ 752912 h 1830540"/>
                        <a:gd name="connsiteX1442" fmla="*/ 639916 w 3405180"/>
                        <a:gd name="connsiteY1442" fmla="*/ 748155 h 1830540"/>
                        <a:gd name="connsiteX1443" fmla="*/ 641105 w 3405180"/>
                        <a:gd name="connsiteY1443" fmla="*/ 744586 h 1830540"/>
                        <a:gd name="connsiteX1444" fmla="*/ 641105 w 3405180"/>
                        <a:gd name="connsiteY1444" fmla="*/ 742207 h 1830540"/>
                        <a:gd name="connsiteX1445" fmla="*/ 644674 w 3405180"/>
                        <a:gd name="connsiteY1445" fmla="*/ 738639 h 1830540"/>
                        <a:gd name="connsiteX1446" fmla="*/ 642295 w 3405180"/>
                        <a:gd name="connsiteY1446" fmla="*/ 733881 h 1830540"/>
                        <a:gd name="connsiteX1447" fmla="*/ 637537 w 3405180"/>
                        <a:gd name="connsiteY1447" fmla="*/ 731503 h 1830540"/>
                        <a:gd name="connsiteX1448" fmla="*/ 637537 w 3405180"/>
                        <a:gd name="connsiteY1448" fmla="*/ 727934 h 1830540"/>
                        <a:gd name="connsiteX1449" fmla="*/ 639916 w 3405180"/>
                        <a:gd name="connsiteY1449" fmla="*/ 724366 h 1830540"/>
                        <a:gd name="connsiteX1450" fmla="*/ 635158 w 3405180"/>
                        <a:gd name="connsiteY1450" fmla="*/ 724366 h 1830540"/>
                        <a:gd name="connsiteX1451" fmla="*/ 629211 w 3405180"/>
                        <a:gd name="connsiteY1451" fmla="*/ 726745 h 1830540"/>
                        <a:gd name="connsiteX1452" fmla="*/ 620885 w 3405180"/>
                        <a:gd name="connsiteY1452" fmla="*/ 735071 h 1830540"/>
                        <a:gd name="connsiteX1453" fmla="*/ 614938 w 3405180"/>
                        <a:gd name="connsiteY1453" fmla="*/ 737450 h 1830540"/>
                        <a:gd name="connsiteX1454" fmla="*/ 612559 w 3405180"/>
                        <a:gd name="connsiteY1454" fmla="*/ 741018 h 1830540"/>
                        <a:gd name="connsiteX1455" fmla="*/ 606612 w 3405180"/>
                        <a:gd name="connsiteY1455" fmla="*/ 742207 h 1830540"/>
                        <a:gd name="connsiteX1456" fmla="*/ 604233 w 3405180"/>
                        <a:gd name="connsiteY1456" fmla="*/ 748155 h 1830540"/>
                        <a:gd name="connsiteX1457" fmla="*/ 599475 w 3405180"/>
                        <a:gd name="connsiteY1457" fmla="*/ 749344 h 1830540"/>
                        <a:gd name="connsiteX1458" fmla="*/ 589960 w 3405180"/>
                        <a:gd name="connsiteY1458" fmla="*/ 751723 h 1830540"/>
                        <a:gd name="connsiteX1459" fmla="*/ 587581 w 3405180"/>
                        <a:gd name="connsiteY1459" fmla="*/ 746965 h 1830540"/>
                        <a:gd name="connsiteX1460" fmla="*/ 582823 w 3405180"/>
                        <a:gd name="connsiteY1460" fmla="*/ 749344 h 1830540"/>
                        <a:gd name="connsiteX1461" fmla="*/ 576876 w 3405180"/>
                        <a:gd name="connsiteY1461" fmla="*/ 745776 h 1830540"/>
                        <a:gd name="connsiteX1462" fmla="*/ 572118 w 3405180"/>
                        <a:gd name="connsiteY1462" fmla="*/ 749344 h 1830540"/>
                        <a:gd name="connsiteX1463" fmla="*/ 566171 w 3405180"/>
                        <a:gd name="connsiteY1463" fmla="*/ 754102 h 1830540"/>
                        <a:gd name="connsiteX1464" fmla="*/ 561413 w 3405180"/>
                        <a:gd name="connsiteY1464" fmla="*/ 754102 h 1830540"/>
                        <a:gd name="connsiteX1465" fmla="*/ 557845 w 3405180"/>
                        <a:gd name="connsiteY1465" fmla="*/ 758860 h 1830540"/>
                        <a:gd name="connsiteX1466" fmla="*/ 561413 w 3405180"/>
                        <a:gd name="connsiteY1466" fmla="*/ 763617 h 1830540"/>
                        <a:gd name="connsiteX1467" fmla="*/ 560224 w 3405180"/>
                        <a:gd name="connsiteY1467" fmla="*/ 771943 h 1830540"/>
                        <a:gd name="connsiteX1468" fmla="*/ 555466 w 3405180"/>
                        <a:gd name="connsiteY1468" fmla="*/ 768375 h 1830540"/>
                        <a:gd name="connsiteX1469" fmla="*/ 554277 w 3405180"/>
                        <a:gd name="connsiteY1469" fmla="*/ 763617 h 1830540"/>
                        <a:gd name="connsiteX1470" fmla="*/ 550709 w 3405180"/>
                        <a:gd name="connsiteY1470" fmla="*/ 765996 h 1830540"/>
                        <a:gd name="connsiteX1471" fmla="*/ 547140 w 3405180"/>
                        <a:gd name="connsiteY1471" fmla="*/ 771943 h 1830540"/>
                        <a:gd name="connsiteX1472" fmla="*/ 544761 w 3405180"/>
                        <a:gd name="connsiteY1472" fmla="*/ 776701 h 1830540"/>
                        <a:gd name="connsiteX1473" fmla="*/ 543572 w 3405180"/>
                        <a:gd name="connsiteY1473" fmla="*/ 770754 h 1830540"/>
                        <a:gd name="connsiteX1474" fmla="*/ 540003 w 3405180"/>
                        <a:gd name="connsiteY1474" fmla="*/ 768375 h 1830540"/>
                        <a:gd name="connsiteX1475" fmla="*/ 535246 w 3405180"/>
                        <a:gd name="connsiteY1475" fmla="*/ 770754 h 1830540"/>
                        <a:gd name="connsiteX1476" fmla="*/ 523351 w 3405180"/>
                        <a:gd name="connsiteY1476" fmla="*/ 770754 h 1830540"/>
                        <a:gd name="connsiteX1477" fmla="*/ 524541 w 3405180"/>
                        <a:gd name="connsiteY1477" fmla="*/ 765996 h 1830540"/>
                        <a:gd name="connsiteX1478" fmla="*/ 528109 w 3405180"/>
                        <a:gd name="connsiteY1478" fmla="*/ 762428 h 1830540"/>
                        <a:gd name="connsiteX1479" fmla="*/ 532867 w 3405180"/>
                        <a:gd name="connsiteY1479" fmla="*/ 761238 h 1830540"/>
                        <a:gd name="connsiteX1480" fmla="*/ 535246 w 3405180"/>
                        <a:gd name="connsiteY1480" fmla="*/ 756481 h 1830540"/>
                        <a:gd name="connsiteX1481" fmla="*/ 531678 w 3405180"/>
                        <a:gd name="connsiteY1481" fmla="*/ 751723 h 1830540"/>
                        <a:gd name="connsiteX1482" fmla="*/ 536435 w 3405180"/>
                        <a:gd name="connsiteY1482" fmla="*/ 748155 h 1830540"/>
                        <a:gd name="connsiteX1483" fmla="*/ 531678 w 3405180"/>
                        <a:gd name="connsiteY1483" fmla="*/ 744586 h 1830540"/>
                        <a:gd name="connsiteX1484" fmla="*/ 529299 w 3405180"/>
                        <a:gd name="connsiteY1484" fmla="*/ 741018 h 1830540"/>
                        <a:gd name="connsiteX1485" fmla="*/ 524541 w 3405180"/>
                        <a:gd name="connsiteY1485" fmla="*/ 744586 h 1830540"/>
                        <a:gd name="connsiteX1486" fmla="*/ 523351 w 3405180"/>
                        <a:gd name="connsiteY1486" fmla="*/ 741018 h 1830540"/>
                        <a:gd name="connsiteX1487" fmla="*/ 532867 w 3405180"/>
                        <a:gd name="connsiteY1487" fmla="*/ 737450 h 1830540"/>
                        <a:gd name="connsiteX1488" fmla="*/ 536435 w 3405180"/>
                        <a:gd name="connsiteY1488" fmla="*/ 737450 h 1830540"/>
                        <a:gd name="connsiteX1489" fmla="*/ 540003 w 3405180"/>
                        <a:gd name="connsiteY1489" fmla="*/ 735071 h 1830540"/>
                        <a:gd name="connsiteX1490" fmla="*/ 541193 w 3405180"/>
                        <a:gd name="connsiteY1490" fmla="*/ 732692 h 1830540"/>
                        <a:gd name="connsiteX1491" fmla="*/ 531678 w 3405180"/>
                        <a:gd name="connsiteY1491" fmla="*/ 732692 h 1830540"/>
                        <a:gd name="connsiteX1492" fmla="*/ 524541 w 3405180"/>
                        <a:gd name="connsiteY1492" fmla="*/ 736260 h 1830540"/>
                        <a:gd name="connsiteX1493" fmla="*/ 517404 w 3405180"/>
                        <a:gd name="connsiteY1493" fmla="*/ 741018 h 1830540"/>
                        <a:gd name="connsiteX1494" fmla="*/ 513836 w 3405180"/>
                        <a:gd name="connsiteY1494" fmla="*/ 744586 h 1830540"/>
                        <a:gd name="connsiteX1495" fmla="*/ 516215 w 3405180"/>
                        <a:gd name="connsiteY1495" fmla="*/ 749344 h 1830540"/>
                        <a:gd name="connsiteX1496" fmla="*/ 516215 w 3405180"/>
                        <a:gd name="connsiteY1496" fmla="*/ 752912 h 1830540"/>
                        <a:gd name="connsiteX1497" fmla="*/ 518594 w 3405180"/>
                        <a:gd name="connsiteY1497" fmla="*/ 756481 h 1830540"/>
                        <a:gd name="connsiteX1498" fmla="*/ 515026 w 3405180"/>
                        <a:gd name="connsiteY1498" fmla="*/ 757670 h 1830540"/>
                        <a:gd name="connsiteX1499" fmla="*/ 510268 w 3405180"/>
                        <a:gd name="connsiteY1499" fmla="*/ 760049 h 1830540"/>
                        <a:gd name="connsiteX1500" fmla="*/ 506699 w 3405180"/>
                        <a:gd name="connsiteY1500" fmla="*/ 754102 h 1830540"/>
                        <a:gd name="connsiteX1501" fmla="*/ 509078 w 3405180"/>
                        <a:gd name="connsiteY1501" fmla="*/ 750534 h 1830540"/>
                        <a:gd name="connsiteX1502" fmla="*/ 509078 w 3405180"/>
                        <a:gd name="connsiteY1502" fmla="*/ 746965 h 1830540"/>
                        <a:gd name="connsiteX1503" fmla="*/ 504320 w 3405180"/>
                        <a:gd name="connsiteY1503" fmla="*/ 750534 h 1830540"/>
                        <a:gd name="connsiteX1504" fmla="*/ 498373 w 3405180"/>
                        <a:gd name="connsiteY1504" fmla="*/ 757670 h 1830540"/>
                        <a:gd name="connsiteX1505" fmla="*/ 499563 w 3405180"/>
                        <a:gd name="connsiteY1505" fmla="*/ 761238 h 1830540"/>
                        <a:gd name="connsiteX1506" fmla="*/ 505510 w 3405180"/>
                        <a:gd name="connsiteY1506" fmla="*/ 765996 h 1830540"/>
                        <a:gd name="connsiteX1507" fmla="*/ 506699 w 3405180"/>
                        <a:gd name="connsiteY1507" fmla="*/ 769564 h 1830540"/>
                        <a:gd name="connsiteX1508" fmla="*/ 503131 w 3405180"/>
                        <a:gd name="connsiteY1508" fmla="*/ 770754 h 1830540"/>
                        <a:gd name="connsiteX1509" fmla="*/ 498373 w 3405180"/>
                        <a:gd name="connsiteY1509" fmla="*/ 775512 h 1830540"/>
                        <a:gd name="connsiteX1510" fmla="*/ 497184 w 3405180"/>
                        <a:gd name="connsiteY1510" fmla="*/ 771943 h 1830540"/>
                        <a:gd name="connsiteX1511" fmla="*/ 497184 w 3405180"/>
                        <a:gd name="connsiteY1511" fmla="*/ 768375 h 1830540"/>
                        <a:gd name="connsiteX1512" fmla="*/ 493616 w 3405180"/>
                        <a:gd name="connsiteY1512" fmla="*/ 762428 h 1830540"/>
                        <a:gd name="connsiteX1513" fmla="*/ 488858 w 3405180"/>
                        <a:gd name="connsiteY1513" fmla="*/ 762428 h 1830540"/>
                        <a:gd name="connsiteX1514" fmla="*/ 484100 w 3405180"/>
                        <a:gd name="connsiteY1514" fmla="*/ 764807 h 1830540"/>
                        <a:gd name="connsiteX1515" fmla="*/ 481721 w 3405180"/>
                        <a:gd name="connsiteY1515" fmla="*/ 768375 h 1830540"/>
                        <a:gd name="connsiteX1516" fmla="*/ 475774 w 3405180"/>
                        <a:gd name="connsiteY1516" fmla="*/ 770754 h 1830540"/>
                        <a:gd name="connsiteX1517" fmla="*/ 469827 w 3405180"/>
                        <a:gd name="connsiteY1517" fmla="*/ 769564 h 1830540"/>
                        <a:gd name="connsiteX1518" fmla="*/ 467448 w 3405180"/>
                        <a:gd name="connsiteY1518" fmla="*/ 773133 h 1830540"/>
                        <a:gd name="connsiteX1519" fmla="*/ 461501 w 3405180"/>
                        <a:gd name="connsiteY1519" fmla="*/ 782648 h 1830540"/>
                        <a:gd name="connsiteX1520" fmla="*/ 441280 w 3405180"/>
                        <a:gd name="connsiteY1520" fmla="*/ 801679 h 1830540"/>
                        <a:gd name="connsiteX1521" fmla="*/ 437712 w 3405180"/>
                        <a:gd name="connsiteY1521" fmla="*/ 796921 h 1830540"/>
                        <a:gd name="connsiteX1522" fmla="*/ 434144 w 3405180"/>
                        <a:gd name="connsiteY1522" fmla="*/ 796921 h 1830540"/>
                        <a:gd name="connsiteX1523" fmla="*/ 437712 w 3405180"/>
                        <a:gd name="connsiteY1523" fmla="*/ 802869 h 1830540"/>
                        <a:gd name="connsiteX1524" fmla="*/ 444849 w 3405180"/>
                        <a:gd name="connsiteY1524" fmla="*/ 807626 h 1830540"/>
                        <a:gd name="connsiteX1525" fmla="*/ 443659 w 3405180"/>
                        <a:gd name="connsiteY1525" fmla="*/ 811195 h 1830540"/>
                        <a:gd name="connsiteX1526" fmla="*/ 440091 w 3405180"/>
                        <a:gd name="connsiteY1526" fmla="*/ 808816 h 1830540"/>
                        <a:gd name="connsiteX1527" fmla="*/ 436523 w 3405180"/>
                        <a:gd name="connsiteY1527" fmla="*/ 808816 h 1830540"/>
                        <a:gd name="connsiteX1528" fmla="*/ 432954 w 3405180"/>
                        <a:gd name="connsiteY1528" fmla="*/ 812384 h 1830540"/>
                        <a:gd name="connsiteX1529" fmla="*/ 419871 w 3405180"/>
                        <a:gd name="connsiteY1529" fmla="*/ 812384 h 1830540"/>
                        <a:gd name="connsiteX1530" fmla="*/ 421060 w 3405180"/>
                        <a:gd name="connsiteY1530" fmla="*/ 817142 h 1830540"/>
                        <a:gd name="connsiteX1531" fmla="*/ 423439 w 3405180"/>
                        <a:gd name="connsiteY1531" fmla="*/ 820710 h 1830540"/>
                        <a:gd name="connsiteX1532" fmla="*/ 422249 w 3405180"/>
                        <a:gd name="connsiteY1532" fmla="*/ 824279 h 1830540"/>
                        <a:gd name="connsiteX1533" fmla="*/ 418681 w 3405180"/>
                        <a:gd name="connsiteY1533" fmla="*/ 827847 h 1830540"/>
                        <a:gd name="connsiteX1534" fmla="*/ 421060 w 3405180"/>
                        <a:gd name="connsiteY1534" fmla="*/ 833794 h 1830540"/>
                        <a:gd name="connsiteX1535" fmla="*/ 419871 w 3405180"/>
                        <a:gd name="connsiteY1535" fmla="*/ 840931 h 1830540"/>
                        <a:gd name="connsiteX1536" fmla="*/ 412734 w 3405180"/>
                        <a:gd name="connsiteY1536" fmla="*/ 843309 h 1830540"/>
                        <a:gd name="connsiteX1537" fmla="*/ 407976 w 3405180"/>
                        <a:gd name="connsiteY1537" fmla="*/ 848067 h 1830540"/>
                        <a:gd name="connsiteX1538" fmla="*/ 402029 w 3405180"/>
                        <a:gd name="connsiteY1538" fmla="*/ 846878 h 1830540"/>
                        <a:gd name="connsiteX1539" fmla="*/ 399650 w 3405180"/>
                        <a:gd name="connsiteY1539" fmla="*/ 850446 h 1830540"/>
                        <a:gd name="connsiteX1540" fmla="*/ 397271 w 3405180"/>
                        <a:gd name="connsiteY1540" fmla="*/ 844499 h 1830540"/>
                        <a:gd name="connsiteX1541" fmla="*/ 390135 w 3405180"/>
                        <a:gd name="connsiteY1541" fmla="*/ 850446 h 1830540"/>
                        <a:gd name="connsiteX1542" fmla="*/ 384188 w 3405180"/>
                        <a:gd name="connsiteY1542" fmla="*/ 848067 h 1830540"/>
                        <a:gd name="connsiteX1543" fmla="*/ 373483 w 3405180"/>
                        <a:gd name="connsiteY1543" fmla="*/ 833794 h 1830540"/>
                        <a:gd name="connsiteX1544" fmla="*/ 361588 w 3405180"/>
                        <a:gd name="connsiteY1544" fmla="*/ 825468 h 1830540"/>
                        <a:gd name="connsiteX1545" fmla="*/ 363967 w 3405180"/>
                        <a:gd name="connsiteY1545" fmla="*/ 817142 h 1830540"/>
                        <a:gd name="connsiteX1546" fmla="*/ 367535 w 3405180"/>
                        <a:gd name="connsiteY1546" fmla="*/ 814763 h 1830540"/>
                        <a:gd name="connsiteX1547" fmla="*/ 371104 w 3405180"/>
                        <a:gd name="connsiteY1547" fmla="*/ 807626 h 1830540"/>
                        <a:gd name="connsiteX1548" fmla="*/ 378241 w 3405180"/>
                        <a:gd name="connsiteY1548" fmla="*/ 807626 h 1830540"/>
                        <a:gd name="connsiteX1549" fmla="*/ 381809 w 3405180"/>
                        <a:gd name="connsiteY1549" fmla="*/ 805247 h 1830540"/>
                        <a:gd name="connsiteX1550" fmla="*/ 390135 w 3405180"/>
                        <a:gd name="connsiteY1550" fmla="*/ 805247 h 1830540"/>
                        <a:gd name="connsiteX1551" fmla="*/ 387756 w 3405180"/>
                        <a:gd name="connsiteY1551" fmla="*/ 798111 h 1830540"/>
                        <a:gd name="connsiteX1552" fmla="*/ 381809 w 3405180"/>
                        <a:gd name="connsiteY1552" fmla="*/ 790974 h 1830540"/>
                        <a:gd name="connsiteX1553" fmla="*/ 381809 w 3405180"/>
                        <a:gd name="connsiteY1553" fmla="*/ 787406 h 1830540"/>
                        <a:gd name="connsiteX1554" fmla="*/ 374672 w 3405180"/>
                        <a:gd name="connsiteY1554" fmla="*/ 786217 h 1830540"/>
                        <a:gd name="connsiteX1555" fmla="*/ 371104 w 3405180"/>
                        <a:gd name="connsiteY1555" fmla="*/ 780269 h 1830540"/>
                        <a:gd name="connsiteX1556" fmla="*/ 371104 w 3405180"/>
                        <a:gd name="connsiteY1556" fmla="*/ 775512 h 1830540"/>
                        <a:gd name="connsiteX1557" fmla="*/ 363967 w 3405180"/>
                        <a:gd name="connsiteY1557" fmla="*/ 770754 h 1830540"/>
                        <a:gd name="connsiteX1558" fmla="*/ 341368 w 3405180"/>
                        <a:gd name="connsiteY1558" fmla="*/ 770754 h 1830540"/>
                        <a:gd name="connsiteX1559" fmla="*/ 334231 w 3405180"/>
                        <a:gd name="connsiteY1559" fmla="*/ 774322 h 1830540"/>
                        <a:gd name="connsiteX1560" fmla="*/ 328284 w 3405180"/>
                        <a:gd name="connsiteY1560" fmla="*/ 771943 h 1830540"/>
                        <a:gd name="connsiteX1561" fmla="*/ 321147 w 3405180"/>
                        <a:gd name="connsiteY1561" fmla="*/ 764807 h 1830540"/>
                        <a:gd name="connsiteX1562" fmla="*/ 314011 w 3405180"/>
                        <a:gd name="connsiteY1562" fmla="*/ 765996 h 1830540"/>
                        <a:gd name="connsiteX1563" fmla="*/ 322337 w 3405180"/>
                        <a:gd name="connsiteY1563" fmla="*/ 774322 h 1830540"/>
                        <a:gd name="connsiteX1564" fmla="*/ 337799 w 3405180"/>
                        <a:gd name="connsiteY1564" fmla="*/ 787406 h 1830540"/>
                        <a:gd name="connsiteX1565" fmla="*/ 337799 w 3405180"/>
                        <a:gd name="connsiteY1565" fmla="*/ 792164 h 1830540"/>
                        <a:gd name="connsiteX1566" fmla="*/ 341368 w 3405180"/>
                        <a:gd name="connsiteY1566" fmla="*/ 799300 h 1830540"/>
                        <a:gd name="connsiteX1567" fmla="*/ 340178 w 3405180"/>
                        <a:gd name="connsiteY1567" fmla="*/ 802869 h 1830540"/>
                        <a:gd name="connsiteX1568" fmla="*/ 342558 w 3405180"/>
                        <a:gd name="connsiteY1568" fmla="*/ 807626 h 1830540"/>
                        <a:gd name="connsiteX1569" fmla="*/ 338989 w 3405180"/>
                        <a:gd name="connsiteY1569" fmla="*/ 810005 h 1830540"/>
                        <a:gd name="connsiteX1570" fmla="*/ 340178 w 3405180"/>
                        <a:gd name="connsiteY1570" fmla="*/ 815953 h 1830540"/>
                        <a:gd name="connsiteX1571" fmla="*/ 338989 w 3405180"/>
                        <a:gd name="connsiteY1571" fmla="*/ 820710 h 1830540"/>
                        <a:gd name="connsiteX1572" fmla="*/ 340178 w 3405180"/>
                        <a:gd name="connsiteY1572" fmla="*/ 830226 h 1830540"/>
                        <a:gd name="connsiteX1573" fmla="*/ 337799 w 3405180"/>
                        <a:gd name="connsiteY1573" fmla="*/ 833794 h 1830540"/>
                        <a:gd name="connsiteX1574" fmla="*/ 338989 w 3405180"/>
                        <a:gd name="connsiteY1574" fmla="*/ 842120 h 1830540"/>
                        <a:gd name="connsiteX1575" fmla="*/ 349694 w 3405180"/>
                        <a:gd name="connsiteY1575" fmla="*/ 843309 h 1830540"/>
                        <a:gd name="connsiteX1576" fmla="*/ 355641 w 3405180"/>
                        <a:gd name="connsiteY1576" fmla="*/ 850446 h 1830540"/>
                        <a:gd name="connsiteX1577" fmla="*/ 355641 w 3405180"/>
                        <a:gd name="connsiteY1577" fmla="*/ 859962 h 1830540"/>
                        <a:gd name="connsiteX1578" fmla="*/ 358020 w 3405180"/>
                        <a:gd name="connsiteY1578" fmla="*/ 863530 h 1830540"/>
                        <a:gd name="connsiteX1579" fmla="*/ 354452 w 3405180"/>
                        <a:gd name="connsiteY1579" fmla="*/ 865909 h 1830540"/>
                        <a:gd name="connsiteX1580" fmla="*/ 354452 w 3405180"/>
                        <a:gd name="connsiteY1580" fmla="*/ 878992 h 1830540"/>
                        <a:gd name="connsiteX1581" fmla="*/ 352073 w 3405180"/>
                        <a:gd name="connsiteY1581" fmla="*/ 880182 h 1830540"/>
                        <a:gd name="connsiteX1582" fmla="*/ 355641 w 3405180"/>
                        <a:gd name="connsiteY1582" fmla="*/ 884940 h 1830540"/>
                        <a:gd name="connsiteX1583" fmla="*/ 355641 w 3405180"/>
                        <a:gd name="connsiteY1583" fmla="*/ 896834 h 1830540"/>
                        <a:gd name="connsiteX1584" fmla="*/ 353262 w 3405180"/>
                        <a:gd name="connsiteY1584" fmla="*/ 893266 h 1830540"/>
                        <a:gd name="connsiteX1585" fmla="*/ 350883 w 3405180"/>
                        <a:gd name="connsiteY1585" fmla="*/ 887319 h 1830540"/>
                        <a:gd name="connsiteX1586" fmla="*/ 346126 w 3405180"/>
                        <a:gd name="connsiteY1586" fmla="*/ 883750 h 1830540"/>
                        <a:gd name="connsiteX1587" fmla="*/ 342558 w 3405180"/>
                        <a:gd name="connsiteY1587" fmla="*/ 881371 h 1830540"/>
                        <a:gd name="connsiteX1588" fmla="*/ 338989 w 3405180"/>
                        <a:gd name="connsiteY1588" fmla="*/ 887319 h 1830540"/>
                        <a:gd name="connsiteX1589" fmla="*/ 337799 w 3405180"/>
                        <a:gd name="connsiteY1589" fmla="*/ 882561 h 1830540"/>
                        <a:gd name="connsiteX1590" fmla="*/ 334231 w 3405180"/>
                        <a:gd name="connsiteY1590" fmla="*/ 878992 h 1830540"/>
                        <a:gd name="connsiteX1591" fmla="*/ 325905 w 3405180"/>
                        <a:gd name="connsiteY1591" fmla="*/ 877803 h 1830540"/>
                        <a:gd name="connsiteX1592" fmla="*/ 318769 w 3405180"/>
                        <a:gd name="connsiteY1592" fmla="*/ 880182 h 1830540"/>
                        <a:gd name="connsiteX1593" fmla="*/ 314011 w 3405180"/>
                        <a:gd name="connsiteY1593" fmla="*/ 875424 h 1830540"/>
                        <a:gd name="connsiteX1594" fmla="*/ 305685 w 3405180"/>
                        <a:gd name="connsiteY1594" fmla="*/ 874235 h 1830540"/>
                        <a:gd name="connsiteX1595" fmla="*/ 300927 w 3405180"/>
                        <a:gd name="connsiteY1595" fmla="*/ 883750 h 1830540"/>
                        <a:gd name="connsiteX1596" fmla="*/ 289033 w 3405180"/>
                        <a:gd name="connsiteY1596" fmla="*/ 896834 h 1830540"/>
                        <a:gd name="connsiteX1597" fmla="*/ 281896 w 3405180"/>
                        <a:gd name="connsiteY1597" fmla="*/ 896834 h 1830540"/>
                        <a:gd name="connsiteX1598" fmla="*/ 275949 w 3405180"/>
                        <a:gd name="connsiteY1598" fmla="*/ 908728 h 1830540"/>
                        <a:gd name="connsiteX1599" fmla="*/ 264055 w 3405180"/>
                        <a:gd name="connsiteY1599" fmla="*/ 920623 h 1830540"/>
                        <a:gd name="connsiteX1600" fmla="*/ 268812 w 3405180"/>
                        <a:gd name="connsiteY1600" fmla="*/ 936085 h 1830540"/>
                        <a:gd name="connsiteX1601" fmla="*/ 284275 w 3405180"/>
                        <a:gd name="connsiteY1601" fmla="*/ 956306 h 1830540"/>
                        <a:gd name="connsiteX1602" fmla="*/ 280707 w 3405180"/>
                        <a:gd name="connsiteY1602" fmla="*/ 957495 h 1830540"/>
                        <a:gd name="connsiteX1603" fmla="*/ 278328 w 3405180"/>
                        <a:gd name="connsiteY1603" fmla="*/ 961064 h 1830540"/>
                        <a:gd name="connsiteX1604" fmla="*/ 274760 w 3405180"/>
                        <a:gd name="connsiteY1604" fmla="*/ 963442 h 1830540"/>
                        <a:gd name="connsiteX1605" fmla="*/ 273570 w 3405180"/>
                        <a:gd name="connsiteY1605" fmla="*/ 970579 h 1830540"/>
                        <a:gd name="connsiteX1606" fmla="*/ 270002 w 3405180"/>
                        <a:gd name="connsiteY1606" fmla="*/ 975337 h 1830540"/>
                        <a:gd name="connsiteX1607" fmla="*/ 262865 w 3405180"/>
                        <a:gd name="connsiteY1607" fmla="*/ 968200 h 1830540"/>
                        <a:gd name="connsiteX1608" fmla="*/ 246213 w 3405180"/>
                        <a:gd name="connsiteY1608" fmla="*/ 961064 h 1830540"/>
                        <a:gd name="connsiteX1609" fmla="*/ 240266 w 3405180"/>
                        <a:gd name="connsiteY1609" fmla="*/ 959874 h 1830540"/>
                        <a:gd name="connsiteX1610" fmla="*/ 239077 w 3405180"/>
                        <a:gd name="connsiteY1610" fmla="*/ 956306 h 1830540"/>
                        <a:gd name="connsiteX1611" fmla="*/ 228372 w 3405180"/>
                        <a:gd name="connsiteY1611" fmla="*/ 955116 h 1830540"/>
                        <a:gd name="connsiteX1612" fmla="*/ 225993 w 3405180"/>
                        <a:gd name="connsiteY1612" fmla="*/ 951548 h 1830540"/>
                        <a:gd name="connsiteX1613" fmla="*/ 222424 w 3405180"/>
                        <a:gd name="connsiteY1613" fmla="*/ 945601 h 1830540"/>
                        <a:gd name="connsiteX1614" fmla="*/ 214098 w 3405180"/>
                        <a:gd name="connsiteY1614" fmla="*/ 944411 h 1830540"/>
                        <a:gd name="connsiteX1615" fmla="*/ 209341 w 3405180"/>
                        <a:gd name="connsiteY1615" fmla="*/ 940843 h 1830540"/>
                        <a:gd name="connsiteX1616" fmla="*/ 202204 w 3405180"/>
                        <a:gd name="connsiteY1616" fmla="*/ 942033 h 1830540"/>
                        <a:gd name="connsiteX1617" fmla="*/ 205772 w 3405180"/>
                        <a:gd name="connsiteY1617" fmla="*/ 949169 h 1830540"/>
                        <a:gd name="connsiteX1618" fmla="*/ 203393 w 3405180"/>
                        <a:gd name="connsiteY1618" fmla="*/ 951548 h 1830540"/>
                        <a:gd name="connsiteX1619" fmla="*/ 203393 w 3405180"/>
                        <a:gd name="connsiteY1619" fmla="*/ 956306 h 1830540"/>
                        <a:gd name="connsiteX1620" fmla="*/ 196257 w 3405180"/>
                        <a:gd name="connsiteY1620" fmla="*/ 957495 h 1830540"/>
                        <a:gd name="connsiteX1621" fmla="*/ 201014 w 3405180"/>
                        <a:gd name="connsiteY1621" fmla="*/ 963442 h 1830540"/>
                        <a:gd name="connsiteX1622" fmla="*/ 203393 w 3405180"/>
                        <a:gd name="connsiteY1622" fmla="*/ 970579 h 1830540"/>
                        <a:gd name="connsiteX1623" fmla="*/ 209341 w 3405180"/>
                        <a:gd name="connsiteY1623" fmla="*/ 974147 h 1830540"/>
                        <a:gd name="connsiteX1624" fmla="*/ 218856 w 3405180"/>
                        <a:gd name="connsiteY1624" fmla="*/ 983663 h 1830540"/>
                        <a:gd name="connsiteX1625" fmla="*/ 225993 w 3405180"/>
                        <a:gd name="connsiteY1625" fmla="*/ 981284 h 1830540"/>
                        <a:gd name="connsiteX1626" fmla="*/ 230750 w 3405180"/>
                        <a:gd name="connsiteY1626" fmla="*/ 978905 h 1830540"/>
                        <a:gd name="connsiteX1627" fmla="*/ 231940 w 3405180"/>
                        <a:gd name="connsiteY1627" fmla="*/ 983663 h 1830540"/>
                        <a:gd name="connsiteX1628" fmla="*/ 237887 w 3405180"/>
                        <a:gd name="connsiteY1628" fmla="*/ 984852 h 1830540"/>
                        <a:gd name="connsiteX1629" fmla="*/ 235508 w 3405180"/>
                        <a:gd name="connsiteY1629" fmla="*/ 989610 h 1830540"/>
                        <a:gd name="connsiteX1630" fmla="*/ 237887 w 3405180"/>
                        <a:gd name="connsiteY1630" fmla="*/ 993178 h 1830540"/>
                        <a:gd name="connsiteX1631" fmla="*/ 235508 w 3405180"/>
                        <a:gd name="connsiteY1631" fmla="*/ 1000315 h 1830540"/>
                        <a:gd name="connsiteX1632" fmla="*/ 228372 w 3405180"/>
                        <a:gd name="connsiteY1632" fmla="*/ 1003883 h 1830540"/>
                        <a:gd name="connsiteX1633" fmla="*/ 222424 w 3405180"/>
                        <a:gd name="connsiteY1633" fmla="*/ 1009830 h 1830540"/>
                        <a:gd name="connsiteX1634" fmla="*/ 217667 w 3405180"/>
                        <a:gd name="connsiteY1634" fmla="*/ 1003883 h 1830540"/>
                        <a:gd name="connsiteX1635" fmla="*/ 209341 w 3405180"/>
                        <a:gd name="connsiteY1635" fmla="*/ 1003883 h 1830540"/>
                        <a:gd name="connsiteX1636" fmla="*/ 206962 w 3405180"/>
                        <a:gd name="connsiteY1636" fmla="*/ 1000315 h 1830540"/>
                        <a:gd name="connsiteX1637" fmla="*/ 197446 w 3405180"/>
                        <a:gd name="connsiteY1637" fmla="*/ 1000315 h 1830540"/>
                        <a:gd name="connsiteX1638" fmla="*/ 196257 w 3405180"/>
                        <a:gd name="connsiteY1638" fmla="*/ 993178 h 1830540"/>
                        <a:gd name="connsiteX1639" fmla="*/ 190310 w 3405180"/>
                        <a:gd name="connsiteY1639" fmla="*/ 989610 h 1830540"/>
                        <a:gd name="connsiteX1640" fmla="*/ 186741 w 3405180"/>
                        <a:gd name="connsiteY1640" fmla="*/ 984852 h 1830540"/>
                        <a:gd name="connsiteX1641" fmla="*/ 180794 w 3405180"/>
                        <a:gd name="connsiteY1641" fmla="*/ 989610 h 1830540"/>
                        <a:gd name="connsiteX1642" fmla="*/ 171279 w 3405180"/>
                        <a:gd name="connsiteY1642" fmla="*/ 986042 h 1830540"/>
                        <a:gd name="connsiteX1643" fmla="*/ 167710 w 3405180"/>
                        <a:gd name="connsiteY1643" fmla="*/ 978905 h 1830540"/>
                        <a:gd name="connsiteX1644" fmla="*/ 170089 w 3405180"/>
                        <a:gd name="connsiteY1644" fmla="*/ 972958 h 1830540"/>
                        <a:gd name="connsiteX1645" fmla="*/ 167710 w 3405180"/>
                        <a:gd name="connsiteY1645" fmla="*/ 963442 h 1830540"/>
                        <a:gd name="connsiteX1646" fmla="*/ 162953 w 3405180"/>
                        <a:gd name="connsiteY1646" fmla="*/ 959874 h 1830540"/>
                        <a:gd name="connsiteX1647" fmla="*/ 161763 w 3405180"/>
                        <a:gd name="connsiteY1647" fmla="*/ 956306 h 1830540"/>
                        <a:gd name="connsiteX1648" fmla="*/ 155816 w 3405180"/>
                        <a:gd name="connsiteY1648" fmla="*/ 950359 h 1830540"/>
                        <a:gd name="connsiteX1649" fmla="*/ 154627 w 3405180"/>
                        <a:gd name="connsiteY1649" fmla="*/ 944411 h 1830540"/>
                        <a:gd name="connsiteX1650" fmla="*/ 151058 w 3405180"/>
                        <a:gd name="connsiteY1650" fmla="*/ 940843 h 1830540"/>
                        <a:gd name="connsiteX1651" fmla="*/ 155816 w 3405180"/>
                        <a:gd name="connsiteY1651" fmla="*/ 937275 h 1830540"/>
                        <a:gd name="connsiteX1652" fmla="*/ 155816 w 3405180"/>
                        <a:gd name="connsiteY1652" fmla="*/ 926570 h 1830540"/>
                        <a:gd name="connsiteX1653" fmla="*/ 153437 w 3405180"/>
                        <a:gd name="connsiteY1653" fmla="*/ 920623 h 1830540"/>
                        <a:gd name="connsiteX1654" fmla="*/ 155816 w 3405180"/>
                        <a:gd name="connsiteY1654" fmla="*/ 917054 h 1830540"/>
                        <a:gd name="connsiteX1655" fmla="*/ 151058 w 3405180"/>
                        <a:gd name="connsiteY1655" fmla="*/ 911107 h 1830540"/>
                        <a:gd name="connsiteX1656" fmla="*/ 145111 w 3405180"/>
                        <a:gd name="connsiteY1656" fmla="*/ 906349 h 1830540"/>
                        <a:gd name="connsiteX1657" fmla="*/ 139164 w 3405180"/>
                        <a:gd name="connsiteY1657" fmla="*/ 905160 h 1830540"/>
                        <a:gd name="connsiteX1658" fmla="*/ 135596 w 3405180"/>
                        <a:gd name="connsiteY1658" fmla="*/ 902781 h 1830540"/>
                        <a:gd name="connsiteX1659" fmla="*/ 132027 w 3405180"/>
                        <a:gd name="connsiteY1659" fmla="*/ 907539 h 1830540"/>
                        <a:gd name="connsiteX1660" fmla="*/ 130838 w 3405180"/>
                        <a:gd name="connsiteY1660" fmla="*/ 902781 h 1830540"/>
                        <a:gd name="connsiteX1661" fmla="*/ 122512 w 3405180"/>
                        <a:gd name="connsiteY1661" fmla="*/ 905160 h 1830540"/>
                        <a:gd name="connsiteX1662" fmla="*/ 118944 w 3405180"/>
                        <a:gd name="connsiteY1662" fmla="*/ 902781 h 1830540"/>
                        <a:gd name="connsiteX1663" fmla="*/ 126080 w 3405180"/>
                        <a:gd name="connsiteY1663" fmla="*/ 899213 h 1830540"/>
                        <a:gd name="connsiteX1664" fmla="*/ 124891 w 3405180"/>
                        <a:gd name="connsiteY1664" fmla="*/ 895645 h 1830540"/>
                        <a:gd name="connsiteX1665" fmla="*/ 122512 w 3405180"/>
                        <a:gd name="connsiteY1665" fmla="*/ 894455 h 1830540"/>
                        <a:gd name="connsiteX1666" fmla="*/ 122512 w 3405180"/>
                        <a:gd name="connsiteY1666" fmla="*/ 890887 h 1830540"/>
                        <a:gd name="connsiteX1667" fmla="*/ 115375 w 3405180"/>
                        <a:gd name="connsiteY1667" fmla="*/ 893266 h 1830540"/>
                        <a:gd name="connsiteX1668" fmla="*/ 108239 w 3405180"/>
                        <a:gd name="connsiteY1668" fmla="*/ 894455 h 1830540"/>
                        <a:gd name="connsiteX1669" fmla="*/ 110618 w 3405180"/>
                        <a:gd name="connsiteY1669" fmla="*/ 892076 h 1830540"/>
                        <a:gd name="connsiteX1670" fmla="*/ 112996 w 3405180"/>
                        <a:gd name="connsiteY1670" fmla="*/ 889697 h 1830540"/>
                        <a:gd name="connsiteX1671" fmla="*/ 115375 w 3405180"/>
                        <a:gd name="connsiteY1671" fmla="*/ 887319 h 1830540"/>
                        <a:gd name="connsiteX1672" fmla="*/ 105860 w 3405180"/>
                        <a:gd name="connsiteY1672" fmla="*/ 883750 h 1830540"/>
                        <a:gd name="connsiteX1673" fmla="*/ 103481 w 3405180"/>
                        <a:gd name="connsiteY1673" fmla="*/ 878992 h 1830540"/>
                        <a:gd name="connsiteX1674" fmla="*/ 98723 w 3405180"/>
                        <a:gd name="connsiteY1674" fmla="*/ 875424 h 1830540"/>
                        <a:gd name="connsiteX1675" fmla="*/ 97534 w 3405180"/>
                        <a:gd name="connsiteY1675" fmla="*/ 869477 h 1830540"/>
                        <a:gd name="connsiteX1676" fmla="*/ 92776 w 3405180"/>
                        <a:gd name="connsiteY1676" fmla="*/ 864719 h 1830540"/>
                        <a:gd name="connsiteX1677" fmla="*/ 98723 w 3405180"/>
                        <a:gd name="connsiteY1677" fmla="*/ 864719 h 1830540"/>
                        <a:gd name="connsiteX1678" fmla="*/ 103481 w 3405180"/>
                        <a:gd name="connsiteY1678" fmla="*/ 867098 h 1830540"/>
                        <a:gd name="connsiteX1679" fmla="*/ 107049 w 3405180"/>
                        <a:gd name="connsiteY1679" fmla="*/ 867098 h 1830540"/>
                        <a:gd name="connsiteX1680" fmla="*/ 109428 w 3405180"/>
                        <a:gd name="connsiteY1680" fmla="*/ 871856 h 1830540"/>
                        <a:gd name="connsiteX1681" fmla="*/ 116565 w 3405180"/>
                        <a:gd name="connsiteY1681" fmla="*/ 877803 h 1830540"/>
                        <a:gd name="connsiteX1682" fmla="*/ 118944 w 3405180"/>
                        <a:gd name="connsiteY1682" fmla="*/ 881371 h 1830540"/>
                        <a:gd name="connsiteX1683" fmla="*/ 126080 w 3405180"/>
                        <a:gd name="connsiteY1683" fmla="*/ 880182 h 1830540"/>
                        <a:gd name="connsiteX1684" fmla="*/ 129648 w 3405180"/>
                        <a:gd name="connsiteY1684" fmla="*/ 883750 h 1830540"/>
                        <a:gd name="connsiteX1685" fmla="*/ 136785 w 3405180"/>
                        <a:gd name="connsiteY1685" fmla="*/ 883750 h 1830540"/>
                        <a:gd name="connsiteX1686" fmla="*/ 140354 w 3405180"/>
                        <a:gd name="connsiteY1686" fmla="*/ 881371 h 1830540"/>
                        <a:gd name="connsiteX1687" fmla="*/ 140354 w 3405180"/>
                        <a:gd name="connsiteY1687" fmla="*/ 884940 h 1830540"/>
                        <a:gd name="connsiteX1688" fmla="*/ 140354 w 3405180"/>
                        <a:gd name="connsiteY1688" fmla="*/ 889697 h 1830540"/>
                        <a:gd name="connsiteX1689" fmla="*/ 143922 w 3405180"/>
                        <a:gd name="connsiteY1689" fmla="*/ 893266 h 1830540"/>
                        <a:gd name="connsiteX1690" fmla="*/ 147490 w 3405180"/>
                        <a:gd name="connsiteY1690" fmla="*/ 889697 h 1830540"/>
                        <a:gd name="connsiteX1691" fmla="*/ 154627 w 3405180"/>
                        <a:gd name="connsiteY1691" fmla="*/ 889697 h 1830540"/>
                        <a:gd name="connsiteX1692" fmla="*/ 155816 w 3405180"/>
                        <a:gd name="connsiteY1692" fmla="*/ 892076 h 1830540"/>
                        <a:gd name="connsiteX1693" fmla="*/ 162953 w 3405180"/>
                        <a:gd name="connsiteY1693" fmla="*/ 892076 h 1830540"/>
                        <a:gd name="connsiteX1694" fmla="*/ 165331 w 3405180"/>
                        <a:gd name="connsiteY1694" fmla="*/ 898023 h 1830540"/>
                        <a:gd name="connsiteX1695" fmla="*/ 167710 w 3405180"/>
                        <a:gd name="connsiteY1695" fmla="*/ 901592 h 1830540"/>
                        <a:gd name="connsiteX1696" fmla="*/ 172468 w 3405180"/>
                        <a:gd name="connsiteY1696" fmla="*/ 898023 h 1830540"/>
                        <a:gd name="connsiteX1697" fmla="*/ 178415 w 3405180"/>
                        <a:gd name="connsiteY1697" fmla="*/ 901592 h 1830540"/>
                        <a:gd name="connsiteX1698" fmla="*/ 187931 w 3405180"/>
                        <a:gd name="connsiteY1698" fmla="*/ 902781 h 1830540"/>
                        <a:gd name="connsiteX1699" fmla="*/ 190310 w 3405180"/>
                        <a:gd name="connsiteY1699" fmla="*/ 902781 h 1830540"/>
                        <a:gd name="connsiteX1700" fmla="*/ 193878 w 3405180"/>
                        <a:gd name="connsiteY1700" fmla="*/ 900402 h 1830540"/>
                        <a:gd name="connsiteX1701" fmla="*/ 203393 w 3405180"/>
                        <a:gd name="connsiteY1701" fmla="*/ 906349 h 1830540"/>
                        <a:gd name="connsiteX1702" fmla="*/ 233129 w 3405180"/>
                        <a:gd name="connsiteY1702" fmla="*/ 906349 h 1830540"/>
                        <a:gd name="connsiteX1703" fmla="*/ 237887 w 3405180"/>
                        <a:gd name="connsiteY1703" fmla="*/ 903971 h 1830540"/>
                        <a:gd name="connsiteX1704" fmla="*/ 245024 w 3405180"/>
                        <a:gd name="connsiteY1704" fmla="*/ 903971 h 1830540"/>
                        <a:gd name="connsiteX1705" fmla="*/ 249781 w 3405180"/>
                        <a:gd name="connsiteY1705" fmla="*/ 900402 h 1830540"/>
                        <a:gd name="connsiteX1706" fmla="*/ 261676 w 3405180"/>
                        <a:gd name="connsiteY1706" fmla="*/ 895645 h 1830540"/>
                        <a:gd name="connsiteX1707" fmla="*/ 274760 w 3405180"/>
                        <a:gd name="connsiteY1707" fmla="*/ 876614 h 1830540"/>
                        <a:gd name="connsiteX1708" fmla="*/ 277139 w 3405180"/>
                        <a:gd name="connsiteY1708" fmla="*/ 867098 h 1830540"/>
                        <a:gd name="connsiteX1709" fmla="*/ 279517 w 3405180"/>
                        <a:gd name="connsiteY1709" fmla="*/ 862340 h 1830540"/>
                        <a:gd name="connsiteX1710" fmla="*/ 278328 w 3405180"/>
                        <a:gd name="connsiteY1710" fmla="*/ 843309 h 1830540"/>
                        <a:gd name="connsiteX1711" fmla="*/ 272381 w 3405180"/>
                        <a:gd name="connsiteY1711" fmla="*/ 839741 h 1830540"/>
                        <a:gd name="connsiteX1712" fmla="*/ 270002 w 3405180"/>
                        <a:gd name="connsiteY1712" fmla="*/ 836173 h 1830540"/>
                        <a:gd name="connsiteX1713" fmla="*/ 267623 w 3405180"/>
                        <a:gd name="connsiteY1713" fmla="*/ 831415 h 1830540"/>
                        <a:gd name="connsiteX1714" fmla="*/ 261676 w 3405180"/>
                        <a:gd name="connsiteY1714" fmla="*/ 824279 h 1830540"/>
                        <a:gd name="connsiteX1715" fmla="*/ 254539 w 3405180"/>
                        <a:gd name="connsiteY1715" fmla="*/ 826657 h 1830540"/>
                        <a:gd name="connsiteX1716" fmla="*/ 249781 w 3405180"/>
                        <a:gd name="connsiteY1716" fmla="*/ 818331 h 1830540"/>
                        <a:gd name="connsiteX1717" fmla="*/ 240266 w 3405180"/>
                        <a:gd name="connsiteY1717" fmla="*/ 812384 h 1830540"/>
                        <a:gd name="connsiteX1718" fmla="*/ 239077 w 3405180"/>
                        <a:gd name="connsiteY1718" fmla="*/ 806437 h 1830540"/>
                        <a:gd name="connsiteX1719" fmla="*/ 233129 w 3405180"/>
                        <a:gd name="connsiteY1719" fmla="*/ 802869 h 1830540"/>
                        <a:gd name="connsiteX1720" fmla="*/ 230750 w 3405180"/>
                        <a:gd name="connsiteY1720" fmla="*/ 804058 h 1830540"/>
                        <a:gd name="connsiteX1721" fmla="*/ 234319 w 3405180"/>
                        <a:gd name="connsiteY1721" fmla="*/ 812384 h 1830540"/>
                        <a:gd name="connsiteX1722" fmla="*/ 228372 w 3405180"/>
                        <a:gd name="connsiteY1722" fmla="*/ 811195 h 1830540"/>
                        <a:gd name="connsiteX1723" fmla="*/ 224803 w 3405180"/>
                        <a:gd name="connsiteY1723" fmla="*/ 806437 h 1830540"/>
                        <a:gd name="connsiteX1724" fmla="*/ 218856 w 3405180"/>
                        <a:gd name="connsiteY1724" fmla="*/ 805247 h 1830540"/>
                        <a:gd name="connsiteX1725" fmla="*/ 212909 w 3405180"/>
                        <a:gd name="connsiteY1725" fmla="*/ 800490 h 1830540"/>
                        <a:gd name="connsiteX1726" fmla="*/ 210530 w 3405180"/>
                        <a:gd name="connsiteY1726" fmla="*/ 806437 h 1830540"/>
                        <a:gd name="connsiteX1727" fmla="*/ 201014 w 3405180"/>
                        <a:gd name="connsiteY1727" fmla="*/ 794543 h 1830540"/>
                        <a:gd name="connsiteX1728" fmla="*/ 193878 w 3405180"/>
                        <a:gd name="connsiteY1728" fmla="*/ 789785 h 1830540"/>
                        <a:gd name="connsiteX1729" fmla="*/ 171279 w 3405180"/>
                        <a:gd name="connsiteY1729" fmla="*/ 775512 h 1830540"/>
                        <a:gd name="connsiteX1730" fmla="*/ 146301 w 3405180"/>
                        <a:gd name="connsiteY1730" fmla="*/ 761238 h 1830540"/>
                        <a:gd name="connsiteX1731" fmla="*/ 141543 w 3405180"/>
                        <a:gd name="connsiteY1731" fmla="*/ 762428 h 1830540"/>
                        <a:gd name="connsiteX1732" fmla="*/ 133217 w 3405180"/>
                        <a:gd name="connsiteY1732" fmla="*/ 758860 h 1830540"/>
                        <a:gd name="connsiteX1733" fmla="*/ 129648 w 3405180"/>
                        <a:gd name="connsiteY1733" fmla="*/ 763617 h 1830540"/>
                        <a:gd name="connsiteX1734" fmla="*/ 124891 w 3405180"/>
                        <a:gd name="connsiteY1734" fmla="*/ 762428 h 1830540"/>
                        <a:gd name="connsiteX1735" fmla="*/ 115375 w 3405180"/>
                        <a:gd name="connsiteY1735" fmla="*/ 762428 h 1830540"/>
                        <a:gd name="connsiteX1736" fmla="*/ 111807 w 3405180"/>
                        <a:gd name="connsiteY1736" fmla="*/ 757670 h 1830540"/>
                        <a:gd name="connsiteX1737" fmla="*/ 107049 w 3405180"/>
                        <a:gd name="connsiteY1737" fmla="*/ 757670 h 1830540"/>
                        <a:gd name="connsiteX1738" fmla="*/ 109428 w 3405180"/>
                        <a:gd name="connsiteY1738" fmla="*/ 761238 h 1830540"/>
                        <a:gd name="connsiteX1739" fmla="*/ 109428 w 3405180"/>
                        <a:gd name="connsiteY1739" fmla="*/ 764807 h 1830540"/>
                        <a:gd name="connsiteX1740" fmla="*/ 105860 w 3405180"/>
                        <a:gd name="connsiteY1740" fmla="*/ 761238 h 1830540"/>
                        <a:gd name="connsiteX1741" fmla="*/ 97534 w 3405180"/>
                        <a:gd name="connsiteY1741" fmla="*/ 762428 h 1830540"/>
                        <a:gd name="connsiteX1742" fmla="*/ 98723 w 3405180"/>
                        <a:gd name="connsiteY1742" fmla="*/ 765996 h 1830540"/>
                        <a:gd name="connsiteX1743" fmla="*/ 97534 w 3405180"/>
                        <a:gd name="connsiteY1743" fmla="*/ 770754 h 1830540"/>
                        <a:gd name="connsiteX1744" fmla="*/ 95155 w 3405180"/>
                        <a:gd name="connsiteY1744" fmla="*/ 774322 h 1830540"/>
                        <a:gd name="connsiteX1745" fmla="*/ 90397 w 3405180"/>
                        <a:gd name="connsiteY1745" fmla="*/ 774322 h 1830540"/>
                        <a:gd name="connsiteX1746" fmla="*/ 96344 w 3405180"/>
                        <a:gd name="connsiteY1746" fmla="*/ 768375 h 1830540"/>
                        <a:gd name="connsiteX1747" fmla="*/ 90397 w 3405180"/>
                        <a:gd name="connsiteY1747" fmla="*/ 764807 h 1830540"/>
                        <a:gd name="connsiteX1748" fmla="*/ 92776 w 3405180"/>
                        <a:gd name="connsiteY1748" fmla="*/ 761238 h 1830540"/>
                        <a:gd name="connsiteX1749" fmla="*/ 90397 w 3405180"/>
                        <a:gd name="connsiteY1749" fmla="*/ 758860 h 1830540"/>
                        <a:gd name="connsiteX1750" fmla="*/ 83260 w 3405180"/>
                        <a:gd name="connsiteY1750" fmla="*/ 767186 h 1830540"/>
                        <a:gd name="connsiteX1751" fmla="*/ 84450 w 3405180"/>
                        <a:gd name="connsiteY1751" fmla="*/ 761238 h 1830540"/>
                        <a:gd name="connsiteX1752" fmla="*/ 79692 w 3405180"/>
                        <a:gd name="connsiteY1752" fmla="*/ 764807 h 1830540"/>
                        <a:gd name="connsiteX1753" fmla="*/ 77313 w 3405180"/>
                        <a:gd name="connsiteY1753" fmla="*/ 760049 h 1830540"/>
                        <a:gd name="connsiteX1754" fmla="*/ 70177 w 3405180"/>
                        <a:gd name="connsiteY1754" fmla="*/ 763617 h 1830540"/>
                        <a:gd name="connsiteX1755" fmla="*/ 67798 w 3405180"/>
                        <a:gd name="connsiteY1755" fmla="*/ 756481 h 1830540"/>
                        <a:gd name="connsiteX1756" fmla="*/ 64229 w 3405180"/>
                        <a:gd name="connsiteY1756" fmla="*/ 760049 h 1830540"/>
                        <a:gd name="connsiteX1757" fmla="*/ 61851 w 3405180"/>
                        <a:gd name="connsiteY1757" fmla="*/ 751723 h 1830540"/>
                        <a:gd name="connsiteX1758" fmla="*/ 64229 w 3405180"/>
                        <a:gd name="connsiteY1758" fmla="*/ 750534 h 1830540"/>
                        <a:gd name="connsiteX1759" fmla="*/ 66608 w 3405180"/>
                        <a:gd name="connsiteY1759" fmla="*/ 748155 h 1830540"/>
                        <a:gd name="connsiteX1760" fmla="*/ 67798 w 3405180"/>
                        <a:gd name="connsiteY1760" fmla="*/ 751723 h 1830540"/>
                        <a:gd name="connsiteX1761" fmla="*/ 71366 w 3405180"/>
                        <a:gd name="connsiteY1761" fmla="*/ 754102 h 1830540"/>
                        <a:gd name="connsiteX1762" fmla="*/ 77313 w 3405180"/>
                        <a:gd name="connsiteY1762" fmla="*/ 752912 h 1830540"/>
                        <a:gd name="connsiteX1763" fmla="*/ 80882 w 3405180"/>
                        <a:gd name="connsiteY1763" fmla="*/ 755291 h 1830540"/>
                        <a:gd name="connsiteX1764" fmla="*/ 85639 w 3405180"/>
                        <a:gd name="connsiteY1764" fmla="*/ 750534 h 1830540"/>
                        <a:gd name="connsiteX1765" fmla="*/ 79692 w 3405180"/>
                        <a:gd name="connsiteY1765" fmla="*/ 745776 h 1830540"/>
                        <a:gd name="connsiteX1766" fmla="*/ 76124 w 3405180"/>
                        <a:gd name="connsiteY1766" fmla="*/ 742207 h 1830540"/>
                        <a:gd name="connsiteX1767" fmla="*/ 71366 w 3405180"/>
                        <a:gd name="connsiteY1767" fmla="*/ 743397 h 1830540"/>
                        <a:gd name="connsiteX1768" fmla="*/ 68987 w 3405180"/>
                        <a:gd name="connsiteY1768" fmla="*/ 738639 h 1830540"/>
                        <a:gd name="connsiteX1769" fmla="*/ 64229 w 3405180"/>
                        <a:gd name="connsiteY1769" fmla="*/ 736260 h 1830540"/>
                        <a:gd name="connsiteX1770" fmla="*/ 57093 w 3405180"/>
                        <a:gd name="connsiteY1770" fmla="*/ 735071 h 1830540"/>
                        <a:gd name="connsiteX1771" fmla="*/ 59472 w 3405180"/>
                        <a:gd name="connsiteY1771" fmla="*/ 742207 h 1830540"/>
                        <a:gd name="connsiteX1772" fmla="*/ 53525 w 3405180"/>
                        <a:gd name="connsiteY1772" fmla="*/ 743397 h 1830540"/>
                        <a:gd name="connsiteX1773" fmla="*/ 57093 w 3405180"/>
                        <a:gd name="connsiteY1773" fmla="*/ 748155 h 1830540"/>
                        <a:gd name="connsiteX1774" fmla="*/ 51146 w 3405180"/>
                        <a:gd name="connsiteY1774" fmla="*/ 749344 h 1830540"/>
                        <a:gd name="connsiteX1775" fmla="*/ 49956 w 3405180"/>
                        <a:gd name="connsiteY1775" fmla="*/ 758860 h 1830540"/>
                        <a:gd name="connsiteX1776" fmla="*/ 46388 w 3405180"/>
                        <a:gd name="connsiteY1776" fmla="*/ 748155 h 1830540"/>
                        <a:gd name="connsiteX1777" fmla="*/ 41630 w 3405180"/>
                        <a:gd name="connsiteY1777" fmla="*/ 746965 h 1830540"/>
                        <a:gd name="connsiteX1778" fmla="*/ 40441 w 3405180"/>
                        <a:gd name="connsiteY1778" fmla="*/ 748155 h 1830540"/>
                        <a:gd name="connsiteX1779" fmla="*/ 40441 w 3405180"/>
                        <a:gd name="connsiteY1779" fmla="*/ 749344 h 1830540"/>
                        <a:gd name="connsiteX1780" fmla="*/ 38062 w 3405180"/>
                        <a:gd name="connsiteY1780" fmla="*/ 755291 h 1830540"/>
                        <a:gd name="connsiteX1781" fmla="*/ 30925 w 3405180"/>
                        <a:gd name="connsiteY1781" fmla="*/ 754102 h 1830540"/>
                        <a:gd name="connsiteX1782" fmla="*/ 27357 w 3405180"/>
                        <a:gd name="connsiteY1782" fmla="*/ 755291 h 1830540"/>
                        <a:gd name="connsiteX1783" fmla="*/ 28546 w 3405180"/>
                        <a:gd name="connsiteY1783" fmla="*/ 762428 h 1830540"/>
                        <a:gd name="connsiteX1784" fmla="*/ 24978 w 3405180"/>
                        <a:gd name="connsiteY1784" fmla="*/ 765996 h 1830540"/>
                        <a:gd name="connsiteX1785" fmla="*/ 19031 w 3405180"/>
                        <a:gd name="connsiteY1785" fmla="*/ 767186 h 1830540"/>
                        <a:gd name="connsiteX1786" fmla="*/ 14273 w 3405180"/>
                        <a:gd name="connsiteY1786" fmla="*/ 770754 h 1830540"/>
                        <a:gd name="connsiteX1787" fmla="*/ 13084 w 3405180"/>
                        <a:gd name="connsiteY1787" fmla="*/ 774322 h 1830540"/>
                        <a:gd name="connsiteX1788" fmla="*/ 13084 w 3405180"/>
                        <a:gd name="connsiteY1788" fmla="*/ 782648 h 1830540"/>
                        <a:gd name="connsiteX1789" fmla="*/ 9516 w 3405180"/>
                        <a:gd name="connsiteY1789" fmla="*/ 782648 h 1830540"/>
                        <a:gd name="connsiteX1790" fmla="*/ 8326 w 3405180"/>
                        <a:gd name="connsiteY1790" fmla="*/ 782648 h 1830540"/>
                        <a:gd name="connsiteX1791" fmla="*/ 7137 w 3405180"/>
                        <a:gd name="connsiteY1791" fmla="*/ 785027 h 1830540"/>
                        <a:gd name="connsiteX1792" fmla="*/ 2379 w 3405180"/>
                        <a:gd name="connsiteY1792" fmla="*/ 786217 h 1830540"/>
                        <a:gd name="connsiteX1793" fmla="*/ 3569 w 3405180"/>
                        <a:gd name="connsiteY1793" fmla="*/ 790974 h 1830540"/>
                        <a:gd name="connsiteX1794" fmla="*/ 1190 w 3405180"/>
                        <a:gd name="connsiteY1794" fmla="*/ 796921 h 1830540"/>
                        <a:gd name="connsiteX1795" fmla="*/ 0 w 3405180"/>
                        <a:gd name="connsiteY1795" fmla="*/ 804058 h 1830540"/>
                        <a:gd name="connsiteX1796" fmla="*/ 3569 w 3405180"/>
                        <a:gd name="connsiteY1796" fmla="*/ 807626 h 1830540"/>
                        <a:gd name="connsiteX1797" fmla="*/ 5947 w 3405180"/>
                        <a:gd name="connsiteY1797" fmla="*/ 812384 h 1830540"/>
                        <a:gd name="connsiteX1798" fmla="*/ 8326 w 3405180"/>
                        <a:gd name="connsiteY1798" fmla="*/ 818331 h 1830540"/>
                        <a:gd name="connsiteX1799" fmla="*/ 19031 w 3405180"/>
                        <a:gd name="connsiteY1799" fmla="*/ 824279 h 1830540"/>
                        <a:gd name="connsiteX1800" fmla="*/ 23789 w 3405180"/>
                        <a:gd name="connsiteY1800" fmla="*/ 832605 h 1830540"/>
                        <a:gd name="connsiteX1801" fmla="*/ 38062 w 3405180"/>
                        <a:gd name="connsiteY1801" fmla="*/ 843309 h 1830540"/>
                        <a:gd name="connsiteX1802" fmla="*/ 36873 w 3405180"/>
                        <a:gd name="connsiteY1802" fmla="*/ 852825 h 1830540"/>
                        <a:gd name="connsiteX1803" fmla="*/ 30925 w 3405180"/>
                        <a:gd name="connsiteY1803" fmla="*/ 864719 h 1830540"/>
                        <a:gd name="connsiteX1804" fmla="*/ 27357 w 3405180"/>
                        <a:gd name="connsiteY1804" fmla="*/ 873045 h 1830540"/>
                        <a:gd name="connsiteX1805" fmla="*/ 34494 w 3405180"/>
                        <a:gd name="connsiteY1805" fmla="*/ 881371 h 1830540"/>
                        <a:gd name="connsiteX1806" fmla="*/ 39252 w 3405180"/>
                        <a:gd name="connsiteY1806" fmla="*/ 895645 h 1830540"/>
                        <a:gd name="connsiteX1807" fmla="*/ 51146 w 3405180"/>
                        <a:gd name="connsiteY1807" fmla="*/ 917054 h 1830540"/>
                        <a:gd name="connsiteX1808" fmla="*/ 55904 w 3405180"/>
                        <a:gd name="connsiteY1808" fmla="*/ 933707 h 1830540"/>
                        <a:gd name="connsiteX1809" fmla="*/ 52335 w 3405180"/>
                        <a:gd name="connsiteY1809" fmla="*/ 936085 h 1830540"/>
                        <a:gd name="connsiteX1810" fmla="*/ 52335 w 3405180"/>
                        <a:gd name="connsiteY1810" fmla="*/ 942033 h 1830540"/>
                        <a:gd name="connsiteX1811" fmla="*/ 51146 w 3405180"/>
                        <a:gd name="connsiteY1811" fmla="*/ 947980 h 1830540"/>
                        <a:gd name="connsiteX1812" fmla="*/ 52335 w 3405180"/>
                        <a:gd name="connsiteY1812" fmla="*/ 955116 h 1830540"/>
                        <a:gd name="connsiteX1813" fmla="*/ 55904 w 3405180"/>
                        <a:gd name="connsiteY1813" fmla="*/ 957495 h 1830540"/>
                        <a:gd name="connsiteX1814" fmla="*/ 52335 w 3405180"/>
                        <a:gd name="connsiteY1814" fmla="*/ 961064 h 1830540"/>
                        <a:gd name="connsiteX1815" fmla="*/ 51146 w 3405180"/>
                        <a:gd name="connsiteY1815" fmla="*/ 968200 h 1830540"/>
                        <a:gd name="connsiteX1816" fmla="*/ 55904 w 3405180"/>
                        <a:gd name="connsiteY1816" fmla="*/ 971768 h 1830540"/>
                        <a:gd name="connsiteX1817" fmla="*/ 60661 w 3405180"/>
                        <a:gd name="connsiteY1817" fmla="*/ 974147 h 1830540"/>
                        <a:gd name="connsiteX1818" fmla="*/ 65419 w 3405180"/>
                        <a:gd name="connsiteY1818" fmla="*/ 974147 h 1830540"/>
                        <a:gd name="connsiteX1819" fmla="*/ 63040 w 3405180"/>
                        <a:gd name="connsiteY1819" fmla="*/ 984852 h 1830540"/>
                        <a:gd name="connsiteX1820" fmla="*/ 66608 w 3405180"/>
                        <a:gd name="connsiteY1820" fmla="*/ 996747 h 1830540"/>
                        <a:gd name="connsiteX1821" fmla="*/ 74935 w 3405180"/>
                        <a:gd name="connsiteY1821" fmla="*/ 1002694 h 1830540"/>
                        <a:gd name="connsiteX1822" fmla="*/ 74935 w 3405180"/>
                        <a:gd name="connsiteY1822" fmla="*/ 1011020 h 1830540"/>
                        <a:gd name="connsiteX1823" fmla="*/ 71366 w 3405180"/>
                        <a:gd name="connsiteY1823" fmla="*/ 1015777 h 1830540"/>
                        <a:gd name="connsiteX1824" fmla="*/ 68987 w 3405180"/>
                        <a:gd name="connsiteY1824" fmla="*/ 1024104 h 1830540"/>
                        <a:gd name="connsiteX1825" fmla="*/ 78503 w 3405180"/>
                        <a:gd name="connsiteY1825" fmla="*/ 1037187 h 1830540"/>
                        <a:gd name="connsiteX1826" fmla="*/ 86829 w 3405180"/>
                        <a:gd name="connsiteY1826" fmla="*/ 1040756 h 1830540"/>
                        <a:gd name="connsiteX1827" fmla="*/ 99912 w 3405180"/>
                        <a:gd name="connsiteY1827" fmla="*/ 1058597 h 1830540"/>
                        <a:gd name="connsiteX1828" fmla="*/ 97534 w 3405180"/>
                        <a:gd name="connsiteY1828" fmla="*/ 1068113 h 1830540"/>
                        <a:gd name="connsiteX1829" fmla="*/ 88018 w 3405180"/>
                        <a:gd name="connsiteY1829" fmla="*/ 1085954 h 1830540"/>
                        <a:gd name="connsiteX1830" fmla="*/ 78503 w 3405180"/>
                        <a:gd name="connsiteY1830" fmla="*/ 1103796 h 1830540"/>
                        <a:gd name="connsiteX1831" fmla="*/ 68987 w 3405180"/>
                        <a:gd name="connsiteY1831" fmla="*/ 1120448 h 1830540"/>
                        <a:gd name="connsiteX1832" fmla="*/ 60661 w 3405180"/>
                        <a:gd name="connsiteY1832" fmla="*/ 1134721 h 1830540"/>
                        <a:gd name="connsiteX1833" fmla="*/ 51146 w 3405180"/>
                        <a:gd name="connsiteY1833" fmla="*/ 1140668 h 1830540"/>
                        <a:gd name="connsiteX1834" fmla="*/ 44009 w 3405180"/>
                        <a:gd name="connsiteY1834" fmla="*/ 1150184 h 1830540"/>
                        <a:gd name="connsiteX1835" fmla="*/ 45199 w 3405180"/>
                        <a:gd name="connsiteY1835" fmla="*/ 1153752 h 1830540"/>
                        <a:gd name="connsiteX1836" fmla="*/ 45199 w 3405180"/>
                        <a:gd name="connsiteY1836" fmla="*/ 1153752 h 1830540"/>
                        <a:gd name="connsiteX1837" fmla="*/ 46388 w 3405180"/>
                        <a:gd name="connsiteY1837" fmla="*/ 1154942 h 1830540"/>
                        <a:gd name="connsiteX1838" fmla="*/ 52335 w 3405180"/>
                        <a:gd name="connsiteY1838" fmla="*/ 1150184 h 1830540"/>
                        <a:gd name="connsiteX1839" fmla="*/ 59472 w 3405180"/>
                        <a:gd name="connsiteY1839" fmla="*/ 1147805 h 1830540"/>
                        <a:gd name="connsiteX1840" fmla="*/ 55904 w 3405180"/>
                        <a:gd name="connsiteY1840" fmla="*/ 1151373 h 1830540"/>
                        <a:gd name="connsiteX1841" fmla="*/ 57093 w 3405180"/>
                        <a:gd name="connsiteY1841" fmla="*/ 1158510 h 1830540"/>
                        <a:gd name="connsiteX1842" fmla="*/ 51146 w 3405180"/>
                        <a:gd name="connsiteY1842" fmla="*/ 1153752 h 1830540"/>
                        <a:gd name="connsiteX1843" fmla="*/ 52335 w 3405180"/>
                        <a:gd name="connsiteY1843" fmla="*/ 1158510 h 1830540"/>
                        <a:gd name="connsiteX1844" fmla="*/ 57093 w 3405180"/>
                        <a:gd name="connsiteY1844" fmla="*/ 1164457 h 1830540"/>
                        <a:gd name="connsiteX1845" fmla="*/ 63040 w 3405180"/>
                        <a:gd name="connsiteY1845" fmla="*/ 1164457 h 1830540"/>
                        <a:gd name="connsiteX1846" fmla="*/ 66608 w 3405180"/>
                        <a:gd name="connsiteY1846" fmla="*/ 1169215 h 1830540"/>
                        <a:gd name="connsiteX1847" fmla="*/ 77313 w 3405180"/>
                        <a:gd name="connsiteY1847" fmla="*/ 1166836 h 1830540"/>
                        <a:gd name="connsiteX1848" fmla="*/ 79692 w 3405180"/>
                        <a:gd name="connsiteY1848" fmla="*/ 1171594 h 1830540"/>
                        <a:gd name="connsiteX1849" fmla="*/ 82071 w 3405180"/>
                        <a:gd name="connsiteY1849" fmla="*/ 1175162 h 1830540"/>
                        <a:gd name="connsiteX1850" fmla="*/ 76124 w 3405180"/>
                        <a:gd name="connsiteY1850" fmla="*/ 1178730 h 1830540"/>
                        <a:gd name="connsiteX1851" fmla="*/ 68987 w 3405180"/>
                        <a:gd name="connsiteY1851" fmla="*/ 1177541 h 1830540"/>
                        <a:gd name="connsiteX1852" fmla="*/ 65419 w 3405180"/>
                        <a:gd name="connsiteY1852" fmla="*/ 1184677 h 1830540"/>
                        <a:gd name="connsiteX1853" fmla="*/ 59472 w 3405180"/>
                        <a:gd name="connsiteY1853" fmla="*/ 1188246 h 1830540"/>
                        <a:gd name="connsiteX1854" fmla="*/ 54714 w 3405180"/>
                        <a:gd name="connsiteY1854" fmla="*/ 1184677 h 1830540"/>
                        <a:gd name="connsiteX1855" fmla="*/ 51146 w 3405180"/>
                        <a:gd name="connsiteY1855" fmla="*/ 1193003 h 1830540"/>
                        <a:gd name="connsiteX1856" fmla="*/ 44009 w 3405180"/>
                        <a:gd name="connsiteY1856" fmla="*/ 1188246 h 1830540"/>
                        <a:gd name="connsiteX1857" fmla="*/ 45199 w 3405180"/>
                        <a:gd name="connsiteY1857" fmla="*/ 1194193 h 1830540"/>
                        <a:gd name="connsiteX1858" fmla="*/ 45199 w 3405180"/>
                        <a:gd name="connsiteY1858" fmla="*/ 1198951 h 1830540"/>
                        <a:gd name="connsiteX1859" fmla="*/ 45199 w 3405180"/>
                        <a:gd name="connsiteY1859" fmla="*/ 1202519 h 1830540"/>
                        <a:gd name="connsiteX1860" fmla="*/ 48767 w 3405180"/>
                        <a:gd name="connsiteY1860" fmla="*/ 1207277 h 1830540"/>
                        <a:gd name="connsiteX1861" fmla="*/ 46388 w 3405180"/>
                        <a:gd name="connsiteY1861" fmla="*/ 1213224 h 1830540"/>
                        <a:gd name="connsiteX1862" fmla="*/ 42820 w 3405180"/>
                        <a:gd name="connsiteY1862" fmla="*/ 1221550 h 1830540"/>
                        <a:gd name="connsiteX1863" fmla="*/ 45199 w 3405180"/>
                        <a:gd name="connsiteY1863" fmla="*/ 1234634 h 1830540"/>
                        <a:gd name="connsiteX1864" fmla="*/ 40441 w 3405180"/>
                        <a:gd name="connsiteY1864" fmla="*/ 1245338 h 1830540"/>
                        <a:gd name="connsiteX1865" fmla="*/ 52335 w 3405180"/>
                        <a:gd name="connsiteY1865" fmla="*/ 1253664 h 1830540"/>
                        <a:gd name="connsiteX1866" fmla="*/ 55904 w 3405180"/>
                        <a:gd name="connsiteY1866" fmla="*/ 1260801 h 1830540"/>
                        <a:gd name="connsiteX1867" fmla="*/ 59472 w 3405180"/>
                        <a:gd name="connsiteY1867" fmla="*/ 1269127 h 1830540"/>
                        <a:gd name="connsiteX1868" fmla="*/ 52335 w 3405180"/>
                        <a:gd name="connsiteY1868" fmla="*/ 1269127 h 1830540"/>
                        <a:gd name="connsiteX1869" fmla="*/ 47577 w 3405180"/>
                        <a:gd name="connsiteY1869" fmla="*/ 1266748 h 1830540"/>
                        <a:gd name="connsiteX1870" fmla="*/ 47577 w 3405180"/>
                        <a:gd name="connsiteY1870" fmla="*/ 1267938 h 1830540"/>
                        <a:gd name="connsiteX1871" fmla="*/ 46388 w 3405180"/>
                        <a:gd name="connsiteY1871" fmla="*/ 1270317 h 1830540"/>
                        <a:gd name="connsiteX1872" fmla="*/ 44009 w 3405180"/>
                        <a:gd name="connsiteY1872" fmla="*/ 1273885 h 1830540"/>
                        <a:gd name="connsiteX1873" fmla="*/ 42820 w 3405180"/>
                        <a:gd name="connsiteY1873" fmla="*/ 1279832 h 1830540"/>
                        <a:gd name="connsiteX1874" fmla="*/ 40441 w 3405180"/>
                        <a:gd name="connsiteY1874" fmla="*/ 1282211 h 1830540"/>
                        <a:gd name="connsiteX1875" fmla="*/ 40441 w 3405180"/>
                        <a:gd name="connsiteY1875" fmla="*/ 1282211 h 1830540"/>
                        <a:gd name="connsiteX1876" fmla="*/ 45199 w 3405180"/>
                        <a:gd name="connsiteY1876" fmla="*/ 1283400 h 1830540"/>
                        <a:gd name="connsiteX1877" fmla="*/ 46388 w 3405180"/>
                        <a:gd name="connsiteY1877" fmla="*/ 1286969 h 1830540"/>
                        <a:gd name="connsiteX1878" fmla="*/ 44009 w 3405180"/>
                        <a:gd name="connsiteY1878" fmla="*/ 1290537 h 1830540"/>
                        <a:gd name="connsiteX1879" fmla="*/ 47577 w 3405180"/>
                        <a:gd name="connsiteY1879" fmla="*/ 1295295 h 1830540"/>
                        <a:gd name="connsiteX1880" fmla="*/ 48767 w 3405180"/>
                        <a:gd name="connsiteY1880" fmla="*/ 1304810 h 1830540"/>
                        <a:gd name="connsiteX1881" fmla="*/ 52335 w 3405180"/>
                        <a:gd name="connsiteY1881" fmla="*/ 1313136 h 1830540"/>
                        <a:gd name="connsiteX1882" fmla="*/ 58282 w 3405180"/>
                        <a:gd name="connsiteY1882" fmla="*/ 1322652 h 1830540"/>
                        <a:gd name="connsiteX1883" fmla="*/ 58282 w 3405180"/>
                        <a:gd name="connsiteY1883" fmla="*/ 1327410 h 1830540"/>
                        <a:gd name="connsiteX1884" fmla="*/ 58282 w 3405180"/>
                        <a:gd name="connsiteY1884" fmla="*/ 1328599 h 1830540"/>
                        <a:gd name="connsiteX1885" fmla="*/ 63040 w 3405180"/>
                        <a:gd name="connsiteY1885" fmla="*/ 1330978 h 1830540"/>
                        <a:gd name="connsiteX1886" fmla="*/ 67798 w 3405180"/>
                        <a:gd name="connsiteY1886" fmla="*/ 1329788 h 1830540"/>
                        <a:gd name="connsiteX1887" fmla="*/ 72556 w 3405180"/>
                        <a:gd name="connsiteY1887" fmla="*/ 1329788 h 1830540"/>
                        <a:gd name="connsiteX1888" fmla="*/ 76124 w 3405180"/>
                        <a:gd name="connsiteY1888" fmla="*/ 1335736 h 1830540"/>
                        <a:gd name="connsiteX1889" fmla="*/ 83260 w 3405180"/>
                        <a:gd name="connsiteY1889" fmla="*/ 1333357 h 1830540"/>
                        <a:gd name="connsiteX1890" fmla="*/ 90397 w 3405180"/>
                        <a:gd name="connsiteY1890" fmla="*/ 1335736 h 1830540"/>
                        <a:gd name="connsiteX1891" fmla="*/ 93965 w 3405180"/>
                        <a:gd name="connsiteY1891" fmla="*/ 1344062 h 1830540"/>
                        <a:gd name="connsiteX1892" fmla="*/ 101102 w 3405180"/>
                        <a:gd name="connsiteY1892" fmla="*/ 1336925 h 1830540"/>
                        <a:gd name="connsiteX1893" fmla="*/ 108239 w 3405180"/>
                        <a:gd name="connsiteY1893" fmla="*/ 1336925 h 1830540"/>
                        <a:gd name="connsiteX1894" fmla="*/ 110618 w 3405180"/>
                        <a:gd name="connsiteY1894" fmla="*/ 1339304 h 1830540"/>
                        <a:gd name="connsiteX1895" fmla="*/ 117754 w 3405180"/>
                        <a:gd name="connsiteY1895" fmla="*/ 1340493 h 1830540"/>
                        <a:gd name="connsiteX1896" fmla="*/ 126080 w 3405180"/>
                        <a:gd name="connsiteY1896" fmla="*/ 1344062 h 1830540"/>
                        <a:gd name="connsiteX1897" fmla="*/ 126080 w 3405180"/>
                        <a:gd name="connsiteY1897" fmla="*/ 1347630 h 1830540"/>
                        <a:gd name="connsiteX1898" fmla="*/ 127270 w 3405180"/>
                        <a:gd name="connsiteY1898" fmla="*/ 1350009 h 1830540"/>
                        <a:gd name="connsiteX1899" fmla="*/ 124891 w 3405180"/>
                        <a:gd name="connsiteY1899" fmla="*/ 1353577 h 1830540"/>
                        <a:gd name="connsiteX1900" fmla="*/ 128459 w 3405180"/>
                        <a:gd name="connsiteY1900" fmla="*/ 1359524 h 1830540"/>
                        <a:gd name="connsiteX1901" fmla="*/ 129648 w 3405180"/>
                        <a:gd name="connsiteY1901" fmla="*/ 1370229 h 1830540"/>
                        <a:gd name="connsiteX1902" fmla="*/ 136785 w 3405180"/>
                        <a:gd name="connsiteY1902" fmla="*/ 1377366 h 1830540"/>
                        <a:gd name="connsiteX1903" fmla="*/ 137975 w 3405180"/>
                        <a:gd name="connsiteY1903" fmla="*/ 1383313 h 1830540"/>
                        <a:gd name="connsiteX1904" fmla="*/ 143922 w 3405180"/>
                        <a:gd name="connsiteY1904" fmla="*/ 1391639 h 1830540"/>
                        <a:gd name="connsiteX1905" fmla="*/ 151058 w 3405180"/>
                        <a:gd name="connsiteY1905" fmla="*/ 1397586 h 1830540"/>
                        <a:gd name="connsiteX1906" fmla="*/ 152248 w 3405180"/>
                        <a:gd name="connsiteY1906" fmla="*/ 1404723 h 1830540"/>
                        <a:gd name="connsiteX1907" fmla="*/ 161763 w 3405180"/>
                        <a:gd name="connsiteY1907" fmla="*/ 1407102 h 1830540"/>
                        <a:gd name="connsiteX1908" fmla="*/ 170089 w 3405180"/>
                        <a:gd name="connsiteY1908" fmla="*/ 1414238 h 1830540"/>
                        <a:gd name="connsiteX1909" fmla="*/ 170089 w 3405180"/>
                        <a:gd name="connsiteY1909" fmla="*/ 1418996 h 1830540"/>
                        <a:gd name="connsiteX1910" fmla="*/ 177226 w 3405180"/>
                        <a:gd name="connsiteY1910" fmla="*/ 1423754 h 1830540"/>
                        <a:gd name="connsiteX1911" fmla="*/ 173658 w 3405180"/>
                        <a:gd name="connsiteY1911" fmla="*/ 1427322 h 1830540"/>
                        <a:gd name="connsiteX1912" fmla="*/ 168900 w 3405180"/>
                        <a:gd name="connsiteY1912" fmla="*/ 1436838 h 1830540"/>
                        <a:gd name="connsiteX1913" fmla="*/ 160574 w 3405180"/>
                        <a:gd name="connsiteY1913" fmla="*/ 1435648 h 1830540"/>
                        <a:gd name="connsiteX1914" fmla="*/ 155816 w 3405180"/>
                        <a:gd name="connsiteY1914" fmla="*/ 1438027 h 1830540"/>
                        <a:gd name="connsiteX1915" fmla="*/ 149869 w 3405180"/>
                        <a:gd name="connsiteY1915" fmla="*/ 1432080 h 1830540"/>
                        <a:gd name="connsiteX1916" fmla="*/ 148679 w 3405180"/>
                        <a:gd name="connsiteY1916" fmla="*/ 1436838 h 1830540"/>
                        <a:gd name="connsiteX1917" fmla="*/ 148679 w 3405180"/>
                        <a:gd name="connsiteY1917" fmla="*/ 1442785 h 1830540"/>
                        <a:gd name="connsiteX1918" fmla="*/ 153437 w 3405180"/>
                        <a:gd name="connsiteY1918" fmla="*/ 1451111 h 1830540"/>
                        <a:gd name="connsiteX1919" fmla="*/ 153437 w 3405180"/>
                        <a:gd name="connsiteY1919" fmla="*/ 1460626 h 1830540"/>
                        <a:gd name="connsiteX1920" fmla="*/ 159384 w 3405180"/>
                        <a:gd name="connsiteY1920" fmla="*/ 1465384 h 1830540"/>
                        <a:gd name="connsiteX1921" fmla="*/ 158195 w 3405180"/>
                        <a:gd name="connsiteY1921" fmla="*/ 1472521 h 1830540"/>
                        <a:gd name="connsiteX1922" fmla="*/ 158195 w 3405180"/>
                        <a:gd name="connsiteY1922" fmla="*/ 1473710 h 1830540"/>
                        <a:gd name="connsiteX1923" fmla="*/ 164142 w 3405180"/>
                        <a:gd name="connsiteY1923" fmla="*/ 1473710 h 1830540"/>
                        <a:gd name="connsiteX1924" fmla="*/ 167710 w 3405180"/>
                        <a:gd name="connsiteY1924" fmla="*/ 1473710 h 1830540"/>
                        <a:gd name="connsiteX1925" fmla="*/ 167710 w 3405180"/>
                        <a:gd name="connsiteY1925" fmla="*/ 1466573 h 1830540"/>
                        <a:gd name="connsiteX1926" fmla="*/ 172468 w 3405180"/>
                        <a:gd name="connsiteY1926" fmla="*/ 1464195 h 1830540"/>
                        <a:gd name="connsiteX1927" fmla="*/ 185552 w 3405180"/>
                        <a:gd name="connsiteY1927" fmla="*/ 1468952 h 1830540"/>
                        <a:gd name="connsiteX1928" fmla="*/ 199825 w 3405180"/>
                        <a:gd name="connsiteY1928" fmla="*/ 1467763 h 1830540"/>
                        <a:gd name="connsiteX1929" fmla="*/ 210530 w 3405180"/>
                        <a:gd name="connsiteY1929" fmla="*/ 1465384 h 1830540"/>
                        <a:gd name="connsiteX1930" fmla="*/ 215288 w 3405180"/>
                        <a:gd name="connsiteY1930" fmla="*/ 1477278 h 1830540"/>
                        <a:gd name="connsiteX1931" fmla="*/ 220045 w 3405180"/>
                        <a:gd name="connsiteY1931" fmla="*/ 1482036 h 1830540"/>
                        <a:gd name="connsiteX1932" fmla="*/ 217667 w 3405180"/>
                        <a:gd name="connsiteY1932" fmla="*/ 1489173 h 1830540"/>
                        <a:gd name="connsiteX1933" fmla="*/ 225993 w 3405180"/>
                        <a:gd name="connsiteY1933" fmla="*/ 1497499 h 1830540"/>
                        <a:gd name="connsiteX1934" fmla="*/ 240266 w 3405180"/>
                        <a:gd name="connsiteY1934" fmla="*/ 1496309 h 1830540"/>
                        <a:gd name="connsiteX1935" fmla="*/ 245024 w 3405180"/>
                        <a:gd name="connsiteY1935" fmla="*/ 1501067 h 1830540"/>
                        <a:gd name="connsiteX1936" fmla="*/ 245024 w 3405180"/>
                        <a:gd name="connsiteY1936" fmla="*/ 1505825 h 1830540"/>
                        <a:gd name="connsiteX1937" fmla="*/ 249781 w 3405180"/>
                        <a:gd name="connsiteY1937" fmla="*/ 1505825 h 1830540"/>
                        <a:gd name="connsiteX1938" fmla="*/ 249781 w 3405180"/>
                        <a:gd name="connsiteY1938" fmla="*/ 1512961 h 1830540"/>
                        <a:gd name="connsiteX1939" fmla="*/ 254539 w 3405180"/>
                        <a:gd name="connsiteY1939" fmla="*/ 1520098 h 1830540"/>
                        <a:gd name="connsiteX1940" fmla="*/ 261676 w 3405180"/>
                        <a:gd name="connsiteY1940" fmla="*/ 1528424 h 1830540"/>
                        <a:gd name="connsiteX1941" fmla="*/ 265244 w 3405180"/>
                        <a:gd name="connsiteY1941" fmla="*/ 1531992 h 1830540"/>
                        <a:gd name="connsiteX1942" fmla="*/ 271191 w 3405180"/>
                        <a:gd name="connsiteY1942" fmla="*/ 1527235 h 1830540"/>
                        <a:gd name="connsiteX1943" fmla="*/ 278328 w 3405180"/>
                        <a:gd name="connsiteY1943" fmla="*/ 1530803 h 1830540"/>
                        <a:gd name="connsiteX1944" fmla="*/ 283086 w 3405180"/>
                        <a:gd name="connsiteY1944" fmla="*/ 1528424 h 1830540"/>
                        <a:gd name="connsiteX1945" fmla="*/ 287843 w 3405180"/>
                        <a:gd name="connsiteY1945" fmla="*/ 1529614 h 1830540"/>
                        <a:gd name="connsiteX1946" fmla="*/ 300927 w 3405180"/>
                        <a:gd name="connsiteY1946" fmla="*/ 1523666 h 1830540"/>
                        <a:gd name="connsiteX1947" fmla="*/ 305685 w 3405180"/>
                        <a:gd name="connsiteY1947" fmla="*/ 1531992 h 1830540"/>
                        <a:gd name="connsiteX1948" fmla="*/ 306874 w 3405180"/>
                        <a:gd name="connsiteY1948" fmla="*/ 1536750 h 1830540"/>
                        <a:gd name="connsiteX1949" fmla="*/ 314011 w 3405180"/>
                        <a:gd name="connsiteY1949" fmla="*/ 1540318 h 1830540"/>
                        <a:gd name="connsiteX1950" fmla="*/ 318769 w 3405180"/>
                        <a:gd name="connsiteY1950" fmla="*/ 1545076 h 1830540"/>
                        <a:gd name="connsiteX1951" fmla="*/ 322337 w 3405180"/>
                        <a:gd name="connsiteY1951" fmla="*/ 1542697 h 1830540"/>
                        <a:gd name="connsiteX1952" fmla="*/ 328284 w 3405180"/>
                        <a:gd name="connsiteY1952" fmla="*/ 1545076 h 1830540"/>
                        <a:gd name="connsiteX1953" fmla="*/ 336610 w 3405180"/>
                        <a:gd name="connsiteY1953" fmla="*/ 1545076 h 1830540"/>
                        <a:gd name="connsiteX1954" fmla="*/ 342558 w 3405180"/>
                        <a:gd name="connsiteY1954" fmla="*/ 1548644 h 1830540"/>
                        <a:gd name="connsiteX1955" fmla="*/ 349694 w 3405180"/>
                        <a:gd name="connsiteY1955" fmla="*/ 1547455 h 1830540"/>
                        <a:gd name="connsiteX1956" fmla="*/ 355641 w 3405180"/>
                        <a:gd name="connsiteY1956" fmla="*/ 1551023 h 1830540"/>
                        <a:gd name="connsiteX1957" fmla="*/ 361588 w 3405180"/>
                        <a:gd name="connsiteY1957" fmla="*/ 1553402 h 1830540"/>
                        <a:gd name="connsiteX1958" fmla="*/ 367535 w 3405180"/>
                        <a:gd name="connsiteY1958" fmla="*/ 1549834 h 1830540"/>
                        <a:gd name="connsiteX1959" fmla="*/ 369914 w 3405180"/>
                        <a:gd name="connsiteY1959" fmla="*/ 1554592 h 1830540"/>
                        <a:gd name="connsiteX1960" fmla="*/ 374672 w 3405180"/>
                        <a:gd name="connsiteY1960" fmla="*/ 1558160 h 1830540"/>
                        <a:gd name="connsiteX1961" fmla="*/ 374672 w 3405180"/>
                        <a:gd name="connsiteY1961" fmla="*/ 1564107 h 1830540"/>
                        <a:gd name="connsiteX1962" fmla="*/ 372293 w 3405180"/>
                        <a:gd name="connsiteY1962" fmla="*/ 1566486 h 1830540"/>
                        <a:gd name="connsiteX1963" fmla="*/ 369914 w 3405180"/>
                        <a:gd name="connsiteY1963" fmla="*/ 1570054 h 1830540"/>
                        <a:gd name="connsiteX1964" fmla="*/ 365157 w 3405180"/>
                        <a:gd name="connsiteY1964" fmla="*/ 1570054 h 1830540"/>
                        <a:gd name="connsiteX1965" fmla="*/ 365157 w 3405180"/>
                        <a:gd name="connsiteY1965" fmla="*/ 1581949 h 1830540"/>
                        <a:gd name="connsiteX1966" fmla="*/ 372293 w 3405180"/>
                        <a:gd name="connsiteY1966" fmla="*/ 1590275 h 1830540"/>
                        <a:gd name="connsiteX1967" fmla="*/ 368725 w 3405180"/>
                        <a:gd name="connsiteY1967" fmla="*/ 1600980 h 1830540"/>
                        <a:gd name="connsiteX1968" fmla="*/ 369914 w 3405180"/>
                        <a:gd name="connsiteY1968" fmla="*/ 1609306 h 1830540"/>
                        <a:gd name="connsiteX1969" fmla="*/ 366346 w 3405180"/>
                        <a:gd name="connsiteY1969" fmla="*/ 1611684 h 1830540"/>
                        <a:gd name="connsiteX1970" fmla="*/ 363967 w 3405180"/>
                        <a:gd name="connsiteY1970" fmla="*/ 1614063 h 1830540"/>
                        <a:gd name="connsiteX1971" fmla="*/ 353262 w 3405180"/>
                        <a:gd name="connsiteY1971" fmla="*/ 1614063 h 1830540"/>
                        <a:gd name="connsiteX1972" fmla="*/ 349694 w 3405180"/>
                        <a:gd name="connsiteY1972" fmla="*/ 1621200 h 1830540"/>
                        <a:gd name="connsiteX1973" fmla="*/ 343747 w 3405180"/>
                        <a:gd name="connsiteY1973" fmla="*/ 1625958 h 1830540"/>
                        <a:gd name="connsiteX1974" fmla="*/ 342558 w 3405180"/>
                        <a:gd name="connsiteY1974" fmla="*/ 1633094 h 1830540"/>
                        <a:gd name="connsiteX1975" fmla="*/ 343747 w 3405180"/>
                        <a:gd name="connsiteY1975" fmla="*/ 1636663 h 1830540"/>
                        <a:gd name="connsiteX1976" fmla="*/ 344936 w 3405180"/>
                        <a:gd name="connsiteY1976" fmla="*/ 1636663 h 1830540"/>
                        <a:gd name="connsiteX1977" fmla="*/ 344936 w 3405180"/>
                        <a:gd name="connsiteY1977" fmla="*/ 1636663 h 1830540"/>
                        <a:gd name="connsiteX1978" fmla="*/ 347315 w 3405180"/>
                        <a:gd name="connsiteY1978" fmla="*/ 1636663 h 1830540"/>
                        <a:gd name="connsiteX1979" fmla="*/ 352073 w 3405180"/>
                        <a:gd name="connsiteY1979" fmla="*/ 1636663 h 1830540"/>
                        <a:gd name="connsiteX1980" fmla="*/ 356831 w 3405180"/>
                        <a:gd name="connsiteY1980" fmla="*/ 1631905 h 1830540"/>
                        <a:gd name="connsiteX1981" fmla="*/ 362778 w 3405180"/>
                        <a:gd name="connsiteY1981" fmla="*/ 1634284 h 1830540"/>
                        <a:gd name="connsiteX1982" fmla="*/ 361588 w 3405180"/>
                        <a:gd name="connsiteY1982" fmla="*/ 1637852 h 1830540"/>
                        <a:gd name="connsiteX1983" fmla="*/ 352073 w 3405180"/>
                        <a:gd name="connsiteY1983" fmla="*/ 1642610 h 1830540"/>
                        <a:gd name="connsiteX1984" fmla="*/ 343747 w 3405180"/>
                        <a:gd name="connsiteY1984" fmla="*/ 1650936 h 1830540"/>
                        <a:gd name="connsiteX1985" fmla="*/ 347315 w 3405180"/>
                        <a:gd name="connsiteY1985" fmla="*/ 1654504 h 1830540"/>
                        <a:gd name="connsiteX1986" fmla="*/ 337799 w 3405180"/>
                        <a:gd name="connsiteY1986" fmla="*/ 1654504 h 1830540"/>
                        <a:gd name="connsiteX1987" fmla="*/ 330663 w 3405180"/>
                        <a:gd name="connsiteY1987" fmla="*/ 1655694 h 1830540"/>
                        <a:gd name="connsiteX1988" fmla="*/ 333042 w 3405180"/>
                        <a:gd name="connsiteY1988" fmla="*/ 1660451 h 1830540"/>
                        <a:gd name="connsiteX1989" fmla="*/ 335421 w 3405180"/>
                        <a:gd name="connsiteY1989" fmla="*/ 1666399 h 1830540"/>
                        <a:gd name="connsiteX1990" fmla="*/ 341368 w 3405180"/>
                        <a:gd name="connsiteY1990" fmla="*/ 1665209 h 1830540"/>
                        <a:gd name="connsiteX1991" fmla="*/ 343747 w 3405180"/>
                        <a:gd name="connsiteY1991" fmla="*/ 1668777 h 1830540"/>
                        <a:gd name="connsiteX1992" fmla="*/ 347315 w 3405180"/>
                        <a:gd name="connsiteY1992" fmla="*/ 1671156 h 1830540"/>
                        <a:gd name="connsiteX1993" fmla="*/ 342558 w 3405180"/>
                        <a:gd name="connsiteY1993" fmla="*/ 1671156 h 1830540"/>
                        <a:gd name="connsiteX1994" fmla="*/ 337799 w 3405180"/>
                        <a:gd name="connsiteY1994" fmla="*/ 1675914 h 1830540"/>
                        <a:gd name="connsiteX1995" fmla="*/ 333042 w 3405180"/>
                        <a:gd name="connsiteY1995" fmla="*/ 1675914 h 1830540"/>
                        <a:gd name="connsiteX1996" fmla="*/ 330663 w 3405180"/>
                        <a:gd name="connsiteY1996" fmla="*/ 1681861 h 1830540"/>
                        <a:gd name="connsiteX1997" fmla="*/ 327095 w 3405180"/>
                        <a:gd name="connsiteY1997" fmla="*/ 1684240 h 1830540"/>
                        <a:gd name="connsiteX1998" fmla="*/ 329474 w 3405180"/>
                        <a:gd name="connsiteY1998" fmla="*/ 1691377 h 1830540"/>
                        <a:gd name="connsiteX1999" fmla="*/ 329474 w 3405180"/>
                        <a:gd name="connsiteY1999" fmla="*/ 1698513 h 1830540"/>
                        <a:gd name="connsiteX2000" fmla="*/ 322337 w 3405180"/>
                        <a:gd name="connsiteY2000" fmla="*/ 1698513 h 1830540"/>
                        <a:gd name="connsiteX2001" fmla="*/ 319958 w 3405180"/>
                        <a:gd name="connsiteY2001" fmla="*/ 1694945 h 1830540"/>
                        <a:gd name="connsiteX2002" fmla="*/ 315200 w 3405180"/>
                        <a:gd name="connsiteY2002" fmla="*/ 1693755 h 1830540"/>
                        <a:gd name="connsiteX2003" fmla="*/ 315200 w 3405180"/>
                        <a:gd name="connsiteY2003" fmla="*/ 1697324 h 1830540"/>
                        <a:gd name="connsiteX2004" fmla="*/ 316390 w 3405180"/>
                        <a:gd name="connsiteY2004" fmla="*/ 1699703 h 1830540"/>
                        <a:gd name="connsiteX2005" fmla="*/ 311632 w 3405180"/>
                        <a:gd name="connsiteY2005" fmla="*/ 1702082 h 1830540"/>
                        <a:gd name="connsiteX2006" fmla="*/ 311632 w 3405180"/>
                        <a:gd name="connsiteY2006" fmla="*/ 1704460 h 1830540"/>
                        <a:gd name="connsiteX2007" fmla="*/ 321147 w 3405180"/>
                        <a:gd name="connsiteY2007" fmla="*/ 1705650 h 1830540"/>
                        <a:gd name="connsiteX2008" fmla="*/ 324716 w 3405180"/>
                        <a:gd name="connsiteY2008" fmla="*/ 1710408 h 1830540"/>
                        <a:gd name="connsiteX2009" fmla="*/ 327095 w 3405180"/>
                        <a:gd name="connsiteY2009" fmla="*/ 1712786 h 1830540"/>
                        <a:gd name="connsiteX2010" fmla="*/ 330663 w 3405180"/>
                        <a:gd name="connsiteY2010" fmla="*/ 1718734 h 1830540"/>
                        <a:gd name="connsiteX2011" fmla="*/ 344936 w 3405180"/>
                        <a:gd name="connsiteY2011" fmla="*/ 1718734 h 1830540"/>
                        <a:gd name="connsiteX2012" fmla="*/ 352073 w 3405180"/>
                        <a:gd name="connsiteY2012" fmla="*/ 1725870 h 1830540"/>
                        <a:gd name="connsiteX2013" fmla="*/ 360399 w 3405180"/>
                        <a:gd name="connsiteY2013" fmla="*/ 1727060 h 1830540"/>
                        <a:gd name="connsiteX2014" fmla="*/ 375862 w 3405180"/>
                        <a:gd name="connsiteY2014" fmla="*/ 1740144 h 1830540"/>
                        <a:gd name="connsiteX2015" fmla="*/ 378241 w 3405180"/>
                        <a:gd name="connsiteY2015" fmla="*/ 1744901 h 1830540"/>
                        <a:gd name="connsiteX2016" fmla="*/ 382998 w 3405180"/>
                        <a:gd name="connsiteY2016" fmla="*/ 1746091 h 1830540"/>
                        <a:gd name="connsiteX2017" fmla="*/ 384188 w 3405180"/>
                        <a:gd name="connsiteY2017" fmla="*/ 1750848 h 1830540"/>
                        <a:gd name="connsiteX2018" fmla="*/ 392514 w 3405180"/>
                        <a:gd name="connsiteY2018" fmla="*/ 1753227 h 1830540"/>
                        <a:gd name="connsiteX2019" fmla="*/ 393703 w 3405180"/>
                        <a:gd name="connsiteY2019" fmla="*/ 1756796 h 1830540"/>
                        <a:gd name="connsiteX2020" fmla="*/ 402029 w 3405180"/>
                        <a:gd name="connsiteY2020" fmla="*/ 1759174 h 1830540"/>
                        <a:gd name="connsiteX2021" fmla="*/ 404408 w 3405180"/>
                        <a:gd name="connsiteY2021" fmla="*/ 1763932 h 1830540"/>
                        <a:gd name="connsiteX2022" fmla="*/ 412734 w 3405180"/>
                        <a:gd name="connsiteY2022" fmla="*/ 1767501 h 1830540"/>
                        <a:gd name="connsiteX2023" fmla="*/ 416302 w 3405180"/>
                        <a:gd name="connsiteY2023" fmla="*/ 1765122 h 1830540"/>
                        <a:gd name="connsiteX2024" fmla="*/ 422249 w 3405180"/>
                        <a:gd name="connsiteY2024" fmla="*/ 1772258 h 1830540"/>
                        <a:gd name="connsiteX2025" fmla="*/ 423439 w 3405180"/>
                        <a:gd name="connsiteY2025" fmla="*/ 1775827 h 1830540"/>
                        <a:gd name="connsiteX2026" fmla="*/ 430576 w 3405180"/>
                        <a:gd name="connsiteY2026" fmla="*/ 1775827 h 1830540"/>
                        <a:gd name="connsiteX2027" fmla="*/ 431765 w 3405180"/>
                        <a:gd name="connsiteY2027" fmla="*/ 1780584 h 1830540"/>
                        <a:gd name="connsiteX2028" fmla="*/ 438901 w 3405180"/>
                        <a:gd name="connsiteY2028" fmla="*/ 1787721 h 1830540"/>
                        <a:gd name="connsiteX2029" fmla="*/ 438901 w 3405180"/>
                        <a:gd name="connsiteY2029" fmla="*/ 1798426 h 1830540"/>
                        <a:gd name="connsiteX2030" fmla="*/ 443659 w 3405180"/>
                        <a:gd name="connsiteY2030" fmla="*/ 1805562 h 1830540"/>
                        <a:gd name="connsiteX2031" fmla="*/ 441280 w 3405180"/>
                        <a:gd name="connsiteY2031" fmla="*/ 1810320 h 1830540"/>
                        <a:gd name="connsiteX2032" fmla="*/ 442470 w 3405180"/>
                        <a:gd name="connsiteY2032" fmla="*/ 1816267 h 1830540"/>
                        <a:gd name="connsiteX2033" fmla="*/ 442470 w 3405180"/>
                        <a:gd name="connsiteY2033" fmla="*/ 1816267 h 1830540"/>
                        <a:gd name="connsiteX2034" fmla="*/ 442470 w 3405180"/>
                        <a:gd name="connsiteY2034" fmla="*/ 1816267 h 1830540"/>
                        <a:gd name="connsiteX2035" fmla="*/ 446038 w 3405180"/>
                        <a:gd name="connsiteY2035" fmla="*/ 1817457 h 1830540"/>
                        <a:gd name="connsiteX2036" fmla="*/ 448417 w 3405180"/>
                        <a:gd name="connsiteY2036" fmla="*/ 1822214 h 1830540"/>
                        <a:gd name="connsiteX2037" fmla="*/ 453175 w 3405180"/>
                        <a:gd name="connsiteY2037" fmla="*/ 1818646 h 1830540"/>
                        <a:gd name="connsiteX2038" fmla="*/ 456743 w 3405180"/>
                        <a:gd name="connsiteY2038" fmla="*/ 1821025 h 1830540"/>
                        <a:gd name="connsiteX2039" fmla="*/ 462690 w 3405180"/>
                        <a:gd name="connsiteY2039" fmla="*/ 1817457 h 1830540"/>
                        <a:gd name="connsiteX2040" fmla="*/ 469827 w 3405180"/>
                        <a:gd name="connsiteY2040" fmla="*/ 1818646 h 1830540"/>
                        <a:gd name="connsiteX2041" fmla="*/ 475774 w 3405180"/>
                        <a:gd name="connsiteY2041" fmla="*/ 1823404 h 1830540"/>
                        <a:gd name="connsiteX2042" fmla="*/ 482911 w 3405180"/>
                        <a:gd name="connsiteY2042" fmla="*/ 1828162 h 1830540"/>
                        <a:gd name="connsiteX2043" fmla="*/ 484100 w 3405180"/>
                        <a:gd name="connsiteY2043" fmla="*/ 1828162 h 1830540"/>
                        <a:gd name="connsiteX2044" fmla="*/ 490047 w 3405180"/>
                        <a:gd name="connsiteY2044" fmla="*/ 1826972 h 1830540"/>
                        <a:gd name="connsiteX2045" fmla="*/ 499563 w 3405180"/>
                        <a:gd name="connsiteY2045" fmla="*/ 1824593 h 1830540"/>
                        <a:gd name="connsiteX2046" fmla="*/ 504320 w 3405180"/>
                        <a:gd name="connsiteY2046" fmla="*/ 1823404 h 1830540"/>
                        <a:gd name="connsiteX2047" fmla="*/ 509078 w 3405180"/>
                        <a:gd name="connsiteY2047" fmla="*/ 1824593 h 1830540"/>
                        <a:gd name="connsiteX2048" fmla="*/ 523351 w 3405180"/>
                        <a:gd name="connsiteY2048" fmla="*/ 1824593 h 1830540"/>
                        <a:gd name="connsiteX2049" fmla="*/ 524541 w 3405180"/>
                        <a:gd name="connsiteY2049" fmla="*/ 1824593 h 1830540"/>
                        <a:gd name="connsiteX2050" fmla="*/ 524541 w 3405180"/>
                        <a:gd name="connsiteY2050" fmla="*/ 1821025 h 1830540"/>
                        <a:gd name="connsiteX2051" fmla="*/ 531678 w 3405180"/>
                        <a:gd name="connsiteY2051" fmla="*/ 1818646 h 1830540"/>
                        <a:gd name="connsiteX2052" fmla="*/ 537625 w 3405180"/>
                        <a:gd name="connsiteY2052" fmla="*/ 1818646 h 1830540"/>
                        <a:gd name="connsiteX2053" fmla="*/ 549519 w 3405180"/>
                        <a:gd name="connsiteY2053" fmla="*/ 1825783 h 1830540"/>
                        <a:gd name="connsiteX2054" fmla="*/ 562603 w 3405180"/>
                        <a:gd name="connsiteY2054" fmla="*/ 1826972 h 1830540"/>
                        <a:gd name="connsiteX2055" fmla="*/ 567361 w 3405180"/>
                        <a:gd name="connsiteY2055" fmla="*/ 1830540 h 1830540"/>
                        <a:gd name="connsiteX2056" fmla="*/ 568550 w 3405180"/>
                        <a:gd name="connsiteY2056" fmla="*/ 1821025 h 1830540"/>
                        <a:gd name="connsiteX2057" fmla="*/ 559034 w 3405180"/>
                        <a:gd name="connsiteY2057" fmla="*/ 1811510 h 1830540"/>
                        <a:gd name="connsiteX2058" fmla="*/ 562603 w 3405180"/>
                        <a:gd name="connsiteY2058" fmla="*/ 1803184 h 1830540"/>
                        <a:gd name="connsiteX2059" fmla="*/ 573308 w 3405180"/>
                        <a:gd name="connsiteY2059" fmla="*/ 1806752 h 1830540"/>
                        <a:gd name="connsiteX2060" fmla="*/ 582823 w 3405180"/>
                        <a:gd name="connsiteY2060" fmla="*/ 1815078 h 1830540"/>
                        <a:gd name="connsiteX2061" fmla="*/ 586392 w 3405180"/>
                        <a:gd name="connsiteY2061" fmla="*/ 1821025 h 1830540"/>
                        <a:gd name="connsiteX2062" fmla="*/ 595907 w 3405180"/>
                        <a:gd name="connsiteY2062" fmla="*/ 1821025 h 1830540"/>
                        <a:gd name="connsiteX2063" fmla="*/ 600665 w 3405180"/>
                        <a:gd name="connsiteY2063" fmla="*/ 1817457 h 1830540"/>
                        <a:gd name="connsiteX2064" fmla="*/ 612559 w 3405180"/>
                        <a:gd name="connsiteY2064" fmla="*/ 1806752 h 1830540"/>
                        <a:gd name="connsiteX2065" fmla="*/ 613749 w 3405180"/>
                        <a:gd name="connsiteY2065" fmla="*/ 1803184 h 1830540"/>
                        <a:gd name="connsiteX2066" fmla="*/ 613749 w 3405180"/>
                        <a:gd name="connsiteY2066" fmla="*/ 1801994 h 1830540"/>
                        <a:gd name="connsiteX2067" fmla="*/ 595907 w 3405180"/>
                        <a:gd name="connsiteY2067" fmla="*/ 1787721 h 1830540"/>
                        <a:gd name="connsiteX2068" fmla="*/ 587581 w 3405180"/>
                        <a:gd name="connsiteY2068" fmla="*/ 1777016 h 1830540"/>
                        <a:gd name="connsiteX2069" fmla="*/ 586392 w 3405180"/>
                        <a:gd name="connsiteY2069" fmla="*/ 1769879 h 1830540"/>
                        <a:gd name="connsiteX2070" fmla="*/ 582823 w 3405180"/>
                        <a:gd name="connsiteY2070" fmla="*/ 1765122 h 1830540"/>
                        <a:gd name="connsiteX2071" fmla="*/ 580445 w 3405180"/>
                        <a:gd name="connsiteY2071" fmla="*/ 1753227 h 1830540"/>
                        <a:gd name="connsiteX2072" fmla="*/ 576876 w 3405180"/>
                        <a:gd name="connsiteY2072" fmla="*/ 1750848 h 1830540"/>
                        <a:gd name="connsiteX2073" fmla="*/ 581634 w 3405180"/>
                        <a:gd name="connsiteY2073" fmla="*/ 1749659 h 1830540"/>
                        <a:gd name="connsiteX2074" fmla="*/ 581634 w 3405180"/>
                        <a:gd name="connsiteY2074" fmla="*/ 1744901 h 1830540"/>
                        <a:gd name="connsiteX2075" fmla="*/ 584013 w 3405180"/>
                        <a:gd name="connsiteY2075" fmla="*/ 1740144 h 1830540"/>
                        <a:gd name="connsiteX2076" fmla="*/ 579255 w 3405180"/>
                        <a:gd name="connsiteY2076" fmla="*/ 1740144 h 1830540"/>
                        <a:gd name="connsiteX2077" fmla="*/ 576876 w 3405180"/>
                        <a:gd name="connsiteY2077" fmla="*/ 1743712 h 1830540"/>
                        <a:gd name="connsiteX2078" fmla="*/ 574497 w 3405180"/>
                        <a:gd name="connsiteY2078" fmla="*/ 1740144 h 1830540"/>
                        <a:gd name="connsiteX2079" fmla="*/ 572118 w 3405180"/>
                        <a:gd name="connsiteY2079" fmla="*/ 1736575 h 1830540"/>
                        <a:gd name="connsiteX2080" fmla="*/ 572118 w 3405180"/>
                        <a:gd name="connsiteY2080" fmla="*/ 1729438 h 1830540"/>
                        <a:gd name="connsiteX2081" fmla="*/ 566171 w 3405180"/>
                        <a:gd name="connsiteY2081" fmla="*/ 1729438 h 1830540"/>
                        <a:gd name="connsiteX2082" fmla="*/ 563792 w 3405180"/>
                        <a:gd name="connsiteY2082" fmla="*/ 1724681 h 1830540"/>
                        <a:gd name="connsiteX2083" fmla="*/ 557845 w 3405180"/>
                        <a:gd name="connsiteY2083" fmla="*/ 1727060 h 1830540"/>
                        <a:gd name="connsiteX2084" fmla="*/ 556656 w 3405180"/>
                        <a:gd name="connsiteY2084" fmla="*/ 1721112 h 1830540"/>
                        <a:gd name="connsiteX2085" fmla="*/ 555466 w 3405180"/>
                        <a:gd name="connsiteY2085" fmla="*/ 1713976 h 1830540"/>
                        <a:gd name="connsiteX2086" fmla="*/ 561413 w 3405180"/>
                        <a:gd name="connsiteY2086" fmla="*/ 1710408 h 1830540"/>
                        <a:gd name="connsiteX2087" fmla="*/ 560224 w 3405180"/>
                        <a:gd name="connsiteY2087" fmla="*/ 1699703 h 1830540"/>
                        <a:gd name="connsiteX2088" fmla="*/ 563792 w 3405180"/>
                        <a:gd name="connsiteY2088" fmla="*/ 1696134 h 1830540"/>
                        <a:gd name="connsiteX2089" fmla="*/ 566171 w 3405180"/>
                        <a:gd name="connsiteY2089" fmla="*/ 1691377 h 1830540"/>
                        <a:gd name="connsiteX2090" fmla="*/ 568550 w 3405180"/>
                        <a:gd name="connsiteY2090" fmla="*/ 1688998 h 1830540"/>
                        <a:gd name="connsiteX2091" fmla="*/ 569739 w 3405180"/>
                        <a:gd name="connsiteY2091" fmla="*/ 1684240 h 1830540"/>
                        <a:gd name="connsiteX2092" fmla="*/ 572118 w 3405180"/>
                        <a:gd name="connsiteY2092" fmla="*/ 1678293 h 1830540"/>
                        <a:gd name="connsiteX2093" fmla="*/ 575686 w 3405180"/>
                        <a:gd name="connsiteY2093" fmla="*/ 1681861 h 1830540"/>
                        <a:gd name="connsiteX2094" fmla="*/ 580445 w 3405180"/>
                        <a:gd name="connsiteY2094" fmla="*/ 1678293 h 1830540"/>
                        <a:gd name="connsiteX2095" fmla="*/ 582823 w 3405180"/>
                        <a:gd name="connsiteY2095" fmla="*/ 1679482 h 1830540"/>
                        <a:gd name="connsiteX2096" fmla="*/ 587581 w 3405180"/>
                        <a:gd name="connsiteY2096" fmla="*/ 1677103 h 1830540"/>
                        <a:gd name="connsiteX2097" fmla="*/ 591149 w 3405180"/>
                        <a:gd name="connsiteY2097" fmla="*/ 1677103 h 1830540"/>
                        <a:gd name="connsiteX2098" fmla="*/ 586392 w 3405180"/>
                        <a:gd name="connsiteY2098" fmla="*/ 1671156 h 1830540"/>
                        <a:gd name="connsiteX2099" fmla="*/ 591149 w 3405180"/>
                        <a:gd name="connsiteY2099" fmla="*/ 1671156 h 1830540"/>
                        <a:gd name="connsiteX2100" fmla="*/ 595907 w 3405180"/>
                        <a:gd name="connsiteY2100" fmla="*/ 1669967 h 1830540"/>
                        <a:gd name="connsiteX2101" fmla="*/ 598286 w 3405180"/>
                        <a:gd name="connsiteY2101" fmla="*/ 1672346 h 1830540"/>
                        <a:gd name="connsiteX2102" fmla="*/ 600665 w 3405180"/>
                        <a:gd name="connsiteY2102" fmla="*/ 1668777 h 1830540"/>
                        <a:gd name="connsiteX2103" fmla="*/ 597097 w 3405180"/>
                        <a:gd name="connsiteY2103" fmla="*/ 1665209 h 1830540"/>
                        <a:gd name="connsiteX2104" fmla="*/ 591149 w 3405180"/>
                        <a:gd name="connsiteY2104" fmla="*/ 1661641 h 1830540"/>
                        <a:gd name="connsiteX2105" fmla="*/ 598286 w 3405180"/>
                        <a:gd name="connsiteY2105" fmla="*/ 1662830 h 1830540"/>
                        <a:gd name="connsiteX2106" fmla="*/ 604233 w 3405180"/>
                        <a:gd name="connsiteY2106" fmla="*/ 1662830 h 1830540"/>
                        <a:gd name="connsiteX2107" fmla="*/ 603044 w 3405180"/>
                        <a:gd name="connsiteY2107" fmla="*/ 1659262 h 1830540"/>
                        <a:gd name="connsiteX2108" fmla="*/ 604233 w 3405180"/>
                        <a:gd name="connsiteY2108" fmla="*/ 1656883 h 1830540"/>
                        <a:gd name="connsiteX2109" fmla="*/ 604233 w 3405180"/>
                        <a:gd name="connsiteY2109" fmla="*/ 1654504 h 1830540"/>
                        <a:gd name="connsiteX2110" fmla="*/ 605422 w 3405180"/>
                        <a:gd name="connsiteY2110" fmla="*/ 1652125 h 1830540"/>
                        <a:gd name="connsiteX2111" fmla="*/ 606612 w 3405180"/>
                        <a:gd name="connsiteY2111" fmla="*/ 1652125 h 1830540"/>
                        <a:gd name="connsiteX2112" fmla="*/ 608991 w 3405180"/>
                        <a:gd name="connsiteY2112" fmla="*/ 1650936 h 1830540"/>
                        <a:gd name="connsiteX2113" fmla="*/ 608991 w 3405180"/>
                        <a:gd name="connsiteY2113" fmla="*/ 1650936 h 1830540"/>
                        <a:gd name="connsiteX2114" fmla="*/ 607801 w 3405180"/>
                        <a:gd name="connsiteY2114" fmla="*/ 1647368 h 1830540"/>
                        <a:gd name="connsiteX2115" fmla="*/ 600665 w 3405180"/>
                        <a:gd name="connsiteY2115" fmla="*/ 1643799 h 1830540"/>
                        <a:gd name="connsiteX2116" fmla="*/ 593528 w 3405180"/>
                        <a:gd name="connsiteY2116" fmla="*/ 1646178 h 1830540"/>
                        <a:gd name="connsiteX2117" fmla="*/ 588770 w 3405180"/>
                        <a:gd name="connsiteY2117" fmla="*/ 1642610 h 1830540"/>
                        <a:gd name="connsiteX2118" fmla="*/ 585202 w 3405180"/>
                        <a:gd name="connsiteY2118" fmla="*/ 1637852 h 1830540"/>
                        <a:gd name="connsiteX2119" fmla="*/ 595907 w 3405180"/>
                        <a:gd name="connsiteY2119" fmla="*/ 1635473 h 1830540"/>
                        <a:gd name="connsiteX2120" fmla="*/ 586392 w 3405180"/>
                        <a:gd name="connsiteY2120" fmla="*/ 1620010 h 1830540"/>
                        <a:gd name="connsiteX2121" fmla="*/ 573308 w 3405180"/>
                        <a:gd name="connsiteY2121" fmla="*/ 1606927 h 1830540"/>
                        <a:gd name="connsiteX2122" fmla="*/ 566171 w 3405180"/>
                        <a:gd name="connsiteY2122" fmla="*/ 1605737 h 1830540"/>
                        <a:gd name="connsiteX2123" fmla="*/ 556656 w 3405180"/>
                        <a:gd name="connsiteY2123" fmla="*/ 1603358 h 1830540"/>
                        <a:gd name="connsiteX2124" fmla="*/ 553087 w 3405180"/>
                        <a:gd name="connsiteY2124" fmla="*/ 1606927 h 1830540"/>
                        <a:gd name="connsiteX2125" fmla="*/ 547140 w 3405180"/>
                        <a:gd name="connsiteY2125" fmla="*/ 1598601 h 1830540"/>
                        <a:gd name="connsiteX2126" fmla="*/ 545951 w 3405180"/>
                        <a:gd name="connsiteY2126" fmla="*/ 1591464 h 1830540"/>
                        <a:gd name="connsiteX2127" fmla="*/ 532867 w 3405180"/>
                        <a:gd name="connsiteY2127" fmla="*/ 1583138 h 1830540"/>
                        <a:gd name="connsiteX2128" fmla="*/ 538814 w 3405180"/>
                        <a:gd name="connsiteY2128" fmla="*/ 1570054 h 1830540"/>
                        <a:gd name="connsiteX2129" fmla="*/ 538814 w 3405180"/>
                        <a:gd name="connsiteY2129" fmla="*/ 1556970 h 1830540"/>
                        <a:gd name="connsiteX2130" fmla="*/ 534056 w 3405180"/>
                        <a:gd name="connsiteY2130" fmla="*/ 1547455 h 1830540"/>
                        <a:gd name="connsiteX2131" fmla="*/ 535246 w 3405180"/>
                        <a:gd name="connsiteY2131" fmla="*/ 1542697 h 1830540"/>
                        <a:gd name="connsiteX2132" fmla="*/ 541193 w 3405180"/>
                        <a:gd name="connsiteY2132" fmla="*/ 1537940 h 1830540"/>
                        <a:gd name="connsiteX2133" fmla="*/ 545951 w 3405180"/>
                        <a:gd name="connsiteY2133" fmla="*/ 1530803 h 1830540"/>
                        <a:gd name="connsiteX2134" fmla="*/ 547140 w 3405180"/>
                        <a:gd name="connsiteY2134" fmla="*/ 1523666 h 1830540"/>
                        <a:gd name="connsiteX2135" fmla="*/ 550709 w 3405180"/>
                        <a:gd name="connsiteY2135" fmla="*/ 1522477 h 1830540"/>
                        <a:gd name="connsiteX2136" fmla="*/ 557845 w 3405180"/>
                        <a:gd name="connsiteY2136" fmla="*/ 1529614 h 1830540"/>
                        <a:gd name="connsiteX2137" fmla="*/ 564982 w 3405180"/>
                        <a:gd name="connsiteY2137" fmla="*/ 1536750 h 1830540"/>
                        <a:gd name="connsiteX2138" fmla="*/ 566171 w 3405180"/>
                        <a:gd name="connsiteY2138" fmla="*/ 1540318 h 1830540"/>
                        <a:gd name="connsiteX2139" fmla="*/ 573308 w 3405180"/>
                        <a:gd name="connsiteY2139" fmla="*/ 1545076 h 1830540"/>
                        <a:gd name="connsiteX2140" fmla="*/ 580445 w 3405180"/>
                        <a:gd name="connsiteY2140" fmla="*/ 1542697 h 1830540"/>
                        <a:gd name="connsiteX2141" fmla="*/ 579255 w 3405180"/>
                        <a:gd name="connsiteY2141" fmla="*/ 1535561 h 1830540"/>
                        <a:gd name="connsiteX2142" fmla="*/ 581634 w 3405180"/>
                        <a:gd name="connsiteY2142" fmla="*/ 1530803 h 1830540"/>
                        <a:gd name="connsiteX2143" fmla="*/ 579255 w 3405180"/>
                        <a:gd name="connsiteY2143" fmla="*/ 1521287 h 1830540"/>
                        <a:gd name="connsiteX2144" fmla="*/ 576876 w 3405180"/>
                        <a:gd name="connsiteY2144" fmla="*/ 1512961 h 1830540"/>
                        <a:gd name="connsiteX2145" fmla="*/ 593528 w 3405180"/>
                        <a:gd name="connsiteY2145" fmla="*/ 1510583 h 1830540"/>
                        <a:gd name="connsiteX2146" fmla="*/ 593528 w 3405180"/>
                        <a:gd name="connsiteY2146" fmla="*/ 1503446 h 1830540"/>
                        <a:gd name="connsiteX2147" fmla="*/ 591149 w 3405180"/>
                        <a:gd name="connsiteY2147" fmla="*/ 1495120 h 1830540"/>
                        <a:gd name="connsiteX2148" fmla="*/ 600665 w 3405180"/>
                        <a:gd name="connsiteY2148" fmla="*/ 1489173 h 1830540"/>
                        <a:gd name="connsiteX2149" fmla="*/ 605422 w 3405180"/>
                        <a:gd name="connsiteY2149" fmla="*/ 1489173 h 1830540"/>
                        <a:gd name="connsiteX2150" fmla="*/ 605422 w 3405180"/>
                        <a:gd name="connsiteY2150" fmla="*/ 1480847 h 1830540"/>
                        <a:gd name="connsiteX2151" fmla="*/ 610180 w 3405180"/>
                        <a:gd name="connsiteY2151" fmla="*/ 1478468 h 1830540"/>
                        <a:gd name="connsiteX2152" fmla="*/ 614938 w 3405180"/>
                        <a:gd name="connsiteY2152" fmla="*/ 1479657 h 1830540"/>
                        <a:gd name="connsiteX2153" fmla="*/ 617317 w 3405180"/>
                        <a:gd name="connsiteY2153" fmla="*/ 1466573 h 1830540"/>
                        <a:gd name="connsiteX2154" fmla="*/ 623264 w 3405180"/>
                        <a:gd name="connsiteY2154" fmla="*/ 1470142 h 1830540"/>
                        <a:gd name="connsiteX2155" fmla="*/ 629211 w 3405180"/>
                        <a:gd name="connsiteY2155" fmla="*/ 1473710 h 1830540"/>
                        <a:gd name="connsiteX2156" fmla="*/ 625643 w 3405180"/>
                        <a:gd name="connsiteY2156" fmla="*/ 1478468 h 1830540"/>
                        <a:gd name="connsiteX2157" fmla="*/ 628022 w 3405180"/>
                        <a:gd name="connsiteY2157" fmla="*/ 1483225 h 1830540"/>
                        <a:gd name="connsiteX2158" fmla="*/ 630401 w 3405180"/>
                        <a:gd name="connsiteY2158" fmla="*/ 1480847 h 1830540"/>
                        <a:gd name="connsiteX2159" fmla="*/ 632780 w 3405180"/>
                        <a:gd name="connsiteY2159" fmla="*/ 1477278 h 1830540"/>
                        <a:gd name="connsiteX2160" fmla="*/ 636348 w 3405180"/>
                        <a:gd name="connsiteY2160" fmla="*/ 1473710 h 1830540"/>
                        <a:gd name="connsiteX2161" fmla="*/ 638727 w 3405180"/>
                        <a:gd name="connsiteY2161" fmla="*/ 1477278 h 1830540"/>
                        <a:gd name="connsiteX2162" fmla="*/ 643484 w 3405180"/>
                        <a:gd name="connsiteY2162" fmla="*/ 1471331 h 1830540"/>
                        <a:gd name="connsiteX2163" fmla="*/ 648242 w 3405180"/>
                        <a:gd name="connsiteY2163" fmla="*/ 1470142 h 1830540"/>
                        <a:gd name="connsiteX2164" fmla="*/ 650621 w 3405180"/>
                        <a:gd name="connsiteY2164" fmla="*/ 1466573 h 1830540"/>
                        <a:gd name="connsiteX2165" fmla="*/ 656568 w 3405180"/>
                        <a:gd name="connsiteY2165" fmla="*/ 1467763 h 1830540"/>
                        <a:gd name="connsiteX2166" fmla="*/ 660136 w 3405180"/>
                        <a:gd name="connsiteY2166" fmla="*/ 1474899 h 1830540"/>
                        <a:gd name="connsiteX2167" fmla="*/ 667273 w 3405180"/>
                        <a:gd name="connsiteY2167" fmla="*/ 1477278 h 1830540"/>
                        <a:gd name="connsiteX2168" fmla="*/ 676788 w 3405180"/>
                        <a:gd name="connsiteY2168" fmla="*/ 1474899 h 1830540"/>
                        <a:gd name="connsiteX2169" fmla="*/ 679167 w 3405180"/>
                        <a:gd name="connsiteY2169" fmla="*/ 1478468 h 1830540"/>
                        <a:gd name="connsiteX2170" fmla="*/ 685115 w 3405180"/>
                        <a:gd name="connsiteY2170" fmla="*/ 1480847 h 1830540"/>
                        <a:gd name="connsiteX2171" fmla="*/ 687494 w 3405180"/>
                        <a:gd name="connsiteY2171" fmla="*/ 1485604 h 1830540"/>
                        <a:gd name="connsiteX2172" fmla="*/ 695820 w 3405180"/>
                        <a:gd name="connsiteY2172" fmla="*/ 1486794 h 1830540"/>
                        <a:gd name="connsiteX2173" fmla="*/ 701767 w 3405180"/>
                        <a:gd name="connsiteY2173" fmla="*/ 1493930 h 1830540"/>
                        <a:gd name="connsiteX2174" fmla="*/ 710093 w 3405180"/>
                        <a:gd name="connsiteY2174" fmla="*/ 1497499 h 1830540"/>
                        <a:gd name="connsiteX2175" fmla="*/ 712472 w 3405180"/>
                        <a:gd name="connsiteY2175" fmla="*/ 1507014 h 1830540"/>
                        <a:gd name="connsiteX2176" fmla="*/ 717230 w 3405180"/>
                        <a:gd name="connsiteY2176" fmla="*/ 1501067 h 1830540"/>
                        <a:gd name="connsiteX2177" fmla="*/ 718419 w 3405180"/>
                        <a:gd name="connsiteY2177" fmla="*/ 1493930 h 1830540"/>
                        <a:gd name="connsiteX2178" fmla="*/ 723177 w 3405180"/>
                        <a:gd name="connsiteY2178" fmla="*/ 1492741 h 1830540"/>
                        <a:gd name="connsiteX2179" fmla="*/ 726745 w 3405180"/>
                        <a:gd name="connsiteY2179" fmla="*/ 1497499 h 1830540"/>
                        <a:gd name="connsiteX2180" fmla="*/ 736260 w 3405180"/>
                        <a:gd name="connsiteY2180" fmla="*/ 1499878 h 1830540"/>
                        <a:gd name="connsiteX2181" fmla="*/ 738639 w 3405180"/>
                        <a:gd name="connsiteY2181" fmla="*/ 1504635 h 1830540"/>
                        <a:gd name="connsiteX2182" fmla="*/ 749344 w 3405180"/>
                        <a:gd name="connsiteY2182" fmla="*/ 1498688 h 1830540"/>
                        <a:gd name="connsiteX2183" fmla="*/ 749344 w 3405180"/>
                        <a:gd name="connsiteY2183" fmla="*/ 1490362 h 1830540"/>
                        <a:gd name="connsiteX2184" fmla="*/ 754102 w 3405180"/>
                        <a:gd name="connsiteY2184" fmla="*/ 1490362 h 1830540"/>
                        <a:gd name="connsiteX2185" fmla="*/ 755291 w 3405180"/>
                        <a:gd name="connsiteY2185" fmla="*/ 1485604 h 1830540"/>
                        <a:gd name="connsiteX2186" fmla="*/ 760049 w 3405180"/>
                        <a:gd name="connsiteY2186" fmla="*/ 1484415 h 1830540"/>
                        <a:gd name="connsiteX2187" fmla="*/ 761238 w 3405180"/>
                        <a:gd name="connsiteY2187" fmla="*/ 1487983 h 1830540"/>
                        <a:gd name="connsiteX2188" fmla="*/ 765996 w 3405180"/>
                        <a:gd name="connsiteY2188" fmla="*/ 1483225 h 1830540"/>
                        <a:gd name="connsiteX2189" fmla="*/ 773133 w 3405180"/>
                        <a:gd name="connsiteY2189" fmla="*/ 1484415 h 1830540"/>
                        <a:gd name="connsiteX2190" fmla="*/ 780269 w 3405180"/>
                        <a:gd name="connsiteY2190" fmla="*/ 1492741 h 1830540"/>
                        <a:gd name="connsiteX2191" fmla="*/ 787406 w 3405180"/>
                        <a:gd name="connsiteY2191" fmla="*/ 1491551 h 1830540"/>
                        <a:gd name="connsiteX2192" fmla="*/ 787406 w 3405180"/>
                        <a:gd name="connsiteY2192" fmla="*/ 1484415 h 1830540"/>
                        <a:gd name="connsiteX2193" fmla="*/ 796921 w 3405180"/>
                        <a:gd name="connsiteY2193" fmla="*/ 1484415 h 1830540"/>
                        <a:gd name="connsiteX2194" fmla="*/ 800490 w 3405180"/>
                        <a:gd name="connsiteY2194" fmla="*/ 1482036 h 1830540"/>
                        <a:gd name="connsiteX2195" fmla="*/ 810005 w 3405180"/>
                        <a:gd name="connsiteY2195" fmla="*/ 1486794 h 1830540"/>
                        <a:gd name="connsiteX2196" fmla="*/ 804058 w 3405180"/>
                        <a:gd name="connsiteY2196" fmla="*/ 1491551 h 1830540"/>
                        <a:gd name="connsiteX2197" fmla="*/ 811195 w 3405180"/>
                        <a:gd name="connsiteY2197" fmla="*/ 1499878 h 1830540"/>
                        <a:gd name="connsiteX2198" fmla="*/ 818332 w 3405180"/>
                        <a:gd name="connsiteY2198" fmla="*/ 1498688 h 1830540"/>
                        <a:gd name="connsiteX2199" fmla="*/ 824279 w 3405180"/>
                        <a:gd name="connsiteY2199" fmla="*/ 1499878 h 1830540"/>
                        <a:gd name="connsiteX2200" fmla="*/ 830226 w 3405180"/>
                        <a:gd name="connsiteY2200" fmla="*/ 1498688 h 1830540"/>
                        <a:gd name="connsiteX2201" fmla="*/ 839741 w 3405180"/>
                        <a:gd name="connsiteY2201" fmla="*/ 1503446 h 1830540"/>
                        <a:gd name="connsiteX2202" fmla="*/ 845688 w 3405180"/>
                        <a:gd name="connsiteY2202" fmla="*/ 1499878 h 1830540"/>
                        <a:gd name="connsiteX2203" fmla="*/ 849257 w 3405180"/>
                        <a:gd name="connsiteY2203" fmla="*/ 1490362 h 1830540"/>
                        <a:gd name="connsiteX2204" fmla="*/ 859962 w 3405180"/>
                        <a:gd name="connsiteY2204" fmla="*/ 1496309 h 1830540"/>
                        <a:gd name="connsiteX2205" fmla="*/ 873045 w 3405180"/>
                        <a:gd name="connsiteY2205" fmla="*/ 1493930 h 1830540"/>
                        <a:gd name="connsiteX2206" fmla="*/ 875424 w 3405180"/>
                        <a:gd name="connsiteY2206" fmla="*/ 1486794 h 1830540"/>
                        <a:gd name="connsiteX2207" fmla="*/ 873045 w 3405180"/>
                        <a:gd name="connsiteY2207" fmla="*/ 1467763 h 1830540"/>
                        <a:gd name="connsiteX2208" fmla="*/ 862340 w 3405180"/>
                        <a:gd name="connsiteY2208" fmla="*/ 1466573 h 1830540"/>
                        <a:gd name="connsiteX2209" fmla="*/ 857583 w 3405180"/>
                        <a:gd name="connsiteY2209" fmla="*/ 1459437 h 1830540"/>
                        <a:gd name="connsiteX2210" fmla="*/ 851636 w 3405180"/>
                        <a:gd name="connsiteY2210" fmla="*/ 1458247 h 1830540"/>
                        <a:gd name="connsiteX2211" fmla="*/ 849257 w 3405180"/>
                        <a:gd name="connsiteY2211" fmla="*/ 1455868 h 1830540"/>
                        <a:gd name="connsiteX2212" fmla="*/ 843309 w 3405180"/>
                        <a:gd name="connsiteY2212" fmla="*/ 1455868 h 1830540"/>
                        <a:gd name="connsiteX2213" fmla="*/ 842120 w 3405180"/>
                        <a:gd name="connsiteY2213" fmla="*/ 1447542 h 1830540"/>
                        <a:gd name="connsiteX2214" fmla="*/ 848067 w 3405180"/>
                        <a:gd name="connsiteY2214" fmla="*/ 1447542 h 1830540"/>
                        <a:gd name="connsiteX2215" fmla="*/ 848067 w 3405180"/>
                        <a:gd name="connsiteY2215" fmla="*/ 1441595 h 1830540"/>
                        <a:gd name="connsiteX2216" fmla="*/ 850446 w 3405180"/>
                        <a:gd name="connsiteY2216" fmla="*/ 1436838 h 1830540"/>
                        <a:gd name="connsiteX2217" fmla="*/ 846878 w 3405180"/>
                        <a:gd name="connsiteY2217" fmla="*/ 1430890 h 1830540"/>
                        <a:gd name="connsiteX2218" fmla="*/ 848067 w 3405180"/>
                        <a:gd name="connsiteY2218" fmla="*/ 1423754 h 1830540"/>
                        <a:gd name="connsiteX2219" fmla="*/ 852825 w 3405180"/>
                        <a:gd name="connsiteY2219" fmla="*/ 1418996 h 1830540"/>
                        <a:gd name="connsiteX2220" fmla="*/ 859962 w 3405180"/>
                        <a:gd name="connsiteY2220" fmla="*/ 1413049 h 1830540"/>
                        <a:gd name="connsiteX2221" fmla="*/ 875424 w 3405180"/>
                        <a:gd name="connsiteY2221" fmla="*/ 1411859 h 1830540"/>
                        <a:gd name="connsiteX2222" fmla="*/ 873045 w 3405180"/>
                        <a:gd name="connsiteY2222" fmla="*/ 1405912 h 1830540"/>
                        <a:gd name="connsiteX2223" fmla="*/ 867098 w 3405180"/>
                        <a:gd name="connsiteY2223" fmla="*/ 1402344 h 1830540"/>
                        <a:gd name="connsiteX2224" fmla="*/ 862340 w 3405180"/>
                        <a:gd name="connsiteY2224" fmla="*/ 1399965 h 1830540"/>
                        <a:gd name="connsiteX2225" fmla="*/ 857583 w 3405180"/>
                        <a:gd name="connsiteY2225" fmla="*/ 1403533 h 1830540"/>
                        <a:gd name="connsiteX2226" fmla="*/ 854015 w 3405180"/>
                        <a:gd name="connsiteY2226" fmla="*/ 1401155 h 1830540"/>
                        <a:gd name="connsiteX2227" fmla="*/ 846878 w 3405180"/>
                        <a:gd name="connsiteY2227" fmla="*/ 1399965 h 1830540"/>
                        <a:gd name="connsiteX2228" fmla="*/ 850446 w 3405180"/>
                        <a:gd name="connsiteY2228" fmla="*/ 1395207 h 1830540"/>
                        <a:gd name="connsiteX2229" fmla="*/ 857583 w 3405180"/>
                        <a:gd name="connsiteY2229" fmla="*/ 1394018 h 1830540"/>
                        <a:gd name="connsiteX2230" fmla="*/ 854015 w 3405180"/>
                        <a:gd name="connsiteY2230" fmla="*/ 1390450 h 1830540"/>
                        <a:gd name="connsiteX2231" fmla="*/ 845688 w 3405180"/>
                        <a:gd name="connsiteY2231" fmla="*/ 1388071 h 1830540"/>
                        <a:gd name="connsiteX2232" fmla="*/ 846878 w 3405180"/>
                        <a:gd name="connsiteY2232" fmla="*/ 1379745 h 1830540"/>
                        <a:gd name="connsiteX2233" fmla="*/ 852825 w 3405180"/>
                        <a:gd name="connsiteY2233" fmla="*/ 1378555 h 1830540"/>
                        <a:gd name="connsiteX2234" fmla="*/ 857583 w 3405180"/>
                        <a:gd name="connsiteY2234" fmla="*/ 1374987 h 1830540"/>
                        <a:gd name="connsiteX2235" fmla="*/ 859962 w 3405180"/>
                        <a:gd name="connsiteY2235" fmla="*/ 1377366 h 1830540"/>
                        <a:gd name="connsiteX2236" fmla="*/ 867098 w 3405180"/>
                        <a:gd name="connsiteY2236" fmla="*/ 1378555 h 1830540"/>
                        <a:gd name="connsiteX2237" fmla="*/ 870667 w 3405180"/>
                        <a:gd name="connsiteY2237" fmla="*/ 1380934 h 1830540"/>
                        <a:gd name="connsiteX2238" fmla="*/ 873045 w 3405180"/>
                        <a:gd name="connsiteY2238" fmla="*/ 1374987 h 1830540"/>
                        <a:gd name="connsiteX2239" fmla="*/ 877803 w 3405180"/>
                        <a:gd name="connsiteY2239" fmla="*/ 1373797 h 1830540"/>
                        <a:gd name="connsiteX2240" fmla="*/ 883750 w 3405180"/>
                        <a:gd name="connsiteY2240" fmla="*/ 1377366 h 1830540"/>
                        <a:gd name="connsiteX2241" fmla="*/ 887319 w 3405180"/>
                        <a:gd name="connsiteY2241" fmla="*/ 1371419 h 1830540"/>
                        <a:gd name="connsiteX2242" fmla="*/ 899213 w 3405180"/>
                        <a:gd name="connsiteY2242" fmla="*/ 1369040 h 1830540"/>
                        <a:gd name="connsiteX2243" fmla="*/ 914675 w 3405180"/>
                        <a:gd name="connsiteY2243" fmla="*/ 1365471 h 1830540"/>
                        <a:gd name="connsiteX2244" fmla="*/ 923002 w 3405180"/>
                        <a:gd name="connsiteY2244" fmla="*/ 1358335 h 1830540"/>
                        <a:gd name="connsiteX2245" fmla="*/ 931328 w 3405180"/>
                        <a:gd name="connsiteY2245" fmla="*/ 1358335 h 1830540"/>
                        <a:gd name="connsiteX2246" fmla="*/ 937275 w 3405180"/>
                        <a:gd name="connsiteY2246" fmla="*/ 1353577 h 1830540"/>
                        <a:gd name="connsiteX2247" fmla="*/ 943222 w 3405180"/>
                        <a:gd name="connsiteY2247" fmla="*/ 1355956 h 1830540"/>
                        <a:gd name="connsiteX2248" fmla="*/ 943222 w 3405180"/>
                        <a:gd name="connsiteY2248" fmla="*/ 1347630 h 1830540"/>
                        <a:gd name="connsiteX2249" fmla="*/ 951548 w 3405180"/>
                        <a:gd name="connsiteY2249" fmla="*/ 1346440 h 1830540"/>
                        <a:gd name="connsiteX2250" fmla="*/ 956306 w 3405180"/>
                        <a:gd name="connsiteY2250" fmla="*/ 1342872 h 1830540"/>
                        <a:gd name="connsiteX2251" fmla="*/ 962253 w 3405180"/>
                        <a:gd name="connsiteY2251" fmla="*/ 1345251 h 1830540"/>
                        <a:gd name="connsiteX2252" fmla="*/ 976526 w 3405180"/>
                        <a:gd name="connsiteY2252" fmla="*/ 1339304 h 1830540"/>
                        <a:gd name="connsiteX2253" fmla="*/ 989610 w 3405180"/>
                        <a:gd name="connsiteY2253" fmla="*/ 1332167 h 1830540"/>
                        <a:gd name="connsiteX2254" fmla="*/ 1000315 w 3405180"/>
                        <a:gd name="connsiteY2254" fmla="*/ 1327410 h 1830540"/>
                        <a:gd name="connsiteX2255" fmla="*/ 1008641 w 3405180"/>
                        <a:gd name="connsiteY2255" fmla="*/ 1325031 h 1830540"/>
                        <a:gd name="connsiteX2256" fmla="*/ 1007452 w 3405180"/>
                        <a:gd name="connsiteY2256" fmla="*/ 1316705 h 1830540"/>
                        <a:gd name="connsiteX2257" fmla="*/ 1016967 w 3405180"/>
                        <a:gd name="connsiteY2257" fmla="*/ 1315515 h 1830540"/>
                        <a:gd name="connsiteX2258" fmla="*/ 1021725 w 3405180"/>
                        <a:gd name="connsiteY2258" fmla="*/ 1307189 h 1830540"/>
                        <a:gd name="connsiteX2259" fmla="*/ 1034808 w 3405180"/>
                        <a:gd name="connsiteY2259" fmla="*/ 1309568 h 1830540"/>
                        <a:gd name="connsiteX2260" fmla="*/ 1047892 w 3405180"/>
                        <a:gd name="connsiteY2260" fmla="*/ 1310757 h 1830540"/>
                        <a:gd name="connsiteX2261" fmla="*/ 1056219 w 3405180"/>
                        <a:gd name="connsiteY2261" fmla="*/ 1313136 h 1830540"/>
                        <a:gd name="connsiteX2262" fmla="*/ 1066923 w 3405180"/>
                        <a:gd name="connsiteY2262" fmla="*/ 1311947 h 1830540"/>
                        <a:gd name="connsiteX2263" fmla="*/ 1068113 w 3405180"/>
                        <a:gd name="connsiteY2263" fmla="*/ 1316705 h 1830540"/>
                        <a:gd name="connsiteX2264" fmla="*/ 1072871 w 3405180"/>
                        <a:gd name="connsiteY2264" fmla="*/ 1321462 h 1830540"/>
                        <a:gd name="connsiteX2265" fmla="*/ 1075249 w 3405180"/>
                        <a:gd name="connsiteY2265" fmla="*/ 1326220 h 1830540"/>
                        <a:gd name="connsiteX2266" fmla="*/ 1081196 w 3405180"/>
                        <a:gd name="connsiteY2266" fmla="*/ 1330978 h 1830540"/>
                        <a:gd name="connsiteX2267" fmla="*/ 1078818 w 3405180"/>
                        <a:gd name="connsiteY2267" fmla="*/ 1338114 h 1830540"/>
                        <a:gd name="connsiteX2268" fmla="*/ 1080007 w 3405180"/>
                        <a:gd name="connsiteY2268" fmla="*/ 1344062 h 1830540"/>
                        <a:gd name="connsiteX2269" fmla="*/ 1075249 w 3405180"/>
                        <a:gd name="connsiteY2269" fmla="*/ 1346440 h 1830540"/>
                        <a:gd name="connsiteX2270" fmla="*/ 1080007 w 3405180"/>
                        <a:gd name="connsiteY2270" fmla="*/ 1352388 h 1830540"/>
                        <a:gd name="connsiteX2271" fmla="*/ 1087144 w 3405180"/>
                        <a:gd name="connsiteY2271" fmla="*/ 1348819 h 1830540"/>
                        <a:gd name="connsiteX2272" fmla="*/ 1091902 w 3405180"/>
                        <a:gd name="connsiteY2272" fmla="*/ 1352388 h 1830540"/>
                        <a:gd name="connsiteX2273" fmla="*/ 1096659 w 3405180"/>
                        <a:gd name="connsiteY2273" fmla="*/ 1344062 h 1830540"/>
                        <a:gd name="connsiteX2274" fmla="*/ 1100227 w 3405180"/>
                        <a:gd name="connsiteY2274" fmla="*/ 1348819 h 1830540"/>
                        <a:gd name="connsiteX2275" fmla="*/ 1101417 w 3405180"/>
                        <a:gd name="connsiteY2275" fmla="*/ 1338114 h 1830540"/>
                        <a:gd name="connsiteX2276" fmla="*/ 1112122 w 3405180"/>
                        <a:gd name="connsiteY2276" fmla="*/ 1345251 h 1830540"/>
                        <a:gd name="connsiteX2277" fmla="*/ 1112122 w 3405180"/>
                        <a:gd name="connsiteY2277" fmla="*/ 1354766 h 1830540"/>
                        <a:gd name="connsiteX2278" fmla="*/ 1119258 w 3405180"/>
                        <a:gd name="connsiteY2278" fmla="*/ 1360714 h 1830540"/>
                        <a:gd name="connsiteX2279" fmla="*/ 1121637 w 3405180"/>
                        <a:gd name="connsiteY2279" fmla="*/ 1357145 h 1830540"/>
                        <a:gd name="connsiteX2280" fmla="*/ 1119258 w 3405180"/>
                        <a:gd name="connsiteY2280" fmla="*/ 1351198 h 1830540"/>
                        <a:gd name="connsiteX2281" fmla="*/ 1128774 w 3405180"/>
                        <a:gd name="connsiteY2281" fmla="*/ 1352388 h 1830540"/>
                        <a:gd name="connsiteX2282" fmla="*/ 1134721 w 3405180"/>
                        <a:gd name="connsiteY2282" fmla="*/ 1353577 h 1830540"/>
                        <a:gd name="connsiteX2283" fmla="*/ 1140668 w 3405180"/>
                        <a:gd name="connsiteY2283" fmla="*/ 1351198 h 1830540"/>
                        <a:gd name="connsiteX2284" fmla="*/ 1138289 w 3405180"/>
                        <a:gd name="connsiteY2284" fmla="*/ 1358335 h 1830540"/>
                        <a:gd name="connsiteX2285" fmla="*/ 1137100 w 3405180"/>
                        <a:gd name="connsiteY2285" fmla="*/ 1367850 h 1830540"/>
                        <a:gd name="connsiteX2286" fmla="*/ 1141858 w 3405180"/>
                        <a:gd name="connsiteY2286" fmla="*/ 1372608 h 1830540"/>
                        <a:gd name="connsiteX2287" fmla="*/ 1151373 w 3405180"/>
                        <a:gd name="connsiteY2287" fmla="*/ 1366661 h 1830540"/>
                        <a:gd name="connsiteX2288" fmla="*/ 1168025 w 3405180"/>
                        <a:gd name="connsiteY2288" fmla="*/ 1369040 h 1830540"/>
                        <a:gd name="connsiteX2289" fmla="*/ 1170404 w 3405180"/>
                        <a:gd name="connsiteY2289" fmla="*/ 1360714 h 1830540"/>
                        <a:gd name="connsiteX2290" fmla="*/ 1184677 w 3405180"/>
                        <a:gd name="connsiteY2290" fmla="*/ 1355956 h 1830540"/>
                        <a:gd name="connsiteX2291" fmla="*/ 1195383 w 3405180"/>
                        <a:gd name="connsiteY2291" fmla="*/ 1341683 h 1830540"/>
                        <a:gd name="connsiteX2292" fmla="*/ 1204898 w 3405180"/>
                        <a:gd name="connsiteY2292" fmla="*/ 1335736 h 1830540"/>
                        <a:gd name="connsiteX2293" fmla="*/ 1214413 w 3405180"/>
                        <a:gd name="connsiteY2293" fmla="*/ 1330978 h 1830540"/>
                        <a:gd name="connsiteX2294" fmla="*/ 1221550 w 3405180"/>
                        <a:gd name="connsiteY2294" fmla="*/ 1332167 h 1830540"/>
                        <a:gd name="connsiteX2295" fmla="*/ 1219171 w 3405180"/>
                        <a:gd name="connsiteY2295" fmla="*/ 1339304 h 1830540"/>
                        <a:gd name="connsiteX2296" fmla="*/ 1214413 w 3405180"/>
                        <a:gd name="connsiteY2296" fmla="*/ 1341683 h 1830540"/>
                        <a:gd name="connsiteX2297" fmla="*/ 1219171 w 3405180"/>
                        <a:gd name="connsiteY2297" fmla="*/ 1348819 h 1830540"/>
                        <a:gd name="connsiteX2298" fmla="*/ 1264370 w 3405180"/>
                        <a:gd name="connsiteY2298" fmla="*/ 1382123 h 1830540"/>
                        <a:gd name="connsiteX2299" fmla="*/ 1326220 w 3405180"/>
                        <a:gd name="connsiteY2299" fmla="*/ 1460626 h 1830540"/>
                        <a:gd name="connsiteX2300" fmla="*/ 1336925 w 3405180"/>
                        <a:gd name="connsiteY2300" fmla="*/ 1455868 h 1830540"/>
                        <a:gd name="connsiteX2301" fmla="*/ 1339304 w 3405180"/>
                        <a:gd name="connsiteY2301" fmla="*/ 1443974 h 1830540"/>
                        <a:gd name="connsiteX2302" fmla="*/ 1347630 w 3405180"/>
                        <a:gd name="connsiteY2302" fmla="*/ 1449921 h 1830540"/>
                        <a:gd name="connsiteX2303" fmla="*/ 1351198 w 3405180"/>
                        <a:gd name="connsiteY2303" fmla="*/ 1457058 h 1830540"/>
                        <a:gd name="connsiteX2304" fmla="*/ 1357145 w 3405180"/>
                        <a:gd name="connsiteY2304" fmla="*/ 1460626 h 1830540"/>
                        <a:gd name="connsiteX2305" fmla="*/ 1369040 w 3405180"/>
                        <a:gd name="connsiteY2305" fmla="*/ 1457058 h 1830540"/>
                        <a:gd name="connsiteX2306" fmla="*/ 1379745 w 3405180"/>
                        <a:gd name="connsiteY2306" fmla="*/ 1460626 h 1830540"/>
                        <a:gd name="connsiteX2307" fmla="*/ 1386881 w 3405180"/>
                        <a:gd name="connsiteY2307" fmla="*/ 1458247 h 1830540"/>
                        <a:gd name="connsiteX2308" fmla="*/ 1391639 w 3405180"/>
                        <a:gd name="connsiteY2308" fmla="*/ 1455868 h 1830540"/>
                        <a:gd name="connsiteX2309" fmla="*/ 1392829 w 3405180"/>
                        <a:gd name="connsiteY2309" fmla="*/ 1448732 h 1830540"/>
                        <a:gd name="connsiteX2310" fmla="*/ 1421375 w 3405180"/>
                        <a:gd name="connsiteY2310" fmla="*/ 1452300 h 1830540"/>
                        <a:gd name="connsiteX2311" fmla="*/ 1433270 w 3405180"/>
                        <a:gd name="connsiteY2311" fmla="*/ 1467763 h 1830540"/>
                        <a:gd name="connsiteX2312" fmla="*/ 1451111 w 3405180"/>
                        <a:gd name="connsiteY2312" fmla="*/ 1477278 h 1830540"/>
                        <a:gd name="connsiteX2313" fmla="*/ 1454679 w 3405180"/>
                        <a:gd name="connsiteY2313" fmla="*/ 1490362 h 1830540"/>
                        <a:gd name="connsiteX2314" fmla="*/ 1467763 w 3405180"/>
                        <a:gd name="connsiteY2314" fmla="*/ 1496309 h 1830540"/>
                        <a:gd name="connsiteX2315" fmla="*/ 1477278 w 3405180"/>
                        <a:gd name="connsiteY2315" fmla="*/ 1492741 h 1830540"/>
                        <a:gd name="connsiteX2316" fmla="*/ 1491551 w 3405180"/>
                        <a:gd name="connsiteY2316" fmla="*/ 1490362 h 1830540"/>
                        <a:gd name="connsiteX2317" fmla="*/ 1499878 w 3405180"/>
                        <a:gd name="connsiteY2317" fmla="*/ 1483225 h 1830540"/>
                        <a:gd name="connsiteX2318" fmla="*/ 1499878 w 3405180"/>
                        <a:gd name="connsiteY2318" fmla="*/ 1495120 h 1830540"/>
                        <a:gd name="connsiteX2319" fmla="*/ 1509393 w 3405180"/>
                        <a:gd name="connsiteY2319" fmla="*/ 1498688 h 1830540"/>
                        <a:gd name="connsiteX2320" fmla="*/ 1517719 w 3405180"/>
                        <a:gd name="connsiteY2320" fmla="*/ 1501067 h 1830540"/>
                        <a:gd name="connsiteX2321" fmla="*/ 1520098 w 3405180"/>
                        <a:gd name="connsiteY2321" fmla="*/ 1502257 h 1830540"/>
                        <a:gd name="connsiteX2322" fmla="*/ 1523666 w 3405180"/>
                        <a:gd name="connsiteY2322" fmla="*/ 1503446 h 1830540"/>
                        <a:gd name="connsiteX2323" fmla="*/ 1529614 w 3405180"/>
                        <a:gd name="connsiteY2323" fmla="*/ 1503446 h 1830540"/>
                        <a:gd name="connsiteX2324" fmla="*/ 1529614 w 3405180"/>
                        <a:gd name="connsiteY2324" fmla="*/ 1502257 h 1830540"/>
                        <a:gd name="connsiteX2325" fmla="*/ 1535561 w 3405180"/>
                        <a:gd name="connsiteY2325" fmla="*/ 1491551 h 1830540"/>
                        <a:gd name="connsiteX2326" fmla="*/ 1551023 w 3405180"/>
                        <a:gd name="connsiteY2326" fmla="*/ 1490362 h 1830540"/>
                        <a:gd name="connsiteX2327" fmla="*/ 1561728 w 3405180"/>
                        <a:gd name="connsiteY2327" fmla="*/ 1480847 h 1830540"/>
                        <a:gd name="connsiteX2328" fmla="*/ 1564107 w 3405180"/>
                        <a:gd name="connsiteY2328" fmla="*/ 1476089 h 1830540"/>
                        <a:gd name="connsiteX2329" fmla="*/ 1570055 w 3405180"/>
                        <a:gd name="connsiteY2329" fmla="*/ 1466573 h 1830540"/>
                        <a:gd name="connsiteX2330" fmla="*/ 1574812 w 3405180"/>
                        <a:gd name="connsiteY2330" fmla="*/ 1460626 h 1830540"/>
                        <a:gd name="connsiteX2331" fmla="*/ 1581949 w 3405180"/>
                        <a:gd name="connsiteY2331" fmla="*/ 1457058 h 1830540"/>
                        <a:gd name="connsiteX2332" fmla="*/ 1585517 w 3405180"/>
                        <a:gd name="connsiteY2332" fmla="*/ 1451111 h 1830540"/>
                        <a:gd name="connsiteX2333" fmla="*/ 1584327 w 3405180"/>
                        <a:gd name="connsiteY2333" fmla="*/ 1443974 h 1830540"/>
                        <a:gd name="connsiteX2334" fmla="*/ 1591464 w 3405180"/>
                        <a:gd name="connsiteY2334" fmla="*/ 1445164 h 1830540"/>
                        <a:gd name="connsiteX2335" fmla="*/ 1598601 w 3405180"/>
                        <a:gd name="connsiteY2335" fmla="*/ 1441595 h 1830540"/>
                        <a:gd name="connsiteX2336" fmla="*/ 1603359 w 3405180"/>
                        <a:gd name="connsiteY2336" fmla="*/ 1434459 h 1830540"/>
                        <a:gd name="connsiteX2337" fmla="*/ 1625957 w 3405180"/>
                        <a:gd name="connsiteY2337" fmla="*/ 1433269 h 1830540"/>
                        <a:gd name="connsiteX2338" fmla="*/ 1633095 w 3405180"/>
                        <a:gd name="connsiteY2338" fmla="*/ 1429701 h 1830540"/>
                        <a:gd name="connsiteX2339" fmla="*/ 1639042 w 3405180"/>
                        <a:gd name="connsiteY2339" fmla="*/ 1438027 h 1830540"/>
                        <a:gd name="connsiteX2340" fmla="*/ 1648557 w 3405180"/>
                        <a:gd name="connsiteY2340" fmla="*/ 1439216 h 1830540"/>
                        <a:gd name="connsiteX2341" fmla="*/ 1664020 w 3405180"/>
                        <a:gd name="connsiteY2341" fmla="*/ 1436838 h 1830540"/>
                        <a:gd name="connsiteX2342" fmla="*/ 1667588 w 3405180"/>
                        <a:gd name="connsiteY2342" fmla="*/ 1446353 h 1830540"/>
                        <a:gd name="connsiteX2343" fmla="*/ 1696134 w 3405180"/>
                        <a:gd name="connsiteY2343" fmla="*/ 1464195 h 1830540"/>
                        <a:gd name="connsiteX2344" fmla="*/ 1713976 w 3405180"/>
                        <a:gd name="connsiteY2344" fmla="*/ 1455868 h 1830540"/>
                        <a:gd name="connsiteX2345" fmla="*/ 1724681 w 3405180"/>
                        <a:gd name="connsiteY2345" fmla="*/ 1461816 h 1830540"/>
                        <a:gd name="connsiteX2346" fmla="*/ 1733007 w 3405180"/>
                        <a:gd name="connsiteY2346" fmla="*/ 1458247 h 1830540"/>
                        <a:gd name="connsiteX2347" fmla="*/ 1746091 w 3405180"/>
                        <a:gd name="connsiteY2347" fmla="*/ 1461816 h 1830540"/>
                        <a:gd name="connsiteX2348" fmla="*/ 1754417 w 3405180"/>
                        <a:gd name="connsiteY2348" fmla="*/ 1459437 h 1830540"/>
                        <a:gd name="connsiteX2349" fmla="*/ 1763932 w 3405180"/>
                        <a:gd name="connsiteY2349" fmla="*/ 1457058 h 1830540"/>
                        <a:gd name="connsiteX2350" fmla="*/ 1766311 w 3405180"/>
                        <a:gd name="connsiteY2350" fmla="*/ 1448732 h 1830540"/>
                        <a:gd name="connsiteX2351" fmla="*/ 1760364 w 3405180"/>
                        <a:gd name="connsiteY2351" fmla="*/ 1442785 h 1830540"/>
                        <a:gd name="connsiteX2352" fmla="*/ 1761553 w 3405180"/>
                        <a:gd name="connsiteY2352" fmla="*/ 1423754 h 1830540"/>
                        <a:gd name="connsiteX2353" fmla="*/ 1753227 w 3405180"/>
                        <a:gd name="connsiteY2353" fmla="*/ 1418996 h 1830540"/>
                        <a:gd name="connsiteX2354" fmla="*/ 1744901 w 3405180"/>
                        <a:gd name="connsiteY2354" fmla="*/ 1415428 h 1830540"/>
                        <a:gd name="connsiteX2355" fmla="*/ 1743712 w 3405180"/>
                        <a:gd name="connsiteY2355" fmla="*/ 1398776 h 1830540"/>
                        <a:gd name="connsiteX2356" fmla="*/ 1750848 w 3405180"/>
                        <a:gd name="connsiteY2356" fmla="*/ 1392829 h 1830540"/>
                        <a:gd name="connsiteX2357" fmla="*/ 1752038 w 3405180"/>
                        <a:gd name="connsiteY2357" fmla="*/ 1384502 h 1830540"/>
                        <a:gd name="connsiteX2358" fmla="*/ 1760364 w 3405180"/>
                        <a:gd name="connsiteY2358" fmla="*/ 1383313 h 1830540"/>
                        <a:gd name="connsiteX2359" fmla="*/ 1761553 w 3405180"/>
                        <a:gd name="connsiteY2359" fmla="*/ 1370229 h 1830540"/>
                        <a:gd name="connsiteX2360" fmla="*/ 1773448 w 3405180"/>
                        <a:gd name="connsiteY2360" fmla="*/ 1372608 h 1830540"/>
                        <a:gd name="connsiteX2361" fmla="*/ 1782963 w 3405180"/>
                        <a:gd name="connsiteY2361" fmla="*/ 1374987 h 1830540"/>
                        <a:gd name="connsiteX2362" fmla="*/ 1792478 w 3405180"/>
                        <a:gd name="connsiteY2362" fmla="*/ 1379745 h 1830540"/>
                        <a:gd name="connsiteX2363" fmla="*/ 1810320 w 3405180"/>
                        <a:gd name="connsiteY2363" fmla="*/ 1382123 h 1830540"/>
                        <a:gd name="connsiteX2364" fmla="*/ 1818646 w 3405180"/>
                        <a:gd name="connsiteY2364" fmla="*/ 1385692 h 1830540"/>
                        <a:gd name="connsiteX2365" fmla="*/ 1826972 w 3405180"/>
                        <a:gd name="connsiteY2365" fmla="*/ 1388071 h 1830540"/>
                        <a:gd name="connsiteX2366" fmla="*/ 1846003 w 3405180"/>
                        <a:gd name="connsiteY2366" fmla="*/ 1391639 h 1830540"/>
                        <a:gd name="connsiteX2367" fmla="*/ 1850761 w 3405180"/>
                        <a:gd name="connsiteY2367" fmla="*/ 1404723 h 1830540"/>
                        <a:gd name="connsiteX2368" fmla="*/ 1855519 w 3405180"/>
                        <a:gd name="connsiteY2368" fmla="*/ 1413049 h 1830540"/>
                        <a:gd name="connsiteX2369" fmla="*/ 1857897 w 3405180"/>
                        <a:gd name="connsiteY2369" fmla="*/ 1418996 h 1830540"/>
                        <a:gd name="connsiteX2370" fmla="*/ 1866224 w 3405180"/>
                        <a:gd name="connsiteY2370" fmla="*/ 1423754 h 1830540"/>
                        <a:gd name="connsiteX2371" fmla="*/ 1874550 w 3405180"/>
                        <a:gd name="connsiteY2371" fmla="*/ 1428512 h 1830540"/>
                        <a:gd name="connsiteX2372" fmla="*/ 1885255 w 3405180"/>
                        <a:gd name="connsiteY2372" fmla="*/ 1433269 h 1830540"/>
                        <a:gd name="connsiteX2373" fmla="*/ 1891202 w 3405180"/>
                        <a:gd name="connsiteY2373" fmla="*/ 1430890 h 1830540"/>
                        <a:gd name="connsiteX2374" fmla="*/ 1901907 w 3405180"/>
                        <a:gd name="connsiteY2374" fmla="*/ 1428512 h 1830540"/>
                        <a:gd name="connsiteX2375" fmla="*/ 1909044 w 3405180"/>
                        <a:gd name="connsiteY2375" fmla="*/ 1429701 h 1830540"/>
                        <a:gd name="connsiteX2376" fmla="*/ 1914991 w 3405180"/>
                        <a:gd name="connsiteY2376" fmla="*/ 1423754 h 1830540"/>
                        <a:gd name="connsiteX2377" fmla="*/ 1931642 w 3405180"/>
                        <a:gd name="connsiteY2377" fmla="*/ 1420185 h 1830540"/>
                        <a:gd name="connsiteX2378" fmla="*/ 1941158 w 3405180"/>
                        <a:gd name="connsiteY2378" fmla="*/ 1416617 h 1830540"/>
                        <a:gd name="connsiteX2379" fmla="*/ 1949484 w 3405180"/>
                        <a:gd name="connsiteY2379" fmla="*/ 1414238 h 1830540"/>
                        <a:gd name="connsiteX2380" fmla="*/ 1957810 w 3405180"/>
                        <a:gd name="connsiteY2380" fmla="*/ 1418996 h 1830540"/>
                        <a:gd name="connsiteX2381" fmla="*/ 1974463 w 3405180"/>
                        <a:gd name="connsiteY2381" fmla="*/ 1420185 h 1830540"/>
                        <a:gd name="connsiteX2382" fmla="*/ 1983978 w 3405180"/>
                        <a:gd name="connsiteY2382" fmla="*/ 1428512 h 1830540"/>
                        <a:gd name="connsiteX2383" fmla="*/ 1999440 w 3405180"/>
                        <a:gd name="connsiteY2383" fmla="*/ 1428512 h 1830540"/>
                        <a:gd name="connsiteX2384" fmla="*/ 2006577 w 3405180"/>
                        <a:gd name="connsiteY2384" fmla="*/ 1439216 h 1830540"/>
                        <a:gd name="connsiteX2385" fmla="*/ 2020850 w 3405180"/>
                        <a:gd name="connsiteY2385" fmla="*/ 1447542 h 1830540"/>
                        <a:gd name="connsiteX2386" fmla="*/ 2043450 w 3405180"/>
                        <a:gd name="connsiteY2386" fmla="*/ 1449921 h 1830540"/>
                        <a:gd name="connsiteX2387" fmla="*/ 2056533 w 3405180"/>
                        <a:gd name="connsiteY2387" fmla="*/ 1452300 h 1830540"/>
                        <a:gd name="connsiteX2388" fmla="*/ 2077943 w 3405180"/>
                        <a:gd name="connsiteY2388" fmla="*/ 1448732 h 1830540"/>
                        <a:gd name="connsiteX2389" fmla="*/ 2089837 w 3405180"/>
                        <a:gd name="connsiteY2389" fmla="*/ 1452300 h 1830540"/>
                        <a:gd name="connsiteX2390" fmla="*/ 2096974 w 3405180"/>
                        <a:gd name="connsiteY2390" fmla="*/ 1440406 h 1830540"/>
                        <a:gd name="connsiteX2391" fmla="*/ 2108869 w 3405180"/>
                        <a:gd name="connsiteY2391" fmla="*/ 1439216 h 1830540"/>
                        <a:gd name="connsiteX2392" fmla="*/ 2113626 w 3405180"/>
                        <a:gd name="connsiteY2392" fmla="*/ 1433269 h 1830540"/>
                        <a:gd name="connsiteX2393" fmla="*/ 2120763 w 3405180"/>
                        <a:gd name="connsiteY2393" fmla="*/ 1434459 h 1830540"/>
                        <a:gd name="connsiteX2394" fmla="*/ 2130278 w 3405180"/>
                        <a:gd name="connsiteY2394" fmla="*/ 1434459 h 1830540"/>
                        <a:gd name="connsiteX2395" fmla="*/ 2135036 w 3405180"/>
                        <a:gd name="connsiteY2395" fmla="*/ 1417807 h 1830540"/>
                        <a:gd name="connsiteX2396" fmla="*/ 2146931 w 3405180"/>
                        <a:gd name="connsiteY2396" fmla="*/ 1413049 h 1830540"/>
                        <a:gd name="connsiteX2397" fmla="*/ 2155256 w 3405180"/>
                        <a:gd name="connsiteY2397" fmla="*/ 1401155 h 1830540"/>
                        <a:gd name="connsiteX2398" fmla="*/ 2174288 w 3405180"/>
                        <a:gd name="connsiteY2398" fmla="*/ 1402344 h 1830540"/>
                        <a:gd name="connsiteX2399" fmla="*/ 2183803 w 3405180"/>
                        <a:gd name="connsiteY2399" fmla="*/ 1410670 h 1830540"/>
                        <a:gd name="connsiteX2400" fmla="*/ 2190939 w 3405180"/>
                        <a:gd name="connsiteY2400" fmla="*/ 1408291 h 1830540"/>
                        <a:gd name="connsiteX2401" fmla="*/ 2198076 w 3405180"/>
                        <a:gd name="connsiteY2401" fmla="*/ 1411859 h 1830540"/>
                        <a:gd name="connsiteX2402" fmla="*/ 2206402 w 3405180"/>
                        <a:gd name="connsiteY2402" fmla="*/ 1409481 h 1830540"/>
                        <a:gd name="connsiteX2403" fmla="*/ 2208781 w 3405180"/>
                        <a:gd name="connsiteY2403" fmla="*/ 1405912 h 1830540"/>
                        <a:gd name="connsiteX2404" fmla="*/ 2221865 w 3405180"/>
                        <a:gd name="connsiteY2404" fmla="*/ 1408291 h 1830540"/>
                        <a:gd name="connsiteX2405" fmla="*/ 2221865 w 3405180"/>
                        <a:gd name="connsiteY2405" fmla="*/ 1408291 h 1830540"/>
                        <a:gd name="connsiteX2406" fmla="*/ 2230191 w 3405180"/>
                        <a:gd name="connsiteY2406" fmla="*/ 1409481 h 1830540"/>
                        <a:gd name="connsiteX2407" fmla="*/ 2244464 w 3405180"/>
                        <a:gd name="connsiteY2407" fmla="*/ 1414238 h 1830540"/>
                        <a:gd name="connsiteX2408" fmla="*/ 2263495 w 3405180"/>
                        <a:gd name="connsiteY2408" fmla="*/ 1397586 h 1830540"/>
                        <a:gd name="connsiteX2409" fmla="*/ 2277769 w 3405180"/>
                        <a:gd name="connsiteY2409" fmla="*/ 1391639 h 1830540"/>
                        <a:gd name="connsiteX2410" fmla="*/ 2275389 w 3405180"/>
                        <a:gd name="connsiteY2410" fmla="*/ 1384502 h 1830540"/>
                        <a:gd name="connsiteX2411" fmla="*/ 2270631 w 3405180"/>
                        <a:gd name="connsiteY2411" fmla="*/ 1382123 h 1830540"/>
                        <a:gd name="connsiteX2412" fmla="*/ 2269442 w 3405180"/>
                        <a:gd name="connsiteY2412" fmla="*/ 1373797 h 1830540"/>
                        <a:gd name="connsiteX2413" fmla="*/ 2269442 w 3405180"/>
                        <a:gd name="connsiteY2413" fmla="*/ 1361903 h 1830540"/>
                        <a:gd name="connsiteX2414" fmla="*/ 2267063 w 3405180"/>
                        <a:gd name="connsiteY2414" fmla="*/ 1355956 h 1830540"/>
                        <a:gd name="connsiteX2415" fmla="*/ 2273010 w 3405180"/>
                        <a:gd name="connsiteY2415" fmla="*/ 1352388 h 1830540"/>
                        <a:gd name="connsiteX2416" fmla="*/ 2269442 w 3405180"/>
                        <a:gd name="connsiteY2416" fmla="*/ 1347630 h 1830540"/>
                        <a:gd name="connsiteX2417" fmla="*/ 2268252 w 3405180"/>
                        <a:gd name="connsiteY2417" fmla="*/ 1336925 h 1830540"/>
                        <a:gd name="connsiteX2418" fmla="*/ 2267063 w 3405180"/>
                        <a:gd name="connsiteY2418" fmla="*/ 1328599 h 1830540"/>
                        <a:gd name="connsiteX2419" fmla="*/ 2274200 w 3405180"/>
                        <a:gd name="connsiteY2419" fmla="*/ 1320273 h 1830540"/>
                        <a:gd name="connsiteX2420" fmla="*/ 2276579 w 3405180"/>
                        <a:gd name="connsiteY2420" fmla="*/ 1313136 h 1830540"/>
                        <a:gd name="connsiteX2421" fmla="*/ 2281337 w 3405180"/>
                        <a:gd name="connsiteY2421" fmla="*/ 1307189 h 1830540"/>
                        <a:gd name="connsiteX2422" fmla="*/ 2280147 w 3405180"/>
                        <a:gd name="connsiteY2422" fmla="*/ 1295295 h 1830540"/>
                        <a:gd name="connsiteX2423" fmla="*/ 2269442 w 3405180"/>
                        <a:gd name="connsiteY2423" fmla="*/ 1281022 h 1830540"/>
                        <a:gd name="connsiteX2424" fmla="*/ 2255169 w 3405180"/>
                        <a:gd name="connsiteY2424" fmla="*/ 1286969 h 1830540"/>
                        <a:gd name="connsiteX2425" fmla="*/ 2255169 w 3405180"/>
                        <a:gd name="connsiteY2425" fmla="*/ 1276264 h 1830540"/>
                        <a:gd name="connsiteX2426" fmla="*/ 2259927 w 3405180"/>
                        <a:gd name="connsiteY2426" fmla="*/ 1269127 h 1830540"/>
                        <a:gd name="connsiteX2427" fmla="*/ 2264684 w 3405180"/>
                        <a:gd name="connsiteY2427" fmla="*/ 1261991 h 1830540"/>
                        <a:gd name="connsiteX2428" fmla="*/ 2267063 w 3405180"/>
                        <a:gd name="connsiteY2428" fmla="*/ 1256043 h 1830540"/>
                        <a:gd name="connsiteX2429" fmla="*/ 2282526 w 3405180"/>
                        <a:gd name="connsiteY2429" fmla="*/ 1252475 h 1830540"/>
                        <a:gd name="connsiteX2430" fmla="*/ 2288473 w 3405180"/>
                        <a:gd name="connsiteY2430" fmla="*/ 1252475 h 1830540"/>
                        <a:gd name="connsiteX2431" fmla="*/ 2292041 w 3405180"/>
                        <a:gd name="connsiteY2431" fmla="*/ 1245338 h 1830540"/>
                        <a:gd name="connsiteX2432" fmla="*/ 2297988 w 3405180"/>
                        <a:gd name="connsiteY2432" fmla="*/ 1245338 h 1830540"/>
                        <a:gd name="connsiteX2433" fmla="*/ 2301557 w 3405180"/>
                        <a:gd name="connsiteY2433" fmla="*/ 1242960 h 1830540"/>
                        <a:gd name="connsiteX2434" fmla="*/ 2314641 w 3405180"/>
                        <a:gd name="connsiteY2434" fmla="*/ 1241770 h 1830540"/>
                        <a:gd name="connsiteX2435" fmla="*/ 2318209 w 3405180"/>
                        <a:gd name="connsiteY2435" fmla="*/ 1235823 h 1830540"/>
                        <a:gd name="connsiteX2436" fmla="*/ 2332482 w 3405180"/>
                        <a:gd name="connsiteY2436" fmla="*/ 1237012 h 1830540"/>
                        <a:gd name="connsiteX2437" fmla="*/ 2334861 w 3405180"/>
                        <a:gd name="connsiteY2437" fmla="*/ 1240581 h 1830540"/>
                        <a:gd name="connsiteX2438" fmla="*/ 2345566 w 3405180"/>
                        <a:gd name="connsiteY2438" fmla="*/ 1241770 h 1830540"/>
                        <a:gd name="connsiteX2439" fmla="*/ 2350324 w 3405180"/>
                        <a:gd name="connsiteY2439" fmla="*/ 1246528 h 1830540"/>
                        <a:gd name="connsiteX2440" fmla="*/ 2358650 w 3405180"/>
                        <a:gd name="connsiteY2440" fmla="*/ 1245338 h 1830540"/>
                        <a:gd name="connsiteX2441" fmla="*/ 2362218 w 3405180"/>
                        <a:gd name="connsiteY2441" fmla="*/ 1247717 h 1830540"/>
                        <a:gd name="connsiteX2442" fmla="*/ 2368165 w 3405180"/>
                        <a:gd name="connsiteY2442" fmla="*/ 1242960 h 1830540"/>
                        <a:gd name="connsiteX2443" fmla="*/ 2377681 w 3405180"/>
                        <a:gd name="connsiteY2443" fmla="*/ 1244149 h 1830540"/>
                        <a:gd name="connsiteX2444" fmla="*/ 2384818 w 3405180"/>
                        <a:gd name="connsiteY2444" fmla="*/ 1246528 h 1830540"/>
                        <a:gd name="connsiteX2445" fmla="*/ 2386007 w 3405180"/>
                        <a:gd name="connsiteY2445" fmla="*/ 1253664 h 1830540"/>
                        <a:gd name="connsiteX2446" fmla="*/ 2396712 w 3405180"/>
                        <a:gd name="connsiteY2446" fmla="*/ 1256043 h 1830540"/>
                        <a:gd name="connsiteX2447" fmla="*/ 2394333 w 3405180"/>
                        <a:gd name="connsiteY2447" fmla="*/ 1259612 h 1830540"/>
                        <a:gd name="connsiteX2448" fmla="*/ 2405037 w 3405180"/>
                        <a:gd name="connsiteY2448" fmla="*/ 1264370 h 1830540"/>
                        <a:gd name="connsiteX2449" fmla="*/ 2409796 w 3405180"/>
                        <a:gd name="connsiteY2449" fmla="*/ 1275074 h 1830540"/>
                        <a:gd name="connsiteX2450" fmla="*/ 2410985 w 3405180"/>
                        <a:gd name="connsiteY2450" fmla="*/ 1282211 h 1830540"/>
                        <a:gd name="connsiteX2451" fmla="*/ 2420501 w 3405180"/>
                        <a:gd name="connsiteY2451" fmla="*/ 1282211 h 1830540"/>
                        <a:gd name="connsiteX2452" fmla="*/ 2418122 w 3405180"/>
                        <a:gd name="connsiteY2452" fmla="*/ 1290537 h 1830540"/>
                        <a:gd name="connsiteX2453" fmla="*/ 2431205 w 3405180"/>
                        <a:gd name="connsiteY2453" fmla="*/ 1303621 h 1830540"/>
                        <a:gd name="connsiteX2454" fmla="*/ 2439531 w 3405180"/>
                        <a:gd name="connsiteY2454" fmla="*/ 1317894 h 1830540"/>
                        <a:gd name="connsiteX2455" fmla="*/ 2443100 w 3405180"/>
                        <a:gd name="connsiteY2455" fmla="*/ 1321462 h 1830540"/>
                        <a:gd name="connsiteX2456" fmla="*/ 2446668 w 3405180"/>
                        <a:gd name="connsiteY2456" fmla="*/ 1327410 h 1830540"/>
                        <a:gd name="connsiteX2457" fmla="*/ 2459752 w 3405180"/>
                        <a:gd name="connsiteY2457" fmla="*/ 1339304 h 1830540"/>
                        <a:gd name="connsiteX2458" fmla="*/ 2465699 w 3405180"/>
                        <a:gd name="connsiteY2458" fmla="*/ 1355956 h 1830540"/>
                        <a:gd name="connsiteX2459" fmla="*/ 2470456 w 3405180"/>
                        <a:gd name="connsiteY2459" fmla="*/ 1360714 h 1830540"/>
                        <a:gd name="connsiteX2460" fmla="*/ 2471646 w 3405180"/>
                        <a:gd name="connsiteY2460" fmla="*/ 1369040 h 1830540"/>
                        <a:gd name="connsiteX2461" fmla="*/ 2483541 w 3405180"/>
                        <a:gd name="connsiteY2461" fmla="*/ 1378555 h 1830540"/>
                        <a:gd name="connsiteX2462" fmla="*/ 2488298 w 3405180"/>
                        <a:gd name="connsiteY2462" fmla="*/ 1382123 h 1830540"/>
                        <a:gd name="connsiteX2463" fmla="*/ 2502571 w 3405180"/>
                        <a:gd name="connsiteY2463" fmla="*/ 1380934 h 1830540"/>
                        <a:gd name="connsiteX2464" fmla="*/ 2507329 w 3405180"/>
                        <a:gd name="connsiteY2464" fmla="*/ 1379745 h 1830540"/>
                        <a:gd name="connsiteX2465" fmla="*/ 2506139 w 3405180"/>
                        <a:gd name="connsiteY2465" fmla="*/ 1384502 h 1830540"/>
                        <a:gd name="connsiteX2466" fmla="*/ 2515656 w 3405180"/>
                        <a:gd name="connsiteY2466" fmla="*/ 1386881 h 1830540"/>
                        <a:gd name="connsiteX2467" fmla="*/ 2520413 w 3405180"/>
                        <a:gd name="connsiteY2467" fmla="*/ 1390450 h 1830540"/>
                        <a:gd name="connsiteX2468" fmla="*/ 2525171 w 3405180"/>
                        <a:gd name="connsiteY2468" fmla="*/ 1388071 h 1830540"/>
                        <a:gd name="connsiteX2469" fmla="*/ 2528739 w 3405180"/>
                        <a:gd name="connsiteY2469" fmla="*/ 1385692 h 1830540"/>
                        <a:gd name="connsiteX2470" fmla="*/ 2533497 w 3405180"/>
                        <a:gd name="connsiteY2470" fmla="*/ 1390450 h 1830540"/>
                        <a:gd name="connsiteX2471" fmla="*/ 2540633 w 3405180"/>
                        <a:gd name="connsiteY2471" fmla="*/ 1396397 h 1830540"/>
                        <a:gd name="connsiteX2472" fmla="*/ 2546581 w 3405180"/>
                        <a:gd name="connsiteY2472" fmla="*/ 1402344 h 1830540"/>
                        <a:gd name="connsiteX2473" fmla="*/ 2554907 w 3405180"/>
                        <a:gd name="connsiteY2473" fmla="*/ 1405912 h 1830540"/>
                        <a:gd name="connsiteX2474" fmla="*/ 2562043 w 3405180"/>
                        <a:gd name="connsiteY2474" fmla="*/ 1408291 h 1830540"/>
                        <a:gd name="connsiteX2475" fmla="*/ 2575127 w 3405180"/>
                        <a:gd name="connsiteY2475" fmla="*/ 1405912 h 1830540"/>
                        <a:gd name="connsiteX2476" fmla="*/ 2572748 w 3405180"/>
                        <a:gd name="connsiteY2476" fmla="*/ 1413049 h 1830540"/>
                        <a:gd name="connsiteX2477" fmla="*/ 2577506 w 3405180"/>
                        <a:gd name="connsiteY2477" fmla="*/ 1418996 h 1830540"/>
                        <a:gd name="connsiteX2478" fmla="*/ 2577506 w 3405180"/>
                        <a:gd name="connsiteY2478" fmla="*/ 1423754 h 1830540"/>
                        <a:gd name="connsiteX2479" fmla="*/ 2578695 w 3405180"/>
                        <a:gd name="connsiteY2479" fmla="*/ 1428512 h 1830540"/>
                        <a:gd name="connsiteX2480" fmla="*/ 2575127 w 3405180"/>
                        <a:gd name="connsiteY2480" fmla="*/ 1435648 h 1830540"/>
                        <a:gd name="connsiteX2481" fmla="*/ 2584643 w 3405180"/>
                        <a:gd name="connsiteY2481" fmla="*/ 1443974 h 1830540"/>
                        <a:gd name="connsiteX2482" fmla="*/ 2590590 w 3405180"/>
                        <a:gd name="connsiteY2482" fmla="*/ 1451111 h 1830540"/>
                        <a:gd name="connsiteX2483" fmla="*/ 2600105 w 3405180"/>
                        <a:gd name="connsiteY2483" fmla="*/ 1447542 h 1830540"/>
                        <a:gd name="connsiteX2484" fmla="*/ 2604863 w 3405180"/>
                        <a:gd name="connsiteY2484" fmla="*/ 1454679 h 1830540"/>
                        <a:gd name="connsiteX2485" fmla="*/ 2611999 w 3405180"/>
                        <a:gd name="connsiteY2485" fmla="*/ 1451111 h 1830540"/>
                        <a:gd name="connsiteX2486" fmla="*/ 2627462 w 3405180"/>
                        <a:gd name="connsiteY2486" fmla="*/ 1446353 h 1830540"/>
                        <a:gd name="connsiteX2487" fmla="*/ 2628652 w 3405180"/>
                        <a:gd name="connsiteY2487" fmla="*/ 1438027 h 1830540"/>
                        <a:gd name="connsiteX2488" fmla="*/ 2631030 w 3405180"/>
                        <a:gd name="connsiteY2488" fmla="*/ 1433269 h 1830540"/>
                        <a:gd name="connsiteX2489" fmla="*/ 2633409 w 3405180"/>
                        <a:gd name="connsiteY2489" fmla="*/ 1427322 h 1830540"/>
                        <a:gd name="connsiteX2490" fmla="*/ 2641735 w 3405180"/>
                        <a:gd name="connsiteY2490" fmla="*/ 1426133 h 1830540"/>
                        <a:gd name="connsiteX2491" fmla="*/ 2645303 w 3405180"/>
                        <a:gd name="connsiteY2491" fmla="*/ 1421375 h 1830540"/>
                        <a:gd name="connsiteX2492" fmla="*/ 2650062 w 3405180"/>
                        <a:gd name="connsiteY2492" fmla="*/ 1420185 h 1830540"/>
                        <a:gd name="connsiteX2493" fmla="*/ 2651251 w 3405180"/>
                        <a:gd name="connsiteY2493" fmla="*/ 1414238 h 1830540"/>
                        <a:gd name="connsiteX2494" fmla="*/ 2658388 w 3405180"/>
                        <a:gd name="connsiteY2494" fmla="*/ 1413049 h 1830540"/>
                        <a:gd name="connsiteX2495" fmla="*/ 2663145 w 3405180"/>
                        <a:gd name="connsiteY2495" fmla="*/ 1410670 h 1830540"/>
                        <a:gd name="connsiteX2496" fmla="*/ 2666713 w 3405180"/>
                        <a:gd name="connsiteY2496" fmla="*/ 1414238 h 1830540"/>
                        <a:gd name="connsiteX2497" fmla="*/ 2676229 w 3405180"/>
                        <a:gd name="connsiteY2497" fmla="*/ 1418996 h 1830540"/>
                        <a:gd name="connsiteX2498" fmla="*/ 2673850 w 3405180"/>
                        <a:gd name="connsiteY2498" fmla="*/ 1427322 h 1830540"/>
                        <a:gd name="connsiteX2499" fmla="*/ 2679797 w 3405180"/>
                        <a:gd name="connsiteY2499" fmla="*/ 1433269 h 1830540"/>
                        <a:gd name="connsiteX2500" fmla="*/ 2679797 w 3405180"/>
                        <a:gd name="connsiteY2500" fmla="*/ 1438027 h 1830540"/>
                        <a:gd name="connsiteX2501" fmla="*/ 2685745 w 3405180"/>
                        <a:gd name="connsiteY2501" fmla="*/ 1442785 h 1830540"/>
                        <a:gd name="connsiteX2502" fmla="*/ 2682176 w 3405180"/>
                        <a:gd name="connsiteY2502" fmla="*/ 1453490 h 1830540"/>
                        <a:gd name="connsiteX2503" fmla="*/ 2676229 w 3405180"/>
                        <a:gd name="connsiteY2503" fmla="*/ 1458247 h 1830540"/>
                        <a:gd name="connsiteX2504" fmla="*/ 2679797 w 3405180"/>
                        <a:gd name="connsiteY2504" fmla="*/ 1466573 h 1830540"/>
                        <a:gd name="connsiteX2505" fmla="*/ 2677418 w 3405180"/>
                        <a:gd name="connsiteY2505" fmla="*/ 1472521 h 1830540"/>
                        <a:gd name="connsiteX2506" fmla="*/ 2682176 w 3405180"/>
                        <a:gd name="connsiteY2506" fmla="*/ 1478468 h 1830540"/>
                        <a:gd name="connsiteX2507" fmla="*/ 2682176 w 3405180"/>
                        <a:gd name="connsiteY2507" fmla="*/ 1484415 h 1830540"/>
                        <a:gd name="connsiteX2508" fmla="*/ 2677418 w 3405180"/>
                        <a:gd name="connsiteY2508" fmla="*/ 1484415 h 1830540"/>
                        <a:gd name="connsiteX2509" fmla="*/ 2682176 w 3405180"/>
                        <a:gd name="connsiteY2509" fmla="*/ 1499878 h 1830540"/>
                        <a:gd name="connsiteX2510" fmla="*/ 2678608 w 3405180"/>
                        <a:gd name="connsiteY2510" fmla="*/ 1504635 h 1830540"/>
                        <a:gd name="connsiteX2511" fmla="*/ 2682176 w 3405180"/>
                        <a:gd name="connsiteY2511" fmla="*/ 1515340 h 1830540"/>
                        <a:gd name="connsiteX2512" fmla="*/ 2677418 w 3405180"/>
                        <a:gd name="connsiteY2512" fmla="*/ 1517719 h 1830540"/>
                        <a:gd name="connsiteX2513" fmla="*/ 2678608 w 3405180"/>
                        <a:gd name="connsiteY2513" fmla="*/ 1526045 h 1830540"/>
                        <a:gd name="connsiteX2514" fmla="*/ 2675039 w 3405180"/>
                        <a:gd name="connsiteY2514" fmla="*/ 1529614 h 1830540"/>
                        <a:gd name="connsiteX2515" fmla="*/ 2677418 w 3405180"/>
                        <a:gd name="connsiteY2515" fmla="*/ 1536750 h 1830540"/>
                        <a:gd name="connsiteX2516" fmla="*/ 2676229 w 3405180"/>
                        <a:gd name="connsiteY2516" fmla="*/ 1541508 h 1830540"/>
                        <a:gd name="connsiteX2517" fmla="*/ 2677418 w 3405180"/>
                        <a:gd name="connsiteY2517" fmla="*/ 1549834 h 1830540"/>
                        <a:gd name="connsiteX2518" fmla="*/ 2671471 w 3405180"/>
                        <a:gd name="connsiteY2518" fmla="*/ 1553402 h 1830540"/>
                        <a:gd name="connsiteX2519" fmla="*/ 2667903 w 3405180"/>
                        <a:gd name="connsiteY2519" fmla="*/ 1559349 h 1830540"/>
                        <a:gd name="connsiteX2520" fmla="*/ 2666713 w 3405180"/>
                        <a:gd name="connsiteY2520" fmla="*/ 1565297 h 1830540"/>
                        <a:gd name="connsiteX2521" fmla="*/ 2669092 w 3405180"/>
                        <a:gd name="connsiteY2521" fmla="*/ 1571244 h 1830540"/>
                        <a:gd name="connsiteX2522" fmla="*/ 2665524 w 3405180"/>
                        <a:gd name="connsiteY2522" fmla="*/ 1572433 h 1830540"/>
                        <a:gd name="connsiteX2523" fmla="*/ 2663145 w 3405180"/>
                        <a:gd name="connsiteY2523" fmla="*/ 1578380 h 1830540"/>
                        <a:gd name="connsiteX2524" fmla="*/ 2659577 w 3405180"/>
                        <a:gd name="connsiteY2524" fmla="*/ 1572433 h 1830540"/>
                        <a:gd name="connsiteX2525" fmla="*/ 2652441 w 3405180"/>
                        <a:gd name="connsiteY2525" fmla="*/ 1567675 h 1830540"/>
                        <a:gd name="connsiteX2526" fmla="*/ 2653630 w 3405180"/>
                        <a:gd name="connsiteY2526" fmla="*/ 1558160 h 1830540"/>
                        <a:gd name="connsiteX2527" fmla="*/ 2648872 w 3405180"/>
                        <a:gd name="connsiteY2527" fmla="*/ 1553402 h 1830540"/>
                        <a:gd name="connsiteX2528" fmla="*/ 2645303 w 3405180"/>
                        <a:gd name="connsiteY2528" fmla="*/ 1545076 h 1830540"/>
                        <a:gd name="connsiteX2529" fmla="*/ 2640546 w 3405180"/>
                        <a:gd name="connsiteY2529" fmla="*/ 1548644 h 1830540"/>
                        <a:gd name="connsiteX2530" fmla="*/ 2635788 w 3405180"/>
                        <a:gd name="connsiteY2530" fmla="*/ 1559349 h 1830540"/>
                        <a:gd name="connsiteX2531" fmla="*/ 2629841 w 3405180"/>
                        <a:gd name="connsiteY2531" fmla="*/ 1560539 h 1830540"/>
                        <a:gd name="connsiteX2532" fmla="*/ 2628652 w 3405180"/>
                        <a:gd name="connsiteY2532" fmla="*/ 1567675 h 1830540"/>
                        <a:gd name="connsiteX2533" fmla="*/ 2641735 w 3405180"/>
                        <a:gd name="connsiteY2533" fmla="*/ 1587896 h 1830540"/>
                        <a:gd name="connsiteX2534" fmla="*/ 2642924 w 3405180"/>
                        <a:gd name="connsiteY2534" fmla="*/ 1602169 h 1830540"/>
                        <a:gd name="connsiteX2535" fmla="*/ 2642924 w 3405180"/>
                        <a:gd name="connsiteY2535" fmla="*/ 1611684 h 1830540"/>
                        <a:gd name="connsiteX2536" fmla="*/ 2647683 w 3405180"/>
                        <a:gd name="connsiteY2536" fmla="*/ 1618821 h 1830540"/>
                        <a:gd name="connsiteX2537" fmla="*/ 2645303 w 3405180"/>
                        <a:gd name="connsiteY2537" fmla="*/ 1627147 h 1830540"/>
                        <a:gd name="connsiteX2538" fmla="*/ 2646493 w 3405180"/>
                        <a:gd name="connsiteY2538" fmla="*/ 1636663 h 1830540"/>
                        <a:gd name="connsiteX2539" fmla="*/ 2635788 w 3405180"/>
                        <a:gd name="connsiteY2539" fmla="*/ 1637852 h 1830540"/>
                        <a:gd name="connsiteX2540" fmla="*/ 2639356 w 3405180"/>
                        <a:gd name="connsiteY2540" fmla="*/ 1646178 h 1830540"/>
                        <a:gd name="connsiteX2541" fmla="*/ 2639356 w 3405180"/>
                        <a:gd name="connsiteY2541" fmla="*/ 1647368 h 1830540"/>
                        <a:gd name="connsiteX2542" fmla="*/ 2640546 w 3405180"/>
                        <a:gd name="connsiteY2542" fmla="*/ 1656883 h 1830540"/>
                        <a:gd name="connsiteX2543" fmla="*/ 2640546 w 3405180"/>
                        <a:gd name="connsiteY2543" fmla="*/ 1656883 h 1830540"/>
                        <a:gd name="connsiteX2544" fmla="*/ 2645303 w 3405180"/>
                        <a:gd name="connsiteY2544" fmla="*/ 1655694 h 1830540"/>
                        <a:gd name="connsiteX2545" fmla="*/ 2647683 w 3405180"/>
                        <a:gd name="connsiteY2545" fmla="*/ 1649746 h 1830540"/>
                        <a:gd name="connsiteX2546" fmla="*/ 2653630 w 3405180"/>
                        <a:gd name="connsiteY2546" fmla="*/ 1649746 h 1830540"/>
                        <a:gd name="connsiteX2547" fmla="*/ 2657198 w 3405180"/>
                        <a:gd name="connsiteY2547" fmla="*/ 1644989 h 1830540"/>
                        <a:gd name="connsiteX2548" fmla="*/ 2658388 w 3405180"/>
                        <a:gd name="connsiteY2548" fmla="*/ 1640231 h 1830540"/>
                        <a:gd name="connsiteX2549" fmla="*/ 2660766 w 3405180"/>
                        <a:gd name="connsiteY2549" fmla="*/ 1636663 h 1830540"/>
                        <a:gd name="connsiteX2550" fmla="*/ 2661956 w 3405180"/>
                        <a:gd name="connsiteY2550" fmla="*/ 1628337 h 1830540"/>
                        <a:gd name="connsiteX2551" fmla="*/ 2665524 w 3405180"/>
                        <a:gd name="connsiteY2551" fmla="*/ 1624768 h 1830540"/>
                        <a:gd name="connsiteX2552" fmla="*/ 2667903 w 3405180"/>
                        <a:gd name="connsiteY2552" fmla="*/ 1617632 h 1830540"/>
                        <a:gd name="connsiteX2553" fmla="*/ 2672660 w 3405180"/>
                        <a:gd name="connsiteY2553" fmla="*/ 1622389 h 1830540"/>
                        <a:gd name="connsiteX2554" fmla="*/ 2680987 w 3405180"/>
                        <a:gd name="connsiteY2554" fmla="*/ 1620010 h 1830540"/>
                        <a:gd name="connsiteX2555" fmla="*/ 2684555 w 3405180"/>
                        <a:gd name="connsiteY2555" fmla="*/ 1631905 h 1830540"/>
                        <a:gd name="connsiteX2556" fmla="*/ 2692881 w 3405180"/>
                        <a:gd name="connsiteY2556" fmla="*/ 1633094 h 1830540"/>
                        <a:gd name="connsiteX2557" fmla="*/ 2698828 w 3405180"/>
                        <a:gd name="connsiteY2557" fmla="*/ 1639042 h 1830540"/>
                        <a:gd name="connsiteX2558" fmla="*/ 2702396 w 3405180"/>
                        <a:gd name="connsiteY2558" fmla="*/ 1635473 h 1830540"/>
                        <a:gd name="connsiteX2559" fmla="*/ 2707154 w 3405180"/>
                        <a:gd name="connsiteY2559" fmla="*/ 1637852 h 1830540"/>
                        <a:gd name="connsiteX2560" fmla="*/ 2713101 w 3405180"/>
                        <a:gd name="connsiteY2560" fmla="*/ 1631905 h 1830540"/>
                        <a:gd name="connsiteX2561" fmla="*/ 2719049 w 3405180"/>
                        <a:gd name="connsiteY2561" fmla="*/ 1630716 h 1830540"/>
                        <a:gd name="connsiteX2562" fmla="*/ 2721428 w 3405180"/>
                        <a:gd name="connsiteY2562" fmla="*/ 1627147 h 1830540"/>
                        <a:gd name="connsiteX2563" fmla="*/ 2727375 w 3405180"/>
                        <a:gd name="connsiteY2563" fmla="*/ 1621200 h 1830540"/>
                        <a:gd name="connsiteX2564" fmla="*/ 2734511 w 3405180"/>
                        <a:gd name="connsiteY2564" fmla="*/ 1610495 h 1830540"/>
                        <a:gd name="connsiteX2565" fmla="*/ 2734511 w 3405180"/>
                        <a:gd name="connsiteY2565" fmla="*/ 1605737 h 1830540"/>
                        <a:gd name="connsiteX2566" fmla="*/ 2739269 w 3405180"/>
                        <a:gd name="connsiteY2566" fmla="*/ 1604548 h 1830540"/>
                        <a:gd name="connsiteX2567" fmla="*/ 2739269 w 3405180"/>
                        <a:gd name="connsiteY2567" fmla="*/ 1592653 h 1830540"/>
                        <a:gd name="connsiteX2568" fmla="*/ 2744026 w 3405180"/>
                        <a:gd name="connsiteY2568" fmla="*/ 1590275 h 1830540"/>
                        <a:gd name="connsiteX2569" fmla="*/ 2746405 w 3405180"/>
                        <a:gd name="connsiteY2569" fmla="*/ 1573623 h 1830540"/>
                        <a:gd name="connsiteX2570" fmla="*/ 2751163 w 3405180"/>
                        <a:gd name="connsiteY2570" fmla="*/ 1570054 h 1830540"/>
                        <a:gd name="connsiteX2571" fmla="*/ 2753543 w 3405180"/>
                        <a:gd name="connsiteY2571" fmla="*/ 1562918 h 1830540"/>
                        <a:gd name="connsiteX2572" fmla="*/ 2759490 w 3405180"/>
                        <a:gd name="connsiteY2572" fmla="*/ 1559349 h 1830540"/>
                        <a:gd name="connsiteX2573" fmla="*/ 2759490 w 3405180"/>
                        <a:gd name="connsiteY2573" fmla="*/ 1551023 h 1830540"/>
                        <a:gd name="connsiteX2574" fmla="*/ 2763058 w 3405180"/>
                        <a:gd name="connsiteY2574" fmla="*/ 1545076 h 1830540"/>
                        <a:gd name="connsiteX2575" fmla="*/ 2767815 w 3405180"/>
                        <a:gd name="connsiteY2575" fmla="*/ 1524856 h 1830540"/>
                        <a:gd name="connsiteX2576" fmla="*/ 2772573 w 3405180"/>
                        <a:gd name="connsiteY2576" fmla="*/ 1518909 h 1830540"/>
                        <a:gd name="connsiteX2577" fmla="*/ 2776141 w 3405180"/>
                        <a:gd name="connsiteY2577" fmla="*/ 1511772 h 1830540"/>
                        <a:gd name="connsiteX2578" fmla="*/ 2779710 w 3405180"/>
                        <a:gd name="connsiteY2578" fmla="*/ 1504635 h 1830540"/>
                        <a:gd name="connsiteX2579" fmla="*/ 2785657 w 3405180"/>
                        <a:gd name="connsiteY2579" fmla="*/ 1492741 h 1830540"/>
                        <a:gd name="connsiteX2580" fmla="*/ 2780899 w 3405180"/>
                        <a:gd name="connsiteY2580" fmla="*/ 1485604 h 1830540"/>
                        <a:gd name="connsiteX2581" fmla="*/ 2786847 w 3405180"/>
                        <a:gd name="connsiteY2581" fmla="*/ 1476089 h 1830540"/>
                        <a:gd name="connsiteX2582" fmla="*/ 2783278 w 3405180"/>
                        <a:gd name="connsiteY2582" fmla="*/ 1465384 h 1830540"/>
                        <a:gd name="connsiteX2583" fmla="*/ 2788036 w 3405180"/>
                        <a:gd name="connsiteY2583" fmla="*/ 1459437 h 1830540"/>
                        <a:gd name="connsiteX2584" fmla="*/ 2785657 w 3405180"/>
                        <a:gd name="connsiteY2584" fmla="*/ 1453490 h 1830540"/>
                        <a:gd name="connsiteX2585" fmla="*/ 2789226 w 3405180"/>
                        <a:gd name="connsiteY2585" fmla="*/ 1448732 h 1830540"/>
                        <a:gd name="connsiteX2586" fmla="*/ 2789226 w 3405180"/>
                        <a:gd name="connsiteY2586" fmla="*/ 1441595 h 1830540"/>
                        <a:gd name="connsiteX2587" fmla="*/ 2793983 w 3405180"/>
                        <a:gd name="connsiteY2587" fmla="*/ 1430890 h 1830540"/>
                        <a:gd name="connsiteX2588" fmla="*/ 2790415 w 3405180"/>
                        <a:gd name="connsiteY2588" fmla="*/ 1420185 h 1830540"/>
                        <a:gd name="connsiteX2589" fmla="*/ 2793983 w 3405180"/>
                        <a:gd name="connsiteY2589" fmla="*/ 1411859 h 1830540"/>
                        <a:gd name="connsiteX2590" fmla="*/ 2795173 w 3405180"/>
                        <a:gd name="connsiteY2590" fmla="*/ 1403533 h 1830540"/>
                        <a:gd name="connsiteX2591" fmla="*/ 2801120 w 3405180"/>
                        <a:gd name="connsiteY2591" fmla="*/ 1396397 h 1830540"/>
                        <a:gd name="connsiteX2592" fmla="*/ 2799930 w 3405180"/>
                        <a:gd name="connsiteY2592" fmla="*/ 1386881 h 1830540"/>
                        <a:gd name="connsiteX2593" fmla="*/ 2797551 w 3405180"/>
                        <a:gd name="connsiteY2593" fmla="*/ 1377366 h 1830540"/>
                        <a:gd name="connsiteX2594" fmla="*/ 2801120 w 3405180"/>
                        <a:gd name="connsiteY2594" fmla="*/ 1370229 h 1830540"/>
                        <a:gd name="connsiteX2595" fmla="*/ 2796362 w 3405180"/>
                        <a:gd name="connsiteY2595" fmla="*/ 1367850 h 1830540"/>
                        <a:gd name="connsiteX2596" fmla="*/ 2795173 w 3405180"/>
                        <a:gd name="connsiteY2596" fmla="*/ 1352388 h 1830540"/>
                        <a:gd name="connsiteX2597" fmla="*/ 2791604 w 3405180"/>
                        <a:gd name="connsiteY2597" fmla="*/ 1344062 h 1830540"/>
                        <a:gd name="connsiteX2598" fmla="*/ 2792794 w 3405180"/>
                        <a:gd name="connsiteY2598" fmla="*/ 1336925 h 1830540"/>
                        <a:gd name="connsiteX2599" fmla="*/ 2786847 w 3405180"/>
                        <a:gd name="connsiteY2599" fmla="*/ 1330978 h 1830540"/>
                        <a:gd name="connsiteX2600" fmla="*/ 2782089 w 3405180"/>
                        <a:gd name="connsiteY2600" fmla="*/ 1327410 h 1830540"/>
                        <a:gd name="connsiteX2601" fmla="*/ 2789226 w 3405180"/>
                        <a:gd name="connsiteY2601" fmla="*/ 1315515 h 1830540"/>
                        <a:gd name="connsiteX2602" fmla="*/ 2778520 w 3405180"/>
                        <a:gd name="connsiteY2602" fmla="*/ 1317894 h 1830540"/>
                        <a:gd name="connsiteX2603" fmla="*/ 2777331 w 3405180"/>
                        <a:gd name="connsiteY2603" fmla="*/ 1309568 h 1830540"/>
                        <a:gd name="connsiteX2604" fmla="*/ 2773762 w 3405180"/>
                        <a:gd name="connsiteY2604" fmla="*/ 1302431 h 1830540"/>
                        <a:gd name="connsiteX2605" fmla="*/ 2772573 w 3405180"/>
                        <a:gd name="connsiteY2605" fmla="*/ 1284590 h 1830540"/>
                        <a:gd name="connsiteX2606" fmla="*/ 2773762 w 3405180"/>
                        <a:gd name="connsiteY2606" fmla="*/ 1279832 h 1830540"/>
                        <a:gd name="connsiteX2607" fmla="*/ 2769005 w 3405180"/>
                        <a:gd name="connsiteY2607" fmla="*/ 1270317 h 1830540"/>
                        <a:gd name="connsiteX2608" fmla="*/ 2771384 w 3405180"/>
                        <a:gd name="connsiteY2608" fmla="*/ 1265559 h 1830540"/>
                        <a:gd name="connsiteX2609" fmla="*/ 2769005 w 3405180"/>
                        <a:gd name="connsiteY2609" fmla="*/ 1260801 h 1830540"/>
                        <a:gd name="connsiteX2610" fmla="*/ 2771384 w 3405180"/>
                        <a:gd name="connsiteY2610" fmla="*/ 1256043 h 1830540"/>
                        <a:gd name="connsiteX2611" fmla="*/ 2770194 w 3405180"/>
                        <a:gd name="connsiteY2611" fmla="*/ 1252475 h 1830540"/>
                        <a:gd name="connsiteX2612" fmla="*/ 2772573 w 3405180"/>
                        <a:gd name="connsiteY2612" fmla="*/ 1248907 h 1830540"/>
                        <a:gd name="connsiteX2613" fmla="*/ 2770194 w 3405180"/>
                        <a:gd name="connsiteY2613" fmla="*/ 1242960 h 1830540"/>
                        <a:gd name="connsiteX2614" fmla="*/ 2772573 w 3405180"/>
                        <a:gd name="connsiteY2614" fmla="*/ 1239391 h 1830540"/>
                        <a:gd name="connsiteX2615" fmla="*/ 2767815 w 3405180"/>
                        <a:gd name="connsiteY2615" fmla="*/ 1231065 h 1830540"/>
                        <a:gd name="connsiteX2616" fmla="*/ 2769005 w 3405180"/>
                        <a:gd name="connsiteY2616" fmla="*/ 1223929 h 1830540"/>
                        <a:gd name="connsiteX2617" fmla="*/ 2763058 w 3405180"/>
                        <a:gd name="connsiteY2617" fmla="*/ 1225118 h 1830540"/>
                        <a:gd name="connsiteX2618" fmla="*/ 2755921 w 3405180"/>
                        <a:gd name="connsiteY2618" fmla="*/ 1221550 h 1830540"/>
                        <a:gd name="connsiteX2619" fmla="*/ 2758300 w 3405180"/>
                        <a:gd name="connsiteY2619" fmla="*/ 1213224 h 1830540"/>
                        <a:gd name="connsiteX2620" fmla="*/ 2759490 w 3405180"/>
                        <a:gd name="connsiteY2620" fmla="*/ 1207277 h 1830540"/>
                        <a:gd name="connsiteX2621" fmla="*/ 2751163 w 3405180"/>
                        <a:gd name="connsiteY2621" fmla="*/ 1197761 h 1830540"/>
                        <a:gd name="connsiteX2622" fmla="*/ 2744026 w 3405180"/>
                        <a:gd name="connsiteY2622" fmla="*/ 1193003 h 1830540"/>
                        <a:gd name="connsiteX2623" fmla="*/ 2747595 w 3405180"/>
                        <a:gd name="connsiteY2623" fmla="*/ 1189435 h 1830540"/>
                        <a:gd name="connsiteX2624" fmla="*/ 2748784 w 3405180"/>
                        <a:gd name="connsiteY2624" fmla="*/ 1184677 h 1830540"/>
                        <a:gd name="connsiteX2625" fmla="*/ 2749974 w 3405180"/>
                        <a:gd name="connsiteY2625" fmla="*/ 1178730 h 1830540"/>
                        <a:gd name="connsiteX2626" fmla="*/ 2747595 w 3405180"/>
                        <a:gd name="connsiteY2626" fmla="*/ 1172783 h 1830540"/>
                        <a:gd name="connsiteX2627" fmla="*/ 2741648 w 3405180"/>
                        <a:gd name="connsiteY2627" fmla="*/ 1170404 h 1830540"/>
                        <a:gd name="connsiteX2628" fmla="*/ 2735701 w 3405180"/>
                        <a:gd name="connsiteY2628" fmla="*/ 1166836 h 1830540"/>
                        <a:gd name="connsiteX2629" fmla="*/ 2733322 w 3405180"/>
                        <a:gd name="connsiteY2629" fmla="*/ 1163268 h 1830540"/>
                        <a:gd name="connsiteX2630" fmla="*/ 2727375 w 3405180"/>
                        <a:gd name="connsiteY2630" fmla="*/ 1162078 h 1830540"/>
                        <a:gd name="connsiteX2631" fmla="*/ 2719049 w 3405180"/>
                        <a:gd name="connsiteY2631" fmla="*/ 1154942 h 1830540"/>
                        <a:gd name="connsiteX2632" fmla="*/ 2711912 w 3405180"/>
                        <a:gd name="connsiteY2632" fmla="*/ 1154942 h 1830540"/>
                        <a:gd name="connsiteX2633" fmla="*/ 2704775 w 3405180"/>
                        <a:gd name="connsiteY2633" fmla="*/ 1145426 h 1830540"/>
                        <a:gd name="connsiteX2634" fmla="*/ 2697639 w 3405180"/>
                        <a:gd name="connsiteY2634" fmla="*/ 1144236 h 1830540"/>
                        <a:gd name="connsiteX2635" fmla="*/ 2692881 w 3405180"/>
                        <a:gd name="connsiteY2635" fmla="*/ 1139479 h 1830540"/>
                        <a:gd name="connsiteX2636" fmla="*/ 2686934 w 3405180"/>
                        <a:gd name="connsiteY2636" fmla="*/ 1144236 h 1830540"/>
                        <a:gd name="connsiteX2637" fmla="*/ 2682176 w 3405180"/>
                        <a:gd name="connsiteY2637" fmla="*/ 1145426 h 1830540"/>
                        <a:gd name="connsiteX2638" fmla="*/ 2676229 w 3405180"/>
                        <a:gd name="connsiteY2638" fmla="*/ 1147805 h 1830540"/>
                        <a:gd name="connsiteX2639" fmla="*/ 2671471 w 3405180"/>
                        <a:gd name="connsiteY2639" fmla="*/ 1139479 h 1830540"/>
                        <a:gd name="connsiteX2640" fmla="*/ 2664335 w 3405180"/>
                        <a:gd name="connsiteY2640" fmla="*/ 1140668 h 1830540"/>
                        <a:gd name="connsiteX2641" fmla="*/ 2667903 w 3405180"/>
                        <a:gd name="connsiteY2641" fmla="*/ 1147805 h 1830540"/>
                        <a:gd name="connsiteX2642" fmla="*/ 2670282 w 3405180"/>
                        <a:gd name="connsiteY2642" fmla="*/ 1152563 h 1830540"/>
                        <a:gd name="connsiteX2643" fmla="*/ 2672660 w 3405180"/>
                        <a:gd name="connsiteY2643" fmla="*/ 1156131 h 1830540"/>
                        <a:gd name="connsiteX2644" fmla="*/ 2671471 w 3405180"/>
                        <a:gd name="connsiteY2644" fmla="*/ 1160889 h 1830540"/>
                        <a:gd name="connsiteX2645" fmla="*/ 2673850 w 3405180"/>
                        <a:gd name="connsiteY2645" fmla="*/ 1166836 h 1830540"/>
                        <a:gd name="connsiteX2646" fmla="*/ 2669092 w 3405180"/>
                        <a:gd name="connsiteY2646" fmla="*/ 1176351 h 1830540"/>
                        <a:gd name="connsiteX2647" fmla="*/ 2669092 w 3405180"/>
                        <a:gd name="connsiteY2647" fmla="*/ 1168025 h 1830540"/>
                        <a:gd name="connsiteX2648" fmla="*/ 2667903 w 3405180"/>
                        <a:gd name="connsiteY2648" fmla="*/ 1159699 h 1830540"/>
                        <a:gd name="connsiteX2649" fmla="*/ 2665524 w 3405180"/>
                        <a:gd name="connsiteY2649" fmla="*/ 1154942 h 1830540"/>
                        <a:gd name="connsiteX2650" fmla="*/ 2664335 w 3405180"/>
                        <a:gd name="connsiteY2650" fmla="*/ 1158510 h 1830540"/>
                        <a:gd name="connsiteX2651" fmla="*/ 2664335 w 3405180"/>
                        <a:gd name="connsiteY2651" fmla="*/ 1168025 h 1830540"/>
                        <a:gd name="connsiteX2652" fmla="*/ 2659577 w 3405180"/>
                        <a:gd name="connsiteY2652" fmla="*/ 1173972 h 1830540"/>
                        <a:gd name="connsiteX2653" fmla="*/ 2648872 w 3405180"/>
                        <a:gd name="connsiteY2653" fmla="*/ 1177541 h 1830540"/>
                        <a:gd name="connsiteX2654" fmla="*/ 2647683 w 3405180"/>
                        <a:gd name="connsiteY2654" fmla="*/ 1173972 h 1830540"/>
                        <a:gd name="connsiteX2655" fmla="*/ 2652441 w 3405180"/>
                        <a:gd name="connsiteY2655" fmla="*/ 1170404 h 1830540"/>
                        <a:gd name="connsiteX2656" fmla="*/ 2652441 w 3405180"/>
                        <a:gd name="connsiteY2656" fmla="*/ 1162078 h 1830540"/>
                        <a:gd name="connsiteX2657" fmla="*/ 2657198 w 3405180"/>
                        <a:gd name="connsiteY2657" fmla="*/ 1157320 h 1830540"/>
                        <a:gd name="connsiteX2658" fmla="*/ 2648872 w 3405180"/>
                        <a:gd name="connsiteY2658" fmla="*/ 1157320 h 1830540"/>
                        <a:gd name="connsiteX2659" fmla="*/ 2645303 w 3405180"/>
                        <a:gd name="connsiteY2659" fmla="*/ 1159699 h 1830540"/>
                        <a:gd name="connsiteX2660" fmla="*/ 2641735 w 3405180"/>
                        <a:gd name="connsiteY2660" fmla="*/ 1158510 h 1830540"/>
                        <a:gd name="connsiteX2661" fmla="*/ 2636977 w 3405180"/>
                        <a:gd name="connsiteY2661" fmla="*/ 1164457 h 1830540"/>
                        <a:gd name="connsiteX2662" fmla="*/ 2631030 w 3405180"/>
                        <a:gd name="connsiteY2662" fmla="*/ 1165646 h 1830540"/>
                        <a:gd name="connsiteX2663" fmla="*/ 2628652 w 3405180"/>
                        <a:gd name="connsiteY2663" fmla="*/ 1169215 h 1830540"/>
                        <a:gd name="connsiteX2664" fmla="*/ 2625083 w 3405180"/>
                        <a:gd name="connsiteY2664" fmla="*/ 1160889 h 1830540"/>
                        <a:gd name="connsiteX2665" fmla="*/ 2623894 w 3405180"/>
                        <a:gd name="connsiteY2665" fmla="*/ 1148994 h 1830540"/>
                        <a:gd name="connsiteX2666" fmla="*/ 2615568 w 3405180"/>
                        <a:gd name="connsiteY2666" fmla="*/ 1138289 h 1830540"/>
                        <a:gd name="connsiteX2667" fmla="*/ 2615568 w 3405180"/>
                        <a:gd name="connsiteY2667" fmla="*/ 1127584 h 1830540"/>
                        <a:gd name="connsiteX2668" fmla="*/ 2607241 w 3405180"/>
                        <a:gd name="connsiteY2668" fmla="*/ 1127584 h 1830540"/>
                        <a:gd name="connsiteX2669" fmla="*/ 2600105 w 3405180"/>
                        <a:gd name="connsiteY2669" fmla="*/ 1132342 h 1830540"/>
                        <a:gd name="connsiteX2670" fmla="*/ 2594158 w 3405180"/>
                        <a:gd name="connsiteY2670" fmla="*/ 1135910 h 1830540"/>
                        <a:gd name="connsiteX2671" fmla="*/ 2589400 w 3405180"/>
                        <a:gd name="connsiteY2671" fmla="*/ 1138289 h 1830540"/>
                        <a:gd name="connsiteX2672" fmla="*/ 2583453 w 3405180"/>
                        <a:gd name="connsiteY2672" fmla="*/ 1132342 h 1830540"/>
                        <a:gd name="connsiteX2673" fmla="*/ 2576316 w 3405180"/>
                        <a:gd name="connsiteY2673" fmla="*/ 1132342 h 1830540"/>
                        <a:gd name="connsiteX2674" fmla="*/ 2572748 w 3405180"/>
                        <a:gd name="connsiteY2674" fmla="*/ 1126395 h 1830540"/>
                        <a:gd name="connsiteX2675" fmla="*/ 2576316 w 3405180"/>
                        <a:gd name="connsiteY2675" fmla="*/ 1120448 h 1830540"/>
                        <a:gd name="connsiteX2676" fmla="*/ 2578695 w 3405180"/>
                        <a:gd name="connsiteY2676" fmla="*/ 1113311 h 1830540"/>
                        <a:gd name="connsiteX2677" fmla="*/ 2582264 w 3405180"/>
                        <a:gd name="connsiteY2677" fmla="*/ 1108553 h 1830540"/>
                        <a:gd name="connsiteX2678" fmla="*/ 2583453 w 3405180"/>
                        <a:gd name="connsiteY2678" fmla="*/ 1102606 h 1830540"/>
                        <a:gd name="connsiteX2679" fmla="*/ 2588211 w 3405180"/>
                        <a:gd name="connsiteY2679" fmla="*/ 1096659 h 1830540"/>
                        <a:gd name="connsiteX2680" fmla="*/ 2589400 w 3405180"/>
                        <a:gd name="connsiteY2680" fmla="*/ 1088333 h 1830540"/>
                        <a:gd name="connsiteX2681" fmla="*/ 2597726 w 3405180"/>
                        <a:gd name="connsiteY2681" fmla="*/ 1082386 h 1830540"/>
                        <a:gd name="connsiteX2682" fmla="*/ 2597726 w 3405180"/>
                        <a:gd name="connsiteY2682" fmla="*/ 1076439 h 1830540"/>
                        <a:gd name="connsiteX2683" fmla="*/ 2601294 w 3405180"/>
                        <a:gd name="connsiteY2683" fmla="*/ 1069302 h 1830540"/>
                        <a:gd name="connsiteX2684" fmla="*/ 2604863 w 3405180"/>
                        <a:gd name="connsiteY2684" fmla="*/ 1063355 h 1830540"/>
                        <a:gd name="connsiteX2685" fmla="*/ 2604863 w 3405180"/>
                        <a:gd name="connsiteY2685" fmla="*/ 1057408 h 1830540"/>
                        <a:gd name="connsiteX2686" fmla="*/ 2608431 w 3405180"/>
                        <a:gd name="connsiteY2686" fmla="*/ 1052650 h 1830540"/>
                        <a:gd name="connsiteX2687" fmla="*/ 2608431 w 3405180"/>
                        <a:gd name="connsiteY2687" fmla="*/ 1033619 h 1830540"/>
                        <a:gd name="connsiteX2688" fmla="*/ 2610810 w 3405180"/>
                        <a:gd name="connsiteY2688" fmla="*/ 1027672 h 1830540"/>
                        <a:gd name="connsiteX2689" fmla="*/ 2613189 w 3405180"/>
                        <a:gd name="connsiteY2689" fmla="*/ 1022914 h 1830540"/>
                        <a:gd name="connsiteX2690" fmla="*/ 2615568 w 3405180"/>
                        <a:gd name="connsiteY2690" fmla="*/ 1013399 h 1830540"/>
                        <a:gd name="connsiteX2691" fmla="*/ 2619136 w 3405180"/>
                        <a:gd name="connsiteY2691" fmla="*/ 1008641 h 1830540"/>
                        <a:gd name="connsiteX2692" fmla="*/ 2621515 w 3405180"/>
                        <a:gd name="connsiteY2692" fmla="*/ 1000315 h 1830540"/>
                        <a:gd name="connsiteX2693" fmla="*/ 2625083 w 3405180"/>
                        <a:gd name="connsiteY2693" fmla="*/ 993178 h 1830540"/>
                        <a:gd name="connsiteX2694" fmla="*/ 2627462 w 3405180"/>
                        <a:gd name="connsiteY2694" fmla="*/ 989610 h 1830540"/>
                        <a:gd name="connsiteX2695" fmla="*/ 2627462 w 3405180"/>
                        <a:gd name="connsiteY2695" fmla="*/ 983663 h 1830540"/>
                        <a:gd name="connsiteX2696" fmla="*/ 2625083 w 3405180"/>
                        <a:gd name="connsiteY2696" fmla="*/ 978905 h 1830540"/>
                        <a:gd name="connsiteX2697" fmla="*/ 2627462 w 3405180"/>
                        <a:gd name="connsiteY2697" fmla="*/ 977716 h 1830540"/>
                        <a:gd name="connsiteX2698" fmla="*/ 2628652 w 3405180"/>
                        <a:gd name="connsiteY2698" fmla="*/ 970579 h 1830540"/>
                        <a:gd name="connsiteX2699" fmla="*/ 2633409 w 3405180"/>
                        <a:gd name="connsiteY2699" fmla="*/ 970579 h 1830540"/>
                        <a:gd name="connsiteX2700" fmla="*/ 2631030 w 3405180"/>
                        <a:gd name="connsiteY2700" fmla="*/ 959874 h 1830540"/>
                        <a:gd name="connsiteX2701" fmla="*/ 2629841 w 3405180"/>
                        <a:gd name="connsiteY2701" fmla="*/ 949169 h 1830540"/>
                        <a:gd name="connsiteX2702" fmla="*/ 2628652 w 3405180"/>
                        <a:gd name="connsiteY2702" fmla="*/ 939654 h 1830540"/>
                        <a:gd name="connsiteX2703" fmla="*/ 2640546 w 3405180"/>
                        <a:gd name="connsiteY2703" fmla="*/ 927759 h 1830540"/>
                        <a:gd name="connsiteX2704" fmla="*/ 2640546 w 3405180"/>
                        <a:gd name="connsiteY2704" fmla="*/ 921812 h 1830540"/>
                        <a:gd name="connsiteX2705" fmla="*/ 2642924 w 3405180"/>
                        <a:gd name="connsiteY2705" fmla="*/ 915865 h 1830540"/>
                        <a:gd name="connsiteX2706" fmla="*/ 2635788 w 3405180"/>
                        <a:gd name="connsiteY2706" fmla="*/ 903971 h 1830540"/>
                        <a:gd name="connsiteX2707" fmla="*/ 2641735 w 3405180"/>
                        <a:gd name="connsiteY2707" fmla="*/ 896834 h 1830540"/>
                        <a:gd name="connsiteX2708" fmla="*/ 2646493 w 3405180"/>
                        <a:gd name="connsiteY2708" fmla="*/ 888508 h 1830540"/>
                        <a:gd name="connsiteX2709" fmla="*/ 2652441 w 3405180"/>
                        <a:gd name="connsiteY2709" fmla="*/ 883750 h 1830540"/>
                        <a:gd name="connsiteX2710" fmla="*/ 2654819 w 3405180"/>
                        <a:gd name="connsiteY2710" fmla="*/ 876614 h 1830540"/>
                        <a:gd name="connsiteX2711" fmla="*/ 2663145 w 3405180"/>
                        <a:gd name="connsiteY2711" fmla="*/ 882561 h 1830540"/>
                        <a:gd name="connsiteX2712" fmla="*/ 2676229 w 3405180"/>
                        <a:gd name="connsiteY2712" fmla="*/ 873045 h 1830540"/>
                        <a:gd name="connsiteX2713" fmla="*/ 2685745 w 3405180"/>
                        <a:gd name="connsiteY2713" fmla="*/ 873045 h 1830540"/>
                        <a:gd name="connsiteX2714" fmla="*/ 2692881 w 3405180"/>
                        <a:gd name="connsiteY2714" fmla="*/ 868288 h 1830540"/>
                        <a:gd name="connsiteX2715" fmla="*/ 2697639 w 3405180"/>
                        <a:gd name="connsiteY2715" fmla="*/ 868288 h 1830540"/>
                        <a:gd name="connsiteX2716" fmla="*/ 2702396 w 3405180"/>
                        <a:gd name="connsiteY2716" fmla="*/ 864719 h 1830540"/>
                        <a:gd name="connsiteX2717" fmla="*/ 2709533 w 3405180"/>
                        <a:gd name="connsiteY2717" fmla="*/ 864719 h 1830540"/>
                        <a:gd name="connsiteX2718" fmla="*/ 2714291 w 3405180"/>
                        <a:gd name="connsiteY2718" fmla="*/ 861151 h 1830540"/>
                        <a:gd name="connsiteX2719" fmla="*/ 2715480 w 3405180"/>
                        <a:gd name="connsiteY2719" fmla="*/ 865909 h 1830540"/>
                        <a:gd name="connsiteX2720" fmla="*/ 2715480 w 3405180"/>
                        <a:gd name="connsiteY2720" fmla="*/ 870666 h 1830540"/>
                        <a:gd name="connsiteX2721" fmla="*/ 2720238 w 3405180"/>
                        <a:gd name="connsiteY2721" fmla="*/ 873045 h 1830540"/>
                        <a:gd name="connsiteX2722" fmla="*/ 2722617 w 3405180"/>
                        <a:gd name="connsiteY2722" fmla="*/ 875424 h 1830540"/>
                        <a:gd name="connsiteX2723" fmla="*/ 2727375 w 3405180"/>
                        <a:gd name="connsiteY2723" fmla="*/ 869477 h 1830540"/>
                        <a:gd name="connsiteX2724" fmla="*/ 2729754 w 3405180"/>
                        <a:gd name="connsiteY2724" fmla="*/ 864719 h 1830540"/>
                        <a:gd name="connsiteX2725" fmla="*/ 2723807 w 3405180"/>
                        <a:gd name="connsiteY2725" fmla="*/ 857583 h 1830540"/>
                        <a:gd name="connsiteX2726" fmla="*/ 2733322 w 3405180"/>
                        <a:gd name="connsiteY2726" fmla="*/ 856393 h 1830540"/>
                        <a:gd name="connsiteX2727" fmla="*/ 2740458 w 3405180"/>
                        <a:gd name="connsiteY2727" fmla="*/ 857583 h 1830540"/>
                        <a:gd name="connsiteX2728" fmla="*/ 2746405 w 3405180"/>
                        <a:gd name="connsiteY2728" fmla="*/ 854014 h 1830540"/>
                        <a:gd name="connsiteX2729" fmla="*/ 2754732 w 3405180"/>
                        <a:gd name="connsiteY2729" fmla="*/ 857583 h 1830540"/>
                        <a:gd name="connsiteX2730" fmla="*/ 2759490 w 3405180"/>
                        <a:gd name="connsiteY2730" fmla="*/ 858772 h 1830540"/>
                        <a:gd name="connsiteX2731" fmla="*/ 2764247 w 3405180"/>
                        <a:gd name="connsiteY2731" fmla="*/ 854014 h 1830540"/>
                        <a:gd name="connsiteX2732" fmla="*/ 2769005 w 3405180"/>
                        <a:gd name="connsiteY2732" fmla="*/ 849257 h 1830540"/>
                        <a:gd name="connsiteX2733" fmla="*/ 2778520 w 3405180"/>
                        <a:gd name="connsiteY2733" fmla="*/ 852825 h 1830540"/>
                        <a:gd name="connsiteX2734" fmla="*/ 2789226 w 3405180"/>
                        <a:gd name="connsiteY2734" fmla="*/ 849257 h 1830540"/>
                        <a:gd name="connsiteX2735" fmla="*/ 2786847 w 3405180"/>
                        <a:gd name="connsiteY2735" fmla="*/ 844499 h 1830540"/>
                        <a:gd name="connsiteX2736" fmla="*/ 2780899 w 3405180"/>
                        <a:gd name="connsiteY2736" fmla="*/ 844499 h 1830540"/>
                        <a:gd name="connsiteX2737" fmla="*/ 2778520 w 3405180"/>
                        <a:gd name="connsiteY2737" fmla="*/ 839741 h 1830540"/>
                        <a:gd name="connsiteX2738" fmla="*/ 2783278 w 3405180"/>
                        <a:gd name="connsiteY2738" fmla="*/ 839741 h 1830540"/>
                        <a:gd name="connsiteX2739" fmla="*/ 2789226 w 3405180"/>
                        <a:gd name="connsiteY2739" fmla="*/ 837362 h 1830540"/>
                        <a:gd name="connsiteX2740" fmla="*/ 2783278 w 3405180"/>
                        <a:gd name="connsiteY2740" fmla="*/ 832605 h 1830540"/>
                        <a:gd name="connsiteX2741" fmla="*/ 2786847 w 3405180"/>
                        <a:gd name="connsiteY2741" fmla="*/ 829036 h 1830540"/>
                        <a:gd name="connsiteX2742" fmla="*/ 2793983 w 3405180"/>
                        <a:gd name="connsiteY2742" fmla="*/ 820710 h 1830540"/>
                        <a:gd name="connsiteX2743" fmla="*/ 2804688 w 3405180"/>
                        <a:gd name="connsiteY2743" fmla="*/ 824279 h 1830540"/>
                        <a:gd name="connsiteX2744" fmla="*/ 2810635 w 3405180"/>
                        <a:gd name="connsiteY2744" fmla="*/ 820710 h 1830540"/>
                        <a:gd name="connsiteX2745" fmla="*/ 2816582 w 3405180"/>
                        <a:gd name="connsiteY2745" fmla="*/ 824279 h 1830540"/>
                        <a:gd name="connsiteX2746" fmla="*/ 2824909 w 3405180"/>
                        <a:gd name="connsiteY2746" fmla="*/ 824279 h 1830540"/>
                        <a:gd name="connsiteX2747" fmla="*/ 2830856 w 3405180"/>
                        <a:gd name="connsiteY2747" fmla="*/ 827847 h 1830540"/>
                        <a:gd name="connsiteX2748" fmla="*/ 2830856 w 3405180"/>
                        <a:gd name="connsiteY2748" fmla="*/ 824279 h 1830540"/>
                        <a:gd name="connsiteX2749" fmla="*/ 2835613 w 3405180"/>
                        <a:gd name="connsiteY2749" fmla="*/ 821900 h 1830540"/>
                        <a:gd name="connsiteX2750" fmla="*/ 2843939 w 3405180"/>
                        <a:gd name="connsiteY2750" fmla="*/ 824279 h 1830540"/>
                        <a:gd name="connsiteX2751" fmla="*/ 2851076 w 3405180"/>
                        <a:gd name="connsiteY2751" fmla="*/ 825468 h 1830540"/>
                        <a:gd name="connsiteX2752" fmla="*/ 2857023 w 3405180"/>
                        <a:gd name="connsiteY2752" fmla="*/ 831415 h 1830540"/>
                        <a:gd name="connsiteX2753" fmla="*/ 2864160 w 3405180"/>
                        <a:gd name="connsiteY2753" fmla="*/ 830226 h 1830540"/>
                        <a:gd name="connsiteX2754" fmla="*/ 2870107 w 3405180"/>
                        <a:gd name="connsiteY2754" fmla="*/ 827847 h 1830540"/>
                        <a:gd name="connsiteX2755" fmla="*/ 2867728 w 3405180"/>
                        <a:gd name="connsiteY2755" fmla="*/ 833794 h 1830540"/>
                        <a:gd name="connsiteX2756" fmla="*/ 2861781 w 3405180"/>
                        <a:gd name="connsiteY2756" fmla="*/ 838552 h 1830540"/>
                        <a:gd name="connsiteX2757" fmla="*/ 2853455 w 3405180"/>
                        <a:gd name="connsiteY2757" fmla="*/ 838552 h 1830540"/>
                        <a:gd name="connsiteX2758" fmla="*/ 2852265 w 3405180"/>
                        <a:gd name="connsiteY2758" fmla="*/ 845688 h 1830540"/>
                        <a:gd name="connsiteX2759" fmla="*/ 2847507 w 3405180"/>
                        <a:gd name="connsiteY2759" fmla="*/ 849257 h 1830540"/>
                        <a:gd name="connsiteX2760" fmla="*/ 2854644 w 3405180"/>
                        <a:gd name="connsiteY2760" fmla="*/ 851636 h 1830540"/>
                        <a:gd name="connsiteX2761" fmla="*/ 2860592 w 3405180"/>
                        <a:gd name="connsiteY2761" fmla="*/ 858772 h 1830540"/>
                        <a:gd name="connsiteX2762" fmla="*/ 2867728 w 3405180"/>
                        <a:gd name="connsiteY2762" fmla="*/ 856393 h 1830540"/>
                        <a:gd name="connsiteX2763" fmla="*/ 2873675 w 3405180"/>
                        <a:gd name="connsiteY2763" fmla="*/ 852825 h 1830540"/>
                        <a:gd name="connsiteX2764" fmla="*/ 2876054 w 3405180"/>
                        <a:gd name="connsiteY2764" fmla="*/ 846878 h 1830540"/>
                        <a:gd name="connsiteX2765" fmla="*/ 2878433 w 3405180"/>
                        <a:gd name="connsiteY2765" fmla="*/ 844499 h 1830540"/>
                        <a:gd name="connsiteX2766" fmla="*/ 2876054 w 3405180"/>
                        <a:gd name="connsiteY2766" fmla="*/ 838552 h 1830540"/>
                        <a:gd name="connsiteX2767" fmla="*/ 2887949 w 3405180"/>
                        <a:gd name="connsiteY2767" fmla="*/ 846878 h 1830540"/>
                        <a:gd name="connsiteX2768" fmla="*/ 2890328 w 3405180"/>
                        <a:gd name="connsiteY2768" fmla="*/ 839741 h 1830540"/>
                        <a:gd name="connsiteX2769" fmla="*/ 2896275 w 3405180"/>
                        <a:gd name="connsiteY2769" fmla="*/ 833794 h 1830540"/>
                        <a:gd name="connsiteX2770" fmla="*/ 2898653 w 3405180"/>
                        <a:gd name="connsiteY2770" fmla="*/ 825468 h 1830540"/>
                        <a:gd name="connsiteX2771" fmla="*/ 2902222 w 3405180"/>
                        <a:gd name="connsiteY2771" fmla="*/ 829036 h 1830540"/>
                        <a:gd name="connsiteX2772" fmla="*/ 2908169 w 3405180"/>
                        <a:gd name="connsiteY2772" fmla="*/ 826657 h 1830540"/>
                        <a:gd name="connsiteX2773" fmla="*/ 2910547 w 3405180"/>
                        <a:gd name="connsiteY2773" fmla="*/ 832605 h 1830540"/>
                        <a:gd name="connsiteX2774" fmla="*/ 2920063 w 3405180"/>
                        <a:gd name="connsiteY2774" fmla="*/ 826657 h 1830540"/>
                        <a:gd name="connsiteX2775" fmla="*/ 2918874 w 3405180"/>
                        <a:gd name="connsiteY2775" fmla="*/ 821900 h 1830540"/>
                        <a:gd name="connsiteX2776" fmla="*/ 2926011 w 3405180"/>
                        <a:gd name="connsiteY2776" fmla="*/ 821900 h 1830540"/>
                        <a:gd name="connsiteX2777" fmla="*/ 2929579 w 3405180"/>
                        <a:gd name="connsiteY2777" fmla="*/ 819521 h 1830540"/>
                        <a:gd name="connsiteX2778" fmla="*/ 2933147 w 3405180"/>
                        <a:gd name="connsiteY2778" fmla="*/ 818331 h 1830540"/>
                        <a:gd name="connsiteX2779" fmla="*/ 2929579 w 3405180"/>
                        <a:gd name="connsiteY2779" fmla="*/ 812384 h 1830540"/>
                        <a:gd name="connsiteX2780" fmla="*/ 2928389 w 3405180"/>
                        <a:gd name="connsiteY2780" fmla="*/ 806437 h 1830540"/>
                        <a:gd name="connsiteX2781" fmla="*/ 2920063 w 3405180"/>
                        <a:gd name="connsiteY2781" fmla="*/ 802869 h 1830540"/>
                        <a:gd name="connsiteX2782" fmla="*/ 2917684 w 3405180"/>
                        <a:gd name="connsiteY2782" fmla="*/ 807626 h 1830540"/>
                        <a:gd name="connsiteX2783" fmla="*/ 2911737 w 3405180"/>
                        <a:gd name="connsiteY2783" fmla="*/ 805247 h 1830540"/>
                        <a:gd name="connsiteX2784" fmla="*/ 2909358 w 3405180"/>
                        <a:gd name="connsiteY2784" fmla="*/ 808816 h 1830540"/>
                        <a:gd name="connsiteX2785" fmla="*/ 2904600 w 3405180"/>
                        <a:gd name="connsiteY2785" fmla="*/ 811195 h 1830540"/>
                        <a:gd name="connsiteX2786" fmla="*/ 2901032 w 3405180"/>
                        <a:gd name="connsiteY2786" fmla="*/ 806437 h 1830540"/>
                        <a:gd name="connsiteX2787" fmla="*/ 2904600 w 3405180"/>
                        <a:gd name="connsiteY2787" fmla="*/ 801679 h 1830540"/>
                        <a:gd name="connsiteX2788" fmla="*/ 2898653 w 3405180"/>
                        <a:gd name="connsiteY2788" fmla="*/ 792164 h 1830540"/>
                        <a:gd name="connsiteX2789" fmla="*/ 2902222 w 3405180"/>
                        <a:gd name="connsiteY2789" fmla="*/ 789785 h 1830540"/>
                        <a:gd name="connsiteX2790" fmla="*/ 2896275 w 3405180"/>
                        <a:gd name="connsiteY2790" fmla="*/ 781459 h 1830540"/>
                        <a:gd name="connsiteX2791" fmla="*/ 2898653 w 3405180"/>
                        <a:gd name="connsiteY2791" fmla="*/ 776701 h 1830540"/>
                        <a:gd name="connsiteX2792" fmla="*/ 2899843 w 3405180"/>
                        <a:gd name="connsiteY2792" fmla="*/ 767186 h 1830540"/>
                        <a:gd name="connsiteX2793" fmla="*/ 2903411 w 3405180"/>
                        <a:gd name="connsiteY2793" fmla="*/ 762428 h 1830540"/>
                        <a:gd name="connsiteX2794" fmla="*/ 2904600 w 3405180"/>
                        <a:gd name="connsiteY2794" fmla="*/ 755291 h 1830540"/>
                        <a:gd name="connsiteX2795" fmla="*/ 2908169 w 3405180"/>
                        <a:gd name="connsiteY2795" fmla="*/ 750534 h 1830540"/>
                        <a:gd name="connsiteX2796" fmla="*/ 2908169 w 3405180"/>
                        <a:gd name="connsiteY2796" fmla="*/ 744586 h 1830540"/>
                        <a:gd name="connsiteX2797" fmla="*/ 2910547 w 3405180"/>
                        <a:gd name="connsiteY2797" fmla="*/ 741018 h 1830540"/>
                        <a:gd name="connsiteX2798" fmla="*/ 2903411 w 3405180"/>
                        <a:gd name="connsiteY2798" fmla="*/ 730313 h 1830540"/>
                        <a:gd name="connsiteX2799" fmla="*/ 2905790 w 3405180"/>
                        <a:gd name="connsiteY2799" fmla="*/ 721987 h 1830540"/>
                        <a:gd name="connsiteX2800" fmla="*/ 2906979 w 3405180"/>
                        <a:gd name="connsiteY2800" fmla="*/ 716040 h 1830540"/>
                        <a:gd name="connsiteX2801" fmla="*/ 2910547 w 3405180"/>
                        <a:gd name="connsiteY2801" fmla="*/ 711282 h 1830540"/>
                        <a:gd name="connsiteX2802" fmla="*/ 2905790 w 3405180"/>
                        <a:gd name="connsiteY2802" fmla="*/ 704146 h 1830540"/>
                        <a:gd name="connsiteX2803" fmla="*/ 2904600 w 3405180"/>
                        <a:gd name="connsiteY2803" fmla="*/ 698198 h 1830540"/>
                        <a:gd name="connsiteX2804" fmla="*/ 2901032 w 3405180"/>
                        <a:gd name="connsiteY2804" fmla="*/ 694630 h 1830540"/>
                        <a:gd name="connsiteX2805" fmla="*/ 2905790 w 3405180"/>
                        <a:gd name="connsiteY2805" fmla="*/ 691062 h 1830540"/>
                        <a:gd name="connsiteX2806" fmla="*/ 2905790 w 3405180"/>
                        <a:gd name="connsiteY2806" fmla="*/ 682736 h 1830540"/>
                        <a:gd name="connsiteX2807" fmla="*/ 2909358 w 3405180"/>
                        <a:gd name="connsiteY2807" fmla="*/ 677978 h 1830540"/>
                        <a:gd name="connsiteX2808" fmla="*/ 2914116 w 3405180"/>
                        <a:gd name="connsiteY2808" fmla="*/ 673220 h 1830540"/>
                        <a:gd name="connsiteX2809" fmla="*/ 2921253 w 3405180"/>
                        <a:gd name="connsiteY2809" fmla="*/ 673220 h 1830540"/>
                        <a:gd name="connsiteX2810" fmla="*/ 2926011 w 3405180"/>
                        <a:gd name="connsiteY2810" fmla="*/ 674410 h 1830540"/>
                        <a:gd name="connsiteX2811" fmla="*/ 2929579 w 3405180"/>
                        <a:gd name="connsiteY2811" fmla="*/ 669652 h 1830540"/>
                        <a:gd name="connsiteX2812" fmla="*/ 2939094 w 3405180"/>
                        <a:gd name="connsiteY2812" fmla="*/ 668462 h 1830540"/>
                        <a:gd name="connsiteX2813" fmla="*/ 2947420 w 3405180"/>
                        <a:gd name="connsiteY2813" fmla="*/ 660136 h 1830540"/>
                        <a:gd name="connsiteX2814" fmla="*/ 2954557 w 3405180"/>
                        <a:gd name="connsiteY2814" fmla="*/ 662515 h 1830540"/>
                        <a:gd name="connsiteX2815" fmla="*/ 2959315 w 3405180"/>
                        <a:gd name="connsiteY2815" fmla="*/ 663705 h 1830540"/>
                        <a:gd name="connsiteX2816" fmla="*/ 2962883 w 3405180"/>
                        <a:gd name="connsiteY2816" fmla="*/ 669652 h 1830540"/>
                        <a:gd name="connsiteX2817" fmla="*/ 2968830 w 3405180"/>
                        <a:gd name="connsiteY2817" fmla="*/ 664894 h 1830540"/>
                        <a:gd name="connsiteX2818" fmla="*/ 2970019 w 3405180"/>
                        <a:gd name="connsiteY2818" fmla="*/ 657758 h 1830540"/>
                        <a:gd name="connsiteX2819" fmla="*/ 2973588 w 3405180"/>
                        <a:gd name="connsiteY2819" fmla="*/ 654189 h 1830540"/>
                        <a:gd name="connsiteX2820" fmla="*/ 2974777 w 3405180"/>
                        <a:gd name="connsiteY2820" fmla="*/ 648242 h 1830540"/>
                        <a:gd name="connsiteX2821" fmla="*/ 2978345 w 3405180"/>
                        <a:gd name="connsiteY2821" fmla="*/ 654189 h 1830540"/>
                        <a:gd name="connsiteX2822" fmla="*/ 2983103 w 3405180"/>
                        <a:gd name="connsiteY2822" fmla="*/ 658947 h 1830540"/>
                        <a:gd name="connsiteX2823" fmla="*/ 2981913 w 3405180"/>
                        <a:gd name="connsiteY2823" fmla="*/ 666084 h 1830540"/>
                        <a:gd name="connsiteX2824" fmla="*/ 2984292 w 3405180"/>
                        <a:gd name="connsiteY2824" fmla="*/ 673220 h 1830540"/>
                        <a:gd name="connsiteX2825" fmla="*/ 2981913 w 3405180"/>
                        <a:gd name="connsiteY2825" fmla="*/ 676788 h 1830540"/>
                        <a:gd name="connsiteX2826" fmla="*/ 2985482 w 3405180"/>
                        <a:gd name="connsiteY2826" fmla="*/ 682736 h 1830540"/>
                        <a:gd name="connsiteX2827" fmla="*/ 2983103 w 3405180"/>
                        <a:gd name="connsiteY2827" fmla="*/ 687493 h 1830540"/>
                        <a:gd name="connsiteX2828" fmla="*/ 2985482 w 3405180"/>
                        <a:gd name="connsiteY2828" fmla="*/ 692251 h 1830540"/>
                        <a:gd name="connsiteX2829" fmla="*/ 2981913 w 3405180"/>
                        <a:gd name="connsiteY2829" fmla="*/ 695820 h 1830540"/>
                        <a:gd name="connsiteX2830" fmla="*/ 2989050 w 3405180"/>
                        <a:gd name="connsiteY2830" fmla="*/ 695820 h 1830540"/>
                        <a:gd name="connsiteX2831" fmla="*/ 2993808 w 3405180"/>
                        <a:gd name="connsiteY2831" fmla="*/ 698198 h 1830540"/>
                        <a:gd name="connsiteX2832" fmla="*/ 2996187 w 3405180"/>
                        <a:gd name="connsiteY2832" fmla="*/ 707714 h 1830540"/>
                        <a:gd name="connsiteX2833" fmla="*/ 2998566 w 3405180"/>
                        <a:gd name="connsiteY2833" fmla="*/ 701767 h 1830540"/>
                        <a:gd name="connsiteX2834" fmla="*/ 3003324 w 3405180"/>
                        <a:gd name="connsiteY2834" fmla="*/ 699388 h 1830540"/>
                        <a:gd name="connsiteX2835" fmla="*/ 3005702 w 3405180"/>
                        <a:gd name="connsiteY2835" fmla="*/ 697009 h 1830540"/>
                        <a:gd name="connsiteX2836" fmla="*/ 3008081 w 3405180"/>
                        <a:gd name="connsiteY2836" fmla="*/ 701767 h 1830540"/>
                        <a:gd name="connsiteX2837" fmla="*/ 3005702 w 3405180"/>
                        <a:gd name="connsiteY2837" fmla="*/ 706524 h 1830540"/>
                        <a:gd name="connsiteX2838" fmla="*/ 3008081 w 3405180"/>
                        <a:gd name="connsiteY2838" fmla="*/ 712472 h 1830540"/>
                        <a:gd name="connsiteX2839" fmla="*/ 3010460 w 3405180"/>
                        <a:gd name="connsiteY2839" fmla="*/ 717229 h 1830540"/>
                        <a:gd name="connsiteX2840" fmla="*/ 3014028 w 3405180"/>
                        <a:gd name="connsiteY2840" fmla="*/ 711282 h 1830540"/>
                        <a:gd name="connsiteX2841" fmla="*/ 3018786 w 3405180"/>
                        <a:gd name="connsiteY2841" fmla="*/ 705335 h 1830540"/>
                        <a:gd name="connsiteX2842" fmla="*/ 3021165 w 3405180"/>
                        <a:gd name="connsiteY2842" fmla="*/ 695820 h 1830540"/>
                        <a:gd name="connsiteX2843" fmla="*/ 3021165 w 3405180"/>
                        <a:gd name="connsiteY2843" fmla="*/ 686304 h 1830540"/>
                        <a:gd name="connsiteX2844" fmla="*/ 3023544 w 3405180"/>
                        <a:gd name="connsiteY2844" fmla="*/ 682736 h 1830540"/>
                        <a:gd name="connsiteX2845" fmla="*/ 3022355 w 3405180"/>
                        <a:gd name="connsiteY2845" fmla="*/ 679167 h 1830540"/>
                        <a:gd name="connsiteX2846" fmla="*/ 3025923 w 3405180"/>
                        <a:gd name="connsiteY2846" fmla="*/ 674410 h 1830540"/>
                        <a:gd name="connsiteX2847" fmla="*/ 3023544 w 3405180"/>
                        <a:gd name="connsiteY2847" fmla="*/ 669652 h 1830540"/>
                        <a:gd name="connsiteX2848" fmla="*/ 3027113 w 3405180"/>
                        <a:gd name="connsiteY2848" fmla="*/ 664894 h 1830540"/>
                        <a:gd name="connsiteX2849" fmla="*/ 3023544 w 3405180"/>
                        <a:gd name="connsiteY2849" fmla="*/ 657758 h 1830540"/>
                        <a:gd name="connsiteX2850" fmla="*/ 3024734 w 3405180"/>
                        <a:gd name="connsiteY2850" fmla="*/ 653000 h 1830540"/>
                        <a:gd name="connsiteX2851" fmla="*/ 3028302 w 3405180"/>
                        <a:gd name="connsiteY2851" fmla="*/ 647053 h 1830540"/>
                        <a:gd name="connsiteX2852" fmla="*/ 3037817 w 3405180"/>
                        <a:gd name="connsiteY2852" fmla="*/ 645863 h 1830540"/>
                        <a:gd name="connsiteX2853" fmla="*/ 3044954 w 3405180"/>
                        <a:gd name="connsiteY2853" fmla="*/ 650621 h 1830540"/>
                        <a:gd name="connsiteX2854" fmla="*/ 3042575 w 3405180"/>
                        <a:gd name="connsiteY2854" fmla="*/ 645863 h 1830540"/>
                        <a:gd name="connsiteX2855" fmla="*/ 3040196 w 3405180"/>
                        <a:gd name="connsiteY2855" fmla="*/ 637537 h 1830540"/>
                        <a:gd name="connsiteX2856" fmla="*/ 3035438 w 3405180"/>
                        <a:gd name="connsiteY2856" fmla="*/ 635158 h 1830540"/>
                        <a:gd name="connsiteX2857" fmla="*/ 3030681 w 3405180"/>
                        <a:gd name="connsiteY2857" fmla="*/ 624453 h 1830540"/>
                        <a:gd name="connsiteX2858" fmla="*/ 3022355 w 3405180"/>
                        <a:gd name="connsiteY2858" fmla="*/ 613748 h 1830540"/>
                        <a:gd name="connsiteX2859" fmla="*/ 3023544 w 3405180"/>
                        <a:gd name="connsiteY2859" fmla="*/ 603044 h 1830540"/>
                        <a:gd name="connsiteX2860" fmla="*/ 3017597 w 3405180"/>
                        <a:gd name="connsiteY2860" fmla="*/ 594718 h 1830540"/>
                        <a:gd name="connsiteX2861" fmla="*/ 3021165 w 3405180"/>
                        <a:gd name="connsiteY2861" fmla="*/ 585202 h 1830540"/>
                        <a:gd name="connsiteX2862" fmla="*/ 3028302 w 3405180"/>
                        <a:gd name="connsiteY2862" fmla="*/ 584013 h 1830540"/>
                        <a:gd name="connsiteX2863" fmla="*/ 3033060 w 3405180"/>
                        <a:gd name="connsiteY2863" fmla="*/ 579255 h 1830540"/>
                        <a:gd name="connsiteX2864" fmla="*/ 3039007 w 3405180"/>
                        <a:gd name="connsiteY2864" fmla="*/ 579255 h 1830540"/>
                        <a:gd name="connsiteX2865" fmla="*/ 3042575 w 3405180"/>
                        <a:gd name="connsiteY2865" fmla="*/ 576876 h 1830540"/>
                        <a:gd name="connsiteX2866" fmla="*/ 3049711 w 3405180"/>
                        <a:gd name="connsiteY2866" fmla="*/ 582823 h 1830540"/>
                        <a:gd name="connsiteX2867" fmla="*/ 3058038 w 3405180"/>
                        <a:gd name="connsiteY2867" fmla="*/ 584013 h 1830540"/>
                        <a:gd name="connsiteX2868" fmla="*/ 3066364 w 3405180"/>
                        <a:gd name="connsiteY2868" fmla="*/ 584013 h 1830540"/>
                        <a:gd name="connsiteX2869" fmla="*/ 3060417 w 3405180"/>
                        <a:gd name="connsiteY2869" fmla="*/ 587581 h 1830540"/>
                        <a:gd name="connsiteX2870" fmla="*/ 3062796 w 3405180"/>
                        <a:gd name="connsiteY2870" fmla="*/ 591149 h 1830540"/>
                        <a:gd name="connsiteX2871" fmla="*/ 3050901 w 3405180"/>
                        <a:gd name="connsiteY2871" fmla="*/ 591149 h 1830540"/>
                        <a:gd name="connsiteX2872" fmla="*/ 3044954 w 3405180"/>
                        <a:gd name="connsiteY2872" fmla="*/ 603044 h 1830540"/>
                        <a:gd name="connsiteX2873" fmla="*/ 3048522 w 3405180"/>
                        <a:gd name="connsiteY2873" fmla="*/ 608991 h 1830540"/>
                        <a:gd name="connsiteX2874" fmla="*/ 3049711 w 3405180"/>
                        <a:gd name="connsiteY2874" fmla="*/ 614938 h 1830540"/>
                        <a:gd name="connsiteX2875" fmla="*/ 3052090 w 3405180"/>
                        <a:gd name="connsiteY2875" fmla="*/ 618506 h 1830540"/>
                        <a:gd name="connsiteX2876" fmla="*/ 3058038 w 3405180"/>
                        <a:gd name="connsiteY2876" fmla="*/ 626832 h 1830540"/>
                        <a:gd name="connsiteX2877" fmla="*/ 3060417 w 3405180"/>
                        <a:gd name="connsiteY2877" fmla="*/ 633969 h 1830540"/>
                        <a:gd name="connsiteX2878" fmla="*/ 3065174 w 3405180"/>
                        <a:gd name="connsiteY2878" fmla="*/ 637537 h 1830540"/>
                        <a:gd name="connsiteX2879" fmla="*/ 3062796 w 3405180"/>
                        <a:gd name="connsiteY2879" fmla="*/ 647053 h 1830540"/>
                        <a:gd name="connsiteX2880" fmla="*/ 3065174 w 3405180"/>
                        <a:gd name="connsiteY2880" fmla="*/ 660136 h 1830540"/>
                        <a:gd name="connsiteX2881" fmla="*/ 3071121 w 3405180"/>
                        <a:gd name="connsiteY2881" fmla="*/ 656568 h 1830540"/>
                        <a:gd name="connsiteX2882" fmla="*/ 3073500 w 3405180"/>
                        <a:gd name="connsiteY2882" fmla="*/ 663705 h 1830540"/>
                        <a:gd name="connsiteX2883" fmla="*/ 3072311 w 3405180"/>
                        <a:gd name="connsiteY2883" fmla="*/ 669652 h 1830540"/>
                        <a:gd name="connsiteX2884" fmla="*/ 3071121 w 3405180"/>
                        <a:gd name="connsiteY2884" fmla="*/ 685115 h 1830540"/>
                        <a:gd name="connsiteX2885" fmla="*/ 3080637 w 3405180"/>
                        <a:gd name="connsiteY2885" fmla="*/ 685115 h 1830540"/>
                        <a:gd name="connsiteX2886" fmla="*/ 3084205 w 3405180"/>
                        <a:gd name="connsiteY2886" fmla="*/ 689872 h 1830540"/>
                        <a:gd name="connsiteX2887" fmla="*/ 3075879 w 3405180"/>
                        <a:gd name="connsiteY2887" fmla="*/ 693441 h 1830540"/>
                        <a:gd name="connsiteX2888" fmla="*/ 3068743 w 3405180"/>
                        <a:gd name="connsiteY2888" fmla="*/ 697009 h 1830540"/>
                        <a:gd name="connsiteX2889" fmla="*/ 3065174 w 3405180"/>
                        <a:gd name="connsiteY2889" fmla="*/ 706524 h 1830540"/>
                        <a:gd name="connsiteX2890" fmla="*/ 3058038 w 3405180"/>
                        <a:gd name="connsiteY2890" fmla="*/ 711282 h 1830540"/>
                        <a:gd name="connsiteX2891" fmla="*/ 3053280 w 3405180"/>
                        <a:gd name="connsiteY2891" fmla="*/ 714851 h 1830540"/>
                        <a:gd name="connsiteX2892" fmla="*/ 3050901 w 3405180"/>
                        <a:gd name="connsiteY2892" fmla="*/ 720798 h 1830540"/>
                        <a:gd name="connsiteX2893" fmla="*/ 3052090 w 3405180"/>
                        <a:gd name="connsiteY2893" fmla="*/ 726745 h 1830540"/>
                        <a:gd name="connsiteX2894" fmla="*/ 3056848 w 3405180"/>
                        <a:gd name="connsiteY2894" fmla="*/ 730313 h 1830540"/>
                        <a:gd name="connsiteX2895" fmla="*/ 3055659 w 3405180"/>
                        <a:gd name="connsiteY2895" fmla="*/ 737450 h 1830540"/>
                        <a:gd name="connsiteX2896" fmla="*/ 3053280 w 3405180"/>
                        <a:gd name="connsiteY2896" fmla="*/ 744586 h 1830540"/>
                        <a:gd name="connsiteX2897" fmla="*/ 3056848 w 3405180"/>
                        <a:gd name="connsiteY2897" fmla="*/ 748155 h 1830540"/>
                        <a:gd name="connsiteX2898" fmla="*/ 3054469 w 3405180"/>
                        <a:gd name="connsiteY2898" fmla="*/ 755291 h 1830540"/>
                        <a:gd name="connsiteX2899" fmla="*/ 3054469 w 3405180"/>
                        <a:gd name="connsiteY2899" fmla="*/ 768375 h 1830540"/>
                        <a:gd name="connsiteX2900" fmla="*/ 3047332 w 3405180"/>
                        <a:gd name="connsiteY2900" fmla="*/ 774322 h 1830540"/>
                        <a:gd name="connsiteX2901" fmla="*/ 3048522 w 3405180"/>
                        <a:gd name="connsiteY2901" fmla="*/ 782648 h 1830540"/>
                        <a:gd name="connsiteX2902" fmla="*/ 3046143 w 3405180"/>
                        <a:gd name="connsiteY2902" fmla="*/ 792164 h 1830540"/>
                        <a:gd name="connsiteX2903" fmla="*/ 3050901 w 3405180"/>
                        <a:gd name="connsiteY2903" fmla="*/ 801679 h 1830540"/>
                        <a:gd name="connsiteX2904" fmla="*/ 3046143 w 3405180"/>
                        <a:gd name="connsiteY2904" fmla="*/ 802869 h 1830540"/>
                        <a:gd name="connsiteX2905" fmla="*/ 3047332 w 3405180"/>
                        <a:gd name="connsiteY2905" fmla="*/ 814763 h 1830540"/>
                        <a:gd name="connsiteX2906" fmla="*/ 3042575 w 3405180"/>
                        <a:gd name="connsiteY2906" fmla="*/ 821900 h 1830540"/>
                        <a:gd name="connsiteX2907" fmla="*/ 3044954 w 3405180"/>
                        <a:gd name="connsiteY2907" fmla="*/ 829036 h 1830540"/>
                        <a:gd name="connsiteX2908" fmla="*/ 3046143 w 3405180"/>
                        <a:gd name="connsiteY2908" fmla="*/ 842120 h 1830540"/>
                        <a:gd name="connsiteX2909" fmla="*/ 3048522 w 3405180"/>
                        <a:gd name="connsiteY2909" fmla="*/ 851636 h 1830540"/>
                        <a:gd name="connsiteX2910" fmla="*/ 3040196 w 3405180"/>
                        <a:gd name="connsiteY2910" fmla="*/ 862340 h 1830540"/>
                        <a:gd name="connsiteX2911" fmla="*/ 3043764 w 3405180"/>
                        <a:gd name="connsiteY2911" fmla="*/ 869477 h 1830540"/>
                        <a:gd name="connsiteX2912" fmla="*/ 3029491 w 3405180"/>
                        <a:gd name="connsiteY2912" fmla="*/ 869477 h 1830540"/>
                        <a:gd name="connsiteX2913" fmla="*/ 3029491 w 3405180"/>
                        <a:gd name="connsiteY2913" fmla="*/ 883750 h 1830540"/>
                        <a:gd name="connsiteX2914" fmla="*/ 3023544 w 3405180"/>
                        <a:gd name="connsiteY2914" fmla="*/ 890887 h 1830540"/>
                        <a:gd name="connsiteX2915" fmla="*/ 3014028 w 3405180"/>
                        <a:gd name="connsiteY2915" fmla="*/ 883750 h 1830540"/>
                        <a:gd name="connsiteX2916" fmla="*/ 3010460 w 3405180"/>
                        <a:gd name="connsiteY2916" fmla="*/ 890887 h 1830540"/>
                        <a:gd name="connsiteX2917" fmla="*/ 3019976 w 3405180"/>
                        <a:gd name="connsiteY2917" fmla="*/ 895645 h 1830540"/>
                        <a:gd name="connsiteX2918" fmla="*/ 3029491 w 3405180"/>
                        <a:gd name="connsiteY2918" fmla="*/ 907539 h 1830540"/>
                        <a:gd name="connsiteX2919" fmla="*/ 3025923 w 3405180"/>
                        <a:gd name="connsiteY2919" fmla="*/ 919433 h 1830540"/>
                        <a:gd name="connsiteX2920" fmla="*/ 3028302 w 3405180"/>
                        <a:gd name="connsiteY2920" fmla="*/ 925380 h 1830540"/>
                        <a:gd name="connsiteX2921" fmla="*/ 3023544 w 3405180"/>
                        <a:gd name="connsiteY2921" fmla="*/ 926570 h 1830540"/>
                        <a:gd name="connsiteX2922" fmla="*/ 3021165 w 3405180"/>
                        <a:gd name="connsiteY2922" fmla="*/ 938464 h 1830540"/>
                        <a:gd name="connsiteX2923" fmla="*/ 3017597 w 3405180"/>
                        <a:gd name="connsiteY2923" fmla="*/ 945601 h 1830540"/>
                        <a:gd name="connsiteX2924" fmla="*/ 3021165 w 3405180"/>
                        <a:gd name="connsiteY2924" fmla="*/ 961064 h 1830540"/>
                        <a:gd name="connsiteX2925" fmla="*/ 3024734 w 3405180"/>
                        <a:gd name="connsiteY2925" fmla="*/ 982473 h 1830540"/>
                        <a:gd name="connsiteX2926" fmla="*/ 3030681 w 3405180"/>
                        <a:gd name="connsiteY2926" fmla="*/ 991989 h 1830540"/>
                        <a:gd name="connsiteX2927" fmla="*/ 3033060 w 3405180"/>
                        <a:gd name="connsiteY2927" fmla="*/ 1011020 h 1830540"/>
                        <a:gd name="connsiteX2928" fmla="*/ 3062796 w 3405180"/>
                        <a:gd name="connsiteY2928" fmla="*/ 1066923 h 1830540"/>
                        <a:gd name="connsiteX2929" fmla="*/ 3075879 w 3405180"/>
                        <a:gd name="connsiteY2929" fmla="*/ 1085954 h 1830540"/>
                        <a:gd name="connsiteX2930" fmla="*/ 3077068 w 3405180"/>
                        <a:gd name="connsiteY2930" fmla="*/ 1094280 h 1830540"/>
                        <a:gd name="connsiteX2931" fmla="*/ 3096100 w 3405180"/>
                        <a:gd name="connsiteY2931" fmla="*/ 1115690 h 1830540"/>
                        <a:gd name="connsiteX2932" fmla="*/ 3116320 w 3405180"/>
                        <a:gd name="connsiteY2932" fmla="*/ 1151373 h 1830540"/>
                        <a:gd name="connsiteX2933" fmla="*/ 3129404 w 3405180"/>
                        <a:gd name="connsiteY2933" fmla="*/ 1154942 h 1830540"/>
                        <a:gd name="connsiteX2934" fmla="*/ 3134162 w 3405180"/>
                        <a:gd name="connsiteY2934" fmla="*/ 1152563 h 1830540"/>
                        <a:gd name="connsiteX2935" fmla="*/ 3131783 w 3405180"/>
                        <a:gd name="connsiteY2935" fmla="*/ 1158510 h 1830540"/>
                        <a:gd name="connsiteX2936" fmla="*/ 3124646 w 3405180"/>
                        <a:gd name="connsiteY2936" fmla="*/ 1160889 h 1830540"/>
                        <a:gd name="connsiteX2937" fmla="*/ 3131783 w 3405180"/>
                        <a:gd name="connsiteY2937" fmla="*/ 1171594 h 1830540"/>
                        <a:gd name="connsiteX2938" fmla="*/ 3142487 w 3405180"/>
                        <a:gd name="connsiteY2938" fmla="*/ 1194193 h 1830540"/>
                        <a:gd name="connsiteX2939" fmla="*/ 3144866 w 3405180"/>
                        <a:gd name="connsiteY2939" fmla="*/ 1203708 h 1830540"/>
                        <a:gd name="connsiteX2940" fmla="*/ 3160329 w 3405180"/>
                        <a:gd name="connsiteY2940" fmla="*/ 1210845 h 1830540"/>
                        <a:gd name="connsiteX2941" fmla="*/ 3162708 w 3405180"/>
                        <a:gd name="connsiteY2941" fmla="*/ 1225118 h 1830540"/>
                        <a:gd name="connsiteX2942" fmla="*/ 3166276 w 3405180"/>
                        <a:gd name="connsiteY2942" fmla="*/ 1213224 h 1830540"/>
                        <a:gd name="connsiteX2943" fmla="*/ 3171034 w 3405180"/>
                        <a:gd name="connsiteY2943" fmla="*/ 1197761 h 1830540"/>
                        <a:gd name="connsiteX2944" fmla="*/ 3176981 w 3405180"/>
                        <a:gd name="connsiteY2944" fmla="*/ 1190625 h 1830540"/>
                        <a:gd name="connsiteX2945" fmla="*/ 3178170 w 3405180"/>
                        <a:gd name="connsiteY2945" fmla="*/ 1183488 h 1830540"/>
                        <a:gd name="connsiteX2946" fmla="*/ 3180549 w 3405180"/>
                        <a:gd name="connsiteY2946" fmla="*/ 1169215 h 1830540"/>
                        <a:gd name="connsiteX2947" fmla="*/ 3178170 w 3405180"/>
                        <a:gd name="connsiteY2947" fmla="*/ 1162078 h 1830540"/>
                        <a:gd name="connsiteX2948" fmla="*/ 3181739 w 3405180"/>
                        <a:gd name="connsiteY2948" fmla="*/ 1153752 h 1830540"/>
                        <a:gd name="connsiteX2949" fmla="*/ 3176981 w 3405180"/>
                        <a:gd name="connsiteY2949" fmla="*/ 1150184 h 1830540"/>
                        <a:gd name="connsiteX2950" fmla="*/ 3172223 w 3405180"/>
                        <a:gd name="connsiteY2950" fmla="*/ 1148994 h 1830540"/>
                        <a:gd name="connsiteX2951" fmla="*/ 3173413 w 3405180"/>
                        <a:gd name="connsiteY2951" fmla="*/ 1144236 h 1830540"/>
                        <a:gd name="connsiteX2952" fmla="*/ 3171034 w 3405180"/>
                        <a:gd name="connsiteY2952" fmla="*/ 1140668 h 1830540"/>
                        <a:gd name="connsiteX2953" fmla="*/ 3174602 w 3405180"/>
                        <a:gd name="connsiteY2953" fmla="*/ 1137100 h 1830540"/>
                        <a:gd name="connsiteX2954" fmla="*/ 3169845 w 3405180"/>
                        <a:gd name="connsiteY2954" fmla="*/ 1129963 h 1830540"/>
                        <a:gd name="connsiteX2955" fmla="*/ 3172223 w 3405180"/>
                        <a:gd name="connsiteY2955" fmla="*/ 1124016 h 1830540"/>
                        <a:gd name="connsiteX2956" fmla="*/ 3163898 w 3405180"/>
                        <a:gd name="connsiteY2956" fmla="*/ 1121637 h 1830540"/>
                        <a:gd name="connsiteX2957" fmla="*/ 3167466 w 3405180"/>
                        <a:gd name="connsiteY2957" fmla="*/ 1118069 h 1830540"/>
                        <a:gd name="connsiteX2958" fmla="*/ 3173413 w 3405180"/>
                        <a:gd name="connsiteY2958" fmla="*/ 1121637 h 1830540"/>
                        <a:gd name="connsiteX2959" fmla="*/ 3179360 w 3405180"/>
                        <a:gd name="connsiteY2959" fmla="*/ 1115690 h 1830540"/>
                        <a:gd name="connsiteX2960" fmla="*/ 3185307 w 3405180"/>
                        <a:gd name="connsiteY2960" fmla="*/ 1113311 h 1830540"/>
                        <a:gd name="connsiteX2961" fmla="*/ 3191254 w 3405180"/>
                        <a:gd name="connsiteY2961" fmla="*/ 1108553 h 1830540"/>
                        <a:gd name="connsiteX2962" fmla="*/ 3198391 w 3405180"/>
                        <a:gd name="connsiteY2962" fmla="*/ 1109743 h 1830540"/>
                        <a:gd name="connsiteX2963" fmla="*/ 3192444 w 3405180"/>
                        <a:gd name="connsiteY2963" fmla="*/ 1103796 h 1830540"/>
                        <a:gd name="connsiteX2964" fmla="*/ 3187686 w 3405180"/>
                        <a:gd name="connsiteY2964" fmla="*/ 1099038 h 1830540"/>
                        <a:gd name="connsiteX2965" fmla="*/ 3186496 w 3405180"/>
                        <a:gd name="connsiteY2965" fmla="*/ 1094280 h 1830540"/>
                        <a:gd name="connsiteX2966" fmla="*/ 3179360 w 3405180"/>
                        <a:gd name="connsiteY2966" fmla="*/ 1088333 h 1830540"/>
                        <a:gd name="connsiteX2967" fmla="*/ 3176981 w 3405180"/>
                        <a:gd name="connsiteY2967" fmla="*/ 1077628 h 1830540"/>
                        <a:gd name="connsiteX2968" fmla="*/ 3178170 w 3405180"/>
                        <a:gd name="connsiteY2968" fmla="*/ 1063355 h 1830540"/>
                        <a:gd name="connsiteX2969" fmla="*/ 3174602 w 3405180"/>
                        <a:gd name="connsiteY2969" fmla="*/ 1058597 h 1830540"/>
                        <a:gd name="connsiteX2970" fmla="*/ 3179360 w 3405180"/>
                        <a:gd name="connsiteY2970" fmla="*/ 1047892 h 1830540"/>
                        <a:gd name="connsiteX2971" fmla="*/ 3182928 w 3405180"/>
                        <a:gd name="connsiteY2971" fmla="*/ 1037187 h 1830540"/>
                        <a:gd name="connsiteX2972" fmla="*/ 3191254 w 3405180"/>
                        <a:gd name="connsiteY2972" fmla="*/ 1034808 h 1830540"/>
                        <a:gd name="connsiteX2973" fmla="*/ 3198391 w 3405180"/>
                        <a:gd name="connsiteY2973" fmla="*/ 1034808 h 1830540"/>
                        <a:gd name="connsiteX2974" fmla="*/ 3205528 w 3405180"/>
                        <a:gd name="connsiteY2974" fmla="*/ 1032430 h 1830540"/>
                        <a:gd name="connsiteX2975" fmla="*/ 3209096 w 3405180"/>
                        <a:gd name="connsiteY2975" fmla="*/ 1028861 h 1830540"/>
                        <a:gd name="connsiteX2976" fmla="*/ 3209096 w 3405180"/>
                        <a:gd name="connsiteY2976" fmla="*/ 1022914 h 1830540"/>
                        <a:gd name="connsiteX2977" fmla="*/ 3211475 w 3405180"/>
                        <a:gd name="connsiteY2977" fmla="*/ 1018156 h 1830540"/>
                        <a:gd name="connsiteX2978" fmla="*/ 3203149 w 3405180"/>
                        <a:gd name="connsiteY2978" fmla="*/ 1013399 h 1830540"/>
                        <a:gd name="connsiteX2979" fmla="*/ 3197202 w 3405180"/>
                        <a:gd name="connsiteY2979" fmla="*/ 1003883 h 1830540"/>
                        <a:gd name="connsiteX2980" fmla="*/ 3188875 w 3405180"/>
                        <a:gd name="connsiteY2980" fmla="*/ 999125 h 1830540"/>
                        <a:gd name="connsiteX2981" fmla="*/ 3179360 w 3405180"/>
                        <a:gd name="connsiteY2981" fmla="*/ 986042 h 1830540"/>
                        <a:gd name="connsiteX2982" fmla="*/ 3179360 w 3405180"/>
                        <a:gd name="connsiteY2982" fmla="*/ 980094 h 1830540"/>
                        <a:gd name="connsiteX2983" fmla="*/ 3175792 w 3405180"/>
                        <a:gd name="connsiteY2983" fmla="*/ 971768 h 1830540"/>
                        <a:gd name="connsiteX2984" fmla="*/ 3176981 w 3405180"/>
                        <a:gd name="connsiteY2984" fmla="*/ 958685 h 1830540"/>
                        <a:gd name="connsiteX2985" fmla="*/ 3174602 w 3405180"/>
                        <a:gd name="connsiteY2985" fmla="*/ 946790 h 1830540"/>
                        <a:gd name="connsiteX2986" fmla="*/ 3178170 w 3405180"/>
                        <a:gd name="connsiteY2986" fmla="*/ 937275 h 1830540"/>
                        <a:gd name="connsiteX2987" fmla="*/ 3171034 w 3405180"/>
                        <a:gd name="connsiteY2987" fmla="*/ 936085 h 1830540"/>
                        <a:gd name="connsiteX2988" fmla="*/ 3176981 w 3405180"/>
                        <a:gd name="connsiteY2988" fmla="*/ 927759 h 1830540"/>
                        <a:gd name="connsiteX2989" fmla="*/ 3180549 w 3405180"/>
                        <a:gd name="connsiteY2989" fmla="*/ 925380 h 1830540"/>
                        <a:gd name="connsiteX2990" fmla="*/ 3180549 w 3405180"/>
                        <a:gd name="connsiteY2990" fmla="*/ 918244 h 1830540"/>
                        <a:gd name="connsiteX2991" fmla="*/ 3184117 w 3405180"/>
                        <a:gd name="connsiteY2991" fmla="*/ 920623 h 1830540"/>
                        <a:gd name="connsiteX2992" fmla="*/ 3182928 w 3405180"/>
                        <a:gd name="connsiteY2992" fmla="*/ 930138 h 1830540"/>
                        <a:gd name="connsiteX2993" fmla="*/ 3181739 w 3405180"/>
                        <a:gd name="connsiteY2993" fmla="*/ 936085 h 1830540"/>
                        <a:gd name="connsiteX2994" fmla="*/ 3185307 w 3405180"/>
                        <a:gd name="connsiteY2994" fmla="*/ 943222 h 1830540"/>
                        <a:gd name="connsiteX2995" fmla="*/ 3192444 w 3405180"/>
                        <a:gd name="connsiteY2995" fmla="*/ 944411 h 1830540"/>
                        <a:gd name="connsiteX2996" fmla="*/ 3198391 w 3405180"/>
                        <a:gd name="connsiteY2996" fmla="*/ 947980 h 1830540"/>
                        <a:gd name="connsiteX2997" fmla="*/ 3201959 w 3405180"/>
                        <a:gd name="connsiteY2997" fmla="*/ 937275 h 1830540"/>
                        <a:gd name="connsiteX2998" fmla="*/ 3197202 w 3405180"/>
                        <a:gd name="connsiteY2998" fmla="*/ 926570 h 1830540"/>
                        <a:gd name="connsiteX2999" fmla="*/ 3187686 w 3405180"/>
                        <a:gd name="connsiteY2999" fmla="*/ 914675 h 1830540"/>
                        <a:gd name="connsiteX3000" fmla="*/ 3186496 w 3405180"/>
                        <a:gd name="connsiteY3000" fmla="*/ 905160 h 1830540"/>
                        <a:gd name="connsiteX3001" fmla="*/ 3180549 w 3405180"/>
                        <a:gd name="connsiteY3001" fmla="*/ 900402 h 1830540"/>
                        <a:gd name="connsiteX3002" fmla="*/ 3173413 w 3405180"/>
                        <a:gd name="connsiteY3002" fmla="*/ 911107 h 1830540"/>
                        <a:gd name="connsiteX3003" fmla="*/ 3166276 w 3405180"/>
                        <a:gd name="connsiteY3003" fmla="*/ 907539 h 1830540"/>
                        <a:gd name="connsiteX3004" fmla="*/ 3165087 w 3405180"/>
                        <a:gd name="connsiteY3004" fmla="*/ 894455 h 1830540"/>
                        <a:gd name="connsiteX3005" fmla="*/ 3157950 w 3405180"/>
                        <a:gd name="connsiteY3005" fmla="*/ 882561 h 1830540"/>
                        <a:gd name="connsiteX3006" fmla="*/ 3162708 w 3405180"/>
                        <a:gd name="connsiteY3006" fmla="*/ 877803 h 1830540"/>
                        <a:gd name="connsiteX3007" fmla="*/ 3161519 w 3405180"/>
                        <a:gd name="connsiteY3007" fmla="*/ 870666 h 1830540"/>
                        <a:gd name="connsiteX3008" fmla="*/ 3163898 w 3405180"/>
                        <a:gd name="connsiteY3008" fmla="*/ 867098 h 1830540"/>
                        <a:gd name="connsiteX3009" fmla="*/ 3161519 w 3405180"/>
                        <a:gd name="connsiteY3009" fmla="*/ 859962 h 1830540"/>
                        <a:gd name="connsiteX3010" fmla="*/ 3159140 w 3405180"/>
                        <a:gd name="connsiteY3010" fmla="*/ 854014 h 1830540"/>
                        <a:gd name="connsiteX3011" fmla="*/ 3152003 w 3405180"/>
                        <a:gd name="connsiteY3011" fmla="*/ 854014 h 1830540"/>
                        <a:gd name="connsiteX3012" fmla="*/ 3143677 w 3405180"/>
                        <a:gd name="connsiteY3012" fmla="*/ 848067 h 1830540"/>
                        <a:gd name="connsiteX3013" fmla="*/ 3136540 w 3405180"/>
                        <a:gd name="connsiteY3013" fmla="*/ 854014 h 1830540"/>
                        <a:gd name="connsiteX3014" fmla="*/ 3143677 w 3405180"/>
                        <a:gd name="connsiteY3014" fmla="*/ 864719 h 1830540"/>
                        <a:gd name="connsiteX3015" fmla="*/ 3137730 w 3405180"/>
                        <a:gd name="connsiteY3015" fmla="*/ 869477 h 1830540"/>
                        <a:gd name="connsiteX3016" fmla="*/ 3128215 w 3405180"/>
                        <a:gd name="connsiteY3016" fmla="*/ 857583 h 1830540"/>
                        <a:gd name="connsiteX3017" fmla="*/ 3118698 w 3405180"/>
                        <a:gd name="connsiteY3017" fmla="*/ 849257 h 1830540"/>
                        <a:gd name="connsiteX3018" fmla="*/ 3119888 w 3405180"/>
                        <a:gd name="connsiteY3018" fmla="*/ 843309 h 1830540"/>
                        <a:gd name="connsiteX3019" fmla="*/ 3115130 w 3405180"/>
                        <a:gd name="connsiteY3019" fmla="*/ 834983 h 1830540"/>
                        <a:gd name="connsiteX3020" fmla="*/ 3115130 w 3405180"/>
                        <a:gd name="connsiteY3020" fmla="*/ 826657 h 1830540"/>
                        <a:gd name="connsiteX3021" fmla="*/ 3116320 w 3405180"/>
                        <a:gd name="connsiteY3021" fmla="*/ 819521 h 1830540"/>
                        <a:gd name="connsiteX3022" fmla="*/ 3113941 w 3405180"/>
                        <a:gd name="connsiteY3022" fmla="*/ 811195 h 1830540"/>
                        <a:gd name="connsiteX3023" fmla="*/ 3117509 w 3405180"/>
                        <a:gd name="connsiteY3023" fmla="*/ 805247 h 1830540"/>
                        <a:gd name="connsiteX3024" fmla="*/ 3116320 w 3405180"/>
                        <a:gd name="connsiteY3024" fmla="*/ 792164 h 1830540"/>
                        <a:gd name="connsiteX3025" fmla="*/ 3109183 w 3405180"/>
                        <a:gd name="connsiteY3025" fmla="*/ 785027 h 1830540"/>
                        <a:gd name="connsiteX3026" fmla="*/ 3117509 w 3405180"/>
                        <a:gd name="connsiteY3026" fmla="*/ 787406 h 1830540"/>
                        <a:gd name="connsiteX3027" fmla="*/ 3115130 w 3405180"/>
                        <a:gd name="connsiteY3027" fmla="*/ 781459 h 1830540"/>
                        <a:gd name="connsiteX3028" fmla="*/ 3109183 w 3405180"/>
                        <a:gd name="connsiteY3028" fmla="*/ 776701 h 1830540"/>
                        <a:gd name="connsiteX3029" fmla="*/ 3112751 w 3405180"/>
                        <a:gd name="connsiteY3029" fmla="*/ 770754 h 1830540"/>
                        <a:gd name="connsiteX3030" fmla="*/ 3107994 w 3405180"/>
                        <a:gd name="connsiteY3030" fmla="*/ 765996 h 1830540"/>
                        <a:gd name="connsiteX3031" fmla="*/ 3102047 w 3405180"/>
                        <a:gd name="connsiteY3031" fmla="*/ 763617 h 1830540"/>
                        <a:gd name="connsiteX3032" fmla="*/ 3104426 w 3405180"/>
                        <a:gd name="connsiteY3032" fmla="*/ 757670 h 1830540"/>
                        <a:gd name="connsiteX3033" fmla="*/ 3098479 w 3405180"/>
                        <a:gd name="connsiteY3033" fmla="*/ 746965 h 1830540"/>
                        <a:gd name="connsiteX3034" fmla="*/ 3103236 w 3405180"/>
                        <a:gd name="connsiteY3034" fmla="*/ 737450 h 1830540"/>
                        <a:gd name="connsiteX3035" fmla="*/ 3102047 w 3405180"/>
                        <a:gd name="connsiteY3035" fmla="*/ 729124 h 1830540"/>
                        <a:gd name="connsiteX3036" fmla="*/ 3112751 w 3405180"/>
                        <a:gd name="connsiteY3036" fmla="*/ 733881 h 1830540"/>
                        <a:gd name="connsiteX3037" fmla="*/ 3117509 w 3405180"/>
                        <a:gd name="connsiteY3037" fmla="*/ 724366 h 1830540"/>
                        <a:gd name="connsiteX3038" fmla="*/ 3123457 w 3405180"/>
                        <a:gd name="connsiteY3038" fmla="*/ 729124 h 1830540"/>
                        <a:gd name="connsiteX3039" fmla="*/ 3128215 w 3405180"/>
                        <a:gd name="connsiteY3039" fmla="*/ 732692 h 1830540"/>
                        <a:gd name="connsiteX3040" fmla="*/ 3132972 w 3405180"/>
                        <a:gd name="connsiteY3040" fmla="*/ 725555 h 1830540"/>
                        <a:gd name="connsiteX3041" fmla="*/ 3132972 w 3405180"/>
                        <a:gd name="connsiteY3041" fmla="*/ 720798 h 1830540"/>
                        <a:gd name="connsiteX3042" fmla="*/ 3129404 w 3405180"/>
                        <a:gd name="connsiteY3042" fmla="*/ 714851 h 1830540"/>
                        <a:gd name="connsiteX3043" fmla="*/ 3135351 w 3405180"/>
                        <a:gd name="connsiteY3043" fmla="*/ 708903 h 1830540"/>
                        <a:gd name="connsiteX3044" fmla="*/ 3140109 w 3405180"/>
                        <a:gd name="connsiteY3044" fmla="*/ 695820 h 1830540"/>
                        <a:gd name="connsiteX3045" fmla="*/ 3148434 w 3405180"/>
                        <a:gd name="connsiteY3045" fmla="*/ 704146 h 1830540"/>
                        <a:gd name="connsiteX3046" fmla="*/ 3150813 w 3405180"/>
                        <a:gd name="connsiteY3046" fmla="*/ 713661 h 1830540"/>
                        <a:gd name="connsiteX3047" fmla="*/ 3159140 w 3405180"/>
                        <a:gd name="connsiteY3047" fmla="*/ 729124 h 1830540"/>
                        <a:gd name="connsiteX3048" fmla="*/ 3161519 w 3405180"/>
                        <a:gd name="connsiteY3048" fmla="*/ 716040 h 1830540"/>
                        <a:gd name="connsiteX3049" fmla="*/ 3163898 w 3405180"/>
                        <a:gd name="connsiteY3049" fmla="*/ 707714 h 1830540"/>
                        <a:gd name="connsiteX3050" fmla="*/ 3163898 w 3405180"/>
                        <a:gd name="connsiteY3050" fmla="*/ 701767 h 1830540"/>
                        <a:gd name="connsiteX3051" fmla="*/ 3165087 w 3405180"/>
                        <a:gd name="connsiteY3051" fmla="*/ 697009 h 1830540"/>
                        <a:gd name="connsiteX3052" fmla="*/ 3162708 w 3405180"/>
                        <a:gd name="connsiteY3052" fmla="*/ 691062 h 1830540"/>
                        <a:gd name="connsiteX3053" fmla="*/ 3167466 w 3405180"/>
                        <a:gd name="connsiteY3053" fmla="*/ 693441 h 1830540"/>
                        <a:gd name="connsiteX3054" fmla="*/ 3173413 w 3405180"/>
                        <a:gd name="connsiteY3054" fmla="*/ 681546 h 1830540"/>
                        <a:gd name="connsiteX3055" fmla="*/ 3179360 w 3405180"/>
                        <a:gd name="connsiteY3055" fmla="*/ 680357 h 1830540"/>
                        <a:gd name="connsiteX3056" fmla="*/ 3187686 w 3405180"/>
                        <a:gd name="connsiteY3056" fmla="*/ 672031 h 1830540"/>
                        <a:gd name="connsiteX3057" fmla="*/ 3192444 w 3405180"/>
                        <a:gd name="connsiteY3057" fmla="*/ 674410 h 1830540"/>
                        <a:gd name="connsiteX3058" fmla="*/ 3204338 w 3405180"/>
                        <a:gd name="connsiteY3058" fmla="*/ 668462 h 1830540"/>
                        <a:gd name="connsiteX3059" fmla="*/ 3222179 w 3405180"/>
                        <a:gd name="connsiteY3059" fmla="*/ 679167 h 1830540"/>
                        <a:gd name="connsiteX3060" fmla="*/ 3223369 w 3405180"/>
                        <a:gd name="connsiteY3060" fmla="*/ 683925 h 1830540"/>
                        <a:gd name="connsiteX3061" fmla="*/ 3231695 w 3405180"/>
                        <a:gd name="connsiteY3061" fmla="*/ 682736 h 1830540"/>
                        <a:gd name="connsiteX3062" fmla="*/ 3234074 w 3405180"/>
                        <a:gd name="connsiteY3062" fmla="*/ 691062 h 1830540"/>
                        <a:gd name="connsiteX3063" fmla="*/ 3241211 w 3405180"/>
                        <a:gd name="connsiteY3063" fmla="*/ 689872 h 1830540"/>
                        <a:gd name="connsiteX3064" fmla="*/ 3249536 w 3405180"/>
                        <a:gd name="connsiteY3064" fmla="*/ 694630 h 1830540"/>
                        <a:gd name="connsiteX3065" fmla="*/ 3254294 w 3405180"/>
                        <a:gd name="connsiteY3065" fmla="*/ 694630 h 1830540"/>
                        <a:gd name="connsiteX3066" fmla="*/ 3251915 w 3405180"/>
                        <a:gd name="connsiteY3066" fmla="*/ 686304 h 1830540"/>
                        <a:gd name="connsiteX3067" fmla="*/ 3247158 w 3405180"/>
                        <a:gd name="connsiteY3067" fmla="*/ 677978 h 1830540"/>
                        <a:gd name="connsiteX3068" fmla="*/ 3248347 w 3405180"/>
                        <a:gd name="connsiteY3068" fmla="*/ 673220 h 1830540"/>
                        <a:gd name="connsiteX3069" fmla="*/ 3244779 w 3405180"/>
                        <a:gd name="connsiteY3069" fmla="*/ 668462 h 1830540"/>
                        <a:gd name="connsiteX3070" fmla="*/ 3248347 w 3405180"/>
                        <a:gd name="connsiteY3070" fmla="*/ 661326 h 1830540"/>
                        <a:gd name="connsiteX3071" fmla="*/ 3253105 w 3405180"/>
                        <a:gd name="connsiteY3071" fmla="*/ 644674 h 1830540"/>
                        <a:gd name="connsiteX3072" fmla="*/ 3253105 w 3405180"/>
                        <a:gd name="connsiteY3072" fmla="*/ 636348 h 1830540"/>
                        <a:gd name="connsiteX3073" fmla="*/ 3256673 w 3405180"/>
                        <a:gd name="connsiteY3073" fmla="*/ 630401 h 1830540"/>
                        <a:gd name="connsiteX3074" fmla="*/ 3255484 w 3405180"/>
                        <a:gd name="connsiteY3074" fmla="*/ 628022 h 1830540"/>
                        <a:gd name="connsiteX3075" fmla="*/ 3257863 w 3405180"/>
                        <a:gd name="connsiteY3075" fmla="*/ 623264 h 1830540"/>
                        <a:gd name="connsiteX3076" fmla="*/ 3254294 w 3405180"/>
                        <a:gd name="connsiteY3076" fmla="*/ 617317 h 1830540"/>
                        <a:gd name="connsiteX3077" fmla="*/ 3249536 w 3405180"/>
                        <a:gd name="connsiteY3077" fmla="*/ 613748 h 1830540"/>
                        <a:gd name="connsiteX3078" fmla="*/ 3250726 w 3405180"/>
                        <a:gd name="connsiteY3078" fmla="*/ 611370 h 1830540"/>
                        <a:gd name="connsiteX3079" fmla="*/ 3253105 w 3405180"/>
                        <a:gd name="connsiteY3079" fmla="*/ 611370 h 1830540"/>
                        <a:gd name="connsiteX3080" fmla="*/ 3257863 w 3405180"/>
                        <a:gd name="connsiteY3080" fmla="*/ 608991 h 1830540"/>
                        <a:gd name="connsiteX3081" fmla="*/ 3257863 w 3405180"/>
                        <a:gd name="connsiteY3081" fmla="*/ 605422 h 1830540"/>
                        <a:gd name="connsiteX3082" fmla="*/ 3255484 w 3405180"/>
                        <a:gd name="connsiteY3082" fmla="*/ 604233 h 1830540"/>
                        <a:gd name="connsiteX3083" fmla="*/ 3249536 w 3405180"/>
                        <a:gd name="connsiteY3083" fmla="*/ 600665 h 1830540"/>
                        <a:gd name="connsiteX3084" fmla="*/ 3250726 w 3405180"/>
                        <a:gd name="connsiteY3084" fmla="*/ 597096 h 1830540"/>
                        <a:gd name="connsiteX3085" fmla="*/ 3254294 w 3405180"/>
                        <a:gd name="connsiteY3085" fmla="*/ 598286 h 1830540"/>
                        <a:gd name="connsiteX3086" fmla="*/ 3257863 w 3405180"/>
                        <a:gd name="connsiteY3086" fmla="*/ 599475 h 1830540"/>
                        <a:gd name="connsiteX3087" fmla="*/ 3261431 w 3405180"/>
                        <a:gd name="connsiteY3087" fmla="*/ 598286 h 1830540"/>
                        <a:gd name="connsiteX3088" fmla="*/ 3260242 w 3405180"/>
                        <a:gd name="connsiteY3088" fmla="*/ 595907 h 1830540"/>
                        <a:gd name="connsiteX3089" fmla="*/ 3257863 w 3405180"/>
                        <a:gd name="connsiteY3089" fmla="*/ 589960 h 1830540"/>
                        <a:gd name="connsiteX3090" fmla="*/ 3261431 w 3405180"/>
                        <a:gd name="connsiteY3090" fmla="*/ 588770 h 1830540"/>
                        <a:gd name="connsiteX3091" fmla="*/ 3262621 w 3405180"/>
                        <a:gd name="connsiteY3091" fmla="*/ 585202 h 1830540"/>
                        <a:gd name="connsiteX3092" fmla="*/ 3260242 w 3405180"/>
                        <a:gd name="connsiteY3092" fmla="*/ 580444 h 1830540"/>
                        <a:gd name="connsiteX3093" fmla="*/ 3262621 w 3405180"/>
                        <a:gd name="connsiteY3093" fmla="*/ 578065 h 1830540"/>
                        <a:gd name="connsiteX3094" fmla="*/ 3266189 w 3405180"/>
                        <a:gd name="connsiteY3094" fmla="*/ 578065 h 1830540"/>
                        <a:gd name="connsiteX3095" fmla="*/ 3267378 w 3405180"/>
                        <a:gd name="connsiteY3095" fmla="*/ 574497 h 1830540"/>
                        <a:gd name="connsiteX3096" fmla="*/ 3267378 w 3405180"/>
                        <a:gd name="connsiteY3096" fmla="*/ 570929 h 1830540"/>
                        <a:gd name="connsiteX3097" fmla="*/ 3266189 w 3405180"/>
                        <a:gd name="connsiteY3097" fmla="*/ 569739 h 1830540"/>
                        <a:gd name="connsiteX3098" fmla="*/ 3269757 w 3405180"/>
                        <a:gd name="connsiteY3098" fmla="*/ 568550 h 1830540"/>
                        <a:gd name="connsiteX3099" fmla="*/ 3274515 w 3405180"/>
                        <a:gd name="connsiteY3099" fmla="*/ 562603 h 1830540"/>
                        <a:gd name="connsiteX3100" fmla="*/ 3273325 w 3405180"/>
                        <a:gd name="connsiteY3100" fmla="*/ 557845 h 1830540"/>
                        <a:gd name="connsiteX3101" fmla="*/ 3273325 w 3405180"/>
                        <a:gd name="connsiteY3101" fmla="*/ 553087 h 1830540"/>
                        <a:gd name="connsiteX3102" fmla="*/ 3276894 w 3405180"/>
                        <a:gd name="connsiteY3102" fmla="*/ 555466 h 1830540"/>
                        <a:gd name="connsiteX3103" fmla="*/ 3281651 w 3405180"/>
                        <a:gd name="connsiteY3103" fmla="*/ 551898 h 1830540"/>
                        <a:gd name="connsiteX3104" fmla="*/ 3289977 w 3405180"/>
                        <a:gd name="connsiteY3104" fmla="*/ 564982 h 1830540"/>
                        <a:gd name="connsiteX3105" fmla="*/ 3288788 w 3405180"/>
                        <a:gd name="connsiteY3105" fmla="*/ 554277 h 1830540"/>
                        <a:gd name="connsiteX3106" fmla="*/ 3293546 w 3405180"/>
                        <a:gd name="connsiteY3106" fmla="*/ 554277 h 1830540"/>
                        <a:gd name="connsiteX3107" fmla="*/ 3303061 w 3405180"/>
                        <a:gd name="connsiteY3107" fmla="*/ 542382 h 1830540"/>
                        <a:gd name="connsiteX3108" fmla="*/ 3300683 w 3405180"/>
                        <a:gd name="connsiteY3108" fmla="*/ 537625 h 1830540"/>
                        <a:gd name="connsiteX3109" fmla="*/ 3306630 w 3405180"/>
                        <a:gd name="connsiteY3109" fmla="*/ 537625 h 1830540"/>
                        <a:gd name="connsiteX3110" fmla="*/ 3312577 w 3405180"/>
                        <a:gd name="connsiteY3110" fmla="*/ 529299 h 1830540"/>
                        <a:gd name="connsiteX3111" fmla="*/ 3311387 w 3405180"/>
                        <a:gd name="connsiteY3111" fmla="*/ 524541 h 1830540"/>
                        <a:gd name="connsiteX3112" fmla="*/ 3322092 w 3405180"/>
                        <a:gd name="connsiteY3112" fmla="*/ 523351 h 1830540"/>
                        <a:gd name="connsiteX3113" fmla="*/ 3326850 w 3405180"/>
                        <a:gd name="connsiteY3113" fmla="*/ 518594 h 1830540"/>
                        <a:gd name="connsiteX3114" fmla="*/ 3326850 w 3405180"/>
                        <a:gd name="connsiteY3114" fmla="*/ 513836 h 1830540"/>
                        <a:gd name="connsiteX3115" fmla="*/ 3330418 w 3405180"/>
                        <a:gd name="connsiteY3115" fmla="*/ 520973 h 1830540"/>
                        <a:gd name="connsiteX3116" fmla="*/ 3338744 w 3405180"/>
                        <a:gd name="connsiteY3116" fmla="*/ 519783 h 1830540"/>
                        <a:gd name="connsiteX3117" fmla="*/ 3343502 w 3405180"/>
                        <a:gd name="connsiteY3117" fmla="*/ 524541 h 1830540"/>
                        <a:gd name="connsiteX3118" fmla="*/ 3362533 w 3405180"/>
                        <a:gd name="connsiteY3118" fmla="*/ 523351 h 1830540"/>
                        <a:gd name="connsiteX3119" fmla="*/ 3368480 w 3405180"/>
                        <a:gd name="connsiteY3119" fmla="*/ 525730 h 1830540"/>
                        <a:gd name="connsiteX3120" fmla="*/ 3366102 w 3405180"/>
                        <a:gd name="connsiteY3120" fmla="*/ 517404 h 1830540"/>
                        <a:gd name="connsiteX3121" fmla="*/ 3360154 w 3405180"/>
                        <a:gd name="connsiteY3121" fmla="*/ 512646 h 1830540"/>
                        <a:gd name="connsiteX3122" fmla="*/ 3363723 w 3405180"/>
                        <a:gd name="connsiteY3122" fmla="*/ 510268 h 1830540"/>
                        <a:gd name="connsiteX3123" fmla="*/ 3361344 w 3405180"/>
                        <a:gd name="connsiteY3123" fmla="*/ 492426 h 1830540"/>
                        <a:gd name="connsiteX3124" fmla="*/ 3355396 w 3405180"/>
                        <a:gd name="connsiteY3124" fmla="*/ 485290 h 1830540"/>
                        <a:gd name="connsiteX3125" fmla="*/ 3344691 w 3405180"/>
                        <a:gd name="connsiteY3125" fmla="*/ 475774 h 1830540"/>
                        <a:gd name="connsiteX3126" fmla="*/ 3345881 w 3405180"/>
                        <a:gd name="connsiteY3126" fmla="*/ 468637 h 1830540"/>
                        <a:gd name="connsiteX3127" fmla="*/ 3337555 w 3405180"/>
                        <a:gd name="connsiteY3127" fmla="*/ 462690 h 1830540"/>
                        <a:gd name="connsiteX3128" fmla="*/ 3325660 w 3405180"/>
                        <a:gd name="connsiteY3128" fmla="*/ 460311 h 1830540"/>
                        <a:gd name="connsiteX3129" fmla="*/ 3313766 w 3405180"/>
                        <a:gd name="connsiteY3129" fmla="*/ 444849 h 1830540"/>
                        <a:gd name="connsiteX3130" fmla="*/ 3310198 w 3405180"/>
                        <a:gd name="connsiteY3130" fmla="*/ 450796 h 1830540"/>
                        <a:gd name="connsiteX3131" fmla="*/ 3304251 w 3405180"/>
                        <a:gd name="connsiteY3131" fmla="*/ 451985 h 1830540"/>
                        <a:gd name="connsiteX3132" fmla="*/ 3300683 w 3405180"/>
                        <a:gd name="connsiteY3132" fmla="*/ 457932 h 1830540"/>
                        <a:gd name="connsiteX3133" fmla="*/ 3299493 w 3405180"/>
                        <a:gd name="connsiteY3133" fmla="*/ 448417 h 1830540"/>
                        <a:gd name="connsiteX3134" fmla="*/ 3304251 w 3405180"/>
                        <a:gd name="connsiteY3134" fmla="*/ 446038 h 1830540"/>
                        <a:gd name="connsiteX3135" fmla="*/ 3300683 w 3405180"/>
                        <a:gd name="connsiteY3135" fmla="*/ 438902 h 1830540"/>
                        <a:gd name="connsiteX3136" fmla="*/ 3306630 w 3405180"/>
                        <a:gd name="connsiteY3136" fmla="*/ 441280 h 1830540"/>
                        <a:gd name="connsiteX3137" fmla="*/ 3291167 w 3405180"/>
                        <a:gd name="connsiteY3137" fmla="*/ 419871 h 1830540"/>
                        <a:gd name="connsiteX3138" fmla="*/ 3289977 w 3405180"/>
                        <a:gd name="connsiteY3138" fmla="*/ 430575 h 1830540"/>
                        <a:gd name="connsiteX3139" fmla="*/ 3278083 w 3405180"/>
                        <a:gd name="connsiteY3139" fmla="*/ 422249 h 1830540"/>
                        <a:gd name="connsiteX3140" fmla="*/ 3280462 w 3405180"/>
                        <a:gd name="connsiteY3140" fmla="*/ 417492 h 1830540"/>
                        <a:gd name="connsiteX3141" fmla="*/ 3280462 w 3405180"/>
                        <a:gd name="connsiteY3141" fmla="*/ 412734 h 1830540"/>
                        <a:gd name="connsiteX3142" fmla="*/ 3266189 w 3405180"/>
                        <a:gd name="connsiteY3142" fmla="*/ 402029 h 1830540"/>
                        <a:gd name="connsiteX3143" fmla="*/ 3260242 w 3405180"/>
                        <a:gd name="connsiteY3143" fmla="*/ 410355 h 1830540"/>
                        <a:gd name="connsiteX3144" fmla="*/ 3253105 w 3405180"/>
                        <a:gd name="connsiteY3144" fmla="*/ 407976 h 1830540"/>
                        <a:gd name="connsiteX3145" fmla="*/ 3248347 w 3405180"/>
                        <a:gd name="connsiteY3145" fmla="*/ 403218 h 1830540"/>
                        <a:gd name="connsiteX3146" fmla="*/ 3240021 w 3405180"/>
                        <a:gd name="connsiteY3146" fmla="*/ 397271 h 1830540"/>
                        <a:gd name="connsiteX3147" fmla="*/ 3235264 w 3405180"/>
                        <a:gd name="connsiteY3147" fmla="*/ 386566 h 1830540"/>
                        <a:gd name="connsiteX3148" fmla="*/ 3223369 w 3405180"/>
                        <a:gd name="connsiteY3148" fmla="*/ 391324 h 1830540"/>
                        <a:gd name="connsiteX3149" fmla="*/ 3219800 w 3405180"/>
                        <a:gd name="connsiteY3149" fmla="*/ 396082 h 1830540"/>
                        <a:gd name="connsiteX3150" fmla="*/ 3211475 w 3405180"/>
                        <a:gd name="connsiteY3150" fmla="*/ 397271 h 1830540"/>
                        <a:gd name="connsiteX3151" fmla="*/ 3212664 w 3405180"/>
                        <a:gd name="connsiteY3151" fmla="*/ 409166 h 1830540"/>
                        <a:gd name="connsiteX3152" fmla="*/ 3213853 w 3405180"/>
                        <a:gd name="connsiteY3152" fmla="*/ 411545 h 1830540"/>
                        <a:gd name="connsiteX3153" fmla="*/ 3205528 w 3405180"/>
                        <a:gd name="connsiteY3153" fmla="*/ 404408 h 1830540"/>
                        <a:gd name="connsiteX3154" fmla="*/ 3207906 w 3405180"/>
                        <a:gd name="connsiteY3154" fmla="*/ 391324 h 1830540"/>
                        <a:gd name="connsiteX3155" fmla="*/ 3198391 w 3405180"/>
                        <a:gd name="connsiteY3155" fmla="*/ 386566 h 1830540"/>
                        <a:gd name="connsiteX3156" fmla="*/ 3196012 w 3405180"/>
                        <a:gd name="connsiteY3156" fmla="*/ 379430 h 1830540"/>
                        <a:gd name="connsiteX3157" fmla="*/ 3204338 w 3405180"/>
                        <a:gd name="connsiteY3157" fmla="*/ 384188 h 1830540"/>
                        <a:gd name="connsiteX3158" fmla="*/ 3205528 w 3405180"/>
                        <a:gd name="connsiteY3158" fmla="*/ 379430 h 1830540"/>
                        <a:gd name="connsiteX3159" fmla="*/ 3215043 w 3405180"/>
                        <a:gd name="connsiteY3159" fmla="*/ 381809 h 1830540"/>
                        <a:gd name="connsiteX3160" fmla="*/ 3220990 w 3405180"/>
                        <a:gd name="connsiteY3160" fmla="*/ 377051 h 1830540"/>
                        <a:gd name="connsiteX3161" fmla="*/ 3215043 w 3405180"/>
                        <a:gd name="connsiteY3161" fmla="*/ 371104 h 1830540"/>
                        <a:gd name="connsiteX3162" fmla="*/ 3205528 w 3405180"/>
                        <a:gd name="connsiteY3162" fmla="*/ 367535 h 1830540"/>
                        <a:gd name="connsiteX3163" fmla="*/ 3201959 w 3405180"/>
                        <a:gd name="connsiteY3163" fmla="*/ 372293 h 1830540"/>
                        <a:gd name="connsiteX3164" fmla="*/ 3193633 w 3405180"/>
                        <a:gd name="connsiteY3164" fmla="*/ 371104 h 1830540"/>
                        <a:gd name="connsiteX3165" fmla="*/ 3204338 w 3405180"/>
                        <a:gd name="connsiteY3165" fmla="*/ 363967 h 1830540"/>
                        <a:gd name="connsiteX3166" fmla="*/ 3210285 w 3405180"/>
                        <a:gd name="connsiteY3166" fmla="*/ 366346 h 1830540"/>
                        <a:gd name="connsiteX3167" fmla="*/ 3216232 w 3405180"/>
                        <a:gd name="connsiteY3167" fmla="*/ 367535 h 1830540"/>
                        <a:gd name="connsiteX3168" fmla="*/ 3229317 w 3405180"/>
                        <a:gd name="connsiteY3168" fmla="*/ 378240 h 1830540"/>
                        <a:gd name="connsiteX3169" fmla="*/ 3235264 w 3405180"/>
                        <a:gd name="connsiteY3169" fmla="*/ 379430 h 1830540"/>
                        <a:gd name="connsiteX3170" fmla="*/ 3240021 w 3405180"/>
                        <a:gd name="connsiteY3170" fmla="*/ 385377 h 1830540"/>
                        <a:gd name="connsiteX3171" fmla="*/ 3244779 w 3405180"/>
                        <a:gd name="connsiteY3171" fmla="*/ 381809 h 1830540"/>
                        <a:gd name="connsiteX3172" fmla="*/ 3249536 w 3405180"/>
                        <a:gd name="connsiteY3172" fmla="*/ 384188 h 1830540"/>
                        <a:gd name="connsiteX3173" fmla="*/ 3261431 w 3405180"/>
                        <a:gd name="connsiteY3173" fmla="*/ 375861 h 1830540"/>
                        <a:gd name="connsiteX3174" fmla="*/ 3263810 w 3405180"/>
                        <a:gd name="connsiteY3174" fmla="*/ 381809 h 1830540"/>
                        <a:gd name="connsiteX3175" fmla="*/ 3266189 w 3405180"/>
                        <a:gd name="connsiteY3175" fmla="*/ 372293 h 1830540"/>
                        <a:gd name="connsiteX3176" fmla="*/ 3272136 w 3405180"/>
                        <a:gd name="connsiteY3176" fmla="*/ 363967 h 1830540"/>
                        <a:gd name="connsiteX3177" fmla="*/ 3269757 w 3405180"/>
                        <a:gd name="connsiteY3177" fmla="*/ 333042 h 1830540"/>
                        <a:gd name="connsiteX3178" fmla="*/ 3272136 w 3405180"/>
                        <a:gd name="connsiteY3178" fmla="*/ 315200 h 1830540"/>
                        <a:gd name="connsiteX3179" fmla="*/ 3266189 w 3405180"/>
                        <a:gd name="connsiteY3179" fmla="*/ 305685 h 1830540"/>
                        <a:gd name="connsiteX3180" fmla="*/ 3260242 w 3405180"/>
                        <a:gd name="connsiteY3180" fmla="*/ 298548 h 1830540"/>
                        <a:gd name="connsiteX3181" fmla="*/ 3255484 w 3405180"/>
                        <a:gd name="connsiteY3181" fmla="*/ 289033 h 1830540"/>
                        <a:gd name="connsiteX3182" fmla="*/ 3262621 w 3405180"/>
                        <a:gd name="connsiteY3182" fmla="*/ 293790 h 1830540"/>
                        <a:gd name="connsiteX3183" fmla="*/ 3256673 w 3405180"/>
                        <a:gd name="connsiteY3183" fmla="*/ 284275 h 1830540"/>
                        <a:gd name="connsiteX3184" fmla="*/ 3247158 w 3405180"/>
                        <a:gd name="connsiteY3184" fmla="*/ 286654 h 1830540"/>
                        <a:gd name="connsiteX3185" fmla="*/ 3237642 w 3405180"/>
                        <a:gd name="connsiteY3185" fmla="*/ 283086 h 1830540"/>
                        <a:gd name="connsiteX3186" fmla="*/ 3220990 w 3405180"/>
                        <a:gd name="connsiteY3186" fmla="*/ 265244 h 1830540"/>
                        <a:gd name="connsiteX3187" fmla="*/ 3222179 w 3405180"/>
                        <a:gd name="connsiteY3187" fmla="*/ 262865 h 1830540"/>
                        <a:gd name="connsiteX3188" fmla="*/ 3229317 w 3405180"/>
                        <a:gd name="connsiteY3188" fmla="*/ 261676 h 1830540"/>
                        <a:gd name="connsiteX3189" fmla="*/ 3230506 w 3405180"/>
                        <a:gd name="connsiteY3189" fmla="*/ 259297 h 1830540"/>
                        <a:gd name="connsiteX3190" fmla="*/ 3230506 w 3405180"/>
                        <a:gd name="connsiteY3190" fmla="*/ 256918 h 1830540"/>
                        <a:gd name="connsiteX3191" fmla="*/ 3228127 w 3405180"/>
                        <a:gd name="connsiteY3191" fmla="*/ 253350 h 1830540"/>
                        <a:gd name="connsiteX3192" fmla="*/ 3220990 w 3405180"/>
                        <a:gd name="connsiteY3192" fmla="*/ 253350 h 1830540"/>
                        <a:gd name="connsiteX3193" fmla="*/ 3220990 w 3405180"/>
                        <a:gd name="connsiteY3193" fmla="*/ 249781 h 1830540"/>
                        <a:gd name="connsiteX3194" fmla="*/ 3223369 w 3405180"/>
                        <a:gd name="connsiteY3194" fmla="*/ 248592 h 1830540"/>
                        <a:gd name="connsiteX3195" fmla="*/ 3220990 w 3405180"/>
                        <a:gd name="connsiteY3195" fmla="*/ 242645 h 1830540"/>
                        <a:gd name="connsiteX3196" fmla="*/ 3223369 w 3405180"/>
                        <a:gd name="connsiteY3196" fmla="*/ 242645 h 1830540"/>
                        <a:gd name="connsiteX3197" fmla="*/ 3235264 w 3405180"/>
                        <a:gd name="connsiteY3197" fmla="*/ 252160 h 1830540"/>
                        <a:gd name="connsiteX3198" fmla="*/ 3236453 w 3405180"/>
                        <a:gd name="connsiteY3198" fmla="*/ 248592 h 1830540"/>
                        <a:gd name="connsiteX3199" fmla="*/ 3234074 w 3405180"/>
                        <a:gd name="connsiteY3199" fmla="*/ 243834 h 1830540"/>
                        <a:gd name="connsiteX3200" fmla="*/ 3235264 w 3405180"/>
                        <a:gd name="connsiteY3200" fmla="*/ 235508 h 1830540"/>
                        <a:gd name="connsiteX3201" fmla="*/ 3240021 w 3405180"/>
                        <a:gd name="connsiteY3201" fmla="*/ 241455 h 1830540"/>
                        <a:gd name="connsiteX3202" fmla="*/ 3245968 w 3405180"/>
                        <a:gd name="connsiteY3202" fmla="*/ 245024 h 1830540"/>
                        <a:gd name="connsiteX3203" fmla="*/ 3245968 w 3405180"/>
                        <a:gd name="connsiteY3203" fmla="*/ 252160 h 1830540"/>
                        <a:gd name="connsiteX3204" fmla="*/ 3247158 w 3405180"/>
                        <a:gd name="connsiteY3204" fmla="*/ 258107 h 1830540"/>
                        <a:gd name="connsiteX3205" fmla="*/ 3249536 w 3405180"/>
                        <a:gd name="connsiteY3205" fmla="*/ 262865 h 1830540"/>
                        <a:gd name="connsiteX3206" fmla="*/ 3257863 w 3405180"/>
                        <a:gd name="connsiteY3206" fmla="*/ 270002 h 1830540"/>
                        <a:gd name="connsiteX3207" fmla="*/ 3265000 w 3405180"/>
                        <a:gd name="connsiteY3207" fmla="*/ 267623 h 1830540"/>
                        <a:gd name="connsiteX3208" fmla="*/ 3268568 w 3405180"/>
                        <a:gd name="connsiteY3208" fmla="*/ 271191 h 1830540"/>
                        <a:gd name="connsiteX3209" fmla="*/ 3269757 w 3405180"/>
                        <a:gd name="connsiteY3209" fmla="*/ 278328 h 1830540"/>
                        <a:gd name="connsiteX3210" fmla="*/ 3274515 w 3405180"/>
                        <a:gd name="connsiteY3210" fmla="*/ 277138 h 1830540"/>
                        <a:gd name="connsiteX3211" fmla="*/ 3279272 w 3405180"/>
                        <a:gd name="connsiteY3211" fmla="*/ 270002 h 1830540"/>
                        <a:gd name="connsiteX3212" fmla="*/ 3285219 w 3405180"/>
                        <a:gd name="connsiteY3212" fmla="*/ 260486 h 1830540"/>
                        <a:gd name="connsiteX3213" fmla="*/ 3282841 w 3405180"/>
                        <a:gd name="connsiteY3213" fmla="*/ 254539 h 1830540"/>
                        <a:gd name="connsiteX3214" fmla="*/ 3285219 w 3405180"/>
                        <a:gd name="connsiteY3214" fmla="*/ 241455 h 1830540"/>
                        <a:gd name="connsiteX3215" fmla="*/ 3287598 w 3405180"/>
                        <a:gd name="connsiteY3215" fmla="*/ 250971 h 1830540"/>
                        <a:gd name="connsiteX3216" fmla="*/ 3294735 w 3405180"/>
                        <a:gd name="connsiteY3216" fmla="*/ 245024 h 1830540"/>
                        <a:gd name="connsiteX3217" fmla="*/ 3303061 w 3405180"/>
                        <a:gd name="connsiteY3217" fmla="*/ 242645 h 1830540"/>
                        <a:gd name="connsiteX3218" fmla="*/ 3305440 w 3405180"/>
                        <a:gd name="connsiteY3218" fmla="*/ 237887 h 1830540"/>
                        <a:gd name="connsiteX3219" fmla="*/ 3309008 w 3405180"/>
                        <a:gd name="connsiteY3219" fmla="*/ 240266 h 1830540"/>
                        <a:gd name="connsiteX3220" fmla="*/ 3312577 w 3405180"/>
                        <a:gd name="connsiteY3220" fmla="*/ 242645 h 1830540"/>
                        <a:gd name="connsiteX3221" fmla="*/ 3316145 w 3405180"/>
                        <a:gd name="connsiteY3221" fmla="*/ 247403 h 1830540"/>
                        <a:gd name="connsiteX3222" fmla="*/ 3329229 w 3405180"/>
                        <a:gd name="connsiteY3222" fmla="*/ 258107 h 1830540"/>
                        <a:gd name="connsiteX3223" fmla="*/ 3330418 w 3405180"/>
                        <a:gd name="connsiteY3223" fmla="*/ 265244 h 1830540"/>
                        <a:gd name="connsiteX3224" fmla="*/ 3343502 w 3405180"/>
                        <a:gd name="connsiteY3224" fmla="*/ 262865 h 1830540"/>
                        <a:gd name="connsiteX3225" fmla="*/ 3345881 w 3405180"/>
                        <a:gd name="connsiteY3225" fmla="*/ 266433 h 1830540"/>
                        <a:gd name="connsiteX3226" fmla="*/ 3350638 w 3405180"/>
                        <a:gd name="connsiteY3226" fmla="*/ 261676 h 1830540"/>
                        <a:gd name="connsiteX3227" fmla="*/ 3348260 w 3405180"/>
                        <a:gd name="connsiteY3227" fmla="*/ 256918 h 1830540"/>
                        <a:gd name="connsiteX3228" fmla="*/ 3351828 w 3405180"/>
                        <a:gd name="connsiteY3228" fmla="*/ 254539 h 1830540"/>
                        <a:gd name="connsiteX3229" fmla="*/ 3351828 w 3405180"/>
                        <a:gd name="connsiteY3229" fmla="*/ 249781 h 1830540"/>
                        <a:gd name="connsiteX3230" fmla="*/ 3356585 w 3405180"/>
                        <a:gd name="connsiteY3230" fmla="*/ 254539 h 1830540"/>
                        <a:gd name="connsiteX3231" fmla="*/ 3356585 w 3405180"/>
                        <a:gd name="connsiteY3231" fmla="*/ 258107 h 1830540"/>
                        <a:gd name="connsiteX3232" fmla="*/ 3366102 w 3405180"/>
                        <a:gd name="connsiteY3232" fmla="*/ 255729 h 1830540"/>
                        <a:gd name="connsiteX3233" fmla="*/ 3379185 w 3405180"/>
                        <a:gd name="connsiteY3233" fmla="*/ 258107 h 1830540"/>
                        <a:gd name="connsiteX3234" fmla="*/ 3385132 w 3405180"/>
                        <a:gd name="connsiteY3234" fmla="*/ 258107 h 1830540"/>
                        <a:gd name="connsiteX3235" fmla="*/ 3388700 w 3405180"/>
                        <a:gd name="connsiteY3235" fmla="*/ 260486 h 1830540"/>
                        <a:gd name="connsiteX3236" fmla="*/ 3391079 w 3405180"/>
                        <a:gd name="connsiteY3236" fmla="*/ 255729 h 1830540"/>
                        <a:gd name="connsiteX3237" fmla="*/ 3389890 w 3405180"/>
                        <a:gd name="connsiteY3237" fmla="*/ 248592 h 1830540"/>
                        <a:gd name="connsiteX3238" fmla="*/ 3397027 w 3405180"/>
                        <a:gd name="connsiteY3238" fmla="*/ 256918 h 1830540"/>
                        <a:gd name="connsiteX3239" fmla="*/ 3404163 w 3405180"/>
                        <a:gd name="connsiteY3239" fmla="*/ 253350 h 1830540"/>
                        <a:gd name="connsiteX3240" fmla="*/ 3402974 w 3405180"/>
                        <a:gd name="connsiteY3240" fmla="*/ 247403 h 1830540"/>
                        <a:gd name="connsiteX3241" fmla="*/ 155816 w 3405180"/>
                        <a:gd name="connsiteY3241" fmla="*/ 1159699 h 1830540"/>
                        <a:gd name="connsiteX3242" fmla="*/ 148679 w 3405180"/>
                        <a:gd name="connsiteY3242" fmla="*/ 1160889 h 1830540"/>
                        <a:gd name="connsiteX3243" fmla="*/ 148679 w 3405180"/>
                        <a:gd name="connsiteY3243" fmla="*/ 1169215 h 1830540"/>
                        <a:gd name="connsiteX3244" fmla="*/ 146301 w 3405180"/>
                        <a:gd name="connsiteY3244" fmla="*/ 1175162 h 1830540"/>
                        <a:gd name="connsiteX3245" fmla="*/ 135596 w 3405180"/>
                        <a:gd name="connsiteY3245" fmla="*/ 1171594 h 1830540"/>
                        <a:gd name="connsiteX3246" fmla="*/ 135596 w 3405180"/>
                        <a:gd name="connsiteY3246" fmla="*/ 1181109 h 1830540"/>
                        <a:gd name="connsiteX3247" fmla="*/ 129648 w 3405180"/>
                        <a:gd name="connsiteY3247" fmla="*/ 1182298 h 1830540"/>
                        <a:gd name="connsiteX3248" fmla="*/ 121323 w 3405180"/>
                        <a:gd name="connsiteY3248" fmla="*/ 1182298 h 1830540"/>
                        <a:gd name="connsiteX3249" fmla="*/ 121323 w 3405180"/>
                        <a:gd name="connsiteY3249" fmla="*/ 1173972 h 1830540"/>
                        <a:gd name="connsiteX3250" fmla="*/ 111807 w 3405180"/>
                        <a:gd name="connsiteY3250" fmla="*/ 1163268 h 1830540"/>
                        <a:gd name="connsiteX3251" fmla="*/ 105860 w 3405180"/>
                        <a:gd name="connsiteY3251" fmla="*/ 1158510 h 1830540"/>
                        <a:gd name="connsiteX3252" fmla="*/ 105860 w 3405180"/>
                        <a:gd name="connsiteY3252" fmla="*/ 1151373 h 1830540"/>
                        <a:gd name="connsiteX3253" fmla="*/ 98723 w 3405180"/>
                        <a:gd name="connsiteY3253" fmla="*/ 1143047 h 1830540"/>
                        <a:gd name="connsiteX3254" fmla="*/ 93965 w 3405180"/>
                        <a:gd name="connsiteY3254" fmla="*/ 1137100 h 1830540"/>
                        <a:gd name="connsiteX3255" fmla="*/ 86829 w 3405180"/>
                        <a:gd name="connsiteY3255" fmla="*/ 1132342 h 1830540"/>
                        <a:gd name="connsiteX3256" fmla="*/ 95155 w 3405180"/>
                        <a:gd name="connsiteY3256" fmla="*/ 1128774 h 1830540"/>
                        <a:gd name="connsiteX3257" fmla="*/ 95155 w 3405180"/>
                        <a:gd name="connsiteY3257" fmla="*/ 1121637 h 1830540"/>
                        <a:gd name="connsiteX3258" fmla="*/ 102291 w 3405180"/>
                        <a:gd name="connsiteY3258" fmla="*/ 1115690 h 1830540"/>
                        <a:gd name="connsiteX3259" fmla="*/ 103481 w 3405180"/>
                        <a:gd name="connsiteY3259" fmla="*/ 1101417 h 1830540"/>
                        <a:gd name="connsiteX3260" fmla="*/ 103481 w 3405180"/>
                        <a:gd name="connsiteY3260" fmla="*/ 1096659 h 1830540"/>
                        <a:gd name="connsiteX3261" fmla="*/ 109428 w 3405180"/>
                        <a:gd name="connsiteY3261" fmla="*/ 1110932 h 1830540"/>
                        <a:gd name="connsiteX3262" fmla="*/ 114186 w 3405180"/>
                        <a:gd name="connsiteY3262" fmla="*/ 1110932 h 1830540"/>
                        <a:gd name="connsiteX3263" fmla="*/ 117754 w 3405180"/>
                        <a:gd name="connsiteY3263" fmla="*/ 1118069 h 1830540"/>
                        <a:gd name="connsiteX3264" fmla="*/ 123701 w 3405180"/>
                        <a:gd name="connsiteY3264" fmla="*/ 1122827 h 1830540"/>
                        <a:gd name="connsiteX3265" fmla="*/ 128459 w 3405180"/>
                        <a:gd name="connsiteY3265" fmla="*/ 1127584 h 1830540"/>
                        <a:gd name="connsiteX3266" fmla="*/ 141543 w 3405180"/>
                        <a:gd name="connsiteY3266" fmla="*/ 1133532 h 1830540"/>
                        <a:gd name="connsiteX3267" fmla="*/ 146301 w 3405180"/>
                        <a:gd name="connsiteY3267" fmla="*/ 1141858 h 1830540"/>
                        <a:gd name="connsiteX3268" fmla="*/ 151058 w 3405180"/>
                        <a:gd name="connsiteY3268" fmla="*/ 1152563 h 1830540"/>
                        <a:gd name="connsiteX3269" fmla="*/ 155816 w 3405180"/>
                        <a:gd name="connsiteY3269" fmla="*/ 1159699 h 1830540"/>
                        <a:gd name="connsiteX3270" fmla="*/ 223614 w 3405180"/>
                        <a:gd name="connsiteY3270" fmla="*/ 1135910 h 1830540"/>
                        <a:gd name="connsiteX3271" fmla="*/ 220045 w 3405180"/>
                        <a:gd name="connsiteY3271" fmla="*/ 1141858 h 1830540"/>
                        <a:gd name="connsiteX3272" fmla="*/ 209341 w 3405180"/>
                        <a:gd name="connsiteY3272" fmla="*/ 1144236 h 1830540"/>
                        <a:gd name="connsiteX3273" fmla="*/ 202204 w 3405180"/>
                        <a:gd name="connsiteY3273" fmla="*/ 1139479 h 1830540"/>
                        <a:gd name="connsiteX3274" fmla="*/ 191499 w 3405180"/>
                        <a:gd name="connsiteY3274" fmla="*/ 1137100 h 1830540"/>
                        <a:gd name="connsiteX3275" fmla="*/ 196257 w 3405180"/>
                        <a:gd name="connsiteY3275" fmla="*/ 1131153 h 1830540"/>
                        <a:gd name="connsiteX3276" fmla="*/ 208151 w 3405180"/>
                        <a:gd name="connsiteY3276" fmla="*/ 1138289 h 1830540"/>
                        <a:gd name="connsiteX3277" fmla="*/ 209341 w 3405180"/>
                        <a:gd name="connsiteY3277" fmla="*/ 1131153 h 1830540"/>
                        <a:gd name="connsiteX3278" fmla="*/ 203393 w 3405180"/>
                        <a:gd name="connsiteY3278" fmla="*/ 1122827 h 1830540"/>
                        <a:gd name="connsiteX3279" fmla="*/ 196257 w 3405180"/>
                        <a:gd name="connsiteY3279" fmla="*/ 1119258 h 1830540"/>
                        <a:gd name="connsiteX3280" fmla="*/ 185552 w 3405180"/>
                        <a:gd name="connsiteY3280" fmla="*/ 1112122 h 1830540"/>
                        <a:gd name="connsiteX3281" fmla="*/ 184362 w 3405180"/>
                        <a:gd name="connsiteY3281" fmla="*/ 1103796 h 1830540"/>
                        <a:gd name="connsiteX3282" fmla="*/ 177226 w 3405180"/>
                        <a:gd name="connsiteY3282" fmla="*/ 1096659 h 1830540"/>
                        <a:gd name="connsiteX3283" fmla="*/ 176037 w 3405180"/>
                        <a:gd name="connsiteY3283" fmla="*/ 1093091 h 1830540"/>
                        <a:gd name="connsiteX3284" fmla="*/ 180794 w 3405180"/>
                        <a:gd name="connsiteY3284" fmla="*/ 1089523 h 1830540"/>
                        <a:gd name="connsiteX3285" fmla="*/ 171279 w 3405180"/>
                        <a:gd name="connsiteY3285" fmla="*/ 1077628 h 1830540"/>
                        <a:gd name="connsiteX3286" fmla="*/ 180794 w 3405180"/>
                        <a:gd name="connsiteY3286" fmla="*/ 1080007 h 1830540"/>
                        <a:gd name="connsiteX3287" fmla="*/ 191499 w 3405180"/>
                        <a:gd name="connsiteY3287" fmla="*/ 1094280 h 1830540"/>
                        <a:gd name="connsiteX3288" fmla="*/ 192689 w 3405180"/>
                        <a:gd name="connsiteY3288" fmla="*/ 1090712 h 1830540"/>
                        <a:gd name="connsiteX3289" fmla="*/ 202204 w 3405180"/>
                        <a:gd name="connsiteY3289" fmla="*/ 1087144 h 1830540"/>
                        <a:gd name="connsiteX3290" fmla="*/ 193878 w 3405180"/>
                        <a:gd name="connsiteY3290" fmla="*/ 1075249 h 1830540"/>
                        <a:gd name="connsiteX3291" fmla="*/ 181984 w 3405180"/>
                        <a:gd name="connsiteY3291" fmla="*/ 1071681 h 1830540"/>
                        <a:gd name="connsiteX3292" fmla="*/ 174847 w 3405180"/>
                        <a:gd name="connsiteY3292" fmla="*/ 1062166 h 1830540"/>
                        <a:gd name="connsiteX3293" fmla="*/ 189120 w 3405180"/>
                        <a:gd name="connsiteY3293" fmla="*/ 1065734 h 1830540"/>
                        <a:gd name="connsiteX3294" fmla="*/ 197446 w 3405180"/>
                        <a:gd name="connsiteY3294" fmla="*/ 1071681 h 1830540"/>
                        <a:gd name="connsiteX3295" fmla="*/ 208151 w 3405180"/>
                        <a:gd name="connsiteY3295" fmla="*/ 1078818 h 1830540"/>
                        <a:gd name="connsiteX3296" fmla="*/ 210530 w 3405180"/>
                        <a:gd name="connsiteY3296" fmla="*/ 1097849 h 1830540"/>
                        <a:gd name="connsiteX3297" fmla="*/ 221235 w 3405180"/>
                        <a:gd name="connsiteY3297" fmla="*/ 1114501 h 1830540"/>
                        <a:gd name="connsiteX3298" fmla="*/ 225993 w 3405180"/>
                        <a:gd name="connsiteY3298" fmla="*/ 1128774 h 1830540"/>
                        <a:gd name="connsiteX3299" fmla="*/ 223614 w 3405180"/>
                        <a:gd name="connsiteY3299" fmla="*/ 1135910 h 1830540"/>
                        <a:gd name="connsiteX3300" fmla="*/ 255729 w 3405180"/>
                        <a:gd name="connsiteY3300" fmla="*/ 1164457 h 1830540"/>
                        <a:gd name="connsiteX3301" fmla="*/ 264055 w 3405180"/>
                        <a:gd name="connsiteY3301" fmla="*/ 1162078 h 1830540"/>
                        <a:gd name="connsiteX3302" fmla="*/ 268812 w 3405180"/>
                        <a:gd name="connsiteY3302" fmla="*/ 1168025 h 1830540"/>
                        <a:gd name="connsiteX3303" fmla="*/ 272381 w 3405180"/>
                        <a:gd name="connsiteY3303" fmla="*/ 1172783 h 1830540"/>
                        <a:gd name="connsiteX3304" fmla="*/ 260486 w 3405180"/>
                        <a:gd name="connsiteY3304" fmla="*/ 1172783 h 1830540"/>
                        <a:gd name="connsiteX3305" fmla="*/ 255729 w 3405180"/>
                        <a:gd name="connsiteY3305" fmla="*/ 1164457 h 1830540"/>
                        <a:gd name="connsiteX3306" fmla="*/ 302116 w 3405180"/>
                        <a:gd name="connsiteY3306" fmla="*/ 1248907 h 1830540"/>
                        <a:gd name="connsiteX3307" fmla="*/ 299738 w 3405180"/>
                        <a:gd name="connsiteY3307" fmla="*/ 1256043 h 1830540"/>
                        <a:gd name="connsiteX3308" fmla="*/ 297359 w 3405180"/>
                        <a:gd name="connsiteY3308" fmla="*/ 1258422 h 1830540"/>
                        <a:gd name="connsiteX3309" fmla="*/ 293791 w 3405180"/>
                        <a:gd name="connsiteY3309" fmla="*/ 1250096 h 1830540"/>
                        <a:gd name="connsiteX3310" fmla="*/ 286654 w 3405180"/>
                        <a:gd name="connsiteY3310" fmla="*/ 1250096 h 1830540"/>
                        <a:gd name="connsiteX3311" fmla="*/ 274760 w 3405180"/>
                        <a:gd name="connsiteY3311" fmla="*/ 1240581 h 1830540"/>
                        <a:gd name="connsiteX3312" fmla="*/ 261676 w 3405180"/>
                        <a:gd name="connsiteY3312" fmla="*/ 1233444 h 1830540"/>
                        <a:gd name="connsiteX3313" fmla="*/ 265244 w 3405180"/>
                        <a:gd name="connsiteY3313" fmla="*/ 1228686 h 1830540"/>
                        <a:gd name="connsiteX3314" fmla="*/ 271191 w 3405180"/>
                        <a:gd name="connsiteY3314" fmla="*/ 1233444 h 1830540"/>
                        <a:gd name="connsiteX3315" fmla="*/ 280707 w 3405180"/>
                        <a:gd name="connsiteY3315" fmla="*/ 1234634 h 1830540"/>
                        <a:gd name="connsiteX3316" fmla="*/ 287843 w 3405180"/>
                        <a:gd name="connsiteY3316" fmla="*/ 1237012 h 1830540"/>
                        <a:gd name="connsiteX3317" fmla="*/ 281896 w 3405180"/>
                        <a:gd name="connsiteY3317" fmla="*/ 1228686 h 1830540"/>
                        <a:gd name="connsiteX3318" fmla="*/ 274760 w 3405180"/>
                        <a:gd name="connsiteY3318" fmla="*/ 1227497 h 1830540"/>
                        <a:gd name="connsiteX3319" fmla="*/ 271191 w 3405180"/>
                        <a:gd name="connsiteY3319" fmla="*/ 1225118 h 1830540"/>
                        <a:gd name="connsiteX3320" fmla="*/ 272381 w 3405180"/>
                        <a:gd name="connsiteY3320" fmla="*/ 1219171 h 1830540"/>
                        <a:gd name="connsiteX3321" fmla="*/ 275949 w 3405180"/>
                        <a:gd name="connsiteY3321" fmla="*/ 1214413 h 1830540"/>
                        <a:gd name="connsiteX3322" fmla="*/ 279517 w 3405180"/>
                        <a:gd name="connsiteY3322" fmla="*/ 1220360 h 1830540"/>
                        <a:gd name="connsiteX3323" fmla="*/ 286654 w 3405180"/>
                        <a:gd name="connsiteY3323" fmla="*/ 1226308 h 1830540"/>
                        <a:gd name="connsiteX3324" fmla="*/ 300927 w 3405180"/>
                        <a:gd name="connsiteY3324" fmla="*/ 1237012 h 1830540"/>
                        <a:gd name="connsiteX3325" fmla="*/ 309253 w 3405180"/>
                        <a:gd name="connsiteY3325" fmla="*/ 1244149 h 1830540"/>
                        <a:gd name="connsiteX3326" fmla="*/ 302116 w 3405180"/>
                        <a:gd name="connsiteY3326" fmla="*/ 1248907 h 1830540"/>
                        <a:gd name="connsiteX3327" fmla="*/ 1985167 w 3405180"/>
                        <a:gd name="connsiteY3327" fmla="*/ 1264370 h 1830540"/>
                        <a:gd name="connsiteX3328" fmla="*/ 1982788 w 3405180"/>
                        <a:gd name="connsiteY3328" fmla="*/ 1276264 h 1830540"/>
                        <a:gd name="connsiteX3329" fmla="*/ 1983978 w 3405180"/>
                        <a:gd name="connsiteY3329" fmla="*/ 1289348 h 1830540"/>
                        <a:gd name="connsiteX3330" fmla="*/ 1976841 w 3405180"/>
                        <a:gd name="connsiteY3330" fmla="*/ 1276264 h 1830540"/>
                        <a:gd name="connsiteX3331" fmla="*/ 1972084 w 3405180"/>
                        <a:gd name="connsiteY3331" fmla="*/ 1285779 h 1830540"/>
                        <a:gd name="connsiteX3332" fmla="*/ 1972084 w 3405180"/>
                        <a:gd name="connsiteY3332" fmla="*/ 1292916 h 1830540"/>
                        <a:gd name="connsiteX3333" fmla="*/ 1976841 w 3405180"/>
                        <a:gd name="connsiteY3333" fmla="*/ 1289348 h 1830540"/>
                        <a:gd name="connsiteX3334" fmla="*/ 1982788 w 3405180"/>
                        <a:gd name="connsiteY3334" fmla="*/ 1297674 h 1830540"/>
                        <a:gd name="connsiteX3335" fmla="*/ 1973273 w 3405180"/>
                        <a:gd name="connsiteY3335" fmla="*/ 1302431 h 1830540"/>
                        <a:gd name="connsiteX3336" fmla="*/ 1963757 w 3405180"/>
                        <a:gd name="connsiteY3336" fmla="*/ 1325031 h 1830540"/>
                        <a:gd name="connsiteX3337" fmla="*/ 1948295 w 3405180"/>
                        <a:gd name="connsiteY3337" fmla="*/ 1338114 h 1830540"/>
                        <a:gd name="connsiteX3338" fmla="*/ 1942348 w 3405180"/>
                        <a:gd name="connsiteY3338" fmla="*/ 1346440 h 1830540"/>
                        <a:gd name="connsiteX3339" fmla="*/ 1931642 w 3405180"/>
                        <a:gd name="connsiteY3339" fmla="*/ 1350009 h 1830540"/>
                        <a:gd name="connsiteX3340" fmla="*/ 1929263 w 3405180"/>
                        <a:gd name="connsiteY3340" fmla="*/ 1370229 h 1830540"/>
                        <a:gd name="connsiteX3341" fmla="*/ 1890012 w 3405180"/>
                        <a:gd name="connsiteY3341" fmla="*/ 1384502 h 1830540"/>
                        <a:gd name="connsiteX3342" fmla="*/ 1884065 w 3405180"/>
                        <a:gd name="connsiteY3342" fmla="*/ 1378555 h 1830540"/>
                        <a:gd name="connsiteX3343" fmla="*/ 1898338 w 3405180"/>
                        <a:gd name="connsiteY3343" fmla="*/ 1369040 h 1830540"/>
                        <a:gd name="connsiteX3344" fmla="*/ 1903096 w 3405180"/>
                        <a:gd name="connsiteY3344" fmla="*/ 1364282 h 1830540"/>
                        <a:gd name="connsiteX3345" fmla="*/ 1913801 w 3405180"/>
                        <a:gd name="connsiteY3345" fmla="*/ 1364282 h 1830540"/>
                        <a:gd name="connsiteX3346" fmla="*/ 1922127 w 3405180"/>
                        <a:gd name="connsiteY3346" fmla="*/ 1339304 h 1830540"/>
                        <a:gd name="connsiteX3347" fmla="*/ 1936400 w 3405180"/>
                        <a:gd name="connsiteY3347" fmla="*/ 1320273 h 1830540"/>
                        <a:gd name="connsiteX3348" fmla="*/ 1932832 w 3405180"/>
                        <a:gd name="connsiteY3348" fmla="*/ 1313136 h 1830540"/>
                        <a:gd name="connsiteX3349" fmla="*/ 1939969 w 3405180"/>
                        <a:gd name="connsiteY3349" fmla="*/ 1308379 h 1830540"/>
                        <a:gd name="connsiteX3350" fmla="*/ 1941158 w 3405180"/>
                        <a:gd name="connsiteY3350" fmla="*/ 1297674 h 1830540"/>
                        <a:gd name="connsiteX3351" fmla="*/ 1947105 w 3405180"/>
                        <a:gd name="connsiteY3351" fmla="*/ 1282211 h 1830540"/>
                        <a:gd name="connsiteX3352" fmla="*/ 1951863 w 3405180"/>
                        <a:gd name="connsiteY3352" fmla="*/ 1266748 h 1830540"/>
                        <a:gd name="connsiteX3353" fmla="*/ 1953052 w 3405180"/>
                        <a:gd name="connsiteY3353" fmla="*/ 1253664 h 1830540"/>
                        <a:gd name="connsiteX3354" fmla="*/ 1955431 w 3405180"/>
                        <a:gd name="connsiteY3354" fmla="*/ 1237012 h 1830540"/>
                        <a:gd name="connsiteX3355" fmla="*/ 1955431 w 3405180"/>
                        <a:gd name="connsiteY3355" fmla="*/ 1215603 h 1830540"/>
                        <a:gd name="connsiteX3356" fmla="*/ 1949484 w 3405180"/>
                        <a:gd name="connsiteY3356" fmla="*/ 1201329 h 1830540"/>
                        <a:gd name="connsiteX3357" fmla="*/ 1962568 w 3405180"/>
                        <a:gd name="connsiteY3357" fmla="*/ 1194193 h 1830540"/>
                        <a:gd name="connsiteX3358" fmla="*/ 1968515 w 3405180"/>
                        <a:gd name="connsiteY3358" fmla="*/ 1204898 h 1830540"/>
                        <a:gd name="connsiteX3359" fmla="*/ 1968515 w 3405180"/>
                        <a:gd name="connsiteY3359" fmla="*/ 1216792 h 1830540"/>
                        <a:gd name="connsiteX3360" fmla="*/ 1973273 w 3405180"/>
                        <a:gd name="connsiteY3360" fmla="*/ 1237012 h 1830540"/>
                        <a:gd name="connsiteX3361" fmla="*/ 1978031 w 3405180"/>
                        <a:gd name="connsiteY3361" fmla="*/ 1257233 h 1830540"/>
                        <a:gd name="connsiteX3362" fmla="*/ 1985167 w 3405180"/>
                        <a:gd name="connsiteY3362" fmla="*/ 1264370 h 18305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  <a:cxn ang="0">
                          <a:pos x="connsiteX375" y="connsiteY375"/>
                        </a:cxn>
                        <a:cxn ang="0">
                          <a:pos x="connsiteX376" y="connsiteY376"/>
                        </a:cxn>
                        <a:cxn ang="0">
                          <a:pos x="connsiteX377" y="connsiteY377"/>
                        </a:cxn>
                        <a:cxn ang="0">
                          <a:pos x="connsiteX378" y="connsiteY378"/>
                        </a:cxn>
                        <a:cxn ang="0">
                          <a:pos x="connsiteX379" y="connsiteY379"/>
                        </a:cxn>
                        <a:cxn ang="0">
                          <a:pos x="connsiteX380" y="connsiteY380"/>
                        </a:cxn>
                        <a:cxn ang="0">
                          <a:pos x="connsiteX381" y="connsiteY381"/>
                        </a:cxn>
                        <a:cxn ang="0">
                          <a:pos x="connsiteX382" y="connsiteY382"/>
                        </a:cxn>
                        <a:cxn ang="0">
                          <a:pos x="connsiteX383" y="connsiteY383"/>
                        </a:cxn>
                        <a:cxn ang="0">
                          <a:pos x="connsiteX384" y="connsiteY384"/>
                        </a:cxn>
                        <a:cxn ang="0">
                          <a:pos x="connsiteX385" y="connsiteY385"/>
                        </a:cxn>
                        <a:cxn ang="0">
                          <a:pos x="connsiteX386" y="connsiteY386"/>
                        </a:cxn>
                        <a:cxn ang="0">
                          <a:pos x="connsiteX387" y="connsiteY387"/>
                        </a:cxn>
                        <a:cxn ang="0">
                          <a:pos x="connsiteX388" y="connsiteY388"/>
                        </a:cxn>
                        <a:cxn ang="0">
                          <a:pos x="connsiteX389" y="connsiteY389"/>
                        </a:cxn>
                        <a:cxn ang="0">
                          <a:pos x="connsiteX390" y="connsiteY390"/>
                        </a:cxn>
                        <a:cxn ang="0">
                          <a:pos x="connsiteX391" y="connsiteY391"/>
                        </a:cxn>
                        <a:cxn ang="0">
                          <a:pos x="connsiteX392" y="connsiteY392"/>
                        </a:cxn>
                        <a:cxn ang="0">
                          <a:pos x="connsiteX393" y="connsiteY393"/>
                        </a:cxn>
                        <a:cxn ang="0">
                          <a:pos x="connsiteX394" y="connsiteY394"/>
                        </a:cxn>
                        <a:cxn ang="0">
                          <a:pos x="connsiteX395" y="connsiteY395"/>
                        </a:cxn>
                        <a:cxn ang="0">
                          <a:pos x="connsiteX396" y="connsiteY396"/>
                        </a:cxn>
                        <a:cxn ang="0">
                          <a:pos x="connsiteX397" y="connsiteY397"/>
                        </a:cxn>
                        <a:cxn ang="0">
                          <a:pos x="connsiteX398" y="connsiteY398"/>
                        </a:cxn>
                        <a:cxn ang="0">
                          <a:pos x="connsiteX399" y="connsiteY399"/>
                        </a:cxn>
                        <a:cxn ang="0">
                          <a:pos x="connsiteX400" y="connsiteY400"/>
                        </a:cxn>
                        <a:cxn ang="0">
                          <a:pos x="connsiteX401" y="connsiteY401"/>
                        </a:cxn>
                        <a:cxn ang="0">
                          <a:pos x="connsiteX402" y="connsiteY402"/>
                        </a:cxn>
                        <a:cxn ang="0">
                          <a:pos x="connsiteX403" y="connsiteY403"/>
                        </a:cxn>
                        <a:cxn ang="0">
                          <a:pos x="connsiteX404" y="connsiteY404"/>
                        </a:cxn>
                        <a:cxn ang="0">
                          <a:pos x="connsiteX405" y="connsiteY405"/>
                        </a:cxn>
                        <a:cxn ang="0">
                          <a:pos x="connsiteX406" y="connsiteY406"/>
                        </a:cxn>
                        <a:cxn ang="0">
                          <a:pos x="connsiteX407" y="connsiteY407"/>
                        </a:cxn>
                        <a:cxn ang="0">
                          <a:pos x="connsiteX408" y="connsiteY408"/>
                        </a:cxn>
                        <a:cxn ang="0">
                          <a:pos x="connsiteX409" y="connsiteY409"/>
                        </a:cxn>
                        <a:cxn ang="0">
                          <a:pos x="connsiteX410" y="connsiteY410"/>
                        </a:cxn>
                        <a:cxn ang="0">
                          <a:pos x="connsiteX411" y="connsiteY411"/>
                        </a:cxn>
                        <a:cxn ang="0">
                          <a:pos x="connsiteX412" y="connsiteY412"/>
                        </a:cxn>
                        <a:cxn ang="0">
                          <a:pos x="connsiteX413" y="connsiteY413"/>
                        </a:cxn>
                        <a:cxn ang="0">
                          <a:pos x="connsiteX414" y="connsiteY414"/>
                        </a:cxn>
                        <a:cxn ang="0">
                          <a:pos x="connsiteX415" y="connsiteY415"/>
                        </a:cxn>
                        <a:cxn ang="0">
                          <a:pos x="connsiteX416" y="connsiteY416"/>
                        </a:cxn>
                        <a:cxn ang="0">
                          <a:pos x="connsiteX417" y="connsiteY417"/>
                        </a:cxn>
                        <a:cxn ang="0">
                          <a:pos x="connsiteX418" y="connsiteY418"/>
                        </a:cxn>
                        <a:cxn ang="0">
                          <a:pos x="connsiteX419" y="connsiteY419"/>
                        </a:cxn>
                        <a:cxn ang="0">
                          <a:pos x="connsiteX420" y="connsiteY420"/>
                        </a:cxn>
                        <a:cxn ang="0">
                          <a:pos x="connsiteX421" y="connsiteY421"/>
                        </a:cxn>
                        <a:cxn ang="0">
                          <a:pos x="connsiteX422" y="connsiteY422"/>
                        </a:cxn>
                        <a:cxn ang="0">
                          <a:pos x="connsiteX423" y="connsiteY423"/>
                        </a:cxn>
                        <a:cxn ang="0">
                          <a:pos x="connsiteX424" y="connsiteY424"/>
                        </a:cxn>
                        <a:cxn ang="0">
                          <a:pos x="connsiteX425" y="connsiteY425"/>
                        </a:cxn>
                        <a:cxn ang="0">
                          <a:pos x="connsiteX426" y="connsiteY426"/>
                        </a:cxn>
                        <a:cxn ang="0">
                          <a:pos x="connsiteX427" y="connsiteY427"/>
                        </a:cxn>
                        <a:cxn ang="0">
                          <a:pos x="connsiteX428" y="connsiteY428"/>
                        </a:cxn>
                        <a:cxn ang="0">
                          <a:pos x="connsiteX429" y="connsiteY429"/>
                        </a:cxn>
                        <a:cxn ang="0">
                          <a:pos x="connsiteX430" y="connsiteY430"/>
                        </a:cxn>
                        <a:cxn ang="0">
                          <a:pos x="connsiteX431" y="connsiteY431"/>
                        </a:cxn>
                        <a:cxn ang="0">
                          <a:pos x="connsiteX432" y="connsiteY432"/>
                        </a:cxn>
                        <a:cxn ang="0">
                          <a:pos x="connsiteX433" y="connsiteY433"/>
                        </a:cxn>
                        <a:cxn ang="0">
                          <a:pos x="connsiteX434" y="connsiteY434"/>
                        </a:cxn>
                        <a:cxn ang="0">
                          <a:pos x="connsiteX435" y="connsiteY435"/>
                        </a:cxn>
                        <a:cxn ang="0">
                          <a:pos x="connsiteX436" y="connsiteY436"/>
                        </a:cxn>
                        <a:cxn ang="0">
                          <a:pos x="connsiteX437" y="connsiteY437"/>
                        </a:cxn>
                        <a:cxn ang="0">
                          <a:pos x="connsiteX438" y="connsiteY438"/>
                        </a:cxn>
                        <a:cxn ang="0">
                          <a:pos x="connsiteX439" y="connsiteY439"/>
                        </a:cxn>
                        <a:cxn ang="0">
                          <a:pos x="connsiteX440" y="connsiteY440"/>
                        </a:cxn>
                        <a:cxn ang="0">
                          <a:pos x="connsiteX441" y="connsiteY441"/>
                        </a:cxn>
                        <a:cxn ang="0">
                          <a:pos x="connsiteX442" y="connsiteY442"/>
                        </a:cxn>
                        <a:cxn ang="0">
                          <a:pos x="connsiteX443" y="connsiteY443"/>
                        </a:cxn>
                        <a:cxn ang="0">
                          <a:pos x="connsiteX444" y="connsiteY444"/>
                        </a:cxn>
                        <a:cxn ang="0">
                          <a:pos x="connsiteX445" y="connsiteY445"/>
                        </a:cxn>
                        <a:cxn ang="0">
                          <a:pos x="connsiteX446" y="connsiteY446"/>
                        </a:cxn>
                        <a:cxn ang="0">
                          <a:pos x="connsiteX447" y="connsiteY447"/>
                        </a:cxn>
                        <a:cxn ang="0">
                          <a:pos x="connsiteX448" y="connsiteY448"/>
                        </a:cxn>
                        <a:cxn ang="0">
                          <a:pos x="connsiteX449" y="connsiteY449"/>
                        </a:cxn>
                        <a:cxn ang="0">
                          <a:pos x="connsiteX450" y="connsiteY450"/>
                        </a:cxn>
                        <a:cxn ang="0">
                          <a:pos x="connsiteX451" y="connsiteY451"/>
                        </a:cxn>
                        <a:cxn ang="0">
                          <a:pos x="connsiteX452" y="connsiteY452"/>
                        </a:cxn>
                        <a:cxn ang="0">
                          <a:pos x="connsiteX453" y="connsiteY453"/>
                        </a:cxn>
                        <a:cxn ang="0">
                          <a:pos x="connsiteX454" y="connsiteY454"/>
                        </a:cxn>
                        <a:cxn ang="0">
                          <a:pos x="connsiteX455" y="connsiteY455"/>
                        </a:cxn>
                        <a:cxn ang="0">
                          <a:pos x="connsiteX456" y="connsiteY456"/>
                        </a:cxn>
                        <a:cxn ang="0">
                          <a:pos x="connsiteX457" y="connsiteY457"/>
                        </a:cxn>
                        <a:cxn ang="0">
                          <a:pos x="connsiteX458" y="connsiteY458"/>
                        </a:cxn>
                        <a:cxn ang="0">
                          <a:pos x="connsiteX459" y="connsiteY459"/>
                        </a:cxn>
                        <a:cxn ang="0">
                          <a:pos x="connsiteX460" y="connsiteY460"/>
                        </a:cxn>
                        <a:cxn ang="0">
                          <a:pos x="connsiteX461" y="connsiteY461"/>
                        </a:cxn>
                        <a:cxn ang="0">
                          <a:pos x="connsiteX462" y="connsiteY462"/>
                        </a:cxn>
                        <a:cxn ang="0">
                          <a:pos x="connsiteX463" y="connsiteY463"/>
                        </a:cxn>
                        <a:cxn ang="0">
                          <a:pos x="connsiteX464" y="connsiteY464"/>
                        </a:cxn>
                        <a:cxn ang="0">
                          <a:pos x="connsiteX465" y="connsiteY465"/>
                        </a:cxn>
                        <a:cxn ang="0">
                          <a:pos x="connsiteX466" y="connsiteY466"/>
                        </a:cxn>
                        <a:cxn ang="0">
                          <a:pos x="connsiteX467" y="connsiteY467"/>
                        </a:cxn>
                        <a:cxn ang="0">
                          <a:pos x="connsiteX468" y="connsiteY468"/>
                        </a:cxn>
                        <a:cxn ang="0">
                          <a:pos x="connsiteX469" y="connsiteY469"/>
                        </a:cxn>
                        <a:cxn ang="0">
                          <a:pos x="connsiteX470" y="connsiteY470"/>
                        </a:cxn>
                        <a:cxn ang="0">
                          <a:pos x="connsiteX471" y="connsiteY471"/>
                        </a:cxn>
                        <a:cxn ang="0">
                          <a:pos x="connsiteX472" y="connsiteY472"/>
                        </a:cxn>
                        <a:cxn ang="0">
                          <a:pos x="connsiteX473" y="connsiteY473"/>
                        </a:cxn>
                        <a:cxn ang="0">
                          <a:pos x="connsiteX474" y="connsiteY474"/>
                        </a:cxn>
                        <a:cxn ang="0">
                          <a:pos x="connsiteX475" y="connsiteY475"/>
                        </a:cxn>
                        <a:cxn ang="0">
                          <a:pos x="connsiteX476" y="connsiteY476"/>
                        </a:cxn>
                        <a:cxn ang="0">
                          <a:pos x="connsiteX477" y="connsiteY477"/>
                        </a:cxn>
                        <a:cxn ang="0">
                          <a:pos x="connsiteX478" y="connsiteY478"/>
                        </a:cxn>
                        <a:cxn ang="0">
                          <a:pos x="connsiteX479" y="connsiteY479"/>
                        </a:cxn>
                        <a:cxn ang="0">
                          <a:pos x="connsiteX480" y="connsiteY480"/>
                        </a:cxn>
                        <a:cxn ang="0">
                          <a:pos x="connsiteX481" y="connsiteY481"/>
                        </a:cxn>
                        <a:cxn ang="0">
                          <a:pos x="connsiteX482" y="connsiteY482"/>
                        </a:cxn>
                        <a:cxn ang="0">
                          <a:pos x="connsiteX483" y="connsiteY483"/>
                        </a:cxn>
                        <a:cxn ang="0">
                          <a:pos x="connsiteX484" y="connsiteY484"/>
                        </a:cxn>
                        <a:cxn ang="0">
                          <a:pos x="connsiteX485" y="connsiteY485"/>
                        </a:cxn>
                        <a:cxn ang="0">
                          <a:pos x="connsiteX486" y="connsiteY486"/>
                        </a:cxn>
                        <a:cxn ang="0">
                          <a:pos x="connsiteX487" y="connsiteY487"/>
                        </a:cxn>
                        <a:cxn ang="0">
                          <a:pos x="connsiteX488" y="connsiteY488"/>
                        </a:cxn>
                        <a:cxn ang="0">
                          <a:pos x="connsiteX489" y="connsiteY489"/>
                        </a:cxn>
                        <a:cxn ang="0">
                          <a:pos x="connsiteX490" y="connsiteY490"/>
                        </a:cxn>
                        <a:cxn ang="0">
                          <a:pos x="connsiteX491" y="connsiteY491"/>
                        </a:cxn>
                        <a:cxn ang="0">
                          <a:pos x="connsiteX492" y="connsiteY492"/>
                        </a:cxn>
                        <a:cxn ang="0">
                          <a:pos x="connsiteX493" y="connsiteY493"/>
                        </a:cxn>
                        <a:cxn ang="0">
                          <a:pos x="connsiteX494" y="connsiteY494"/>
                        </a:cxn>
                        <a:cxn ang="0">
                          <a:pos x="connsiteX495" y="connsiteY495"/>
                        </a:cxn>
                        <a:cxn ang="0">
                          <a:pos x="connsiteX496" y="connsiteY496"/>
                        </a:cxn>
                        <a:cxn ang="0">
                          <a:pos x="connsiteX497" y="connsiteY497"/>
                        </a:cxn>
                        <a:cxn ang="0">
                          <a:pos x="connsiteX498" y="connsiteY498"/>
                        </a:cxn>
                        <a:cxn ang="0">
                          <a:pos x="connsiteX499" y="connsiteY499"/>
                        </a:cxn>
                        <a:cxn ang="0">
                          <a:pos x="connsiteX500" y="connsiteY500"/>
                        </a:cxn>
                        <a:cxn ang="0">
                          <a:pos x="connsiteX501" y="connsiteY501"/>
                        </a:cxn>
                        <a:cxn ang="0">
                          <a:pos x="connsiteX502" y="connsiteY502"/>
                        </a:cxn>
                        <a:cxn ang="0">
                          <a:pos x="connsiteX503" y="connsiteY503"/>
                        </a:cxn>
                        <a:cxn ang="0">
                          <a:pos x="connsiteX504" y="connsiteY504"/>
                        </a:cxn>
                        <a:cxn ang="0">
                          <a:pos x="connsiteX505" y="connsiteY505"/>
                        </a:cxn>
                        <a:cxn ang="0">
                          <a:pos x="connsiteX506" y="connsiteY506"/>
                        </a:cxn>
                        <a:cxn ang="0">
                          <a:pos x="connsiteX507" y="connsiteY507"/>
                        </a:cxn>
                        <a:cxn ang="0">
                          <a:pos x="connsiteX508" y="connsiteY508"/>
                        </a:cxn>
                        <a:cxn ang="0">
                          <a:pos x="connsiteX509" y="connsiteY509"/>
                        </a:cxn>
                        <a:cxn ang="0">
                          <a:pos x="connsiteX510" y="connsiteY510"/>
                        </a:cxn>
                        <a:cxn ang="0">
                          <a:pos x="connsiteX511" y="connsiteY511"/>
                        </a:cxn>
                        <a:cxn ang="0">
                          <a:pos x="connsiteX512" y="connsiteY512"/>
                        </a:cxn>
                        <a:cxn ang="0">
                          <a:pos x="connsiteX513" y="connsiteY513"/>
                        </a:cxn>
                        <a:cxn ang="0">
                          <a:pos x="connsiteX514" y="connsiteY514"/>
                        </a:cxn>
                        <a:cxn ang="0">
                          <a:pos x="connsiteX515" y="connsiteY515"/>
                        </a:cxn>
                        <a:cxn ang="0">
                          <a:pos x="connsiteX516" y="connsiteY516"/>
                        </a:cxn>
                        <a:cxn ang="0">
                          <a:pos x="connsiteX517" y="connsiteY517"/>
                        </a:cxn>
                        <a:cxn ang="0">
                          <a:pos x="connsiteX518" y="connsiteY518"/>
                        </a:cxn>
                        <a:cxn ang="0">
                          <a:pos x="connsiteX519" y="connsiteY519"/>
                        </a:cxn>
                        <a:cxn ang="0">
                          <a:pos x="connsiteX520" y="connsiteY520"/>
                        </a:cxn>
                        <a:cxn ang="0">
                          <a:pos x="connsiteX521" y="connsiteY521"/>
                        </a:cxn>
                        <a:cxn ang="0">
                          <a:pos x="connsiteX522" y="connsiteY522"/>
                        </a:cxn>
                        <a:cxn ang="0">
                          <a:pos x="connsiteX523" y="connsiteY523"/>
                        </a:cxn>
                        <a:cxn ang="0">
                          <a:pos x="connsiteX524" y="connsiteY524"/>
                        </a:cxn>
                        <a:cxn ang="0">
                          <a:pos x="connsiteX525" y="connsiteY525"/>
                        </a:cxn>
                        <a:cxn ang="0">
                          <a:pos x="connsiteX526" y="connsiteY526"/>
                        </a:cxn>
                        <a:cxn ang="0">
                          <a:pos x="connsiteX527" y="connsiteY527"/>
                        </a:cxn>
                        <a:cxn ang="0">
                          <a:pos x="connsiteX528" y="connsiteY528"/>
                        </a:cxn>
                        <a:cxn ang="0">
                          <a:pos x="connsiteX529" y="connsiteY529"/>
                        </a:cxn>
                        <a:cxn ang="0">
                          <a:pos x="connsiteX530" y="connsiteY530"/>
                        </a:cxn>
                        <a:cxn ang="0">
                          <a:pos x="connsiteX531" y="connsiteY531"/>
                        </a:cxn>
                        <a:cxn ang="0">
                          <a:pos x="connsiteX532" y="connsiteY532"/>
                        </a:cxn>
                        <a:cxn ang="0">
                          <a:pos x="connsiteX533" y="connsiteY533"/>
                        </a:cxn>
                        <a:cxn ang="0">
                          <a:pos x="connsiteX534" y="connsiteY534"/>
                        </a:cxn>
                        <a:cxn ang="0">
                          <a:pos x="connsiteX535" y="connsiteY535"/>
                        </a:cxn>
                        <a:cxn ang="0">
                          <a:pos x="connsiteX536" y="connsiteY536"/>
                        </a:cxn>
                        <a:cxn ang="0">
                          <a:pos x="connsiteX537" y="connsiteY537"/>
                        </a:cxn>
                        <a:cxn ang="0">
                          <a:pos x="connsiteX538" y="connsiteY538"/>
                        </a:cxn>
                        <a:cxn ang="0">
                          <a:pos x="connsiteX539" y="connsiteY539"/>
                        </a:cxn>
                        <a:cxn ang="0">
                          <a:pos x="connsiteX540" y="connsiteY540"/>
                        </a:cxn>
                        <a:cxn ang="0">
                          <a:pos x="connsiteX541" y="connsiteY541"/>
                        </a:cxn>
                        <a:cxn ang="0">
                          <a:pos x="connsiteX542" y="connsiteY542"/>
                        </a:cxn>
                        <a:cxn ang="0">
                          <a:pos x="connsiteX543" y="connsiteY543"/>
                        </a:cxn>
                        <a:cxn ang="0">
                          <a:pos x="connsiteX544" y="connsiteY544"/>
                        </a:cxn>
                        <a:cxn ang="0">
                          <a:pos x="connsiteX545" y="connsiteY545"/>
                        </a:cxn>
                        <a:cxn ang="0">
                          <a:pos x="connsiteX546" y="connsiteY546"/>
                        </a:cxn>
                        <a:cxn ang="0">
                          <a:pos x="connsiteX547" y="connsiteY547"/>
                        </a:cxn>
                        <a:cxn ang="0">
                          <a:pos x="connsiteX548" y="connsiteY548"/>
                        </a:cxn>
                        <a:cxn ang="0">
                          <a:pos x="connsiteX549" y="connsiteY549"/>
                        </a:cxn>
                        <a:cxn ang="0">
                          <a:pos x="connsiteX550" y="connsiteY550"/>
                        </a:cxn>
                        <a:cxn ang="0">
                          <a:pos x="connsiteX551" y="connsiteY551"/>
                        </a:cxn>
                        <a:cxn ang="0">
                          <a:pos x="connsiteX552" y="connsiteY552"/>
                        </a:cxn>
                        <a:cxn ang="0">
                          <a:pos x="connsiteX553" y="connsiteY553"/>
                        </a:cxn>
                        <a:cxn ang="0">
                          <a:pos x="connsiteX554" y="connsiteY554"/>
                        </a:cxn>
                        <a:cxn ang="0">
                          <a:pos x="connsiteX555" y="connsiteY555"/>
                        </a:cxn>
                        <a:cxn ang="0">
                          <a:pos x="connsiteX556" y="connsiteY556"/>
                        </a:cxn>
                        <a:cxn ang="0">
                          <a:pos x="connsiteX557" y="connsiteY557"/>
                        </a:cxn>
                        <a:cxn ang="0">
                          <a:pos x="connsiteX558" y="connsiteY558"/>
                        </a:cxn>
                        <a:cxn ang="0">
                          <a:pos x="connsiteX559" y="connsiteY559"/>
                        </a:cxn>
                        <a:cxn ang="0">
                          <a:pos x="connsiteX560" y="connsiteY560"/>
                        </a:cxn>
                        <a:cxn ang="0">
                          <a:pos x="connsiteX561" y="connsiteY561"/>
                        </a:cxn>
                        <a:cxn ang="0">
                          <a:pos x="connsiteX562" y="connsiteY562"/>
                        </a:cxn>
                        <a:cxn ang="0">
                          <a:pos x="connsiteX563" y="connsiteY563"/>
                        </a:cxn>
                        <a:cxn ang="0">
                          <a:pos x="connsiteX564" y="connsiteY564"/>
                        </a:cxn>
                        <a:cxn ang="0">
                          <a:pos x="connsiteX565" y="connsiteY565"/>
                        </a:cxn>
                        <a:cxn ang="0">
                          <a:pos x="connsiteX566" y="connsiteY566"/>
                        </a:cxn>
                        <a:cxn ang="0">
                          <a:pos x="connsiteX567" y="connsiteY567"/>
                        </a:cxn>
                        <a:cxn ang="0">
                          <a:pos x="connsiteX568" y="connsiteY568"/>
                        </a:cxn>
                        <a:cxn ang="0">
                          <a:pos x="connsiteX569" y="connsiteY569"/>
                        </a:cxn>
                        <a:cxn ang="0">
                          <a:pos x="connsiteX570" y="connsiteY570"/>
                        </a:cxn>
                        <a:cxn ang="0">
                          <a:pos x="connsiteX571" y="connsiteY571"/>
                        </a:cxn>
                        <a:cxn ang="0">
                          <a:pos x="connsiteX572" y="connsiteY572"/>
                        </a:cxn>
                        <a:cxn ang="0">
                          <a:pos x="connsiteX573" y="connsiteY573"/>
                        </a:cxn>
                        <a:cxn ang="0">
                          <a:pos x="connsiteX574" y="connsiteY574"/>
                        </a:cxn>
                        <a:cxn ang="0">
                          <a:pos x="connsiteX575" y="connsiteY575"/>
                        </a:cxn>
                        <a:cxn ang="0">
                          <a:pos x="connsiteX576" y="connsiteY576"/>
                        </a:cxn>
                        <a:cxn ang="0">
                          <a:pos x="connsiteX577" y="connsiteY577"/>
                        </a:cxn>
                        <a:cxn ang="0">
                          <a:pos x="connsiteX578" y="connsiteY578"/>
                        </a:cxn>
                        <a:cxn ang="0">
                          <a:pos x="connsiteX579" y="connsiteY579"/>
                        </a:cxn>
                        <a:cxn ang="0">
                          <a:pos x="connsiteX580" y="connsiteY580"/>
                        </a:cxn>
                        <a:cxn ang="0">
                          <a:pos x="connsiteX581" y="connsiteY581"/>
                        </a:cxn>
                        <a:cxn ang="0">
                          <a:pos x="connsiteX582" y="connsiteY582"/>
                        </a:cxn>
                        <a:cxn ang="0">
                          <a:pos x="connsiteX583" y="connsiteY583"/>
                        </a:cxn>
                        <a:cxn ang="0">
                          <a:pos x="connsiteX584" y="connsiteY584"/>
                        </a:cxn>
                        <a:cxn ang="0">
                          <a:pos x="connsiteX585" y="connsiteY585"/>
                        </a:cxn>
                        <a:cxn ang="0">
                          <a:pos x="connsiteX586" y="connsiteY586"/>
                        </a:cxn>
                        <a:cxn ang="0">
                          <a:pos x="connsiteX587" y="connsiteY587"/>
                        </a:cxn>
                        <a:cxn ang="0">
                          <a:pos x="connsiteX588" y="connsiteY588"/>
                        </a:cxn>
                        <a:cxn ang="0">
                          <a:pos x="connsiteX589" y="connsiteY589"/>
                        </a:cxn>
                        <a:cxn ang="0">
                          <a:pos x="connsiteX590" y="connsiteY590"/>
                        </a:cxn>
                        <a:cxn ang="0">
                          <a:pos x="connsiteX591" y="connsiteY591"/>
                        </a:cxn>
                        <a:cxn ang="0">
                          <a:pos x="connsiteX592" y="connsiteY592"/>
                        </a:cxn>
                        <a:cxn ang="0">
                          <a:pos x="connsiteX593" y="connsiteY593"/>
                        </a:cxn>
                        <a:cxn ang="0">
                          <a:pos x="connsiteX594" y="connsiteY594"/>
                        </a:cxn>
                        <a:cxn ang="0">
                          <a:pos x="connsiteX595" y="connsiteY595"/>
                        </a:cxn>
                        <a:cxn ang="0">
                          <a:pos x="connsiteX596" y="connsiteY596"/>
                        </a:cxn>
                        <a:cxn ang="0">
                          <a:pos x="connsiteX597" y="connsiteY597"/>
                        </a:cxn>
                        <a:cxn ang="0">
                          <a:pos x="connsiteX598" y="connsiteY598"/>
                        </a:cxn>
                        <a:cxn ang="0">
                          <a:pos x="connsiteX599" y="connsiteY599"/>
                        </a:cxn>
                        <a:cxn ang="0">
                          <a:pos x="connsiteX600" y="connsiteY600"/>
                        </a:cxn>
                        <a:cxn ang="0">
                          <a:pos x="connsiteX601" y="connsiteY601"/>
                        </a:cxn>
                        <a:cxn ang="0">
                          <a:pos x="connsiteX602" y="connsiteY602"/>
                        </a:cxn>
                        <a:cxn ang="0">
                          <a:pos x="connsiteX603" y="connsiteY603"/>
                        </a:cxn>
                        <a:cxn ang="0">
                          <a:pos x="connsiteX604" y="connsiteY604"/>
                        </a:cxn>
                        <a:cxn ang="0">
                          <a:pos x="connsiteX605" y="connsiteY605"/>
                        </a:cxn>
                        <a:cxn ang="0">
                          <a:pos x="connsiteX606" y="connsiteY606"/>
                        </a:cxn>
                        <a:cxn ang="0">
                          <a:pos x="connsiteX607" y="connsiteY607"/>
                        </a:cxn>
                        <a:cxn ang="0">
                          <a:pos x="connsiteX608" y="connsiteY608"/>
                        </a:cxn>
                        <a:cxn ang="0">
                          <a:pos x="connsiteX609" y="connsiteY609"/>
                        </a:cxn>
                        <a:cxn ang="0">
                          <a:pos x="connsiteX610" y="connsiteY610"/>
                        </a:cxn>
                        <a:cxn ang="0">
                          <a:pos x="connsiteX611" y="connsiteY611"/>
                        </a:cxn>
                        <a:cxn ang="0">
                          <a:pos x="connsiteX612" y="connsiteY612"/>
                        </a:cxn>
                        <a:cxn ang="0">
                          <a:pos x="connsiteX613" y="connsiteY613"/>
                        </a:cxn>
                        <a:cxn ang="0">
                          <a:pos x="connsiteX614" y="connsiteY614"/>
                        </a:cxn>
                        <a:cxn ang="0">
                          <a:pos x="connsiteX615" y="connsiteY615"/>
                        </a:cxn>
                        <a:cxn ang="0">
                          <a:pos x="connsiteX616" y="connsiteY616"/>
                        </a:cxn>
                        <a:cxn ang="0">
                          <a:pos x="connsiteX617" y="connsiteY617"/>
                        </a:cxn>
                        <a:cxn ang="0">
                          <a:pos x="connsiteX618" y="connsiteY618"/>
                        </a:cxn>
                        <a:cxn ang="0">
                          <a:pos x="connsiteX619" y="connsiteY619"/>
                        </a:cxn>
                        <a:cxn ang="0">
                          <a:pos x="connsiteX620" y="connsiteY620"/>
                        </a:cxn>
                        <a:cxn ang="0">
                          <a:pos x="connsiteX621" y="connsiteY621"/>
                        </a:cxn>
                        <a:cxn ang="0">
                          <a:pos x="connsiteX622" y="connsiteY622"/>
                        </a:cxn>
                        <a:cxn ang="0">
                          <a:pos x="connsiteX623" y="connsiteY623"/>
                        </a:cxn>
                        <a:cxn ang="0">
                          <a:pos x="connsiteX624" y="connsiteY624"/>
                        </a:cxn>
                        <a:cxn ang="0">
                          <a:pos x="connsiteX625" y="connsiteY625"/>
                        </a:cxn>
                        <a:cxn ang="0">
                          <a:pos x="connsiteX626" y="connsiteY626"/>
                        </a:cxn>
                        <a:cxn ang="0">
                          <a:pos x="connsiteX627" y="connsiteY627"/>
                        </a:cxn>
                        <a:cxn ang="0">
                          <a:pos x="connsiteX628" y="connsiteY628"/>
                        </a:cxn>
                        <a:cxn ang="0">
                          <a:pos x="connsiteX629" y="connsiteY629"/>
                        </a:cxn>
                        <a:cxn ang="0">
                          <a:pos x="connsiteX630" y="connsiteY630"/>
                        </a:cxn>
                        <a:cxn ang="0">
                          <a:pos x="connsiteX631" y="connsiteY631"/>
                        </a:cxn>
                        <a:cxn ang="0">
                          <a:pos x="connsiteX632" y="connsiteY632"/>
                        </a:cxn>
                        <a:cxn ang="0">
                          <a:pos x="connsiteX633" y="connsiteY633"/>
                        </a:cxn>
                        <a:cxn ang="0">
                          <a:pos x="connsiteX634" y="connsiteY634"/>
                        </a:cxn>
                        <a:cxn ang="0">
                          <a:pos x="connsiteX635" y="connsiteY635"/>
                        </a:cxn>
                        <a:cxn ang="0">
                          <a:pos x="connsiteX636" y="connsiteY636"/>
                        </a:cxn>
                        <a:cxn ang="0">
                          <a:pos x="connsiteX637" y="connsiteY637"/>
                        </a:cxn>
                        <a:cxn ang="0">
                          <a:pos x="connsiteX638" y="connsiteY638"/>
                        </a:cxn>
                        <a:cxn ang="0">
                          <a:pos x="connsiteX639" y="connsiteY639"/>
                        </a:cxn>
                        <a:cxn ang="0">
                          <a:pos x="connsiteX640" y="connsiteY640"/>
                        </a:cxn>
                        <a:cxn ang="0">
                          <a:pos x="connsiteX641" y="connsiteY641"/>
                        </a:cxn>
                        <a:cxn ang="0">
                          <a:pos x="connsiteX642" y="connsiteY642"/>
                        </a:cxn>
                        <a:cxn ang="0">
                          <a:pos x="connsiteX643" y="connsiteY643"/>
                        </a:cxn>
                        <a:cxn ang="0">
                          <a:pos x="connsiteX644" y="connsiteY644"/>
                        </a:cxn>
                        <a:cxn ang="0">
                          <a:pos x="connsiteX645" y="connsiteY645"/>
                        </a:cxn>
                        <a:cxn ang="0">
                          <a:pos x="connsiteX646" y="connsiteY646"/>
                        </a:cxn>
                        <a:cxn ang="0">
                          <a:pos x="connsiteX647" y="connsiteY647"/>
                        </a:cxn>
                        <a:cxn ang="0">
                          <a:pos x="connsiteX648" y="connsiteY648"/>
                        </a:cxn>
                        <a:cxn ang="0">
                          <a:pos x="connsiteX649" y="connsiteY649"/>
                        </a:cxn>
                        <a:cxn ang="0">
                          <a:pos x="connsiteX650" y="connsiteY650"/>
                        </a:cxn>
                        <a:cxn ang="0">
                          <a:pos x="connsiteX651" y="connsiteY651"/>
                        </a:cxn>
                        <a:cxn ang="0">
                          <a:pos x="connsiteX652" y="connsiteY652"/>
                        </a:cxn>
                        <a:cxn ang="0">
                          <a:pos x="connsiteX653" y="connsiteY653"/>
                        </a:cxn>
                        <a:cxn ang="0">
                          <a:pos x="connsiteX654" y="connsiteY654"/>
                        </a:cxn>
                        <a:cxn ang="0">
                          <a:pos x="connsiteX655" y="connsiteY655"/>
                        </a:cxn>
                        <a:cxn ang="0">
                          <a:pos x="connsiteX656" y="connsiteY656"/>
                        </a:cxn>
                        <a:cxn ang="0">
                          <a:pos x="connsiteX657" y="connsiteY657"/>
                        </a:cxn>
                        <a:cxn ang="0">
                          <a:pos x="connsiteX658" y="connsiteY658"/>
                        </a:cxn>
                        <a:cxn ang="0">
                          <a:pos x="connsiteX659" y="connsiteY659"/>
                        </a:cxn>
                        <a:cxn ang="0">
                          <a:pos x="connsiteX660" y="connsiteY660"/>
                        </a:cxn>
                        <a:cxn ang="0">
                          <a:pos x="connsiteX661" y="connsiteY661"/>
                        </a:cxn>
                        <a:cxn ang="0">
                          <a:pos x="connsiteX662" y="connsiteY662"/>
                        </a:cxn>
                        <a:cxn ang="0">
                          <a:pos x="connsiteX663" y="connsiteY663"/>
                        </a:cxn>
                        <a:cxn ang="0">
                          <a:pos x="connsiteX664" y="connsiteY664"/>
                        </a:cxn>
                        <a:cxn ang="0">
                          <a:pos x="connsiteX665" y="connsiteY665"/>
                        </a:cxn>
                        <a:cxn ang="0">
                          <a:pos x="connsiteX666" y="connsiteY666"/>
                        </a:cxn>
                        <a:cxn ang="0">
                          <a:pos x="connsiteX667" y="connsiteY667"/>
                        </a:cxn>
                        <a:cxn ang="0">
                          <a:pos x="connsiteX668" y="connsiteY668"/>
                        </a:cxn>
                        <a:cxn ang="0">
                          <a:pos x="connsiteX669" y="connsiteY669"/>
                        </a:cxn>
                        <a:cxn ang="0">
                          <a:pos x="connsiteX670" y="connsiteY670"/>
                        </a:cxn>
                        <a:cxn ang="0">
                          <a:pos x="connsiteX671" y="connsiteY671"/>
                        </a:cxn>
                        <a:cxn ang="0">
                          <a:pos x="connsiteX672" y="connsiteY672"/>
                        </a:cxn>
                        <a:cxn ang="0">
                          <a:pos x="connsiteX673" y="connsiteY673"/>
                        </a:cxn>
                        <a:cxn ang="0">
                          <a:pos x="connsiteX674" y="connsiteY674"/>
                        </a:cxn>
                        <a:cxn ang="0">
                          <a:pos x="connsiteX675" y="connsiteY675"/>
                        </a:cxn>
                        <a:cxn ang="0">
                          <a:pos x="connsiteX676" y="connsiteY676"/>
                        </a:cxn>
                        <a:cxn ang="0">
                          <a:pos x="connsiteX677" y="connsiteY677"/>
                        </a:cxn>
                        <a:cxn ang="0">
                          <a:pos x="connsiteX678" y="connsiteY678"/>
                        </a:cxn>
                        <a:cxn ang="0">
                          <a:pos x="connsiteX679" y="connsiteY679"/>
                        </a:cxn>
                        <a:cxn ang="0">
                          <a:pos x="connsiteX680" y="connsiteY680"/>
                        </a:cxn>
                        <a:cxn ang="0">
                          <a:pos x="connsiteX681" y="connsiteY681"/>
                        </a:cxn>
                        <a:cxn ang="0">
                          <a:pos x="connsiteX682" y="connsiteY682"/>
                        </a:cxn>
                        <a:cxn ang="0">
                          <a:pos x="connsiteX683" y="connsiteY683"/>
                        </a:cxn>
                        <a:cxn ang="0">
                          <a:pos x="connsiteX684" y="connsiteY684"/>
                        </a:cxn>
                        <a:cxn ang="0">
                          <a:pos x="connsiteX685" y="connsiteY685"/>
                        </a:cxn>
                        <a:cxn ang="0">
                          <a:pos x="connsiteX686" y="connsiteY686"/>
                        </a:cxn>
                        <a:cxn ang="0">
                          <a:pos x="connsiteX687" y="connsiteY687"/>
                        </a:cxn>
                        <a:cxn ang="0">
                          <a:pos x="connsiteX688" y="connsiteY688"/>
                        </a:cxn>
                        <a:cxn ang="0">
                          <a:pos x="connsiteX689" y="connsiteY689"/>
                        </a:cxn>
                        <a:cxn ang="0">
                          <a:pos x="connsiteX690" y="connsiteY690"/>
                        </a:cxn>
                        <a:cxn ang="0">
                          <a:pos x="connsiteX691" y="connsiteY691"/>
                        </a:cxn>
                        <a:cxn ang="0">
                          <a:pos x="connsiteX692" y="connsiteY692"/>
                        </a:cxn>
                        <a:cxn ang="0">
                          <a:pos x="connsiteX693" y="connsiteY693"/>
                        </a:cxn>
                        <a:cxn ang="0">
                          <a:pos x="connsiteX694" y="connsiteY694"/>
                        </a:cxn>
                        <a:cxn ang="0">
                          <a:pos x="connsiteX695" y="connsiteY695"/>
                        </a:cxn>
                        <a:cxn ang="0">
                          <a:pos x="connsiteX696" y="connsiteY696"/>
                        </a:cxn>
                        <a:cxn ang="0">
                          <a:pos x="connsiteX697" y="connsiteY697"/>
                        </a:cxn>
                        <a:cxn ang="0">
                          <a:pos x="connsiteX698" y="connsiteY698"/>
                        </a:cxn>
                        <a:cxn ang="0">
                          <a:pos x="connsiteX699" y="connsiteY699"/>
                        </a:cxn>
                        <a:cxn ang="0">
                          <a:pos x="connsiteX700" y="connsiteY700"/>
                        </a:cxn>
                        <a:cxn ang="0">
                          <a:pos x="connsiteX701" y="connsiteY701"/>
                        </a:cxn>
                        <a:cxn ang="0">
                          <a:pos x="connsiteX702" y="connsiteY702"/>
                        </a:cxn>
                        <a:cxn ang="0">
                          <a:pos x="connsiteX703" y="connsiteY703"/>
                        </a:cxn>
                        <a:cxn ang="0">
                          <a:pos x="connsiteX704" y="connsiteY704"/>
                        </a:cxn>
                        <a:cxn ang="0">
                          <a:pos x="connsiteX705" y="connsiteY705"/>
                        </a:cxn>
                        <a:cxn ang="0">
                          <a:pos x="connsiteX706" y="connsiteY706"/>
                        </a:cxn>
                        <a:cxn ang="0">
                          <a:pos x="connsiteX707" y="connsiteY707"/>
                        </a:cxn>
                        <a:cxn ang="0">
                          <a:pos x="connsiteX708" y="connsiteY708"/>
                        </a:cxn>
                        <a:cxn ang="0">
                          <a:pos x="connsiteX709" y="connsiteY709"/>
                        </a:cxn>
                        <a:cxn ang="0">
                          <a:pos x="connsiteX710" y="connsiteY710"/>
                        </a:cxn>
                        <a:cxn ang="0">
                          <a:pos x="connsiteX711" y="connsiteY711"/>
                        </a:cxn>
                        <a:cxn ang="0">
                          <a:pos x="connsiteX712" y="connsiteY712"/>
                        </a:cxn>
                        <a:cxn ang="0">
                          <a:pos x="connsiteX713" y="connsiteY713"/>
                        </a:cxn>
                        <a:cxn ang="0">
                          <a:pos x="connsiteX714" y="connsiteY714"/>
                        </a:cxn>
                        <a:cxn ang="0">
                          <a:pos x="connsiteX715" y="connsiteY715"/>
                        </a:cxn>
                        <a:cxn ang="0">
                          <a:pos x="connsiteX716" y="connsiteY716"/>
                        </a:cxn>
                        <a:cxn ang="0">
                          <a:pos x="connsiteX717" y="connsiteY717"/>
                        </a:cxn>
                        <a:cxn ang="0">
                          <a:pos x="connsiteX718" y="connsiteY718"/>
                        </a:cxn>
                        <a:cxn ang="0">
                          <a:pos x="connsiteX719" y="connsiteY719"/>
                        </a:cxn>
                        <a:cxn ang="0">
                          <a:pos x="connsiteX720" y="connsiteY720"/>
                        </a:cxn>
                        <a:cxn ang="0">
                          <a:pos x="connsiteX721" y="connsiteY721"/>
                        </a:cxn>
                        <a:cxn ang="0">
                          <a:pos x="connsiteX722" y="connsiteY722"/>
                        </a:cxn>
                        <a:cxn ang="0">
                          <a:pos x="connsiteX723" y="connsiteY723"/>
                        </a:cxn>
                        <a:cxn ang="0">
                          <a:pos x="connsiteX724" y="connsiteY724"/>
                        </a:cxn>
                        <a:cxn ang="0">
                          <a:pos x="connsiteX725" y="connsiteY725"/>
                        </a:cxn>
                        <a:cxn ang="0">
                          <a:pos x="connsiteX726" y="connsiteY726"/>
                        </a:cxn>
                        <a:cxn ang="0">
                          <a:pos x="connsiteX727" y="connsiteY727"/>
                        </a:cxn>
                        <a:cxn ang="0">
                          <a:pos x="connsiteX728" y="connsiteY728"/>
                        </a:cxn>
                        <a:cxn ang="0">
                          <a:pos x="connsiteX729" y="connsiteY729"/>
                        </a:cxn>
                        <a:cxn ang="0">
                          <a:pos x="connsiteX730" y="connsiteY730"/>
                        </a:cxn>
                        <a:cxn ang="0">
                          <a:pos x="connsiteX731" y="connsiteY731"/>
                        </a:cxn>
                        <a:cxn ang="0">
                          <a:pos x="connsiteX732" y="connsiteY732"/>
                        </a:cxn>
                        <a:cxn ang="0">
                          <a:pos x="connsiteX733" y="connsiteY733"/>
                        </a:cxn>
                        <a:cxn ang="0">
                          <a:pos x="connsiteX734" y="connsiteY734"/>
                        </a:cxn>
                        <a:cxn ang="0">
                          <a:pos x="connsiteX735" y="connsiteY735"/>
                        </a:cxn>
                        <a:cxn ang="0">
                          <a:pos x="connsiteX736" y="connsiteY736"/>
                        </a:cxn>
                        <a:cxn ang="0">
                          <a:pos x="connsiteX737" y="connsiteY737"/>
                        </a:cxn>
                        <a:cxn ang="0">
                          <a:pos x="connsiteX738" y="connsiteY738"/>
                        </a:cxn>
                        <a:cxn ang="0">
                          <a:pos x="connsiteX739" y="connsiteY739"/>
                        </a:cxn>
                        <a:cxn ang="0">
                          <a:pos x="connsiteX740" y="connsiteY740"/>
                        </a:cxn>
                        <a:cxn ang="0">
                          <a:pos x="connsiteX741" y="connsiteY741"/>
                        </a:cxn>
                        <a:cxn ang="0">
                          <a:pos x="connsiteX742" y="connsiteY742"/>
                        </a:cxn>
                        <a:cxn ang="0">
                          <a:pos x="connsiteX743" y="connsiteY743"/>
                        </a:cxn>
                        <a:cxn ang="0">
                          <a:pos x="connsiteX744" y="connsiteY744"/>
                        </a:cxn>
                        <a:cxn ang="0">
                          <a:pos x="connsiteX745" y="connsiteY745"/>
                        </a:cxn>
                        <a:cxn ang="0">
                          <a:pos x="connsiteX746" y="connsiteY746"/>
                        </a:cxn>
                        <a:cxn ang="0">
                          <a:pos x="connsiteX747" y="connsiteY747"/>
                        </a:cxn>
                        <a:cxn ang="0">
                          <a:pos x="connsiteX748" y="connsiteY748"/>
                        </a:cxn>
                        <a:cxn ang="0">
                          <a:pos x="connsiteX749" y="connsiteY749"/>
                        </a:cxn>
                        <a:cxn ang="0">
                          <a:pos x="connsiteX750" y="connsiteY750"/>
                        </a:cxn>
                        <a:cxn ang="0">
                          <a:pos x="connsiteX751" y="connsiteY751"/>
                        </a:cxn>
                        <a:cxn ang="0">
                          <a:pos x="connsiteX752" y="connsiteY752"/>
                        </a:cxn>
                        <a:cxn ang="0">
                          <a:pos x="connsiteX753" y="connsiteY753"/>
                        </a:cxn>
                        <a:cxn ang="0">
                          <a:pos x="connsiteX754" y="connsiteY754"/>
                        </a:cxn>
                        <a:cxn ang="0">
                          <a:pos x="connsiteX755" y="connsiteY755"/>
                        </a:cxn>
                        <a:cxn ang="0">
                          <a:pos x="connsiteX756" y="connsiteY756"/>
                        </a:cxn>
                        <a:cxn ang="0">
                          <a:pos x="connsiteX757" y="connsiteY757"/>
                        </a:cxn>
                        <a:cxn ang="0">
                          <a:pos x="connsiteX758" y="connsiteY758"/>
                        </a:cxn>
                        <a:cxn ang="0">
                          <a:pos x="connsiteX759" y="connsiteY759"/>
                        </a:cxn>
                        <a:cxn ang="0">
                          <a:pos x="connsiteX760" y="connsiteY760"/>
                        </a:cxn>
                        <a:cxn ang="0">
                          <a:pos x="connsiteX761" y="connsiteY761"/>
                        </a:cxn>
                        <a:cxn ang="0">
                          <a:pos x="connsiteX762" y="connsiteY762"/>
                        </a:cxn>
                        <a:cxn ang="0">
                          <a:pos x="connsiteX763" y="connsiteY763"/>
                        </a:cxn>
                        <a:cxn ang="0">
                          <a:pos x="connsiteX764" y="connsiteY764"/>
                        </a:cxn>
                        <a:cxn ang="0">
                          <a:pos x="connsiteX765" y="connsiteY765"/>
                        </a:cxn>
                        <a:cxn ang="0">
                          <a:pos x="connsiteX766" y="connsiteY766"/>
                        </a:cxn>
                        <a:cxn ang="0">
                          <a:pos x="connsiteX767" y="connsiteY767"/>
                        </a:cxn>
                        <a:cxn ang="0">
                          <a:pos x="connsiteX768" y="connsiteY768"/>
                        </a:cxn>
                        <a:cxn ang="0">
                          <a:pos x="connsiteX769" y="connsiteY769"/>
                        </a:cxn>
                        <a:cxn ang="0">
                          <a:pos x="connsiteX770" y="connsiteY770"/>
                        </a:cxn>
                        <a:cxn ang="0">
                          <a:pos x="connsiteX771" y="connsiteY771"/>
                        </a:cxn>
                        <a:cxn ang="0">
                          <a:pos x="connsiteX772" y="connsiteY772"/>
                        </a:cxn>
                        <a:cxn ang="0">
                          <a:pos x="connsiteX773" y="connsiteY773"/>
                        </a:cxn>
                        <a:cxn ang="0">
                          <a:pos x="connsiteX774" y="connsiteY774"/>
                        </a:cxn>
                        <a:cxn ang="0">
                          <a:pos x="connsiteX775" y="connsiteY775"/>
                        </a:cxn>
                        <a:cxn ang="0">
                          <a:pos x="connsiteX776" y="connsiteY776"/>
                        </a:cxn>
                        <a:cxn ang="0">
                          <a:pos x="connsiteX777" y="connsiteY777"/>
                        </a:cxn>
                        <a:cxn ang="0">
                          <a:pos x="connsiteX778" y="connsiteY778"/>
                        </a:cxn>
                        <a:cxn ang="0">
                          <a:pos x="connsiteX779" y="connsiteY779"/>
                        </a:cxn>
                        <a:cxn ang="0">
                          <a:pos x="connsiteX780" y="connsiteY780"/>
                        </a:cxn>
                        <a:cxn ang="0">
                          <a:pos x="connsiteX781" y="connsiteY781"/>
                        </a:cxn>
                        <a:cxn ang="0">
                          <a:pos x="connsiteX782" y="connsiteY782"/>
                        </a:cxn>
                        <a:cxn ang="0">
                          <a:pos x="connsiteX783" y="connsiteY783"/>
                        </a:cxn>
                        <a:cxn ang="0">
                          <a:pos x="connsiteX784" y="connsiteY784"/>
                        </a:cxn>
                        <a:cxn ang="0">
                          <a:pos x="connsiteX785" y="connsiteY785"/>
                        </a:cxn>
                        <a:cxn ang="0">
                          <a:pos x="connsiteX786" y="connsiteY786"/>
                        </a:cxn>
                        <a:cxn ang="0">
                          <a:pos x="connsiteX787" y="connsiteY787"/>
                        </a:cxn>
                        <a:cxn ang="0">
                          <a:pos x="connsiteX788" y="connsiteY788"/>
                        </a:cxn>
                        <a:cxn ang="0">
                          <a:pos x="connsiteX789" y="connsiteY789"/>
                        </a:cxn>
                        <a:cxn ang="0">
                          <a:pos x="connsiteX790" y="connsiteY790"/>
                        </a:cxn>
                        <a:cxn ang="0">
                          <a:pos x="connsiteX791" y="connsiteY791"/>
                        </a:cxn>
                        <a:cxn ang="0">
                          <a:pos x="connsiteX792" y="connsiteY792"/>
                        </a:cxn>
                        <a:cxn ang="0">
                          <a:pos x="connsiteX793" y="connsiteY793"/>
                        </a:cxn>
                        <a:cxn ang="0">
                          <a:pos x="connsiteX794" y="connsiteY794"/>
                        </a:cxn>
                        <a:cxn ang="0">
                          <a:pos x="connsiteX795" y="connsiteY795"/>
                        </a:cxn>
                        <a:cxn ang="0">
                          <a:pos x="connsiteX796" y="connsiteY796"/>
                        </a:cxn>
                        <a:cxn ang="0">
                          <a:pos x="connsiteX797" y="connsiteY797"/>
                        </a:cxn>
                        <a:cxn ang="0">
                          <a:pos x="connsiteX798" y="connsiteY798"/>
                        </a:cxn>
                        <a:cxn ang="0">
                          <a:pos x="connsiteX799" y="connsiteY799"/>
                        </a:cxn>
                        <a:cxn ang="0">
                          <a:pos x="connsiteX800" y="connsiteY800"/>
                        </a:cxn>
                        <a:cxn ang="0">
                          <a:pos x="connsiteX801" y="connsiteY801"/>
                        </a:cxn>
                        <a:cxn ang="0">
                          <a:pos x="connsiteX802" y="connsiteY802"/>
                        </a:cxn>
                        <a:cxn ang="0">
                          <a:pos x="connsiteX803" y="connsiteY803"/>
                        </a:cxn>
                        <a:cxn ang="0">
                          <a:pos x="connsiteX804" y="connsiteY804"/>
                        </a:cxn>
                        <a:cxn ang="0">
                          <a:pos x="connsiteX805" y="connsiteY805"/>
                        </a:cxn>
                        <a:cxn ang="0">
                          <a:pos x="connsiteX806" y="connsiteY806"/>
                        </a:cxn>
                        <a:cxn ang="0">
                          <a:pos x="connsiteX807" y="connsiteY807"/>
                        </a:cxn>
                        <a:cxn ang="0">
                          <a:pos x="connsiteX808" y="connsiteY808"/>
                        </a:cxn>
                        <a:cxn ang="0">
                          <a:pos x="connsiteX809" y="connsiteY809"/>
                        </a:cxn>
                        <a:cxn ang="0">
                          <a:pos x="connsiteX810" y="connsiteY810"/>
                        </a:cxn>
                        <a:cxn ang="0">
                          <a:pos x="connsiteX811" y="connsiteY811"/>
                        </a:cxn>
                        <a:cxn ang="0">
                          <a:pos x="connsiteX812" y="connsiteY812"/>
                        </a:cxn>
                        <a:cxn ang="0">
                          <a:pos x="connsiteX813" y="connsiteY813"/>
                        </a:cxn>
                        <a:cxn ang="0">
                          <a:pos x="connsiteX814" y="connsiteY814"/>
                        </a:cxn>
                        <a:cxn ang="0">
                          <a:pos x="connsiteX815" y="connsiteY815"/>
                        </a:cxn>
                        <a:cxn ang="0">
                          <a:pos x="connsiteX816" y="connsiteY816"/>
                        </a:cxn>
                        <a:cxn ang="0">
                          <a:pos x="connsiteX817" y="connsiteY817"/>
                        </a:cxn>
                        <a:cxn ang="0">
                          <a:pos x="connsiteX818" y="connsiteY818"/>
                        </a:cxn>
                        <a:cxn ang="0">
                          <a:pos x="connsiteX819" y="connsiteY819"/>
                        </a:cxn>
                        <a:cxn ang="0">
                          <a:pos x="connsiteX820" y="connsiteY820"/>
                        </a:cxn>
                        <a:cxn ang="0">
                          <a:pos x="connsiteX821" y="connsiteY821"/>
                        </a:cxn>
                        <a:cxn ang="0">
                          <a:pos x="connsiteX822" y="connsiteY822"/>
                        </a:cxn>
                        <a:cxn ang="0">
                          <a:pos x="connsiteX823" y="connsiteY823"/>
                        </a:cxn>
                        <a:cxn ang="0">
                          <a:pos x="connsiteX824" y="connsiteY824"/>
                        </a:cxn>
                        <a:cxn ang="0">
                          <a:pos x="connsiteX825" y="connsiteY825"/>
                        </a:cxn>
                        <a:cxn ang="0">
                          <a:pos x="connsiteX826" y="connsiteY826"/>
                        </a:cxn>
                        <a:cxn ang="0">
                          <a:pos x="connsiteX827" y="connsiteY827"/>
                        </a:cxn>
                        <a:cxn ang="0">
                          <a:pos x="connsiteX828" y="connsiteY828"/>
                        </a:cxn>
                        <a:cxn ang="0">
                          <a:pos x="connsiteX829" y="connsiteY829"/>
                        </a:cxn>
                        <a:cxn ang="0">
                          <a:pos x="connsiteX830" y="connsiteY830"/>
                        </a:cxn>
                        <a:cxn ang="0">
                          <a:pos x="connsiteX831" y="connsiteY831"/>
                        </a:cxn>
                        <a:cxn ang="0">
                          <a:pos x="connsiteX832" y="connsiteY832"/>
                        </a:cxn>
                        <a:cxn ang="0">
                          <a:pos x="connsiteX833" y="connsiteY833"/>
                        </a:cxn>
                        <a:cxn ang="0">
                          <a:pos x="connsiteX834" y="connsiteY834"/>
                        </a:cxn>
                        <a:cxn ang="0">
                          <a:pos x="connsiteX835" y="connsiteY835"/>
                        </a:cxn>
                        <a:cxn ang="0">
                          <a:pos x="connsiteX836" y="connsiteY836"/>
                        </a:cxn>
                        <a:cxn ang="0">
                          <a:pos x="connsiteX837" y="connsiteY837"/>
                        </a:cxn>
                        <a:cxn ang="0">
                          <a:pos x="connsiteX838" y="connsiteY838"/>
                        </a:cxn>
                        <a:cxn ang="0">
                          <a:pos x="connsiteX839" y="connsiteY839"/>
                        </a:cxn>
                        <a:cxn ang="0">
                          <a:pos x="connsiteX840" y="connsiteY840"/>
                        </a:cxn>
                        <a:cxn ang="0">
                          <a:pos x="connsiteX841" y="connsiteY841"/>
                        </a:cxn>
                        <a:cxn ang="0">
                          <a:pos x="connsiteX842" y="connsiteY842"/>
                        </a:cxn>
                        <a:cxn ang="0">
                          <a:pos x="connsiteX843" y="connsiteY843"/>
                        </a:cxn>
                        <a:cxn ang="0">
                          <a:pos x="connsiteX844" y="connsiteY844"/>
                        </a:cxn>
                        <a:cxn ang="0">
                          <a:pos x="connsiteX845" y="connsiteY845"/>
                        </a:cxn>
                        <a:cxn ang="0">
                          <a:pos x="connsiteX846" y="connsiteY846"/>
                        </a:cxn>
                        <a:cxn ang="0">
                          <a:pos x="connsiteX847" y="connsiteY847"/>
                        </a:cxn>
                        <a:cxn ang="0">
                          <a:pos x="connsiteX848" y="connsiteY848"/>
                        </a:cxn>
                        <a:cxn ang="0">
                          <a:pos x="connsiteX849" y="connsiteY849"/>
                        </a:cxn>
                        <a:cxn ang="0">
                          <a:pos x="connsiteX850" y="connsiteY850"/>
                        </a:cxn>
                        <a:cxn ang="0">
                          <a:pos x="connsiteX851" y="connsiteY851"/>
                        </a:cxn>
                        <a:cxn ang="0">
                          <a:pos x="connsiteX852" y="connsiteY852"/>
                        </a:cxn>
                        <a:cxn ang="0">
                          <a:pos x="connsiteX853" y="connsiteY853"/>
                        </a:cxn>
                        <a:cxn ang="0">
                          <a:pos x="connsiteX854" y="connsiteY854"/>
                        </a:cxn>
                        <a:cxn ang="0">
                          <a:pos x="connsiteX855" y="connsiteY855"/>
                        </a:cxn>
                        <a:cxn ang="0">
                          <a:pos x="connsiteX856" y="connsiteY856"/>
                        </a:cxn>
                        <a:cxn ang="0">
                          <a:pos x="connsiteX857" y="connsiteY857"/>
                        </a:cxn>
                        <a:cxn ang="0">
                          <a:pos x="connsiteX858" y="connsiteY858"/>
                        </a:cxn>
                        <a:cxn ang="0">
                          <a:pos x="connsiteX859" y="connsiteY859"/>
                        </a:cxn>
                        <a:cxn ang="0">
                          <a:pos x="connsiteX860" y="connsiteY860"/>
                        </a:cxn>
                        <a:cxn ang="0">
                          <a:pos x="connsiteX861" y="connsiteY861"/>
                        </a:cxn>
                        <a:cxn ang="0">
                          <a:pos x="connsiteX862" y="connsiteY862"/>
                        </a:cxn>
                        <a:cxn ang="0">
                          <a:pos x="connsiteX863" y="connsiteY863"/>
                        </a:cxn>
                        <a:cxn ang="0">
                          <a:pos x="connsiteX864" y="connsiteY864"/>
                        </a:cxn>
                        <a:cxn ang="0">
                          <a:pos x="connsiteX865" y="connsiteY865"/>
                        </a:cxn>
                        <a:cxn ang="0">
                          <a:pos x="connsiteX866" y="connsiteY866"/>
                        </a:cxn>
                        <a:cxn ang="0">
                          <a:pos x="connsiteX867" y="connsiteY867"/>
                        </a:cxn>
                        <a:cxn ang="0">
                          <a:pos x="connsiteX868" y="connsiteY868"/>
                        </a:cxn>
                        <a:cxn ang="0">
                          <a:pos x="connsiteX869" y="connsiteY869"/>
                        </a:cxn>
                        <a:cxn ang="0">
                          <a:pos x="connsiteX870" y="connsiteY870"/>
                        </a:cxn>
                        <a:cxn ang="0">
                          <a:pos x="connsiteX871" y="connsiteY871"/>
                        </a:cxn>
                        <a:cxn ang="0">
                          <a:pos x="connsiteX872" y="connsiteY872"/>
                        </a:cxn>
                        <a:cxn ang="0">
                          <a:pos x="connsiteX873" y="connsiteY873"/>
                        </a:cxn>
                        <a:cxn ang="0">
                          <a:pos x="connsiteX874" y="connsiteY874"/>
                        </a:cxn>
                        <a:cxn ang="0">
                          <a:pos x="connsiteX875" y="connsiteY875"/>
                        </a:cxn>
                        <a:cxn ang="0">
                          <a:pos x="connsiteX876" y="connsiteY876"/>
                        </a:cxn>
                        <a:cxn ang="0">
                          <a:pos x="connsiteX877" y="connsiteY877"/>
                        </a:cxn>
                        <a:cxn ang="0">
                          <a:pos x="connsiteX878" y="connsiteY878"/>
                        </a:cxn>
                        <a:cxn ang="0">
                          <a:pos x="connsiteX879" y="connsiteY879"/>
                        </a:cxn>
                        <a:cxn ang="0">
                          <a:pos x="connsiteX880" y="connsiteY880"/>
                        </a:cxn>
                        <a:cxn ang="0">
                          <a:pos x="connsiteX881" y="connsiteY881"/>
                        </a:cxn>
                        <a:cxn ang="0">
                          <a:pos x="connsiteX882" y="connsiteY882"/>
                        </a:cxn>
                        <a:cxn ang="0">
                          <a:pos x="connsiteX883" y="connsiteY883"/>
                        </a:cxn>
                        <a:cxn ang="0">
                          <a:pos x="connsiteX884" y="connsiteY884"/>
                        </a:cxn>
                        <a:cxn ang="0">
                          <a:pos x="connsiteX885" y="connsiteY885"/>
                        </a:cxn>
                        <a:cxn ang="0">
                          <a:pos x="connsiteX886" y="connsiteY886"/>
                        </a:cxn>
                        <a:cxn ang="0">
                          <a:pos x="connsiteX887" y="connsiteY887"/>
                        </a:cxn>
                        <a:cxn ang="0">
                          <a:pos x="connsiteX888" y="connsiteY888"/>
                        </a:cxn>
                        <a:cxn ang="0">
                          <a:pos x="connsiteX889" y="connsiteY889"/>
                        </a:cxn>
                        <a:cxn ang="0">
                          <a:pos x="connsiteX890" y="connsiteY890"/>
                        </a:cxn>
                        <a:cxn ang="0">
                          <a:pos x="connsiteX891" y="connsiteY891"/>
                        </a:cxn>
                        <a:cxn ang="0">
                          <a:pos x="connsiteX892" y="connsiteY892"/>
                        </a:cxn>
                        <a:cxn ang="0">
                          <a:pos x="connsiteX893" y="connsiteY893"/>
                        </a:cxn>
                        <a:cxn ang="0">
                          <a:pos x="connsiteX894" y="connsiteY894"/>
                        </a:cxn>
                        <a:cxn ang="0">
                          <a:pos x="connsiteX895" y="connsiteY895"/>
                        </a:cxn>
                        <a:cxn ang="0">
                          <a:pos x="connsiteX896" y="connsiteY896"/>
                        </a:cxn>
                        <a:cxn ang="0">
                          <a:pos x="connsiteX897" y="connsiteY897"/>
                        </a:cxn>
                        <a:cxn ang="0">
                          <a:pos x="connsiteX898" y="connsiteY898"/>
                        </a:cxn>
                        <a:cxn ang="0">
                          <a:pos x="connsiteX899" y="connsiteY899"/>
                        </a:cxn>
                        <a:cxn ang="0">
                          <a:pos x="connsiteX900" y="connsiteY900"/>
                        </a:cxn>
                        <a:cxn ang="0">
                          <a:pos x="connsiteX901" y="connsiteY901"/>
                        </a:cxn>
                        <a:cxn ang="0">
                          <a:pos x="connsiteX902" y="connsiteY902"/>
                        </a:cxn>
                        <a:cxn ang="0">
                          <a:pos x="connsiteX903" y="connsiteY903"/>
                        </a:cxn>
                        <a:cxn ang="0">
                          <a:pos x="connsiteX904" y="connsiteY904"/>
                        </a:cxn>
                        <a:cxn ang="0">
                          <a:pos x="connsiteX905" y="connsiteY905"/>
                        </a:cxn>
                        <a:cxn ang="0">
                          <a:pos x="connsiteX906" y="connsiteY906"/>
                        </a:cxn>
                        <a:cxn ang="0">
                          <a:pos x="connsiteX907" y="connsiteY907"/>
                        </a:cxn>
                        <a:cxn ang="0">
                          <a:pos x="connsiteX908" y="connsiteY908"/>
                        </a:cxn>
                        <a:cxn ang="0">
                          <a:pos x="connsiteX909" y="connsiteY909"/>
                        </a:cxn>
                        <a:cxn ang="0">
                          <a:pos x="connsiteX910" y="connsiteY910"/>
                        </a:cxn>
                        <a:cxn ang="0">
                          <a:pos x="connsiteX911" y="connsiteY911"/>
                        </a:cxn>
                        <a:cxn ang="0">
                          <a:pos x="connsiteX912" y="connsiteY912"/>
                        </a:cxn>
                        <a:cxn ang="0">
                          <a:pos x="connsiteX913" y="connsiteY913"/>
                        </a:cxn>
                        <a:cxn ang="0">
                          <a:pos x="connsiteX914" y="connsiteY914"/>
                        </a:cxn>
                        <a:cxn ang="0">
                          <a:pos x="connsiteX915" y="connsiteY915"/>
                        </a:cxn>
                        <a:cxn ang="0">
                          <a:pos x="connsiteX916" y="connsiteY916"/>
                        </a:cxn>
                        <a:cxn ang="0">
                          <a:pos x="connsiteX917" y="connsiteY917"/>
                        </a:cxn>
                        <a:cxn ang="0">
                          <a:pos x="connsiteX918" y="connsiteY918"/>
                        </a:cxn>
                        <a:cxn ang="0">
                          <a:pos x="connsiteX919" y="connsiteY919"/>
                        </a:cxn>
                        <a:cxn ang="0">
                          <a:pos x="connsiteX920" y="connsiteY920"/>
                        </a:cxn>
                        <a:cxn ang="0">
                          <a:pos x="connsiteX921" y="connsiteY921"/>
                        </a:cxn>
                        <a:cxn ang="0">
                          <a:pos x="connsiteX922" y="connsiteY922"/>
                        </a:cxn>
                        <a:cxn ang="0">
                          <a:pos x="connsiteX923" y="connsiteY923"/>
                        </a:cxn>
                        <a:cxn ang="0">
                          <a:pos x="connsiteX924" y="connsiteY924"/>
                        </a:cxn>
                        <a:cxn ang="0">
                          <a:pos x="connsiteX925" y="connsiteY925"/>
                        </a:cxn>
                        <a:cxn ang="0">
                          <a:pos x="connsiteX926" y="connsiteY926"/>
                        </a:cxn>
                        <a:cxn ang="0">
                          <a:pos x="connsiteX927" y="connsiteY927"/>
                        </a:cxn>
                        <a:cxn ang="0">
                          <a:pos x="connsiteX928" y="connsiteY928"/>
                        </a:cxn>
                        <a:cxn ang="0">
                          <a:pos x="connsiteX929" y="connsiteY929"/>
                        </a:cxn>
                        <a:cxn ang="0">
                          <a:pos x="connsiteX930" y="connsiteY930"/>
                        </a:cxn>
                        <a:cxn ang="0">
                          <a:pos x="connsiteX931" y="connsiteY931"/>
                        </a:cxn>
                        <a:cxn ang="0">
                          <a:pos x="connsiteX932" y="connsiteY932"/>
                        </a:cxn>
                        <a:cxn ang="0">
                          <a:pos x="connsiteX933" y="connsiteY933"/>
                        </a:cxn>
                        <a:cxn ang="0">
                          <a:pos x="connsiteX934" y="connsiteY934"/>
                        </a:cxn>
                        <a:cxn ang="0">
                          <a:pos x="connsiteX935" y="connsiteY935"/>
                        </a:cxn>
                        <a:cxn ang="0">
                          <a:pos x="connsiteX936" y="connsiteY936"/>
                        </a:cxn>
                        <a:cxn ang="0">
                          <a:pos x="connsiteX937" y="connsiteY937"/>
                        </a:cxn>
                        <a:cxn ang="0">
                          <a:pos x="connsiteX938" y="connsiteY938"/>
                        </a:cxn>
                        <a:cxn ang="0">
                          <a:pos x="connsiteX939" y="connsiteY939"/>
                        </a:cxn>
                        <a:cxn ang="0">
                          <a:pos x="connsiteX940" y="connsiteY940"/>
                        </a:cxn>
                        <a:cxn ang="0">
                          <a:pos x="connsiteX941" y="connsiteY941"/>
                        </a:cxn>
                        <a:cxn ang="0">
                          <a:pos x="connsiteX942" y="connsiteY942"/>
                        </a:cxn>
                        <a:cxn ang="0">
                          <a:pos x="connsiteX943" y="connsiteY943"/>
                        </a:cxn>
                        <a:cxn ang="0">
                          <a:pos x="connsiteX944" y="connsiteY944"/>
                        </a:cxn>
                        <a:cxn ang="0">
                          <a:pos x="connsiteX945" y="connsiteY945"/>
                        </a:cxn>
                        <a:cxn ang="0">
                          <a:pos x="connsiteX946" y="connsiteY946"/>
                        </a:cxn>
                        <a:cxn ang="0">
                          <a:pos x="connsiteX947" y="connsiteY947"/>
                        </a:cxn>
                        <a:cxn ang="0">
                          <a:pos x="connsiteX948" y="connsiteY948"/>
                        </a:cxn>
                        <a:cxn ang="0">
                          <a:pos x="connsiteX949" y="connsiteY949"/>
                        </a:cxn>
                        <a:cxn ang="0">
                          <a:pos x="connsiteX950" y="connsiteY950"/>
                        </a:cxn>
                        <a:cxn ang="0">
                          <a:pos x="connsiteX951" y="connsiteY951"/>
                        </a:cxn>
                        <a:cxn ang="0">
                          <a:pos x="connsiteX952" y="connsiteY952"/>
                        </a:cxn>
                        <a:cxn ang="0">
                          <a:pos x="connsiteX953" y="connsiteY953"/>
                        </a:cxn>
                        <a:cxn ang="0">
                          <a:pos x="connsiteX954" y="connsiteY954"/>
                        </a:cxn>
                        <a:cxn ang="0">
                          <a:pos x="connsiteX955" y="connsiteY955"/>
                        </a:cxn>
                        <a:cxn ang="0">
                          <a:pos x="connsiteX956" y="connsiteY956"/>
                        </a:cxn>
                        <a:cxn ang="0">
                          <a:pos x="connsiteX957" y="connsiteY957"/>
                        </a:cxn>
                        <a:cxn ang="0">
                          <a:pos x="connsiteX958" y="connsiteY958"/>
                        </a:cxn>
                        <a:cxn ang="0">
                          <a:pos x="connsiteX959" y="connsiteY959"/>
                        </a:cxn>
                        <a:cxn ang="0">
                          <a:pos x="connsiteX960" y="connsiteY960"/>
                        </a:cxn>
                        <a:cxn ang="0">
                          <a:pos x="connsiteX961" y="connsiteY961"/>
                        </a:cxn>
                        <a:cxn ang="0">
                          <a:pos x="connsiteX962" y="connsiteY962"/>
                        </a:cxn>
                        <a:cxn ang="0">
                          <a:pos x="connsiteX963" y="connsiteY963"/>
                        </a:cxn>
                        <a:cxn ang="0">
                          <a:pos x="connsiteX964" y="connsiteY964"/>
                        </a:cxn>
                        <a:cxn ang="0">
                          <a:pos x="connsiteX965" y="connsiteY965"/>
                        </a:cxn>
                        <a:cxn ang="0">
                          <a:pos x="connsiteX966" y="connsiteY966"/>
                        </a:cxn>
                        <a:cxn ang="0">
                          <a:pos x="connsiteX967" y="connsiteY967"/>
                        </a:cxn>
                        <a:cxn ang="0">
                          <a:pos x="connsiteX968" y="connsiteY968"/>
                        </a:cxn>
                        <a:cxn ang="0">
                          <a:pos x="connsiteX969" y="connsiteY969"/>
                        </a:cxn>
                        <a:cxn ang="0">
                          <a:pos x="connsiteX970" y="connsiteY970"/>
                        </a:cxn>
                        <a:cxn ang="0">
                          <a:pos x="connsiteX971" y="connsiteY971"/>
                        </a:cxn>
                        <a:cxn ang="0">
                          <a:pos x="connsiteX972" y="connsiteY972"/>
                        </a:cxn>
                        <a:cxn ang="0">
                          <a:pos x="connsiteX973" y="connsiteY973"/>
                        </a:cxn>
                        <a:cxn ang="0">
                          <a:pos x="connsiteX974" y="connsiteY974"/>
                        </a:cxn>
                        <a:cxn ang="0">
                          <a:pos x="connsiteX975" y="connsiteY975"/>
                        </a:cxn>
                        <a:cxn ang="0">
                          <a:pos x="connsiteX976" y="connsiteY976"/>
                        </a:cxn>
                        <a:cxn ang="0">
                          <a:pos x="connsiteX977" y="connsiteY977"/>
                        </a:cxn>
                        <a:cxn ang="0">
                          <a:pos x="connsiteX978" y="connsiteY978"/>
                        </a:cxn>
                        <a:cxn ang="0">
                          <a:pos x="connsiteX979" y="connsiteY979"/>
                        </a:cxn>
                        <a:cxn ang="0">
                          <a:pos x="connsiteX980" y="connsiteY980"/>
                        </a:cxn>
                        <a:cxn ang="0">
                          <a:pos x="connsiteX981" y="connsiteY981"/>
                        </a:cxn>
                        <a:cxn ang="0">
                          <a:pos x="connsiteX982" y="connsiteY982"/>
                        </a:cxn>
                        <a:cxn ang="0">
                          <a:pos x="connsiteX983" y="connsiteY983"/>
                        </a:cxn>
                        <a:cxn ang="0">
                          <a:pos x="connsiteX984" y="connsiteY984"/>
                        </a:cxn>
                        <a:cxn ang="0">
                          <a:pos x="connsiteX985" y="connsiteY985"/>
                        </a:cxn>
                        <a:cxn ang="0">
                          <a:pos x="connsiteX986" y="connsiteY986"/>
                        </a:cxn>
                        <a:cxn ang="0">
                          <a:pos x="connsiteX987" y="connsiteY987"/>
                        </a:cxn>
                        <a:cxn ang="0">
                          <a:pos x="connsiteX988" y="connsiteY988"/>
                        </a:cxn>
                        <a:cxn ang="0">
                          <a:pos x="connsiteX989" y="connsiteY989"/>
                        </a:cxn>
                        <a:cxn ang="0">
                          <a:pos x="connsiteX990" y="connsiteY990"/>
                        </a:cxn>
                        <a:cxn ang="0">
                          <a:pos x="connsiteX991" y="connsiteY991"/>
                        </a:cxn>
                        <a:cxn ang="0">
                          <a:pos x="connsiteX992" y="connsiteY992"/>
                        </a:cxn>
                        <a:cxn ang="0">
                          <a:pos x="connsiteX993" y="connsiteY993"/>
                        </a:cxn>
                        <a:cxn ang="0">
                          <a:pos x="connsiteX994" y="connsiteY994"/>
                        </a:cxn>
                        <a:cxn ang="0">
                          <a:pos x="connsiteX995" y="connsiteY995"/>
                        </a:cxn>
                        <a:cxn ang="0">
                          <a:pos x="connsiteX996" y="connsiteY996"/>
                        </a:cxn>
                        <a:cxn ang="0">
                          <a:pos x="connsiteX997" y="connsiteY997"/>
                        </a:cxn>
                        <a:cxn ang="0">
                          <a:pos x="connsiteX998" y="connsiteY998"/>
                        </a:cxn>
                        <a:cxn ang="0">
                          <a:pos x="connsiteX999" y="connsiteY999"/>
                        </a:cxn>
                        <a:cxn ang="0">
                          <a:pos x="connsiteX1000" y="connsiteY1000"/>
                        </a:cxn>
                        <a:cxn ang="0">
                          <a:pos x="connsiteX1001" y="connsiteY1001"/>
                        </a:cxn>
                        <a:cxn ang="0">
                          <a:pos x="connsiteX1002" y="connsiteY1002"/>
                        </a:cxn>
                        <a:cxn ang="0">
                          <a:pos x="connsiteX1003" y="connsiteY1003"/>
                        </a:cxn>
                        <a:cxn ang="0">
                          <a:pos x="connsiteX1004" y="connsiteY1004"/>
                        </a:cxn>
                        <a:cxn ang="0">
                          <a:pos x="connsiteX1005" y="connsiteY1005"/>
                        </a:cxn>
                        <a:cxn ang="0">
                          <a:pos x="connsiteX1006" y="connsiteY1006"/>
                        </a:cxn>
                        <a:cxn ang="0">
                          <a:pos x="connsiteX1007" y="connsiteY1007"/>
                        </a:cxn>
                        <a:cxn ang="0">
                          <a:pos x="connsiteX1008" y="connsiteY1008"/>
                        </a:cxn>
                        <a:cxn ang="0">
                          <a:pos x="connsiteX1009" y="connsiteY1009"/>
                        </a:cxn>
                        <a:cxn ang="0">
                          <a:pos x="connsiteX1010" y="connsiteY1010"/>
                        </a:cxn>
                        <a:cxn ang="0">
                          <a:pos x="connsiteX1011" y="connsiteY1011"/>
                        </a:cxn>
                        <a:cxn ang="0">
                          <a:pos x="connsiteX1012" y="connsiteY1012"/>
                        </a:cxn>
                        <a:cxn ang="0">
                          <a:pos x="connsiteX1013" y="connsiteY1013"/>
                        </a:cxn>
                        <a:cxn ang="0">
                          <a:pos x="connsiteX1014" y="connsiteY1014"/>
                        </a:cxn>
                        <a:cxn ang="0">
                          <a:pos x="connsiteX1015" y="connsiteY1015"/>
                        </a:cxn>
                        <a:cxn ang="0">
                          <a:pos x="connsiteX1016" y="connsiteY1016"/>
                        </a:cxn>
                        <a:cxn ang="0">
                          <a:pos x="connsiteX1017" y="connsiteY1017"/>
                        </a:cxn>
                        <a:cxn ang="0">
                          <a:pos x="connsiteX1018" y="connsiteY1018"/>
                        </a:cxn>
                        <a:cxn ang="0">
                          <a:pos x="connsiteX1019" y="connsiteY1019"/>
                        </a:cxn>
                        <a:cxn ang="0">
                          <a:pos x="connsiteX1020" y="connsiteY1020"/>
                        </a:cxn>
                        <a:cxn ang="0">
                          <a:pos x="connsiteX1021" y="connsiteY1021"/>
                        </a:cxn>
                        <a:cxn ang="0">
                          <a:pos x="connsiteX1022" y="connsiteY1022"/>
                        </a:cxn>
                        <a:cxn ang="0">
                          <a:pos x="connsiteX1023" y="connsiteY1023"/>
                        </a:cxn>
                        <a:cxn ang="0">
                          <a:pos x="connsiteX1024" y="connsiteY1024"/>
                        </a:cxn>
                        <a:cxn ang="0">
                          <a:pos x="connsiteX1025" y="connsiteY1025"/>
                        </a:cxn>
                        <a:cxn ang="0">
                          <a:pos x="connsiteX1026" y="connsiteY1026"/>
                        </a:cxn>
                        <a:cxn ang="0">
                          <a:pos x="connsiteX1027" y="connsiteY1027"/>
                        </a:cxn>
                        <a:cxn ang="0">
                          <a:pos x="connsiteX1028" y="connsiteY1028"/>
                        </a:cxn>
                        <a:cxn ang="0">
                          <a:pos x="connsiteX1029" y="connsiteY1029"/>
                        </a:cxn>
                        <a:cxn ang="0">
                          <a:pos x="connsiteX1030" y="connsiteY1030"/>
                        </a:cxn>
                        <a:cxn ang="0">
                          <a:pos x="connsiteX1031" y="connsiteY1031"/>
                        </a:cxn>
                        <a:cxn ang="0">
                          <a:pos x="connsiteX1032" y="connsiteY1032"/>
                        </a:cxn>
                        <a:cxn ang="0">
                          <a:pos x="connsiteX1033" y="connsiteY1033"/>
                        </a:cxn>
                        <a:cxn ang="0">
                          <a:pos x="connsiteX1034" y="connsiteY1034"/>
                        </a:cxn>
                        <a:cxn ang="0">
                          <a:pos x="connsiteX1035" y="connsiteY1035"/>
                        </a:cxn>
                        <a:cxn ang="0">
                          <a:pos x="connsiteX1036" y="connsiteY1036"/>
                        </a:cxn>
                        <a:cxn ang="0">
                          <a:pos x="connsiteX1037" y="connsiteY1037"/>
                        </a:cxn>
                        <a:cxn ang="0">
                          <a:pos x="connsiteX1038" y="connsiteY1038"/>
                        </a:cxn>
                        <a:cxn ang="0">
                          <a:pos x="connsiteX1039" y="connsiteY1039"/>
                        </a:cxn>
                        <a:cxn ang="0">
                          <a:pos x="connsiteX1040" y="connsiteY1040"/>
                        </a:cxn>
                        <a:cxn ang="0">
                          <a:pos x="connsiteX1041" y="connsiteY1041"/>
                        </a:cxn>
                        <a:cxn ang="0">
                          <a:pos x="connsiteX1042" y="connsiteY1042"/>
                        </a:cxn>
                        <a:cxn ang="0">
                          <a:pos x="connsiteX1043" y="connsiteY1043"/>
                        </a:cxn>
                        <a:cxn ang="0">
                          <a:pos x="connsiteX1044" y="connsiteY1044"/>
                        </a:cxn>
                        <a:cxn ang="0">
                          <a:pos x="connsiteX1045" y="connsiteY1045"/>
                        </a:cxn>
                        <a:cxn ang="0">
                          <a:pos x="connsiteX1046" y="connsiteY1046"/>
                        </a:cxn>
                        <a:cxn ang="0">
                          <a:pos x="connsiteX1047" y="connsiteY1047"/>
                        </a:cxn>
                        <a:cxn ang="0">
                          <a:pos x="connsiteX1048" y="connsiteY1048"/>
                        </a:cxn>
                        <a:cxn ang="0">
                          <a:pos x="connsiteX1049" y="connsiteY1049"/>
                        </a:cxn>
                        <a:cxn ang="0">
                          <a:pos x="connsiteX1050" y="connsiteY1050"/>
                        </a:cxn>
                        <a:cxn ang="0">
                          <a:pos x="connsiteX1051" y="connsiteY1051"/>
                        </a:cxn>
                        <a:cxn ang="0">
                          <a:pos x="connsiteX1052" y="connsiteY1052"/>
                        </a:cxn>
                        <a:cxn ang="0">
                          <a:pos x="connsiteX1053" y="connsiteY1053"/>
                        </a:cxn>
                        <a:cxn ang="0">
                          <a:pos x="connsiteX1054" y="connsiteY1054"/>
                        </a:cxn>
                        <a:cxn ang="0">
                          <a:pos x="connsiteX1055" y="connsiteY1055"/>
                        </a:cxn>
                        <a:cxn ang="0">
                          <a:pos x="connsiteX1056" y="connsiteY1056"/>
                        </a:cxn>
                        <a:cxn ang="0">
                          <a:pos x="connsiteX1057" y="connsiteY1057"/>
                        </a:cxn>
                        <a:cxn ang="0">
                          <a:pos x="connsiteX1058" y="connsiteY1058"/>
                        </a:cxn>
                        <a:cxn ang="0">
                          <a:pos x="connsiteX1059" y="connsiteY1059"/>
                        </a:cxn>
                        <a:cxn ang="0">
                          <a:pos x="connsiteX1060" y="connsiteY1060"/>
                        </a:cxn>
                        <a:cxn ang="0">
                          <a:pos x="connsiteX1061" y="connsiteY1061"/>
                        </a:cxn>
                        <a:cxn ang="0">
                          <a:pos x="connsiteX1062" y="connsiteY1062"/>
                        </a:cxn>
                        <a:cxn ang="0">
                          <a:pos x="connsiteX1063" y="connsiteY1063"/>
                        </a:cxn>
                        <a:cxn ang="0">
                          <a:pos x="connsiteX1064" y="connsiteY1064"/>
                        </a:cxn>
                        <a:cxn ang="0">
                          <a:pos x="connsiteX1065" y="connsiteY1065"/>
                        </a:cxn>
                        <a:cxn ang="0">
                          <a:pos x="connsiteX1066" y="connsiteY1066"/>
                        </a:cxn>
                        <a:cxn ang="0">
                          <a:pos x="connsiteX1067" y="connsiteY1067"/>
                        </a:cxn>
                        <a:cxn ang="0">
                          <a:pos x="connsiteX1068" y="connsiteY1068"/>
                        </a:cxn>
                        <a:cxn ang="0">
                          <a:pos x="connsiteX1069" y="connsiteY1069"/>
                        </a:cxn>
                        <a:cxn ang="0">
                          <a:pos x="connsiteX1070" y="connsiteY1070"/>
                        </a:cxn>
                        <a:cxn ang="0">
                          <a:pos x="connsiteX1071" y="connsiteY1071"/>
                        </a:cxn>
                        <a:cxn ang="0">
                          <a:pos x="connsiteX1072" y="connsiteY1072"/>
                        </a:cxn>
                        <a:cxn ang="0">
                          <a:pos x="connsiteX1073" y="connsiteY1073"/>
                        </a:cxn>
                        <a:cxn ang="0">
                          <a:pos x="connsiteX1074" y="connsiteY1074"/>
                        </a:cxn>
                        <a:cxn ang="0">
                          <a:pos x="connsiteX1075" y="connsiteY1075"/>
                        </a:cxn>
                        <a:cxn ang="0">
                          <a:pos x="connsiteX1076" y="connsiteY1076"/>
                        </a:cxn>
                        <a:cxn ang="0">
                          <a:pos x="connsiteX1077" y="connsiteY1077"/>
                        </a:cxn>
                        <a:cxn ang="0">
                          <a:pos x="connsiteX1078" y="connsiteY1078"/>
                        </a:cxn>
                        <a:cxn ang="0">
                          <a:pos x="connsiteX1079" y="connsiteY1079"/>
                        </a:cxn>
                        <a:cxn ang="0">
                          <a:pos x="connsiteX1080" y="connsiteY1080"/>
                        </a:cxn>
                        <a:cxn ang="0">
                          <a:pos x="connsiteX1081" y="connsiteY1081"/>
                        </a:cxn>
                        <a:cxn ang="0">
                          <a:pos x="connsiteX1082" y="connsiteY1082"/>
                        </a:cxn>
                        <a:cxn ang="0">
                          <a:pos x="connsiteX1083" y="connsiteY1083"/>
                        </a:cxn>
                        <a:cxn ang="0">
                          <a:pos x="connsiteX1084" y="connsiteY1084"/>
                        </a:cxn>
                        <a:cxn ang="0">
                          <a:pos x="connsiteX1085" y="connsiteY1085"/>
                        </a:cxn>
                        <a:cxn ang="0">
                          <a:pos x="connsiteX1086" y="connsiteY1086"/>
                        </a:cxn>
                        <a:cxn ang="0">
                          <a:pos x="connsiteX1087" y="connsiteY1087"/>
                        </a:cxn>
                        <a:cxn ang="0">
                          <a:pos x="connsiteX1088" y="connsiteY1088"/>
                        </a:cxn>
                        <a:cxn ang="0">
                          <a:pos x="connsiteX1089" y="connsiteY1089"/>
                        </a:cxn>
                        <a:cxn ang="0">
                          <a:pos x="connsiteX1090" y="connsiteY1090"/>
                        </a:cxn>
                        <a:cxn ang="0">
                          <a:pos x="connsiteX1091" y="connsiteY1091"/>
                        </a:cxn>
                        <a:cxn ang="0">
                          <a:pos x="connsiteX1092" y="connsiteY1092"/>
                        </a:cxn>
                        <a:cxn ang="0">
                          <a:pos x="connsiteX1093" y="connsiteY1093"/>
                        </a:cxn>
                        <a:cxn ang="0">
                          <a:pos x="connsiteX1094" y="connsiteY1094"/>
                        </a:cxn>
                        <a:cxn ang="0">
                          <a:pos x="connsiteX1095" y="connsiteY1095"/>
                        </a:cxn>
                        <a:cxn ang="0">
                          <a:pos x="connsiteX1096" y="connsiteY1096"/>
                        </a:cxn>
                        <a:cxn ang="0">
                          <a:pos x="connsiteX1097" y="connsiteY1097"/>
                        </a:cxn>
                        <a:cxn ang="0">
                          <a:pos x="connsiteX1098" y="connsiteY1098"/>
                        </a:cxn>
                        <a:cxn ang="0">
                          <a:pos x="connsiteX1099" y="connsiteY1099"/>
                        </a:cxn>
                        <a:cxn ang="0">
                          <a:pos x="connsiteX1100" y="connsiteY1100"/>
                        </a:cxn>
                        <a:cxn ang="0">
                          <a:pos x="connsiteX1101" y="connsiteY1101"/>
                        </a:cxn>
                        <a:cxn ang="0">
                          <a:pos x="connsiteX1102" y="connsiteY1102"/>
                        </a:cxn>
                        <a:cxn ang="0">
                          <a:pos x="connsiteX1103" y="connsiteY1103"/>
                        </a:cxn>
                        <a:cxn ang="0">
                          <a:pos x="connsiteX1104" y="connsiteY1104"/>
                        </a:cxn>
                        <a:cxn ang="0">
                          <a:pos x="connsiteX1105" y="connsiteY1105"/>
                        </a:cxn>
                        <a:cxn ang="0">
                          <a:pos x="connsiteX1106" y="connsiteY1106"/>
                        </a:cxn>
                        <a:cxn ang="0">
                          <a:pos x="connsiteX1107" y="connsiteY1107"/>
                        </a:cxn>
                        <a:cxn ang="0">
                          <a:pos x="connsiteX1108" y="connsiteY1108"/>
                        </a:cxn>
                        <a:cxn ang="0">
                          <a:pos x="connsiteX1109" y="connsiteY1109"/>
                        </a:cxn>
                        <a:cxn ang="0">
                          <a:pos x="connsiteX1110" y="connsiteY1110"/>
                        </a:cxn>
                        <a:cxn ang="0">
                          <a:pos x="connsiteX1111" y="connsiteY1111"/>
                        </a:cxn>
                        <a:cxn ang="0">
                          <a:pos x="connsiteX1112" y="connsiteY1112"/>
                        </a:cxn>
                        <a:cxn ang="0">
                          <a:pos x="connsiteX1113" y="connsiteY1113"/>
                        </a:cxn>
                        <a:cxn ang="0">
                          <a:pos x="connsiteX1114" y="connsiteY1114"/>
                        </a:cxn>
                        <a:cxn ang="0">
                          <a:pos x="connsiteX1115" y="connsiteY1115"/>
                        </a:cxn>
                        <a:cxn ang="0">
                          <a:pos x="connsiteX1116" y="connsiteY1116"/>
                        </a:cxn>
                        <a:cxn ang="0">
                          <a:pos x="connsiteX1117" y="connsiteY1117"/>
                        </a:cxn>
                        <a:cxn ang="0">
                          <a:pos x="connsiteX1118" y="connsiteY1118"/>
                        </a:cxn>
                        <a:cxn ang="0">
                          <a:pos x="connsiteX1119" y="connsiteY1119"/>
                        </a:cxn>
                        <a:cxn ang="0">
                          <a:pos x="connsiteX1120" y="connsiteY1120"/>
                        </a:cxn>
                        <a:cxn ang="0">
                          <a:pos x="connsiteX1121" y="connsiteY1121"/>
                        </a:cxn>
                        <a:cxn ang="0">
                          <a:pos x="connsiteX1122" y="connsiteY1122"/>
                        </a:cxn>
                        <a:cxn ang="0">
                          <a:pos x="connsiteX1123" y="connsiteY1123"/>
                        </a:cxn>
                        <a:cxn ang="0">
                          <a:pos x="connsiteX1124" y="connsiteY1124"/>
                        </a:cxn>
                        <a:cxn ang="0">
                          <a:pos x="connsiteX1125" y="connsiteY1125"/>
                        </a:cxn>
                        <a:cxn ang="0">
                          <a:pos x="connsiteX1126" y="connsiteY1126"/>
                        </a:cxn>
                        <a:cxn ang="0">
                          <a:pos x="connsiteX1127" y="connsiteY1127"/>
                        </a:cxn>
                        <a:cxn ang="0">
                          <a:pos x="connsiteX1128" y="connsiteY1128"/>
                        </a:cxn>
                        <a:cxn ang="0">
                          <a:pos x="connsiteX1129" y="connsiteY1129"/>
                        </a:cxn>
                        <a:cxn ang="0">
                          <a:pos x="connsiteX1130" y="connsiteY1130"/>
                        </a:cxn>
                        <a:cxn ang="0">
                          <a:pos x="connsiteX1131" y="connsiteY1131"/>
                        </a:cxn>
                        <a:cxn ang="0">
                          <a:pos x="connsiteX1132" y="connsiteY1132"/>
                        </a:cxn>
                        <a:cxn ang="0">
                          <a:pos x="connsiteX1133" y="connsiteY1133"/>
                        </a:cxn>
                        <a:cxn ang="0">
                          <a:pos x="connsiteX1134" y="connsiteY1134"/>
                        </a:cxn>
                        <a:cxn ang="0">
                          <a:pos x="connsiteX1135" y="connsiteY1135"/>
                        </a:cxn>
                        <a:cxn ang="0">
                          <a:pos x="connsiteX1136" y="connsiteY1136"/>
                        </a:cxn>
                        <a:cxn ang="0">
                          <a:pos x="connsiteX1137" y="connsiteY1137"/>
                        </a:cxn>
                        <a:cxn ang="0">
                          <a:pos x="connsiteX1138" y="connsiteY1138"/>
                        </a:cxn>
                        <a:cxn ang="0">
                          <a:pos x="connsiteX1139" y="connsiteY1139"/>
                        </a:cxn>
                        <a:cxn ang="0">
                          <a:pos x="connsiteX1140" y="connsiteY1140"/>
                        </a:cxn>
                        <a:cxn ang="0">
                          <a:pos x="connsiteX1141" y="connsiteY1141"/>
                        </a:cxn>
                        <a:cxn ang="0">
                          <a:pos x="connsiteX1142" y="connsiteY1142"/>
                        </a:cxn>
                        <a:cxn ang="0">
                          <a:pos x="connsiteX1143" y="connsiteY1143"/>
                        </a:cxn>
                        <a:cxn ang="0">
                          <a:pos x="connsiteX1144" y="connsiteY1144"/>
                        </a:cxn>
                        <a:cxn ang="0">
                          <a:pos x="connsiteX1145" y="connsiteY1145"/>
                        </a:cxn>
                        <a:cxn ang="0">
                          <a:pos x="connsiteX1146" y="connsiteY1146"/>
                        </a:cxn>
                        <a:cxn ang="0">
                          <a:pos x="connsiteX1147" y="connsiteY1147"/>
                        </a:cxn>
                        <a:cxn ang="0">
                          <a:pos x="connsiteX1148" y="connsiteY1148"/>
                        </a:cxn>
                        <a:cxn ang="0">
                          <a:pos x="connsiteX1149" y="connsiteY1149"/>
                        </a:cxn>
                        <a:cxn ang="0">
                          <a:pos x="connsiteX1150" y="connsiteY1150"/>
                        </a:cxn>
                        <a:cxn ang="0">
                          <a:pos x="connsiteX1151" y="connsiteY1151"/>
                        </a:cxn>
                        <a:cxn ang="0">
                          <a:pos x="connsiteX1152" y="connsiteY1152"/>
                        </a:cxn>
                        <a:cxn ang="0">
                          <a:pos x="connsiteX1153" y="connsiteY1153"/>
                        </a:cxn>
                        <a:cxn ang="0">
                          <a:pos x="connsiteX1154" y="connsiteY1154"/>
                        </a:cxn>
                        <a:cxn ang="0">
                          <a:pos x="connsiteX1155" y="connsiteY1155"/>
                        </a:cxn>
                        <a:cxn ang="0">
                          <a:pos x="connsiteX1156" y="connsiteY1156"/>
                        </a:cxn>
                        <a:cxn ang="0">
                          <a:pos x="connsiteX1157" y="connsiteY1157"/>
                        </a:cxn>
                        <a:cxn ang="0">
                          <a:pos x="connsiteX1158" y="connsiteY1158"/>
                        </a:cxn>
                        <a:cxn ang="0">
                          <a:pos x="connsiteX1159" y="connsiteY1159"/>
                        </a:cxn>
                        <a:cxn ang="0">
                          <a:pos x="connsiteX1160" y="connsiteY1160"/>
                        </a:cxn>
                        <a:cxn ang="0">
                          <a:pos x="connsiteX1161" y="connsiteY1161"/>
                        </a:cxn>
                        <a:cxn ang="0">
                          <a:pos x="connsiteX1162" y="connsiteY1162"/>
                        </a:cxn>
                        <a:cxn ang="0">
                          <a:pos x="connsiteX1163" y="connsiteY1163"/>
                        </a:cxn>
                        <a:cxn ang="0">
                          <a:pos x="connsiteX1164" y="connsiteY1164"/>
                        </a:cxn>
                        <a:cxn ang="0">
                          <a:pos x="connsiteX1165" y="connsiteY1165"/>
                        </a:cxn>
                        <a:cxn ang="0">
                          <a:pos x="connsiteX1166" y="connsiteY1166"/>
                        </a:cxn>
                        <a:cxn ang="0">
                          <a:pos x="connsiteX1167" y="connsiteY1167"/>
                        </a:cxn>
                        <a:cxn ang="0">
                          <a:pos x="connsiteX1168" y="connsiteY1168"/>
                        </a:cxn>
                        <a:cxn ang="0">
                          <a:pos x="connsiteX1169" y="connsiteY1169"/>
                        </a:cxn>
                        <a:cxn ang="0">
                          <a:pos x="connsiteX1170" y="connsiteY1170"/>
                        </a:cxn>
                        <a:cxn ang="0">
                          <a:pos x="connsiteX1171" y="connsiteY1171"/>
                        </a:cxn>
                        <a:cxn ang="0">
                          <a:pos x="connsiteX1172" y="connsiteY1172"/>
                        </a:cxn>
                        <a:cxn ang="0">
                          <a:pos x="connsiteX1173" y="connsiteY1173"/>
                        </a:cxn>
                        <a:cxn ang="0">
                          <a:pos x="connsiteX1174" y="connsiteY1174"/>
                        </a:cxn>
                        <a:cxn ang="0">
                          <a:pos x="connsiteX1175" y="connsiteY1175"/>
                        </a:cxn>
                        <a:cxn ang="0">
                          <a:pos x="connsiteX1176" y="connsiteY1176"/>
                        </a:cxn>
                        <a:cxn ang="0">
                          <a:pos x="connsiteX1177" y="connsiteY1177"/>
                        </a:cxn>
                        <a:cxn ang="0">
                          <a:pos x="connsiteX1178" y="connsiteY1178"/>
                        </a:cxn>
                        <a:cxn ang="0">
                          <a:pos x="connsiteX1179" y="connsiteY1179"/>
                        </a:cxn>
                        <a:cxn ang="0">
                          <a:pos x="connsiteX1180" y="connsiteY1180"/>
                        </a:cxn>
                        <a:cxn ang="0">
                          <a:pos x="connsiteX1181" y="connsiteY1181"/>
                        </a:cxn>
                        <a:cxn ang="0">
                          <a:pos x="connsiteX1182" y="connsiteY1182"/>
                        </a:cxn>
                        <a:cxn ang="0">
                          <a:pos x="connsiteX1183" y="connsiteY1183"/>
                        </a:cxn>
                        <a:cxn ang="0">
                          <a:pos x="connsiteX1184" y="connsiteY1184"/>
                        </a:cxn>
                        <a:cxn ang="0">
                          <a:pos x="connsiteX1185" y="connsiteY1185"/>
                        </a:cxn>
                        <a:cxn ang="0">
                          <a:pos x="connsiteX1186" y="connsiteY1186"/>
                        </a:cxn>
                        <a:cxn ang="0">
                          <a:pos x="connsiteX1187" y="connsiteY1187"/>
                        </a:cxn>
                        <a:cxn ang="0">
                          <a:pos x="connsiteX1188" y="connsiteY1188"/>
                        </a:cxn>
                        <a:cxn ang="0">
                          <a:pos x="connsiteX1189" y="connsiteY1189"/>
                        </a:cxn>
                        <a:cxn ang="0">
                          <a:pos x="connsiteX1190" y="connsiteY1190"/>
                        </a:cxn>
                        <a:cxn ang="0">
                          <a:pos x="connsiteX1191" y="connsiteY1191"/>
                        </a:cxn>
                        <a:cxn ang="0">
                          <a:pos x="connsiteX1192" y="connsiteY1192"/>
                        </a:cxn>
                        <a:cxn ang="0">
                          <a:pos x="connsiteX1193" y="connsiteY1193"/>
                        </a:cxn>
                        <a:cxn ang="0">
                          <a:pos x="connsiteX1194" y="connsiteY1194"/>
                        </a:cxn>
                        <a:cxn ang="0">
                          <a:pos x="connsiteX1195" y="connsiteY1195"/>
                        </a:cxn>
                        <a:cxn ang="0">
                          <a:pos x="connsiteX1196" y="connsiteY1196"/>
                        </a:cxn>
                        <a:cxn ang="0">
                          <a:pos x="connsiteX1197" y="connsiteY1197"/>
                        </a:cxn>
                        <a:cxn ang="0">
                          <a:pos x="connsiteX1198" y="connsiteY1198"/>
                        </a:cxn>
                        <a:cxn ang="0">
                          <a:pos x="connsiteX1199" y="connsiteY1199"/>
                        </a:cxn>
                        <a:cxn ang="0">
                          <a:pos x="connsiteX1200" y="connsiteY1200"/>
                        </a:cxn>
                        <a:cxn ang="0">
                          <a:pos x="connsiteX1201" y="connsiteY1201"/>
                        </a:cxn>
                        <a:cxn ang="0">
                          <a:pos x="connsiteX1202" y="connsiteY1202"/>
                        </a:cxn>
                        <a:cxn ang="0">
                          <a:pos x="connsiteX1203" y="connsiteY1203"/>
                        </a:cxn>
                        <a:cxn ang="0">
                          <a:pos x="connsiteX1204" y="connsiteY1204"/>
                        </a:cxn>
                        <a:cxn ang="0">
                          <a:pos x="connsiteX1205" y="connsiteY1205"/>
                        </a:cxn>
                        <a:cxn ang="0">
                          <a:pos x="connsiteX1206" y="connsiteY1206"/>
                        </a:cxn>
                        <a:cxn ang="0">
                          <a:pos x="connsiteX1207" y="connsiteY1207"/>
                        </a:cxn>
                        <a:cxn ang="0">
                          <a:pos x="connsiteX1208" y="connsiteY1208"/>
                        </a:cxn>
                        <a:cxn ang="0">
                          <a:pos x="connsiteX1209" y="connsiteY1209"/>
                        </a:cxn>
                        <a:cxn ang="0">
                          <a:pos x="connsiteX1210" y="connsiteY1210"/>
                        </a:cxn>
                        <a:cxn ang="0">
                          <a:pos x="connsiteX1211" y="connsiteY1211"/>
                        </a:cxn>
                        <a:cxn ang="0">
                          <a:pos x="connsiteX1212" y="connsiteY1212"/>
                        </a:cxn>
                        <a:cxn ang="0">
                          <a:pos x="connsiteX1213" y="connsiteY1213"/>
                        </a:cxn>
                        <a:cxn ang="0">
                          <a:pos x="connsiteX1214" y="connsiteY1214"/>
                        </a:cxn>
                        <a:cxn ang="0">
                          <a:pos x="connsiteX1215" y="connsiteY1215"/>
                        </a:cxn>
                        <a:cxn ang="0">
                          <a:pos x="connsiteX1216" y="connsiteY1216"/>
                        </a:cxn>
                        <a:cxn ang="0">
                          <a:pos x="connsiteX1217" y="connsiteY1217"/>
                        </a:cxn>
                        <a:cxn ang="0">
                          <a:pos x="connsiteX1218" y="connsiteY1218"/>
                        </a:cxn>
                        <a:cxn ang="0">
                          <a:pos x="connsiteX1219" y="connsiteY1219"/>
                        </a:cxn>
                        <a:cxn ang="0">
                          <a:pos x="connsiteX1220" y="connsiteY1220"/>
                        </a:cxn>
                        <a:cxn ang="0">
                          <a:pos x="connsiteX1221" y="connsiteY1221"/>
                        </a:cxn>
                        <a:cxn ang="0">
                          <a:pos x="connsiteX1222" y="connsiteY1222"/>
                        </a:cxn>
                        <a:cxn ang="0">
                          <a:pos x="connsiteX1223" y="connsiteY1223"/>
                        </a:cxn>
                        <a:cxn ang="0">
                          <a:pos x="connsiteX1224" y="connsiteY1224"/>
                        </a:cxn>
                        <a:cxn ang="0">
                          <a:pos x="connsiteX1225" y="connsiteY1225"/>
                        </a:cxn>
                        <a:cxn ang="0">
                          <a:pos x="connsiteX1226" y="connsiteY1226"/>
                        </a:cxn>
                        <a:cxn ang="0">
                          <a:pos x="connsiteX1227" y="connsiteY1227"/>
                        </a:cxn>
                        <a:cxn ang="0">
                          <a:pos x="connsiteX1228" y="connsiteY1228"/>
                        </a:cxn>
                        <a:cxn ang="0">
                          <a:pos x="connsiteX1229" y="connsiteY1229"/>
                        </a:cxn>
                        <a:cxn ang="0">
                          <a:pos x="connsiteX1230" y="connsiteY1230"/>
                        </a:cxn>
                        <a:cxn ang="0">
                          <a:pos x="connsiteX1231" y="connsiteY1231"/>
                        </a:cxn>
                        <a:cxn ang="0">
                          <a:pos x="connsiteX1232" y="connsiteY1232"/>
                        </a:cxn>
                        <a:cxn ang="0">
                          <a:pos x="connsiteX1233" y="connsiteY1233"/>
                        </a:cxn>
                        <a:cxn ang="0">
                          <a:pos x="connsiteX1234" y="connsiteY1234"/>
                        </a:cxn>
                        <a:cxn ang="0">
                          <a:pos x="connsiteX1235" y="connsiteY1235"/>
                        </a:cxn>
                        <a:cxn ang="0">
                          <a:pos x="connsiteX1236" y="connsiteY1236"/>
                        </a:cxn>
                        <a:cxn ang="0">
                          <a:pos x="connsiteX1237" y="connsiteY1237"/>
                        </a:cxn>
                        <a:cxn ang="0">
                          <a:pos x="connsiteX1238" y="connsiteY1238"/>
                        </a:cxn>
                        <a:cxn ang="0">
                          <a:pos x="connsiteX1239" y="connsiteY1239"/>
                        </a:cxn>
                        <a:cxn ang="0">
                          <a:pos x="connsiteX1240" y="connsiteY1240"/>
                        </a:cxn>
                        <a:cxn ang="0">
                          <a:pos x="connsiteX1241" y="connsiteY1241"/>
                        </a:cxn>
                        <a:cxn ang="0">
                          <a:pos x="connsiteX1242" y="connsiteY1242"/>
                        </a:cxn>
                        <a:cxn ang="0">
                          <a:pos x="connsiteX1243" y="connsiteY1243"/>
                        </a:cxn>
                        <a:cxn ang="0">
                          <a:pos x="connsiteX1244" y="connsiteY1244"/>
                        </a:cxn>
                        <a:cxn ang="0">
                          <a:pos x="connsiteX1245" y="connsiteY1245"/>
                        </a:cxn>
                        <a:cxn ang="0">
                          <a:pos x="connsiteX1246" y="connsiteY1246"/>
                        </a:cxn>
                        <a:cxn ang="0">
                          <a:pos x="connsiteX1247" y="connsiteY1247"/>
                        </a:cxn>
                        <a:cxn ang="0">
                          <a:pos x="connsiteX1248" y="connsiteY1248"/>
                        </a:cxn>
                        <a:cxn ang="0">
                          <a:pos x="connsiteX1249" y="connsiteY1249"/>
                        </a:cxn>
                        <a:cxn ang="0">
                          <a:pos x="connsiteX1250" y="connsiteY1250"/>
                        </a:cxn>
                        <a:cxn ang="0">
                          <a:pos x="connsiteX1251" y="connsiteY1251"/>
                        </a:cxn>
                        <a:cxn ang="0">
                          <a:pos x="connsiteX1252" y="connsiteY1252"/>
                        </a:cxn>
                        <a:cxn ang="0">
                          <a:pos x="connsiteX1253" y="connsiteY1253"/>
                        </a:cxn>
                        <a:cxn ang="0">
                          <a:pos x="connsiteX1254" y="connsiteY1254"/>
                        </a:cxn>
                        <a:cxn ang="0">
                          <a:pos x="connsiteX1255" y="connsiteY1255"/>
                        </a:cxn>
                        <a:cxn ang="0">
                          <a:pos x="connsiteX1256" y="connsiteY1256"/>
                        </a:cxn>
                        <a:cxn ang="0">
                          <a:pos x="connsiteX1257" y="connsiteY1257"/>
                        </a:cxn>
                        <a:cxn ang="0">
                          <a:pos x="connsiteX1258" y="connsiteY1258"/>
                        </a:cxn>
                        <a:cxn ang="0">
                          <a:pos x="connsiteX1259" y="connsiteY1259"/>
                        </a:cxn>
                        <a:cxn ang="0">
                          <a:pos x="connsiteX1260" y="connsiteY1260"/>
                        </a:cxn>
                        <a:cxn ang="0">
                          <a:pos x="connsiteX1261" y="connsiteY1261"/>
                        </a:cxn>
                        <a:cxn ang="0">
                          <a:pos x="connsiteX1262" y="connsiteY1262"/>
                        </a:cxn>
                        <a:cxn ang="0">
                          <a:pos x="connsiteX1263" y="connsiteY1263"/>
                        </a:cxn>
                        <a:cxn ang="0">
                          <a:pos x="connsiteX1264" y="connsiteY1264"/>
                        </a:cxn>
                        <a:cxn ang="0">
                          <a:pos x="connsiteX1265" y="connsiteY1265"/>
                        </a:cxn>
                        <a:cxn ang="0">
                          <a:pos x="connsiteX1266" y="connsiteY1266"/>
                        </a:cxn>
                        <a:cxn ang="0">
                          <a:pos x="connsiteX1267" y="connsiteY1267"/>
                        </a:cxn>
                        <a:cxn ang="0">
                          <a:pos x="connsiteX1268" y="connsiteY1268"/>
                        </a:cxn>
                        <a:cxn ang="0">
                          <a:pos x="connsiteX1269" y="connsiteY1269"/>
                        </a:cxn>
                        <a:cxn ang="0">
                          <a:pos x="connsiteX1270" y="connsiteY1270"/>
                        </a:cxn>
                        <a:cxn ang="0">
                          <a:pos x="connsiteX1271" y="connsiteY1271"/>
                        </a:cxn>
                        <a:cxn ang="0">
                          <a:pos x="connsiteX1272" y="connsiteY1272"/>
                        </a:cxn>
                        <a:cxn ang="0">
                          <a:pos x="connsiteX1273" y="connsiteY1273"/>
                        </a:cxn>
                        <a:cxn ang="0">
                          <a:pos x="connsiteX1274" y="connsiteY1274"/>
                        </a:cxn>
                        <a:cxn ang="0">
                          <a:pos x="connsiteX1275" y="connsiteY1275"/>
                        </a:cxn>
                        <a:cxn ang="0">
                          <a:pos x="connsiteX1276" y="connsiteY1276"/>
                        </a:cxn>
                        <a:cxn ang="0">
                          <a:pos x="connsiteX1277" y="connsiteY1277"/>
                        </a:cxn>
                        <a:cxn ang="0">
                          <a:pos x="connsiteX1278" y="connsiteY1278"/>
                        </a:cxn>
                        <a:cxn ang="0">
                          <a:pos x="connsiteX1279" y="connsiteY1279"/>
                        </a:cxn>
                        <a:cxn ang="0">
                          <a:pos x="connsiteX1280" y="connsiteY1280"/>
                        </a:cxn>
                        <a:cxn ang="0">
                          <a:pos x="connsiteX1281" y="connsiteY1281"/>
                        </a:cxn>
                        <a:cxn ang="0">
                          <a:pos x="connsiteX1282" y="connsiteY1282"/>
                        </a:cxn>
                        <a:cxn ang="0">
                          <a:pos x="connsiteX1283" y="connsiteY1283"/>
                        </a:cxn>
                        <a:cxn ang="0">
                          <a:pos x="connsiteX1284" y="connsiteY1284"/>
                        </a:cxn>
                        <a:cxn ang="0">
                          <a:pos x="connsiteX1285" y="connsiteY1285"/>
                        </a:cxn>
                        <a:cxn ang="0">
                          <a:pos x="connsiteX1286" y="connsiteY1286"/>
                        </a:cxn>
                        <a:cxn ang="0">
                          <a:pos x="connsiteX1287" y="connsiteY1287"/>
                        </a:cxn>
                        <a:cxn ang="0">
                          <a:pos x="connsiteX1288" y="connsiteY1288"/>
                        </a:cxn>
                        <a:cxn ang="0">
                          <a:pos x="connsiteX1289" y="connsiteY1289"/>
                        </a:cxn>
                        <a:cxn ang="0">
                          <a:pos x="connsiteX1290" y="connsiteY1290"/>
                        </a:cxn>
                        <a:cxn ang="0">
                          <a:pos x="connsiteX1291" y="connsiteY1291"/>
                        </a:cxn>
                        <a:cxn ang="0">
                          <a:pos x="connsiteX1292" y="connsiteY1292"/>
                        </a:cxn>
                        <a:cxn ang="0">
                          <a:pos x="connsiteX1293" y="connsiteY1293"/>
                        </a:cxn>
                        <a:cxn ang="0">
                          <a:pos x="connsiteX1294" y="connsiteY1294"/>
                        </a:cxn>
                        <a:cxn ang="0">
                          <a:pos x="connsiteX1295" y="connsiteY1295"/>
                        </a:cxn>
                        <a:cxn ang="0">
                          <a:pos x="connsiteX1296" y="connsiteY1296"/>
                        </a:cxn>
                        <a:cxn ang="0">
                          <a:pos x="connsiteX1297" y="connsiteY1297"/>
                        </a:cxn>
                        <a:cxn ang="0">
                          <a:pos x="connsiteX1298" y="connsiteY1298"/>
                        </a:cxn>
                        <a:cxn ang="0">
                          <a:pos x="connsiteX1299" y="connsiteY1299"/>
                        </a:cxn>
                        <a:cxn ang="0">
                          <a:pos x="connsiteX1300" y="connsiteY1300"/>
                        </a:cxn>
                        <a:cxn ang="0">
                          <a:pos x="connsiteX1301" y="connsiteY1301"/>
                        </a:cxn>
                        <a:cxn ang="0">
                          <a:pos x="connsiteX1302" y="connsiteY1302"/>
                        </a:cxn>
                        <a:cxn ang="0">
                          <a:pos x="connsiteX1303" y="connsiteY1303"/>
                        </a:cxn>
                        <a:cxn ang="0">
                          <a:pos x="connsiteX1304" y="connsiteY1304"/>
                        </a:cxn>
                        <a:cxn ang="0">
                          <a:pos x="connsiteX1305" y="connsiteY1305"/>
                        </a:cxn>
                        <a:cxn ang="0">
                          <a:pos x="connsiteX1306" y="connsiteY1306"/>
                        </a:cxn>
                        <a:cxn ang="0">
                          <a:pos x="connsiteX1307" y="connsiteY1307"/>
                        </a:cxn>
                        <a:cxn ang="0">
                          <a:pos x="connsiteX1308" y="connsiteY1308"/>
                        </a:cxn>
                        <a:cxn ang="0">
                          <a:pos x="connsiteX1309" y="connsiteY1309"/>
                        </a:cxn>
                        <a:cxn ang="0">
                          <a:pos x="connsiteX1310" y="connsiteY1310"/>
                        </a:cxn>
                        <a:cxn ang="0">
                          <a:pos x="connsiteX1311" y="connsiteY1311"/>
                        </a:cxn>
                        <a:cxn ang="0">
                          <a:pos x="connsiteX1312" y="connsiteY1312"/>
                        </a:cxn>
                        <a:cxn ang="0">
                          <a:pos x="connsiteX1313" y="connsiteY1313"/>
                        </a:cxn>
                        <a:cxn ang="0">
                          <a:pos x="connsiteX1314" y="connsiteY1314"/>
                        </a:cxn>
                        <a:cxn ang="0">
                          <a:pos x="connsiteX1315" y="connsiteY1315"/>
                        </a:cxn>
                        <a:cxn ang="0">
                          <a:pos x="connsiteX1316" y="connsiteY1316"/>
                        </a:cxn>
                        <a:cxn ang="0">
                          <a:pos x="connsiteX1317" y="connsiteY1317"/>
                        </a:cxn>
                        <a:cxn ang="0">
                          <a:pos x="connsiteX1318" y="connsiteY1318"/>
                        </a:cxn>
                        <a:cxn ang="0">
                          <a:pos x="connsiteX1319" y="connsiteY1319"/>
                        </a:cxn>
                        <a:cxn ang="0">
                          <a:pos x="connsiteX1320" y="connsiteY1320"/>
                        </a:cxn>
                        <a:cxn ang="0">
                          <a:pos x="connsiteX1321" y="connsiteY1321"/>
                        </a:cxn>
                        <a:cxn ang="0">
                          <a:pos x="connsiteX1322" y="connsiteY1322"/>
                        </a:cxn>
                        <a:cxn ang="0">
                          <a:pos x="connsiteX1323" y="connsiteY1323"/>
                        </a:cxn>
                        <a:cxn ang="0">
                          <a:pos x="connsiteX1324" y="connsiteY1324"/>
                        </a:cxn>
                        <a:cxn ang="0">
                          <a:pos x="connsiteX1325" y="connsiteY1325"/>
                        </a:cxn>
                        <a:cxn ang="0">
                          <a:pos x="connsiteX1326" y="connsiteY1326"/>
                        </a:cxn>
                        <a:cxn ang="0">
                          <a:pos x="connsiteX1327" y="connsiteY1327"/>
                        </a:cxn>
                        <a:cxn ang="0">
                          <a:pos x="connsiteX1328" y="connsiteY1328"/>
                        </a:cxn>
                        <a:cxn ang="0">
                          <a:pos x="connsiteX1329" y="connsiteY1329"/>
                        </a:cxn>
                        <a:cxn ang="0">
                          <a:pos x="connsiteX1330" y="connsiteY1330"/>
                        </a:cxn>
                        <a:cxn ang="0">
                          <a:pos x="connsiteX1331" y="connsiteY1331"/>
                        </a:cxn>
                        <a:cxn ang="0">
                          <a:pos x="connsiteX1332" y="connsiteY1332"/>
                        </a:cxn>
                        <a:cxn ang="0">
                          <a:pos x="connsiteX1333" y="connsiteY1333"/>
                        </a:cxn>
                        <a:cxn ang="0">
                          <a:pos x="connsiteX1334" y="connsiteY1334"/>
                        </a:cxn>
                        <a:cxn ang="0">
                          <a:pos x="connsiteX1335" y="connsiteY1335"/>
                        </a:cxn>
                        <a:cxn ang="0">
                          <a:pos x="connsiteX1336" y="connsiteY1336"/>
                        </a:cxn>
                        <a:cxn ang="0">
                          <a:pos x="connsiteX1337" y="connsiteY1337"/>
                        </a:cxn>
                        <a:cxn ang="0">
                          <a:pos x="connsiteX1338" y="connsiteY1338"/>
                        </a:cxn>
                        <a:cxn ang="0">
                          <a:pos x="connsiteX1339" y="connsiteY1339"/>
                        </a:cxn>
                        <a:cxn ang="0">
                          <a:pos x="connsiteX1340" y="connsiteY1340"/>
                        </a:cxn>
                        <a:cxn ang="0">
                          <a:pos x="connsiteX1341" y="connsiteY1341"/>
                        </a:cxn>
                        <a:cxn ang="0">
                          <a:pos x="connsiteX1342" y="connsiteY1342"/>
                        </a:cxn>
                        <a:cxn ang="0">
                          <a:pos x="connsiteX1343" y="connsiteY1343"/>
                        </a:cxn>
                        <a:cxn ang="0">
                          <a:pos x="connsiteX1344" y="connsiteY1344"/>
                        </a:cxn>
                        <a:cxn ang="0">
                          <a:pos x="connsiteX1345" y="connsiteY1345"/>
                        </a:cxn>
                        <a:cxn ang="0">
                          <a:pos x="connsiteX1346" y="connsiteY1346"/>
                        </a:cxn>
                        <a:cxn ang="0">
                          <a:pos x="connsiteX1347" y="connsiteY1347"/>
                        </a:cxn>
                        <a:cxn ang="0">
                          <a:pos x="connsiteX1348" y="connsiteY1348"/>
                        </a:cxn>
                        <a:cxn ang="0">
                          <a:pos x="connsiteX1349" y="connsiteY1349"/>
                        </a:cxn>
                        <a:cxn ang="0">
                          <a:pos x="connsiteX1350" y="connsiteY1350"/>
                        </a:cxn>
                        <a:cxn ang="0">
                          <a:pos x="connsiteX1351" y="connsiteY1351"/>
                        </a:cxn>
                        <a:cxn ang="0">
                          <a:pos x="connsiteX1352" y="connsiteY1352"/>
                        </a:cxn>
                        <a:cxn ang="0">
                          <a:pos x="connsiteX1353" y="connsiteY1353"/>
                        </a:cxn>
                        <a:cxn ang="0">
                          <a:pos x="connsiteX1354" y="connsiteY1354"/>
                        </a:cxn>
                        <a:cxn ang="0">
                          <a:pos x="connsiteX1355" y="connsiteY1355"/>
                        </a:cxn>
                        <a:cxn ang="0">
                          <a:pos x="connsiteX1356" y="connsiteY1356"/>
                        </a:cxn>
                        <a:cxn ang="0">
                          <a:pos x="connsiteX1357" y="connsiteY1357"/>
                        </a:cxn>
                        <a:cxn ang="0">
                          <a:pos x="connsiteX1358" y="connsiteY1358"/>
                        </a:cxn>
                        <a:cxn ang="0">
                          <a:pos x="connsiteX1359" y="connsiteY1359"/>
                        </a:cxn>
                        <a:cxn ang="0">
                          <a:pos x="connsiteX1360" y="connsiteY1360"/>
                        </a:cxn>
                        <a:cxn ang="0">
                          <a:pos x="connsiteX1361" y="connsiteY1361"/>
                        </a:cxn>
                        <a:cxn ang="0">
                          <a:pos x="connsiteX1362" y="connsiteY1362"/>
                        </a:cxn>
                        <a:cxn ang="0">
                          <a:pos x="connsiteX1363" y="connsiteY1363"/>
                        </a:cxn>
                        <a:cxn ang="0">
                          <a:pos x="connsiteX1364" y="connsiteY1364"/>
                        </a:cxn>
                        <a:cxn ang="0">
                          <a:pos x="connsiteX1365" y="connsiteY1365"/>
                        </a:cxn>
                        <a:cxn ang="0">
                          <a:pos x="connsiteX1366" y="connsiteY1366"/>
                        </a:cxn>
                        <a:cxn ang="0">
                          <a:pos x="connsiteX1367" y="connsiteY1367"/>
                        </a:cxn>
                        <a:cxn ang="0">
                          <a:pos x="connsiteX1368" y="connsiteY1368"/>
                        </a:cxn>
                        <a:cxn ang="0">
                          <a:pos x="connsiteX1369" y="connsiteY1369"/>
                        </a:cxn>
                        <a:cxn ang="0">
                          <a:pos x="connsiteX1370" y="connsiteY1370"/>
                        </a:cxn>
                        <a:cxn ang="0">
                          <a:pos x="connsiteX1371" y="connsiteY1371"/>
                        </a:cxn>
                        <a:cxn ang="0">
                          <a:pos x="connsiteX1372" y="connsiteY1372"/>
                        </a:cxn>
                        <a:cxn ang="0">
                          <a:pos x="connsiteX1373" y="connsiteY1373"/>
                        </a:cxn>
                        <a:cxn ang="0">
                          <a:pos x="connsiteX1374" y="connsiteY1374"/>
                        </a:cxn>
                        <a:cxn ang="0">
                          <a:pos x="connsiteX1375" y="connsiteY1375"/>
                        </a:cxn>
                        <a:cxn ang="0">
                          <a:pos x="connsiteX1376" y="connsiteY1376"/>
                        </a:cxn>
                        <a:cxn ang="0">
                          <a:pos x="connsiteX1377" y="connsiteY1377"/>
                        </a:cxn>
                        <a:cxn ang="0">
                          <a:pos x="connsiteX1378" y="connsiteY1378"/>
                        </a:cxn>
                        <a:cxn ang="0">
                          <a:pos x="connsiteX1379" y="connsiteY1379"/>
                        </a:cxn>
                        <a:cxn ang="0">
                          <a:pos x="connsiteX1380" y="connsiteY1380"/>
                        </a:cxn>
                        <a:cxn ang="0">
                          <a:pos x="connsiteX1381" y="connsiteY1381"/>
                        </a:cxn>
                        <a:cxn ang="0">
                          <a:pos x="connsiteX1382" y="connsiteY1382"/>
                        </a:cxn>
                        <a:cxn ang="0">
                          <a:pos x="connsiteX1383" y="connsiteY1383"/>
                        </a:cxn>
                        <a:cxn ang="0">
                          <a:pos x="connsiteX1384" y="connsiteY1384"/>
                        </a:cxn>
                        <a:cxn ang="0">
                          <a:pos x="connsiteX1385" y="connsiteY1385"/>
                        </a:cxn>
                        <a:cxn ang="0">
                          <a:pos x="connsiteX1386" y="connsiteY1386"/>
                        </a:cxn>
                        <a:cxn ang="0">
                          <a:pos x="connsiteX1387" y="connsiteY1387"/>
                        </a:cxn>
                        <a:cxn ang="0">
                          <a:pos x="connsiteX1388" y="connsiteY1388"/>
                        </a:cxn>
                        <a:cxn ang="0">
                          <a:pos x="connsiteX1389" y="connsiteY1389"/>
                        </a:cxn>
                        <a:cxn ang="0">
                          <a:pos x="connsiteX1390" y="connsiteY1390"/>
                        </a:cxn>
                        <a:cxn ang="0">
                          <a:pos x="connsiteX1391" y="connsiteY1391"/>
                        </a:cxn>
                        <a:cxn ang="0">
                          <a:pos x="connsiteX1392" y="connsiteY1392"/>
                        </a:cxn>
                        <a:cxn ang="0">
                          <a:pos x="connsiteX1393" y="connsiteY1393"/>
                        </a:cxn>
                        <a:cxn ang="0">
                          <a:pos x="connsiteX1394" y="connsiteY1394"/>
                        </a:cxn>
                        <a:cxn ang="0">
                          <a:pos x="connsiteX1395" y="connsiteY1395"/>
                        </a:cxn>
                        <a:cxn ang="0">
                          <a:pos x="connsiteX1396" y="connsiteY1396"/>
                        </a:cxn>
                        <a:cxn ang="0">
                          <a:pos x="connsiteX1397" y="connsiteY1397"/>
                        </a:cxn>
                        <a:cxn ang="0">
                          <a:pos x="connsiteX1398" y="connsiteY1398"/>
                        </a:cxn>
                        <a:cxn ang="0">
                          <a:pos x="connsiteX1399" y="connsiteY1399"/>
                        </a:cxn>
                        <a:cxn ang="0">
                          <a:pos x="connsiteX1400" y="connsiteY1400"/>
                        </a:cxn>
                        <a:cxn ang="0">
                          <a:pos x="connsiteX1401" y="connsiteY1401"/>
                        </a:cxn>
                        <a:cxn ang="0">
                          <a:pos x="connsiteX1402" y="connsiteY1402"/>
                        </a:cxn>
                        <a:cxn ang="0">
                          <a:pos x="connsiteX1403" y="connsiteY1403"/>
                        </a:cxn>
                        <a:cxn ang="0">
                          <a:pos x="connsiteX1404" y="connsiteY1404"/>
                        </a:cxn>
                        <a:cxn ang="0">
                          <a:pos x="connsiteX1405" y="connsiteY1405"/>
                        </a:cxn>
                        <a:cxn ang="0">
                          <a:pos x="connsiteX1406" y="connsiteY1406"/>
                        </a:cxn>
                        <a:cxn ang="0">
                          <a:pos x="connsiteX1407" y="connsiteY1407"/>
                        </a:cxn>
                        <a:cxn ang="0">
                          <a:pos x="connsiteX1408" y="connsiteY1408"/>
                        </a:cxn>
                        <a:cxn ang="0">
                          <a:pos x="connsiteX1409" y="connsiteY1409"/>
                        </a:cxn>
                        <a:cxn ang="0">
                          <a:pos x="connsiteX1410" y="connsiteY1410"/>
                        </a:cxn>
                        <a:cxn ang="0">
                          <a:pos x="connsiteX1411" y="connsiteY1411"/>
                        </a:cxn>
                        <a:cxn ang="0">
                          <a:pos x="connsiteX1412" y="connsiteY1412"/>
                        </a:cxn>
                        <a:cxn ang="0">
                          <a:pos x="connsiteX1413" y="connsiteY1413"/>
                        </a:cxn>
                        <a:cxn ang="0">
                          <a:pos x="connsiteX1414" y="connsiteY1414"/>
                        </a:cxn>
                        <a:cxn ang="0">
                          <a:pos x="connsiteX1415" y="connsiteY1415"/>
                        </a:cxn>
                        <a:cxn ang="0">
                          <a:pos x="connsiteX1416" y="connsiteY1416"/>
                        </a:cxn>
                        <a:cxn ang="0">
                          <a:pos x="connsiteX1417" y="connsiteY1417"/>
                        </a:cxn>
                        <a:cxn ang="0">
                          <a:pos x="connsiteX1418" y="connsiteY1418"/>
                        </a:cxn>
                        <a:cxn ang="0">
                          <a:pos x="connsiteX1419" y="connsiteY1419"/>
                        </a:cxn>
                        <a:cxn ang="0">
                          <a:pos x="connsiteX1420" y="connsiteY1420"/>
                        </a:cxn>
                        <a:cxn ang="0">
                          <a:pos x="connsiteX1421" y="connsiteY1421"/>
                        </a:cxn>
                        <a:cxn ang="0">
                          <a:pos x="connsiteX1422" y="connsiteY1422"/>
                        </a:cxn>
                        <a:cxn ang="0">
                          <a:pos x="connsiteX1423" y="connsiteY1423"/>
                        </a:cxn>
                        <a:cxn ang="0">
                          <a:pos x="connsiteX1424" y="connsiteY1424"/>
                        </a:cxn>
                        <a:cxn ang="0">
                          <a:pos x="connsiteX1425" y="connsiteY1425"/>
                        </a:cxn>
                        <a:cxn ang="0">
                          <a:pos x="connsiteX1426" y="connsiteY1426"/>
                        </a:cxn>
                        <a:cxn ang="0">
                          <a:pos x="connsiteX1427" y="connsiteY1427"/>
                        </a:cxn>
                        <a:cxn ang="0">
                          <a:pos x="connsiteX1428" y="connsiteY1428"/>
                        </a:cxn>
                        <a:cxn ang="0">
                          <a:pos x="connsiteX1429" y="connsiteY1429"/>
                        </a:cxn>
                        <a:cxn ang="0">
                          <a:pos x="connsiteX1430" y="connsiteY1430"/>
                        </a:cxn>
                        <a:cxn ang="0">
                          <a:pos x="connsiteX1431" y="connsiteY1431"/>
                        </a:cxn>
                        <a:cxn ang="0">
                          <a:pos x="connsiteX1432" y="connsiteY1432"/>
                        </a:cxn>
                        <a:cxn ang="0">
                          <a:pos x="connsiteX1433" y="connsiteY1433"/>
                        </a:cxn>
                        <a:cxn ang="0">
                          <a:pos x="connsiteX1434" y="connsiteY1434"/>
                        </a:cxn>
                        <a:cxn ang="0">
                          <a:pos x="connsiteX1435" y="connsiteY1435"/>
                        </a:cxn>
                        <a:cxn ang="0">
                          <a:pos x="connsiteX1436" y="connsiteY1436"/>
                        </a:cxn>
                        <a:cxn ang="0">
                          <a:pos x="connsiteX1437" y="connsiteY1437"/>
                        </a:cxn>
                        <a:cxn ang="0">
                          <a:pos x="connsiteX1438" y="connsiteY1438"/>
                        </a:cxn>
                        <a:cxn ang="0">
                          <a:pos x="connsiteX1439" y="connsiteY1439"/>
                        </a:cxn>
                        <a:cxn ang="0">
                          <a:pos x="connsiteX1440" y="connsiteY1440"/>
                        </a:cxn>
                        <a:cxn ang="0">
                          <a:pos x="connsiteX1441" y="connsiteY1441"/>
                        </a:cxn>
                        <a:cxn ang="0">
                          <a:pos x="connsiteX1442" y="connsiteY1442"/>
                        </a:cxn>
                        <a:cxn ang="0">
                          <a:pos x="connsiteX1443" y="connsiteY1443"/>
                        </a:cxn>
                        <a:cxn ang="0">
                          <a:pos x="connsiteX1444" y="connsiteY1444"/>
                        </a:cxn>
                        <a:cxn ang="0">
                          <a:pos x="connsiteX1445" y="connsiteY1445"/>
                        </a:cxn>
                        <a:cxn ang="0">
                          <a:pos x="connsiteX1446" y="connsiteY1446"/>
                        </a:cxn>
                        <a:cxn ang="0">
                          <a:pos x="connsiteX1447" y="connsiteY1447"/>
                        </a:cxn>
                        <a:cxn ang="0">
                          <a:pos x="connsiteX1448" y="connsiteY1448"/>
                        </a:cxn>
                        <a:cxn ang="0">
                          <a:pos x="connsiteX1449" y="connsiteY1449"/>
                        </a:cxn>
                        <a:cxn ang="0">
                          <a:pos x="connsiteX1450" y="connsiteY1450"/>
                        </a:cxn>
                        <a:cxn ang="0">
                          <a:pos x="connsiteX1451" y="connsiteY1451"/>
                        </a:cxn>
                        <a:cxn ang="0">
                          <a:pos x="connsiteX1452" y="connsiteY1452"/>
                        </a:cxn>
                        <a:cxn ang="0">
                          <a:pos x="connsiteX1453" y="connsiteY1453"/>
                        </a:cxn>
                        <a:cxn ang="0">
                          <a:pos x="connsiteX1454" y="connsiteY1454"/>
                        </a:cxn>
                        <a:cxn ang="0">
                          <a:pos x="connsiteX1455" y="connsiteY1455"/>
                        </a:cxn>
                        <a:cxn ang="0">
                          <a:pos x="connsiteX1456" y="connsiteY1456"/>
                        </a:cxn>
                        <a:cxn ang="0">
                          <a:pos x="connsiteX1457" y="connsiteY1457"/>
                        </a:cxn>
                        <a:cxn ang="0">
                          <a:pos x="connsiteX1458" y="connsiteY1458"/>
                        </a:cxn>
                        <a:cxn ang="0">
                          <a:pos x="connsiteX1459" y="connsiteY1459"/>
                        </a:cxn>
                        <a:cxn ang="0">
                          <a:pos x="connsiteX1460" y="connsiteY1460"/>
                        </a:cxn>
                        <a:cxn ang="0">
                          <a:pos x="connsiteX1461" y="connsiteY1461"/>
                        </a:cxn>
                        <a:cxn ang="0">
                          <a:pos x="connsiteX1462" y="connsiteY1462"/>
                        </a:cxn>
                        <a:cxn ang="0">
                          <a:pos x="connsiteX1463" y="connsiteY1463"/>
                        </a:cxn>
                        <a:cxn ang="0">
                          <a:pos x="connsiteX1464" y="connsiteY1464"/>
                        </a:cxn>
                        <a:cxn ang="0">
                          <a:pos x="connsiteX1465" y="connsiteY1465"/>
                        </a:cxn>
                        <a:cxn ang="0">
                          <a:pos x="connsiteX1466" y="connsiteY1466"/>
                        </a:cxn>
                        <a:cxn ang="0">
                          <a:pos x="connsiteX1467" y="connsiteY1467"/>
                        </a:cxn>
                        <a:cxn ang="0">
                          <a:pos x="connsiteX1468" y="connsiteY1468"/>
                        </a:cxn>
                        <a:cxn ang="0">
                          <a:pos x="connsiteX1469" y="connsiteY1469"/>
                        </a:cxn>
                        <a:cxn ang="0">
                          <a:pos x="connsiteX1470" y="connsiteY1470"/>
                        </a:cxn>
                        <a:cxn ang="0">
                          <a:pos x="connsiteX1471" y="connsiteY1471"/>
                        </a:cxn>
                        <a:cxn ang="0">
                          <a:pos x="connsiteX1472" y="connsiteY1472"/>
                        </a:cxn>
                        <a:cxn ang="0">
                          <a:pos x="connsiteX1473" y="connsiteY1473"/>
                        </a:cxn>
                        <a:cxn ang="0">
                          <a:pos x="connsiteX1474" y="connsiteY1474"/>
                        </a:cxn>
                        <a:cxn ang="0">
                          <a:pos x="connsiteX1475" y="connsiteY1475"/>
                        </a:cxn>
                        <a:cxn ang="0">
                          <a:pos x="connsiteX1476" y="connsiteY1476"/>
                        </a:cxn>
                        <a:cxn ang="0">
                          <a:pos x="connsiteX1477" y="connsiteY1477"/>
                        </a:cxn>
                        <a:cxn ang="0">
                          <a:pos x="connsiteX1478" y="connsiteY1478"/>
                        </a:cxn>
                        <a:cxn ang="0">
                          <a:pos x="connsiteX1479" y="connsiteY1479"/>
                        </a:cxn>
                        <a:cxn ang="0">
                          <a:pos x="connsiteX1480" y="connsiteY1480"/>
                        </a:cxn>
                        <a:cxn ang="0">
                          <a:pos x="connsiteX1481" y="connsiteY1481"/>
                        </a:cxn>
                        <a:cxn ang="0">
                          <a:pos x="connsiteX1482" y="connsiteY1482"/>
                        </a:cxn>
                        <a:cxn ang="0">
                          <a:pos x="connsiteX1483" y="connsiteY1483"/>
                        </a:cxn>
                        <a:cxn ang="0">
                          <a:pos x="connsiteX1484" y="connsiteY1484"/>
                        </a:cxn>
                        <a:cxn ang="0">
                          <a:pos x="connsiteX1485" y="connsiteY1485"/>
                        </a:cxn>
                        <a:cxn ang="0">
                          <a:pos x="connsiteX1486" y="connsiteY1486"/>
                        </a:cxn>
                        <a:cxn ang="0">
                          <a:pos x="connsiteX1487" y="connsiteY1487"/>
                        </a:cxn>
                        <a:cxn ang="0">
                          <a:pos x="connsiteX1488" y="connsiteY1488"/>
                        </a:cxn>
                        <a:cxn ang="0">
                          <a:pos x="connsiteX1489" y="connsiteY1489"/>
                        </a:cxn>
                        <a:cxn ang="0">
                          <a:pos x="connsiteX1490" y="connsiteY1490"/>
                        </a:cxn>
                        <a:cxn ang="0">
                          <a:pos x="connsiteX1491" y="connsiteY1491"/>
                        </a:cxn>
                        <a:cxn ang="0">
                          <a:pos x="connsiteX1492" y="connsiteY1492"/>
                        </a:cxn>
                        <a:cxn ang="0">
                          <a:pos x="connsiteX1493" y="connsiteY1493"/>
                        </a:cxn>
                        <a:cxn ang="0">
                          <a:pos x="connsiteX1494" y="connsiteY1494"/>
                        </a:cxn>
                        <a:cxn ang="0">
                          <a:pos x="connsiteX1495" y="connsiteY1495"/>
                        </a:cxn>
                        <a:cxn ang="0">
                          <a:pos x="connsiteX1496" y="connsiteY1496"/>
                        </a:cxn>
                        <a:cxn ang="0">
                          <a:pos x="connsiteX1497" y="connsiteY1497"/>
                        </a:cxn>
                        <a:cxn ang="0">
                          <a:pos x="connsiteX1498" y="connsiteY1498"/>
                        </a:cxn>
                        <a:cxn ang="0">
                          <a:pos x="connsiteX1499" y="connsiteY1499"/>
                        </a:cxn>
                        <a:cxn ang="0">
                          <a:pos x="connsiteX1500" y="connsiteY1500"/>
                        </a:cxn>
                        <a:cxn ang="0">
                          <a:pos x="connsiteX1501" y="connsiteY1501"/>
                        </a:cxn>
                        <a:cxn ang="0">
                          <a:pos x="connsiteX1502" y="connsiteY1502"/>
                        </a:cxn>
                        <a:cxn ang="0">
                          <a:pos x="connsiteX1503" y="connsiteY1503"/>
                        </a:cxn>
                        <a:cxn ang="0">
                          <a:pos x="connsiteX1504" y="connsiteY1504"/>
                        </a:cxn>
                        <a:cxn ang="0">
                          <a:pos x="connsiteX1505" y="connsiteY1505"/>
                        </a:cxn>
                        <a:cxn ang="0">
                          <a:pos x="connsiteX1506" y="connsiteY1506"/>
                        </a:cxn>
                        <a:cxn ang="0">
                          <a:pos x="connsiteX1507" y="connsiteY1507"/>
                        </a:cxn>
                        <a:cxn ang="0">
                          <a:pos x="connsiteX1508" y="connsiteY1508"/>
                        </a:cxn>
                        <a:cxn ang="0">
                          <a:pos x="connsiteX1509" y="connsiteY1509"/>
                        </a:cxn>
                        <a:cxn ang="0">
                          <a:pos x="connsiteX1510" y="connsiteY1510"/>
                        </a:cxn>
                        <a:cxn ang="0">
                          <a:pos x="connsiteX1511" y="connsiteY1511"/>
                        </a:cxn>
                        <a:cxn ang="0">
                          <a:pos x="connsiteX1512" y="connsiteY1512"/>
                        </a:cxn>
                        <a:cxn ang="0">
                          <a:pos x="connsiteX1513" y="connsiteY1513"/>
                        </a:cxn>
                        <a:cxn ang="0">
                          <a:pos x="connsiteX1514" y="connsiteY1514"/>
                        </a:cxn>
                        <a:cxn ang="0">
                          <a:pos x="connsiteX1515" y="connsiteY1515"/>
                        </a:cxn>
                        <a:cxn ang="0">
                          <a:pos x="connsiteX1516" y="connsiteY1516"/>
                        </a:cxn>
                        <a:cxn ang="0">
                          <a:pos x="connsiteX1517" y="connsiteY1517"/>
                        </a:cxn>
                        <a:cxn ang="0">
                          <a:pos x="connsiteX1518" y="connsiteY1518"/>
                        </a:cxn>
                        <a:cxn ang="0">
                          <a:pos x="connsiteX1519" y="connsiteY1519"/>
                        </a:cxn>
                        <a:cxn ang="0">
                          <a:pos x="connsiteX1520" y="connsiteY1520"/>
                        </a:cxn>
                        <a:cxn ang="0">
                          <a:pos x="connsiteX1521" y="connsiteY1521"/>
                        </a:cxn>
                        <a:cxn ang="0">
                          <a:pos x="connsiteX1522" y="connsiteY1522"/>
                        </a:cxn>
                        <a:cxn ang="0">
                          <a:pos x="connsiteX1523" y="connsiteY1523"/>
                        </a:cxn>
                        <a:cxn ang="0">
                          <a:pos x="connsiteX1524" y="connsiteY1524"/>
                        </a:cxn>
                        <a:cxn ang="0">
                          <a:pos x="connsiteX1525" y="connsiteY1525"/>
                        </a:cxn>
                        <a:cxn ang="0">
                          <a:pos x="connsiteX1526" y="connsiteY1526"/>
                        </a:cxn>
                        <a:cxn ang="0">
                          <a:pos x="connsiteX1527" y="connsiteY1527"/>
                        </a:cxn>
                        <a:cxn ang="0">
                          <a:pos x="connsiteX1528" y="connsiteY1528"/>
                        </a:cxn>
                        <a:cxn ang="0">
                          <a:pos x="connsiteX1529" y="connsiteY1529"/>
                        </a:cxn>
                        <a:cxn ang="0">
                          <a:pos x="connsiteX1530" y="connsiteY1530"/>
                        </a:cxn>
                        <a:cxn ang="0">
                          <a:pos x="connsiteX1531" y="connsiteY1531"/>
                        </a:cxn>
                        <a:cxn ang="0">
                          <a:pos x="connsiteX1532" y="connsiteY1532"/>
                        </a:cxn>
                        <a:cxn ang="0">
                          <a:pos x="connsiteX1533" y="connsiteY1533"/>
                        </a:cxn>
                        <a:cxn ang="0">
                          <a:pos x="connsiteX1534" y="connsiteY1534"/>
                        </a:cxn>
                        <a:cxn ang="0">
                          <a:pos x="connsiteX1535" y="connsiteY1535"/>
                        </a:cxn>
                        <a:cxn ang="0">
                          <a:pos x="connsiteX1536" y="connsiteY1536"/>
                        </a:cxn>
                        <a:cxn ang="0">
                          <a:pos x="connsiteX1537" y="connsiteY1537"/>
                        </a:cxn>
                        <a:cxn ang="0">
                          <a:pos x="connsiteX1538" y="connsiteY1538"/>
                        </a:cxn>
                        <a:cxn ang="0">
                          <a:pos x="connsiteX1539" y="connsiteY1539"/>
                        </a:cxn>
                        <a:cxn ang="0">
                          <a:pos x="connsiteX1540" y="connsiteY1540"/>
                        </a:cxn>
                        <a:cxn ang="0">
                          <a:pos x="connsiteX1541" y="connsiteY1541"/>
                        </a:cxn>
                        <a:cxn ang="0">
                          <a:pos x="connsiteX1542" y="connsiteY1542"/>
                        </a:cxn>
                        <a:cxn ang="0">
                          <a:pos x="connsiteX1543" y="connsiteY1543"/>
                        </a:cxn>
                        <a:cxn ang="0">
                          <a:pos x="connsiteX1544" y="connsiteY1544"/>
                        </a:cxn>
                        <a:cxn ang="0">
                          <a:pos x="connsiteX1545" y="connsiteY1545"/>
                        </a:cxn>
                        <a:cxn ang="0">
                          <a:pos x="connsiteX1546" y="connsiteY1546"/>
                        </a:cxn>
                        <a:cxn ang="0">
                          <a:pos x="connsiteX1547" y="connsiteY1547"/>
                        </a:cxn>
                        <a:cxn ang="0">
                          <a:pos x="connsiteX1548" y="connsiteY1548"/>
                        </a:cxn>
                        <a:cxn ang="0">
                          <a:pos x="connsiteX1549" y="connsiteY1549"/>
                        </a:cxn>
                        <a:cxn ang="0">
                          <a:pos x="connsiteX1550" y="connsiteY1550"/>
                        </a:cxn>
                        <a:cxn ang="0">
                          <a:pos x="connsiteX1551" y="connsiteY1551"/>
                        </a:cxn>
                        <a:cxn ang="0">
                          <a:pos x="connsiteX1552" y="connsiteY1552"/>
                        </a:cxn>
                        <a:cxn ang="0">
                          <a:pos x="connsiteX1553" y="connsiteY1553"/>
                        </a:cxn>
                        <a:cxn ang="0">
                          <a:pos x="connsiteX1554" y="connsiteY1554"/>
                        </a:cxn>
                        <a:cxn ang="0">
                          <a:pos x="connsiteX1555" y="connsiteY1555"/>
                        </a:cxn>
                        <a:cxn ang="0">
                          <a:pos x="connsiteX1556" y="connsiteY1556"/>
                        </a:cxn>
                        <a:cxn ang="0">
                          <a:pos x="connsiteX1557" y="connsiteY1557"/>
                        </a:cxn>
                        <a:cxn ang="0">
                          <a:pos x="connsiteX1558" y="connsiteY1558"/>
                        </a:cxn>
                        <a:cxn ang="0">
                          <a:pos x="connsiteX1559" y="connsiteY1559"/>
                        </a:cxn>
                        <a:cxn ang="0">
                          <a:pos x="connsiteX1560" y="connsiteY1560"/>
                        </a:cxn>
                        <a:cxn ang="0">
                          <a:pos x="connsiteX1561" y="connsiteY1561"/>
                        </a:cxn>
                        <a:cxn ang="0">
                          <a:pos x="connsiteX1562" y="connsiteY1562"/>
                        </a:cxn>
                        <a:cxn ang="0">
                          <a:pos x="connsiteX1563" y="connsiteY1563"/>
                        </a:cxn>
                        <a:cxn ang="0">
                          <a:pos x="connsiteX1564" y="connsiteY1564"/>
                        </a:cxn>
                        <a:cxn ang="0">
                          <a:pos x="connsiteX1565" y="connsiteY1565"/>
                        </a:cxn>
                        <a:cxn ang="0">
                          <a:pos x="connsiteX1566" y="connsiteY1566"/>
                        </a:cxn>
                        <a:cxn ang="0">
                          <a:pos x="connsiteX1567" y="connsiteY1567"/>
                        </a:cxn>
                        <a:cxn ang="0">
                          <a:pos x="connsiteX1568" y="connsiteY1568"/>
                        </a:cxn>
                        <a:cxn ang="0">
                          <a:pos x="connsiteX1569" y="connsiteY1569"/>
                        </a:cxn>
                        <a:cxn ang="0">
                          <a:pos x="connsiteX1570" y="connsiteY1570"/>
                        </a:cxn>
                        <a:cxn ang="0">
                          <a:pos x="connsiteX1571" y="connsiteY1571"/>
                        </a:cxn>
                        <a:cxn ang="0">
                          <a:pos x="connsiteX1572" y="connsiteY1572"/>
                        </a:cxn>
                        <a:cxn ang="0">
                          <a:pos x="connsiteX1573" y="connsiteY1573"/>
                        </a:cxn>
                        <a:cxn ang="0">
                          <a:pos x="connsiteX1574" y="connsiteY1574"/>
                        </a:cxn>
                        <a:cxn ang="0">
                          <a:pos x="connsiteX1575" y="connsiteY1575"/>
                        </a:cxn>
                        <a:cxn ang="0">
                          <a:pos x="connsiteX1576" y="connsiteY1576"/>
                        </a:cxn>
                        <a:cxn ang="0">
                          <a:pos x="connsiteX1577" y="connsiteY1577"/>
                        </a:cxn>
                        <a:cxn ang="0">
                          <a:pos x="connsiteX1578" y="connsiteY1578"/>
                        </a:cxn>
                        <a:cxn ang="0">
                          <a:pos x="connsiteX1579" y="connsiteY1579"/>
                        </a:cxn>
                        <a:cxn ang="0">
                          <a:pos x="connsiteX1580" y="connsiteY1580"/>
                        </a:cxn>
                        <a:cxn ang="0">
                          <a:pos x="connsiteX1581" y="connsiteY1581"/>
                        </a:cxn>
                        <a:cxn ang="0">
                          <a:pos x="connsiteX1582" y="connsiteY1582"/>
                        </a:cxn>
                        <a:cxn ang="0">
                          <a:pos x="connsiteX1583" y="connsiteY1583"/>
                        </a:cxn>
                        <a:cxn ang="0">
                          <a:pos x="connsiteX1584" y="connsiteY1584"/>
                        </a:cxn>
                        <a:cxn ang="0">
                          <a:pos x="connsiteX1585" y="connsiteY1585"/>
                        </a:cxn>
                        <a:cxn ang="0">
                          <a:pos x="connsiteX1586" y="connsiteY1586"/>
                        </a:cxn>
                        <a:cxn ang="0">
                          <a:pos x="connsiteX1587" y="connsiteY1587"/>
                        </a:cxn>
                        <a:cxn ang="0">
                          <a:pos x="connsiteX1588" y="connsiteY1588"/>
                        </a:cxn>
                        <a:cxn ang="0">
                          <a:pos x="connsiteX1589" y="connsiteY1589"/>
                        </a:cxn>
                        <a:cxn ang="0">
                          <a:pos x="connsiteX1590" y="connsiteY1590"/>
                        </a:cxn>
                        <a:cxn ang="0">
                          <a:pos x="connsiteX1591" y="connsiteY1591"/>
                        </a:cxn>
                        <a:cxn ang="0">
                          <a:pos x="connsiteX1592" y="connsiteY1592"/>
                        </a:cxn>
                        <a:cxn ang="0">
                          <a:pos x="connsiteX1593" y="connsiteY1593"/>
                        </a:cxn>
                        <a:cxn ang="0">
                          <a:pos x="connsiteX1594" y="connsiteY1594"/>
                        </a:cxn>
                        <a:cxn ang="0">
                          <a:pos x="connsiteX1595" y="connsiteY1595"/>
                        </a:cxn>
                        <a:cxn ang="0">
                          <a:pos x="connsiteX1596" y="connsiteY1596"/>
                        </a:cxn>
                        <a:cxn ang="0">
                          <a:pos x="connsiteX1597" y="connsiteY1597"/>
                        </a:cxn>
                        <a:cxn ang="0">
                          <a:pos x="connsiteX1598" y="connsiteY1598"/>
                        </a:cxn>
                        <a:cxn ang="0">
                          <a:pos x="connsiteX1599" y="connsiteY1599"/>
                        </a:cxn>
                        <a:cxn ang="0">
                          <a:pos x="connsiteX1600" y="connsiteY1600"/>
                        </a:cxn>
                        <a:cxn ang="0">
                          <a:pos x="connsiteX1601" y="connsiteY1601"/>
                        </a:cxn>
                        <a:cxn ang="0">
                          <a:pos x="connsiteX1602" y="connsiteY1602"/>
                        </a:cxn>
                        <a:cxn ang="0">
                          <a:pos x="connsiteX1603" y="connsiteY1603"/>
                        </a:cxn>
                        <a:cxn ang="0">
                          <a:pos x="connsiteX1604" y="connsiteY1604"/>
                        </a:cxn>
                        <a:cxn ang="0">
                          <a:pos x="connsiteX1605" y="connsiteY1605"/>
                        </a:cxn>
                        <a:cxn ang="0">
                          <a:pos x="connsiteX1606" y="connsiteY1606"/>
                        </a:cxn>
                        <a:cxn ang="0">
                          <a:pos x="connsiteX1607" y="connsiteY1607"/>
                        </a:cxn>
                        <a:cxn ang="0">
                          <a:pos x="connsiteX1608" y="connsiteY1608"/>
                        </a:cxn>
                        <a:cxn ang="0">
                          <a:pos x="connsiteX1609" y="connsiteY1609"/>
                        </a:cxn>
                        <a:cxn ang="0">
                          <a:pos x="connsiteX1610" y="connsiteY1610"/>
                        </a:cxn>
                        <a:cxn ang="0">
                          <a:pos x="connsiteX1611" y="connsiteY1611"/>
                        </a:cxn>
                        <a:cxn ang="0">
                          <a:pos x="connsiteX1612" y="connsiteY1612"/>
                        </a:cxn>
                        <a:cxn ang="0">
                          <a:pos x="connsiteX1613" y="connsiteY1613"/>
                        </a:cxn>
                        <a:cxn ang="0">
                          <a:pos x="connsiteX1614" y="connsiteY1614"/>
                        </a:cxn>
                        <a:cxn ang="0">
                          <a:pos x="connsiteX1615" y="connsiteY1615"/>
                        </a:cxn>
                        <a:cxn ang="0">
                          <a:pos x="connsiteX1616" y="connsiteY1616"/>
                        </a:cxn>
                        <a:cxn ang="0">
                          <a:pos x="connsiteX1617" y="connsiteY1617"/>
                        </a:cxn>
                        <a:cxn ang="0">
                          <a:pos x="connsiteX1618" y="connsiteY1618"/>
                        </a:cxn>
                        <a:cxn ang="0">
                          <a:pos x="connsiteX1619" y="connsiteY1619"/>
                        </a:cxn>
                        <a:cxn ang="0">
                          <a:pos x="connsiteX1620" y="connsiteY1620"/>
                        </a:cxn>
                        <a:cxn ang="0">
                          <a:pos x="connsiteX1621" y="connsiteY1621"/>
                        </a:cxn>
                        <a:cxn ang="0">
                          <a:pos x="connsiteX1622" y="connsiteY1622"/>
                        </a:cxn>
                        <a:cxn ang="0">
                          <a:pos x="connsiteX1623" y="connsiteY1623"/>
                        </a:cxn>
                        <a:cxn ang="0">
                          <a:pos x="connsiteX1624" y="connsiteY1624"/>
                        </a:cxn>
                        <a:cxn ang="0">
                          <a:pos x="connsiteX1625" y="connsiteY1625"/>
                        </a:cxn>
                        <a:cxn ang="0">
                          <a:pos x="connsiteX1626" y="connsiteY1626"/>
                        </a:cxn>
                        <a:cxn ang="0">
                          <a:pos x="connsiteX1627" y="connsiteY1627"/>
                        </a:cxn>
                        <a:cxn ang="0">
                          <a:pos x="connsiteX1628" y="connsiteY1628"/>
                        </a:cxn>
                        <a:cxn ang="0">
                          <a:pos x="connsiteX1629" y="connsiteY1629"/>
                        </a:cxn>
                        <a:cxn ang="0">
                          <a:pos x="connsiteX1630" y="connsiteY1630"/>
                        </a:cxn>
                        <a:cxn ang="0">
                          <a:pos x="connsiteX1631" y="connsiteY1631"/>
                        </a:cxn>
                        <a:cxn ang="0">
                          <a:pos x="connsiteX1632" y="connsiteY1632"/>
                        </a:cxn>
                        <a:cxn ang="0">
                          <a:pos x="connsiteX1633" y="connsiteY1633"/>
                        </a:cxn>
                        <a:cxn ang="0">
                          <a:pos x="connsiteX1634" y="connsiteY1634"/>
                        </a:cxn>
                        <a:cxn ang="0">
                          <a:pos x="connsiteX1635" y="connsiteY1635"/>
                        </a:cxn>
                        <a:cxn ang="0">
                          <a:pos x="connsiteX1636" y="connsiteY1636"/>
                        </a:cxn>
                        <a:cxn ang="0">
                          <a:pos x="connsiteX1637" y="connsiteY1637"/>
                        </a:cxn>
                        <a:cxn ang="0">
                          <a:pos x="connsiteX1638" y="connsiteY1638"/>
                        </a:cxn>
                        <a:cxn ang="0">
                          <a:pos x="connsiteX1639" y="connsiteY1639"/>
                        </a:cxn>
                        <a:cxn ang="0">
                          <a:pos x="connsiteX1640" y="connsiteY1640"/>
                        </a:cxn>
                        <a:cxn ang="0">
                          <a:pos x="connsiteX1641" y="connsiteY1641"/>
                        </a:cxn>
                        <a:cxn ang="0">
                          <a:pos x="connsiteX1642" y="connsiteY1642"/>
                        </a:cxn>
                        <a:cxn ang="0">
                          <a:pos x="connsiteX1643" y="connsiteY1643"/>
                        </a:cxn>
                        <a:cxn ang="0">
                          <a:pos x="connsiteX1644" y="connsiteY1644"/>
                        </a:cxn>
                        <a:cxn ang="0">
                          <a:pos x="connsiteX1645" y="connsiteY1645"/>
                        </a:cxn>
                        <a:cxn ang="0">
                          <a:pos x="connsiteX1646" y="connsiteY1646"/>
                        </a:cxn>
                        <a:cxn ang="0">
                          <a:pos x="connsiteX1647" y="connsiteY1647"/>
                        </a:cxn>
                        <a:cxn ang="0">
                          <a:pos x="connsiteX1648" y="connsiteY1648"/>
                        </a:cxn>
                        <a:cxn ang="0">
                          <a:pos x="connsiteX1649" y="connsiteY1649"/>
                        </a:cxn>
                        <a:cxn ang="0">
                          <a:pos x="connsiteX1650" y="connsiteY1650"/>
                        </a:cxn>
                        <a:cxn ang="0">
                          <a:pos x="connsiteX1651" y="connsiteY1651"/>
                        </a:cxn>
                        <a:cxn ang="0">
                          <a:pos x="connsiteX1652" y="connsiteY1652"/>
                        </a:cxn>
                        <a:cxn ang="0">
                          <a:pos x="connsiteX1653" y="connsiteY1653"/>
                        </a:cxn>
                        <a:cxn ang="0">
                          <a:pos x="connsiteX1654" y="connsiteY1654"/>
                        </a:cxn>
                        <a:cxn ang="0">
                          <a:pos x="connsiteX1655" y="connsiteY1655"/>
                        </a:cxn>
                        <a:cxn ang="0">
                          <a:pos x="connsiteX1656" y="connsiteY1656"/>
                        </a:cxn>
                        <a:cxn ang="0">
                          <a:pos x="connsiteX1657" y="connsiteY1657"/>
                        </a:cxn>
                        <a:cxn ang="0">
                          <a:pos x="connsiteX1658" y="connsiteY1658"/>
                        </a:cxn>
                        <a:cxn ang="0">
                          <a:pos x="connsiteX1659" y="connsiteY1659"/>
                        </a:cxn>
                        <a:cxn ang="0">
                          <a:pos x="connsiteX1660" y="connsiteY1660"/>
                        </a:cxn>
                        <a:cxn ang="0">
                          <a:pos x="connsiteX1661" y="connsiteY1661"/>
                        </a:cxn>
                        <a:cxn ang="0">
                          <a:pos x="connsiteX1662" y="connsiteY1662"/>
                        </a:cxn>
                        <a:cxn ang="0">
                          <a:pos x="connsiteX1663" y="connsiteY1663"/>
                        </a:cxn>
                        <a:cxn ang="0">
                          <a:pos x="connsiteX1664" y="connsiteY1664"/>
                        </a:cxn>
                        <a:cxn ang="0">
                          <a:pos x="connsiteX1665" y="connsiteY1665"/>
                        </a:cxn>
                        <a:cxn ang="0">
                          <a:pos x="connsiteX1666" y="connsiteY1666"/>
                        </a:cxn>
                        <a:cxn ang="0">
                          <a:pos x="connsiteX1667" y="connsiteY1667"/>
                        </a:cxn>
                        <a:cxn ang="0">
                          <a:pos x="connsiteX1668" y="connsiteY1668"/>
                        </a:cxn>
                        <a:cxn ang="0">
                          <a:pos x="connsiteX1669" y="connsiteY1669"/>
                        </a:cxn>
                        <a:cxn ang="0">
                          <a:pos x="connsiteX1670" y="connsiteY1670"/>
                        </a:cxn>
                        <a:cxn ang="0">
                          <a:pos x="connsiteX1671" y="connsiteY1671"/>
                        </a:cxn>
                        <a:cxn ang="0">
                          <a:pos x="connsiteX1672" y="connsiteY1672"/>
                        </a:cxn>
                        <a:cxn ang="0">
                          <a:pos x="connsiteX1673" y="connsiteY1673"/>
                        </a:cxn>
                        <a:cxn ang="0">
                          <a:pos x="connsiteX1674" y="connsiteY1674"/>
                        </a:cxn>
                        <a:cxn ang="0">
                          <a:pos x="connsiteX1675" y="connsiteY1675"/>
                        </a:cxn>
                        <a:cxn ang="0">
                          <a:pos x="connsiteX1676" y="connsiteY1676"/>
                        </a:cxn>
                        <a:cxn ang="0">
                          <a:pos x="connsiteX1677" y="connsiteY1677"/>
                        </a:cxn>
                        <a:cxn ang="0">
                          <a:pos x="connsiteX1678" y="connsiteY1678"/>
                        </a:cxn>
                        <a:cxn ang="0">
                          <a:pos x="connsiteX1679" y="connsiteY1679"/>
                        </a:cxn>
                        <a:cxn ang="0">
                          <a:pos x="connsiteX1680" y="connsiteY1680"/>
                        </a:cxn>
                        <a:cxn ang="0">
                          <a:pos x="connsiteX1681" y="connsiteY1681"/>
                        </a:cxn>
                        <a:cxn ang="0">
                          <a:pos x="connsiteX1682" y="connsiteY1682"/>
                        </a:cxn>
                        <a:cxn ang="0">
                          <a:pos x="connsiteX1683" y="connsiteY1683"/>
                        </a:cxn>
                        <a:cxn ang="0">
                          <a:pos x="connsiteX1684" y="connsiteY1684"/>
                        </a:cxn>
                        <a:cxn ang="0">
                          <a:pos x="connsiteX1685" y="connsiteY1685"/>
                        </a:cxn>
                        <a:cxn ang="0">
                          <a:pos x="connsiteX1686" y="connsiteY1686"/>
                        </a:cxn>
                        <a:cxn ang="0">
                          <a:pos x="connsiteX1687" y="connsiteY1687"/>
                        </a:cxn>
                        <a:cxn ang="0">
                          <a:pos x="connsiteX1688" y="connsiteY1688"/>
                        </a:cxn>
                        <a:cxn ang="0">
                          <a:pos x="connsiteX1689" y="connsiteY1689"/>
                        </a:cxn>
                        <a:cxn ang="0">
                          <a:pos x="connsiteX1690" y="connsiteY1690"/>
                        </a:cxn>
                        <a:cxn ang="0">
                          <a:pos x="connsiteX1691" y="connsiteY1691"/>
                        </a:cxn>
                        <a:cxn ang="0">
                          <a:pos x="connsiteX1692" y="connsiteY1692"/>
                        </a:cxn>
                        <a:cxn ang="0">
                          <a:pos x="connsiteX1693" y="connsiteY1693"/>
                        </a:cxn>
                        <a:cxn ang="0">
                          <a:pos x="connsiteX1694" y="connsiteY1694"/>
                        </a:cxn>
                        <a:cxn ang="0">
                          <a:pos x="connsiteX1695" y="connsiteY1695"/>
                        </a:cxn>
                        <a:cxn ang="0">
                          <a:pos x="connsiteX1696" y="connsiteY1696"/>
                        </a:cxn>
                        <a:cxn ang="0">
                          <a:pos x="connsiteX1697" y="connsiteY1697"/>
                        </a:cxn>
                        <a:cxn ang="0">
                          <a:pos x="connsiteX1698" y="connsiteY1698"/>
                        </a:cxn>
                        <a:cxn ang="0">
                          <a:pos x="connsiteX1699" y="connsiteY1699"/>
                        </a:cxn>
                        <a:cxn ang="0">
                          <a:pos x="connsiteX1700" y="connsiteY1700"/>
                        </a:cxn>
                        <a:cxn ang="0">
                          <a:pos x="connsiteX1701" y="connsiteY1701"/>
                        </a:cxn>
                        <a:cxn ang="0">
                          <a:pos x="connsiteX1702" y="connsiteY1702"/>
                        </a:cxn>
                        <a:cxn ang="0">
                          <a:pos x="connsiteX1703" y="connsiteY1703"/>
                        </a:cxn>
                        <a:cxn ang="0">
                          <a:pos x="connsiteX1704" y="connsiteY1704"/>
                        </a:cxn>
                        <a:cxn ang="0">
                          <a:pos x="connsiteX1705" y="connsiteY1705"/>
                        </a:cxn>
                        <a:cxn ang="0">
                          <a:pos x="connsiteX1706" y="connsiteY1706"/>
                        </a:cxn>
                        <a:cxn ang="0">
                          <a:pos x="connsiteX1707" y="connsiteY1707"/>
                        </a:cxn>
                        <a:cxn ang="0">
                          <a:pos x="connsiteX1708" y="connsiteY1708"/>
                        </a:cxn>
                        <a:cxn ang="0">
                          <a:pos x="connsiteX1709" y="connsiteY1709"/>
                        </a:cxn>
                        <a:cxn ang="0">
                          <a:pos x="connsiteX1710" y="connsiteY1710"/>
                        </a:cxn>
                        <a:cxn ang="0">
                          <a:pos x="connsiteX1711" y="connsiteY1711"/>
                        </a:cxn>
                        <a:cxn ang="0">
                          <a:pos x="connsiteX1712" y="connsiteY1712"/>
                        </a:cxn>
                        <a:cxn ang="0">
                          <a:pos x="connsiteX1713" y="connsiteY1713"/>
                        </a:cxn>
                        <a:cxn ang="0">
                          <a:pos x="connsiteX1714" y="connsiteY1714"/>
                        </a:cxn>
                        <a:cxn ang="0">
                          <a:pos x="connsiteX1715" y="connsiteY1715"/>
                        </a:cxn>
                        <a:cxn ang="0">
                          <a:pos x="connsiteX1716" y="connsiteY1716"/>
                        </a:cxn>
                        <a:cxn ang="0">
                          <a:pos x="connsiteX1717" y="connsiteY1717"/>
                        </a:cxn>
                        <a:cxn ang="0">
                          <a:pos x="connsiteX1718" y="connsiteY1718"/>
                        </a:cxn>
                        <a:cxn ang="0">
                          <a:pos x="connsiteX1719" y="connsiteY1719"/>
                        </a:cxn>
                        <a:cxn ang="0">
                          <a:pos x="connsiteX1720" y="connsiteY1720"/>
                        </a:cxn>
                        <a:cxn ang="0">
                          <a:pos x="connsiteX1721" y="connsiteY1721"/>
                        </a:cxn>
                        <a:cxn ang="0">
                          <a:pos x="connsiteX1722" y="connsiteY1722"/>
                        </a:cxn>
                        <a:cxn ang="0">
                          <a:pos x="connsiteX1723" y="connsiteY1723"/>
                        </a:cxn>
                        <a:cxn ang="0">
                          <a:pos x="connsiteX1724" y="connsiteY1724"/>
                        </a:cxn>
                        <a:cxn ang="0">
                          <a:pos x="connsiteX1725" y="connsiteY1725"/>
                        </a:cxn>
                        <a:cxn ang="0">
                          <a:pos x="connsiteX1726" y="connsiteY1726"/>
                        </a:cxn>
                        <a:cxn ang="0">
                          <a:pos x="connsiteX1727" y="connsiteY1727"/>
                        </a:cxn>
                        <a:cxn ang="0">
                          <a:pos x="connsiteX1728" y="connsiteY1728"/>
                        </a:cxn>
                        <a:cxn ang="0">
                          <a:pos x="connsiteX1729" y="connsiteY1729"/>
                        </a:cxn>
                        <a:cxn ang="0">
                          <a:pos x="connsiteX1730" y="connsiteY1730"/>
                        </a:cxn>
                        <a:cxn ang="0">
                          <a:pos x="connsiteX1731" y="connsiteY1731"/>
                        </a:cxn>
                        <a:cxn ang="0">
                          <a:pos x="connsiteX1732" y="connsiteY1732"/>
                        </a:cxn>
                        <a:cxn ang="0">
                          <a:pos x="connsiteX1733" y="connsiteY1733"/>
                        </a:cxn>
                        <a:cxn ang="0">
                          <a:pos x="connsiteX1734" y="connsiteY1734"/>
                        </a:cxn>
                        <a:cxn ang="0">
                          <a:pos x="connsiteX1735" y="connsiteY1735"/>
                        </a:cxn>
                        <a:cxn ang="0">
                          <a:pos x="connsiteX1736" y="connsiteY1736"/>
                        </a:cxn>
                        <a:cxn ang="0">
                          <a:pos x="connsiteX1737" y="connsiteY1737"/>
                        </a:cxn>
                        <a:cxn ang="0">
                          <a:pos x="connsiteX1738" y="connsiteY1738"/>
                        </a:cxn>
                        <a:cxn ang="0">
                          <a:pos x="connsiteX1739" y="connsiteY1739"/>
                        </a:cxn>
                        <a:cxn ang="0">
                          <a:pos x="connsiteX1740" y="connsiteY1740"/>
                        </a:cxn>
                        <a:cxn ang="0">
                          <a:pos x="connsiteX1741" y="connsiteY1741"/>
                        </a:cxn>
                        <a:cxn ang="0">
                          <a:pos x="connsiteX1742" y="connsiteY1742"/>
                        </a:cxn>
                        <a:cxn ang="0">
                          <a:pos x="connsiteX1743" y="connsiteY1743"/>
                        </a:cxn>
                        <a:cxn ang="0">
                          <a:pos x="connsiteX1744" y="connsiteY1744"/>
                        </a:cxn>
                        <a:cxn ang="0">
                          <a:pos x="connsiteX1745" y="connsiteY1745"/>
                        </a:cxn>
                        <a:cxn ang="0">
                          <a:pos x="connsiteX1746" y="connsiteY1746"/>
                        </a:cxn>
                        <a:cxn ang="0">
                          <a:pos x="connsiteX1747" y="connsiteY1747"/>
                        </a:cxn>
                        <a:cxn ang="0">
                          <a:pos x="connsiteX1748" y="connsiteY1748"/>
                        </a:cxn>
                        <a:cxn ang="0">
                          <a:pos x="connsiteX1749" y="connsiteY1749"/>
                        </a:cxn>
                        <a:cxn ang="0">
                          <a:pos x="connsiteX1750" y="connsiteY1750"/>
                        </a:cxn>
                        <a:cxn ang="0">
                          <a:pos x="connsiteX1751" y="connsiteY1751"/>
                        </a:cxn>
                        <a:cxn ang="0">
                          <a:pos x="connsiteX1752" y="connsiteY1752"/>
                        </a:cxn>
                        <a:cxn ang="0">
                          <a:pos x="connsiteX1753" y="connsiteY1753"/>
                        </a:cxn>
                        <a:cxn ang="0">
                          <a:pos x="connsiteX1754" y="connsiteY1754"/>
                        </a:cxn>
                        <a:cxn ang="0">
                          <a:pos x="connsiteX1755" y="connsiteY1755"/>
                        </a:cxn>
                        <a:cxn ang="0">
                          <a:pos x="connsiteX1756" y="connsiteY1756"/>
                        </a:cxn>
                        <a:cxn ang="0">
                          <a:pos x="connsiteX1757" y="connsiteY1757"/>
                        </a:cxn>
                        <a:cxn ang="0">
                          <a:pos x="connsiteX1758" y="connsiteY1758"/>
                        </a:cxn>
                        <a:cxn ang="0">
                          <a:pos x="connsiteX1759" y="connsiteY1759"/>
                        </a:cxn>
                        <a:cxn ang="0">
                          <a:pos x="connsiteX1760" y="connsiteY1760"/>
                        </a:cxn>
                        <a:cxn ang="0">
                          <a:pos x="connsiteX1761" y="connsiteY1761"/>
                        </a:cxn>
                        <a:cxn ang="0">
                          <a:pos x="connsiteX1762" y="connsiteY1762"/>
                        </a:cxn>
                        <a:cxn ang="0">
                          <a:pos x="connsiteX1763" y="connsiteY1763"/>
                        </a:cxn>
                        <a:cxn ang="0">
                          <a:pos x="connsiteX1764" y="connsiteY1764"/>
                        </a:cxn>
                        <a:cxn ang="0">
                          <a:pos x="connsiteX1765" y="connsiteY1765"/>
                        </a:cxn>
                        <a:cxn ang="0">
                          <a:pos x="connsiteX1766" y="connsiteY1766"/>
                        </a:cxn>
                        <a:cxn ang="0">
                          <a:pos x="connsiteX1767" y="connsiteY1767"/>
                        </a:cxn>
                        <a:cxn ang="0">
                          <a:pos x="connsiteX1768" y="connsiteY1768"/>
                        </a:cxn>
                        <a:cxn ang="0">
                          <a:pos x="connsiteX1769" y="connsiteY1769"/>
                        </a:cxn>
                        <a:cxn ang="0">
                          <a:pos x="connsiteX1770" y="connsiteY1770"/>
                        </a:cxn>
                        <a:cxn ang="0">
                          <a:pos x="connsiteX1771" y="connsiteY1771"/>
                        </a:cxn>
                        <a:cxn ang="0">
                          <a:pos x="connsiteX1772" y="connsiteY1772"/>
                        </a:cxn>
                        <a:cxn ang="0">
                          <a:pos x="connsiteX1773" y="connsiteY1773"/>
                        </a:cxn>
                        <a:cxn ang="0">
                          <a:pos x="connsiteX1774" y="connsiteY1774"/>
                        </a:cxn>
                        <a:cxn ang="0">
                          <a:pos x="connsiteX1775" y="connsiteY1775"/>
                        </a:cxn>
                        <a:cxn ang="0">
                          <a:pos x="connsiteX1776" y="connsiteY1776"/>
                        </a:cxn>
                        <a:cxn ang="0">
                          <a:pos x="connsiteX1777" y="connsiteY1777"/>
                        </a:cxn>
                        <a:cxn ang="0">
                          <a:pos x="connsiteX1778" y="connsiteY1778"/>
                        </a:cxn>
                        <a:cxn ang="0">
                          <a:pos x="connsiteX1779" y="connsiteY1779"/>
                        </a:cxn>
                        <a:cxn ang="0">
                          <a:pos x="connsiteX1780" y="connsiteY1780"/>
                        </a:cxn>
                        <a:cxn ang="0">
                          <a:pos x="connsiteX1781" y="connsiteY1781"/>
                        </a:cxn>
                        <a:cxn ang="0">
                          <a:pos x="connsiteX1782" y="connsiteY1782"/>
                        </a:cxn>
                        <a:cxn ang="0">
                          <a:pos x="connsiteX1783" y="connsiteY1783"/>
                        </a:cxn>
                        <a:cxn ang="0">
                          <a:pos x="connsiteX1784" y="connsiteY1784"/>
                        </a:cxn>
                        <a:cxn ang="0">
                          <a:pos x="connsiteX1785" y="connsiteY1785"/>
                        </a:cxn>
                        <a:cxn ang="0">
                          <a:pos x="connsiteX1786" y="connsiteY1786"/>
                        </a:cxn>
                        <a:cxn ang="0">
                          <a:pos x="connsiteX1787" y="connsiteY1787"/>
                        </a:cxn>
                        <a:cxn ang="0">
                          <a:pos x="connsiteX1788" y="connsiteY1788"/>
                        </a:cxn>
                        <a:cxn ang="0">
                          <a:pos x="connsiteX1789" y="connsiteY1789"/>
                        </a:cxn>
                        <a:cxn ang="0">
                          <a:pos x="connsiteX1790" y="connsiteY1790"/>
                        </a:cxn>
                        <a:cxn ang="0">
                          <a:pos x="connsiteX1791" y="connsiteY1791"/>
                        </a:cxn>
                        <a:cxn ang="0">
                          <a:pos x="connsiteX1792" y="connsiteY1792"/>
                        </a:cxn>
                        <a:cxn ang="0">
                          <a:pos x="connsiteX1793" y="connsiteY1793"/>
                        </a:cxn>
                        <a:cxn ang="0">
                          <a:pos x="connsiteX1794" y="connsiteY1794"/>
                        </a:cxn>
                        <a:cxn ang="0">
                          <a:pos x="connsiteX1795" y="connsiteY1795"/>
                        </a:cxn>
                        <a:cxn ang="0">
                          <a:pos x="connsiteX1796" y="connsiteY1796"/>
                        </a:cxn>
                        <a:cxn ang="0">
                          <a:pos x="connsiteX1797" y="connsiteY1797"/>
                        </a:cxn>
                        <a:cxn ang="0">
                          <a:pos x="connsiteX1798" y="connsiteY1798"/>
                        </a:cxn>
                        <a:cxn ang="0">
                          <a:pos x="connsiteX1799" y="connsiteY1799"/>
                        </a:cxn>
                        <a:cxn ang="0">
                          <a:pos x="connsiteX1800" y="connsiteY1800"/>
                        </a:cxn>
                        <a:cxn ang="0">
                          <a:pos x="connsiteX1801" y="connsiteY1801"/>
                        </a:cxn>
                        <a:cxn ang="0">
                          <a:pos x="connsiteX1802" y="connsiteY1802"/>
                        </a:cxn>
                        <a:cxn ang="0">
                          <a:pos x="connsiteX1803" y="connsiteY1803"/>
                        </a:cxn>
                        <a:cxn ang="0">
                          <a:pos x="connsiteX1804" y="connsiteY1804"/>
                        </a:cxn>
                        <a:cxn ang="0">
                          <a:pos x="connsiteX1805" y="connsiteY1805"/>
                        </a:cxn>
                        <a:cxn ang="0">
                          <a:pos x="connsiteX1806" y="connsiteY1806"/>
                        </a:cxn>
                        <a:cxn ang="0">
                          <a:pos x="connsiteX1807" y="connsiteY1807"/>
                        </a:cxn>
                        <a:cxn ang="0">
                          <a:pos x="connsiteX1808" y="connsiteY1808"/>
                        </a:cxn>
                        <a:cxn ang="0">
                          <a:pos x="connsiteX1809" y="connsiteY1809"/>
                        </a:cxn>
                        <a:cxn ang="0">
                          <a:pos x="connsiteX1810" y="connsiteY1810"/>
                        </a:cxn>
                        <a:cxn ang="0">
                          <a:pos x="connsiteX1811" y="connsiteY1811"/>
                        </a:cxn>
                        <a:cxn ang="0">
                          <a:pos x="connsiteX1812" y="connsiteY1812"/>
                        </a:cxn>
                        <a:cxn ang="0">
                          <a:pos x="connsiteX1813" y="connsiteY1813"/>
                        </a:cxn>
                        <a:cxn ang="0">
                          <a:pos x="connsiteX1814" y="connsiteY1814"/>
                        </a:cxn>
                        <a:cxn ang="0">
                          <a:pos x="connsiteX1815" y="connsiteY1815"/>
                        </a:cxn>
                        <a:cxn ang="0">
                          <a:pos x="connsiteX1816" y="connsiteY1816"/>
                        </a:cxn>
                        <a:cxn ang="0">
                          <a:pos x="connsiteX1817" y="connsiteY1817"/>
                        </a:cxn>
                        <a:cxn ang="0">
                          <a:pos x="connsiteX1818" y="connsiteY1818"/>
                        </a:cxn>
                        <a:cxn ang="0">
                          <a:pos x="connsiteX1819" y="connsiteY1819"/>
                        </a:cxn>
                        <a:cxn ang="0">
                          <a:pos x="connsiteX1820" y="connsiteY1820"/>
                        </a:cxn>
                        <a:cxn ang="0">
                          <a:pos x="connsiteX1821" y="connsiteY1821"/>
                        </a:cxn>
                        <a:cxn ang="0">
                          <a:pos x="connsiteX1822" y="connsiteY1822"/>
                        </a:cxn>
                        <a:cxn ang="0">
                          <a:pos x="connsiteX1823" y="connsiteY1823"/>
                        </a:cxn>
                        <a:cxn ang="0">
                          <a:pos x="connsiteX1824" y="connsiteY1824"/>
                        </a:cxn>
                        <a:cxn ang="0">
                          <a:pos x="connsiteX1825" y="connsiteY1825"/>
                        </a:cxn>
                        <a:cxn ang="0">
                          <a:pos x="connsiteX1826" y="connsiteY1826"/>
                        </a:cxn>
                        <a:cxn ang="0">
                          <a:pos x="connsiteX1827" y="connsiteY1827"/>
                        </a:cxn>
                        <a:cxn ang="0">
                          <a:pos x="connsiteX1828" y="connsiteY1828"/>
                        </a:cxn>
                        <a:cxn ang="0">
                          <a:pos x="connsiteX1829" y="connsiteY1829"/>
                        </a:cxn>
                        <a:cxn ang="0">
                          <a:pos x="connsiteX1830" y="connsiteY1830"/>
                        </a:cxn>
                        <a:cxn ang="0">
                          <a:pos x="connsiteX1831" y="connsiteY1831"/>
                        </a:cxn>
                        <a:cxn ang="0">
                          <a:pos x="connsiteX1832" y="connsiteY1832"/>
                        </a:cxn>
                        <a:cxn ang="0">
                          <a:pos x="connsiteX1833" y="connsiteY1833"/>
                        </a:cxn>
                        <a:cxn ang="0">
                          <a:pos x="connsiteX1834" y="connsiteY1834"/>
                        </a:cxn>
                        <a:cxn ang="0">
                          <a:pos x="connsiteX1835" y="connsiteY1835"/>
                        </a:cxn>
                        <a:cxn ang="0">
                          <a:pos x="connsiteX1836" y="connsiteY1836"/>
                        </a:cxn>
                        <a:cxn ang="0">
                          <a:pos x="connsiteX1837" y="connsiteY1837"/>
                        </a:cxn>
                        <a:cxn ang="0">
                          <a:pos x="connsiteX1838" y="connsiteY1838"/>
                        </a:cxn>
                        <a:cxn ang="0">
                          <a:pos x="connsiteX1839" y="connsiteY1839"/>
                        </a:cxn>
                        <a:cxn ang="0">
                          <a:pos x="connsiteX1840" y="connsiteY1840"/>
                        </a:cxn>
                        <a:cxn ang="0">
                          <a:pos x="connsiteX1841" y="connsiteY1841"/>
                        </a:cxn>
                        <a:cxn ang="0">
                          <a:pos x="connsiteX1842" y="connsiteY1842"/>
                        </a:cxn>
                        <a:cxn ang="0">
                          <a:pos x="connsiteX1843" y="connsiteY1843"/>
                        </a:cxn>
                        <a:cxn ang="0">
                          <a:pos x="connsiteX1844" y="connsiteY1844"/>
                        </a:cxn>
                        <a:cxn ang="0">
                          <a:pos x="connsiteX1845" y="connsiteY1845"/>
                        </a:cxn>
                        <a:cxn ang="0">
                          <a:pos x="connsiteX1846" y="connsiteY1846"/>
                        </a:cxn>
                        <a:cxn ang="0">
                          <a:pos x="connsiteX1847" y="connsiteY1847"/>
                        </a:cxn>
                        <a:cxn ang="0">
                          <a:pos x="connsiteX1848" y="connsiteY1848"/>
                        </a:cxn>
                        <a:cxn ang="0">
                          <a:pos x="connsiteX1849" y="connsiteY1849"/>
                        </a:cxn>
                        <a:cxn ang="0">
                          <a:pos x="connsiteX1850" y="connsiteY1850"/>
                        </a:cxn>
                        <a:cxn ang="0">
                          <a:pos x="connsiteX1851" y="connsiteY1851"/>
                        </a:cxn>
                        <a:cxn ang="0">
                          <a:pos x="connsiteX1852" y="connsiteY1852"/>
                        </a:cxn>
                        <a:cxn ang="0">
                          <a:pos x="connsiteX1853" y="connsiteY1853"/>
                        </a:cxn>
                        <a:cxn ang="0">
                          <a:pos x="connsiteX1854" y="connsiteY1854"/>
                        </a:cxn>
                        <a:cxn ang="0">
                          <a:pos x="connsiteX1855" y="connsiteY1855"/>
                        </a:cxn>
                        <a:cxn ang="0">
                          <a:pos x="connsiteX1856" y="connsiteY1856"/>
                        </a:cxn>
                        <a:cxn ang="0">
                          <a:pos x="connsiteX1857" y="connsiteY1857"/>
                        </a:cxn>
                        <a:cxn ang="0">
                          <a:pos x="connsiteX1858" y="connsiteY1858"/>
                        </a:cxn>
                        <a:cxn ang="0">
                          <a:pos x="connsiteX1859" y="connsiteY1859"/>
                        </a:cxn>
                        <a:cxn ang="0">
                          <a:pos x="connsiteX1860" y="connsiteY1860"/>
                        </a:cxn>
                        <a:cxn ang="0">
                          <a:pos x="connsiteX1861" y="connsiteY1861"/>
                        </a:cxn>
                        <a:cxn ang="0">
                          <a:pos x="connsiteX1862" y="connsiteY1862"/>
                        </a:cxn>
                        <a:cxn ang="0">
                          <a:pos x="connsiteX1863" y="connsiteY1863"/>
                        </a:cxn>
                        <a:cxn ang="0">
                          <a:pos x="connsiteX1864" y="connsiteY1864"/>
                        </a:cxn>
                        <a:cxn ang="0">
                          <a:pos x="connsiteX1865" y="connsiteY1865"/>
                        </a:cxn>
                        <a:cxn ang="0">
                          <a:pos x="connsiteX1866" y="connsiteY1866"/>
                        </a:cxn>
                        <a:cxn ang="0">
                          <a:pos x="connsiteX1867" y="connsiteY1867"/>
                        </a:cxn>
                        <a:cxn ang="0">
                          <a:pos x="connsiteX1868" y="connsiteY1868"/>
                        </a:cxn>
                        <a:cxn ang="0">
                          <a:pos x="connsiteX1869" y="connsiteY1869"/>
                        </a:cxn>
                        <a:cxn ang="0">
                          <a:pos x="connsiteX1870" y="connsiteY1870"/>
                        </a:cxn>
                        <a:cxn ang="0">
                          <a:pos x="connsiteX1871" y="connsiteY1871"/>
                        </a:cxn>
                        <a:cxn ang="0">
                          <a:pos x="connsiteX1872" y="connsiteY1872"/>
                        </a:cxn>
                        <a:cxn ang="0">
                          <a:pos x="connsiteX1873" y="connsiteY1873"/>
                        </a:cxn>
                        <a:cxn ang="0">
                          <a:pos x="connsiteX1874" y="connsiteY1874"/>
                        </a:cxn>
                        <a:cxn ang="0">
                          <a:pos x="connsiteX1875" y="connsiteY1875"/>
                        </a:cxn>
                        <a:cxn ang="0">
                          <a:pos x="connsiteX1876" y="connsiteY1876"/>
                        </a:cxn>
                        <a:cxn ang="0">
                          <a:pos x="connsiteX1877" y="connsiteY1877"/>
                        </a:cxn>
                        <a:cxn ang="0">
                          <a:pos x="connsiteX1878" y="connsiteY1878"/>
                        </a:cxn>
                        <a:cxn ang="0">
                          <a:pos x="connsiteX1879" y="connsiteY1879"/>
                        </a:cxn>
                        <a:cxn ang="0">
                          <a:pos x="connsiteX1880" y="connsiteY1880"/>
                        </a:cxn>
                        <a:cxn ang="0">
                          <a:pos x="connsiteX1881" y="connsiteY1881"/>
                        </a:cxn>
                        <a:cxn ang="0">
                          <a:pos x="connsiteX1882" y="connsiteY1882"/>
                        </a:cxn>
                        <a:cxn ang="0">
                          <a:pos x="connsiteX1883" y="connsiteY1883"/>
                        </a:cxn>
                        <a:cxn ang="0">
                          <a:pos x="connsiteX1884" y="connsiteY1884"/>
                        </a:cxn>
                        <a:cxn ang="0">
                          <a:pos x="connsiteX1885" y="connsiteY1885"/>
                        </a:cxn>
                        <a:cxn ang="0">
                          <a:pos x="connsiteX1886" y="connsiteY1886"/>
                        </a:cxn>
                        <a:cxn ang="0">
                          <a:pos x="connsiteX1887" y="connsiteY1887"/>
                        </a:cxn>
                        <a:cxn ang="0">
                          <a:pos x="connsiteX1888" y="connsiteY1888"/>
                        </a:cxn>
                        <a:cxn ang="0">
                          <a:pos x="connsiteX1889" y="connsiteY1889"/>
                        </a:cxn>
                        <a:cxn ang="0">
                          <a:pos x="connsiteX1890" y="connsiteY1890"/>
                        </a:cxn>
                        <a:cxn ang="0">
                          <a:pos x="connsiteX1891" y="connsiteY1891"/>
                        </a:cxn>
                        <a:cxn ang="0">
                          <a:pos x="connsiteX1892" y="connsiteY1892"/>
                        </a:cxn>
                        <a:cxn ang="0">
                          <a:pos x="connsiteX1893" y="connsiteY1893"/>
                        </a:cxn>
                        <a:cxn ang="0">
                          <a:pos x="connsiteX1894" y="connsiteY1894"/>
                        </a:cxn>
                        <a:cxn ang="0">
                          <a:pos x="connsiteX1895" y="connsiteY1895"/>
                        </a:cxn>
                        <a:cxn ang="0">
                          <a:pos x="connsiteX1896" y="connsiteY1896"/>
                        </a:cxn>
                        <a:cxn ang="0">
                          <a:pos x="connsiteX1897" y="connsiteY1897"/>
                        </a:cxn>
                        <a:cxn ang="0">
                          <a:pos x="connsiteX1898" y="connsiteY1898"/>
                        </a:cxn>
                        <a:cxn ang="0">
                          <a:pos x="connsiteX1899" y="connsiteY1899"/>
                        </a:cxn>
                        <a:cxn ang="0">
                          <a:pos x="connsiteX1900" y="connsiteY1900"/>
                        </a:cxn>
                        <a:cxn ang="0">
                          <a:pos x="connsiteX1901" y="connsiteY1901"/>
                        </a:cxn>
                        <a:cxn ang="0">
                          <a:pos x="connsiteX1902" y="connsiteY1902"/>
                        </a:cxn>
                        <a:cxn ang="0">
                          <a:pos x="connsiteX1903" y="connsiteY1903"/>
                        </a:cxn>
                        <a:cxn ang="0">
                          <a:pos x="connsiteX1904" y="connsiteY1904"/>
                        </a:cxn>
                        <a:cxn ang="0">
                          <a:pos x="connsiteX1905" y="connsiteY1905"/>
                        </a:cxn>
                        <a:cxn ang="0">
                          <a:pos x="connsiteX1906" y="connsiteY1906"/>
                        </a:cxn>
                        <a:cxn ang="0">
                          <a:pos x="connsiteX1907" y="connsiteY1907"/>
                        </a:cxn>
                        <a:cxn ang="0">
                          <a:pos x="connsiteX1908" y="connsiteY1908"/>
                        </a:cxn>
                        <a:cxn ang="0">
                          <a:pos x="connsiteX1909" y="connsiteY1909"/>
                        </a:cxn>
                        <a:cxn ang="0">
                          <a:pos x="connsiteX1910" y="connsiteY1910"/>
                        </a:cxn>
                        <a:cxn ang="0">
                          <a:pos x="connsiteX1911" y="connsiteY1911"/>
                        </a:cxn>
                        <a:cxn ang="0">
                          <a:pos x="connsiteX1912" y="connsiteY1912"/>
                        </a:cxn>
                        <a:cxn ang="0">
                          <a:pos x="connsiteX1913" y="connsiteY1913"/>
                        </a:cxn>
                        <a:cxn ang="0">
                          <a:pos x="connsiteX1914" y="connsiteY1914"/>
                        </a:cxn>
                        <a:cxn ang="0">
                          <a:pos x="connsiteX1915" y="connsiteY1915"/>
                        </a:cxn>
                        <a:cxn ang="0">
                          <a:pos x="connsiteX1916" y="connsiteY1916"/>
                        </a:cxn>
                        <a:cxn ang="0">
                          <a:pos x="connsiteX1917" y="connsiteY1917"/>
                        </a:cxn>
                        <a:cxn ang="0">
                          <a:pos x="connsiteX1918" y="connsiteY1918"/>
                        </a:cxn>
                        <a:cxn ang="0">
                          <a:pos x="connsiteX1919" y="connsiteY1919"/>
                        </a:cxn>
                        <a:cxn ang="0">
                          <a:pos x="connsiteX1920" y="connsiteY1920"/>
                        </a:cxn>
                        <a:cxn ang="0">
                          <a:pos x="connsiteX1921" y="connsiteY1921"/>
                        </a:cxn>
                        <a:cxn ang="0">
                          <a:pos x="connsiteX1922" y="connsiteY1922"/>
                        </a:cxn>
                        <a:cxn ang="0">
                          <a:pos x="connsiteX1923" y="connsiteY1923"/>
                        </a:cxn>
                        <a:cxn ang="0">
                          <a:pos x="connsiteX1924" y="connsiteY1924"/>
                        </a:cxn>
                        <a:cxn ang="0">
                          <a:pos x="connsiteX1925" y="connsiteY1925"/>
                        </a:cxn>
                        <a:cxn ang="0">
                          <a:pos x="connsiteX1926" y="connsiteY1926"/>
                        </a:cxn>
                        <a:cxn ang="0">
                          <a:pos x="connsiteX1927" y="connsiteY1927"/>
                        </a:cxn>
                        <a:cxn ang="0">
                          <a:pos x="connsiteX1928" y="connsiteY1928"/>
                        </a:cxn>
                        <a:cxn ang="0">
                          <a:pos x="connsiteX1929" y="connsiteY1929"/>
                        </a:cxn>
                        <a:cxn ang="0">
                          <a:pos x="connsiteX1930" y="connsiteY1930"/>
                        </a:cxn>
                        <a:cxn ang="0">
                          <a:pos x="connsiteX1931" y="connsiteY1931"/>
                        </a:cxn>
                        <a:cxn ang="0">
                          <a:pos x="connsiteX1932" y="connsiteY1932"/>
                        </a:cxn>
                        <a:cxn ang="0">
                          <a:pos x="connsiteX1933" y="connsiteY1933"/>
                        </a:cxn>
                        <a:cxn ang="0">
                          <a:pos x="connsiteX1934" y="connsiteY1934"/>
                        </a:cxn>
                        <a:cxn ang="0">
                          <a:pos x="connsiteX1935" y="connsiteY1935"/>
                        </a:cxn>
                        <a:cxn ang="0">
                          <a:pos x="connsiteX1936" y="connsiteY1936"/>
                        </a:cxn>
                        <a:cxn ang="0">
                          <a:pos x="connsiteX1937" y="connsiteY1937"/>
                        </a:cxn>
                        <a:cxn ang="0">
                          <a:pos x="connsiteX1938" y="connsiteY1938"/>
                        </a:cxn>
                        <a:cxn ang="0">
                          <a:pos x="connsiteX1939" y="connsiteY1939"/>
                        </a:cxn>
                        <a:cxn ang="0">
                          <a:pos x="connsiteX1940" y="connsiteY1940"/>
                        </a:cxn>
                        <a:cxn ang="0">
                          <a:pos x="connsiteX1941" y="connsiteY1941"/>
                        </a:cxn>
                        <a:cxn ang="0">
                          <a:pos x="connsiteX1942" y="connsiteY1942"/>
                        </a:cxn>
                        <a:cxn ang="0">
                          <a:pos x="connsiteX1943" y="connsiteY1943"/>
                        </a:cxn>
                        <a:cxn ang="0">
                          <a:pos x="connsiteX1944" y="connsiteY1944"/>
                        </a:cxn>
                        <a:cxn ang="0">
                          <a:pos x="connsiteX1945" y="connsiteY1945"/>
                        </a:cxn>
                        <a:cxn ang="0">
                          <a:pos x="connsiteX1946" y="connsiteY1946"/>
                        </a:cxn>
                        <a:cxn ang="0">
                          <a:pos x="connsiteX1947" y="connsiteY1947"/>
                        </a:cxn>
                        <a:cxn ang="0">
                          <a:pos x="connsiteX1948" y="connsiteY1948"/>
                        </a:cxn>
                        <a:cxn ang="0">
                          <a:pos x="connsiteX1949" y="connsiteY1949"/>
                        </a:cxn>
                        <a:cxn ang="0">
                          <a:pos x="connsiteX1950" y="connsiteY1950"/>
                        </a:cxn>
                        <a:cxn ang="0">
                          <a:pos x="connsiteX1951" y="connsiteY1951"/>
                        </a:cxn>
                        <a:cxn ang="0">
                          <a:pos x="connsiteX1952" y="connsiteY1952"/>
                        </a:cxn>
                        <a:cxn ang="0">
                          <a:pos x="connsiteX1953" y="connsiteY1953"/>
                        </a:cxn>
                        <a:cxn ang="0">
                          <a:pos x="connsiteX1954" y="connsiteY1954"/>
                        </a:cxn>
                        <a:cxn ang="0">
                          <a:pos x="connsiteX1955" y="connsiteY1955"/>
                        </a:cxn>
                        <a:cxn ang="0">
                          <a:pos x="connsiteX1956" y="connsiteY1956"/>
                        </a:cxn>
                        <a:cxn ang="0">
                          <a:pos x="connsiteX1957" y="connsiteY1957"/>
                        </a:cxn>
                        <a:cxn ang="0">
                          <a:pos x="connsiteX1958" y="connsiteY1958"/>
                        </a:cxn>
                        <a:cxn ang="0">
                          <a:pos x="connsiteX1959" y="connsiteY1959"/>
                        </a:cxn>
                        <a:cxn ang="0">
                          <a:pos x="connsiteX1960" y="connsiteY1960"/>
                        </a:cxn>
                        <a:cxn ang="0">
                          <a:pos x="connsiteX1961" y="connsiteY1961"/>
                        </a:cxn>
                        <a:cxn ang="0">
                          <a:pos x="connsiteX1962" y="connsiteY1962"/>
                        </a:cxn>
                        <a:cxn ang="0">
                          <a:pos x="connsiteX1963" y="connsiteY1963"/>
                        </a:cxn>
                        <a:cxn ang="0">
                          <a:pos x="connsiteX1964" y="connsiteY1964"/>
                        </a:cxn>
                        <a:cxn ang="0">
                          <a:pos x="connsiteX1965" y="connsiteY1965"/>
                        </a:cxn>
                        <a:cxn ang="0">
                          <a:pos x="connsiteX1966" y="connsiteY1966"/>
                        </a:cxn>
                        <a:cxn ang="0">
                          <a:pos x="connsiteX1967" y="connsiteY1967"/>
                        </a:cxn>
                        <a:cxn ang="0">
                          <a:pos x="connsiteX1968" y="connsiteY1968"/>
                        </a:cxn>
                        <a:cxn ang="0">
                          <a:pos x="connsiteX1969" y="connsiteY1969"/>
                        </a:cxn>
                        <a:cxn ang="0">
                          <a:pos x="connsiteX1970" y="connsiteY1970"/>
                        </a:cxn>
                        <a:cxn ang="0">
                          <a:pos x="connsiteX1971" y="connsiteY1971"/>
                        </a:cxn>
                        <a:cxn ang="0">
                          <a:pos x="connsiteX1972" y="connsiteY1972"/>
                        </a:cxn>
                        <a:cxn ang="0">
                          <a:pos x="connsiteX1973" y="connsiteY1973"/>
                        </a:cxn>
                        <a:cxn ang="0">
                          <a:pos x="connsiteX1974" y="connsiteY1974"/>
                        </a:cxn>
                        <a:cxn ang="0">
                          <a:pos x="connsiteX1975" y="connsiteY1975"/>
                        </a:cxn>
                        <a:cxn ang="0">
                          <a:pos x="connsiteX1976" y="connsiteY1976"/>
                        </a:cxn>
                        <a:cxn ang="0">
                          <a:pos x="connsiteX1977" y="connsiteY1977"/>
                        </a:cxn>
                        <a:cxn ang="0">
                          <a:pos x="connsiteX1978" y="connsiteY1978"/>
                        </a:cxn>
                        <a:cxn ang="0">
                          <a:pos x="connsiteX1979" y="connsiteY1979"/>
                        </a:cxn>
                        <a:cxn ang="0">
                          <a:pos x="connsiteX1980" y="connsiteY1980"/>
                        </a:cxn>
                        <a:cxn ang="0">
                          <a:pos x="connsiteX1981" y="connsiteY1981"/>
                        </a:cxn>
                        <a:cxn ang="0">
                          <a:pos x="connsiteX1982" y="connsiteY1982"/>
                        </a:cxn>
                        <a:cxn ang="0">
                          <a:pos x="connsiteX1983" y="connsiteY1983"/>
                        </a:cxn>
                        <a:cxn ang="0">
                          <a:pos x="connsiteX1984" y="connsiteY1984"/>
                        </a:cxn>
                        <a:cxn ang="0">
                          <a:pos x="connsiteX1985" y="connsiteY1985"/>
                        </a:cxn>
                        <a:cxn ang="0">
                          <a:pos x="connsiteX1986" y="connsiteY1986"/>
                        </a:cxn>
                        <a:cxn ang="0">
                          <a:pos x="connsiteX1987" y="connsiteY1987"/>
                        </a:cxn>
                        <a:cxn ang="0">
                          <a:pos x="connsiteX1988" y="connsiteY1988"/>
                        </a:cxn>
                        <a:cxn ang="0">
                          <a:pos x="connsiteX1989" y="connsiteY1989"/>
                        </a:cxn>
                        <a:cxn ang="0">
                          <a:pos x="connsiteX1990" y="connsiteY1990"/>
                        </a:cxn>
                        <a:cxn ang="0">
                          <a:pos x="connsiteX1991" y="connsiteY1991"/>
                        </a:cxn>
                        <a:cxn ang="0">
                          <a:pos x="connsiteX1992" y="connsiteY1992"/>
                        </a:cxn>
                        <a:cxn ang="0">
                          <a:pos x="connsiteX1993" y="connsiteY1993"/>
                        </a:cxn>
                        <a:cxn ang="0">
                          <a:pos x="connsiteX1994" y="connsiteY1994"/>
                        </a:cxn>
                        <a:cxn ang="0">
                          <a:pos x="connsiteX1995" y="connsiteY1995"/>
                        </a:cxn>
                        <a:cxn ang="0">
                          <a:pos x="connsiteX1996" y="connsiteY1996"/>
                        </a:cxn>
                        <a:cxn ang="0">
                          <a:pos x="connsiteX1997" y="connsiteY1997"/>
                        </a:cxn>
                        <a:cxn ang="0">
                          <a:pos x="connsiteX1998" y="connsiteY1998"/>
                        </a:cxn>
                        <a:cxn ang="0">
                          <a:pos x="connsiteX1999" y="connsiteY1999"/>
                        </a:cxn>
                        <a:cxn ang="0">
                          <a:pos x="connsiteX2000" y="connsiteY2000"/>
                        </a:cxn>
                        <a:cxn ang="0">
                          <a:pos x="connsiteX2001" y="connsiteY2001"/>
                        </a:cxn>
                        <a:cxn ang="0">
                          <a:pos x="connsiteX2002" y="connsiteY2002"/>
                        </a:cxn>
                        <a:cxn ang="0">
                          <a:pos x="connsiteX2003" y="connsiteY2003"/>
                        </a:cxn>
                        <a:cxn ang="0">
                          <a:pos x="connsiteX2004" y="connsiteY2004"/>
                        </a:cxn>
                        <a:cxn ang="0">
                          <a:pos x="connsiteX2005" y="connsiteY2005"/>
                        </a:cxn>
                        <a:cxn ang="0">
                          <a:pos x="connsiteX2006" y="connsiteY2006"/>
                        </a:cxn>
                        <a:cxn ang="0">
                          <a:pos x="connsiteX2007" y="connsiteY2007"/>
                        </a:cxn>
                        <a:cxn ang="0">
                          <a:pos x="connsiteX2008" y="connsiteY2008"/>
                        </a:cxn>
                        <a:cxn ang="0">
                          <a:pos x="connsiteX2009" y="connsiteY2009"/>
                        </a:cxn>
                        <a:cxn ang="0">
                          <a:pos x="connsiteX2010" y="connsiteY2010"/>
                        </a:cxn>
                        <a:cxn ang="0">
                          <a:pos x="connsiteX2011" y="connsiteY2011"/>
                        </a:cxn>
                        <a:cxn ang="0">
                          <a:pos x="connsiteX2012" y="connsiteY2012"/>
                        </a:cxn>
                        <a:cxn ang="0">
                          <a:pos x="connsiteX2013" y="connsiteY2013"/>
                        </a:cxn>
                        <a:cxn ang="0">
                          <a:pos x="connsiteX2014" y="connsiteY2014"/>
                        </a:cxn>
                        <a:cxn ang="0">
                          <a:pos x="connsiteX2015" y="connsiteY2015"/>
                        </a:cxn>
                        <a:cxn ang="0">
                          <a:pos x="connsiteX2016" y="connsiteY2016"/>
                        </a:cxn>
                        <a:cxn ang="0">
                          <a:pos x="connsiteX2017" y="connsiteY2017"/>
                        </a:cxn>
                        <a:cxn ang="0">
                          <a:pos x="connsiteX2018" y="connsiteY2018"/>
                        </a:cxn>
                        <a:cxn ang="0">
                          <a:pos x="connsiteX2019" y="connsiteY2019"/>
                        </a:cxn>
                        <a:cxn ang="0">
                          <a:pos x="connsiteX2020" y="connsiteY2020"/>
                        </a:cxn>
                        <a:cxn ang="0">
                          <a:pos x="connsiteX2021" y="connsiteY2021"/>
                        </a:cxn>
                        <a:cxn ang="0">
                          <a:pos x="connsiteX2022" y="connsiteY2022"/>
                        </a:cxn>
                        <a:cxn ang="0">
                          <a:pos x="connsiteX2023" y="connsiteY2023"/>
                        </a:cxn>
                        <a:cxn ang="0">
                          <a:pos x="connsiteX2024" y="connsiteY2024"/>
                        </a:cxn>
                        <a:cxn ang="0">
                          <a:pos x="connsiteX2025" y="connsiteY2025"/>
                        </a:cxn>
                        <a:cxn ang="0">
                          <a:pos x="connsiteX2026" y="connsiteY2026"/>
                        </a:cxn>
                        <a:cxn ang="0">
                          <a:pos x="connsiteX2027" y="connsiteY2027"/>
                        </a:cxn>
                        <a:cxn ang="0">
                          <a:pos x="connsiteX2028" y="connsiteY2028"/>
                        </a:cxn>
                        <a:cxn ang="0">
                          <a:pos x="connsiteX2029" y="connsiteY2029"/>
                        </a:cxn>
                        <a:cxn ang="0">
                          <a:pos x="connsiteX2030" y="connsiteY2030"/>
                        </a:cxn>
                        <a:cxn ang="0">
                          <a:pos x="connsiteX2031" y="connsiteY2031"/>
                        </a:cxn>
                        <a:cxn ang="0">
                          <a:pos x="connsiteX2032" y="connsiteY2032"/>
                        </a:cxn>
                        <a:cxn ang="0">
                          <a:pos x="connsiteX2033" y="connsiteY2033"/>
                        </a:cxn>
                        <a:cxn ang="0">
                          <a:pos x="connsiteX2034" y="connsiteY2034"/>
                        </a:cxn>
                        <a:cxn ang="0">
                          <a:pos x="connsiteX2035" y="connsiteY2035"/>
                        </a:cxn>
                        <a:cxn ang="0">
                          <a:pos x="connsiteX2036" y="connsiteY2036"/>
                        </a:cxn>
                        <a:cxn ang="0">
                          <a:pos x="connsiteX2037" y="connsiteY2037"/>
                        </a:cxn>
                        <a:cxn ang="0">
                          <a:pos x="connsiteX2038" y="connsiteY2038"/>
                        </a:cxn>
                        <a:cxn ang="0">
                          <a:pos x="connsiteX2039" y="connsiteY2039"/>
                        </a:cxn>
                        <a:cxn ang="0">
                          <a:pos x="connsiteX2040" y="connsiteY2040"/>
                        </a:cxn>
                        <a:cxn ang="0">
                          <a:pos x="connsiteX2041" y="connsiteY2041"/>
                        </a:cxn>
                        <a:cxn ang="0">
                          <a:pos x="connsiteX2042" y="connsiteY2042"/>
                        </a:cxn>
                        <a:cxn ang="0">
                          <a:pos x="connsiteX2043" y="connsiteY2043"/>
                        </a:cxn>
                        <a:cxn ang="0">
                          <a:pos x="connsiteX2044" y="connsiteY2044"/>
                        </a:cxn>
                        <a:cxn ang="0">
                          <a:pos x="connsiteX2045" y="connsiteY2045"/>
                        </a:cxn>
                        <a:cxn ang="0">
                          <a:pos x="connsiteX2046" y="connsiteY2046"/>
                        </a:cxn>
                        <a:cxn ang="0">
                          <a:pos x="connsiteX2047" y="connsiteY2047"/>
                        </a:cxn>
                        <a:cxn ang="0">
                          <a:pos x="connsiteX2048" y="connsiteY2048"/>
                        </a:cxn>
                        <a:cxn ang="0">
                          <a:pos x="connsiteX2049" y="connsiteY2049"/>
                        </a:cxn>
                        <a:cxn ang="0">
                          <a:pos x="connsiteX2050" y="connsiteY2050"/>
                        </a:cxn>
                        <a:cxn ang="0">
                          <a:pos x="connsiteX2051" y="connsiteY2051"/>
                        </a:cxn>
                        <a:cxn ang="0">
                          <a:pos x="connsiteX2052" y="connsiteY2052"/>
                        </a:cxn>
                        <a:cxn ang="0">
                          <a:pos x="connsiteX2053" y="connsiteY2053"/>
                        </a:cxn>
                        <a:cxn ang="0">
                          <a:pos x="connsiteX2054" y="connsiteY2054"/>
                        </a:cxn>
                        <a:cxn ang="0">
                          <a:pos x="connsiteX2055" y="connsiteY2055"/>
                        </a:cxn>
                        <a:cxn ang="0">
                          <a:pos x="connsiteX2056" y="connsiteY2056"/>
                        </a:cxn>
                        <a:cxn ang="0">
                          <a:pos x="connsiteX2057" y="connsiteY2057"/>
                        </a:cxn>
                        <a:cxn ang="0">
                          <a:pos x="connsiteX2058" y="connsiteY2058"/>
                        </a:cxn>
                        <a:cxn ang="0">
                          <a:pos x="connsiteX2059" y="connsiteY2059"/>
                        </a:cxn>
                        <a:cxn ang="0">
                          <a:pos x="connsiteX2060" y="connsiteY2060"/>
                        </a:cxn>
                        <a:cxn ang="0">
                          <a:pos x="connsiteX2061" y="connsiteY2061"/>
                        </a:cxn>
                        <a:cxn ang="0">
                          <a:pos x="connsiteX2062" y="connsiteY2062"/>
                        </a:cxn>
                        <a:cxn ang="0">
                          <a:pos x="connsiteX2063" y="connsiteY2063"/>
                        </a:cxn>
                        <a:cxn ang="0">
                          <a:pos x="connsiteX2064" y="connsiteY2064"/>
                        </a:cxn>
                        <a:cxn ang="0">
                          <a:pos x="connsiteX2065" y="connsiteY2065"/>
                        </a:cxn>
                        <a:cxn ang="0">
                          <a:pos x="connsiteX2066" y="connsiteY2066"/>
                        </a:cxn>
                        <a:cxn ang="0">
                          <a:pos x="connsiteX2067" y="connsiteY2067"/>
                        </a:cxn>
                        <a:cxn ang="0">
                          <a:pos x="connsiteX2068" y="connsiteY2068"/>
                        </a:cxn>
                        <a:cxn ang="0">
                          <a:pos x="connsiteX2069" y="connsiteY2069"/>
                        </a:cxn>
                        <a:cxn ang="0">
                          <a:pos x="connsiteX2070" y="connsiteY2070"/>
                        </a:cxn>
                        <a:cxn ang="0">
                          <a:pos x="connsiteX2071" y="connsiteY2071"/>
                        </a:cxn>
                        <a:cxn ang="0">
                          <a:pos x="connsiteX2072" y="connsiteY2072"/>
                        </a:cxn>
                        <a:cxn ang="0">
                          <a:pos x="connsiteX2073" y="connsiteY2073"/>
                        </a:cxn>
                        <a:cxn ang="0">
                          <a:pos x="connsiteX2074" y="connsiteY2074"/>
                        </a:cxn>
                        <a:cxn ang="0">
                          <a:pos x="connsiteX2075" y="connsiteY2075"/>
                        </a:cxn>
                        <a:cxn ang="0">
                          <a:pos x="connsiteX2076" y="connsiteY2076"/>
                        </a:cxn>
                        <a:cxn ang="0">
                          <a:pos x="connsiteX2077" y="connsiteY2077"/>
                        </a:cxn>
                        <a:cxn ang="0">
                          <a:pos x="connsiteX2078" y="connsiteY2078"/>
                        </a:cxn>
                        <a:cxn ang="0">
                          <a:pos x="connsiteX2079" y="connsiteY2079"/>
                        </a:cxn>
                        <a:cxn ang="0">
                          <a:pos x="connsiteX2080" y="connsiteY2080"/>
                        </a:cxn>
                        <a:cxn ang="0">
                          <a:pos x="connsiteX2081" y="connsiteY2081"/>
                        </a:cxn>
                        <a:cxn ang="0">
                          <a:pos x="connsiteX2082" y="connsiteY2082"/>
                        </a:cxn>
                        <a:cxn ang="0">
                          <a:pos x="connsiteX2083" y="connsiteY2083"/>
                        </a:cxn>
                        <a:cxn ang="0">
                          <a:pos x="connsiteX2084" y="connsiteY2084"/>
                        </a:cxn>
                        <a:cxn ang="0">
                          <a:pos x="connsiteX2085" y="connsiteY2085"/>
                        </a:cxn>
                        <a:cxn ang="0">
                          <a:pos x="connsiteX2086" y="connsiteY2086"/>
                        </a:cxn>
                        <a:cxn ang="0">
                          <a:pos x="connsiteX2087" y="connsiteY2087"/>
                        </a:cxn>
                        <a:cxn ang="0">
                          <a:pos x="connsiteX2088" y="connsiteY2088"/>
                        </a:cxn>
                        <a:cxn ang="0">
                          <a:pos x="connsiteX2089" y="connsiteY2089"/>
                        </a:cxn>
                        <a:cxn ang="0">
                          <a:pos x="connsiteX2090" y="connsiteY2090"/>
                        </a:cxn>
                        <a:cxn ang="0">
                          <a:pos x="connsiteX2091" y="connsiteY2091"/>
                        </a:cxn>
                        <a:cxn ang="0">
                          <a:pos x="connsiteX2092" y="connsiteY2092"/>
                        </a:cxn>
                        <a:cxn ang="0">
                          <a:pos x="connsiteX2093" y="connsiteY2093"/>
                        </a:cxn>
                        <a:cxn ang="0">
                          <a:pos x="connsiteX2094" y="connsiteY2094"/>
                        </a:cxn>
                        <a:cxn ang="0">
                          <a:pos x="connsiteX2095" y="connsiteY2095"/>
                        </a:cxn>
                        <a:cxn ang="0">
                          <a:pos x="connsiteX2096" y="connsiteY2096"/>
                        </a:cxn>
                        <a:cxn ang="0">
                          <a:pos x="connsiteX2097" y="connsiteY2097"/>
                        </a:cxn>
                        <a:cxn ang="0">
                          <a:pos x="connsiteX2098" y="connsiteY2098"/>
                        </a:cxn>
                        <a:cxn ang="0">
                          <a:pos x="connsiteX2099" y="connsiteY2099"/>
                        </a:cxn>
                        <a:cxn ang="0">
                          <a:pos x="connsiteX2100" y="connsiteY2100"/>
                        </a:cxn>
                        <a:cxn ang="0">
                          <a:pos x="connsiteX2101" y="connsiteY2101"/>
                        </a:cxn>
                        <a:cxn ang="0">
                          <a:pos x="connsiteX2102" y="connsiteY2102"/>
                        </a:cxn>
                        <a:cxn ang="0">
                          <a:pos x="connsiteX2103" y="connsiteY2103"/>
                        </a:cxn>
                        <a:cxn ang="0">
                          <a:pos x="connsiteX2104" y="connsiteY2104"/>
                        </a:cxn>
                        <a:cxn ang="0">
                          <a:pos x="connsiteX2105" y="connsiteY2105"/>
                        </a:cxn>
                        <a:cxn ang="0">
                          <a:pos x="connsiteX2106" y="connsiteY2106"/>
                        </a:cxn>
                        <a:cxn ang="0">
                          <a:pos x="connsiteX2107" y="connsiteY2107"/>
                        </a:cxn>
                        <a:cxn ang="0">
                          <a:pos x="connsiteX2108" y="connsiteY2108"/>
                        </a:cxn>
                        <a:cxn ang="0">
                          <a:pos x="connsiteX2109" y="connsiteY2109"/>
                        </a:cxn>
                        <a:cxn ang="0">
                          <a:pos x="connsiteX2110" y="connsiteY2110"/>
                        </a:cxn>
                        <a:cxn ang="0">
                          <a:pos x="connsiteX2111" y="connsiteY2111"/>
                        </a:cxn>
                        <a:cxn ang="0">
                          <a:pos x="connsiteX2112" y="connsiteY2112"/>
                        </a:cxn>
                        <a:cxn ang="0">
                          <a:pos x="connsiteX2113" y="connsiteY2113"/>
                        </a:cxn>
                        <a:cxn ang="0">
                          <a:pos x="connsiteX2114" y="connsiteY2114"/>
                        </a:cxn>
                        <a:cxn ang="0">
                          <a:pos x="connsiteX2115" y="connsiteY2115"/>
                        </a:cxn>
                        <a:cxn ang="0">
                          <a:pos x="connsiteX2116" y="connsiteY2116"/>
                        </a:cxn>
                        <a:cxn ang="0">
                          <a:pos x="connsiteX2117" y="connsiteY2117"/>
                        </a:cxn>
                        <a:cxn ang="0">
                          <a:pos x="connsiteX2118" y="connsiteY2118"/>
                        </a:cxn>
                        <a:cxn ang="0">
                          <a:pos x="connsiteX2119" y="connsiteY2119"/>
                        </a:cxn>
                        <a:cxn ang="0">
                          <a:pos x="connsiteX2120" y="connsiteY2120"/>
                        </a:cxn>
                        <a:cxn ang="0">
                          <a:pos x="connsiteX2121" y="connsiteY2121"/>
                        </a:cxn>
                        <a:cxn ang="0">
                          <a:pos x="connsiteX2122" y="connsiteY2122"/>
                        </a:cxn>
                        <a:cxn ang="0">
                          <a:pos x="connsiteX2123" y="connsiteY2123"/>
                        </a:cxn>
                        <a:cxn ang="0">
                          <a:pos x="connsiteX2124" y="connsiteY2124"/>
                        </a:cxn>
                        <a:cxn ang="0">
                          <a:pos x="connsiteX2125" y="connsiteY2125"/>
                        </a:cxn>
                        <a:cxn ang="0">
                          <a:pos x="connsiteX2126" y="connsiteY2126"/>
                        </a:cxn>
                        <a:cxn ang="0">
                          <a:pos x="connsiteX2127" y="connsiteY2127"/>
                        </a:cxn>
                        <a:cxn ang="0">
                          <a:pos x="connsiteX2128" y="connsiteY2128"/>
                        </a:cxn>
                        <a:cxn ang="0">
                          <a:pos x="connsiteX2129" y="connsiteY2129"/>
                        </a:cxn>
                        <a:cxn ang="0">
                          <a:pos x="connsiteX2130" y="connsiteY2130"/>
                        </a:cxn>
                        <a:cxn ang="0">
                          <a:pos x="connsiteX2131" y="connsiteY2131"/>
                        </a:cxn>
                        <a:cxn ang="0">
                          <a:pos x="connsiteX2132" y="connsiteY2132"/>
                        </a:cxn>
                        <a:cxn ang="0">
                          <a:pos x="connsiteX2133" y="connsiteY2133"/>
                        </a:cxn>
                        <a:cxn ang="0">
                          <a:pos x="connsiteX2134" y="connsiteY2134"/>
                        </a:cxn>
                        <a:cxn ang="0">
                          <a:pos x="connsiteX2135" y="connsiteY2135"/>
                        </a:cxn>
                        <a:cxn ang="0">
                          <a:pos x="connsiteX2136" y="connsiteY2136"/>
                        </a:cxn>
                        <a:cxn ang="0">
                          <a:pos x="connsiteX2137" y="connsiteY2137"/>
                        </a:cxn>
                        <a:cxn ang="0">
                          <a:pos x="connsiteX2138" y="connsiteY2138"/>
                        </a:cxn>
                        <a:cxn ang="0">
                          <a:pos x="connsiteX2139" y="connsiteY2139"/>
                        </a:cxn>
                        <a:cxn ang="0">
                          <a:pos x="connsiteX2140" y="connsiteY2140"/>
                        </a:cxn>
                        <a:cxn ang="0">
                          <a:pos x="connsiteX2141" y="connsiteY2141"/>
                        </a:cxn>
                        <a:cxn ang="0">
                          <a:pos x="connsiteX2142" y="connsiteY2142"/>
                        </a:cxn>
                        <a:cxn ang="0">
                          <a:pos x="connsiteX2143" y="connsiteY2143"/>
                        </a:cxn>
                        <a:cxn ang="0">
                          <a:pos x="connsiteX2144" y="connsiteY2144"/>
                        </a:cxn>
                        <a:cxn ang="0">
                          <a:pos x="connsiteX2145" y="connsiteY2145"/>
                        </a:cxn>
                        <a:cxn ang="0">
                          <a:pos x="connsiteX2146" y="connsiteY2146"/>
                        </a:cxn>
                        <a:cxn ang="0">
                          <a:pos x="connsiteX2147" y="connsiteY2147"/>
                        </a:cxn>
                        <a:cxn ang="0">
                          <a:pos x="connsiteX2148" y="connsiteY2148"/>
                        </a:cxn>
                        <a:cxn ang="0">
                          <a:pos x="connsiteX2149" y="connsiteY2149"/>
                        </a:cxn>
                        <a:cxn ang="0">
                          <a:pos x="connsiteX2150" y="connsiteY2150"/>
                        </a:cxn>
                        <a:cxn ang="0">
                          <a:pos x="connsiteX2151" y="connsiteY2151"/>
                        </a:cxn>
                        <a:cxn ang="0">
                          <a:pos x="connsiteX2152" y="connsiteY2152"/>
                        </a:cxn>
                        <a:cxn ang="0">
                          <a:pos x="connsiteX2153" y="connsiteY2153"/>
                        </a:cxn>
                        <a:cxn ang="0">
                          <a:pos x="connsiteX2154" y="connsiteY2154"/>
                        </a:cxn>
                        <a:cxn ang="0">
                          <a:pos x="connsiteX2155" y="connsiteY2155"/>
                        </a:cxn>
                        <a:cxn ang="0">
                          <a:pos x="connsiteX2156" y="connsiteY2156"/>
                        </a:cxn>
                        <a:cxn ang="0">
                          <a:pos x="connsiteX2157" y="connsiteY2157"/>
                        </a:cxn>
                        <a:cxn ang="0">
                          <a:pos x="connsiteX2158" y="connsiteY2158"/>
                        </a:cxn>
                        <a:cxn ang="0">
                          <a:pos x="connsiteX2159" y="connsiteY2159"/>
                        </a:cxn>
                        <a:cxn ang="0">
                          <a:pos x="connsiteX2160" y="connsiteY2160"/>
                        </a:cxn>
                        <a:cxn ang="0">
                          <a:pos x="connsiteX2161" y="connsiteY2161"/>
                        </a:cxn>
                        <a:cxn ang="0">
                          <a:pos x="connsiteX2162" y="connsiteY2162"/>
                        </a:cxn>
                        <a:cxn ang="0">
                          <a:pos x="connsiteX2163" y="connsiteY2163"/>
                        </a:cxn>
                        <a:cxn ang="0">
                          <a:pos x="connsiteX2164" y="connsiteY2164"/>
                        </a:cxn>
                        <a:cxn ang="0">
                          <a:pos x="connsiteX2165" y="connsiteY2165"/>
                        </a:cxn>
                        <a:cxn ang="0">
                          <a:pos x="connsiteX2166" y="connsiteY2166"/>
                        </a:cxn>
                        <a:cxn ang="0">
                          <a:pos x="connsiteX2167" y="connsiteY2167"/>
                        </a:cxn>
                        <a:cxn ang="0">
                          <a:pos x="connsiteX2168" y="connsiteY2168"/>
                        </a:cxn>
                        <a:cxn ang="0">
                          <a:pos x="connsiteX2169" y="connsiteY2169"/>
                        </a:cxn>
                        <a:cxn ang="0">
                          <a:pos x="connsiteX2170" y="connsiteY2170"/>
                        </a:cxn>
                        <a:cxn ang="0">
                          <a:pos x="connsiteX2171" y="connsiteY2171"/>
                        </a:cxn>
                        <a:cxn ang="0">
                          <a:pos x="connsiteX2172" y="connsiteY2172"/>
                        </a:cxn>
                        <a:cxn ang="0">
                          <a:pos x="connsiteX2173" y="connsiteY2173"/>
                        </a:cxn>
                        <a:cxn ang="0">
                          <a:pos x="connsiteX2174" y="connsiteY2174"/>
                        </a:cxn>
                        <a:cxn ang="0">
                          <a:pos x="connsiteX2175" y="connsiteY2175"/>
                        </a:cxn>
                        <a:cxn ang="0">
                          <a:pos x="connsiteX2176" y="connsiteY2176"/>
                        </a:cxn>
                        <a:cxn ang="0">
                          <a:pos x="connsiteX2177" y="connsiteY2177"/>
                        </a:cxn>
                        <a:cxn ang="0">
                          <a:pos x="connsiteX2178" y="connsiteY2178"/>
                        </a:cxn>
                        <a:cxn ang="0">
                          <a:pos x="connsiteX2179" y="connsiteY2179"/>
                        </a:cxn>
                        <a:cxn ang="0">
                          <a:pos x="connsiteX2180" y="connsiteY2180"/>
                        </a:cxn>
                        <a:cxn ang="0">
                          <a:pos x="connsiteX2181" y="connsiteY2181"/>
                        </a:cxn>
                        <a:cxn ang="0">
                          <a:pos x="connsiteX2182" y="connsiteY2182"/>
                        </a:cxn>
                        <a:cxn ang="0">
                          <a:pos x="connsiteX2183" y="connsiteY2183"/>
                        </a:cxn>
                        <a:cxn ang="0">
                          <a:pos x="connsiteX2184" y="connsiteY2184"/>
                        </a:cxn>
                        <a:cxn ang="0">
                          <a:pos x="connsiteX2185" y="connsiteY2185"/>
                        </a:cxn>
                        <a:cxn ang="0">
                          <a:pos x="connsiteX2186" y="connsiteY2186"/>
                        </a:cxn>
                        <a:cxn ang="0">
                          <a:pos x="connsiteX2187" y="connsiteY2187"/>
                        </a:cxn>
                        <a:cxn ang="0">
                          <a:pos x="connsiteX2188" y="connsiteY2188"/>
                        </a:cxn>
                        <a:cxn ang="0">
                          <a:pos x="connsiteX2189" y="connsiteY2189"/>
                        </a:cxn>
                        <a:cxn ang="0">
                          <a:pos x="connsiteX2190" y="connsiteY2190"/>
                        </a:cxn>
                        <a:cxn ang="0">
                          <a:pos x="connsiteX2191" y="connsiteY2191"/>
                        </a:cxn>
                        <a:cxn ang="0">
                          <a:pos x="connsiteX2192" y="connsiteY2192"/>
                        </a:cxn>
                        <a:cxn ang="0">
                          <a:pos x="connsiteX2193" y="connsiteY2193"/>
                        </a:cxn>
                        <a:cxn ang="0">
                          <a:pos x="connsiteX2194" y="connsiteY2194"/>
                        </a:cxn>
                        <a:cxn ang="0">
                          <a:pos x="connsiteX2195" y="connsiteY2195"/>
                        </a:cxn>
                        <a:cxn ang="0">
                          <a:pos x="connsiteX2196" y="connsiteY2196"/>
                        </a:cxn>
                        <a:cxn ang="0">
                          <a:pos x="connsiteX2197" y="connsiteY2197"/>
                        </a:cxn>
                        <a:cxn ang="0">
                          <a:pos x="connsiteX2198" y="connsiteY2198"/>
                        </a:cxn>
                        <a:cxn ang="0">
                          <a:pos x="connsiteX2199" y="connsiteY2199"/>
                        </a:cxn>
                        <a:cxn ang="0">
                          <a:pos x="connsiteX2200" y="connsiteY2200"/>
                        </a:cxn>
                        <a:cxn ang="0">
                          <a:pos x="connsiteX2201" y="connsiteY2201"/>
                        </a:cxn>
                        <a:cxn ang="0">
                          <a:pos x="connsiteX2202" y="connsiteY2202"/>
                        </a:cxn>
                        <a:cxn ang="0">
                          <a:pos x="connsiteX2203" y="connsiteY2203"/>
                        </a:cxn>
                        <a:cxn ang="0">
                          <a:pos x="connsiteX2204" y="connsiteY2204"/>
                        </a:cxn>
                        <a:cxn ang="0">
                          <a:pos x="connsiteX2205" y="connsiteY2205"/>
                        </a:cxn>
                        <a:cxn ang="0">
                          <a:pos x="connsiteX2206" y="connsiteY2206"/>
                        </a:cxn>
                        <a:cxn ang="0">
                          <a:pos x="connsiteX2207" y="connsiteY2207"/>
                        </a:cxn>
                        <a:cxn ang="0">
                          <a:pos x="connsiteX2208" y="connsiteY2208"/>
                        </a:cxn>
                        <a:cxn ang="0">
                          <a:pos x="connsiteX2209" y="connsiteY2209"/>
                        </a:cxn>
                        <a:cxn ang="0">
                          <a:pos x="connsiteX2210" y="connsiteY2210"/>
                        </a:cxn>
                        <a:cxn ang="0">
                          <a:pos x="connsiteX2211" y="connsiteY2211"/>
                        </a:cxn>
                        <a:cxn ang="0">
                          <a:pos x="connsiteX2212" y="connsiteY2212"/>
                        </a:cxn>
                        <a:cxn ang="0">
                          <a:pos x="connsiteX2213" y="connsiteY2213"/>
                        </a:cxn>
                        <a:cxn ang="0">
                          <a:pos x="connsiteX2214" y="connsiteY2214"/>
                        </a:cxn>
                        <a:cxn ang="0">
                          <a:pos x="connsiteX2215" y="connsiteY2215"/>
                        </a:cxn>
                        <a:cxn ang="0">
                          <a:pos x="connsiteX2216" y="connsiteY2216"/>
                        </a:cxn>
                        <a:cxn ang="0">
                          <a:pos x="connsiteX2217" y="connsiteY2217"/>
                        </a:cxn>
                        <a:cxn ang="0">
                          <a:pos x="connsiteX2218" y="connsiteY2218"/>
                        </a:cxn>
                        <a:cxn ang="0">
                          <a:pos x="connsiteX2219" y="connsiteY2219"/>
                        </a:cxn>
                        <a:cxn ang="0">
                          <a:pos x="connsiteX2220" y="connsiteY2220"/>
                        </a:cxn>
                        <a:cxn ang="0">
                          <a:pos x="connsiteX2221" y="connsiteY2221"/>
                        </a:cxn>
                        <a:cxn ang="0">
                          <a:pos x="connsiteX2222" y="connsiteY2222"/>
                        </a:cxn>
                        <a:cxn ang="0">
                          <a:pos x="connsiteX2223" y="connsiteY2223"/>
                        </a:cxn>
                        <a:cxn ang="0">
                          <a:pos x="connsiteX2224" y="connsiteY2224"/>
                        </a:cxn>
                        <a:cxn ang="0">
                          <a:pos x="connsiteX2225" y="connsiteY2225"/>
                        </a:cxn>
                        <a:cxn ang="0">
                          <a:pos x="connsiteX2226" y="connsiteY2226"/>
                        </a:cxn>
                        <a:cxn ang="0">
                          <a:pos x="connsiteX2227" y="connsiteY2227"/>
                        </a:cxn>
                        <a:cxn ang="0">
                          <a:pos x="connsiteX2228" y="connsiteY2228"/>
                        </a:cxn>
                        <a:cxn ang="0">
                          <a:pos x="connsiteX2229" y="connsiteY2229"/>
                        </a:cxn>
                        <a:cxn ang="0">
                          <a:pos x="connsiteX2230" y="connsiteY2230"/>
                        </a:cxn>
                        <a:cxn ang="0">
                          <a:pos x="connsiteX2231" y="connsiteY2231"/>
                        </a:cxn>
                        <a:cxn ang="0">
                          <a:pos x="connsiteX2232" y="connsiteY2232"/>
                        </a:cxn>
                        <a:cxn ang="0">
                          <a:pos x="connsiteX2233" y="connsiteY2233"/>
                        </a:cxn>
                        <a:cxn ang="0">
                          <a:pos x="connsiteX2234" y="connsiteY2234"/>
                        </a:cxn>
                        <a:cxn ang="0">
                          <a:pos x="connsiteX2235" y="connsiteY2235"/>
                        </a:cxn>
                        <a:cxn ang="0">
                          <a:pos x="connsiteX2236" y="connsiteY2236"/>
                        </a:cxn>
                        <a:cxn ang="0">
                          <a:pos x="connsiteX2237" y="connsiteY2237"/>
                        </a:cxn>
                        <a:cxn ang="0">
                          <a:pos x="connsiteX2238" y="connsiteY2238"/>
                        </a:cxn>
                        <a:cxn ang="0">
                          <a:pos x="connsiteX2239" y="connsiteY2239"/>
                        </a:cxn>
                        <a:cxn ang="0">
                          <a:pos x="connsiteX2240" y="connsiteY2240"/>
                        </a:cxn>
                        <a:cxn ang="0">
                          <a:pos x="connsiteX2241" y="connsiteY2241"/>
                        </a:cxn>
                        <a:cxn ang="0">
                          <a:pos x="connsiteX2242" y="connsiteY2242"/>
                        </a:cxn>
                        <a:cxn ang="0">
                          <a:pos x="connsiteX2243" y="connsiteY2243"/>
                        </a:cxn>
                        <a:cxn ang="0">
                          <a:pos x="connsiteX2244" y="connsiteY2244"/>
                        </a:cxn>
                        <a:cxn ang="0">
                          <a:pos x="connsiteX2245" y="connsiteY2245"/>
                        </a:cxn>
                        <a:cxn ang="0">
                          <a:pos x="connsiteX2246" y="connsiteY2246"/>
                        </a:cxn>
                        <a:cxn ang="0">
                          <a:pos x="connsiteX2247" y="connsiteY2247"/>
                        </a:cxn>
                        <a:cxn ang="0">
                          <a:pos x="connsiteX2248" y="connsiteY2248"/>
                        </a:cxn>
                        <a:cxn ang="0">
                          <a:pos x="connsiteX2249" y="connsiteY2249"/>
                        </a:cxn>
                        <a:cxn ang="0">
                          <a:pos x="connsiteX2250" y="connsiteY2250"/>
                        </a:cxn>
                        <a:cxn ang="0">
                          <a:pos x="connsiteX2251" y="connsiteY2251"/>
                        </a:cxn>
                        <a:cxn ang="0">
                          <a:pos x="connsiteX2252" y="connsiteY2252"/>
                        </a:cxn>
                        <a:cxn ang="0">
                          <a:pos x="connsiteX2253" y="connsiteY2253"/>
                        </a:cxn>
                        <a:cxn ang="0">
                          <a:pos x="connsiteX2254" y="connsiteY2254"/>
                        </a:cxn>
                        <a:cxn ang="0">
                          <a:pos x="connsiteX2255" y="connsiteY2255"/>
                        </a:cxn>
                        <a:cxn ang="0">
                          <a:pos x="connsiteX2256" y="connsiteY2256"/>
                        </a:cxn>
                        <a:cxn ang="0">
                          <a:pos x="connsiteX2257" y="connsiteY2257"/>
                        </a:cxn>
                        <a:cxn ang="0">
                          <a:pos x="connsiteX2258" y="connsiteY2258"/>
                        </a:cxn>
                        <a:cxn ang="0">
                          <a:pos x="connsiteX2259" y="connsiteY2259"/>
                        </a:cxn>
                        <a:cxn ang="0">
                          <a:pos x="connsiteX2260" y="connsiteY2260"/>
                        </a:cxn>
                        <a:cxn ang="0">
                          <a:pos x="connsiteX2261" y="connsiteY2261"/>
                        </a:cxn>
                        <a:cxn ang="0">
                          <a:pos x="connsiteX2262" y="connsiteY2262"/>
                        </a:cxn>
                        <a:cxn ang="0">
                          <a:pos x="connsiteX2263" y="connsiteY2263"/>
                        </a:cxn>
                        <a:cxn ang="0">
                          <a:pos x="connsiteX2264" y="connsiteY2264"/>
                        </a:cxn>
                        <a:cxn ang="0">
                          <a:pos x="connsiteX2265" y="connsiteY2265"/>
                        </a:cxn>
                        <a:cxn ang="0">
                          <a:pos x="connsiteX2266" y="connsiteY2266"/>
                        </a:cxn>
                        <a:cxn ang="0">
                          <a:pos x="connsiteX2267" y="connsiteY2267"/>
                        </a:cxn>
                        <a:cxn ang="0">
                          <a:pos x="connsiteX2268" y="connsiteY2268"/>
                        </a:cxn>
                        <a:cxn ang="0">
                          <a:pos x="connsiteX2269" y="connsiteY2269"/>
                        </a:cxn>
                        <a:cxn ang="0">
                          <a:pos x="connsiteX2270" y="connsiteY2270"/>
                        </a:cxn>
                        <a:cxn ang="0">
                          <a:pos x="connsiteX2271" y="connsiteY2271"/>
                        </a:cxn>
                        <a:cxn ang="0">
                          <a:pos x="connsiteX2272" y="connsiteY2272"/>
                        </a:cxn>
                        <a:cxn ang="0">
                          <a:pos x="connsiteX2273" y="connsiteY2273"/>
                        </a:cxn>
                        <a:cxn ang="0">
                          <a:pos x="connsiteX2274" y="connsiteY2274"/>
                        </a:cxn>
                        <a:cxn ang="0">
                          <a:pos x="connsiteX2275" y="connsiteY2275"/>
                        </a:cxn>
                        <a:cxn ang="0">
                          <a:pos x="connsiteX2276" y="connsiteY2276"/>
                        </a:cxn>
                        <a:cxn ang="0">
                          <a:pos x="connsiteX2277" y="connsiteY2277"/>
                        </a:cxn>
                        <a:cxn ang="0">
                          <a:pos x="connsiteX2278" y="connsiteY2278"/>
                        </a:cxn>
                        <a:cxn ang="0">
                          <a:pos x="connsiteX2279" y="connsiteY2279"/>
                        </a:cxn>
                        <a:cxn ang="0">
                          <a:pos x="connsiteX2280" y="connsiteY2280"/>
                        </a:cxn>
                        <a:cxn ang="0">
                          <a:pos x="connsiteX2281" y="connsiteY2281"/>
                        </a:cxn>
                        <a:cxn ang="0">
                          <a:pos x="connsiteX2282" y="connsiteY2282"/>
                        </a:cxn>
                        <a:cxn ang="0">
                          <a:pos x="connsiteX2283" y="connsiteY2283"/>
                        </a:cxn>
                        <a:cxn ang="0">
                          <a:pos x="connsiteX2284" y="connsiteY2284"/>
                        </a:cxn>
                        <a:cxn ang="0">
                          <a:pos x="connsiteX2285" y="connsiteY2285"/>
                        </a:cxn>
                        <a:cxn ang="0">
                          <a:pos x="connsiteX2286" y="connsiteY2286"/>
                        </a:cxn>
                        <a:cxn ang="0">
                          <a:pos x="connsiteX2287" y="connsiteY2287"/>
                        </a:cxn>
                        <a:cxn ang="0">
                          <a:pos x="connsiteX2288" y="connsiteY2288"/>
                        </a:cxn>
                        <a:cxn ang="0">
                          <a:pos x="connsiteX2289" y="connsiteY2289"/>
                        </a:cxn>
                        <a:cxn ang="0">
                          <a:pos x="connsiteX2290" y="connsiteY2290"/>
                        </a:cxn>
                        <a:cxn ang="0">
                          <a:pos x="connsiteX2291" y="connsiteY2291"/>
                        </a:cxn>
                        <a:cxn ang="0">
                          <a:pos x="connsiteX2292" y="connsiteY2292"/>
                        </a:cxn>
                        <a:cxn ang="0">
                          <a:pos x="connsiteX2293" y="connsiteY2293"/>
                        </a:cxn>
                        <a:cxn ang="0">
                          <a:pos x="connsiteX2294" y="connsiteY2294"/>
                        </a:cxn>
                        <a:cxn ang="0">
                          <a:pos x="connsiteX2295" y="connsiteY2295"/>
                        </a:cxn>
                        <a:cxn ang="0">
                          <a:pos x="connsiteX2296" y="connsiteY2296"/>
                        </a:cxn>
                        <a:cxn ang="0">
                          <a:pos x="connsiteX2297" y="connsiteY2297"/>
                        </a:cxn>
                        <a:cxn ang="0">
                          <a:pos x="connsiteX2298" y="connsiteY2298"/>
                        </a:cxn>
                        <a:cxn ang="0">
                          <a:pos x="connsiteX2299" y="connsiteY2299"/>
                        </a:cxn>
                        <a:cxn ang="0">
                          <a:pos x="connsiteX2300" y="connsiteY2300"/>
                        </a:cxn>
                        <a:cxn ang="0">
                          <a:pos x="connsiteX2301" y="connsiteY2301"/>
                        </a:cxn>
                        <a:cxn ang="0">
                          <a:pos x="connsiteX2302" y="connsiteY2302"/>
                        </a:cxn>
                        <a:cxn ang="0">
                          <a:pos x="connsiteX2303" y="connsiteY2303"/>
                        </a:cxn>
                        <a:cxn ang="0">
                          <a:pos x="connsiteX2304" y="connsiteY2304"/>
                        </a:cxn>
                        <a:cxn ang="0">
                          <a:pos x="connsiteX2305" y="connsiteY2305"/>
                        </a:cxn>
                        <a:cxn ang="0">
                          <a:pos x="connsiteX2306" y="connsiteY2306"/>
                        </a:cxn>
                        <a:cxn ang="0">
                          <a:pos x="connsiteX2307" y="connsiteY2307"/>
                        </a:cxn>
                        <a:cxn ang="0">
                          <a:pos x="connsiteX2308" y="connsiteY2308"/>
                        </a:cxn>
                        <a:cxn ang="0">
                          <a:pos x="connsiteX2309" y="connsiteY2309"/>
                        </a:cxn>
                        <a:cxn ang="0">
                          <a:pos x="connsiteX2310" y="connsiteY2310"/>
                        </a:cxn>
                        <a:cxn ang="0">
                          <a:pos x="connsiteX2311" y="connsiteY2311"/>
                        </a:cxn>
                        <a:cxn ang="0">
                          <a:pos x="connsiteX2312" y="connsiteY2312"/>
                        </a:cxn>
                        <a:cxn ang="0">
                          <a:pos x="connsiteX2313" y="connsiteY2313"/>
                        </a:cxn>
                        <a:cxn ang="0">
                          <a:pos x="connsiteX2314" y="connsiteY2314"/>
                        </a:cxn>
                        <a:cxn ang="0">
                          <a:pos x="connsiteX2315" y="connsiteY2315"/>
                        </a:cxn>
                        <a:cxn ang="0">
                          <a:pos x="connsiteX2316" y="connsiteY2316"/>
                        </a:cxn>
                        <a:cxn ang="0">
                          <a:pos x="connsiteX2317" y="connsiteY2317"/>
                        </a:cxn>
                        <a:cxn ang="0">
                          <a:pos x="connsiteX2318" y="connsiteY2318"/>
                        </a:cxn>
                        <a:cxn ang="0">
                          <a:pos x="connsiteX2319" y="connsiteY2319"/>
                        </a:cxn>
                        <a:cxn ang="0">
                          <a:pos x="connsiteX2320" y="connsiteY2320"/>
                        </a:cxn>
                        <a:cxn ang="0">
                          <a:pos x="connsiteX2321" y="connsiteY2321"/>
                        </a:cxn>
                        <a:cxn ang="0">
                          <a:pos x="connsiteX2322" y="connsiteY2322"/>
                        </a:cxn>
                        <a:cxn ang="0">
                          <a:pos x="connsiteX2323" y="connsiteY2323"/>
                        </a:cxn>
                        <a:cxn ang="0">
                          <a:pos x="connsiteX2324" y="connsiteY2324"/>
                        </a:cxn>
                        <a:cxn ang="0">
                          <a:pos x="connsiteX2325" y="connsiteY2325"/>
                        </a:cxn>
                        <a:cxn ang="0">
                          <a:pos x="connsiteX2326" y="connsiteY2326"/>
                        </a:cxn>
                        <a:cxn ang="0">
                          <a:pos x="connsiteX2327" y="connsiteY2327"/>
                        </a:cxn>
                        <a:cxn ang="0">
                          <a:pos x="connsiteX2328" y="connsiteY2328"/>
                        </a:cxn>
                        <a:cxn ang="0">
                          <a:pos x="connsiteX2329" y="connsiteY2329"/>
                        </a:cxn>
                        <a:cxn ang="0">
                          <a:pos x="connsiteX2330" y="connsiteY2330"/>
                        </a:cxn>
                        <a:cxn ang="0">
                          <a:pos x="connsiteX2331" y="connsiteY2331"/>
                        </a:cxn>
                        <a:cxn ang="0">
                          <a:pos x="connsiteX2332" y="connsiteY2332"/>
                        </a:cxn>
                        <a:cxn ang="0">
                          <a:pos x="connsiteX2333" y="connsiteY2333"/>
                        </a:cxn>
                        <a:cxn ang="0">
                          <a:pos x="connsiteX2334" y="connsiteY2334"/>
                        </a:cxn>
                        <a:cxn ang="0">
                          <a:pos x="connsiteX2335" y="connsiteY2335"/>
                        </a:cxn>
                        <a:cxn ang="0">
                          <a:pos x="connsiteX2336" y="connsiteY2336"/>
                        </a:cxn>
                        <a:cxn ang="0">
                          <a:pos x="connsiteX2337" y="connsiteY2337"/>
                        </a:cxn>
                        <a:cxn ang="0">
                          <a:pos x="connsiteX2338" y="connsiteY2338"/>
                        </a:cxn>
                        <a:cxn ang="0">
                          <a:pos x="connsiteX2339" y="connsiteY2339"/>
                        </a:cxn>
                        <a:cxn ang="0">
                          <a:pos x="connsiteX2340" y="connsiteY2340"/>
                        </a:cxn>
                        <a:cxn ang="0">
                          <a:pos x="connsiteX2341" y="connsiteY2341"/>
                        </a:cxn>
                        <a:cxn ang="0">
                          <a:pos x="connsiteX2342" y="connsiteY2342"/>
                        </a:cxn>
                        <a:cxn ang="0">
                          <a:pos x="connsiteX2343" y="connsiteY2343"/>
                        </a:cxn>
                        <a:cxn ang="0">
                          <a:pos x="connsiteX2344" y="connsiteY2344"/>
                        </a:cxn>
                        <a:cxn ang="0">
                          <a:pos x="connsiteX2345" y="connsiteY2345"/>
                        </a:cxn>
                        <a:cxn ang="0">
                          <a:pos x="connsiteX2346" y="connsiteY2346"/>
                        </a:cxn>
                        <a:cxn ang="0">
                          <a:pos x="connsiteX2347" y="connsiteY2347"/>
                        </a:cxn>
                        <a:cxn ang="0">
                          <a:pos x="connsiteX2348" y="connsiteY2348"/>
                        </a:cxn>
                        <a:cxn ang="0">
                          <a:pos x="connsiteX2349" y="connsiteY2349"/>
                        </a:cxn>
                        <a:cxn ang="0">
                          <a:pos x="connsiteX2350" y="connsiteY2350"/>
                        </a:cxn>
                        <a:cxn ang="0">
                          <a:pos x="connsiteX2351" y="connsiteY2351"/>
                        </a:cxn>
                        <a:cxn ang="0">
                          <a:pos x="connsiteX2352" y="connsiteY2352"/>
                        </a:cxn>
                        <a:cxn ang="0">
                          <a:pos x="connsiteX2353" y="connsiteY2353"/>
                        </a:cxn>
                        <a:cxn ang="0">
                          <a:pos x="connsiteX2354" y="connsiteY2354"/>
                        </a:cxn>
                        <a:cxn ang="0">
                          <a:pos x="connsiteX2355" y="connsiteY2355"/>
                        </a:cxn>
                        <a:cxn ang="0">
                          <a:pos x="connsiteX2356" y="connsiteY2356"/>
                        </a:cxn>
                        <a:cxn ang="0">
                          <a:pos x="connsiteX2357" y="connsiteY2357"/>
                        </a:cxn>
                        <a:cxn ang="0">
                          <a:pos x="connsiteX2358" y="connsiteY2358"/>
                        </a:cxn>
                        <a:cxn ang="0">
                          <a:pos x="connsiteX2359" y="connsiteY2359"/>
                        </a:cxn>
                        <a:cxn ang="0">
                          <a:pos x="connsiteX2360" y="connsiteY2360"/>
                        </a:cxn>
                        <a:cxn ang="0">
                          <a:pos x="connsiteX2361" y="connsiteY2361"/>
                        </a:cxn>
                        <a:cxn ang="0">
                          <a:pos x="connsiteX2362" y="connsiteY2362"/>
                        </a:cxn>
                        <a:cxn ang="0">
                          <a:pos x="connsiteX2363" y="connsiteY2363"/>
                        </a:cxn>
                        <a:cxn ang="0">
                          <a:pos x="connsiteX2364" y="connsiteY2364"/>
                        </a:cxn>
                        <a:cxn ang="0">
                          <a:pos x="connsiteX2365" y="connsiteY2365"/>
                        </a:cxn>
                        <a:cxn ang="0">
                          <a:pos x="connsiteX2366" y="connsiteY2366"/>
                        </a:cxn>
                        <a:cxn ang="0">
                          <a:pos x="connsiteX2367" y="connsiteY2367"/>
                        </a:cxn>
                        <a:cxn ang="0">
                          <a:pos x="connsiteX2368" y="connsiteY2368"/>
                        </a:cxn>
                        <a:cxn ang="0">
                          <a:pos x="connsiteX2369" y="connsiteY2369"/>
                        </a:cxn>
                        <a:cxn ang="0">
                          <a:pos x="connsiteX2370" y="connsiteY2370"/>
                        </a:cxn>
                        <a:cxn ang="0">
                          <a:pos x="connsiteX2371" y="connsiteY2371"/>
                        </a:cxn>
                        <a:cxn ang="0">
                          <a:pos x="connsiteX2372" y="connsiteY2372"/>
                        </a:cxn>
                        <a:cxn ang="0">
                          <a:pos x="connsiteX2373" y="connsiteY2373"/>
                        </a:cxn>
                        <a:cxn ang="0">
                          <a:pos x="connsiteX2374" y="connsiteY2374"/>
                        </a:cxn>
                        <a:cxn ang="0">
                          <a:pos x="connsiteX2375" y="connsiteY2375"/>
                        </a:cxn>
                        <a:cxn ang="0">
                          <a:pos x="connsiteX2376" y="connsiteY2376"/>
                        </a:cxn>
                        <a:cxn ang="0">
                          <a:pos x="connsiteX2377" y="connsiteY2377"/>
                        </a:cxn>
                        <a:cxn ang="0">
                          <a:pos x="connsiteX2378" y="connsiteY2378"/>
                        </a:cxn>
                        <a:cxn ang="0">
                          <a:pos x="connsiteX2379" y="connsiteY2379"/>
                        </a:cxn>
                        <a:cxn ang="0">
                          <a:pos x="connsiteX2380" y="connsiteY2380"/>
                        </a:cxn>
                        <a:cxn ang="0">
                          <a:pos x="connsiteX2381" y="connsiteY2381"/>
                        </a:cxn>
                        <a:cxn ang="0">
                          <a:pos x="connsiteX2382" y="connsiteY2382"/>
                        </a:cxn>
                        <a:cxn ang="0">
                          <a:pos x="connsiteX2383" y="connsiteY2383"/>
                        </a:cxn>
                        <a:cxn ang="0">
                          <a:pos x="connsiteX2384" y="connsiteY2384"/>
                        </a:cxn>
                        <a:cxn ang="0">
                          <a:pos x="connsiteX2385" y="connsiteY2385"/>
                        </a:cxn>
                        <a:cxn ang="0">
                          <a:pos x="connsiteX2386" y="connsiteY2386"/>
                        </a:cxn>
                        <a:cxn ang="0">
                          <a:pos x="connsiteX2387" y="connsiteY2387"/>
                        </a:cxn>
                        <a:cxn ang="0">
                          <a:pos x="connsiteX2388" y="connsiteY2388"/>
                        </a:cxn>
                        <a:cxn ang="0">
                          <a:pos x="connsiteX2389" y="connsiteY2389"/>
                        </a:cxn>
                        <a:cxn ang="0">
                          <a:pos x="connsiteX2390" y="connsiteY2390"/>
                        </a:cxn>
                        <a:cxn ang="0">
                          <a:pos x="connsiteX2391" y="connsiteY2391"/>
                        </a:cxn>
                        <a:cxn ang="0">
                          <a:pos x="connsiteX2392" y="connsiteY2392"/>
                        </a:cxn>
                        <a:cxn ang="0">
                          <a:pos x="connsiteX2393" y="connsiteY2393"/>
                        </a:cxn>
                        <a:cxn ang="0">
                          <a:pos x="connsiteX2394" y="connsiteY2394"/>
                        </a:cxn>
                        <a:cxn ang="0">
                          <a:pos x="connsiteX2395" y="connsiteY2395"/>
                        </a:cxn>
                        <a:cxn ang="0">
                          <a:pos x="connsiteX2396" y="connsiteY2396"/>
                        </a:cxn>
                        <a:cxn ang="0">
                          <a:pos x="connsiteX2397" y="connsiteY2397"/>
                        </a:cxn>
                        <a:cxn ang="0">
                          <a:pos x="connsiteX2398" y="connsiteY2398"/>
                        </a:cxn>
                        <a:cxn ang="0">
                          <a:pos x="connsiteX2399" y="connsiteY2399"/>
                        </a:cxn>
                        <a:cxn ang="0">
                          <a:pos x="connsiteX2400" y="connsiteY2400"/>
                        </a:cxn>
                        <a:cxn ang="0">
                          <a:pos x="connsiteX2401" y="connsiteY2401"/>
                        </a:cxn>
                        <a:cxn ang="0">
                          <a:pos x="connsiteX2402" y="connsiteY2402"/>
                        </a:cxn>
                        <a:cxn ang="0">
                          <a:pos x="connsiteX2403" y="connsiteY2403"/>
                        </a:cxn>
                        <a:cxn ang="0">
                          <a:pos x="connsiteX2404" y="connsiteY2404"/>
                        </a:cxn>
                        <a:cxn ang="0">
                          <a:pos x="connsiteX2405" y="connsiteY2405"/>
                        </a:cxn>
                        <a:cxn ang="0">
                          <a:pos x="connsiteX2406" y="connsiteY2406"/>
                        </a:cxn>
                        <a:cxn ang="0">
                          <a:pos x="connsiteX2407" y="connsiteY2407"/>
                        </a:cxn>
                        <a:cxn ang="0">
                          <a:pos x="connsiteX2408" y="connsiteY2408"/>
                        </a:cxn>
                        <a:cxn ang="0">
                          <a:pos x="connsiteX2409" y="connsiteY2409"/>
                        </a:cxn>
                        <a:cxn ang="0">
                          <a:pos x="connsiteX2410" y="connsiteY2410"/>
                        </a:cxn>
                        <a:cxn ang="0">
                          <a:pos x="connsiteX2411" y="connsiteY2411"/>
                        </a:cxn>
                        <a:cxn ang="0">
                          <a:pos x="connsiteX2412" y="connsiteY2412"/>
                        </a:cxn>
                        <a:cxn ang="0">
                          <a:pos x="connsiteX2413" y="connsiteY2413"/>
                        </a:cxn>
                        <a:cxn ang="0">
                          <a:pos x="connsiteX2414" y="connsiteY2414"/>
                        </a:cxn>
                        <a:cxn ang="0">
                          <a:pos x="connsiteX2415" y="connsiteY2415"/>
                        </a:cxn>
                        <a:cxn ang="0">
                          <a:pos x="connsiteX2416" y="connsiteY2416"/>
                        </a:cxn>
                        <a:cxn ang="0">
                          <a:pos x="connsiteX2417" y="connsiteY2417"/>
                        </a:cxn>
                        <a:cxn ang="0">
                          <a:pos x="connsiteX2418" y="connsiteY2418"/>
                        </a:cxn>
                        <a:cxn ang="0">
                          <a:pos x="connsiteX2419" y="connsiteY2419"/>
                        </a:cxn>
                        <a:cxn ang="0">
                          <a:pos x="connsiteX2420" y="connsiteY2420"/>
                        </a:cxn>
                        <a:cxn ang="0">
                          <a:pos x="connsiteX2421" y="connsiteY2421"/>
                        </a:cxn>
                        <a:cxn ang="0">
                          <a:pos x="connsiteX2422" y="connsiteY2422"/>
                        </a:cxn>
                        <a:cxn ang="0">
                          <a:pos x="connsiteX2423" y="connsiteY2423"/>
                        </a:cxn>
                        <a:cxn ang="0">
                          <a:pos x="connsiteX2424" y="connsiteY2424"/>
                        </a:cxn>
                        <a:cxn ang="0">
                          <a:pos x="connsiteX2425" y="connsiteY2425"/>
                        </a:cxn>
                        <a:cxn ang="0">
                          <a:pos x="connsiteX2426" y="connsiteY2426"/>
                        </a:cxn>
                        <a:cxn ang="0">
                          <a:pos x="connsiteX2427" y="connsiteY2427"/>
                        </a:cxn>
                        <a:cxn ang="0">
                          <a:pos x="connsiteX2428" y="connsiteY2428"/>
                        </a:cxn>
                        <a:cxn ang="0">
                          <a:pos x="connsiteX2429" y="connsiteY2429"/>
                        </a:cxn>
                        <a:cxn ang="0">
                          <a:pos x="connsiteX2430" y="connsiteY2430"/>
                        </a:cxn>
                        <a:cxn ang="0">
                          <a:pos x="connsiteX2431" y="connsiteY2431"/>
                        </a:cxn>
                        <a:cxn ang="0">
                          <a:pos x="connsiteX2432" y="connsiteY2432"/>
                        </a:cxn>
                        <a:cxn ang="0">
                          <a:pos x="connsiteX2433" y="connsiteY2433"/>
                        </a:cxn>
                        <a:cxn ang="0">
                          <a:pos x="connsiteX2434" y="connsiteY2434"/>
                        </a:cxn>
                        <a:cxn ang="0">
                          <a:pos x="connsiteX2435" y="connsiteY2435"/>
                        </a:cxn>
                        <a:cxn ang="0">
                          <a:pos x="connsiteX2436" y="connsiteY2436"/>
                        </a:cxn>
                        <a:cxn ang="0">
                          <a:pos x="connsiteX2437" y="connsiteY2437"/>
                        </a:cxn>
                        <a:cxn ang="0">
                          <a:pos x="connsiteX2438" y="connsiteY2438"/>
                        </a:cxn>
                        <a:cxn ang="0">
                          <a:pos x="connsiteX2439" y="connsiteY2439"/>
                        </a:cxn>
                        <a:cxn ang="0">
                          <a:pos x="connsiteX2440" y="connsiteY2440"/>
                        </a:cxn>
                        <a:cxn ang="0">
                          <a:pos x="connsiteX2441" y="connsiteY2441"/>
                        </a:cxn>
                        <a:cxn ang="0">
                          <a:pos x="connsiteX2442" y="connsiteY2442"/>
                        </a:cxn>
                        <a:cxn ang="0">
                          <a:pos x="connsiteX2443" y="connsiteY2443"/>
                        </a:cxn>
                        <a:cxn ang="0">
                          <a:pos x="connsiteX2444" y="connsiteY2444"/>
                        </a:cxn>
                        <a:cxn ang="0">
                          <a:pos x="connsiteX2445" y="connsiteY2445"/>
                        </a:cxn>
                        <a:cxn ang="0">
                          <a:pos x="connsiteX2446" y="connsiteY2446"/>
                        </a:cxn>
                        <a:cxn ang="0">
                          <a:pos x="connsiteX2447" y="connsiteY2447"/>
                        </a:cxn>
                        <a:cxn ang="0">
                          <a:pos x="connsiteX2448" y="connsiteY2448"/>
                        </a:cxn>
                        <a:cxn ang="0">
                          <a:pos x="connsiteX2449" y="connsiteY2449"/>
                        </a:cxn>
                        <a:cxn ang="0">
                          <a:pos x="connsiteX2450" y="connsiteY2450"/>
                        </a:cxn>
                        <a:cxn ang="0">
                          <a:pos x="connsiteX2451" y="connsiteY2451"/>
                        </a:cxn>
                        <a:cxn ang="0">
                          <a:pos x="connsiteX2452" y="connsiteY2452"/>
                        </a:cxn>
                        <a:cxn ang="0">
                          <a:pos x="connsiteX2453" y="connsiteY2453"/>
                        </a:cxn>
                        <a:cxn ang="0">
                          <a:pos x="connsiteX2454" y="connsiteY2454"/>
                        </a:cxn>
                        <a:cxn ang="0">
                          <a:pos x="connsiteX2455" y="connsiteY2455"/>
                        </a:cxn>
                        <a:cxn ang="0">
                          <a:pos x="connsiteX2456" y="connsiteY2456"/>
                        </a:cxn>
                        <a:cxn ang="0">
                          <a:pos x="connsiteX2457" y="connsiteY2457"/>
                        </a:cxn>
                        <a:cxn ang="0">
                          <a:pos x="connsiteX2458" y="connsiteY2458"/>
                        </a:cxn>
                        <a:cxn ang="0">
                          <a:pos x="connsiteX2459" y="connsiteY2459"/>
                        </a:cxn>
                        <a:cxn ang="0">
                          <a:pos x="connsiteX2460" y="connsiteY2460"/>
                        </a:cxn>
                        <a:cxn ang="0">
                          <a:pos x="connsiteX2461" y="connsiteY2461"/>
                        </a:cxn>
                        <a:cxn ang="0">
                          <a:pos x="connsiteX2462" y="connsiteY2462"/>
                        </a:cxn>
                        <a:cxn ang="0">
                          <a:pos x="connsiteX2463" y="connsiteY2463"/>
                        </a:cxn>
                        <a:cxn ang="0">
                          <a:pos x="connsiteX2464" y="connsiteY2464"/>
                        </a:cxn>
                        <a:cxn ang="0">
                          <a:pos x="connsiteX2465" y="connsiteY2465"/>
                        </a:cxn>
                        <a:cxn ang="0">
                          <a:pos x="connsiteX2466" y="connsiteY2466"/>
                        </a:cxn>
                        <a:cxn ang="0">
                          <a:pos x="connsiteX2467" y="connsiteY2467"/>
                        </a:cxn>
                        <a:cxn ang="0">
                          <a:pos x="connsiteX2468" y="connsiteY2468"/>
                        </a:cxn>
                        <a:cxn ang="0">
                          <a:pos x="connsiteX2469" y="connsiteY2469"/>
                        </a:cxn>
                        <a:cxn ang="0">
                          <a:pos x="connsiteX2470" y="connsiteY2470"/>
                        </a:cxn>
                        <a:cxn ang="0">
                          <a:pos x="connsiteX2471" y="connsiteY2471"/>
                        </a:cxn>
                        <a:cxn ang="0">
                          <a:pos x="connsiteX2472" y="connsiteY2472"/>
                        </a:cxn>
                        <a:cxn ang="0">
                          <a:pos x="connsiteX2473" y="connsiteY2473"/>
                        </a:cxn>
                        <a:cxn ang="0">
                          <a:pos x="connsiteX2474" y="connsiteY2474"/>
                        </a:cxn>
                        <a:cxn ang="0">
                          <a:pos x="connsiteX2475" y="connsiteY2475"/>
                        </a:cxn>
                        <a:cxn ang="0">
                          <a:pos x="connsiteX2476" y="connsiteY2476"/>
                        </a:cxn>
                        <a:cxn ang="0">
                          <a:pos x="connsiteX2477" y="connsiteY2477"/>
                        </a:cxn>
                        <a:cxn ang="0">
                          <a:pos x="connsiteX2478" y="connsiteY2478"/>
                        </a:cxn>
                        <a:cxn ang="0">
                          <a:pos x="connsiteX2479" y="connsiteY2479"/>
                        </a:cxn>
                        <a:cxn ang="0">
                          <a:pos x="connsiteX2480" y="connsiteY2480"/>
                        </a:cxn>
                        <a:cxn ang="0">
                          <a:pos x="connsiteX2481" y="connsiteY2481"/>
                        </a:cxn>
                        <a:cxn ang="0">
                          <a:pos x="connsiteX2482" y="connsiteY2482"/>
                        </a:cxn>
                        <a:cxn ang="0">
                          <a:pos x="connsiteX2483" y="connsiteY2483"/>
                        </a:cxn>
                        <a:cxn ang="0">
                          <a:pos x="connsiteX2484" y="connsiteY2484"/>
                        </a:cxn>
                        <a:cxn ang="0">
                          <a:pos x="connsiteX2485" y="connsiteY2485"/>
                        </a:cxn>
                        <a:cxn ang="0">
                          <a:pos x="connsiteX2486" y="connsiteY2486"/>
                        </a:cxn>
                        <a:cxn ang="0">
                          <a:pos x="connsiteX2487" y="connsiteY2487"/>
                        </a:cxn>
                        <a:cxn ang="0">
                          <a:pos x="connsiteX2488" y="connsiteY2488"/>
                        </a:cxn>
                        <a:cxn ang="0">
                          <a:pos x="connsiteX2489" y="connsiteY2489"/>
                        </a:cxn>
                        <a:cxn ang="0">
                          <a:pos x="connsiteX2490" y="connsiteY2490"/>
                        </a:cxn>
                        <a:cxn ang="0">
                          <a:pos x="connsiteX2491" y="connsiteY2491"/>
                        </a:cxn>
                        <a:cxn ang="0">
                          <a:pos x="connsiteX2492" y="connsiteY2492"/>
                        </a:cxn>
                        <a:cxn ang="0">
                          <a:pos x="connsiteX2493" y="connsiteY2493"/>
                        </a:cxn>
                        <a:cxn ang="0">
                          <a:pos x="connsiteX2494" y="connsiteY2494"/>
                        </a:cxn>
                        <a:cxn ang="0">
                          <a:pos x="connsiteX2495" y="connsiteY2495"/>
                        </a:cxn>
                        <a:cxn ang="0">
                          <a:pos x="connsiteX2496" y="connsiteY2496"/>
                        </a:cxn>
                        <a:cxn ang="0">
                          <a:pos x="connsiteX2497" y="connsiteY2497"/>
                        </a:cxn>
                        <a:cxn ang="0">
                          <a:pos x="connsiteX2498" y="connsiteY2498"/>
                        </a:cxn>
                        <a:cxn ang="0">
                          <a:pos x="connsiteX2499" y="connsiteY2499"/>
                        </a:cxn>
                        <a:cxn ang="0">
                          <a:pos x="connsiteX2500" y="connsiteY2500"/>
                        </a:cxn>
                        <a:cxn ang="0">
                          <a:pos x="connsiteX2501" y="connsiteY2501"/>
                        </a:cxn>
                        <a:cxn ang="0">
                          <a:pos x="connsiteX2502" y="connsiteY2502"/>
                        </a:cxn>
                        <a:cxn ang="0">
                          <a:pos x="connsiteX2503" y="connsiteY2503"/>
                        </a:cxn>
                        <a:cxn ang="0">
                          <a:pos x="connsiteX2504" y="connsiteY2504"/>
                        </a:cxn>
                        <a:cxn ang="0">
                          <a:pos x="connsiteX2505" y="connsiteY2505"/>
                        </a:cxn>
                        <a:cxn ang="0">
                          <a:pos x="connsiteX2506" y="connsiteY2506"/>
                        </a:cxn>
                        <a:cxn ang="0">
                          <a:pos x="connsiteX2507" y="connsiteY2507"/>
                        </a:cxn>
                        <a:cxn ang="0">
                          <a:pos x="connsiteX2508" y="connsiteY2508"/>
                        </a:cxn>
                        <a:cxn ang="0">
                          <a:pos x="connsiteX2509" y="connsiteY2509"/>
                        </a:cxn>
                        <a:cxn ang="0">
                          <a:pos x="connsiteX2510" y="connsiteY2510"/>
                        </a:cxn>
                        <a:cxn ang="0">
                          <a:pos x="connsiteX2511" y="connsiteY2511"/>
                        </a:cxn>
                        <a:cxn ang="0">
                          <a:pos x="connsiteX2512" y="connsiteY2512"/>
                        </a:cxn>
                        <a:cxn ang="0">
                          <a:pos x="connsiteX2513" y="connsiteY2513"/>
                        </a:cxn>
                        <a:cxn ang="0">
                          <a:pos x="connsiteX2514" y="connsiteY2514"/>
                        </a:cxn>
                        <a:cxn ang="0">
                          <a:pos x="connsiteX2515" y="connsiteY2515"/>
                        </a:cxn>
                        <a:cxn ang="0">
                          <a:pos x="connsiteX2516" y="connsiteY2516"/>
                        </a:cxn>
                        <a:cxn ang="0">
                          <a:pos x="connsiteX2517" y="connsiteY2517"/>
                        </a:cxn>
                        <a:cxn ang="0">
                          <a:pos x="connsiteX2518" y="connsiteY2518"/>
                        </a:cxn>
                        <a:cxn ang="0">
                          <a:pos x="connsiteX2519" y="connsiteY2519"/>
                        </a:cxn>
                        <a:cxn ang="0">
                          <a:pos x="connsiteX2520" y="connsiteY2520"/>
                        </a:cxn>
                        <a:cxn ang="0">
                          <a:pos x="connsiteX2521" y="connsiteY2521"/>
                        </a:cxn>
                        <a:cxn ang="0">
                          <a:pos x="connsiteX2522" y="connsiteY2522"/>
                        </a:cxn>
                        <a:cxn ang="0">
                          <a:pos x="connsiteX2523" y="connsiteY2523"/>
                        </a:cxn>
                        <a:cxn ang="0">
                          <a:pos x="connsiteX2524" y="connsiteY2524"/>
                        </a:cxn>
                        <a:cxn ang="0">
                          <a:pos x="connsiteX2525" y="connsiteY2525"/>
                        </a:cxn>
                        <a:cxn ang="0">
                          <a:pos x="connsiteX2526" y="connsiteY2526"/>
                        </a:cxn>
                        <a:cxn ang="0">
                          <a:pos x="connsiteX2527" y="connsiteY2527"/>
                        </a:cxn>
                        <a:cxn ang="0">
                          <a:pos x="connsiteX2528" y="connsiteY2528"/>
                        </a:cxn>
                        <a:cxn ang="0">
                          <a:pos x="connsiteX2529" y="connsiteY2529"/>
                        </a:cxn>
                        <a:cxn ang="0">
                          <a:pos x="connsiteX2530" y="connsiteY2530"/>
                        </a:cxn>
                        <a:cxn ang="0">
                          <a:pos x="connsiteX2531" y="connsiteY2531"/>
                        </a:cxn>
                        <a:cxn ang="0">
                          <a:pos x="connsiteX2532" y="connsiteY2532"/>
                        </a:cxn>
                        <a:cxn ang="0">
                          <a:pos x="connsiteX2533" y="connsiteY2533"/>
                        </a:cxn>
                        <a:cxn ang="0">
                          <a:pos x="connsiteX2534" y="connsiteY2534"/>
                        </a:cxn>
                        <a:cxn ang="0">
                          <a:pos x="connsiteX2535" y="connsiteY2535"/>
                        </a:cxn>
                        <a:cxn ang="0">
                          <a:pos x="connsiteX2536" y="connsiteY2536"/>
                        </a:cxn>
                        <a:cxn ang="0">
                          <a:pos x="connsiteX2537" y="connsiteY2537"/>
                        </a:cxn>
                        <a:cxn ang="0">
                          <a:pos x="connsiteX2538" y="connsiteY2538"/>
                        </a:cxn>
                        <a:cxn ang="0">
                          <a:pos x="connsiteX2539" y="connsiteY2539"/>
                        </a:cxn>
                        <a:cxn ang="0">
                          <a:pos x="connsiteX2540" y="connsiteY2540"/>
                        </a:cxn>
                        <a:cxn ang="0">
                          <a:pos x="connsiteX2541" y="connsiteY2541"/>
                        </a:cxn>
                        <a:cxn ang="0">
                          <a:pos x="connsiteX2542" y="connsiteY2542"/>
                        </a:cxn>
                        <a:cxn ang="0">
                          <a:pos x="connsiteX2543" y="connsiteY2543"/>
                        </a:cxn>
                        <a:cxn ang="0">
                          <a:pos x="connsiteX2544" y="connsiteY2544"/>
                        </a:cxn>
                        <a:cxn ang="0">
                          <a:pos x="connsiteX2545" y="connsiteY2545"/>
                        </a:cxn>
                        <a:cxn ang="0">
                          <a:pos x="connsiteX2546" y="connsiteY2546"/>
                        </a:cxn>
                        <a:cxn ang="0">
                          <a:pos x="connsiteX2547" y="connsiteY2547"/>
                        </a:cxn>
                        <a:cxn ang="0">
                          <a:pos x="connsiteX2548" y="connsiteY2548"/>
                        </a:cxn>
                        <a:cxn ang="0">
                          <a:pos x="connsiteX2549" y="connsiteY2549"/>
                        </a:cxn>
                        <a:cxn ang="0">
                          <a:pos x="connsiteX2550" y="connsiteY2550"/>
                        </a:cxn>
                        <a:cxn ang="0">
                          <a:pos x="connsiteX2551" y="connsiteY2551"/>
                        </a:cxn>
                        <a:cxn ang="0">
                          <a:pos x="connsiteX2552" y="connsiteY2552"/>
                        </a:cxn>
                        <a:cxn ang="0">
                          <a:pos x="connsiteX2553" y="connsiteY2553"/>
                        </a:cxn>
                        <a:cxn ang="0">
                          <a:pos x="connsiteX2554" y="connsiteY2554"/>
                        </a:cxn>
                        <a:cxn ang="0">
                          <a:pos x="connsiteX2555" y="connsiteY2555"/>
                        </a:cxn>
                        <a:cxn ang="0">
                          <a:pos x="connsiteX2556" y="connsiteY2556"/>
                        </a:cxn>
                        <a:cxn ang="0">
                          <a:pos x="connsiteX2557" y="connsiteY2557"/>
                        </a:cxn>
                        <a:cxn ang="0">
                          <a:pos x="connsiteX2558" y="connsiteY2558"/>
                        </a:cxn>
                        <a:cxn ang="0">
                          <a:pos x="connsiteX2559" y="connsiteY2559"/>
                        </a:cxn>
                        <a:cxn ang="0">
                          <a:pos x="connsiteX2560" y="connsiteY2560"/>
                        </a:cxn>
                        <a:cxn ang="0">
                          <a:pos x="connsiteX2561" y="connsiteY2561"/>
                        </a:cxn>
                        <a:cxn ang="0">
                          <a:pos x="connsiteX2562" y="connsiteY2562"/>
                        </a:cxn>
                        <a:cxn ang="0">
                          <a:pos x="connsiteX2563" y="connsiteY2563"/>
                        </a:cxn>
                        <a:cxn ang="0">
                          <a:pos x="connsiteX2564" y="connsiteY2564"/>
                        </a:cxn>
                        <a:cxn ang="0">
                          <a:pos x="connsiteX2565" y="connsiteY2565"/>
                        </a:cxn>
                        <a:cxn ang="0">
                          <a:pos x="connsiteX2566" y="connsiteY2566"/>
                        </a:cxn>
                        <a:cxn ang="0">
                          <a:pos x="connsiteX2567" y="connsiteY2567"/>
                        </a:cxn>
                        <a:cxn ang="0">
                          <a:pos x="connsiteX2568" y="connsiteY2568"/>
                        </a:cxn>
                        <a:cxn ang="0">
                          <a:pos x="connsiteX2569" y="connsiteY2569"/>
                        </a:cxn>
                        <a:cxn ang="0">
                          <a:pos x="connsiteX2570" y="connsiteY2570"/>
                        </a:cxn>
                        <a:cxn ang="0">
                          <a:pos x="connsiteX2571" y="connsiteY2571"/>
                        </a:cxn>
                        <a:cxn ang="0">
                          <a:pos x="connsiteX2572" y="connsiteY2572"/>
                        </a:cxn>
                        <a:cxn ang="0">
                          <a:pos x="connsiteX2573" y="connsiteY2573"/>
                        </a:cxn>
                        <a:cxn ang="0">
                          <a:pos x="connsiteX2574" y="connsiteY2574"/>
                        </a:cxn>
                        <a:cxn ang="0">
                          <a:pos x="connsiteX2575" y="connsiteY2575"/>
                        </a:cxn>
                        <a:cxn ang="0">
                          <a:pos x="connsiteX2576" y="connsiteY2576"/>
                        </a:cxn>
                        <a:cxn ang="0">
                          <a:pos x="connsiteX2577" y="connsiteY2577"/>
                        </a:cxn>
                        <a:cxn ang="0">
                          <a:pos x="connsiteX2578" y="connsiteY2578"/>
                        </a:cxn>
                        <a:cxn ang="0">
                          <a:pos x="connsiteX2579" y="connsiteY2579"/>
                        </a:cxn>
                        <a:cxn ang="0">
                          <a:pos x="connsiteX2580" y="connsiteY2580"/>
                        </a:cxn>
                        <a:cxn ang="0">
                          <a:pos x="connsiteX2581" y="connsiteY2581"/>
                        </a:cxn>
                        <a:cxn ang="0">
                          <a:pos x="connsiteX2582" y="connsiteY2582"/>
                        </a:cxn>
                        <a:cxn ang="0">
                          <a:pos x="connsiteX2583" y="connsiteY2583"/>
                        </a:cxn>
                        <a:cxn ang="0">
                          <a:pos x="connsiteX2584" y="connsiteY2584"/>
                        </a:cxn>
                        <a:cxn ang="0">
                          <a:pos x="connsiteX2585" y="connsiteY2585"/>
                        </a:cxn>
                        <a:cxn ang="0">
                          <a:pos x="connsiteX2586" y="connsiteY2586"/>
                        </a:cxn>
                        <a:cxn ang="0">
                          <a:pos x="connsiteX2587" y="connsiteY2587"/>
                        </a:cxn>
                        <a:cxn ang="0">
                          <a:pos x="connsiteX2588" y="connsiteY2588"/>
                        </a:cxn>
                        <a:cxn ang="0">
                          <a:pos x="connsiteX2589" y="connsiteY2589"/>
                        </a:cxn>
                        <a:cxn ang="0">
                          <a:pos x="connsiteX2590" y="connsiteY2590"/>
                        </a:cxn>
                        <a:cxn ang="0">
                          <a:pos x="connsiteX2591" y="connsiteY2591"/>
                        </a:cxn>
                        <a:cxn ang="0">
                          <a:pos x="connsiteX2592" y="connsiteY2592"/>
                        </a:cxn>
                        <a:cxn ang="0">
                          <a:pos x="connsiteX2593" y="connsiteY2593"/>
                        </a:cxn>
                        <a:cxn ang="0">
                          <a:pos x="connsiteX2594" y="connsiteY2594"/>
                        </a:cxn>
                        <a:cxn ang="0">
                          <a:pos x="connsiteX2595" y="connsiteY2595"/>
                        </a:cxn>
                        <a:cxn ang="0">
                          <a:pos x="connsiteX2596" y="connsiteY2596"/>
                        </a:cxn>
                        <a:cxn ang="0">
                          <a:pos x="connsiteX2597" y="connsiteY2597"/>
                        </a:cxn>
                        <a:cxn ang="0">
                          <a:pos x="connsiteX2598" y="connsiteY2598"/>
                        </a:cxn>
                        <a:cxn ang="0">
                          <a:pos x="connsiteX2599" y="connsiteY2599"/>
                        </a:cxn>
                        <a:cxn ang="0">
                          <a:pos x="connsiteX2600" y="connsiteY2600"/>
                        </a:cxn>
                        <a:cxn ang="0">
                          <a:pos x="connsiteX2601" y="connsiteY2601"/>
                        </a:cxn>
                        <a:cxn ang="0">
                          <a:pos x="connsiteX2602" y="connsiteY2602"/>
                        </a:cxn>
                        <a:cxn ang="0">
                          <a:pos x="connsiteX2603" y="connsiteY2603"/>
                        </a:cxn>
                        <a:cxn ang="0">
                          <a:pos x="connsiteX2604" y="connsiteY2604"/>
                        </a:cxn>
                        <a:cxn ang="0">
                          <a:pos x="connsiteX2605" y="connsiteY2605"/>
                        </a:cxn>
                        <a:cxn ang="0">
                          <a:pos x="connsiteX2606" y="connsiteY2606"/>
                        </a:cxn>
                        <a:cxn ang="0">
                          <a:pos x="connsiteX2607" y="connsiteY2607"/>
                        </a:cxn>
                        <a:cxn ang="0">
                          <a:pos x="connsiteX2608" y="connsiteY2608"/>
                        </a:cxn>
                        <a:cxn ang="0">
                          <a:pos x="connsiteX2609" y="connsiteY2609"/>
                        </a:cxn>
                        <a:cxn ang="0">
                          <a:pos x="connsiteX2610" y="connsiteY2610"/>
                        </a:cxn>
                        <a:cxn ang="0">
                          <a:pos x="connsiteX2611" y="connsiteY2611"/>
                        </a:cxn>
                        <a:cxn ang="0">
                          <a:pos x="connsiteX2612" y="connsiteY2612"/>
                        </a:cxn>
                        <a:cxn ang="0">
                          <a:pos x="connsiteX2613" y="connsiteY2613"/>
                        </a:cxn>
                        <a:cxn ang="0">
                          <a:pos x="connsiteX2614" y="connsiteY2614"/>
                        </a:cxn>
                        <a:cxn ang="0">
                          <a:pos x="connsiteX2615" y="connsiteY2615"/>
                        </a:cxn>
                        <a:cxn ang="0">
                          <a:pos x="connsiteX2616" y="connsiteY2616"/>
                        </a:cxn>
                        <a:cxn ang="0">
                          <a:pos x="connsiteX2617" y="connsiteY2617"/>
                        </a:cxn>
                        <a:cxn ang="0">
                          <a:pos x="connsiteX2618" y="connsiteY2618"/>
                        </a:cxn>
                        <a:cxn ang="0">
                          <a:pos x="connsiteX2619" y="connsiteY2619"/>
                        </a:cxn>
                        <a:cxn ang="0">
                          <a:pos x="connsiteX2620" y="connsiteY2620"/>
                        </a:cxn>
                        <a:cxn ang="0">
                          <a:pos x="connsiteX2621" y="connsiteY2621"/>
                        </a:cxn>
                        <a:cxn ang="0">
                          <a:pos x="connsiteX2622" y="connsiteY2622"/>
                        </a:cxn>
                        <a:cxn ang="0">
                          <a:pos x="connsiteX2623" y="connsiteY2623"/>
                        </a:cxn>
                        <a:cxn ang="0">
                          <a:pos x="connsiteX2624" y="connsiteY2624"/>
                        </a:cxn>
                        <a:cxn ang="0">
                          <a:pos x="connsiteX2625" y="connsiteY2625"/>
                        </a:cxn>
                        <a:cxn ang="0">
                          <a:pos x="connsiteX2626" y="connsiteY2626"/>
                        </a:cxn>
                        <a:cxn ang="0">
                          <a:pos x="connsiteX2627" y="connsiteY2627"/>
                        </a:cxn>
                        <a:cxn ang="0">
                          <a:pos x="connsiteX2628" y="connsiteY2628"/>
                        </a:cxn>
                        <a:cxn ang="0">
                          <a:pos x="connsiteX2629" y="connsiteY2629"/>
                        </a:cxn>
                        <a:cxn ang="0">
                          <a:pos x="connsiteX2630" y="connsiteY2630"/>
                        </a:cxn>
                        <a:cxn ang="0">
                          <a:pos x="connsiteX2631" y="connsiteY2631"/>
                        </a:cxn>
                        <a:cxn ang="0">
                          <a:pos x="connsiteX2632" y="connsiteY2632"/>
                        </a:cxn>
                        <a:cxn ang="0">
                          <a:pos x="connsiteX2633" y="connsiteY2633"/>
                        </a:cxn>
                        <a:cxn ang="0">
                          <a:pos x="connsiteX2634" y="connsiteY2634"/>
                        </a:cxn>
                        <a:cxn ang="0">
                          <a:pos x="connsiteX2635" y="connsiteY2635"/>
                        </a:cxn>
                        <a:cxn ang="0">
                          <a:pos x="connsiteX2636" y="connsiteY2636"/>
                        </a:cxn>
                        <a:cxn ang="0">
                          <a:pos x="connsiteX2637" y="connsiteY2637"/>
                        </a:cxn>
                        <a:cxn ang="0">
                          <a:pos x="connsiteX2638" y="connsiteY2638"/>
                        </a:cxn>
                        <a:cxn ang="0">
                          <a:pos x="connsiteX2639" y="connsiteY2639"/>
                        </a:cxn>
                        <a:cxn ang="0">
                          <a:pos x="connsiteX2640" y="connsiteY2640"/>
                        </a:cxn>
                        <a:cxn ang="0">
                          <a:pos x="connsiteX2641" y="connsiteY2641"/>
                        </a:cxn>
                        <a:cxn ang="0">
                          <a:pos x="connsiteX2642" y="connsiteY2642"/>
                        </a:cxn>
                        <a:cxn ang="0">
                          <a:pos x="connsiteX2643" y="connsiteY2643"/>
                        </a:cxn>
                        <a:cxn ang="0">
                          <a:pos x="connsiteX2644" y="connsiteY2644"/>
                        </a:cxn>
                        <a:cxn ang="0">
                          <a:pos x="connsiteX2645" y="connsiteY2645"/>
                        </a:cxn>
                        <a:cxn ang="0">
                          <a:pos x="connsiteX2646" y="connsiteY2646"/>
                        </a:cxn>
                        <a:cxn ang="0">
                          <a:pos x="connsiteX2647" y="connsiteY2647"/>
                        </a:cxn>
                        <a:cxn ang="0">
                          <a:pos x="connsiteX2648" y="connsiteY2648"/>
                        </a:cxn>
                        <a:cxn ang="0">
                          <a:pos x="connsiteX2649" y="connsiteY2649"/>
                        </a:cxn>
                        <a:cxn ang="0">
                          <a:pos x="connsiteX2650" y="connsiteY2650"/>
                        </a:cxn>
                        <a:cxn ang="0">
                          <a:pos x="connsiteX2651" y="connsiteY2651"/>
                        </a:cxn>
                        <a:cxn ang="0">
                          <a:pos x="connsiteX2652" y="connsiteY2652"/>
                        </a:cxn>
                        <a:cxn ang="0">
                          <a:pos x="connsiteX2653" y="connsiteY2653"/>
                        </a:cxn>
                        <a:cxn ang="0">
                          <a:pos x="connsiteX2654" y="connsiteY2654"/>
                        </a:cxn>
                        <a:cxn ang="0">
                          <a:pos x="connsiteX2655" y="connsiteY2655"/>
                        </a:cxn>
                        <a:cxn ang="0">
                          <a:pos x="connsiteX2656" y="connsiteY2656"/>
                        </a:cxn>
                        <a:cxn ang="0">
                          <a:pos x="connsiteX2657" y="connsiteY2657"/>
                        </a:cxn>
                        <a:cxn ang="0">
                          <a:pos x="connsiteX2658" y="connsiteY2658"/>
                        </a:cxn>
                        <a:cxn ang="0">
                          <a:pos x="connsiteX2659" y="connsiteY2659"/>
                        </a:cxn>
                        <a:cxn ang="0">
                          <a:pos x="connsiteX2660" y="connsiteY2660"/>
                        </a:cxn>
                        <a:cxn ang="0">
                          <a:pos x="connsiteX2661" y="connsiteY2661"/>
                        </a:cxn>
                        <a:cxn ang="0">
                          <a:pos x="connsiteX2662" y="connsiteY2662"/>
                        </a:cxn>
                        <a:cxn ang="0">
                          <a:pos x="connsiteX2663" y="connsiteY2663"/>
                        </a:cxn>
                        <a:cxn ang="0">
                          <a:pos x="connsiteX2664" y="connsiteY2664"/>
                        </a:cxn>
                        <a:cxn ang="0">
                          <a:pos x="connsiteX2665" y="connsiteY2665"/>
                        </a:cxn>
                        <a:cxn ang="0">
                          <a:pos x="connsiteX2666" y="connsiteY2666"/>
                        </a:cxn>
                        <a:cxn ang="0">
                          <a:pos x="connsiteX2667" y="connsiteY2667"/>
                        </a:cxn>
                        <a:cxn ang="0">
                          <a:pos x="connsiteX2668" y="connsiteY2668"/>
                        </a:cxn>
                        <a:cxn ang="0">
                          <a:pos x="connsiteX2669" y="connsiteY2669"/>
                        </a:cxn>
                        <a:cxn ang="0">
                          <a:pos x="connsiteX2670" y="connsiteY2670"/>
                        </a:cxn>
                        <a:cxn ang="0">
                          <a:pos x="connsiteX2671" y="connsiteY2671"/>
                        </a:cxn>
                        <a:cxn ang="0">
                          <a:pos x="connsiteX2672" y="connsiteY2672"/>
                        </a:cxn>
                        <a:cxn ang="0">
                          <a:pos x="connsiteX2673" y="connsiteY2673"/>
                        </a:cxn>
                        <a:cxn ang="0">
                          <a:pos x="connsiteX2674" y="connsiteY2674"/>
                        </a:cxn>
                        <a:cxn ang="0">
                          <a:pos x="connsiteX2675" y="connsiteY2675"/>
                        </a:cxn>
                        <a:cxn ang="0">
                          <a:pos x="connsiteX2676" y="connsiteY2676"/>
                        </a:cxn>
                        <a:cxn ang="0">
                          <a:pos x="connsiteX2677" y="connsiteY2677"/>
                        </a:cxn>
                        <a:cxn ang="0">
                          <a:pos x="connsiteX2678" y="connsiteY2678"/>
                        </a:cxn>
                        <a:cxn ang="0">
                          <a:pos x="connsiteX2679" y="connsiteY2679"/>
                        </a:cxn>
                        <a:cxn ang="0">
                          <a:pos x="connsiteX2680" y="connsiteY2680"/>
                        </a:cxn>
                        <a:cxn ang="0">
                          <a:pos x="connsiteX2681" y="connsiteY2681"/>
                        </a:cxn>
                        <a:cxn ang="0">
                          <a:pos x="connsiteX2682" y="connsiteY2682"/>
                        </a:cxn>
                        <a:cxn ang="0">
                          <a:pos x="connsiteX2683" y="connsiteY2683"/>
                        </a:cxn>
                        <a:cxn ang="0">
                          <a:pos x="connsiteX2684" y="connsiteY2684"/>
                        </a:cxn>
                        <a:cxn ang="0">
                          <a:pos x="connsiteX2685" y="connsiteY2685"/>
                        </a:cxn>
                        <a:cxn ang="0">
                          <a:pos x="connsiteX2686" y="connsiteY2686"/>
                        </a:cxn>
                        <a:cxn ang="0">
                          <a:pos x="connsiteX2687" y="connsiteY2687"/>
                        </a:cxn>
                        <a:cxn ang="0">
                          <a:pos x="connsiteX2688" y="connsiteY2688"/>
                        </a:cxn>
                        <a:cxn ang="0">
                          <a:pos x="connsiteX2689" y="connsiteY2689"/>
                        </a:cxn>
                        <a:cxn ang="0">
                          <a:pos x="connsiteX2690" y="connsiteY2690"/>
                        </a:cxn>
                        <a:cxn ang="0">
                          <a:pos x="connsiteX2691" y="connsiteY2691"/>
                        </a:cxn>
                        <a:cxn ang="0">
                          <a:pos x="connsiteX2692" y="connsiteY2692"/>
                        </a:cxn>
                        <a:cxn ang="0">
                          <a:pos x="connsiteX2693" y="connsiteY2693"/>
                        </a:cxn>
                        <a:cxn ang="0">
                          <a:pos x="connsiteX2694" y="connsiteY2694"/>
                        </a:cxn>
                        <a:cxn ang="0">
                          <a:pos x="connsiteX2695" y="connsiteY2695"/>
                        </a:cxn>
                        <a:cxn ang="0">
                          <a:pos x="connsiteX2696" y="connsiteY2696"/>
                        </a:cxn>
                        <a:cxn ang="0">
                          <a:pos x="connsiteX2697" y="connsiteY2697"/>
                        </a:cxn>
                        <a:cxn ang="0">
                          <a:pos x="connsiteX2698" y="connsiteY2698"/>
                        </a:cxn>
                        <a:cxn ang="0">
                          <a:pos x="connsiteX2699" y="connsiteY2699"/>
                        </a:cxn>
                        <a:cxn ang="0">
                          <a:pos x="connsiteX2700" y="connsiteY2700"/>
                        </a:cxn>
                        <a:cxn ang="0">
                          <a:pos x="connsiteX2701" y="connsiteY2701"/>
                        </a:cxn>
                        <a:cxn ang="0">
                          <a:pos x="connsiteX2702" y="connsiteY2702"/>
                        </a:cxn>
                        <a:cxn ang="0">
                          <a:pos x="connsiteX2703" y="connsiteY2703"/>
                        </a:cxn>
                        <a:cxn ang="0">
                          <a:pos x="connsiteX2704" y="connsiteY2704"/>
                        </a:cxn>
                        <a:cxn ang="0">
                          <a:pos x="connsiteX2705" y="connsiteY2705"/>
                        </a:cxn>
                        <a:cxn ang="0">
                          <a:pos x="connsiteX2706" y="connsiteY2706"/>
                        </a:cxn>
                        <a:cxn ang="0">
                          <a:pos x="connsiteX2707" y="connsiteY2707"/>
                        </a:cxn>
                        <a:cxn ang="0">
                          <a:pos x="connsiteX2708" y="connsiteY2708"/>
                        </a:cxn>
                        <a:cxn ang="0">
                          <a:pos x="connsiteX2709" y="connsiteY2709"/>
                        </a:cxn>
                        <a:cxn ang="0">
                          <a:pos x="connsiteX2710" y="connsiteY2710"/>
                        </a:cxn>
                        <a:cxn ang="0">
                          <a:pos x="connsiteX2711" y="connsiteY2711"/>
                        </a:cxn>
                        <a:cxn ang="0">
                          <a:pos x="connsiteX2712" y="connsiteY2712"/>
                        </a:cxn>
                        <a:cxn ang="0">
                          <a:pos x="connsiteX2713" y="connsiteY2713"/>
                        </a:cxn>
                        <a:cxn ang="0">
                          <a:pos x="connsiteX2714" y="connsiteY2714"/>
                        </a:cxn>
                        <a:cxn ang="0">
                          <a:pos x="connsiteX2715" y="connsiteY2715"/>
                        </a:cxn>
                        <a:cxn ang="0">
                          <a:pos x="connsiteX2716" y="connsiteY2716"/>
                        </a:cxn>
                        <a:cxn ang="0">
                          <a:pos x="connsiteX2717" y="connsiteY2717"/>
                        </a:cxn>
                        <a:cxn ang="0">
                          <a:pos x="connsiteX2718" y="connsiteY2718"/>
                        </a:cxn>
                        <a:cxn ang="0">
                          <a:pos x="connsiteX2719" y="connsiteY2719"/>
                        </a:cxn>
                        <a:cxn ang="0">
                          <a:pos x="connsiteX2720" y="connsiteY2720"/>
                        </a:cxn>
                        <a:cxn ang="0">
                          <a:pos x="connsiteX2721" y="connsiteY2721"/>
                        </a:cxn>
                        <a:cxn ang="0">
                          <a:pos x="connsiteX2722" y="connsiteY2722"/>
                        </a:cxn>
                        <a:cxn ang="0">
                          <a:pos x="connsiteX2723" y="connsiteY2723"/>
                        </a:cxn>
                        <a:cxn ang="0">
                          <a:pos x="connsiteX2724" y="connsiteY2724"/>
                        </a:cxn>
                        <a:cxn ang="0">
                          <a:pos x="connsiteX2725" y="connsiteY2725"/>
                        </a:cxn>
                        <a:cxn ang="0">
                          <a:pos x="connsiteX2726" y="connsiteY2726"/>
                        </a:cxn>
                        <a:cxn ang="0">
                          <a:pos x="connsiteX2727" y="connsiteY2727"/>
                        </a:cxn>
                        <a:cxn ang="0">
                          <a:pos x="connsiteX2728" y="connsiteY2728"/>
                        </a:cxn>
                        <a:cxn ang="0">
                          <a:pos x="connsiteX2729" y="connsiteY2729"/>
                        </a:cxn>
                        <a:cxn ang="0">
                          <a:pos x="connsiteX2730" y="connsiteY2730"/>
                        </a:cxn>
                        <a:cxn ang="0">
                          <a:pos x="connsiteX2731" y="connsiteY2731"/>
                        </a:cxn>
                        <a:cxn ang="0">
                          <a:pos x="connsiteX2732" y="connsiteY2732"/>
                        </a:cxn>
                        <a:cxn ang="0">
                          <a:pos x="connsiteX2733" y="connsiteY2733"/>
                        </a:cxn>
                        <a:cxn ang="0">
                          <a:pos x="connsiteX2734" y="connsiteY2734"/>
                        </a:cxn>
                        <a:cxn ang="0">
                          <a:pos x="connsiteX2735" y="connsiteY2735"/>
                        </a:cxn>
                        <a:cxn ang="0">
                          <a:pos x="connsiteX2736" y="connsiteY2736"/>
                        </a:cxn>
                        <a:cxn ang="0">
                          <a:pos x="connsiteX2737" y="connsiteY2737"/>
                        </a:cxn>
                        <a:cxn ang="0">
                          <a:pos x="connsiteX2738" y="connsiteY2738"/>
                        </a:cxn>
                        <a:cxn ang="0">
                          <a:pos x="connsiteX2739" y="connsiteY2739"/>
                        </a:cxn>
                        <a:cxn ang="0">
                          <a:pos x="connsiteX2740" y="connsiteY2740"/>
                        </a:cxn>
                        <a:cxn ang="0">
                          <a:pos x="connsiteX2741" y="connsiteY2741"/>
                        </a:cxn>
                        <a:cxn ang="0">
                          <a:pos x="connsiteX2742" y="connsiteY2742"/>
                        </a:cxn>
                        <a:cxn ang="0">
                          <a:pos x="connsiteX2743" y="connsiteY2743"/>
                        </a:cxn>
                        <a:cxn ang="0">
                          <a:pos x="connsiteX2744" y="connsiteY2744"/>
                        </a:cxn>
                        <a:cxn ang="0">
                          <a:pos x="connsiteX2745" y="connsiteY2745"/>
                        </a:cxn>
                        <a:cxn ang="0">
                          <a:pos x="connsiteX2746" y="connsiteY2746"/>
                        </a:cxn>
                        <a:cxn ang="0">
                          <a:pos x="connsiteX2747" y="connsiteY2747"/>
                        </a:cxn>
                        <a:cxn ang="0">
                          <a:pos x="connsiteX2748" y="connsiteY2748"/>
                        </a:cxn>
                        <a:cxn ang="0">
                          <a:pos x="connsiteX2749" y="connsiteY2749"/>
                        </a:cxn>
                        <a:cxn ang="0">
                          <a:pos x="connsiteX2750" y="connsiteY2750"/>
                        </a:cxn>
                        <a:cxn ang="0">
                          <a:pos x="connsiteX2751" y="connsiteY2751"/>
                        </a:cxn>
                        <a:cxn ang="0">
                          <a:pos x="connsiteX2752" y="connsiteY2752"/>
                        </a:cxn>
                        <a:cxn ang="0">
                          <a:pos x="connsiteX2753" y="connsiteY2753"/>
                        </a:cxn>
                        <a:cxn ang="0">
                          <a:pos x="connsiteX2754" y="connsiteY2754"/>
                        </a:cxn>
                        <a:cxn ang="0">
                          <a:pos x="connsiteX2755" y="connsiteY2755"/>
                        </a:cxn>
                        <a:cxn ang="0">
                          <a:pos x="connsiteX2756" y="connsiteY2756"/>
                        </a:cxn>
                        <a:cxn ang="0">
                          <a:pos x="connsiteX2757" y="connsiteY2757"/>
                        </a:cxn>
                        <a:cxn ang="0">
                          <a:pos x="connsiteX2758" y="connsiteY2758"/>
                        </a:cxn>
                        <a:cxn ang="0">
                          <a:pos x="connsiteX2759" y="connsiteY2759"/>
                        </a:cxn>
                        <a:cxn ang="0">
                          <a:pos x="connsiteX2760" y="connsiteY2760"/>
                        </a:cxn>
                        <a:cxn ang="0">
                          <a:pos x="connsiteX2761" y="connsiteY2761"/>
                        </a:cxn>
                        <a:cxn ang="0">
                          <a:pos x="connsiteX2762" y="connsiteY2762"/>
                        </a:cxn>
                        <a:cxn ang="0">
                          <a:pos x="connsiteX2763" y="connsiteY2763"/>
                        </a:cxn>
                        <a:cxn ang="0">
                          <a:pos x="connsiteX2764" y="connsiteY2764"/>
                        </a:cxn>
                        <a:cxn ang="0">
                          <a:pos x="connsiteX2765" y="connsiteY2765"/>
                        </a:cxn>
                        <a:cxn ang="0">
                          <a:pos x="connsiteX2766" y="connsiteY2766"/>
                        </a:cxn>
                        <a:cxn ang="0">
                          <a:pos x="connsiteX2767" y="connsiteY2767"/>
                        </a:cxn>
                        <a:cxn ang="0">
                          <a:pos x="connsiteX2768" y="connsiteY2768"/>
                        </a:cxn>
                        <a:cxn ang="0">
                          <a:pos x="connsiteX2769" y="connsiteY2769"/>
                        </a:cxn>
                        <a:cxn ang="0">
                          <a:pos x="connsiteX2770" y="connsiteY2770"/>
                        </a:cxn>
                        <a:cxn ang="0">
                          <a:pos x="connsiteX2771" y="connsiteY2771"/>
                        </a:cxn>
                        <a:cxn ang="0">
                          <a:pos x="connsiteX2772" y="connsiteY2772"/>
                        </a:cxn>
                        <a:cxn ang="0">
                          <a:pos x="connsiteX2773" y="connsiteY2773"/>
                        </a:cxn>
                        <a:cxn ang="0">
                          <a:pos x="connsiteX2774" y="connsiteY2774"/>
                        </a:cxn>
                        <a:cxn ang="0">
                          <a:pos x="connsiteX2775" y="connsiteY2775"/>
                        </a:cxn>
                        <a:cxn ang="0">
                          <a:pos x="connsiteX2776" y="connsiteY2776"/>
                        </a:cxn>
                        <a:cxn ang="0">
                          <a:pos x="connsiteX2777" y="connsiteY2777"/>
                        </a:cxn>
                        <a:cxn ang="0">
                          <a:pos x="connsiteX2778" y="connsiteY2778"/>
                        </a:cxn>
                        <a:cxn ang="0">
                          <a:pos x="connsiteX2779" y="connsiteY2779"/>
                        </a:cxn>
                        <a:cxn ang="0">
                          <a:pos x="connsiteX2780" y="connsiteY2780"/>
                        </a:cxn>
                        <a:cxn ang="0">
                          <a:pos x="connsiteX2781" y="connsiteY2781"/>
                        </a:cxn>
                        <a:cxn ang="0">
                          <a:pos x="connsiteX2782" y="connsiteY2782"/>
                        </a:cxn>
                        <a:cxn ang="0">
                          <a:pos x="connsiteX2783" y="connsiteY2783"/>
                        </a:cxn>
                        <a:cxn ang="0">
                          <a:pos x="connsiteX2784" y="connsiteY2784"/>
                        </a:cxn>
                        <a:cxn ang="0">
                          <a:pos x="connsiteX2785" y="connsiteY2785"/>
                        </a:cxn>
                        <a:cxn ang="0">
                          <a:pos x="connsiteX2786" y="connsiteY2786"/>
                        </a:cxn>
                        <a:cxn ang="0">
                          <a:pos x="connsiteX2787" y="connsiteY2787"/>
                        </a:cxn>
                        <a:cxn ang="0">
                          <a:pos x="connsiteX2788" y="connsiteY2788"/>
                        </a:cxn>
                        <a:cxn ang="0">
                          <a:pos x="connsiteX2789" y="connsiteY2789"/>
                        </a:cxn>
                        <a:cxn ang="0">
                          <a:pos x="connsiteX2790" y="connsiteY2790"/>
                        </a:cxn>
                        <a:cxn ang="0">
                          <a:pos x="connsiteX2791" y="connsiteY2791"/>
                        </a:cxn>
                        <a:cxn ang="0">
                          <a:pos x="connsiteX2792" y="connsiteY2792"/>
                        </a:cxn>
                        <a:cxn ang="0">
                          <a:pos x="connsiteX2793" y="connsiteY2793"/>
                        </a:cxn>
                        <a:cxn ang="0">
                          <a:pos x="connsiteX2794" y="connsiteY2794"/>
                        </a:cxn>
                        <a:cxn ang="0">
                          <a:pos x="connsiteX2795" y="connsiteY2795"/>
                        </a:cxn>
                        <a:cxn ang="0">
                          <a:pos x="connsiteX2796" y="connsiteY2796"/>
                        </a:cxn>
                        <a:cxn ang="0">
                          <a:pos x="connsiteX2797" y="connsiteY2797"/>
                        </a:cxn>
                        <a:cxn ang="0">
                          <a:pos x="connsiteX2798" y="connsiteY2798"/>
                        </a:cxn>
                        <a:cxn ang="0">
                          <a:pos x="connsiteX2799" y="connsiteY2799"/>
                        </a:cxn>
                        <a:cxn ang="0">
                          <a:pos x="connsiteX2800" y="connsiteY2800"/>
                        </a:cxn>
                        <a:cxn ang="0">
                          <a:pos x="connsiteX2801" y="connsiteY2801"/>
                        </a:cxn>
                        <a:cxn ang="0">
                          <a:pos x="connsiteX2802" y="connsiteY2802"/>
                        </a:cxn>
                        <a:cxn ang="0">
                          <a:pos x="connsiteX2803" y="connsiteY2803"/>
                        </a:cxn>
                        <a:cxn ang="0">
                          <a:pos x="connsiteX2804" y="connsiteY2804"/>
                        </a:cxn>
                        <a:cxn ang="0">
                          <a:pos x="connsiteX2805" y="connsiteY2805"/>
                        </a:cxn>
                        <a:cxn ang="0">
                          <a:pos x="connsiteX2806" y="connsiteY2806"/>
                        </a:cxn>
                        <a:cxn ang="0">
                          <a:pos x="connsiteX2807" y="connsiteY2807"/>
                        </a:cxn>
                        <a:cxn ang="0">
                          <a:pos x="connsiteX2808" y="connsiteY2808"/>
                        </a:cxn>
                        <a:cxn ang="0">
                          <a:pos x="connsiteX2809" y="connsiteY2809"/>
                        </a:cxn>
                        <a:cxn ang="0">
                          <a:pos x="connsiteX2810" y="connsiteY2810"/>
                        </a:cxn>
                        <a:cxn ang="0">
                          <a:pos x="connsiteX2811" y="connsiteY2811"/>
                        </a:cxn>
                        <a:cxn ang="0">
                          <a:pos x="connsiteX2812" y="connsiteY2812"/>
                        </a:cxn>
                        <a:cxn ang="0">
                          <a:pos x="connsiteX2813" y="connsiteY2813"/>
                        </a:cxn>
                        <a:cxn ang="0">
                          <a:pos x="connsiteX2814" y="connsiteY2814"/>
                        </a:cxn>
                        <a:cxn ang="0">
                          <a:pos x="connsiteX2815" y="connsiteY2815"/>
                        </a:cxn>
                        <a:cxn ang="0">
                          <a:pos x="connsiteX2816" y="connsiteY2816"/>
                        </a:cxn>
                        <a:cxn ang="0">
                          <a:pos x="connsiteX2817" y="connsiteY2817"/>
                        </a:cxn>
                        <a:cxn ang="0">
                          <a:pos x="connsiteX2818" y="connsiteY2818"/>
                        </a:cxn>
                        <a:cxn ang="0">
                          <a:pos x="connsiteX2819" y="connsiteY2819"/>
                        </a:cxn>
                        <a:cxn ang="0">
                          <a:pos x="connsiteX2820" y="connsiteY2820"/>
                        </a:cxn>
                        <a:cxn ang="0">
                          <a:pos x="connsiteX2821" y="connsiteY2821"/>
                        </a:cxn>
                        <a:cxn ang="0">
                          <a:pos x="connsiteX2822" y="connsiteY2822"/>
                        </a:cxn>
                        <a:cxn ang="0">
                          <a:pos x="connsiteX2823" y="connsiteY2823"/>
                        </a:cxn>
                        <a:cxn ang="0">
                          <a:pos x="connsiteX2824" y="connsiteY2824"/>
                        </a:cxn>
                        <a:cxn ang="0">
                          <a:pos x="connsiteX2825" y="connsiteY2825"/>
                        </a:cxn>
                        <a:cxn ang="0">
                          <a:pos x="connsiteX2826" y="connsiteY2826"/>
                        </a:cxn>
                        <a:cxn ang="0">
                          <a:pos x="connsiteX2827" y="connsiteY2827"/>
                        </a:cxn>
                        <a:cxn ang="0">
                          <a:pos x="connsiteX2828" y="connsiteY2828"/>
                        </a:cxn>
                        <a:cxn ang="0">
                          <a:pos x="connsiteX2829" y="connsiteY2829"/>
                        </a:cxn>
                        <a:cxn ang="0">
                          <a:pos x="connsiteX2830" y="connsiteY2830"/>
                        </a:cxn>
                        <a:cxn ang="0">
                          <a:pos x="connsiteX2831" y="connsiteY2831"/>
                        </a:cxn>
                        <a:cxn ang="0">
                          <a:pos x="connsiteX2832" y="connsiteY2832"/>
                        </a:cxn>
                        <a:cxn ang="0">
                          <a:pos x="connsiteX2833" y="connsiteY2833"/>
                        </a:cxn>
                        <a:cxn ang="0">
                          <a:pos x="connsiteX2834" y="connsiteY2834"/>
                        </a:cxn>
                        <a:cxn ang="0">
                          <a:pos x="connsiteX2835" y="connsiteY2835"/>
                        </a:cxn>
                        <a:cxn ang="0">
                          <a:pos x="connsiteX2836" y="connsiteY2836"/>
                        </a:cxn>
                        <a:cxn ang="0">
                          <a:pos x="connsiteX2837" y="connsiteY2837"/>
                        </a:cxn>
                        <a:cxn ang="0">
                          <a:pos x="connsiteX2838" y="connsiteY2838"/>
                        </a:cxn>
                        <a:cxn ang="0">
                          <a:pos x="connsiteX2839" y="connsiteY2839"/>
                        </a:cxn>
                        <a:cxn ang="0">
                          <a:pos x="connsiteX2840" y="connsiteY2840"/>
                        </a:cxn>
                        <a:cxn ang="0">
                          <a:pos x="connsiteX2841" y="connsiteY2841"/>
                        </a:cxn>
                        <a:cxn ang="0">
                          <a:pos x="connsiteX2842" y="connsiteY2842"/>
                        </a:cxn>
                        <a:cxn ang="0">
                          <a:pos x="connsiteX2843" y="connsiteY2843"/>
                        </a:cxn>
                        <a:cxn ang="0">
                          <a:pos x="connsiteX2844" y="connsiteY2844"/>
                        </a:cxn>
                        <a:cxn ang="0">
                          <a:pos x="connsiteX2845" y="connsiteY2845"/>
                        </a:cxn>
                        <a:cxn ang="0">
                          <a:pos x="connsiteX2846" y="connsiteY2846"/>
                        </a:cxn>
                        <a:cxn ang="0">
                          <a:pos x="connsiteX2847" y="connsiteY2847"/>
                        </a:cxn>
                        <a:cxn ang="0">
                          <a:pos x="connsiteX2848" y="connsiteY2848"/>
                        </a:cxn>
                        <a:cxn ang="0">
                          <a:pos x="connsiteX2849" y="connsiteY2849"/>
                        </a:cxn>
                        <a:cxn ang="0">
                          <a:pos x="connsiteX2850" y="connsiteY2850"/>
                        </a:cxn>
                        <a:cxn ang="0">
                          <a:pos x="connsiteX2851" y="connsiteY2851"/>
                        </a:cxn>
                        <a:cxn ang="0">
                          <a:pos x="connsiteX2852" y="connsiteY2852"/>
                        </a:cxn>
                        <a:cxn ang="0">
                          <a:pos x="connsiteX2853" y="connsiteY2853"/>
                        </a:cxn>
                        <a:cxn ang="0">
                          <a:pos x="connsiteX2854" y="connsiteY2854"/>
                        </a:cxn>
                        <a:cxn ang="0">
                          <a:pos x="connsiteX2855" y="connsiteY2855"/>
                        </a:cxn>
                        <a:cxn ang="0">
                          <a:pos x="connsiteX2856" y="connsiteY2856"/>
                        </a:cxn>
                        <a:cxn ang="0">
                          <a:pos x="connsiteX2857" y="connsiteY2857"/>
                        </a:cxn>
                        <a:cxn ang="0">
                          <a:pos x="connsiteX2858" y="connsiteY2858"/>
                        </a:cxn>
                        <a:cxn ang="0">
                          <a:pos x="connsiteX2859" y="connsiteY2859"/>
                        </a:cxn>
                        <a:cxn ang="0">
                          <a:pos x="connsiteX2860" y="connsiteY2860"/>
                        </a:cxn>
                        <a:cxn ang="0">
                          <a:pos x="connsiteX2861" y="connsiteY2861"/>
                        </a:cxn>
                        <a:cxn ang="0">
                          <a:pos x="connsiteX2862" y="connsiteY2862"/>
                        </a:cxn>
                        <a:cxn ang="0">
                          <a:pos x="connsiteX2863" y="connsiteY2863"/>
                        </a:cxn>
                        <a:cxn ang="0">
                          <a:pos x="connsiteX2864" y="connsiteY2864"/>
                        </a:cxn>
                        <a:cxn ang="0">
                          <a:pos x="connsiteX2865" y="connsiteY2865"/>
                        </a:cxn>
                        <a:cxn ang="0">
                          <a:pos x="connsiteX2866" y="connsiteY2866"/>
                        </a:cxn>
                        <a:cxn ang="0">
                          <a:pos x="connsiteX2867" y="connsiteY2867"/>
                        </a:cxn>
                        <a:cxn ang="0">
                          <a:pos x="connsiteX2868" y="connsiteY2868"/>
                        </a:cxn>
                        <a:cxn ang="0">
                          <a:pos x="connsiteX2869" y="connsiteY2869"/>
                        </a:cxn>
                        <a:cxn ang="0">
                          <a:pos x="connsiteX2870" y="connsiteY2870"/>
                        </a:cxn>
                        <a:cxn ang="0">
                          <a:pos x="connsiteX2871" y="connsiteY2871"/>
                        </a:cxn>
                        <a:cxn ang="0">
                          <a:pos x="connsiteX2872" y="connsiteY2872"/>
                        </a:cxn>
                        <a:cxn ang="0">
                          <a:pos x="connsiteX2873" y="connsiteY2873"/>
                        </a:cxn>
                        <a:cxn ang="0">
                          <a:pos x="connsiteX2874" y="connsiteY2874"/>
                        </a:cxn>
                        <a:cxn ang="0">
                          <a:pos x="connsiteX2875" y="connsiteY2875"/>
                        </a:cxn>
                        <a:cxn ang="0">
                          <a:pos x="connsiteX2876" y="connsiteY2876"/>
                        </a:cxn>
                        <a:cxn ang="0">
                          <a:pos x="connsiteX2877" y="connsiteY2877"/>
                        </a:cxn>
                        <a:cxn ang="0">
                          <a:pos x="connsiteX2878" y="connsiteY2878"/>
                        </a:cxn>
                        <a:cxn ang="0">
                          <a:pos x="connsiteX2879" y="connsiteY2879"/>
                        </a:cxn>
                        <a:cxn ang="0">
                          <a:pos x="connsiteX2880" y="connsiteY2880"/>
                        </a:cxn>
                        <a:cxn ang="0">
                          <a:pos x="connsiteX2881" y="connsiteY2881"/>
                        </a:cxn>
                        <a:cxn ang="0">
                          <a:pos x="connsiteX2882" y="connsiteY2882"/>
                        </a:cxn>
                        <a:cxn ang="0">
                          <a:pos x="connsiteX2883" y="connsiteY2883"/>
                        </a:cxn>
                        <a:cxn ang="0">
                          <a:pos x="connsiteX2884" y="connsiteY2884"/>
                        </a:cxn>
                        <a:cxn ang="0">
                          <a:pos x="connsiteX2885" y="connsiteY2885"/>
                        </a:cxn>
                        <a:cxn ang="0">
                          <a:pos x="connsiteX2886" y="connsiteY2886"/>
                        </a:cxn>
                        <a:cxn ang="0">
                          <a:pos x="connsiteX2887" y="connsiteY2887"/>
                        </a:cxn>
                        <a:cxn ang="0">
                          <a:pos x="connsiteX2888" y="connsiteY2888"/>
                        </a:cxn>
                        <a:cxn ang="0">
                          <a:pos x="connsiteX2889" y="connsiteY2889"/>
                        </a:cxn>
                        <a:cxn ang="0">
                          <a:pos x="connsiteX2890" y="connsiteY2890"/>
                        </a:cxn>
                        <a:cxn ang="0">
                          <a:pos x="connsiteX2891" y="connsiteY2891"/>
                        </a:cxn>
                        <a:cxn ang="0">
                          <a:pos x="connsiteX2892" y="connsiteY2892"/>
                        </a:cxn>
                        <a:cxn ang="0">
                          <a:pos x="connsiteX2893" y="connsiteY2893"/>
                        </a:cxn>
                        <a:cxn ang="0">
                          <a:pos x="connsiteX2894" y="connsiteY2894"/>
                        </a:cxn>
                        <a:cxn ang="0">
                          <a:pos x="connsiteX2895" y="connsiteY2895"/>
                        </a:cxn>
                        <a:cxn ang="0">
                          <a:pos x="connsiteX2896" y="connsiteY2896"/>
                        </a:cxn>
                        <a:cxn ang="0">
                          <a:pos x="connsiteX2897" y="connsiteY2897"/>
                        </a:cxn>
                        <a:cxn ang="0">
                          <a:pos x="connsiteX2898" y="connsiteY2898"/>
                        </a:cxn>
                        <a:cxn ang="0">
                          <a:pos x="connsiteX2899" y="connsiteY2899"/>
                        </a:cxn>
                        <a:cxn ang="0">
                          <a:pos x="connsiteX2900" y="connsiteY2900"/>
                        </a:cxn>
                        <a:cxn ang="0">
                          <a:pos x="connsiteX2901" y="connsiteY2901"/>
                        </a:cxn>
                        <a:cxn ang="0">
                          <a:pos x="connsiteX2902" y="connsiteY2902"/>
                        </a:cxn>
                        <a:cxn ang="0">
                          <a:pos x="connsiteX2903" y="connsiteY2903"/>
                        </a:cxn>
                        <a:cxn ang="0">
                          <a:pos x="connsiteX2904" y="connsiteY2904"/>
                        </a:cxn>
                        <a:cxn ang="0">
                          <a:pos x="connsiteX2905" y="connsiteY2905"/>
                        </a:cxn>
                        <a:cxn ang="0">
                          <a:pos x="connsiteX2906" y="connsiteY2906"/>
                        </a:cxn>
                        <a:cxn ang="0">
                          <a:pos x="connsiteX2907" y="connsiteY2907"/>
                        </a:cxn>
                        <a:cxn ang="0">
                          <a:pos x="connsiteX2908" y="connsiteY2908"/>
                        </a:cxn>
                        <a:cxn ang="0">
                          <a:pos x="connsiteX2909" y="connsiteY2909"/>
                        </a:cxn>
                        <a:cxn ang="0">
                          <a:pos x="connsiteX2910" y="connsiteY2910"/>
                        </a:cxn>
                        <a:cxn ang="0">
                          <a:pos x="connsiteX2911" y="connsiteY2911"/>
                        </a:cxn>
                        <a:cxn ang="0">
                          <a:pos x="connsiteX2912" y="connsiteY2912"/>
                        </a:cxn>
                        <a:cxn ang="0">
                          <a:pos x="connsiteX2913" y="connsiteY2913"/>
                        </a:cxn>
                        <a:cxn ang="0">
                          <a:pos x="connsiteX2914" y="connsiteY2914"/>
                        </a:cxn>
                        <a:cxn ang="0">
                          <a:pos x="connsiteX2915" y="connsiteY2915"/>
                        </a:cxn>
                        <a:cxn ang="0">
                          <a:pos x="connsiteX2916" y="connsiteY2916"/>
                        </a:cxn>
                        <a:cxn ang="0">
                          <a:pos x="connsiteX2917" y="connsiteY2917"/>
                        </a:cxn>
                        <a:cxn ang="0">
                          <a:pos x="connsiteX2918" y="connsiteY2918"/>
                        </a:cxn>
                        <a:cxn ang="0">
                          <a:pos x="connsiteX2919" y="connsiteY2919"/>
                        </a:cxn>
                        <a:cxn ang="0">
                          <a:pos x="connsiteX2920" y="connsiteY2920"/>
                        </a:cxn>
                        <a:cxn ang="0">
                          <a:pos x="connsiteX2921" y="connsiteY2921"/>
                        </a:cxn>
                        <a:cxn ang="0">
                          <a:pos x="connsiteX2922" y="connsiteY2922"/>
                        </a:cxn>
                        <a:cxn ang="0">
                          <a:pos x="connsiteX2923" y="connsiteY2923"/>
                        </a:cxn>
                        <a:cxn ang="0">
                          <a:pos x="connsiteX2924" y="connsiteY2924"/>
                        </a:cxn>
                        <a:cxn ang="0">
                          <a:pos x="connsiteX2925" y="connsiteY2925"/>
                        </a:cxn>
                        <a:cxn ang="0">
                          <a:pos x="connsiteX2926" y="connsiteY2926"/>
                        </a:cxn>
                        <a:cxn ang="0">
                          <a:pos x="connsiteX2927" y="connsiteY2927"/>
                        </a:cxn>
                        <a:cxn ang="0">
                          <a:pos x="connsiteX2928" y="connsiteY2928"/>
                        </a:cxn>
                        <a:cxn ang="0">
                          <a:pos x="connsiteX2929" y="connsiteY2929"/>
                        </a:cxn>
                        <a:cxn ang="0">
                          <a:pos x="connsiteX2930" y="connsiteY2930"/>
                        </a:cxn>
                        <a:cxn ang="0">
                          <a:pos x="connsiteX2931" y="connsiteY2931"/>
                        </a:cxn>
                        <a:cxn ang="0">
                          <a:pos x="connsiteX2932" y="connsiteY2932"/>
                        </a:cxn>
                        <a:cxn ang="0">
                          <a:pos x="connsiteX2933" y="connsiteY2933"/>
                        </a:cxn>
                        <a:cxn ang="0">
                          <a:pos x="connsiteX2934" y="connsiteY2934"/>
                        </a:cxn>
                        <a:cxn ang="0">
                          <a:pos x="connsiteX2935" y="connsiteY2935"/>
                        </a:cxn>
                        <a:cxn ang="0">
                          <a:pos x="connsiteX2936" y="connsiteY2936"/>
                        </a:cxn>
                        <a:cxn ang="0">
                          <a:pos x="connsiteX2937" y="connsiteY2937"/>
                        </a:cxn>
                        <a:cxn ang="0">
                          <a:pos x="connsiteX2938" y="connsiteY2938"/>
                        </a:cxn>
                        <a:cxn ang="0">
                          <a:pos x="connsiteX2939" y="connsiteY2939"/>
                        </a:cxn>
                        <a:cxn ang="0">
                          <a:pos x="connsiteX2940" y="connsiteY2940"/>
                        </a:cxn>
                        <a:cxn ang="0">
                          <a:pos x="connsiteX2941" y="connsiteY2941"/>
                        </a:cxn>
                        <a:cxn ang="0">
                          <a:pos x="connsiteX2942" y="connsiteY2942"/>
                        </a:cxn>
                        <a:cxn ang="0">
                          <a:pos x="connsiteX2943" y="connsiteY2943"/>
                        </a:cxn>
                        <a:cxn ang="0">
                          <a:pos x="connsiteX2944" y="connsiteY2944"/>
                        </a:cxn>
                        <a:cxn ang="0">
                          <a:pos x="connsiteX2945" y="connsiteY2945"/>
                        </a:cxn>
                        <a:cxn ang="0">
                          <a:pos x="connsiteX2946" y="connsiteY2946"/>
                        </a:cxn>
                        <a:cxn ang="0">
                          <a:pos x="connsiteX2947" y="connsiteY2947"/>
                        </a:cxn>
                        <a:cxn ang="0">
                          <a:pos x="connsiteX2948" y="connsiteY2948"/>
                        </a:cxn>
                        <a:cxn ang="0">
                          <a:pos x="connsiteX2949" y="connsiteY2949"/>
                        </a:cxn>
                        <a:cxn ang="0">
                          <a:pos x="connsiteX2950" y="connsiteY2950"/>
                        </a:cxn>
                        <a:cxn ang="0">
                          <a:pos x="connsiteX2951" y="connsiteY2951"/>
                        </a:cxn>
                        <a:cxn ang="0">
                          <a:pos x="connsiteX2952" y="connsiteY2952"/>
                        </a:cxn>
                        <a:cxn ang="0">
                          <a:pos x="connsiteX2953" y="connsiteY2953"/>
                        </a:cxn>
                        <a:cxn ang="0">
                          <a:pos x="connsiteX2954" y="connsiteY2954"/>
                        </a:cxn>
                        <a:cxn ang="0">
                          <a:pos x="connsiteX2955" y="connsiteY2955"/>
                        </a:cxn>
                        <a:cxn ang="0">
                          <a:pos x="connsiteX2956" y="connsiteY2956"/>
                        </a:cxn>
                        <a:cxn ang="0">
                          <a:pos x="connsiteX2957" y="connsiteY2957"/>
                        </a:cxn>
                        <a:cxn ang="0">
                          <a:pos x="connsiteX2958" y="connsiteY2958"/>
                        </a:cxn>
                        <a:cxn ang="0">
                          <a:pos x="connsiteX2959" y="connsiteY2959"/>
                        </a:cxn>
                        <a:cxn ang="0">
                          <a:pos x="connsiteX2960" y="connsiteY2960"/>
                        </a:cxn>
                        <a:cxn ang="0">
                          <a:pos x="connsiteX2961" y="connsiteY2961"/>
                        </a:cxn>
                        <a:cxn ang="0">
                          <a:pos x="connsiteX2962" y="connsiteY2962"/>
                        </a:cxn>
                        <a:cxn ang="0">
                          <a:pos x="connsiteX2963" y="connsiteY2963"/>
                        </a:cxn>
                        <a:cxn ang="0">
                          <a:pos x="connsiteX2964" y="connsiteY2964"/>
                        </a:cxn>
                        <a:cxn ang="0">
                          <a:pos x="connsiteX2965" y="connsiteY2965"/>
                        </a:cxn>
                        <a:cxn ang="0">
                          <a:pos x="connsiteX2966" y="connsiteY2966"/>
                        </a:cxn>
                        <a:cxn ang="0">
                          <a:pos x="connsiteX2967" y="connsiteY2967"/>
                        </a:cxn>
                        <a:cxn ang="0">
                          <a:pos x="connsiteX2968" y="connsiteY2968"/>
                        </a:cxn>
                        <a:cxn ang="0">
                          <a:pos x="connsiteX2969" y="connsiteY2969"/>
                        </a:cxn>
                        <a:cxn ang="0">
                          <a:pos x="connsiteX2970" y="connsiteY2970"/>
                        </a:cxn>
                        <a:cxn ang="0">
                          <a:pos x="connsiteX2971" y="connsiteY2971"/>
                        </a:cxn>
                        <a:cxn ang="0">
                          <a:pos x="connsiteX2972" y="connsiteY2972"/>
                        </a:cxn>
                        <a:cxn ang="0">
                          <a:pos x="connsiteX2973" y="connsiteY2973"/>
                        </a:cxn>
                        <a:cxn ang="0">
                          <a:pos x="connsiteX2974" y="connsiteY2974"/>
                        </a:cxn>
                        <a:cxn ang="0">
                          <a:pos x="connsiteX2975" y="connsiteY2975"/>
                        </a:cxn>
                        <a:cxn ang="0">
                          <a:pos x="connsiteX2976" y="connsiteY2976"/>
                        </a:cxn>
                        <a:cxn ang="0">
                          <a:pos x="connsiteX2977" y="connsiteY2977"/>
                        </a:cxn>
                        <a:cxn ang="0">
                          <a:pos x="connsiteX2978" y="connsiteY2978"/>
                        </a:cxn>
                        <a:cxn ang="0">
                          <a:pos x="connsiteX2979" y="connsiteY2979"/>
                        </a:cxn>
                        <a:cxn ang="0">
                          <a:pos x="connsiteX2980" y="connsiteY2980"/>
                        </a:cxn>
                        <a:cxn ang="0">
                          <a:pos x="connsiteX2981" y="connsiteY2981"/>
                        </a:cxn>
                        <a:cxn ang="0">
                          <a:pos x="connsiteX2982" y="connsiteY2982"/>
                        </a:cxn>
                        <a:cxn ang="0">
                          <a:pos x="connsiteX2983" y="connsiteY2983"/>
                        </a:cxn>
                        <a:cxn ang="0">
                          <a:pos x="connsiteX2984" y="connsiteY2984"/>
                        </a:cxn>
                        <a:cxn ang="0">
                          <a:pos x="connsiteX2985" y="connsiteY2985"/>
                        </a:cxn>
                        <a:cxn ang="0">
                          <a:pos x="connsiteX2986" y="connsiteY2986"/>
                        </a:cxn>
                        <a:cxn ang="0">
                          <a:pos x="connsiteX2987" y="connsiteY2987"/>
                        </a:cxn>
                        <a:cxn ang="0">
                          <a:pos x="connsiteX2988" y="connsiteY2988"/>
                        </a:cxn>
                        <a:cxn ang="0">
                          <a:pos x="connsiteX2989" y="connsiteY2989"/>
                        </a:cxn>
                        <a:cxn ang="0">
                          <a:pos x="connsiteX2990" y="connsiteY2990"/>
                        </a:cxn>
                        <a:cxn ang="0">
                          <a:pos x="connsiteX2991" y="connsiteY2991"/>
                        </a:cxn>
                        <a:cxn ang="0">
                          <a:pos x="connsiteX2992" y="connsiteY2992"/>
                        </a:cxn>
                        <a:cxn ang="0">
                          <a:pos x="connsiteX2993" y="connsiteY2993"/>
                        </a:cxn>
                        <a:cxn ang="0">
                          <a:pos x="connsiteX2994" y="connsiteY2994"/>
                        </a:cxn>
                        <a:cxn ang="0">
                          <a:pos x="connsiteX2995" y="connsiteY2995"/>
                        </a:cxn>
                        <a:cxn ang="0">
                          <a:pos x="connsiteX2996" y="connsiteY2996"/>
                        </a:cxn>
                        <a:cxn ang="0">
                          <a:pos x="connsiteX2997" y="connsiteY2997"/>
                        </a:cxn>
                        <a:cxn ang="0">
                          <a:pos x="connsiteX2998" y="connsiteY2998"/>
                        </a:cxn>
                        <a:cxn ang="0">
                          <a:pos x="connsiteX2999" y="connsiteY2999"/>
                        </a:cxn>
                        <a:cxn ang="0">
                          <a:pos x="connsiteX3000" y="connsiteY3000"/>
                        </a:cxn>
                        <a:cxn ang="0">
                          <a:pos x="connsiteX3001" y="connsiteY3001"/>
                        </a:cxn>
                        <a:cxn ang="0">
                          <a:pos x="connsiteX3002" y="connsiteY3002"/>
                        </a:cxn>
                        <a:cxn ang="0">
                          <a:pos x="connsiteX3003" y="connsiteY3003"/>
                        </a:cxn>
                        <a:cxn ang="0">
                          <a:pos x="connsiteX3004" y="connsiteY3004"/>
                        </a:cxn>
                        <a:cxn ang="0">
                          <a:pos x="connsiteX3005" y="connsiteY3005"/>
                        </a:cxn>
                        <a:cxn ang="0">
                          <a:pos x="connsiteX3006" y="connsiteY3006"/>
                        </a:cxn>
                        <a:cxn ang="0">
                          <a:pos x="connsiteX3007" y="connsiteY3007"/>
                        </a:cxn>
                        <a:cxn ang="0">
                          <a:pos x="connsiteX3008" y="connsiteY3008"/>
                        </a:cxn>
                        <a:cxn ang="0">
                          <a:pos x="connsiteX3009" y="connsiteY3009"/>
                        </a:cxn>
                        <a:cxn ang="0">
                          <a:pos x="connsiteX3010" y="connsiteY3010"/>
                        </a:cxn>
                        <a:cxn ang="0">
                          <a:pos x="connsiteX3011" y="connsiteY3011"/>
                        </a:cxn>
                        <a:cxn ang="0">
                          <a:pos x="connsiteX3012" y="connsiteY3012"/>
                        </a:cxn>
                        <a:cxn ang="0">
                          <a:pos x="connsiteX3013" y="connsiteY3013"/>
                        </a:cxn>
                        <a:cxn ang="0">
                          <a:pos x="connsiteX3014" y="connsiteY3014"/>
                        </a:cxn>
                        <a:cxn ang="0">
                          <a:pos x="connsiteX3015" y="connsiteY3015"/>
                        </a:cxn>
                        <a:cxn ang="0">
                          <a:pos x="connsiteX3016" y="connsiteY3016"/>
                        </a:cxn>
                        <a:cxn ang="0">
                          <a:pos x="connsiteX3017" y="connsiteY3017"/>
                        </a:cxn>
                        <a:cxn ang="0">
                          <a:pos x="connsiteX3018" y="connsiteY3018"/>
                        </a:cxn>
                        <a:cxn ang="0">
                          <a:pos x="connsiteX3019" y="connsiteY3019"/>
                        </a:cxn>
                        <a:cxn ang="0">
                          <a:pos x="connsiteX3020" y="connsiteY3020"/>
                        </a:cxn>
                        <a:cxn ang="0">
                          <a:pos x="connsiteX3021" y="connsiteY3021"/>
                        </a:cxn>
                        <a:cxn ang="0">
                          <a:pos x="connsiteX3022" y="connsiteY3022"/>
                        </a:cxn>
                        <a:cxn ang="0">
                          <a:pos x="connsiteX3023" y="connsiteY3023"/>
                        </a:cxn>
                        <a:cxn ang="0">
                          <a:pos x="connsiteX3024" y="connsiteY3024"/>
                        </a:cxn>
                        <a:cxn ang="0">
                          <a:pos x="connsiteX3025" y="connsiteY3025"/>
                        </a:cxn>
                        <a:cxn ang="0">
                          <a:pos x="connsiteX3026" y="connsiteY3026"/>
                        </a:cxn>
                        <a:cxn ang="0">
                          <a:pos x="connsiteX3027" y="connsiteY3027"/>
                        </a:cxn>
                        <a:cxn ang="0">
                          <a:pos x="connsiteX3028" y="connsiteY3028"/>
                        </a:cxn>
                        <a:cxn ang="0">
                          <a:pos x="connsiteX3029" y="connsiteY3029"/>
                        </a:cxn>
                        <a:cxn ang="0">
                          <a:pos x="connsiteX3030" y="connsiteY3030"/>
                        </a:cxn>
                        <a:cxn ang="0">
                          <a:pos x="connsiteX3031" y="connsiteY3031"/>
                        </a:cxn>
                        <a:cxn ang="0">
                          <a:pos x="connsiteX3032" y="connsiteY3032"/>
                        </a:cxn>
                        <a:cxn ang="0">
                          <a:pos x="connsiteX3033" y="connsiteY3033"/>
                        </a:cxn>
                        <a:cxn ang="0">
                          <a:pos x="connsiteX3034" y="connsiteY3034"/>
                        </a:cxn>
                        <a:cxn ang="0">
                          <a:pos x="connsiteX3035" y="connsiteY3035"/>
                        </a:cxn>
                        <a:cxn ang="0">
                          <a:pos x="connsiteX3036" y="connsiteY3036"/>
                        </a:cxn>
                        <a:cxn ang="0">
                          <a:pos x="connsiteX3037" y="connsiteY3037"/>
                        </a:cxn>
                        <a:cxn ang="0">
                          <a:pos x="connsiteX3038" y="connsiteY3038"/>
                        </a:cxn>
                        <a:cxn ang="0">
                          <a:pos x="connsiteX3039" y="connsiteY3039"/>
                        </a:cxn>
                        <a:cxn ang="0">
                          <a:pos x="connsiteX3040" y="connsiteY3040"/>
                        </a:cxn>
                        <a:cxn ang="0">
                          <a:pos x="connsiteX3041" y="connsiteY3041"/>
                        </a:cxn>
                        <a:cxn ang="0">
                          <a:pos x="connsiteX3042" y="connsiteY3042"/>
                        </a:cxn>
                        <a:cxn ang="0">
                          <a:pos x="connsiteX3043" y="connsiteY3043"/>
                        </a:cxn>
                        <a:cxn ang="0">
                          <a:pos x="connsiteX3044" y="connsiteY3044"/>
                        </a:cxn>
                        <a:cxn ang="0">
                          <a:pos x="connsiteX3045" y="connsiteY3045"/>
                        </a:cxn>
                        <a:cxn ang="0">
                          <a:pos x="connsiteX3046" y="connsiteY3046"/>
                        </a:cxn>
                        <a:cxn ang="0">
                          <a:pos x="connsiteX3047" y="connsiteY3047"/>
                        </a:cxn>
                        <a:cxn ang="0">
                          <a:pos x="connsiteX3048" y="connsiteY3048"/>
                        </a:cxn>
                        <a:cxn ang="0">
                          <a:pos x="connsiteX3049" y="connsiteY3049"/>
                        </a:cxn>
                        <a:cxn ang="0">
                          <a:pos x="connsiteX3050" y="connsiteY3050"/>
                        </a:cxn>
                        <a:cxn ang="0">
                          <a:pos x="connsiteX3051" y="connsiteY3051"/>
                        </a:cxn>
                        <a:cxn ang="0">
                          <a:pos x="connsiteX3052" y="connsiteY3052"/>
                        </a:cxn>
                        <a:cxn ang="0">
                          <a:pos x="connsiteX3053" y="connsiteY3053"/>
                        </a:cxn>
                        <a:cxn ang="0">
                          <a:pos x="connsiteX3054" y="connsiteY3054"/>
                        </a:cxn>
                        <a:cxn ang="0">
                          <a:pos x="connsiteX3055" y="connsiteY3055"/>
                        </a:cxn>
                        <a:cxn ang="0">
                          <a:pos x="connsiteX3056" y="connsiteY3056"/>
                        </a:cxn>
                        <a:cxn ang="0">
                          <a:pos x="connsiteX3057" y="connsiteY3057"/>
                        </a:cxn>
                        <a:cxn ang="0">
                          <a:pos x="connsiteX3058" y="connsiteY3058"/>
                        </a:cxn>
                        <a:cxn ang="0">
                          <a:pos x="connsiteX3059" y="connsiteY3059"/>
                        </a:cxn>
                        <a:cxn ang="0">
                          <a:pos x="connsiteX3060" y="connsiteY3060"/>
                        </a:cxn>
                        <a:cxn ang="0">
                          <a:pos x="connsiteX3061" y="connsiteY3061"/>
                        </a:cxn>
                        <a:cxn ang="0">
                          <a:pos x="connsiteX3062" y="connsiteY3062"/>
                        </a:cxn>
                        <a:cxn ang="0">
                          <a:pos x="connsiteX3063" y="connsiteY3063"/>
                        </a:cxn>
                        <a:cxn ang="0">
                          <a:pos x="connsiteX3064" y="connsiteY3064"/>
                        </a:cxn>
                        <a:cxn ang="0">
                          <a:pos x="connsiteX3065" y="connsiteY3065"/>
                        </a:cxn>
                        <a:cxn ang="0">
                          <a:pos x="connsiteX3066" y="connsiteY3066"/>
                        </a:cxn>
                        <a:cxn ang="0">
                          <a:pos x="connsiteX3067" y="connsiteY3067"/>
                        </a:cxn>
                        <a:cxn ang="0">
                          <a:pos x="connsiteX3068" y="connsiteY3068"/>
                        </a:cxn>
                        <a:cxn ang="0">
                          <a:pos x="connsiteX3069" y="connsiteY3069"/>
                        </a:cxn>
                        <a:cxn ang="0">
                          <a:pos x="connsiteX3070" y="connsiteY3070"/>
                        </a:cxn>
                        <a:cxn ang="0">
                          <a:pos x="connsiteX3071" y="connsiteY3071"/>
                        </a:cxn>
                        <a:cxn ang="0">
                          <a:pos x="connsiteX3072" y="connsiteY3072"/>
                        </a:cxn>
                        <a:cxn ang="0">
                          <a:pos x="connsiteX3073" y="connsiteY3073"/>
                        </a:cxn>
                        <a:cxn ang="0">
                          <a:pos x="connsiteX3074" y="connsiteY3074"/>
                        </a:cxn>
                        <a:cxn ang="0">
                          <a:pos x="connsiteX3075" y="connsiteY3075"/>
                        </a:cxn>
                        <a:cxn ang="0">
                          <a:pos x="connsiteX3076" y="connsiteY3076"/>
                        </a:cxn>
                        <a:cxn ang="0">
                          <a:pos x="connsiteX3077" y="connsiteY3077"/>
                        </a:cxn>
                        <a:cxn ang="0">
                          <a:pos x="connsiteX3078" y="connsiteY3078"/>
                        </a:cxn>
                        <a:cxn ang="0">
                          <a:pos x="connsiteX3079" y="connsiteY3079"/>
                        </a:cxn>
                        <a:cxn ang="0">
                          <a:pos x="connsiteX3080" y="connsiteY3080"/>
                        </a:cxn>
                        <a:cxn ang="0">
                          <a:pos x="connsiteX3081" y="connsiteY3081"/>
                        </a:cxn>
                        <a:cxn ang="0">
                          <a:pos x="connsiteX3082" y="connsiteY3082"/>
                        </a:cxn>
                        <a:cxn ang="0">
                          <a:pos x="connsiteX3083" y="connsiteY3083"/>
                        </a:cxn>
                        <a:cxn ang="0">
                          <a:pos x="connsiteX3084" y="connsiteY3084"/>
                        </a:cxn>
                        <a:cxn ang="0">
                          <a:pos x="connsiteX3085" y="connsiteY3085"/>
                        </a:cxn>
                        <a:cxn ang="0">
                          <a:pos x="connsiteX3086" y="connsiteY3086"/>
                        </a:cxn>
                        <a:cxn ang="0">
                          <a:pos x="connsiteX3087" y="connsiteY3087"/>
                        </a:cxn>
                        <a:cxn ang="0">
                          <a:pos x="connsiteX3088" y="connsiteY3088"/>
                        </a:cxn>
                        <a:cxn ang="0">
                          <a:pos x="connsiteX3089" y="connsiteY3089"/>
                        </a:cxn>
                        <a:cxn ang="0">
                          <a:pos x="connsiteX3090" y="connsiteY3090"/>
                        </a:cxn>
                        <a:cxn ang="0">
                          <a:pos x="connsiteX3091" y="connsiteY3091"/>
                        </a:cxn>
                        <a:cxn ang="0">
                          <a:pos x="connsiteX3092" y="connsiteY3092"/>
                        </a:cxn>
                        <a:cxn ang="0">
                          <a:pos x="connsiteX3093" y="connsiteY3093"/>
                        </a:cxn>
                        <a:cxn ang="0">
                          <a:pos x="connsiteX3094" y="connsiteY3094"/>
                        </a:cxn>
                        <a:cxn ang="0">
                          <a:pos x="connsiteX3095" y="connsiteY3095"/>
                        </a:cxn>
                        <a:cxn ang="0">
                          <a:pos x="connsiteX3096" y="connsiteY3096"/>
                        </a:cxn>
                        <a:cxn ang="0">
                          <a:pos x="connsiteX3097" y="connsiteY3097"/>
                        </a:cxn>
                        <a:cxn ang="0">
                          <a:pos x="connsiteX3098" y="connsiteY3098"/>
                        </a:cxn>
                        <a:cxn ang="0">
                          <a:pos x="connsiteX3099" y="connsiteY3099"/>
                        </a:cxn>
                        <a:cxn ang="0">
                          <a:pos x="connsiteX3100" y="connsiteY3100"/>
                        </a:cxn>
                        <a:cxn ang="0">
                          <a:pos x="connsiteX3101" y="connsiteY3101"/>
                        </a:cxn>
                        <a:cxn ang="0">
                          <a:pos x="connsiteX3102" y="connsiteY3102"/>
                        </a:cxn>
                        <a:cxn ang="0">
                          <a:pos x="connsiteX3103" y="connsiteY3103"/>
                        </a:cxn>
                        <a:cxn ang="0">
                          <a:pos x="connsiteX3104" y="connsiteY3104"/>
                        </a:cxn>
                        <a:cxn ang="0">
                          <a:pos x="connsiteX3105" y="connsiteY3105"/>
                        </a:cxn>
                        <a:cxn ang="0">
                          <a:pos x="connsiteX3106" y="connsiteY3106"/>
                        </a:cxn>
                        <a:cxn ang="0">
                          <a:pos x="connsiteX3107" y="connsiteY3107"/>
                        </a:cxn>
                        <a:cxn ang="0">
                          <a:pos x="connsiteX3108" y="connsiteY3108"/>
                        </a:cxn>
                        <a:cxn ang="0">
                          <a:pos x="connsiteX3109" y="connsiteY3109"/>
                        </a:cxn>
                        <a:cxn ang="0">
                          <a:pos x="connsiteX3110" y="connsiteY3110"/>
                        </a:cxn>
                        <a:cxn ang="0">
                          <a:pos x="connsiteX3111" y="connsiteY3111"/>
                        </a:cxn>
                        <a:cxn ang="0">
                          <a:pos x="connsiteX3112" y="connsiteY3112"/>
                        </a:cxn>
                        <a:cxn ang="0">
                          <a:pos x="connsiteX3113" y="connsiteY3113"/>
                        </a:cxn>
                        <a:cxn ang="0">
                          <a:pos x="connsiteX3114" y="connsiteY3114"/>
                        </a:cxn>
                        <a:cxn ang="0">
                          <a:pos x="connsiteX3115" y="connsiteY3115"/>
                        </a:cxn>
                        <a:cxn ang="0">
                          <a:pos x="connsiteX3116" y="connsiteY3116"/>
                        </a:cxn>
                        <a:cxn ang="0">
                          <a:pos x="connsiteX3117" y="connsiteY3117"/>
                        </a:cxn>
                        <a:cxn ang="0">
                          <a:pos x="connsiteX3118" y="connsiteY3118"/>
                        </a:cxn>
                        <a:cxn ang="0">
                          <a:pos x="connsiteX3119" y="connsiteY3119"/>
                        </a:cxn>
                        <a:cxn ang="0">
                          <a:pos x="connsiteX3120" y="connsiteY3120"/>
                        </a:cxn>
                        <a:cxn ang="0">
                          <a:pos x="connsiteX3121" y="connsiteY3121"/>
                        </a:cxn>
                        <a:cxn ang="0">
                          <a:pos x="connsiteX3122" y="connsiteY3122"/>
                        </a:cxn>
                        <a:cxn ang="0">
                          <a:pos x="connsiteX3123" y="connsiteY3123"/>
                        </a:cxn>
                        <a:cxn ang="0">
                          <a:pos x="connsiteX3124" y="connsiteY3124"/>
                        </a:cxn>
                        <a:cxn ang="0">
                          <a:pos x="connsiteX3125" y="connsiteY3125"/>
                        </a:cxn>
                        <a:cxn ang="0">
                          <a:pos x="connsiteX3126" y="connsiteY3126"/>
                        </a:cxn>
                        <a:cxn ang="0">
                          <a:pos x="connsiteX3127" y="connsiteY3127"/>
                        </a:cxn>
                        <a:cxn ang="0">
                          <a:pos x="connsiteX3128" y="connsiteY3128"/>
                        </a:cxn>
                        <a:cxn ang="0">
                          <a:pos x="connsiteX3129" y="connsiteY3129"/>
                        </a:cxn>
                        <a:cxn ang="0">
                          <a:pos x="connsiteX3130" y="connsiteY3130"/>
                        </a:cxn>
                        <a:cxn ang="0">
                          <a:pos x="connsiteX3131" y="connsiteY3131"/>
                        </a:cxn>
                        <a:cxn ang="0">
                          <a:pos x="connsiteX3132" y="connsiteY3132"/>
                        </a:cxn>
                        <a:cxn ang="0">
                          <a:pos x="connsiteX3133" y="connsiteY3133"/>
                        </a:cxn>
                        <a:cxn ang="0">
                          <a:pos x="connsiteX3134" y="connsiteY3134"/>
                        </a:cxn>
                        <a:cxn ang="0">
                          <a:pos x="connsiteX3135" y="connsiteY3135"/>
                        </a:cxn>
                        <a:cxn ang="0">
                          <a:pos x="connsiteX3136" y="connsiteY3136"/>
                        </a:cxn>
                        <a:cxn ang="0">
                          <a:pos x="connsiteX3137" y="connsiteY3137"/>
                        </a:cxn>
                        <a:cxn ang="0">
                          <a:pos x="connsiteX3138" y="connsiteY3138"/>
                        </a:cxn>
                        <a:cxn ang="0">
                          <a:pos x="connsiteX3139" y="connsiteY3139"/>
                        </a:cxn>
                        <a:cxn ang="0">
                          <a:pos x="connsiteX3140" y="connsiteY3140"/>
                        </a:cxn>
                        <a:cxn ang="0">
                          <a:pos x="connsiteX3141" y="connsiteY3141"/>
                        </a:cxn>
                        <a:cxn ang="0">
                          <a:pos x="connsiteX3142" y="connsiteY3142"/>
                        </a:cxn>
                        <a:cxn ang="0">
                          <a:pos x="connsiteX3143" y="connsiteY3143"/>
                        </a:cxn>
                        <a:cxn ang="0">
                          <a:pos x="connsiteX3144" y="connsiteY3144"/>
                        </a:cxn>
                        <a:cxn ang="0">
                          <a:pos x="connsiteX3145" y="connsiteY3145"/>
                        </a:cxn>
                        <a:cxn ang="0">
                          <a:pos x="connsiteX3146" y="connsiteY3146"/>
                        </a:cxn>
                        <a:cxn ang="0">
                          <a:pos x="connsiteX3147" y="connsiteY3147"/>
                        </a:cxn>
                        <a:cxn ang="0">
                          <a:pos x="connsiteX3148" y="connsiteY3148"/>
                        </a:cxn>
                        <a:cxn ang="0">
                          <a:pos x="connsiteX3149" y="connsiteY3149"/>
                        </a:cxn>
                        <a:cxn ang="0">
                          <a:pos x="connsiteX3150" y="connsiteY3150"/>
                        </a:cxn>
                        <a:cxn ang="0">
                          <a:pos x="connsiteX3151" y="connsiteY3151"/>
                        </a:cxn>
                        <a:cxn ang="0">
                          <a:pos x="connsiteX3152" y="connsiteY3152"/>
                        </a:cxn>
                        <a:cxn ang="0">
                          <a:pos x="connsiteX3153" y="connsiteY3153"/>
                        </a:cxn>
                        <a:cxn ang="0">
                          <a:pos x="connsiteX3154" y="connsiteY3154"/>
                        </a:cxn>
                        <a:cxn ang="0">
                          <a:pos x="connsiteX3155" y="connsiteY3155"/>
                        </a:cxn>
                        <a:cxn ang="0">
                          <a:pos x="connsiteX3156" y="connsiteY3156"/>
                        </a:cxn>
                        <a:cxn ang="0">
                          <a:pos x="connsiteX3157" y="connsiteY3157"/>
                        </a:cxn>
                        <a:cxn ang="0">
                          <a:pos x="connsiteX3158" y="connsiteY3158"/>
                        </a:cxn>
                        <a:cxn ang="0">
                          <a:pos x="connsiteX3159" y="connsiteY3159"/>
                        </a:cxn>
                        <a:cxn ang="0">
                          <a:pos x="connsiteX3160" y="connsiteY3160"/>
                        </a:cxn>
                        <a:cxn ang="0">
                          <a:pos x="connsiteX3161" y="connsiteY3161"/>
                        </a:cxn>
                        <a:cxn ang="0">
                          <a:pos x="connsiteX3162" y="connsiteY3162"/>
                        </a:cxn>
                        <a:cxn ang="0">
                          <a:pos x="connsiteX3163" y="connsiteY3163"/>
                        </a:cxn>
                        <a:cxn ang="0">
                          <a:pos x="connsiteX3164" y="connsiteY3164"/>
                        </a:cxn>
                        <a:cxn ang="0">
                          <a:pos x="connsiteX3165" y="connsiteY3165"/>
                        </a:cxn>
                        <a:cxn ang="0">
                          <a:pos x="connsiteX3166" y="connsiteY3166"/>
                        </a:cxn>
                        <a:cxn ang="0">
                          <a:pos x="connsiteX3167" y="connsiteY3167"/>
                        </a:cxn>
                        <a:cxn ang="0">
                          <a:pos x="connsiteX3168" y="connsiteY3168"/>
                        </a:cxn>
                        <a:cxn ang="0">
                          <a:pos x="connsiteX3169" y="connsiteY3169"/>
                        </a:cxn>
                        <a:cxn ang="0">
                          <a:pos x="connsiteX3170" y="connsiteY3170"/>
                        </a:cxn>
                        <a:cxn ang="0">
                          <a:pos x="connsiteX3171" y="connsiteY3171"/>
                        </a:cxn>
                        <a:cxn ang="0">
                          <a:pos x="connsiteX3172" y="connsiteY3172"/>
                        </a:cxn>
                        <a:cxn ang="0">
                          <a:pos x="connsiteX3173" y="connsiteY3173"/>
                        </a:cxn>
                        <a:cxn ang="0">
                          <a:pos x="connsiteX3174" y="connsiteY3174"/>
                        </a:cxn>
                        <a:cxn ang="0">
                          <a:pos x="connsiteX3175" y="connsiteY3175"/>
                        </a:cxn>
                        <a:cxn ang="0">
                          <a:pos x="connsiteX3176" y="connsiteY3176"/>
                        </a:cxn>
                        <a:cxn ang="0">
                          <a:pos x="connsiteX3177" y="connsiteY3177"/>
                        </a:cxn>
                        <a:cxn ang="0">
                          <a:pos x="connsiteX3178" y="connsiteY3178"/>
                        </a:cxn>
                        <a:cxn ang="0">
                          <a:pos x="connsiteX3179" y="connsiteY3179"/>
                        </a:cxn>
                        <a:cxn ang="0">
                          <a:pos x="connsiteX3180" y="connsiteY3180"/>
                        </a:cxn>
                        <a:cxn ang="0">
                          <a:pos x="connsiteX3181" y="connsiteY3181"/>
                        </a:cxn>
                        <a:cxn ang="0">
                          <a:pos x="connsiteX3182" y="connsiteY3182"/>
                        </a:cxn>
                        <a:cxn ang="0">
                          <a:pos x="connsiteX3183" y="connsiteY3183"/>
                        </a:cxn>
                        <a:cxn ang="0">
                          <a:pos x="connsiteX3184" y="connsiteY3184"/>
                        </a:cxn>
                        <a:cxn ang="0">
                          <a:pos x="connsiteX3185" y="connsiteY3185"/>
                        </a:cxn>
                        <a:cxn ang="0">
                          <a:pos x="connsiteX3186" y="connsiteY3186"/>
                        </a:cxn>
                        <a:cxn ang="0">
                          <a:pos x="connsiteX3187" y="connsiteY3187"/>
                        </a:cxn>
                        <a:cxn ang="0">
                          <a:pos x="connsiteX3188" y="connsiteY3188"/>
                        </a:cxn>
                        <a:cxn ang="0">
                          <a:pos x="connsiteX3189" y="connsiteY3189"/>
                        </a:cxn>
                        <a:cxn ang="0">
                          <a:pos x="connsiteX3190" y="connsiteY3190"/>
                        </a:cxn>
                        <a:cxn ang="0">
                          <a:pos x="connsiteX3191" y="connsiteY3191"/>
                        </a:cxn>
                        <a:cxn ang="0">
                          <a:pos x="connsiteX3192" y="connsiteY3192"/>
                        </a:cxn>
                        <a:cxn ang="0">
                          <a:pos x="connsiteX3193" y="connsiteY3193"/>
                        </a:cxn>
                        <a:cxn ang="0">
                          <a:pos x="connsiteX3194" y="connsiteY3194"/>
                        </a:cxn>
                        <a:cxn ang="0">
                          <a:pos x="connsiteX3195" y="connsiteY3195"/>
                        </a:cxn>
                        <a:cxn ang="0">
                          <a:pos x="connsiteX3196" y="connsiteY3196"/>
                        </a:cxn>
                        <a:cxn ang="0">
                          <a:pos x="connsiteX3197" y="connsiteY3197"/>
                        </a:cxn>
                        <a:cxn ang="0">
                          <a:pos x="connsiteX3198" y="connsiteY3198"/>
                        </a:cxn>
                        <a:cxn ang="0">
                          <a:pos x="connsiteX3199" y="connsiteY3199"/>
                        </a:cxn>
                        <a:cxn ang="0">
                          <a:pos x="connsiteX3200" y="connsiteY3200"/>
                        </a:cxn>
                        <a:cxn ang="0">
                          <a:pos x="connsiteX3201" y="connsiteY3201"/>
                        </a:cxn>
                        <a:cxn ang="0">
                          <a:pos x="connsiteX3202" y="connsiteY3202"/>
                        </a:cxn>
                        <a:cxn ang="0">
                          <a:pos x="connsiteX3203" y="connsiteY3203"/>
                        </a:cxn>
                        <a:cxn ang="0">
                          <a:pos x="connsiteX3204" y="connsiteY3204"/>
                        </a:cxn>
                        <a:cxn ang="0">
                          <a:pos x="connsiteX3205" y="connsiteY3205"/>
                        </a:cxn>
                        <a:cxn ang="0">
                          <a:pos x="connsiteX3206" y="connsiteY3206"/>
                        </a:cxn>
                        <a:cxn ang="0">
                          <a:pos x="connsiteX3207" y="connsiteY3207"/>
                        </a:cxn>
                        <a:cxn ang="0">
                          <a:pos x="connsiteX3208" y="connsiteY3208"/>
                        </a:cxn>
                        <a:cxn ang="0">
                          <a:pos x="connsiteX3209" y="connsiteY3209"/>
                        </a:cxn>
                        <a:cxn ang="0">
                          <a:pos x="connsiteX3210" y="connsiteY3210"/>
                        </a:cxn>
                        <a:cxn ang="0">
                          <a:pos x="connsiteX3211" y="connsiteY3211"/>
                        </a:cxn>
                        <a:cxn ang="0">
                          <a:pos x="connsiteX3212" y="connsiteY3212"/>
                        </a:cxn>
                        <a:cxn ang="0">
                          <a:pos x="connsiteX3213" y="connsiteY3213"/>
                        </a:cxn>
                        <a:cxn ang="0">
                          <a:pos x="connsiteX3214" y="connsiteY3214"/>
                        </a:cxn>
                        <a:cxn ang="0">
                          <a:pos x="connsiteX3215" y="connsiteY3215"/>
                        </a:cxn>
                        <a:cxn ang="0">
                          <a:pos x="connsiteX3216" y="connsiteY3216"/>
                        </a:cxn>
                        <a:cxn ang="0">
                          <a:pos x="connsiteX3217" y="connsiteY3217"/>
                        </a:cxn>
                        <a:cxn ang="0">
                          <a:pos x="connsiteX3218" y="connsiteY3218"/>
                        </a:cxn>
                        <a:cxn ang="0">
                          <a:pos x="connsiteX3219" y="connsiteY3219"/>
                        </a:cxn>
                        <a:cxn ang="0">
                          <a:pos x="connsiteX3220" y="connsiteY3220"/>
                        </a:cxn>
                        <a:cxn ang="0">
                          <a:pos x="connsiteX3221" y="connsiteY3221"/>
                        </a:cxn>
                        <a:cxn ang="0">
                          <a:pos x="connsiteX3222" y="connsiteY3222"/>
                        </a:cxn>
                        <a:cxn ang="0">
                          <a:pos x="connsiteX3223" y="connsiteY3223"/>
                        </a:cxn>
                        <a:cxn ang="0">
                          <a:pos x="connsiteX3224" y="connsiteY3224"/>
                        </a:cxn>
                        <a:cxn ang="0">
                          <a:pos x="connsiteX3225" y="connsiteY3225"/>
                        </a:cxn>
                        <a:cxn ang="0">
                          <a:pos x="connsiteX3226" y="connsiteY3226"/>
                        </a:cxn>
                        <a:cxn ang="0">
                          <a:pos x="connsiteX3227" y="connsiteY3227"/>
                        </a:cxn>
                        <a:cxn ang="0">
                          <a:pos x="connsiteX3228" y="connsiteY3228"/>
                        </a:cxn>
                        <a:cxn ang="0">
                          <a:pos x="connsiteX3229" y="connsiteY3229"/>
                        </a:cxn>
                        <a:cxn ang="0">
                          <a:pos x="connsiteX3230" y="connsiteY3230"/>
                        </a:cxn>
                        <a:cxn ang="0">
                          <a:pos x="connsiteX3231" y="connsiteY3231"/>
                        </a:cxn>
                        <a:cxn ang="0">
                          <a:pos x="connsiteX3232" y="connsiteY3232"/>
                        </a:cxn>
                        <a:cxn ang="0">
                          <a:pos x="connsiteX3233" y="connsiteY3233"/>
                        </a:cxn>
                        <a:cxn ang="0">
                          <a:pos x="connsiteX3234" y="connsiteY3234"/>
                        </a:cxn>
                        <a:cxn ang="0">
                          <a:pos x="connsiteX3235" y="connsiteY3235"/>
                        </a:cxn>
                        <a:cxn ang="0">
                          <a:pos x="connsiteX3236" y="connsiteY3236"/>
                        </a:cxn>
                        <a:cxn ang="0">
                          <a:pos x="connsiteX3237" y="connsiteY3237"/>
                        </a:cxn>
                        <a:cxn ang="0">
                          <a:pos x="connsiteX3238" y="connsiteY3238"/>
                        </a:cxn>
                        <a:cxn ang="0">
                          <a:pos x="connsiteX3239" y="connsiteY3239"/>
                        </a:cxn>
                        <a:cxn ang="0">
                          <a:pos x="connsiteX3240" y="connsiteY3240"/>
                        </a:cxn>
                        <a:cxn ang="0">
                          <a:pos x="connsiteX3241" y="connsiteY3241"/>
                        </a:cxn>
                        <a:cxn ang="0">
                          <a:pos x="connsiteX3242" y="connsiteY3242"/>
                        </a:cxn>
                        <a:cxn ang="0">
                          <a:pos x="connsiteX3243" y="connsiteY3243"/>
                        </a:cxn>
                        <a:cxn ang="0">
                          <a:pos x="connsiteX3244" y="connsiteY3244"/>
                        </a:cxn>
                        <a:cxn ang="0">
                          <a:pos x="connsiteX3245" y="connsiteY3245"/>
                        </a:cxn>
                        <a:cxn ang="0">
                          <a:pos x="connsiteX3246" y="connsiteY3246"/>
                        </a:cxn>
                        <a:cxn ang="0">
                          <a:pos x="connsiteX3247" y="connsiteY3247"/>
                        </a:cxn>
                        <a:cxn ang="0">
                          <a:pos x="connsiteX3248" y="connsiteY3248"/>
                        </a:cxn>
                        <a:cxn ang="0">
                          <a:pos x="connsiteX3249" y="connsiteY3249"/>
                        </a:cxn>
                        <a:cxn ang="0">
                          <a:pos x="connsiteX3250" y="connsiteY3250"/>
                        </a:cxn>
                        <a:cxn ang="0">
                          <a:pos x="connsiteX3251" y="connsiteY3251"/>
                        </a:cxn>
                        <a:cxn ang="0">
                          <a:pos x="connsiteX3252" y="connsiteY3252"/>
                        </a:cxn>
                        <a:cxn ang="0">
                          <a:pos x="connsiteX3253" y="connsiteY3253"/>
                        </a:cxn>
                        <a:cxn ang="0">
                          <a:pos x="connsiteX3254" y="connsiteY3254"/>
                        </a:cxn>
                        <a:cxn ang="0">
                          <a:pos x="connsiteX3255" y="connsiteY3255"/>
                        </a:cxn>
                        <a:cxn ang="0">
                          <a:pos x="connsiteX3256" y="connsiteY3256"/>
                        </a:cxn>
                        <a:cxn ang="0">
                          <a:pos x="connsiteX3257" y="connsiteY3257"/>
                        </a:cxn>
                        <a:cxn ang="0">
                          <a:pos x="connsiteX3258" y="connsiteY3258"/>
                        </a:cxn>
                        <a:cxn ang="0">
                          <a:pos x="connsiteX3259" y="connsiteY3259"/>
                        </a:cxn>
                        <a:cxn ang="0">
                          <a:pos x="connsiteX3260" y="connsiteY3260"/>
                        </a:cxn>
                        <a:cxn ang="0">
                          <a:pos x="connsiteX3261" y="connsiteY3261"/>
                        </a:cxn>
                        <a:cxn ang="0">
                          <a:pos x="connsiteX3262" y="connsiteY3262"/>
                        </a:cxn>
                        <a:cxn ang="0">
                          <a:pos x="connsiteX3263" y="connsiteY3263"/>
                        </a:cxn>
                        <a:cxn ang="0">
                          <a:pos x="connsiteX3264" y="connsiteY3264"/>
                        </a:cxn>
                        <a:cxn ang="0">
                          <a:pos x="connsiteX3265" y="connsiteY3265"/>
                        </a:cxn>
                        <a:cxn ang="0">
                          <a:pos x="connsiteX3266" y="connsiteY3266"/>
                        </a:cxn>
                        <a:cxn ang="0">
                          <a:pos x="connsiteX3267" y="connsiteY3267"/>
                        </a:cxn>
                        <a:cxn ang="0">
                          <a:pos x="connsiteX3268" y="connsiteY3268"/>
                        </a:cxn>
                        <a:cxn ang="0">
                          <a:pos x="connsiteX3269" y="connsiteY3269"/>
                        </a:cxn>
                        <a:cxn ang="0">
                          <a:pos x="connsiteX3270" y="connsiteY3270"/>
                        </a:cxn>
                        <a:cxn ang="0">
                          <a:pos x="connsiteX3271" y="connsiteY3271"/>
                        </a:cxn>
                        <a:cxn ang="0">
                          <a:pos x="connsiteX3272" y="connsiteY3272"/>
                        </a:cxn>
                        <a:cxn ang="0">
                          <a:pos x="connsiteX3273" y="connsiteY3273"/>
                        </a:cxn>
                        <a:cxn ang="0">
                          <a:pos x="connsiteX3274" y="connsiteY3274"/>
                        </a:cxn>
                        <a:cxn ang="0">
                          <a:pos x="connsiteX3275" y="connsiteY3275"/>
                        </a:cxn>
                        <a:cxn ang="0">
                          <a:pos x="connsiteX3276" y="connsiteY3276"/>
                        </a:cxn>
                        <a:cxn ang="0">
                          <a:pos x="connsiteX3277" y="connsiteY3277"/>
                        </a:cxn>
                        <a:cxn ang="0">
                          <a:pos x="connsiteX3278" y="connsiteY3278"/>
                        </a:cxn>
                        <a:cxn ang="0">
                          <a:pos x="connsiteX3279" y="connsiteY3279"/>
                        </a:cxn>
                        <a:cxn ang="0">
                          <a:pos x="connsiteX3280" y="connsiteY3280"/>
                        </a:cxn>
                        <a:cxn ang="0">
                          <a:pos x="connsiteX3281" y="connsiteY3281"/>
                        </a:cxn>
                        <a:cxn ang="0">
                          <a:pos x="connsiteX3282" y="connsiteY3282"/>
                        </a:cxn>
                        <a:cxn ang="0">
                          <a:pos x="connsiteX3283" y="connsiteY3283"/>
                        </a:cxn>
                        <a:cxn ang="0">
                          <a:pos x="connsiteX3284" y="connsiteY3284"/>
                        </a:cxn>
                        <a:cxn ang="0">
                          <a:pos x="connsiteX3285" y="connsiteY3285"/>
                        </a:cxn>
                        <a:cxn ang="0">
                          <a:pos x="connsiteX3286" y="connsiteY3286"/>
                        </a:cxn>
                        <a:cxn ang="0">
                          <a:pos x="connsiteX3287" y="connsiteY3287"/>
                        </a:cxn>
                        <a:cxn ang="0">
                          <a:pos x="connsiteX3288" y="connsiteY3288"/>
                        </a:cxn>
                        <a:cxn ang="0">
                          <a:pos x="connsiteX3289" y="connsiteY3289"/>
                        </a:cxn>
                        <a:cxn ang="0">
                          <a:pos x="connsiteX3290" y="connsiteY3290"/>
                        </a:cxn>
                        <a:cxn ang="0">
                          <a:pos x="connsiteX3291" y="connsiteY3291"/>
                        </a:cxn>
                        <a:cxn ang="0">
                          <a:pos x="connsiteX3292" y="connsiteY3292"/>
                        </a:cxn>
                        <a:cxn ang="0">
                          <a:pos x="connsiteX3293" y="connsiteY3293"/>
                        </a:cxn>
                        <a:cxn ang="0">
                          <a:pos x="connsiteX3294" y="connsiteY3294"/>
                        </a:cxn>
                        <a:cxn ang="0">
                          <a:pos x="connsiteX3295" y="connsiteY3295"/>
                        </a:cxn>
                        <a:cxn ang="0">
                          <a:pos x="connsiteX3296" y="connsiteY3296"/>
                        </a:cxn>
                        <a:cxn ang="0">
                          <a:pos x="connsiteX3297" y="connsiteY3297"/>
                        </a:cxn>
                        <a:cxn ang="0">
                          <a:pos x="connsiteX3298" y="connsiteY3298"/>
                        </a:cxn>
                        <a:cxn ang="0">
                          <a:pos x="connsiteX3299" y="connsiteY3299"/>
                        </a:cxn>
                        <a:cxn ang="0">
                          <a:pos x="connsiteX3300" y="connsiteY3300"/>
                        </a:cxn>
                        <a:cxn ang="0">
                          <a:pos x="connsiteX3301" y="connsiteY3301"/>
                        </a:cxn>
                        <a:cxn ang="0">
                          <a:pos x="connsiteX3302" y="connsiteY3302"/>
                        </a:cxn>
                        <a:cxn ang="0">
                          <a:pos x="connsiteX3303" y="connsiteY3303"/>
                        </a:cxn>
                        <a:cxn ang="0">
                          <a:pos x="connsiteX3304" y="connsiteY3304"/>
                        </a:cxn>
                        <a:cxn ang="0">
                          <a:pos x="connsiteX3305" y="connsiteY3305"/>
                        </a:cxn>
                        <a:cxn ang="0">
                          <a:pos x="connsiteX3306" y="connsiteY3306"/>
                        </a:cxn>
                        <a:cxn ang="0">
                          <a:pos x="connsiteX3307" y="connsiteY3307"/>
                        </a:cxn>
                        <a:cxn ang="0">
                          <a:pos x="connsiteX3308" y="connsiteY3308"/>
                        </a:cxn>
                        <a:cxn ang="0">
                          <a:pos x="connsiteX3309" y="connsiteY3309"/>
                        </a:cxn>
                        <a:cxn ang="0">
                          <a:pos x="connsiteX3310" y="connsiteY3310"/>
                        </a:cxn>
                        <a:cxn ang="0">
                          <a:pos x="connsiteX3311" y="connsiteY3311"/>
                        </a:cxn>
                        <a:cxn ang="0">
                          <a:pos x="connsiteX3312" y="connsiteY3312"/>
                        </a:cxn>
                        <a:cxn ang="0">
                          <a:pos x="connsiteX3313" y="connsiteY3313"/>
                        </a:cxn>
                        <a:cxn ang="0">
                          <a:pos x="connsiteX3314" y="connsiteY3314"/>
                        </a:cxn>
                        <a:cxn ang="0">
                          <a:pos x="connsiteX3315" y="connsiteY3315"/>
                        </a:cxn>
                        <a:cxn ang="0">
                          <a:pos x="connsiteX3316" y="connsiteY3316"/>
                        </a:cxn>
                        <a:cxn ang="0">
                          <a:pos x="connsiteX3317" y="connsiteY3317"/>
                        </a:cxn>
                        <a:cxn ang="0">
                          <a:pos x="connsiteX3318" y="connsiteY3318"/>
                        </a:cxn>
                        <a:cxn ang="0">
                          <a:pos x="connsiteX3319" y="connsiteY3319"/>
                        </a:cxn>
                        <a:cxn ang="0">
                          <a:pos x="connsiteX3320" y="connsiteY3320"/>
                        </a:cxn>
                        <a:cxn ang="0">
                          <a:pos x="connsiteX3321" y="connsiteY3321"/>
                        </a:cxn>
                        <a:cxn ang="0">
                          <a:pos x="connsiteX3322" y="connsiteY3322"/>
                        </a:cxn>
                        <a:cxn ang="0">
                          <a:pos x="connsiteX3323" y="connsiteY3323"/>
                        </a:cxn>
                        <a:cxn ang="0">
                          <a:pos x="connsiteX3324" y="connsiteY3324"/>
                        </a:cxn>
                        <a:cxn ang="0">
                          <a:pos x="connsiteX3325" y="connsiteY3325"/>
                        </a:cxn>
                        <a:cxn ang="0">
                          <a:pos x="connsiteX3326" y="connsiteY3326"/>
                        </a:cxn>
                        <a:cxn ang="0">
                          <a:pos x="connsiteX3327" y="connsiteY3327"/>
                        </a:cxn>
                        <a:cxn ang="0">
                          <a:pos x="connsiteX3328" y="connsiteY3328"/>
                        </a:cxn>
                        <a:cxn ang="0">
                          <a:pos x="connsiteX3329" y="connsiteY3329"/>
                        </a:cxn>
                        <a:cxn ang="0">
                          <a:pos x="connsiteX3330" y="connsiteY3330"/>
                        </a:cxn>
                        <a:cxn ang="0">
                          <a:pos x="connsiteX3331" y="connsiteY3331"/>
                        </a:cxn>
                        <a:cxn ang="0">
                          <a:pos x="connsiteX3332" y="connsiteY3332"/>
                        </a:cxn>
                        <a:cxn ang="0">
                          <a:pos x="connsiteX3333" y="connsiteY3333"/>
                        </a:cxn>
                        <a:cxn ang="0">
                          <a:pos x="connsiteX3334" y="connsiteY3334"/>
                        </a:cxn>
                        <a:cxn ang="0">
                          <a:pos x="connsiteX3335" y="connsiteY3335"/>
                        </a:cxn>
                        <a:cxn ang="0">
                          <a:pos x="connsiteX3336" y="connsiteY3336"/>
                        </a:cxn>
                        <a:cxn ang="0">
                          <a:pos x="connsiteX3337" y="connsiteY3337"/>
                        </a:cxn>
                        <a:cxn ang="0">
                          <a:pos x="connsiteX3338" y="connsiteY3338"/>
                        </a:cxn>
                        <a:cxn ang="0">
                          <a:pos x="connsiteX3339" y="connsiteY3339"/>
                        </a:cxn>
                        <a:cxn ang="0">
                          <a:pos x="connsiteX3340" y="connsiteY3340"/>
                        </a:cxn>
                        <a:cxn ang="0">
                          <a:pos x="connsiteX3341" y="connsiteY3341"/>
                        </a:cxn>
                        <a:cxn ang="0">
                          <a:pos x="connsiteX3342" y="connsiteY3342"/>
                        </a:cxn>
                        <a:cxn ang="0">
                          <a:pos x="connsiteX3343" y="connsiteY3343"/>
                        </a:cxn>
                        <a:cxn ang="0">
                          <a:pos x="connsiteX3344" y="connsiteY3344"/>
                        </a:cxn>
                        <a:cxn ang="0">
                          <a:pos x="connsiteX3345" y="connsiteY3345"/>
                        </a:cxn>
                        <a:cxn ang="0">
                          <a:pos x="connsiteX3346" y="connsiteY3346"/>
                        </a:cxn>
                        <a:cxn ang="0">
                          <a:pos x="connsiteX3347" y="connsiteY3347"/>
                        </a:cxn>
                        <a:cxn ang="0">
                          <a:pos x="connsiteX3348" y="connsiteY3348"/>
                        </a:cxn>
                        <a:cxn ang="0">
                          <a:pos x="connsiteX3349" y="connsiteY3349"/>
                        </a:cxn>
                        <a:cxn ang="0">
                          <a:pos x="connsiteX3350" y="connsiteY3350"/>
                        </a:cxn>
                        <a:cxn ang="0">
                          <a:pos x="connsiteX3351" y="connsiteY3351"/>
                        </a:cxn>
                        <a:cxn ang="0">
                          <a:pos x="connsiteX3352" y="connsiteY3352"/>
                        </a:cxn>
                        <a:cxn ang="0">
                          <a:pos x="connsiteX3353" y="connsiteY3353"/>
                        </a:cxn>
                        <a:cxn ang="0">
                          <a:pos x="connsiteX3354" y="connsiteY3354"/>
                        </a:cxn>
                        <a:cxn ang="0">
                          <a:pos x="connsiteX3355" y="connsiteY3355"/>
                        </a:cxn>
                        <a:cxn ang="0">
                          <a:pos x="connsiteX3356" y="connsiteY3356"/>
                        </a:cxn>
                        <a:cxn ang="0">
                          <a:pos x="connsiteX3357" y="connsiteY3357"/>
                        </a:cxn>
                        <a:cxn ang="0">
                          <a:pos x="connsiteX3358" y="connsiteY3358"/>
                        </a:cxn>
                        <a:cxn ang="0">
                          <a:pos x="connsiteX3359" y="connsiteY3359"/>
                        </a:cxn>
                        <a:cxn ang="0">
                          <a:pos x="connsiteX3360" y="connsiteY3360"/>
                        </a:cxn>
                        <a:cxn ang="0">
                          <a:pos x="connsiteX3361" y="connsiteY3361"/>
                        </a:cxn>
                        <a:cxn ang="0">
                          <a:pos x="connsiteX3362" y="connsiteY3362"/>
                        </a:cxn>
                      </a:cxnLst>
                      <a:rect l="l" t="t" r="r" b="b"/>
                      <a:pathLst>
                        <a:path w="3405180" h="1830540">
                          <a:moveTo>
                            <a:pt x="3402974" y="247403"/>
                          </a:moveTo>
                          <a:cubicBezTo>
                            <a:pt x="3402974" y="246213"/>
                            <a:pt x="3402974" y="243834"/>
                            <a:pt x="3401785" y="243834"/>
                          </a:cubicBezTo>
                          <a:cubicBezTo>
                            <a:pt x="3399406" y="243834"/>
                            <a:pt x="3394648" y="243834"/>
                            <a:pt x="3394648" y="242645"/>
                          </a:cubicBezTo>
                          <a:cubicBezTo>
                            <a:pt x="3394648" y="241455"/>
                            <a:pt x="3391079" y="237887"/>
                            <a:pt x="3393458" y="237887"/>
                          </a:cubicBezTo>
                          <a:cubicBezTo>
                            <a:pt x="3395837" y="237887"/>
                            <a:pt x="3397027" y="235508"/>
                            <a:pt x="3398216" y="236698"/>
                          </a:cubicBezTo>
                          <a:cubicBezTo>
                            <a:pt x="3399406" y="237887"/>
                            <a:pt x="3400595" y="239076"/>
                            <a:pt x="3402974" y="239076"/>
                          </a:cubicBezTo>
                          <a:cubicBezTo>
                            <a:pt x="3404163" y="239076"/>
                            <a:pt x="3406542" y="235508"/>
                            <a:pt x="3404163" y="233129"/>
                          </a:cubicBezTo>
                          <a:cubicBezTo>
                            <a:pt x="3402974" y="230750"/>
                            <a:pt x="3399406" y="230750"/>
                            <a:pt x="3399406" y="229561"/>
                          </a:cubicBezTo>
                          <a:cubicBezTo>
                            <a:pt x="3398216" y="228371"/>
                            <a:pt x="3395837" y="228371"/>
                            <a:pt x="3394648" y="228371"/>
                          </a:cubicBezTo>
                          <a:cubicBezTo>
                            <a:pt x="3393458" y="228371"/>
                            <a:pt x="3393458" y="234319"/>
                            <a:pt x="3392269" y="234319"/>
                          </a:cubicBezTo>
                          <a:cubicBezTo>
                            <a:pt x="3391079" y="234319"/>
                            <a:pt x="3391079" y="231940"/>
                            <a:pt x="3389890" y="231940"/>
                          </a:cubicBezTo>
                          <a:cubicBezTo>
                            <a:pt x="3388700" y="231940"/>
                            <a:pt x="3385132" y="234319"/>
                            <a:pt x="3385132" y="233129"/>
                          </a:cubicBezTo>
                          <a:cubicBezTo>
                            <a:pt x="3385132" y="231940"/>
                            <a:pt x="3386321" y="225993"/>
                            <a:pt x="3385132" y="225993"/>
                          </a:cubicBezTo>
                          <a:cubicBezTo>
                            <a:pt x="3383943" y="224803"/>
                            <a:pt x="3382753" y="223614"/>
                            <a:pt x="3381564" y="223614"/>
                          </a:cubicBezTo>
                          <a:cubicBezTo>
                            <a:pt x="3379185" y="223614"/>
                            <a:pt x="3379185" y="228371"/>
                            <a:pt x="3377996" y="228371"/>
                          </a:cubicBezTo>
                          <a:cubicBezTo>
                            <a:pt x="3376806" y="228371"/>
                            <a:pt x="3375617" y="222424"/>
                            <a:pt x="3376806" y="222424"/>
                          </a:cubicBezTo>
                          <a:cubicBezTo>
                            <a:pt x="3377996" y="222424"/>
                            <a:pt x="3380374" y="222424"/>
                            <a:pt x="3381564" y="221235"/>
                          </a:cubicBezTo>
                          <a:cubicBezTo>
                            <a:pt x="3382753" y="220045"/>
                            <a:pt x="3383943" y="217667"/>
                            <a:pt x="3382753" y="216477"/>
                          </a:cubicBezTo>
                          <a:cubicBezTo>
                            <a:pt x="3381564" y="214098"/>
                            <a:pt x="3377996" y="211719"/>
                            <a:pt x="3379185" y="210530"/>
                          </a:cubicBezTo>
                          <a:cubicBezTo>
                            <a:pt x="3380374" y="209341"/>
                            <a:pt x="3383943" y="206962"/>
                            <a:pt x="3383943" y="205772"/>
                          </a:cubicBezTo>
                          <a:cubicBezTo>
                            <a:pt x="3383943" y="204583"/>
                            <a:pt x="3380374" y="202204"/>
                            <a:pt x="3381564" y="199825"/>
                          </a:cubicBezTo>
                          <a:cubicBezTo>
                            <a:pt x="3381564" y="197446"/>
                            <a:pt x="3382753" y="196257"/>
                            <a:pt x="3380374" y="193878"/>
                          </a:cubicBezTo>
                          <a:cubicBezTo>
                            <a:pt x="3377996" y="192688"/>
                            <a:pt x="3375617" y="189120"/>
                            <a:pt x="3372049" y="189120"/>
                          </a:cubicBezTo>
                          <a:cubicBezTo>
                            <a:pt x="3369670" y="189120"/>
                            <a:pt x="3363723" y="196257"/>
                            <a:pt x="3362533" y="195067"/>
                          </a:cubicBezTo>
                          <a:cubicBezTo>
                            <a:pt x="3362533" y="193878"/>
                            <a:pt x="3362533" y="186741"/>
                            <a:pt x="3363723" y="186741"/>
                          </a:cubicBezTo>
                          <a:cubicBezTo>
                            <a:pt x="3364912" y="186741"/>
                            <a:pt x="3367291" y="185552"/>
                            <a:pt x="3366102" y="184362"/>
                          </a:cubicBezTo>
                          <a:cubicBezTo>
                            <a:pt x="3366102" y="183173"/>
                            <a:pt x="3364912" y="181984"/>
                            <a:pt x="3363723" y="180794"/>
                          </a:cubicBezTo>
                          <a:cubicBezTo>
                            <a:pt x="3363723" y="179605"/>
                            <a:pt x="3363723" y="176036"/>
                            <a:pt x="3361344" y="174847"/>
                          </a:cubicBezTo>
                          <a:cubicBezTo>
                            <a:pt x="3360154" y="173657"/>
                            <a:pt x="3356585" y="178415"/>
                            <a:pt x="3354207" y="177226"/>
                          </a:cubicBezTo>
                          <a:cubicBezTo>
                            <a:pt x="3353017" y="176036"/>
                            <a:pt x="3353017" y="173657"/>
                            <a:pt x="3350638" y="172468"/>
                          </a:cubicBezTo>
                          <a:cubicBezTo>
                            <a:pt x="3348260" y="172468"/>
                            <a:pt x="3348260" y="171279"/>
                            <a:pt x="3347070" y="171279"/>
                          </a:cubicBezTo>
                          <a:cubicBezTo>
                            <a:pt x="3345881" y="171279"/>
                            <a:pt x="3341123" y="172468"/>
                            <a:pt x="3341123" y="171279"/>
                          </a:cubicBezTo>
                          <a:cubicBezTo>
                            <a:pt x="3342313" y="170089"/>
                            <a:pt x="3344691" y="167710"/>
                            <a:pt x="3347070" y="167710"/>
                          </a:cubicBezTo>
                          <a:cubicBezTo>
                            <a:pt x="3349449" y="167710"/>
                            <a:pt x="3351828" y="167710"/>
                            <a:pt x="3353017" y="167710"/>
                          </a:cubicBezTo>
                          <a:cubicBezTo>
                            <a:pt x="3354207" y="167710"/>
                            <a:pt x="3356585" y="161763"/>
                            <a:pt x="3357775" y="162953"/>
                          </a:cubicBezTo>
                          <a:cubicBezTo>
                            <a:pt x="3358964" y="164142"/>
                            <a:pt x="3360154" y="165331"/>
                            <a:pt x="3360154" y="165331"/>
                          </a:cubicBezTo>
                          <a:cubicBezTo>
                            <a:pt x="3361344" y="165331"/>
                            <a:pt x="3364912" y="155816"/>
                            <a:pt x="3366102" y="155816"/>
                          </a:cubicBezTo>
                          <a:cubicBezTo>
                            <a:pt x="3367291" y="155816"/>
                            <a:pt x="3370859" y="155816"/>
                            <a:pt x="3370859" y="153437"/>
                          </a:cubicBezTo>
                          <a:cubicBezTo>
                            <a:pt x="3372049" y="151058"/>
                            <a:pt x="3373238" y="149869"/>
                            <a:pt x="3369670" y="147490"/>
                          </a:cubicBezTo>
                          <a:cubicBezTo>
                            <a:pt x="3367291" y="146301"/>
                            <a:pt x="3360154" y="145111"/>
                            <a:pt x="3360154" y="143922"/>
                          </a:cubicBezTo>
                          <a:cubicBezTo>
                            <a:pt x="3360154" y="142732"/>
                            <a:pt x="3357775" y="141543"/>
                            <a:pt x="3358964" y="141543"/>
                          </a:cubicBezTo>
                          <a:cubicBezTo>
                            <a:pt x="3360154" y="141543"/>
                            <a:pt x="3374427" y="142732"/>
                            <a:pt x="3374427" y="140353"/>
                          </a:cubicBezTo>
                          <a:cubicBezTo>
                            <a:pt x="3375617" y="137974"/>
                            <a:pt x="3375617" y="134406"/>
                            <a:pt x="3374427" y="134406"/>
                          </a:cubicBezTo>
                          <a:cubicBezTo>
                            <a:pt x="3373238" y="133217"/>
                            <a:pt x="3368480" y="130838"/>
                            <a:pt x="3367291" y="129648"/>
                          </a:cubicBezTo>
                          <a:cubicBezTo>
                            <a:pt x="3367291" y="128459"/>
                            <a:pt x="3366102" y="127270"/>
                            <a:pt x="3363723" y="126080"/>
                          </a:cubicBezTo>
                          <a:cubicBezTo>
                            <a:pt x="3361344" y="126080"/>
                            <a:pt x="3358964" y="127270"/>
                            <a:pt x="3358964" y="124891"/>
                          </a:cubicBezTo>
                          <a:cubicBezTo>
                            <a:pt x="3358964" y="122512"/>
                            <a:pt x="3361344" y="120133"/>
                            <a:pt x="3361344" y="117754"/>
                          </a:cubicBezTo>
                          <a:cubicBezTo>
                            <a:pt x="3361344" y="115375"/>
                            <a:pt x="3356585" y="107049"/>
                            <a:pt x="3356585" y="104670"/>
                          </a:cubicBezTo>
                          <a:cubicBezTo>
                            <a:pt x="3356585" y="102291"/>
                            <a:pt x="3361344" y="97534"/>
                            <a:pt x="3361344" y="95155"/>
                          </a:cubicBezTo>
                          <a:cubicBezTo>
                            <a:pt x="3361344" y="92776"/>
                            <a:pt x="3357775" y="90397"/>
                            <a:pt x="3356585" y="90397"/>
                          </a:cubicBezTo>
                          <a:cubicBezTo>
                            <a:pt x="3355396" y="90397"/>
                            <a:pt x="3348260" y="99913"/>
                            <a:pt x="3347070" y="98723"/>
                          </a:cubicBezTo>
                          <a:cubicBezTo>
                            <a:pt x="3345881" y="97534"/>
                            <a:pt x="3347070" y="92776"/>
                            <a:pt x="3344691" y="92776"/>
                          </a:cubicBezTo>
                          <a:cubicBezTo>
                            <a:pt x="3343502" y="92776"/>
                            <a:pt x="3341123" y="97534"/>
                            <a:pt x="3339934" y="97534"/>
                          </a:cubicBezTo>
                          <a:cubicBezTo>
                            <a:pt x="3338744" y="97534"/>
                            <a:pt x="3337555" y="89208"/>
                            <a:pt x="3336366" y="89208"/>
                          </a:cubicBezTo>
                          <a:cubicBezTo>
                            <a:pt x="3335176" y="89208"/>
                            <a:pt x="3325660" y="86829"/>
                            <a:pt x="3323281" y="86829"/>
                          </a:cubicBezTo>
                          <a:cubicBezTo>
                            <a:pt x="3320902" y="86829"/>
                            <a:pt x="3316145" y="91586"/>
                            <a:pt x="3313766" y="89208"/>
                          </a:cubicBezTo>
                          <a:cubicBezTo>
                            <a:pt x="3311387" y="88018"/>
                            <a:pt x="3306630" y="79692"/>
                            <a:pt x="3304251" y="79692"/>
                          </a:cubicBezTo>
                          <a:cubicBezTo>
                            <a:pt x="3301872" y="79692"/>
                            <a:pt x="3299493" y="80882"/>
                            <a:pt x="3298304" y="79692"/>
                          </a:cubicBezTo>
                          <a:cubicBezTo>
                            <a:pt x="3297114" y="78503"/>
                            <a:pt x="3294735" y="76124"/>
                            <a:pt x="3293546" y="76124"/>
                          </a:cubicBezTo>
                          <a:cubicBezTo>
                            <a:pt x="3292356" y="77313"/>
                            <a:pt x="3289977" y="84450"/>
                            <a:pt x="3288788" y="84450"/>
                          </a:cubicBezTo>
                          <a:cubicBezTo>
                            <a:pt x="3287598" y="84450"/>
                            <a:pt x="3279272" y="85639"/>
                            <a:pt x="3280462" y="86829"/>
                          </a:cubicBezTo>
                          <a:cubicBezTo>
                            <a:pt x="3281651" y="88018"/>
                            <a:pt x="3286409" y="88018"/>
                            <a:pt x="3285219" y="89208"/>
                          </a:cubicBezTo>
                          <a:cubicBezTo>
                            <a:pt x="3284030" y="90397"/>
                            <a:pt x="3281651" y="95155"/>
                            <a:pt x="3279272" y="95155"/>
                          </a:cubicBezTo>
                          <a:cubicBezTo>
                            <a:pt x="3278083" y="95155"/>
                            <a:pt x="3273325" y="95155"/>
                            <a:pt x="3274515" y="96344"/>
                          </a:cubicBezTo>
                          <a:cubicBezTo>
                            <a:pt x="3275704" y="97534"/>
                            <a:pt x="3281651" y="103481"/>
                            <a:pt x="3280462" y="104670"/>
                          </a:cubicBezTo>
                          <a:cubicBezTo>
                            <a:pt x="3279272" y="105860"/>
                            <a:pt x="3276894" y="107049"/>
                            <a:pt x="3274515" y="105860"/>
                          </a:cubicBezTo>
                          <a:cubicBezTo>
                            <a:pt x="3272136" y="104670"/>
                            <a:pt x="3270947" y="93965"/>
                            <a:pt x="3269757" y="92776"/>
                          </a:cubicBezTo>
                          <a:cubicBezTo>
                            <a:pt x="3268568" y="91586"/>
                            <a:pt x="3266189" y="92776"/>
                            <a:pt x="3266189" y="93965"/>
                          </a:cubicBezTo>
                          <a:cubicBezTo>
                            <a:pt x="3265000" y="96344"/>
                            <a:pt x="3259052" y="103481"/>
                            <a:pt x="3259052" y="104670"/>
                          </a:cubicBezTo>
                          <a:cubicBezTo>
                            <a:pt x="3259052" y="105860"/>
                            <a:pt x="3259052" y="108239"/>
                            <a:pt x="3257863" y="109428"/>
                          </a:cubicBezTo>
                          <a:cubicBezTo>
                            <a:pt x="3256673" y="110617"/>
                            <a:pt x="3250726" y="115375"/>
                            <a:pt x="3251915" y="116565"/>
                          </a:cubicBezTo>
                          <a:cubicBezTo>
                            <a:pt x="3253105" y="117754"/>
                            <a:pt x="3260242" y="110617"/>
                            <a:pt x="3261431" y="111807"/>
                          </a:cubicBezTo>
                          <a:cubicBezTo>
                            <a:pt x="3263810" y="112996"/>
                            <a:pt x="3266189" y="118944"/>
                            <a:pt x="3267378" y="118944"/>
                          </a:cubicBezTo>
                          <a:cubicBezTo>
                            <a:pt x="3268568" y="120133"/>
                            <a:pt x="3279272" y="126080"/>
                            <a:pt x="3279272" y="128459"/>
                          </a:cubicBezTo>
                          <a:cubicBezTo>
                            <a:pt x="3279272" y="130838"/>
                            <a:pt x="3281651" y="134406"/>
                            <a:pt x="3279272" y="135596"/>
                          </a:cubicBezTo>
                          <a:cubicBezTo>
                            <a:pt x="3276894" y="136785"/>
                            <a:pt x="3275704" y="137974"/>
                            <a:pt x="3276894" y="140353"/>
                          </a:cubicBezTo>
                          <a:cubicBezTo>
                            <a:pt x="3278083" y="142732"/>
                            <a:pt x="3282841" y="141543"/>
                            <a:pt x="3284030" y="141543"/>
                          </a:cubicBezTo>
                          <a:cubicBezTo>
                            <a:pt x="3285219" y="140353"/>
                            <a:pt x="3288788" y="136785"/>
                            <a:pt x="3289977" y="137974"/>
                          </a:cubicBezTo>
                          <a:cubicBezTo>
                            <a:pt x="3291167" y="139164"/>
                            <a:pt x="3291167" y="140353"/>
                            <a:pt x="3292356" y="141543"/>
                          </a:cubicBezTo>
                          <a:cubicBezTo>
                            <a:pt x="3293546" y="141543"/>
                            <a:pt x="3294735" y="142732"/>
                            <a:pt x="3294735" y="145111"/>
                          </a:cubicBezTo>
                          <a:cubicBezTo>
                            <a:pt x="3294735" y="147490"/>
                            <a:pt x="3297114" y="151058"/>
                            <a:pt x="3297114" y="153437"/>
                          </a:cubicBezTo>
                          <a:cubicBezTo>
                            <a:pt x="3297114" y="154627"/>
                            <a:pt x="3299493" y="158195"/>
                            <a:pt x="3298304" y="158195"/>
                          </a:cubicBezTo>
                          <a:cubicBezTo>
                            <a:pt x="3297114" y="158195"/>
                            <a:pt x="3292356" y="153437"/>
                            <a:pt x="3291167" y="151058"/>
                          </a:cubicBezTo>
                          <a:cubicBezTo>
                            <a:pt x="3291167" y="148679"/>
                            <a:pt x="3288788" y="145111"/>
                            <a:pt x="3287598" y="145111"/>
                          </a:cubicBezTo>
                          <a:cubicBezTo>
                            <a:pt x="3286409" y="146301"/>
                            <a:pt x="3284030" y="148679"/>
                            <a:pt x="3285219" y="149869"/>
                          </a:cubicBezTo>
                          <a:cubicBezTo>
                            <a:pt x="3286409" y="151058"/>
                            <a:pt x="3289977" y="158195"/>
                            <a:pt x="3287598" y="158195"/>
                          </a:cubicBezTo>
                          <a:cubicBezTo>
                            <a:pt x="3285219" y="158195"/>
                            <a:pt x="3281651" y="157005"/>
                            <a:pt x="3280462" y="154627"/>
                          </a:cubicBezTo>
                          <a:cubicBezTo>
                            <a:pt x="3279272" y="152248"/>
                            <a:pt x="3278083" y="148679"/>
                            <a:pt x="3276894" y="148679"/>
                          </a:cubicBezTo>
                          <a:cubicBezTo>
                            <a:pt x="3274515" y="148679"/>
                            <a:pt x="3273325" y="147490"/>
                            <a:pt x="3272136" y="148679"/>
                          </a:cubicBezTo>
                          <a:cubicBezTo>
                            <a:pt x="3270947" y="149869"/>
                            <a:pt x="3268568" y="152248"/>
                            <a:pt x="3267378" y="152248"/>
                          </a:cubicBezTo>
                          <a:cubicBezTo>
                            <a:pt x="3265000" y="152248"/>
                            <a:pt x="3261431" y="149869"/>
                            <a:pt x="3262621" y="146301"/>
                          </a:cubicBezTo>
                          <a:cubicBezTo>
                            <a:pt x="3263810" y="143922"/>
                            <a:pt x="3265000" y="141543"/>
                            <a:pt x="3262621" y="139164"/>
                          </a:cubicBezTo>
                          <a:cubicBezTo>
                            <a:pt x="3261431" y="136785"/>
                            <a:pt x="3255484" y="132027"/>
                            <a:pt x="3255484" y="129648"/>
                          </a:cubicBezTo>
                          <a:cubicBezTo>
                            <a:pt x="3255484" y="127270"/>
                            <a:pt x="3255484" y="126080"/>
                            <a:pt x="3253105" y="126080"/>
                          </a:cubicBezTo>
                          <a:cubicBezTo>
                            <a:pt x="3250726" y="126080"/>
                            <a:pt x="3247158" y="126080"/>
                            <a:pt x="3245968" y="122512"/>
                          </a:cubicBezTo>
                          <a:cubicBezTo>
                            <a:pt x="3244779" y="118944"/>
                            <a:pt x="3243589" y="114186"/>
                            <a:pt x="3241211" y="110617"/>
                          </a:cubicBezTo>
                          <a:cubicBezTo>
                            <a:pt x="3238832" y="107049"/>
                            <a:pt x="3235264" y="105860"/>
                            <a:pt x="3234074" y="103481"/>
                          </a:cubicBezTo>
                          <a:cubicBezTo>
                            <a:pt x="3234074" y="101102"/>
                            <a:pt x="3232885" y="97534"/>
                            <a:pt x="3230506" y="97534"/>
                          </a:cubicBezTo>
                          <a:cubicBezTo>
                            <a:pt x="3228127" y="97534"/>
                            <a:pt x="3228127" y="98723"/>
                            <a:pt x="3228127" y="99913"/>
                          </a:cubicBezTo>
                          <a:cubicBezTo>
                            <a:pt x="3228127" y="101102"/>
                            <a:pt x="3225748" y="104670"/>
                            <a:pt x="3224558" y="103481"/>
                          </a:cubicBezTo>
                          <a:cubicBezTo>
                            <a:pt x="3223369" y="102291"/>
                            <a:pt x="3223369" y="97534"/>
                            <a:pt x="3220990" y="96344"/>
                          </a:cubicBezTo>
                          <a:cubicBezTo>
                            <a:pt x="3218611" y="95155"/>
                            <a:pt x="3215043" y="90397"/>
                            <a:pt x="3211475" y="90397"/>
                          </a:cubicBezTo>
                          <a:cubicBezTo>
                            <a:pt x="3207906" y="90397"/>
                            <a:pt x="3201959" y="90397"/>
                            <a:pt x="3201959" y="91586"/>
                          </a:cubicBezTo>
                          <a:cubicBezTo>
                            <a:pt x="3201959" y="92776"/>
                            <a:pt x="3200770" y="93965"/>
                            <a:pt x="3201959" y="95155"/>
                          </a:cubicBezTo>
                          <a:cubicBezTo>
                            <a:pt x="3203149" y="95155"/>
                            <a:pt x="3206717" y="98723"/>
                            <a:pt x="3207906" y="98723"/>
                          </a:cubicBezTo>
                          <a:cubicBezTo>
                            <a:pt x="3210285" y="98723"/>
                            <a:pt x="3216232" y="101102"/>
                            <a:pt x="3215043" y="101102"/>
                          </a:cubicBezTo>
                          <a:cubicBezTo>
                            <a:pt x="3213853" y="101102"/>
                            <a:pt x="3212664" y="101102"/>
                            <a:pt x="3212664" y="102291"/>
                          </a:cubicBezTo>
                          <a:cubicBezTo>
                            <a:pt x="3212664" y="103481"/>
                            <a:pt x="3209096" y="105860"/>
                            <a:pt x="3207906" y="104670"/>
                          </a:cubicBezTo>
                          <a:cubicBezTo>
                            <a:pt x="3206717" y="104670"/>
                            <a:pt x="3205528" y="102291"/>
                            <a:pt x="3203149" y="101102"/>
                          </a:cubicBezTo>
                          <a:cubicBezTo>
                            <a:pt x="3200770" y="99913"/>
                            <a:pt x="3196012" y="99913"/>
                            <a:pt x="3196012" y="97534"/>
                          </a:cubicBezTo>
                          <a:cubicBezTo>
                            <a:pt x="3196012" y="95155"/>
                            <a:pt x="3196012" y="91586"/>
                            <a:pt x="3194823" y="90397"/>
                          </a:cubicBezTo>
                          <a:cubicBezTo>
                            <a:pt x="3193633" y="89208"/>
                            <a:pt x="3187686" y="89208"/>
                            <a:pt x="3186496" y="90397"/>
                          </a:cubicBezTo>
                          <a:cubicBezTo>
                            <a:pt x="3185307" y="91586"/>
                            <a:pt x="3188875" y="92776"/>
                            <a:pt x="3187686" y="93965"/>
                          </a:cubicBezTo>
                          <a:cubicBezTo>
                            <a:pt x="3186496" y="95155"/>
                            <a:pt x="3184117" y="93965"/>
                            <a:pt x="3182928" y="95155"/>
                          </a:cubicBezTo>
                          <a:cubicBezTo>
                            <a:pt x="3181739" y="96344"/>
                            <a:pt x="3180549" y="98723"/>
                            <a:pt x="3179360" y="97534"/>
                          </a:cubicBezTo>
                          <a:cubicBezTo>
                            <a:pt x="3178170" y="96344"/>
                            <a:pt x="3175792" y="92776"/>
                            <a:pt x="3176981" y="91586"/>
                          </a:cubicBezTo>
                          <a:cubicBezTo>
                            <a:pt x="3178170" y="91586"/>
                            <a:pt x="3179360" y="90397"/>
                            <a:pt x="3178170" y="89208"/>
                          </a:cubicBezTo>
                          <a:cubicBezTo>
                            <a:pt x="3176981" y="88018"/>
                            <a:pt x="3175792" y="86829"/>
                            <a:pt x="3172223" y="88018"/>
                          </a:cubicBezTo>
                          <a:cubicBezTo>
                            <a:pt x="3168655" y="88018"/>
                            <a:pt x="3166276" y="89208"/>
                            <a:pt x="3166276" y="90397"/>
                          </a:cubicBezTo>
                          <a:cubicBezTo>
                            <a:pt x="3167466" y="91586"/>
                            <a:pt x="3167466" y="92776"/>
                            <a:pt x="3166276" y="92776"/>
                          </a:cubicBezTo>
                          <a:cubicBezTo>
                            <a:pt x="3165087" y="92776"/>
                            <a:pt x="3162708" y="92776"/>
                            <a:pt x="3162708" y="91586"/>
                          </a:cubicBezTo>
                          <a:cubicBezTo>
                            <a:pt x="3162708" y="90397"/>
                            <a:pt x="3163898" y="88018"/>
                            <a:pt x="3161519" y="88018"/>
                          </a:cubicBezTo>
                          <a:cubicBezTo>
                            <a:pt x="3159140" y="88018"/>
                            <a:pt x="3154382" y="88018"/>
                            <a:pt x="3154382" y="88018"/>
                          </a:cubicBezTo>
                          <a:cubicBezTo>
                            <a:pt x="3154382" y="89208"/>
                            <a:pt x="3157950" y="91586"/>
                            <a:pt x="3155571" y="91586"/>
                          </a:cubicBezTo>
                          <a:cubicBezTo>
                            <a:pt x="3153192" y="91586"/>
                            <a:pt x="3149624" y="89208"/>
                            <a:pt x="3146056" y="89208"/>
                          </a:cubicBezTo>
                          <a:cubicBezTo>
                            <a:pt x="3142487" y="89208"/>
                            <a:pt x="3141298" y="88018"/>
                            <a:pt x="3138919" y="88018"/>
                          </a:cubicBezTo>
                          <a:cubicBezTo>
                            <a:pt x="3136540" y="88018"/>
                            <a:pt x="3134162" y="89208"/>
                            <a:pt x="3131783" y="89208"/>
                          </a:cubicBezTo>
                          <a:cubicBezTo>
                            <a:pt x="3129404" y="89208"/>
                            <a:pt x="3122267" y="89208"/>
                            <a:pt x="3122267" y="86829"/>
                          </a:cubicBezTo>
                          <a:cubicBezTo>
                            <a:pt x="3121077" y="84450"/>
                            <a:pt x="3122267" y="82071"/>
                            <a:pt x="3118698" y="82071"/>
                          </a:cubicBezTo>
                          <a:cubicBezTo>
                            <a:pt x="3115130" y="82071"/>
                            <a:pt x="3115130" y="84450"/>
                            <a:pt x="3112751" y="84450"/>
                          </a:cubicBezTo>
                          <a:cubicBezTo>
                            <a:pt x="3110373" y="84450"/>
                            <a:pt x="3109183" y="82071"/>
                            <a:pt x="3106804" y="82071"/>
                          </a:cubicBezTo>
                          <a:cubicBezTo>
                            <a:pt x="3105615" y="82071"/>
                            <a:pt x="3103236" y="79692"/>
                            <a:pt x="3100857" y="78503"/>
                          </a:cubicBezTo>
                          <a:cubicBezTo>
                            <a:pt x="3098479" y="77313"/>
                            <a:pt x="3097289" y="78503"/>
                            <a:pt x="3098479" y="79692"/>
                          </a:cubicBezTo>
                          <a:cubicBezTo>
                            <a:pt x="3098479" y="80882"/>
                            <a:pt x="3099668" y="83260"/>
                            <a:pt x="3097289" y="83260"/>
                          </a:cubicBezTo>
                          <a:cubicBezTo>
                            <a:pt x="3096100" y="83260"/>
                            <a:pt x="3085394" y="83260"/>
                            <a:pt x="3084205" y="84450"/>
                          </a:cubicBezTo>
                          <a:cubicBezTo>
                            <a:pt x="3083015" y="85639"/>
                            <a:pt x="3081826" y="88018"/>
                            <a:pt x="3078258" y="88018"/>
                          </a:cubicBezTo>
                          <a:cubicBezTo>
                            <a:pt x="3074690" y="88018"/>
                            <a:pt x="3058038" y="83260"/>
                            <a:pt x="3059227" y="82071"/>
                          </a:cubicBezTo>
                          <a:cubicBezTo>
                            <a:pt x="3059227" y="80882"/>
                            <a:pt x="3073500" y="85639"/>
                            <a:pt x="3073500" y="84450"/>
                          </a:cubicBezTo>
                          <a:cubicBezTo>
                            <a:pt x="3073500" y="83260"/>
                            <a:pt x="3061606" y="72556"/>
                            <a:pt x="3056848" y="71366"/>
                          </a:cubicBezTo>
                          <a:cubicBezTo>
                            <a:pt x="3052090" y="71366"/>
                            <a:pt x="3037817" y="70177"/>
                            <a:pt x="3036628" y="71366"/>
                          </a:cubicBezTo>
                          <a:cubicBezTo>
                            <a:pt x="3034249" y="72556"/>
                            <a:pt x="3031870" y="74934"/>
                            <a:pt x="3031870" y="72556"/>
                          </a:cubicBezTo>
                          <a:cubicBezTo>
                            <a:pt x="3031870" y="70177"/>
                            <a:pt x="3034249" y="66608"/>
                            <a:pt x="3031870" y="65419"/>
                          </a:cubicBezTo>
                          <a:cubicBezTo>
                            <a:pt x="3029491" y="64230"/>
                            <a:pt x="3027113" y="64230"/>
                            <a:pt x="3025923" y="65419"/>
                          </a:cubicBezTo>
                          <a:cubicBezTo>
                            <a:pt x="3024734" y="66608"/>
                            <a:pt x="3023544" y="70177"/>
                            <a:pt x="3022355" y="68987"/>
                          </a:cubicBezTo>
                          <a:cubicBezTo>
                            <a:pt x="3019976" y="67798"/>
                            <a:pt x="3009271" y="61851"/>
                            <a:pt x="3004513" y="60661"/>
                          </a:cubicBezTo>
                          <a:cubicBezTo>
                            <a:pt x="2999755" y="60661"/>
                            <a:pt x="2991430" y="65419"/>
                            <a:pt x="2990240" y="65419"/>
                          </a:cubicBezTo>
                          <a:cubicBezTo>
                            <a:pt x="2987861" y="64230"/>
                            <a:pt x="2985482" y="59472"/>
                            <a:pt x="2983103" y="60661"/>
                          </a:cubicBezTo>
                          <a:cubicBezTo>
                            <a:pt x="2980724" y="60661"/>
                            <a:pt x="2977156" y="64230"/>
                            <a:pt x="2973588" y="63040"/>
                          </a:cubicBezTo>
                          <a:cubicBezTo>
                            <a:pt x="2970019" y="61851"/>
                            <a:pt x="2967641" y="58282"/>
                            <a:pt x="2965262" y="58282"/>
                          </a:cubicBezTo>
                          <a:cubicBezTo>
                            <a:pt x="2962883" y="58282"/>
                            <a:pt x="2960504" y="60661"/>
                            <a:pt x="2958125" y="60661"/>
                          </a:cubicBezTo>
                          <a:cubicBezTo>
                            <a:pt x="2955746" y="60661"/>
                            <a:pt x="2953367" y="58282"/>
                            <a:pt x="2952178" y="59472"/>
                          </a:cubicBezTo>
                          <a:cubicBezTo>
                            <a:pt x="2950988" y="60661"/>
                            <a:pt x="2949799" y="67798"/>
                            <a:pt x="2947420" y="66608"/>
                          </a:cubicBezTo>
                          <a:cubicBezTo>
                            <a:pt x="2946230" y="65419"/>
                            <a:pt x="2947420" y="61851"/>
                            <a:pt x="2943852" y="61851"/>
                          </a:cubicBezTo>
                          <a:cubicBezTo>
                            <a:pt x="2940283" y="61851"/>
                            <a:pt x="2936715" y="66608"/>
                            <a:pt x="2933147" y="65419"/>
                          </a:cubicBezTo>
                          <a:cubicBezTo>
                            <a:pt x="2930768" y="64230"/>
                            <a:pt x="2926011" y="64230"/>
                            <a:pt x="2924821" y="65419"/>
                          </a:cubicBezTo>
                          <a:cubicBezTo>
                            <a:pt x="2923632" y="66608"/>
                            <a:pt x="2924821" y="71366"/>
                            <a:pt x="2923632" y="71366"/>
                          </a:cubicBezTo>
                          <a:cubicBezTo>
                            <a:pt x="2922442" y="71366"/>
                            <a:pt x="2922442" y="67798"/>
                            <a:pt x="2920063" y="68987"/>
                          </a:cubicBezTo>
                          <a:cubicBezTo>
                            <a:pt x="2918874" y="70177"/>
                            <a:pt x="2917684" y="76124"/>
                            <a:pt x="2915305" y="76124"/>
                          </a:cubicBezTo>
                          <a:cubicBezTo>
                            <a:pt x="2912926" y="76124"/>
                            <a:pt x="2914116" y="71366"/>
                            <a:pt x="2911737" y="71366"/>
                          </a:cubicBezTo>
                          <a:cubicBezTo>
                            <a:pt x="2909358" y="71366"/>
                            <a:pt x="2905790" y="71366"/>
                            <a:pt x="2904600" y="72556"/>
                          </a:cubicBezTo>
                          <a:cubicBezTo>
                            <a:pt x="2904600" y="73745"/>
                            <a:pt x="2903411" y="77313"/>
                            <a:pt x="2902222" y="77313"/>
                          </a:cubicBezTo>
                          <a:cubicBezTo>
                            <a:pt x="2901032" y="77313"/>
                            <a:pt x="2898653" y="77313"/>
                            <a:pt x="2898653" y="77313"/>
                          </a:cubicBezTo>
                          <a:cubicBezTo>
                            <a:pt x="2897464" y="78503"/>
                            <a:pt x="2897464" y="80882"/>
                            <a:pt x="2895085" y="79692"/>
                          </a:cubicBezTo>
                          <a:cubicBezTo>
                            <a:pt x="2893896" y="78503"/>
                            <a:pt x="2891517" y="74934"/>
                            <a:pt x="2890328" y="74934"/>
                          </a:cubicBezTo>
                          <a:cubicBezTo>
                            <a:pt x="2889138" y="74934"/>
                            <a:pt x="2884380" y="77313"/>
                            <a:pt x="2883190" y="78503"/>
                          </a:cubicBezTo>
                          <a:cubicBezTo>
                            <a:pt x="2883190" y="79692"/>
                            <a:pt x="2883190" y="82071"/>
                            <a:pt x="2879622" y="82071"/>
                          </a:cubicBezTo>
                          <a:cubicBezTo>
                            <a:pt x="2876054" y="80882"/>
                            <a:pt x="2862970" y="82071"/>
                            <a:pt x="2859402" y="83260"/>
                          </a:cubicBezTo>
                          <a:cubicBezTo>
                            <a:pt x="2855834" y="83260"/>
                            <a:pt x="2857023" y="82071"/>
                            <a:pt x="2854644" y="82071"/>
                          </a:cubicBezTo>
                          <a:cubicBezTo>
                            <a:pt x="2852265" y="82071"/>
                            <a:pt x="2848697" y="82071"/>
                            <a:pt x="2846318" y="82071"/>
                          </a:cubicBezTo>
                          <a:cubicBezTo>
                            <a:pt x="2843939" y="83260"/>
                            <a:pt x="2839181" y="83260"/>
                            <a:pt x="2840371" y="84450"/>
                          </a:cubicBezTo>
                          <a:cubicBezTo>
                            <a:pt x="2841560" y="86829"/>
                            <a:pt x="2847507" y="89208"/>
                            <a:pt x="2847507" y="91586"/>
                          </a:cubicBezTo>
                          <a:cubicBezTo>
                            <a:pt x="2847507" y="95155"/>
                            <a:pt x="2848697" y="96344"/>
                            <a:pt x="2849886" y="97534"/>
                          </a:cubicBezTo>
                          <a:cubicBezTo>
                            <a:pt x="2851076" y="98723"/>
                            <a:pt x="2854644" y="99913"/>
                            <a:pt x="2854644" y="102291"/>
                          </a:cubicBezTo>
                          <a:cubicBezTo>
                            <a:pt x="2854644" y="103481"/>
                            <a:pt x="2853455" y="107049"/>
                            <a:pt x="2855834" y="107049"/>
                          </a:cubicBezTo>
                          <a:cubicBezTo>
                            <a:pt x="2857023" y="108239"/>
                            <a:pt x="2859402" y="109428"/>
                            <a:pt x="2859402" y="111807"/>
                          </a:cubicBezTo>
                          <a:cubicBezTo>
                            <a:pt x="2859402" y="114186"/>
                            <a:pt x="2855834" y="115375"/>
                            <a:pt x="2857023" y="118944"/>
                          </a:cubicBezTo>
                          <a:cubicBezTo>
                            <a:pt x="2858213" y="122512"/>
                            <a:pt x="2857023" y="126080"/>
                            <a:pt x="2859402" y="124891"/>
                          </a:cubicBezTo>
                          <a:cubicBezTo>
                            <a:pt x="2861781" y="123701"/>
                            <a:pt x="2865349" y="118944"/>
                            <a:pt x="2866539" y="120133"/>
                          </a:cubicBezTo>
                          <a:cubicBezTo>
                            <a:pt x="2867728" y="122512"/>
                            <a:pt x="2872486" y="122512"/>
                            <a:pt x="2873675" y="124891"/>
                          </a:cubicBezTo>
                          <a:cubicBezTo>
                            <a:pt x="2874864" y="127270"/>
                            <a:pt x="2873675" y="128459"/>
                            <a:pt x="2876054" y="129648"/>
                          </a:cubicBezTo>
                          <a:cubicBezTo>
                            <a:pt x="2878433" y="129648"/>
                            <a:pt x="2880811" y="129648"/>
                            <a:pt x="2883190" y="133217"/>
                          </a:cubicBezTo>
                          <a:cubicBezTo>
                            <a:pt x="2885570" y="136785"/>
                            <a:pt x="2887949" y="146301"/>
                            <a:pt x="2889138" y="147490"/>
                          </a:cubicBezTo>
                          <a:cubicBezTo>
                            <a:pt x="2890328" y="148679"/>
                            <a:pt x="2903411" y="153437"/>
                            <a:pt x="2903411" y="155816"/>
                          </a:cubicBezTo>
                          <a:cubicBezTo>
                            <a:pt x="2903411" y="158195"/>
                            <a:pt x="2899843" y="161763"/>
                            <a:pt x="2902222" y="161763"/>
                          </a:cubicBezTo>
                          <a:cubicBezTo>
                            <a:pt x="2903411" y="162953"/>
                            <a:pt x="2903411" y="164142"/>
                            <a:pt x="2902222" y="165331"/>
                          </a:cubicBezTo>
                          <a:cubicBezTo>
                            <a:pt x="2901032" y="166521"/>
                            <a:pt x="2906979" y="170089"/>
                            <a:pt x="2904600" y="171279"/>
                          </a:cubicBezTo>
                          <a:cubicBezTo>
                            <a:pt x="2902222" y="172468"/>
                            <a:pt x="2897464" y="170089"/>
                            <a:pt x="2895085" y="172468"/>
                          </a:cubicBezTo>
                          <a:cubicBezTo>
                            <a:pt x="2893896" y="173657"/>
                            <a:pt x="2895085" y="179605"/>
                            <a:pt x="2892706" y="179605"/>
                          </a:cubicBezTo>
                          <a:cubicBezTo>
                            <a:pt x="2890328" y="179605"/>
                            <a:pt x="2887949" y="178415"/>
                            <a:pt x="2886759" y="180794"/>
                          </a:cubicBezTo>
                          <a:cubicBezTo>
                            <a:pt x="2885570" y="181984"/>
                            <a:pt x="2883190" y="185552"/>
                            <a:pt x="2879622" y="184362"/>
                          </a:cubicBezTo>
                          <a:cubicBezTo>
                            <a:pt x="2876054" y="183173"/>
                            <a:pt x="2872486" y="181984"/>
                            <a:pt x="2872486" y="178415"/>
                          </a:cubicBezTo>
                          <a:cubicBezTo>
                            <a:pt x="2872486" y="174847"/>
                            <a:pt x="2872486" y="172468"/>
                            <a:pt x="2871296" y="170089"/>
                          </a:cubicBezTo>
                          <a:cubicBezTo>
                            <a:pt x="2870107" y="167710"/>
                            <a:pt x="2865349" y="160574"/>
                            <a:pt x="2862970" y="160574"/>
                          </a:cubicBezTo>
                          <a:cubicBezTo>
                            <a:pt x="2860592" y="160574"/>
                            <a:pt x="2858213" y="162953"/>
                            <a:pt x="2855834" y="161763"/>
                          </a:cubicBezTo>
                          <a:cubicBezTo>
                            <a:pt x="2854644" y="160574"/>
                            <a:pt x="2848697" y="159384"/>
                            <a:pt x="2845128" y="159384"/>
                          </a:cubicBezTo>
                          <a:cubicBezTo>
                            <a:pt x="2841560" y="159384"/>
                            <a:pt x="2836803" y="161763"/>
                            <a:pt x="2834424" y="158195"/>
                          </a:cubicBezTo>
                          <a:cubicBezTo>
                            <a:pt x="2832045" y="154627"/>
                            <a:pt x="2827287" y="151058"/>
                            <a:pt x="2828477" y="148679"/>
                          </a:cubicBezTo>
                          <a:cubicBezTo>
                            <a:pt x="2829666" y="146301"/>
                            <a:pt x="2828477" y="143922"/>
                            <a:pt x="2826098" y="141543"/>
                          </a:cubicBezTo>
                          <a:cubicBezTo>
                            <a:pt x="2823719" y="139164"/>
                            <a:pt x="2815393" y="140353"/>
                            <a:pt x="2815393" y="137974"/>
                          </a:cubicBezTo>
                          <a:cubicBezTo>
                            <a:pt x="2815393" y="135596"/>
                            <a:pt x="2814203" y="130838"/>
                            <a:pt x="2811824" y="130838"/>
                          </a:cubicBezTo>
                          <a:cubicBezTo>
                            <a:pt x="2809445" y="129648"/>
                            <a:pt x="2807067" y="128459"/>
                            <a:pt x="2804688" y="128459"/>
                          </a:cubicBezTo>
                          <a:cubicBezTo>
                            <a:pt x="2802309" y="128459"/>
                            <a:pt x="2799930" y="130838"/>
                            <a:pt x="2799930" y="132027"/>
                          </a:cubicBezTo>
                          <a:cubicBezTo>
                            <a:pt x="2799930" y="133217"/>
                            <a:pt x="2802309" y="147490"/>
                            <a:pt x="2801120" y="148679"/>
                          </a:cubicBezTo>
                          <a:cubicBezTo>
                            <a:pt x="2799930" y="149869"/>
                            <a:pt x="2798741" y="151058"/>
                            <a:pt x="2797551" y="152248"/>
                          </a:cubicBezTo>
                          <a:cubicBezTo>
                            <a:pt x="2796362" y="153437"/>
                            <a:pt x="2796362" y="160574"/>
                            <a:pt x="2793983" y="160574"/>
                          </a:cubicBezTo>
                          <a:cubicBezTo>
                            <a:pt x="2792794" y="160574"/>
                            <a:pt x="2791604" y="160574"/>
                            <a:pt x="2790415" y="158195"/>
                          </a:cubicBezTo>
                          <a:cubicBezTo>
                            <a:pt x="2790415" y="157005"/>
                            <a:pt x="2789226" y="153437"/>
                            <a:pt x="2786847" y="153437"/>
                          </a:cubicBezTo>
                          <a:cubicBezTo>
                            <a:pt x="2785657" y="153437"/>
                            <a:pt x="2783278" y="157005"/>
                            <a:pt x="2780899" y="157005"/>
                          </a:cubicBezTo>
                          <a:cubicBezTo>
                            <a:pt x="2778520" y="157005"/>
                            <a:pt x="2770194" y="154627"/>
                            <a:pt x="2767815" y="155816"/>
                          </a:cubicBezTo>
                          <a:cubicBezTo>
                            <a:pt x="2765437" y="157005"/>
                            <a:pt x="2764247" y="159384"/>
                            <a:pt x="2761868" y="159384"/>
                          </a:cubicBezTo>
                          <a:cubicBezTo>
                            <a:pt x="2759490" y="159384"/>
                            <a:pt x="2758300" y="157005"/>
                            <a:pt x="2755921" y="158195"/>
                          </a:cubicBezTo>
                          <a:cubicBezTo>
                            <a:pt x="2753543" y="159384"/>
                            <a:pt x="2747595" y="165331"/>
                            <a:pt x="2745216" y="165331"/>
                          </a:cubicBezTo>
                          <a:cubicBezTo>
                            <a:pt x="2742837" y="165331"/>
                            <a:pt x="2732132" y="157005"/>
                            <a:pt x="2729754" y="157005"/>
                          </a:cubicBezTo>
                          <a:cubicBezTo>
                            <a:pt x="2727375" y="157005"/>
                            <a:pt x="2729754" y="162953"/>
                            <a:pt x="2726185" y="164142"/>
                          </a:cubicBezTo>
                          <a:cubicBezTo>
                            <a:pt x="2723807" y="165331"/>
                            <a:pt x="2719049" y="166521"/>
                            <a:pt x="2716670" y="167710"/>
                          </a:cubicBezTo>
                          <a:cubicBezTo>
                            <a:pt x="2714291" y="170089"/>
                            <a:pt x="2714291" y="172468"/>
                            <a:pt x="2710722" y="172468"/>
                          </a:cubicBezTo>
                          <a:cubicBezTo>
                            <a:pt x="2707154" y="172468"/>
                            <a:pt x="2703586" y="171279"/>
                            <a:pt x="2701207" y="172468"/>
                          </a:cubicBezTo>
                          <a:cubicBezTo>
                            <a:pt x="2700018" y="173657"/>
                            <a:pt x="2696449" y="178415"/>
                            <a:pt x="2696449" y="180794"/>
                          </a:cubicBezTo>
                          <a:cubicBezTo>
                            <a:pt x="2696449" y="183173"/>
                            <a:pt x="2698828" y="198636"/>
                            <a:pt x="2697639" y="201015"/>
                          </a:cubicBezTo>
                          <a:cubicBezTo>
                            <a:pt x="2697639" y="203393"/>
                            <a:pt x="2696449" y="204583"/>
                            <a:pt x="2698828" y="205772"/>
                          </a:cubicBezTo>
                          <a:cubicBezTo>
                            <a:pt x="2700018" y="208151"/>
                            <a:pt x="2707154" y="215288"/>
                            <a:pt x="2705965" y="217667"/>
                          </a:cubicBezTo>
                          <a:cubicBezTo>
                            <a:pt x="2705965" y="220045"/>
                            <a:pt x="2705965" y="223614"/>
                            <a:pt x="2704775" y="222424"/>
                          </a:cubicBezTo>
                          <a:cubicBezTo>
                            <a:pt x="2703586" y="221235"/>
                            <a:pt x="2696449" y="208151"/>
                            <a:pt x="2694071" y="208151"/>
                          </a:cubicBezTo>
                          <a:cubicBezTo>
                            <a:pt x="2691692" y="208151"/>
                            <a:pt x="2689313" y="209341"/>
                            <a:pt x="2688124" y="206962"/>
                          </a:cubicBezTo>
                          <a:cubicBezTo>
                            <a:pt x="2686934" y="205772"/>
                            <a:pt x="2685745" y="203393"/>
                            <a:pt x="2684555" y="204583"/>
                          </a:cubicBezTo>
                          <a:cubicBezTo>
                            <a:pt x="2683366" y="204583"/>
                            <a:pt x="2683366" y="210530"/>
                            <a:pt x="2686934" y="211719"/>
                          </a:cubicBezTo>
                          <a:cubicBezTo>
                            <a:pt x="2689313" y="212909"/>
                            <a:pt x="2691692" y="215288"/>
                            <a:pt x="2692881" y="216477"/>
                          </a:cubicBezTo>
                          <a:cubicBezTo>
                            <a:pt x="2692881" y="217667"/>
                            <a:pt x="2695260" y="224803"/>
                            <a:pt x="2692881" y="222424"/>
                          </a:cubicBezTo>
                          <a:cubicBezTo>
                            <a:pt x="2690502" y="221235"/>
                            <a:pt x="2688124" y="214098"/>
                            <a:pt x="2685745" y="212909"/>
                          </a:cubicBezTo>
                          <a:cubicBezTo>
                            <a:pt x="2683366" y="212909"/>
                            <a:pt x="2680987" y="214098"/>
                            <a:pt x="2680987" y="210530"/>
                          </a:cubicBezTo>
                          <a:cubicBezTo>
                            <a:pt x="2680987" y="206962"/>
                            <a:pt x="2680987" y="203393"/>
                            <a:pt x="2679797" y="202204"/>
                          </a:cubicBezTo>
                          <a:cubicBezTo>
                            <a:pt x="2677418" y="199825"/>
                            <a:pt x="2671471" y="197446"/>
                            <a:pt x="2670282" y="193878"/>
                          </a:cubicBezTo>
                          <a:cubicBezTo>
                            <a:pt x="2669092" y="190310"/>
                            <a:pt x="2667903" y="187931"/>
                            <a:pt x="2665524" y="187931"/>
                          </a:cubicBezTo>
                          <a:cubicBezTo>
                            <a:pt x="2663145" y="187931"/>
                            <a:pt x="2663145" y="187931"/>
                            <a:pt x="2663145" y="190310"/>
                          </a:cubicBezTo>
                          <a:cubicBezTo>
                            <a:pt x="2663145" y="191499"/>
                            <a:pt x="2664335" y="196257"/>
                            <a:pt x="2664335" y="197446"/>
                          </a:cubicBezTo>
                          <a:cubicBezTo>
                            <a:pt x="2664335" y="199825"/>
                            <a:pt x="2663145" y="202204"/>
                            <a:pt x="2663145" y="201015"/>
                          </a:cubicBezTo>
                          <a:cubicBezTo>
                            <a:pt x="2661956" y="199825"/>
                            <a:pt x="2661956" y="192688"/>
                            <a:pt x="2657198" y="192688"/>
                          </a:cubicBezTo>
                          <a:cubicBezTo>
                            <a:pt x="2653630" y="192688"/>
                            <a:pt x="2647683" y="191499"/>
                            <a:pt x="2647683" y="192688"/>
                          </a:cubicBezTo>
                          <a:cubicBezTo>
                            <a:pt x="2647683" y="193878"/>
                            <a:pt x="2650062" y="197446"/>
                            <a:pt x="2647683" y="197446"/>
                          </a:cubicBezTo>
                          <a:cubicBezTo>
                            <a:pt x="2645303" y="196257"/>
                            <a:pt x="2645303" y="192688"/>
                            <a:pt x="2644114" y="192688"/>
                          </a:cubicBezTo>
                          <a:cubicBezTo>
                            <a:pt x="2642924" y="192688"/>
                            <a:pt x="2639356" y="193878"/>
                            <a:pt x="2636977" y="195067"/>
                          </a:cubicBezTo>
                          <a:cubicBezTo>
                            <a:pt x="2635788" y="196257"/>
                            <a:pt x="2631030" y="203393"/>
                            <a:pt x="2629841" y="202204"/>
                          </a:cubicBezTo>
                          <a:cubicBezTo>
                            <a:pt x="2628652" y="201015"/>
                            <a:pt x="2626273" y="199825"/>
                            <a:pt x="2627462" y="198636"/>
                          </a:cubicBezTo>
                          <a:cubicBezTo>
                            <a:pt x="2628652" y="197446"/>
                            <a:pt x="2631030" y="193878"/>
                            <a:pt x="2629841" y="191499"/>
                          </a:cubicBezTo>
                          <a:cubicBezTo>
                            <a:pt x="2628652" y="189120"/>
                            <a:pt x="2625083" y="185552"/>
                            <a:pt x="2623894" y="183173"/>
                          </a:cubicBezTo>
                          <a:cubicBezTo>
                            <a:pt x="2623894" y="180794"/>
                            <a:pt x="2625083" y="176036"/>
                            <a:pt x="2622705" y="173657"/>
                          </a:cubicBezTo>
                          <a:cubicBezTo>
                            <a:pt x="2621515" y="172468"/>
                            <a:pt x="2620326" y="167710"/>
                            <a:pt x="2620326" y="165331"/>
                          </a:cubicBezTo>
                          <a:cubicBezTo>
                            <a:pt x="2620326" y="162953"/>
                            <a:pt x="2615568" y="155816"/>
                            <a:pt x="2610810" y="149869"/>
                          </a:cubicBezTo>
                          <a:cubicBezTo>
                            <a:pt x="2604863" y="145111"/>
                            <a:pt x="2597726" y="142732"/>
                            <a:pt x="2595347" y="139164"/>
                          </a:cubicBezTo>
                          <a:cubicBezTo>
                            <a:pt x="2592969" y="136785"/>
                            <a:pt x="2588211" y="129648"/>
                            <a:pt x="2584643" y="127270"/>
                          </a:cubicBezTo>
                          <a:cubicBezTo>
                            <a:pt x="2579885" y="124891"/>
                            <a:pt x="2570369" y="123701"/>
                            <a:pt x="2566801" y="121322"/>
                          </a:cubicBezTo>
                          <a:cubicBezTo>
                            <a:pt x="2563233" y="118944"/>
                            <a:pt x="2557286" y="117754"/>
                            <a:pt x="2552528" y="118944"/>
                          </a:cubicBezTo>
                          <a:cubicBezTo>
                            <a:pt x="2547770" y="118944"/>
                            <a:pt x="2541823" y="120133"/>
                            <a:pt x="2538254" y="122512"/>
                          </a:cubicBezTo>
                          <a:cubicBezTo>
                            <a:pt x="2534686" y="124891"/>
                            <a:pt x="2532307" y="130838"/>
                            <a:pt x="2528739" y="129648"/>
                          </a:cubicBezTo>
                          <a:cubicBezTo>
                            <a:pt x="2526360" y="129648"/>
                            <a:pt x="2523981" y="127270"/>
                            <a:pt x="2520413" y="128459"/>
                          </a:cubicBezTo>
                          <a:cubicBezTo>
                            <a:pt x="2516845" y="129648"/>
                            <a:pt x="2499003" y="141543"/>
                            <a:pt x="2495435" y="141543"/>
                          </a:cubicBezTo>
                          <a:cubicBezTo>
                            <a:pt x="2491867" y="141543"/>
                            <a:pt x="2488298" y="140353"/>
                            <a:pt x="2485920" y="142732"/>
                          </a:cubicBezTo>
                          <a:cubicBezTo>
                            <a:pt x="2483541" y="145111"/>
                            <a:pt x="2481162" y="149869"/>
                            <a:pt x="2477593" y="151058"/>
                          </a:cubicBezTo>
                          <a:cubicBezTo>
                            <a:pt x="2475214" y="152248"/>
                            <a:pt x="2466888" y="158195"/>
                            <a:pt x="2464509" y="160574"/>
                          </a:cubicBezTo>
                          <a:cubicBezTo>
                            <a:pt x="2462131" y="162953"/>
                            <a:pt x="2454994" y="166521"/>
                            <a:pt x="2453805" y="167710"/>
                          </a:cubicBezTo>
                          <a:cubicBezTo>
                            <a:pt x="2452615" y="170089"/>
                            <a:pt x="2449047" y="172468"/>
                            <a:pt x="2445479" y="171279"/>
                          </a:cubicBezTo>
                          <a:cubicBezTo>
                            <a:pt x="2441910" y="170089"/>
                            <a:pt x="2438342" y="168900"/>
                            <a:pt x="2434773" y="168900"/>
                          </a:cubicBezTo>
                          <a:cubicBezTo>
                            <a:pt x="2431205" y="170089"/>
                            <a:pt x="2419311" y="174847"/>
                            <a:pt x="2419311" y="173657"/>
                          </a:cubicBezTo>
                          <a:cubicBezTo>
                            <a:pt x="2419311" y="172468"/>
                            <a:pt x="2425258" y="166521"/>
                            <a:pt x="2428826" y="166521"/>
                          </a:cubicBezTo>
                          <a:cubicBezTo>
                            <a:pt x="2432395" y="165331"/>
                            <a:pt x="2434773" y="162953"/>
                            <a:pt x="2432395" y="159384"/>
                          </a:cubicBezTo>
                          <a:cubicBezTo>
                            <a:pt x="2430016" y="155816"/>
                            <a:pt x="2428826" y="149869"/>
                            <a:pt x="2424069" y="149869"/>
                          </a:cubicBezTo>
                          <a:cubicBezTo>
                            <a:pt x="2420501" y="148679"/>
                            <a:pt x="2410985" y="149869"/>
                            <a:pt x="2409796" y="147490"/>
                          </a:cubicBezTo>
                          <a:cubicBezTo>
                            <a:pt x="2408606" y="145111"/>
                            <a:pt x="2396712" y="136785"/>
                            <a:pt x="2395522" y="137974"/>
                          </a:cubicBezTo>
                          <a:cubicBezTo>
                            <a:pt x="2394333" y="139164"/>
                            <a:pt x="2393143" y="143922"/>
                            <a:pt x="2391954" y="145111"/>
                          </a:cubicBezTo>
                          <a:cubicBezTo>
                            <a:pt x="2390765" y="146301"/>
                            <a:pt x="2388386" y="147490"/>
                            <a:pt x="2388386" y="149869"/>
                          </a:cubicBezTo>
                          <a:cubicBezTo>
                            <a:pt x="2388386" y="152248"/>
                            <a:pt x="2388386" y="157005"/>
                            <a:pt x="2388386" y="157005"/>
                          </a:cubicBezTo>
                          <a:cubicBezTo>
                            <a:pt x="2388386" y="157005"/>
                            <a:pt x="2386007" y="152248"/>
                            <a:pt x="2384818" y="153437"/>
                          </a:cubicBezTo>
                          <a:cubicBezTo>
                            <a:pt x="2383628" y="154627"/>
                            <a:pt x="2381249" y="162953"/>
                            <a:pt x="2380060" y="162953"/>
                          </a:cubicBezTo>
                          <a:cubicBezTo>
                            <a:pt x="2378870" y="162953"/>
                            <a:pt x="2376491" y="161763"/>
                            <a:pt x="2377681" y="158195"/>
                          </a:cubicBezTo>
                          <a:cubicBezTo>
                            <a:pt x="2378870" y="154627"/>
                            <a:pt x="2382439" y="152248"/>
                            <a:pt x="2381249" y="148679"/>
                          </a:cubicBezTo>
                          <a:cubicBezTo>
                            <a:pt x="2380060" y="146301"/>
                            <a:pt x="2377681" y="140353"/>
                            <a:pt x="2375302" y="139164"/>
                          </a:cubicBezTo>
                          <a:cubicBezTo>
                            <a:pt x="2372923" y="137974"/>
                            <a:pt x="2371733" y="140353"/>
                            <a:pt x="2370544" y="141543"/>
                          </a:cubicBezTo>
                          <a:cubicBezTo>
                            <a:pt x="2369354" y="142732"/>
                            <a:pt x="2365786" y="142732"/>
                            <a:pt x="2366976" y="145111"/>
                          </a:cubicBezTo>
                          <a:cubicBezTo>
                            <a:pt x="2368165" y="147490"/>
                            <a:pt x="2365786" y="154627"/>
                            <a:pt x="2364597" y="153437"/>
                          </a:cubicBezTo>
                          <a:cubicBezTo>
                            <a:pt x="2363407" y="152248"/>
                            <a:pt x="2362218" y="145111"/>
                            <a:pt x="2361029" y="142732"/>
                          </a:cubicBezTo>
                          <a:cubicBezTo>
                            <a:pt x="2359839" y="140353"/>
                            <a:pt x="2356271" y="137974"/>
                            <a:pt x="2356271" y="136785"/>
                          </a:cubicBezTo>
                          <a:cubicBezTo>
                            <a:pt x="2356271" y="134406"/>
                            <a:pt x="2357460" y="130838"/>
                            <a:pt x="2355082" y="130838"/>
                          </a:cubicBezTo>
                          <a:cubicBezTo>
                            <a:pt x="2352703" y="130838"/>
                            <a:pt x="2352703" y="136785"/>
                            <a:pt x="2349135" y="136785"/>
                          </a:cubicBezTo>
                          <a:cubicBezTo>
                            <a:pt x="2345566" y="136785"/>
                            <a:pt x="2343187" y="135596"/>
                            <a:pt x="2340808" y="136785"/>
                          </a:cubicBezTo>
                          <a:cubicBezTo>
                            <a:pt x="2338429" y="137974"/>
                            <a:pt x="2333671" y="141543"/>
                            <a:pt x="2333671" y="140353"/>
                          </a:cubicBezTo>
                          <a:cubicBezTo>
                            <a:pt x="2333671" y="137974"/>
                            <a:pt x="2337240" y="136785"/>
                            <a:pt x="2337240" y="134406"/>
                          </a:cubicBezTo>
                          <a:cubicBezTo>
                            <a:pt x="2337240" y="132027"/>
                            <a:pt x="2333671" y="126080"/>
                            <a:pt x="2333671" y="122512"/>
                          </a:cubicBezTo>
                          <a:cubicBezTo>
                            <a:pt x="2333671" y="120133"/>
                            <a:pt x="2334861" y="117754"/>
                            <a:pt x="2336050" y="118944"/>
                          </a:cubicBezTo>
                          <a:cubicBezTo>
                            <a:pt x="2337240" y="121322"/>
                            <a:pt x="2341998" y="126080"/>
                            <a:pt x="2344377" y="124891"/>
                          </a:cubicBezTo>
                          <a:cubicBezTo>
                            <a:pt x="2346756" y="123701"/>
                            <a:pt x="2349135" y="121322"/>
                            <a:pt x="2347945" y="117754"/>
                          </a:cubicBezTo>
                          <a:cubicBezTo>
                            <a:pt x="2346756" y="114186"/>
                            <a:pt x="2343187" y="110617"/>
                            <a:pt x="2341998" y="108239"/>
                          </a:cubicBezTo>
                          <a:cubicBezTo>
                            <a:pt x="2340808" y="105860"/>
                            <a:pt x="2336050" y="103481"/>
                            <a:pt x="2331293" y="101102"/>
                          </a:cubicBezTo>
                          <a:cubicBezTo>
                            <a:pt x="2326535" y="98723"/>
                            <a:pt x="2315830" y="96344"/>
                            <a:pt x="2309883" y="96344"/>
                          </a:cubicBezTo>
                          <a:cubicBezTo>
                            <a:pt x="2303936" y="97534"/>
                            <a:pt x="2296799" y="101102"/>
                            <a:pt x="2292041" y="101102"/>
                          </a:cubicBezTo>
                          <a:cubicBezTo>
                            <a:pt x="2287284" y="101102"/>
                            <a:pt x="2282526" y="101102"/>
                            <a:pt x="2280147" y="102291"/>
                          </a:cubicBezTo>
                          <a:cubicBezTo>
                            <a:pt x="2277769" y="103481"/>
                            <a:pt x="2270631" y="108239"/>
                            <a:pt x="2271821" y="110617"/>
                          </a:cubicBezTo>
                          <a:cubicBezTo>
                            <a:pt x="2271821" y="112996"/>
                            <a:pt x="2271821" y="124891"/>
                            <a:pt x="2273010" y="128459"/>
                          </a:cubicBezTo>
                          <a:cubicBezTo>
                            <a:pt x="2274200" y="132027"/>
                            <a:pt x="2275389" y="139164"/>
                            <a:pt x="2274200" y="140353"/>
                          </a:cubicBezTo>
                          <a:cubicBezTo>
                            <a:pt x="2273010" y="141543"/>
                            <a:pt x="2276579" y="147490"/>
                            <a:pt x="2274200" y="149869"/>
                          </a:cubicBezTo>
                          <a:cubicBezTo>
                            <a:pt x="2271821" y="151058"/>
                            <a:pt x="2269442" y="153437"/>
                            <a:pt x="2269442" y="155816"/>
                          </a:cubicBezTo>
                          <a:cubicBezTo>
                            <a:pt x="2269442" y="158195"/>
                            <a:pt x="2269442" y="162953"/>
                            <a:pt x="2265874" y="165331"/>
                          </a:cubicBezTo>
                          <a:cubicBezTo>
                            <a:pt x="2262305" y="167710"/>
                            <a:pt x="2257548" y="168900"/>
                            <a:pt x="2257548" y="165331"/>
                          </a:cubicBezTo>
                          <a:cubicBezTo>
                            <a:pt x="2257548" y="161763"/>
                            <a:pt x="2258737" y="160574"/>
                            <a:pt x="2256358" y="159384"/>
                          </a:cubicBezTo>
                          <a:cubicBezTo>
                            <a:pt x="2253980" y="158195"/>
                            <a:pt x="2250411" y="157005"/>
                            <a:pt x="2251601" y="155816"/>
                          </a:cubicBezTo>
                          <a:cubicBezTo>
                            <a:pt x="2253980" y="154627"/>
                            <a:pt x="2257548" y="157005"/>
                            <a:pt x="2258737" y="154627"/>
                          </a:cubicBezTo>
                          <a:cubicBezTo>
                            <a:pt x="2259927" y="152248"/>
                            <a:pt x="2263495" y="148679"/>
                            <a:pt x="2262305" y="145111"/>
                          </a:cubicBezTo>
                          <a:cubicBezTo>
                            <a:pt x="2261116" y="141543"/>
                            <a:pt x="2262305" y="136785"/>
                            <a:pt x="2259927" y="135596"/>
                          </a:cubicBezTo>
                          <a:cubicBezTo>
                            <a:pt x="2257548" y="134406"/>
                            <a:pt x="2253980" y="133217"/>
                            <a:pt x="2253980" y="130838"/>
                          </a:cubicBezTo>
                          <a:cubicBezTo>
                            <a:pt x="2253980" y="128459"/>
                            <a:pt x="2249222" y="126080"/>
                            <a:pt x="2251601" y="126080"/>
                          </a:cubicBezTo>
                          <a:cubicBezTo>
                            <a:pt x="2253980" y="126080"/>
                            <a:pt x="2255169" y="127270"/>
                            <a:pt x="2256358" y="126080"/>
                          </a:cubicBezTo>
                          <a:cubicBezTo>
                            <a:pt x="2257548" y="124891"/>
                            <a:pt x="2258737" y="121322"/>
                            <a:pt x="2259927" y="122512"/>
                          </a:cubicBezTo>
                          <a:cubicBezTo>
                            <a:pt x="2261116" y="123701"/>
                            <a:pt x="2258737" y="126080"/>
                            <a:pt x="2261116" y="127270"/>
                          </a:cubicBezTo>
                          <a:cubicBezTo>
                            <a:pt x="2263495" y="128459"/>
                            <a:pt x="2268252" y="133217"/>
                            <a:pt x="2268252" y="135596"/>
                          </a:cubicBezTo>
                          <a:cubicBezTo>
                            <a:pt x="2268252" y="137974"/>
                            <a:pt x="2268252" y="139164"/>
                            <a:pt x="2269442" y="139164"/>
                          </a:cubicBezTo>
                          <a:cubicBezTo>
                            <a:pt x="2270631" y="139164"/>
                            <a:pt x="2271821" y="126080"/>
                            <a:pt x="2270631" y="122512"/>
                          </a:cubicBezTo>
                          <a:cubicBezTo>
                            <a:pt x="2269442" y="118944"/>
                            <a:pt x="2268252" y="114186"/>
                            <a:pt x="2267063" y="115375"/>
                          </a:cubicBezTo>
                          <a:cubicBezTo>
                            <a:pt x="2265874" y="116565"/>
                            <a:pt x="2261116" y="118944"/>
                            <a:pt x="2258737" y="118944"/>
                          </a:cubicBezTo>
                          <a:cubicBezTo>
                            <a:pt x="2256358" y="118944"/>
                            <a:pt x="2253980" y="118944"/>
                            <a:pt x="2251601" y="121322"/>
                          </a:cubicBezTo>
                          <a:cubicBezTo>
                            <a:pt x="2248033" y="123701"/>
                            <a:pt x="2237327" y="129648"/>
                            <a:pt x="2237327" y="132027"/>
                          </a:cubicBezTo>
                          <a:cubicBezTo>
                            <a:pt x="2237327" y="134406"/>
                            <a:pt x="2240896" y="136785"/>
                            <a:pt x="2237327" y="137974"/>
                          </a:cubicBezTo>
                          <a:cubicBezTo>
                            <a:pt x="2233759" y="139164"/>
                            <a:pt x="2233759" y="139164"/>
                            <a:pt x="2232569" y="140353"/>
                          </a:cubicBezTo>
                          <a:cubicBezTo>
                            <a:pt x="2231380" y="141543"/>
                            <a:pt x="2230191" y="145111"/>
                            <a:pt x="2227812" y="142732"/>
                          </a:cubicBezTo>
                          <a:cubicBezTo>
                            <a:pt x="2225433" y="141543"/>
                            <a:pt x="2223054" y="135596"/>
                            <a:pt x="2226622" y="135596"/>
                          </a:cubicBezTo>
                          <a:cubicBezTo>
                            <a:pt x="2229001" y="135596"/>
                            <a:pt x="2231380" y="133217"/>
                            <a:pt x="2230191" y="132027"/>
                          </a:cubicBezTo>
                          <a:cubicBezTo>
                            <a:pt x="2229001" y="130838"/>
                            <a:pt x="2224244" y="127270"/>
                            <a:pt x="2225433" y="124891"/>
                          </a:cubicBezTo>
                          <a:cubicBezTo>
                            <a:pt x="2226622" y="122512"/>
                            <a:pt x="2227812" y="116565"/>
                            <a:pt x="2229001" y="117754"/>
                          </a:cubicBezTo>
                          <a:cubicBezTo>
                            <a:pt x="2230191" y="118944"/>
                            <a:pt x="2232569" y="120133"/>
                            <a:pt x="2233759" y="120133"/>
                          </a:cubicBezTo>
                          <a:cubicBezTo>
                            <a:pt x="2234948" y="120133"/>
                            <a:pt x="2237327" y="117754"/>
                            <a:pt x="2238517" y="118944"/>
                          </a:cubicBezTo>
                          <a:cubicBezTo>
                            <a:pt x="2239706" y="120133"/>
                            <a:pt x="2243275" y="121322"/>
                            <a:pt x="2245654" y="120133"/>
                          </a:cubicBezTo>
                          <a:cubicBezTo>
                            <a:pt x="2248033" y="118944"/>
                            <a:pt x="2255169" y="114186"/>
                            <a:pt x="2258737" y="114186"/>
                          </a:cubicBezTo>
                          <a:cubicBezTo>
                            <a:pt x="2261116" y="114186"/>
                            <a:pt x="2265874" y="112996"/>
                            <a:pt x="2265874" y="111807"/>
                          </a:cubicBezTo>
                          <a:cubicBezTo>
                            <a:pt x="2265874" y="110617"/>
                            <a:pt x="2256358" y="109428"/>
                            <a:pt x="2252790" y="110617"/>
                          </a:cubicBezTo>
                          <a:cubicBezTo>
                            <a:pt x="2250411" y="111807"/>
                            <a:pt x="2245654" y="111807"/>
                            <a:pt x="2243275" y="111807"/>
                          </a:cubicBezTo>
                          <a:cubicBezTo>
                            <a:pt x="2240896" y="111807"/>
                            <a:pt x="2236138" y="110617"/>
                            <a:pt x="2232569" y="110617"/>
                          </a:cubicBezTo>
                          <a:cubicBezTo>
                            <a:pt x="2229001" y="110617"/>
                            <a:pt x="2215918" y="109428"/>
                            <a:pt x="2213539" y="111807"/>
                          </a:cubicBezTo>
                          <a:cubicBezTo>
                            <a:pt x="2211160" y="114186"/>
                            <a:pt x="2208781" y="115375"/>
                            <a:pt x="2205213" y="115375"/>
                          </a:cubicBezTo>
                          <a:cubicBezTo>
                            <a:pt x="2200455" y="115375"/>
                            <a:pt x="2177856" y="115375"/>
                            <a:pt x="2171909" y="115375"/>
                          </a:cubicBezTo>
                          <a:cubicBezTo>
                            <a:pt x="2165961" y="116565"/>
                            <a:pt x="2152878" y="120133"/>
                            <a:pt x="2150499" y="118944"/>
                          </a:cubicBezTo>
                          <a:cubicBezTo>
                            <a:pt x="2149309" y="117754"/>
                            <a:pt x="2142173" y="111807"/>
                            <a:pt x="2139794" y="112996"/>
                          </a:cubicBezTo>
                          <a:cubicBezTo>
                            <a:pt x="2137415" y="112996"/>
                            <a:pt x="2132657" y="116565"/>
                            <a:pt x="2129089" y="116565"/>
                          </a:cubicBezTo>
                          <a:cubicBezTo>
                            <a:pt x="2125520" y="116565"/>
                            <a:pt x="2121952" y="116565"/>
                            <a:pt x="2123142" y="118944"/>
                          </a:cubicBezTo>
                          <a:cubicBezTo>
                            <a:pt x="2124331" y="121322"/>
                            <a:pt x="2125520" y="126080"/>
                            <a:pt x="2127899" y="126080"/>
                          </a:cubicBezTo>
                          <a:cubicBezTo>
                            <a:pt x="2130278" y="126080"/>
                            <a:pt x="2135036" y="124891"/>
                            <a:pt x="2137415" y="127270"/>
                          </a:cubicBezTo>
                          <a:cubicBezTo>
                            <a:pt x="2139794" y="129648"/>
                            <a:pt x="2140983" y="129648"/>
                            <a:pt x="2142173" y="129648"/>
                          </a:cubicBezTo>
                          <a:cubicBezTo>
                            <a:pt x="2143362" y="129648"/>
                            <a:pt x="2146931" y="128459"/>
                            <a:pt x="2148120" y="129648"/>
                          </a:cubicBezTo>
                          <a:cubicBezTo>
                            <a:pt x="2149309" y="132027"/>
                            <a:pt x="2152878" y="135596"/>
                            <a:pt x="2150499" y="136785"/>
                          </a:cubicBezTo>
                          <a:cubicBezTo>
                            <a:pt x="2148120" y="137974"/>
                            <a:pt x="2145741" y="140353"/>
                            <a:pt x="2144552" y="141543"/>
                          </a:cubicBezTo>
                          <a:cubicBezTo>
                            <a:pt x="2143362" y="142732"/>
                            <a:pt x="2143362" y="146301"/>
                            <a:pt x="2140983" y="146301"/>
                          </a:cubicBezTo>
                          <a:cubicBezTo>
                            <a:pt x="2138604" y="146301"/>
                            <a:pt x="2135036" y="143922"/>
                            <a:pt x="2132657" y="145111"/>
                          </a:cubicBezTo>
                          <a:cubicBezTo>
                            <a:pt x="2130278" y="146301"/>
                            <a:pt x="2125520" y="148679"/>
                            <a:pt x="2125520" y="148679"/>
                          </a:cubicBezTo>
                          <a:cubicBezTo>
                            <a:pt x="2125520" y="148679"/>
                            <a:pt x="2126710" y="155816"/>
                            <a:pt x="2125520" y="157005"/>
                          </a:cubicBezTo>
                          <a:cubicBezTo>
                            <a:pt x="2124331" y="158195"/>
                            <a:pt x="2121952" y="159384"/>
                            <a:pt x="2123142" y="161763"/>
                          </a:cubicBezTo>
                          <a:cubicBezTo>
                            <a:pt x="2124331" y="164142"/>
                            <a:pt x="2126710" y="170089"/>
                            <a:pt x="2129089" y="171279"/>
                          </a:cubicBezTo>
                          <a:cubicBezTo>
                            <a:pt x="2131467" y="172468"/>
                            <a:pt x="2137415" y="174847"/>
                            <a:pt x="2137415" y="172468"/>
                          </a:cubicBezTo>
                          <a:cubicBezTo>
                            <a:pt x="2137415" y="171279"/>
                            <a:pt x="2137415" y="165331"/>
                            <a:pt x="2140983" y="164142"/>
                          </a:cubicBezTo>
                          <a:cubicBezTo>
                            <a:pt x="2143362" y="162953"/>
                            <a:pt x="2151688" y="158195"/>
                            <a:pt x="2152878" y="160574"/>
                          </a:cubicBezTo>
                          <a:cubicBezTo>
                            <a:pt x="2154067" y="162953"/>
                            <a:pt x="2154067" y="168900"/>
                            <a:pt x="2152878" y="168900"/>
                          </a:cubicBezTo>
                          <a:cubicBezTo>
                            <a:pt x="2151688" y="168900"/>
                            <a:pt x="2144552" y="167710"/>
                            <a:pt x="2144552" y="168900"/>
                          </a:cubicBezTo>
                          <a:cubicBezTo>
                            <a:pt x="2144552" y="170089"/>
                            <a:pt x="2148120" y="172468"/>
                            <a:pt x="2148120" y="174847"/>
                          </a:cubicBezTo>
                          <a:cubicBezTo>
                            <a:pt x="2148120" y="177226"/>
                            <a:pt x="2148120" y="177226"/>
                            <a:pt x="2148120" y="178415"/>
                          </a:cubicBezTo>
                          <a:cubicBezTo>
                            <a:pt x="2148120" y="179605"/>
                            <a:pt x="2150499" y="183173"/>
                            <a:pt x="2148120" y="183173"/>
                          </a:cubicBezTo>
                          <a:cubicBezTo>
                            <a:pt x="2145741" y="183173"/>
                            <a:pt x="2143362" y="185552"/>
                            <a:pt x="2143362" y="185552"/>
                          </a:cubicBezTo>
                          <a:cubicBezTo>
                            <a:pt x="2143362" y="185552"/>
                            <a:pt x="2146931" y="186741"/>
                            <a:pt x="2148120" y="186741"/>
                          </a:cubicBezTo>
                          <a:cubicBezTo>
                            <a:pt x="2149309" y="186741"/>
                            <a:pt x="2154067" y="183173"/>
                            <a:pt x="2154067" y="185552"/>
                          </a:cubicBezTo>
                          <a:cubicBezTo>
                            <a:pt x="2155256" y="187931"/>
                            <a:pt x="2154067" y="192688"/>
                            <a:pt x="2155256" y="193878"/>
                          </a:cubicBezTo>
                          <a:cubicBezTo>
                            <a:pt x="2156446" y="195067"/>
                            <a:pt x="2161203" y="201015"/>
                            <a:pt x="2163582" y="201015"/>
                          </a:cubicBezTo>
                          <a:cubicBezTo>
                            <a:pt x="2165961" y="201015"/>
                            <a:pt x="2168340" y="198636"/>
                            <a:pt x="2168340" y="199825"/>
                          </a:cubicBezTo>
                          <a:cubicBezTo>
                            <a:pt x="2168340" y="202204"/>
                            <a:pt x="2168340" y="203393"/>
                            <a:pt x="2170719" y="204583"/>
                          </a:cubicBezTo>
                          <a:cubicBezTo>
                            <a:pt x="2173098" y="206962"/>
                            <a:pt x="2177856" y="211719"/>
                            <a:pt x="2175477" y="211719"/>
                          </a:cubicBezTo>
                          <a:cubicBezTo>
                            <a:pt x="2173098" y="211719"/>
                            <a:pt x="2171909" y="209341"/>
                            <a:pt x="2169529" y="210530"/>
                          </a:cubicBezTo>
                          <a:cubicBezTo>
                            <a:pt x="2167150" y="211719"/>
                            <a:pt x="2163582" y="212909"/>
                            <a:pt x="2164772" y="214098"/>
                          </a:cubicBezTo>
                          <a:cubicBezTo>
                            <a:pt x="2165961" y="215288"/>
                            <a:pt x="2167150" y="218856"/>
                            <a:pt x="2165961" y="220045"/>
                          </a:cubicBezTo>
                          <a:cubicBezTo>
                            <a:pt x="2163582" y="220045"/>
                            <a:pt x="2163582" y="217667"/>
                            <a:pt x="2162393" y="217667"/>
                          </a:cubicBezTo>
                          <a:cubicBezTo>
                            <a:pt x="2161203" y="217667"/>
                            <a:pt x="2157635" y="218856"/>
                            <a:pt x="2157635" y="216477"/>
                          </a:cubicBezTo>
                          <a:cubicBezTo>
                            <a:pt x="2157635" y="214098"/>
                            <a:pt x="2157635" y="212909"/>
                            <a:pt x="2155256" y="210530"/>
                          </a:cubicBezTo>
                          <a:cubicBezTo>
                            <a:pt x="2152878" y="208151"/>
                            <a:pt x="2150499" y="205772"/>
                            <a:pt x="2148120" y="205772"/>
                          </a:cubicBezTo>
                          <a:cubicBezTo>
                            <a:pt x="2145741" y="205772"/>
                            <a:pt x="2143362" y="205772"/>
                            <a:pt x="2144552" y="208151"/>
                          </a:cubicBezTo>
                          <a:cubicBezTo>
                            <a:pt x="2145741" y="209341"/>
                            <a:pt x="2148120" y="211719"/>
                            <a:pt x="2146931" y="212909"/>
                          </a:cubicBezTo>
                          <a:cubicBezTo>
                            <a:pt x="2145741" y="214098"/>
                            <a:pt x="2144552" y="216477"/>
                            <a:pt x="2143362" y="215288"/>
                          </a:cubicBezTo>
                          <a:cubicBezTo>
                            <a:pt x="2142173" y="214098"/>
                            <a:pt x="2139794" y="210530"/>
                            <a:pt x="2138604" y="211719"/>
                          </a:cubicBezTo>
                          <a:cubicBezTo>
                            <a:pt x="2137415" y="212909"/>
                            <a:pt x="2136225" y="215288"/>
                            <a:pt x="2137415" y="217667"/>
                          </a:cubicBezTo>
                          <a:cubicBezTo>
                            <a:pt x="2139794" y="218856"/>
                            <a:pt x="2139794" y="220045"/>
                            <a:pt x="2139794" y="222424"/>
                          </a:cubicBezTo>
                          <a:cubicBezTo>
                            <a:pt x="2139794" y="224803"/>
                            <a:pt x="2139794" y="229561"/>
                            <a:pt x="2140983" y="229561"/>
                          </a:cubicBezTo>
                          <a:cubicBezTo>
                            <a:pt x="2143362" y="230750"/>
                            <a:pt x="2145741" y="231940"/>
                            <a:pt x="2146931" y="230750"/>
                          </a:cubicBezTo>
                          <a:cubicBezTo>
                            <a:pt x="2148120" y="229561"/>
                            <a:pt x="2150499" y="225993"/>
                            <a:pt x="2152878" y="227182"/>
                          </a:cubicBezTo>
                          <a:cubicBezTo>
                            <a:pt x="2155256" y="228371"/>
                            <a:pt x="2158825" y="231940"/>
                            <a:pt x="2156446" y="231940"/>
                          </a:cubicBezTo>
                          <a:cubicBezTo>
                            <a:pt x="2154067" y="231940"/>
                            <a:pt x="2151688" y="233129"/>
                            <a:pt x="2152878" y="234319"/>
                          </a:cubicBezTo>
                          <a:cubicBezTo>
                            <a:pt x="2154067" y="235508"/>
                            <a:pt x="2160014" y="237887"/>
                            <a:pt x="2157635" y="239076"/>
                          </a:cubicBezTo>
                          <a:cubicBezTo>
                            <a:pt x="2155256" y="240266"/>
                            <a:pt x="2148120" y="237887"/>
                            <a:pt x="2146931" y="240266"/>
                          </a:cubicBezTo>
                          <a:cubicBezTo>
                            <a:pt x="2146931" y="242645"/>
                            <a:pt x="2152878" y="246213"/>
                            <a:pt x="2150499" y="246213"/>
                          </a:cubicBezTo>
                          <a:cubicBezTo>
                            <a:pt x="2148120" y="246213"/>
                            <a:pt x="2140983" y="247403"/>
                            <a:pt x="2139794" y="245024"/>
                          </a:cubicBezTo>
                          <a:cubicBezTo>
                            <a:pt x="2139794" y="242645"/>
                            <a:pt x="2139794" y="240266"/>
                            <a:pt x="2137415" y="240266"/>
                          </a:cubicBezTo>
                          <a:cubicBezTo>
                            <a:pt x="2136225" y="240266"/>
                            <a:pt x="2129089" y="241455"/>
                            <a:pt x="2127899" y="239076"/>
                          </a:cubicBezTo>
                          <a:cubicBezTo>
                            <a:pt x="2126710" y="236698"/>
                            <a:pt x="2127899" y="234319"/>
                            <a:pt x="2125520" y="234319"/>
                          </a:cubicBezTo>
                          <a:cubicBezTo>
                            <a:pt x="2123142" y="234319"/>
                            <a:pt x="2118384" y="233129"/>
                            <a:pt x="2117195" y="230750"/>
                          </a:cubicBezTo>
                          <a:cubicBezTo>
                            <a:pt x="2116005" y="228371"/>
                            <a:pt x="2113626" y="225993"/>
                            <a:pt x="2112437" y="225993"/>
                          </a:cubicBezTo>
                          <a:cubicBezTo>
                            <a:pt x="2111248" y="225993"/>
                            <a:pt x="2105300" y="228371"/>
                            <a:pt x="2104111" y="225993"/>
                          </a:cubicBezTo>
                          <a:cubicBezTo>
                            <a:pt x="2102921" y="223614"/>
                            <a:pt x="2098163" y="222424"/>
                            <a:pt x="2095784" y="223614"/>
                          </a:cubicBezTo>
                          <a:cubicBezTo>
                            <a:pt x="2093406" y="224803"/>
                            <a:pt x="2079133" y="229561"/>
                            <a:pt x="2077943" y="230750"/>
                          </a:cubicBezTo>
                          <a:cubicBezTo>
                            <a:pt x="2076754" y="233129"/>
                            <a:pt x="2077943" y="235508"/>
                            <a:pt x="2075565" y="236698"/>
                          </a:cubicBezTo>
                          <a:cubicBezTo>
                            <a:pt x="2074375" y="237887"/>
                            <a:pt x="2075565" y="239076"/>
                            <a:pt x="2075565" y="240266"/>
                          </a:cubicBezTo>
                          <a:cubicBezTo>
                            <a:pt x="2075565" y="241455"/>
                            <a:pt x="2079133" y="243834"/>
                            <a:pt x="2077943" y="245024"/>
                          </a:cubicBezTo>
                          <a:cubicBezTo>
                            <a:pt x="2076754" y="246213"/>
                            <a:pt x="2082701" y="252160"/>
                            <a:pt x="2081512" y="252160"/>
                          </a:cubicBezTo>
                          <a:cubicBezTo>
                            <a:pt x="2080322" y="252160"/>
                            <a:pt x="2075565" y="246213"/>
                            <a:pt x="2074375" y="247403"/>
                          </a:cubicBezTo>
                          <a:cubicBezTo>
                            <a:pt x="2073185" y="248592"/>
                            <a:pt x="2073185" y="250971"/>
                            <a:pt x="2070806" y="250971"/>
                          </a:cubicBezTo>
                          <a:cubicBezTo>
                            <a:pt x="2069617" y="250971"/>
                            <a:pt x="2064859" y="247403"/>
                            <a:pt x="2062480" y="248592"/>
                          </a:cubicBezTo>
                          <a:cubicBezTo>
                            <a:pt x="2062480" y="248592"/>
                            <a:pt x="2049397" y="252160"/>
                            <a:pt x="2045829" y="252160"/>
                          </a:cubicBezTo>
                          <a:cubicBezTo>
                            <a:pt x="2042260" y="252160"/>
                            <a:pt x="2037502" y="252160"/>
                            <a:pt x="2036313" y="250971"/>
                          </a:cubicBezTo>
                          <a:cubicBezTo>
                            <a:pt x="2035123" y="249781"/>
                            <a:pt x="2033934" y="245024"/>
                            <a:pt x="2031555" y="245024"/>
                          </a:cubicBezTo>
                          <a:cubicBezTo>
                            <a:pt x="2029176" y="245024"/>
                            <a:pt x="2025608" y="245024"/>
                            <a:pt x="2023229" y="242645"/>
                          </a:cubicBezTo>
                          <a:cubicBezTo>
                            <a:pt x="2022040" y="240266"/>
                            <a:pt x="2017282" y="234319"/>
                            <a:pt x="2017282" y="233129"/>
                          </a:cubicBezTo>
                          <a:cubicBezTo>
                            <a:pt x="2016093" y="231940"/>
                            <a:pt x="2013714" y="230750"/>
                            <a:pt x="2013714" y="230750"/>
                          </a:cubicBezTo>
                          <a:cubicBezTo>
                            <a:pt x="2013714" y="229561"/>
                            <a:pt x="2011335" y="227182"/>
                            <a:pt x="2010146" y="228371"/>
                          </a:cubicBezTo>
                          <a:cubicBezTo>
                            <a:pt x="2010146" y="229561"/>
                            <a:pt x="2011335" y="235508"/>
                            <a:pt x="2012524" y="236698"/>
                          </a:cubicBezTo>
                          <a:cubicBezTo>
                            <a:pt x="2013714" y="237887"/>
                            <a:pt x="2016093" y="240266"/>
                            <a:pt x="2016093" y="242645"/>
                          </a:cubicBezTo>
                          <a:cubicBezTo>
                            <a:pt x="2016093" y="245024"/>
                            <a:pt x="2016093" y="254539"/>
                            <a:pt x="2017282" y="258107"/>
                          </a:cubicBezTo>
                          <a:cubicBezTo>
                            <a:pt x="2018471" y="260486"/>
                            <a:pt x="2025608" y="273570"/>
                            <a:pt x="2027987" y="278328"/>
                          </a:cubicBezTo>
                          <a:cubicBezTo>
                            <a:pt x="2030365" y="283086"/>
                            <a:pt x="2031555" y="291412"/>
                            <a:pt x="2031555" y="293790"/>
                          </a:cubicBezTo>
                          <a:cubicBezTo>
                            <a:pt x="2032744" y="296169"/>
                            <a:pt x="2035123" y="305685"/>
                            <a:pt x="2035123" y="308064"/>
                          </a:cubicBezTo>
                          <a:cubicBezTo>
                            <a:pt x="2035123" y="310443"/>
                            <a:pt x="2035123" y="318769"/>
                            <a:pt x="2032744" y="317579"/>
                          </a:cubicBezTo>
                          <a:cubicBezTo>
                            <a:pt x="2031555" y="316390"/>
                            <a:pt x="2027987" y="314011"/>
                            <a:pt x="2027987" y="311632"/>
                          </a:cubicBezTo>
                          <a:cubicBezTo>
                            <a:pt x="2026797" y="309253"/>
                            <a:pt x="2026797" y="306874"/>
                            <a:pt x="2025608" y="306874"/>
                          </a:cubicBezTo>
                          <a:cubicBezTo>
                            <a:pt x="2024418" y="305685"/>
                            <a:pt x="2022040" y="303306"/>
                            <a:pt x="2020850" y="303306"/>
                          </a:cubicBezTo>
                          <a:cubicBezTo>
                            <a:pt x="2019661" y="303306"/>
                            <a:pt x="2019661" y="306874"/>
                            <a:pt x="2020850" y="309253"/>
                          </a:cubicBezTo>
                          <a:cubicBezTo>
                            <a:pt x="2022040" y="310443"/>
                            <a:pt x="2020850" y="314011"/>
                            <a:pt x="2018471" y="312821"/>
                          </a:cubicBezTo>
                          <a:cubicBezTo>
                            <a:pt x="2016093" y="311632"/>
                            <a:pt x="2011335" y="311632"/>
                            <a:pt x="2008956" y="308064"/>
                          </a:cubicBezTo>
                          <a:cubicBezTo>
                            <a:pt x="2006577" y="304495"/>
                            <a:pt x="2006577" y="300927"/>
                            <a:pt x="2003009" y="300927"/>
                          </a:cubicBezTo>
                          <a:cubicBezTo>
                            <a:pt x="2000630" y="300927"/>
                            <a:pt x="1992304" y="302117"/>
                            <a:pt x="1991114" y="299738"/>
                          </a:cubicBezTo>
                          <a:cubicBezTo>
                            <a:pt x="1989925" y="297359"/>
                            <a:pt x="1988735" y="296169"/>
                            <a:pt x="1987546" y="294980"/>
                          </a:cubicBezTo>
                          <a:cubicBezTo>
                            <a:pt x="1986357" y="293790"/>
                            <a:pt x="1972084" y="283086"/>
                            <a:pt x="1969704" y="280707"/>
                          </a:cubicBezTo>
                          <a:cubicBezTo>
                            <a:pt x="1967325" y="278328"/>
                            <a:pt x="1964946" y="275949"/>
                            <a:pt x="1963757" y="275949"/>
                          </a:cubicBezTo>
                          <a:cubicBezTo>
                            <a:pt x="1962568" y="275949"/>
                            <a:pt x="1958999" y="279517"/>
                            <a:pt x="1957810" y="279517"/>
                          </a:cubicBezTo>
                          <a:cubicBezTo>
                            <a:pt x="1956621" y="279517"/>
                            <a:pt x="1951863" y="277138"/>
                            <a:pt x="1954242" y="274759"/>
                          </a:cubicBezTo>
                          <a:cubicBezTo>
                            <a:pt x="1956621" y="272381"/>
                            <a:pt x="1961378" y="265244"/>
                            <a:pt x="1963757" y="266433"/>
                          </a:cubicBezTo>
                          <a:cubicBezTo>
                            <a:pt x="1966136" y="266433"/>
                            <a:pt x="1968515" y="266433"/>
                            <a:pt x="1967325" y="265244"/>
                          </a:cubicBezTo>
                          <a:cubicBezTo>
                            <a:pt x="1966136" y="264055"/>
                            <a:pt x="1962568" y="262865"/>
                            <a:pt x="1960189" y="261676"/>
                          </a:cubicBezTo>
                          <a:cubicBezTo>
                            <a:pt x="1956621" y="259297"/>
                            <a:pt x="1953052" y="254539"/>
                            <a:pt x="1951863" y="254539"/>
                          </a:cubicBezTo>
                          <a:cubicBezTo>
                            <a:pt x="1950674" y="254539"/>
                            <a:pt x="1950674" y="256918"/>
                            <a:pt x="1951863" y="258107"/>
                          </a:cubicBezTo>
                          <a:cubicBezTo>
                            <a:pt x="1953052" y="258107"/>
                            <a:pt x="1957810" y="264055"/>
                            <a:pt x="1956621" y="265244"/>
                          </a:cubicBezTo>
                          <a:cubicBezTo>
                            <a:pt x="1955431" y="266433"/>
                            <a:pt x="1954242" y="270002"/>
                            <a:pt x="1953052" y="270002"/>
                          </a:cubicBezTo>
                          <a:cubicBezTo>
                            <a:pt x="1951863" y="271191"/>
                            <a:pt x="1949484" y="274759"/>
                            <a:pt x="1948295" y="273570"/>
                          </a:cubicBezTo>
                          <a:cubicBezTo>
                            <a:pt x="1947105" y="272381"/>
                            <a:pt x="1945916" y="271191"/>
                            <a:pt x="1943537" y="271191"/>
                          </a:cubicBezTo>
                          <a:cubicBezTo>
                            <a:pt x="1941158" y="271191"/>
                            <a:pt x="1936400" y="268812"/>
                            <a:pt x="1934021" y="266433"/>
                          </a:cubicBezTo>
                          <a:cubicBezTo>
                            <a:pt x="1932832" y="264055"/>
                            <a:pt x="1931642" y="259297"/>
                            <a:pt x="1929263" y="259297"/>
                          </a:cubicBezTo>
                          <a:cubicBezTo>
                            <a:pt x="1926885" y="259297"/>
                            <a:pt x="1918559" y="259297"/>
                            <a:pt x="1918559" y="258107"/>
                          </a:cubicBezTo>
                          <a:cubicBezTo>
                            <a:pt x="1918559" y="256918"/>
                            <a:pt x="1919748" y="255729"/>
                            <a:pt x="1918559" y="254539"/>
                          </a:cubicBezTo>
                          <a:cubicBezTo>
                            <a:pt x="1917369" y="253350"/>
                            <a:pt x="1912612" y="249781"/>
                            <a:pt x="1914991" y="249781"/>
                          </a:cubicBezTo>
                          <a:cubicBezTo>
                            <a:pt x="1917369" y="249781"/>
                            <a:pt x="1925695" y="249781"/>
                            <a:pt x="1925695" y="250971"/>
                          </a:cubicBezTo>
                          <a:cubicBezTo>
                            <a:pt x="1926885" y="252160"/>
                            <a:pt x="1928074" y="253350"/>
                            <a:pt x="1929263" y="253350"/>
                          </a:cubicBezTo>
                          <a:cubicBezTo>
                            <a:pt x="1930453" y="253350"/>
                            <a:pt x="1932832" y="252160"/>
                            <a:pt x="1934021" y="253350"/>
                          </a:cubicBezTo>
                          <a:cubicBezTo>
                            <a:pt x="1935211" y="254539"/>
                            <a:pt x="1936400" y="256918"/>
                            <a:pt x="1938779" y="255729"/>
                          </a:cubicBezTo>
                          <a:cubicBezTo>
                            <a:pt x="1941158" y="255729"/>
                            <a:pt x="1943537" y="252160"/>
                            <a:pt x="1944727" y="249781"/>
                          </a:cubicBezTo>
                          <a:cubicBezTo>
                            <a:pt x="1947105" y="248592"/>
                            <a:pt x="1949484" y="245024"/>
                            <a:pt x="1948295" y="242645"/>
                          </a:cubicBezTo>
                          <a:cubicBezTo>
                            <a:pt x="1947105" y="240266"/>
                            <a:pt x="1943537" y="242645"/>
                            <a:pt x="1942348" y="241455"/>
                          </a:cubicBezTo>
                          <a:cubicBezTo>
                            <a:pt x="1941158" y="240266"/>
                            <a:pt x="1942348" y="237887"/>
                            <a:pt x="1941158" y="237887"/>
                          </a:cubicBezTo>
                          <a:cubicBezTo>
                            <a:pt x="1938779" y="237887"/>
                            <a:pt x="1935211" y="239076"/>
                            <a:pt x="1936400" y="236698"/>
                          </a:cubicBezTo>
                          <a:cubicBezTo>
                            <a:pt x="1937590" y="234319"/>
                            <a:pt x="1939969" y="230750"/>
                            <a:pt x="1938779" y="229561"/>
                          </a:cubicBezTo>
                          <a:cubicBezTo>
                            <a:pt x="1937590" y="228371"/>
                            <a:pt x="1937590" y="223614"/>
                            <a:pt x="1934021" y="223614"/>
                          </a:cubicBezTo>
                          <a:cubicBezTo>
                            <a:pt x="1931642" y="223614"/>
                            <a:pt x="1929263" y="224803"/>
                            <a:pt x="1929263" y="223614"/>
                          </a:cubicBezTo>
                          <a:cubicBezTo>
                            <a:pt x="1929263" y="222424"/>
                            <a:pt x="1926885" y="218856"/>
                            <a:pt x="1926885" y="218856"/>
                          </a:cubicBezTo>
                          <a:cubicBezTo>
                            <a:pt x="1925695" y="218856"/>
                            <a:pt x="1923316" y="222424"/>
                            <a:pt x="1922127" y="222424"/>
                          </a:cubicBezTo>
                          <a:cubicBezTo>
                            <a:pt x="1920938" y="222424"/>
                            <a:pt x="1919748" y="223614"/>
                            <a:pt x="1918559" y="224803"/>
                          </a:cubicBezTo>
                          <a:cubicBezTo>
                            <a:pt x="1917369" y="225993"/>
                            <a:pt x="1911422" y="225993"/>
                            <a:pt x="1911422" y="223614"/>
                          </a:cubicBezTo>
                          <a:cubicBezTo>
                            <a:pt x="1911422" y="221235"/>
                            <a:pt x="1910233" y="217667"/>
                            <a:pt x="1912612" y="216477"/>
                          </a:cubicBezTo>
                          <a:cubicBezTo>
                            <a:pt x="1914991" y="215288"/>
                            <a:pt x="1919748" y="210530"/>
                            <a:pt x="1919748" y="208151"/>
                          </a:cubicBezTo>
                          <a:cubicBezTo>
                            <a:pt x="1919748" y="204583"/>
                            <a:pt x="1919748" y="203393"/>
                            <a:pt x="1917369" y="203393"/>
                          </a:cubicBezTo>
                          <a:cubicBezTo>
                            <a:pt x="1916180" y="203393"/>
                            <a:pt x="1913801" y="206962"/>
                            <a:pt x="1912612" y="206962"/>
                          </a:cubicBezTo>
                          <a:cubicBezTo>
                            <a:pt x="1911422" y="206962"/>
                            <a:pt x="1910233" y="208151"/>
                            <a:pt x="1910233" y="209341"/>
                          </a:cubicBezTo>
                          <a:cubicBezTo>
                            <a:pt x="1910233" y="210530"/>
                            <a:pt x="1907854" y="212909"/>
                            <a:pt x="1907854" y="211719"/>
                          </a:cubicBezTo>
                          <a:cubicBezTo>
                            <a:pt x="1907854" y="210530"/>
                            <a:pt x="1906665" y="204583"/>
                            <a:pt x="1907854" y="204583"/>
                          </a:cubicBezTo>
                          <a:cubicBezTo>
                            <a:pt x="1910233" y="204583"/>
                            <a:pt x="1911422" y="202204"/>
                            <a:pt x="1911422" y="201015"/>
                          </a:cubicBezTo>
                          <a:cubicBezTo>
                            <a:pt x="1911422" y="199825"/>
                            <a:pt x="1911422" y="196257"/>
                            <a:pt x="1910233" y="196257"/>
                          </a:cubicBezTo>
                          <a:cubicBezTo>
                            <a:pt x="1909044" y="196257"/>
                            <a:pt x="1904286" y="198636"/>
                            <a:pt x="1904286" y="197446"/>
                          </a:cubicBezTo>
                          <a:cubicBezTo>
                            <a:pt x="1904286" y="196257"/>
                            <a:pt x="1904286" y="193878"/>
                            <a:pt x="1903096" y="193878"/>
                          </a:cubicBezTo>
                          <a:cubicBezTo>
                            <a:pt x="1900717" y="193878"/>
                            <a:pt x="1897149" y="192688"/>
                            <a:pt x="1897149" y="191499"/>
                          </a:cubicBezTo>
                          <a:cubicBezTo>
                            <a:pt x="1897149" y="190310"/>
                            <a:pt x="1898338" y="190310"/>
                            <a:pt x="1897149" y="189120"/>
                          </a:cubicBezTo>
                          <a:cubicBezTo>
                            <a:pt x="1895959" y="189120"/>
                            <a:pt x="1892391" y="187931"/>
                            <a:pt x="1893580" y="185552"/>
                          </a:cubicBezTo>
                          <a:cubicBezTo>
                            <a:pt x="1894770" y="183173"/>
                            <a:pt x="1897149" y="183173"/>
                            <a:pt x="1897149" y="180794"/>
                          </a:cubicBezTo>
                          <a:cubicBezTo>
                            <a:pt x="1897149" y="179605"/>
                            <a:pt x="1894770" y="177226"/>
                            <a:pt x="1893580" y="178415"/>
                          </a:cubicBezTo>
                          <a:cubicBezTo>
                            <a:pt x="1892391" y="178415"/>
                            <a:pt x="1886444" y="187931"/>
                            <a:pt x="1886444" y="185552"/>
                          </a:cubicBezTo>
                          <a:cubicBezTo>
                            <a:pt x="1886444" y="183173"/>
                            <a:pt x="1887633" y="177226"/>
                            <a:pt x="1885255" y="176036"/>
                          </a:cubicBezTo>
                          <a:cubicBezTo>
                            <a:pt x="1884065" y="174847"/>
                            <a:pt x="1880497" y="171279"/>
                            <a:pt x="1879308" y="171279"/>
                          </a:cubicBezTo>
                          <a:cubicBezTo>
                            <a:pt x="1878118" y="171279"/>
                            <a:pt x="1873361" y="178415"/>
                            <a:pt x="1873361" y="176036"/>
                          </a:cubicBezTo>
                          <a:cubicBezTo>
                            <a:pt x="1872171" y="174847"/>
                            <a:pt x="1872171" y="168900"/>
                            <a:pt x="1872171" y="168900"/>
                          </a:cubicBezTo>
                          <a:cubicBezTo>
                            <a:pt x="1870982" y="168900"/>
                            <a:pt x="1868603" y="168900"/>
                            <a:pt x="1868603" y="170089"/>
                          </a:cubicBezTo>
                          <a:cubicBezTo>
                            <a:pt x="1868603" y="171279"/>
                            <a:pt x="1865034" y="176036"/>
                            <a:pt x="1863844" y="174847"/>
                          </a:cubicBezTo>
                          <a:cubicBezTo>
                            <a:pt x="1862655" y="173657"/>
                            <a:pt x="1861466" y="170089"/>
                            <a:pt x="1862655" y="168900"/>
                          </a:cubicBezTo>
                          <a:cubicBezTo>
                            <a:pt x="1863844" y="167710"/>
                            <a:pt x="1863844" y="165331"/>
                            <a:pt x="1862655" y="164142"/>
                          </a:cubicBezTo>
                          <a:cubicBezTo>
                            <a:pt x="1861466" y="164142"/>
                            <a:pt x="1854329" y="162953"/>
                            <a:pt x="1854329" y="164142"/>
                          </a:cubicBezTo>
                          <a:cubicBezTo>
                            <a:pt x="1853140" y="165331"/>
                            <a:pt x="1853140" y="170089"/>
                            <a:pt x="1851950" y="167710"/>
                          </a:cubicBezTo>
                          <a:cubicBezTo>
                            <a:pt x="1850761" y="166521"/>
                            <a:pt x="1849572" y="161763"/>
                            <a:pt x="1849572" y="162953"/>
                          </a:cubicBezTo>
                          <a:cubicBezTo>
                            <a:pt x="1848382" y="162953"/>
                            <a:pt x="1846003" y="165331"/>
                            <a:pt x="1844814" y="165331"/>
                          </a:cubicBezTo>
                          <a:cubicBezTo>
                            <a:pt x="1843625" y="165331"/>
                            <a:pt x="1835298" y="165331"/>
                            <a:pt x="1835298" y="166521"/>
                          </a:cubicBezTo>
                          <a:cubicBezTo>
                            <a:pt x="1835298" y="167710"/>
                            <a:pt x="1837678" y="170089"/>
                            <a:pt x="1838867" y="171279"/>
                          </a:cubicBezTo>
                          <a:cubicBezTo>
                            <a:pt x="1840056" y="172468"/>
                            <a:pt x="1842435" y="177226"/>
                            <a:pt x="1840056" y="176036"/>
                          </a:cubicBezTo>
                          <a:cubicBezTo>
                            <a:pt x="1838867" y="176036"/>
                            <a:pt x="1835298" y="174847"/>
                            <a:pt x="1835298" y="176036"/>
                          </a:cubicBezTo>
                          <a:cubicBezTo>
                            <a:pt x="1835298" y="177226"/>
                            <a:pt x="1836488" y="181984"/>
                            <a:pt x="1834109" y="180794"/>
                          </a:cubicBezTo>
                          <a:cubicBezTo>
                            <a:pt x="1831730" y="180794"/>
                            <a:pt x="1825783" y="181984"/>
                            <a:pt x="1826972" y="179605"/>
                          </a:cubicBezTo>
                          <a:cubicBezTo>
                            <a:pt x="1826972" y="177226"/>
                            <a:pt x="1831730" y="174847"/>
                            <a:pt x="1831730" y="173657"/>
                          </a:cubicBezTo>
                          <a:cubicBezTo>
                            <a:pt x="1831730" y="172468"/>
                            <a:pt x="1829351" y="170089"/>
                            <a:pt x="1829351" y="168900"/>
                          </a:cubicBezTo>
                          <a:cubicBezTo>
                            <a:pt x="1829351" y="167710"/>
                            <a:pt x="1829351" y="165331"/>
                            <a:pt x="1826972" y="165331"/>
                          </a:cubicBezTo>
                          <a:cubicBezTo>
                            <a:pt x="1825783" y="165331"/>
                            <a:pt x="1823404" y="166521"/>
                            <a:pt x="1823404" y="167710"/>
                          </a:cubicBezTo>
                          <a:cubicBezTo>
                            <a:pt x="1823404" y="168900"/>
                            <a:pt x="1823404" y="171279"/>
                            <a:pt x="1823404" y="172468"/>
                          </a:cubicBezTo>
                          <a:cubicBezTo>
                            <a:pt x="1822214" y="173657"/>
                            <a:pt x="1821025" y="174847"/>
                            <a:pt x="1819836" y="173657"/>
                          </a:cubicBezTo>
                          <a:cubicBezTo>
                            <a:pt x="1818646" y="172468"/>
                            <a:pt x="1818646" y="170089"/>
                            <a:pt x="1817457" y="168900"/>
                          </a:cubicBezTo>
                          <a:cubicBezTo>
                            <a:pt x="1815078" y="167710"/>
                            <a:pt x="1811510" y="168900"/>
                            <a:pt x="1811510" y="167710"/>
                          </a:cubicBezTo>
                          <a:cubicBezTo>
                            <a:pt x="1811510" y="166521"/>
                            <a:pt x="1810320" y="162953"/>
                            <a:pt x="1809131" y="162953"/>
                          </a:cubicBezTo>
                          <a:cubicBezTo>
                            <a:pt x="1807942" y="162953"/>
                            <a:pt x="1807942" y="166521"/>
                            <a:pt x="1806752" y="166521"/>
                          </a:cubicBezTo>
                          <a:cubicBezTo>
                            <a:pt x="1805563" y="167710"/>
                            <a:pt x="1798426" y="170089"/>
                            <a:pt x="1798426" y="167710"/>
                          </a:cubicBezTo>
                          <a:cubicBezTo>
                            <a:pt x="1797236" y="165331"/>
                            <a:pt x="1796047" y="162953"/>
                            <a:pt x="1796047" y="164142"/>
                          </a:cubicBezTo>
                          <a:cubicBezTo>
                            <a:pt x="1796047" y="165331"/>
                            <a:pt x="1793668" y="171279"/>
                            <a:pt x="1792478" y="171279"/>
                          </a:cubicBezTo>
                          <a:cubicBezTo>
                            <a:pt x="1791289" y="171279"/>
                            <a:pt x="1788910" y="170089"/>
                            <a:pt x="1788910" y="168900"/>
                          </a:cubicBezTo>
                          <a:cubicBezTo>
                            <a:pt x="1788910" y="167710"/>
                            <a:pt x="1788910" y="165331"/>
                            <a:pt x="1786531" y="166521"/>
                          </a:cubicBezTo>
                          <a:cubicBezTo>
                            <a:pt x="1785342" y="166521"/>
                            <a:pt x="1779395" y="165331"/>
                            <a:pt x="1780584" y="167710"/>
                          </a:cubicBezTo>
                          <a:cubicBezTo>
                            <a:pt x="1781774" y="168900"/>
                            <a:pt x="1781774" y="170089"/>
                            <a:pt x="1781774" y="171279"/>
                          </a:cubicBezTo>
                          <a:cubicBezTo>
                            <a:pt x="1781774" y="172468"/>
                            <a:pt x="1781774" y="173657"/>
                            <a:pt x="1782963" y="173657"/>
                          </a:cubicBezTo>
                          <a:cubicBezTo>
                            <a:pt x="1784153" y="173657"/>
                            <a:pt x="1784153" y="174847"/>
                            <a:pt x="1782963" y="176036"/>
                          </a:cubicBezTo>
                          <a:cubicBezTo>
                            <a:pt x="1781774" y="176036"/>
                            <a:pt x="1779395" y="176036"/>
                            <a:pt x="1779395" y="176036"/>
                          </a:cubicBezTo>
                          <a:cubicBezTo>
                            <a:pt x="1779395" y="177226"/>
                            <a:pt x="1778206" y="180794"/>
                            <a:pt x="1777016" y="179605"/>
                          </a:cubicBezTo>
                          <a:cubicBezTo>
                            <a:pt x="1775827" y="178415"/>
                            <a:pt x="1775827" y="174847"/>
                            <a:pt x="1774637" y="174847"/>
                          </a:cubicBezTo>
                          <a:cubicBezTo>
                            <a:pt x="1773448" y="174847"/>
                            <a:pt x="1772259" y="176036"/>
                            <a:pt x="1772259" y="177226"/>
                          </a:cubicBezTo>
                          <a:cubicBezTo>
                            <a:pt x="1772259" y="178415"/>
                            <a:pt x="1769880" y="178415"/>
                            <a:pt x="1771069" y="179605"/>
                          </a:cubicBezTo>
                          <a:cubicBezTo>
                            <a:pt x="1771069" y="180794"/>
                            <a:pt x="1769880" y="186741"/>
                            <a:pt x="1772259" y="187931"/>
                          </a:cubicBezTo>
                          <a:cubicBezTo>
                            <a:pt x="1774637" y="189120"/>
                            <a:pt x="1775827" y="189120"/>
                            <a:pt x="1775827" y="191499"/>
                          </a:cubicBezTo>
                          <a:cubicBezTo>
                            <a:pt x="1775827" y="193878"/>
                            <a:pt x="1775827" y="196257"/>
                            <a:pt x="1777016" y="196257"/>
                          </a:cubicBezTo>
                          <a:cubicBezTo>
                            <a:pt x="1778206" y="196257"/>
                            <a:pt x="1779395" y="196257"/>
                            <a:pt x="1779395" y="197446"/>
                          </a:cubicBezTo>
                          <a:cubicBezTo>
                            <a:pt x="1779395" y="198636"/>
                            <a:pt x="1779395" y="203393"/>
                            <a:pt x="1781774" y="203393"/>
                          </a:cubicBezTo>
                          <a:cubicBezTo>
                            <a:pt x="1784153" y="203393"/>
                            <a:pt x="1788910" y="204583"/>
                            <a:pt x="1788910" y="204583"/>
                          </a:cubicBezTo>
                          <a:cubicBezTo>
                            <a:pt x="1788910" y="205772"/>
                            <a:pt x="1787721" y="211719"/>
                            <a:pt x="1788910" y="212909"/>
                          </a:cubicBezTo>
                          <a:cubicBezTo>
                            <a:pt x="1790100" y="214098"/>
                            <a:pt x="1793668" y="216477"/>
                            <a:pt x="1793668" y="217667"/>
                          </a:cubicBezTo>
                          <a:cubicBezTo>
                            <a:pt x="1793668" y="218856"/>
                            <a:pt x="1792478" y="221235"/>
                            <a:pt x="1792478" y="222424"/>
                          </a:cubicBezTo>
                          <a:cubicBezTo>
                            <a:pt x="1792478" y="223614"/>
                            <a:pt x="1791289" y="227182"/>
                            <a:pt x="1790100" y="225993"/>
                          </a:cubicBezTo>
                          <a:cubicBezTo>
                            <a:pt x="1788910" y="224803"/>
                            <a:pt x="1788910" y="221235"/>
                            <a:pt x="1787721" y="220045"/>
                          </a:cubicBezTo>
                          <a:cubicBezTo>
                            <a:pt x="1785342" y="220045"/>
                            <a:pt x="1782963" y="223614"/>
                            <a:pt x="1781774" y="222424"/>
                          </a:cubicBezTo>
                          <a:cubicBezTo>
                            <a:pt x="1780584" y="221235"/>
                            <a:pt x="1777016" y="220045"/>
                            <a:pt x="1775827" y="220045"/>
                          </a:cubicBezTo>
                          <a:cubicBezTo>
                            <a:pt x="1774637" y="220045"/>
                            <a:pt x="1769880" y="221235"/>
                            <a:pt x="1771069" y="222424"/>
                          </a:cubicBezTo>
                          <a:cubicBezTo>
                            <a:pt x="1772259" y="223614"/>
                            <a:pt x="1773448" y="225993"/>
                            <a:pt x="1772259" y="225993"/>
                          </a:cubicBezTo>
                          <a:cubicBezTo>
                            <a:pt x="1772259" y="227182"/>
                            <a:pt x="1769880" y="227182"/>
                            <a:pt x="1769880" y="228371"/>
                          </a:cubicBezTo>
                          <a:cubicBezTo>
                            <a:pt x="1769880" y="229561"/>
                            <a:pt x="1769880" y="231940"/>
                            <a:pt x="1767501" y="231940"/>
                          </a:cubicBezTo>
                          <a:cubicBezTo>
                            <a:pt x="1765122" y="231940"/>
                            <a:pt x="1759174" y="228371"/>
                            <a:pt x="1757985" y="229561"/>
                          </a:cubicBezTo>
                          <a:cubicBezTo>
                            <a:pt x="1756795" y="230750"/>
                            <a:pt x="1749659" y="235508"/>
                            <a:pt x="1747280" y="236698"/>
                          </a:cubicBezTo>
                          <a:cubicBezTo>
                            <a:pt x="1744901" y="237887"/>
                            <a:pt x="1740144" y="235508"/>
                            <a:pt x="1738954" y="236698"/>
                          </a:cubicBezTo>
                          <a:cubicBezTo>
                            <a:pt x="1736576" y="237887"/>
                            <a:pt x="1735386" y="239076"/>
                            <a:pt x="1734197" y="239076"/>
                          </a:cubicBezTo>
                          <a:cubicBezTo>
                            <a:pt x="1731817" y="239076"/>
                            <a:pt x="1730628" y="235508"/>
                            <a:pt x="1729438" y="235508"/>
                          </a:cubicBezTo>
                          <a:cubicBezTo>
                            <a:pt x="1728249" y="235508"/>
                            <a:pt x="1722302" y="234319"/>
                            <a:pt x="1724681" y="234319"/>
                          </a:cubicBezTo>
                          <a:cubicBezTo>
                            <a:pt x="1727059" y="234319"/>
                            <a:pt x="1729438" y="233129"/>
                            <a:pt x="1729438" y="231940"/>
                          </a:cubicBezTo>
                          <a:cubicBezTo>
                            <a:pt x="1729438" y="230750"/>
                            <a:pt x="1725870" y="229561"/>
                            <a:pt x="1725870" y="228371"/>
                          </a:cubicBezTo>
                          <a:cubicBezTo>
                            <a:pt x="1725870" y="227182"/>
                            <a:pt x="1724681" y="225993"/>
                            <a:pt x="1723491" y="224803"/>
                          </a:cubicBezTo>
                          <a:cubicBezTo>
                            <a:pt x="1722302" y="223614"/>
                            <a:pt x="1719923" y="220045"/>
                            <a:pt x="1717544" y="221235"/>
                          </a:cubicBezTo>
                          <a:cubicBezTo>
                            <a:pt x="1715165" y="222424"/>
                            <a:pt x="1715165" y="224803"/>
                            <a:pt x="1713976" y="224803"/>
                          </a:cubicBezTo>
                          <a:cubicBezTo>
                            <a:pt x="1712787" y="224803"/>
                            <a:pt x="1712787" y="227182"/>
                            <a:pt x="1713976" y="227182"/>
                          </a:cubicBezTo>
                          <a:cubicBezTo>
                            <a:pt x="1715165" y="228371"/>
                            <a:pt x="1717544" y="229561"/>
                            <a:pt x="1717544" y="229561"/>
                          </a:cubicBezTo>
                          <a:cubicBezTo>
                            <a:pt x="1717544" y="230750"/>
                            <a:pt x="1719923" y="234319"/>
                            <a:pt x="1718734" y="235508"/>
                          </a:cubicBezTo>
                          <a:cubicBezTo>
                            <a:pt x="1717544" y="236698"/>
                            <a:pt x="1716355" y="239076"/>
                            <a:pt x="1715165" y="237887"/>
                          </a:cubicBezTo>
                          <a:cubicBezTo>
                            <a:pt x="1713976" y="236698"/>
                            <a:pt x="1712787" y="235508"/>
                            <a:pt x="1711597" y="235508"/>
                          </a:cubicBezTo>
                          <a:cubicBezTo>
                            <a:pt x="1710408" y="235508"/>
                            <a:pt x="1699703" y="235508"/>
                            <a:pt x="1694945" y="235508"/>
                          </a:cubicBezTo>
                          <a:cubicBezTo>
                            <a:pt x="1690187" y="235508"/>
                            <a:pt x="1688998" y="235508"/>
                            <a:pt x="1688998" y="234319"/>
                          </a:cubicBezTo>
                          <a:cubicBezTo>
                            <a:pt x="1688998" y="233129"/>
                            <a:pt x="1687808" y="231940"/>
                            <a:pt x="1686619" y="231940"/>
                          </a:cubicBezTo>
                          <a:cubicBezTo>
                            <a:pt x="1685429" y="231940"/>
                            <a:pt x="1686619" y="229561"/>
                            <a:pt x="1685429" y="229561"/>
                          </a:cubicBezTo>
                          <a:cubicBezTo>
                            <a:pt x="1684240" y="228371"/>
                            <a:pt x="1680672" y="227182"/>
                            <a:pt x="1681861" y="224803"/>
                          </a:cubicBezTo>
                          <a:cubicBezTo>
                            <a:pt x="1681861" y="222424"/>
                            <a:pt x="1678293" y="221235"/>
                            <a:pt x="1680672" y="218856"/>
                          </a:cubicBezTo>
                          <a:cubicBezTo>
                            <a:pt x="1683051" y="216477"/>
                            <a:pt x="1683051" y="217667"/>
                            <a:pt x="1684240" y="216477"/>
                          </a:cubicBezTo>
                          <a:cubicBezTo>
                            <a:pt x="1684240" y="215288"/>
                            <a:pt x="1684240" y="212909"/>
                            <a:pt x="1685429" y="211719"/>
                          </a:cubicBezTo>
                          <a:cubicBezTo>
                            <a:pt x="1686619" y="211719"/>
                            <a:pt x="1687808" y="209341"/>
                            <a:pt x="1686619" y="208151"/>
                          </a:cubicBezTo>
                          <a:cubicBezTo>
                            <a:pt x="1685429" y="206962"/>
                            <a:pt x="1683051" y="205772"/>
                            <a:pt x="1679482" y="205772"/>
                          </a:cubicBezTo>
                          <a:cubicBezTo>
                            <a:pt x="1677104" y="205772"/>
                            <a:pt x="1671157" y="204583"/>
                            <a:pt x="1668778" y="205772"/>
                          </a:cubicBezTo>
                          <a:cubicBezTo>
                            <a:pt x="1666399" y="206962"/>
                            <a:pt x="1658072" y="212909"/>
                            <a:pt x="1654504" y="212909"/>
                          </a:cubicBezTo>
                          <a:cubicBezTo>
                            <a:pt x="1652125" y="212909"/>
                            <a:pt x="1635474" y="211719"/>
                            <a:pt x="1629526" y="214098"/>
                          </a:cubicBezTo>
                          <a:cubicBezTo>
                            <a:pt x="1623579" y="216477"/>
                            <a:pt x="1621200" y="218856"/>
                            <a:pt x="1617632" y="218856"/>
                          </a:cubicBezTo>
                          <a:cubicBezTo>
                            <a:pt x="1614063" y="218856"/>
                            <a:pt x="1609306" y="218856"/>
                            <a:pt x="1606927" y="220045"/>
                          </a:cubicBezTo>
                          <a:cubicBezTo>
                            <a:pt x="1604548" y="222424"/>
                            <a:pt x="1605738" y="223614"/>
                            <a:pt x="1604548" y="223614"/>
                          </a:cubicBezTo>
                          <a:cubicBezTo>
                            <a:pt x="1603359" y="223614"/>
                            <a:pt x="1599791" y="223614"/>
                            <a:pt x="1598601" y="224803"/>
                          </a:cubicBezTo>
                          <a:cubicBezTo>
                            <a:pt x="1597411" y="225993"/>
                            <a:pt x="1595032" y="228371"/>
                            <a:pt x="1592653" y="230750"/>
                          </a:cubicBezTo>
                          <a:cubicBezTo>
                            <a:pt x="1590274" y="233129"/>
                            <a:pt x="1586706" y="234319"/>
                            <a:pt x="1587896" y="236698"/>
                          </a:cubicBezTo>
                          <a:cubicBezTo>
                            <a:pt x="1589085" y="239076"/>
                            <a:pt x="1590274" y="239076"/>
                            <a:pt x="1590274" y="240266"/>
                          </a:cubicBezTo>
                          <a:cubicBezTo>
                            <a:pt x="1590274" y="241455"/>
                            <a:pt x="1590274" y="243834"/>
                            <a:pt x="1592653" y="243834"/>
                          </a:cubicBezTo>
                          <a:cubicBezTo>
                            <a:pt x="1595032" y="243834"/>
                            <a:pt x="1598601" y="240266"/>
                            <a:pt x="1599791" y="241455"/>
                          </a:cubicBezTo>
                          <a:cubicBezTo>
                            <a:pt x="1599791" y="242645"/>
                            <a:pt x="1598601" y="245024"/>
                            <a:pt x="1596222" y="246213"/>
                          </a:cubicBezTo>
                          <a:cubicBezTo>
                            <a:pt x="1593843" y="247403"/>
                            <a:pt x="1591464" y="249781"/>
                            <a:pt x="1591464" y="250971"/>
                          </a:cubicBezTo>
                          <a:cubicBezTo>
                            <a:pt x="1591464" y="252160"/>
                            <a:pt x="1590274" y="256918"/>
                            <a:pt x="1589085" y="255729"/>
                          </a:cubicBezTo>
                          <a:cubicBezTo>
                            <a:pt x="1587896" y="254539"/>
                            <a:pt x="1589085" y="245024"/>
                            <a:pt x="1586706" y="242645"/>
                          </a:cubicBezTo>
                          <a:cubicBezTo>
                            <a:pt x="1584327" y="241455"/>
                            <a:pt x="1580759" y="240266"/>
                            <a:pt x="1580759" y="236698"/>
                          </a:cubicBezTo>
                          <a:cubicBezTo>
                            <a:pt x="1580759" y="233129"/>
                            <a:pt x="1581949" y="230750"/>
                            <a:pt x="1579570" y="228371"/>
                          </a:cubicBezTo>
                          <a:cubicBezTo>
                            <a:pt x="1577191" y="225993"/>
                            <a:pt x="1573623" y="225993"/>
                            <a:pt x="1570055" y="222424"/>
                          </a:cubicBezTo>
                          <a:cubicBezTo>
                            <a:pt x="1566486" y="218856"/>
                            <a:pt x="1560539" y="211719"/>
                            <a:pt x="1559349" y="214098"/>
                          </a:cubicBezTo>
                          <a:cubicBezTo>
                            <a:pt x="1558160" y="215288"/>
                            <a:pt x="1559349" y="218856"/>
                            <a:pt x="1561728" y="221235"/>
                          </a:cubicBezTo>
                          <a:cubicBezTo>
                            <a:pt x="1564107" y="223614"/>
                            <a:pt x="1567676" y="227182"/>
                            <a:pt x="1567676" y="229561"/>
                          </a:cubicBezTo>
                          <a:cubicBezTo>
                            <a:pt x="1567676" y="231940"/>
                            <a:pt x="1565297" y="233129"/>
                            <a:pt x="1564107" y="234319"/>
                          </a:cubicBezTo>
                          <a:cubicBezTo>
                            <a:pt x="1564107" y="235508"/>
                            <a:pt x="1564107" y="237887"/>
                            <a:pt x="1561728" y="237887"/>
                          </a:cubicBezTo>
                          <a:cubicBezTo>
                            <a:pt x="1559349" y="237887"/>
                            <a:pt x="1552213" y="237887"/>
                            <a:pt x="1552213" y="237887"/>
                          </a:cubicBezTo>
                          <a:cubicBezTo>
                            <a:pt x="1552213" y="239076"/>
                            <a:pt x="1548644" y="242645"/>
                            <a:pt x="1547455" y="241455"/>
                          </a:cubicBezTo>
                          <a:cubicBezTo>
                            <a:pt x="1546266" y="240266"/>
                            <a:pt x="1528424" y="229561"/>
                            <a:pt x="1529614" y="227182"/>
                          </a:cubicBezTo>
                          <a:cubicBezTo>
                            <a:pt x="1530803" y="224803"/>
                            <a:pt x="1527235" y="222424"/>
                            <a:pt x="1529614" y="222424"/>
                          </a:cubicBezTo>
                          <a:cubicBezTo>
                            <a:pt x="1531993" y="222424"/>
                            <a:pt x="1533182" y="220045"/>
                            <a:pt x="1531993" y="218856"/>
                          </a:cubicBezTo>
                          <a:cubicBezTo>
                            <a:pt x="1530803" y="217667"/>
                            <a:pt x="1529614" y="216477"/>
                            <a:pt x="1528424" y="217667"/>
                          </a:cubicBezTo>
                          <a:cubicBezTo>
                            <a:pt x="1527235" y="218856"/>
                            <a:pt x="1524856" y="217667"/>
                            <a:pt x="1524856" y="218856"/>
                          </a:cubicBezTo>
                          <a:cubicBezTo>
                            <a:pt x="1524856" y="220045"/>
                            <a:pt x="1524856" y="225993"/>
                            <a:pt x="1524856" y="227182"/>
                          </a:cubicBezTo>
                          <a:cubicBezTo>
                            <a:pt x="1523666" y="227182"/>
                            <a:pt x="1524856" y="228371"/>
                            <a:pt x="1523666" y="229561"/>
                          </a:cubicBezTo>
                          <a:cubicBezTo>
                            <a:pt x="1522477" y="230750"/>
                            <a:pt x="1520098" y="229561"/>
                            <a:pt x="1518908" y="228371"/>
                          </a:cubicBezTo>
                          <a:cubicBezTo>
                            <a:pt x="1517719" y="227182"/>
                            <a:pt x="1516530" y="224803"/>
                            <a:pt x="1515340" y="224803"/>
                          </a:cubicBezTo>
                          <a:cubicBezTo>
                            <a:pt x="1514151" y="224803"/>
                            <a:pt x="1507014" y="223614"/>
                            <a:pt x="1504636" y="225993"/>
                          </a:cubicBezTo>
                          <a:cubicBezTo>
                            <a:pt x="1502257" y="227182"/>
                            <a:pt x="1501067" y="228371"/>
                            <a:pt x="1502257" y="233129"/>
                          </a:cubicBezTo>
                          <a:cubicBezTo>
                            <a:pt x="1503446" y="236698"/>
                            <a:pt x="1502257" y="240266"/>
                            <a:pt x="1501067" y="240266"/>
                          </a:cubicBezTo>
                          <a:cubicBezTo>
                            <a:pt x="1499878" y="241455"/>
                            <a:pt x="1497499" y="243834"/>
                            <a:pt x="1498689" y="245024"/>
                          </a:cubicBezTo>
                          <a:cubicBezTo>
                            <a:pt x="1498689" y="246213"/>
                            <a:pt x="1501067" y="247403"/>
                            <a:pt x="1502257" y="249781"/>
                          </a:cubicBezTo>
                          <a:cubicBezTo>
                            <a:pt x="1503446" y="250971"/>
                            <a:pt x="1505825" y="255729"/>
                            <a:pt x="1507014" y="254539"/>
                          </a:cubicBezTo>
                          <a:cubicBezTo>
                            <a:pt x="1509393" y="253350"/>
                            <a:pt x="1512961" y="248592"/>
                            <a:pt x="1514151" y="248592"/>
                          </a:cubicBezTo>
                          <a:cubicBezTo>
                            <a:pt x="1515340" y="248592"/>
                            <a:pt x="1516530" y="247403"/>
                            <a:pt x="1516530" y="246213"/>
                          </a:cubicBezTo>
                          <a:cubicBezTo>
                            <a:pt x="1516530" y="245024"/>
                            <a:pt x="1517719" y="242645"/>
                            <a:pt x="1520098" y="241455"/>
                          </a:cubicBezTo>
                          <a:cubicBezTo>
                            <a:pt x="1521287" y="240266"/>
                            <a:pt x="1524856" y="236698"/>
                            <a:pt x="1526045" y="239076"/>
                          </a:cubicBezTo>
                          <a:cubicBezTo>
                            <a:pt x="1527235" y="240266"/>
                            <a:pt x="1529614" y="247403"/>
                            <a:pt x="1527235" y="248592"/>
                          </a:cubicBezTo>
                          <a:cubicBezTo>
                            <a:pt x="1524856" y="249781"/>
                            <a:pt x="1516530" y="254539"/>
                            <a:pt x="1517719" y="255729"/>
                          </a:cubicBezTo>
                          <a:cubicBezTo>
                            <a:pt x="1518908" y="256918"/>
                            <a:pt x="1521287" y="258107"/>
                            <a:pt x="1520098" y="260486"/>
                          </a:cubicBezTo>
                          <a:cubicBezTo>
                            <a:pt x="1518908" y="262865"/>
                            <a:pt x="1516530" y="266433"/>
                            <a:pt x="1512961" y="266433"/>
                          </a:cubicBezTo>
                          <a:cubicBezTo>
                            <a:pt x="1510583" y="266433"/>
                            <a:pt x="1504636" y="261676"/>
                            <a:pt x="1504636" y="262865"/>
                          </a:cubicBezTo>
                          <a:cubicBezTo>
                            <a:pt x="1503446" y="264055"/>
                            <a:pt x="1509393" y="268812"/>
                            <a:pt x="1508204" y="271191"/>
                          </a:cubicBezTo>
                          <a:cubicBezTo>
                            <a:pt x="1507014" y="273570"/>
                            <a:pt x="1503446" y="278328"/>
                            <a:pt x="1501067" y="279517"/>
                          </a:cubicBezTo>
                          <a:cubicBezTo>
                            <a:pt x="1498689" y="280707"/>
                            <a:pt x="1495120" y="280707"/>
                            <a:pt x="1496310" y="283086"/>
                          </a:cubicBezTo>
                          <a:cubicBezTo>
                            <a:pt x="1497499" y="284275"/>
                            <a:pt x="1499878" y="289033"/>
                            <a:pt x="1498689" y="289033"/>
                          </a:cubicBezTo>
                          <a:cubicBezTo>
                            <a:pt x="1496310" y="289033"/>
                            <a:pt x="1495120" y="289033"/>
                            <a:pt x="1492741" y="290222"/>
                          </a:cubicBezTo>
                          <a:cubicBezTo>
                            <a:pt x="1490362" y="291412"/>
                            <a:pt x="1487983" y="297359"/>
                            <a:pt x="1485604" y="297359"/>
                          </a:cubicBezTo>
                          <a:cubicBezTo>
                            <a:pt x="1482036" y="297359"/>
                            <a:pt x="1468953" y="297359"/>
                            <a:pt x="1467763" y="298548"/>
                          </a:cubicBezTo>
                          <a:cubicBezTo>
                            <a:pt x="1466574" y="299738"/>
                            <a:pt x="1464195" y="302117"/>
                            <a:pt x="1464195" y="304495"/>
                          </a:cubicBezTo>
                          <a:cubicBezTo>
                            <a:pt x="1464195" y="306874"/>
                            <a:pt x="1465384" y="309253"/>
                            <a:pt x="1467763" y="311632"/>
                          </a:cubicBezTo>
                          <a:cubicBezTo>
                            <a:pt x="1471331" y="314011"/>
                            <a:pt x="1472521" y="319958"/>
                            <a:pt x="1474900" y="319958"/>
                          </a:cubicBezTo>
                          <a:cubicBezTo>
                            <a:pt x="1477278" y="319958"/>
                            <a:pt x="1479657" y="319958"/>
                            <a:pt x="1479657" y="321147"/>
                          </a:cubicBezTo>
                          <a:cubicBezTo>
                            <a:pt x="1478468" y="322337"/>
                            <a:pt x="1468953" y="322337"/>
                            <a:pt x="1468953" y="323526"/>
                          </a:cubicBezTo>
                          <a:cubicBezTo>
                            <a:pt x="1467763" y="324716"/>
                            <a:pt x="1467763" y="325905"/>
                            <a:pt x="1467763" y="327095"/>
                          </a:cubicBezTo>
                          <a:cubicBezTo>
                            <a:pt x="1468953" y="328284"/>
                            <a:pt x="1467763" y="331852"/>
                            <a:pt x="1467763" y="331852"/>
                          </a:cubicBezTo>
                          <a:cubicBezTo>
                            <a:pt x="1466574" y="333042"/>
                            <a:pt x="1461816" y="337800"/>
                            <a:pt x="1460626" y="337800"/>
                          </a:cubicBezTo>
                          <a:cubicBezTo>
                            <a:pt x="1458247" y="337800"/>
                            <a:pt x="1457058" y="340178"/>
                            <a:pt x="1457058" y="338989"/>
                          </a:cubicBezTo>
                          <a:cubicBezTo>
                            <a:pt x="1457058" y="337800"/>
                            <a:pt x="1457058" y="335421"/>
                            <a:pt x="1459437" y="334231"/>
                          </a:cubicBezTo>
                          <a:cubicBezTo>
                            <a:pt x="1461816" y="333042"/>
                            <a:pt x="1464195" y="329473"/>
                            <a:pt x="1464195" y="327095"/>
                          </a:cubicBezTo>
                          <a:cubicBezTo>
                            <a:pt x="1464195" y="323526"/>
                            <a:pt x="1465384" y="318769"/>
                            <a:pt x="1464195" y="317579"/>
                          </a:cubicBezTo>
                          <a:cubicBezTo>
                            <a:pt x="1461816" y="316390"/>
                            <a:pt x="1459437" y="314011"/>
                            <a:pt x="1460626" y="312821"/>
                          </a:cubicBezTo>
                          <a:cubicBezTo>
                            <a:pt x="1461816" y="311632"/>
                            <a:pt x="1463005" y="309253"/>
                            <a:pt x="1463005" y="306874"/>
                          </a:cubicBezTo>
                          <a:cubicBezTo>
                            <a:pt x="1463005" y="304495"/>
                            <a:pt x="1458247" y="298548"/>
                            <a:pt x="1460626" y="294980"/>
                          </a:cubicBezTo>
                          <a:cubicBezTo>
                            <a:pt x="1461816" y="292601"/>
                            <a:pt x="1464195" y="286654"/>
                            <a:pt x="1466574" y="286654"/>
                          </a:cubicBezTo>
                          <a:cubicBezTo>
                            <a:pt x="1468953" y="285464"/>
                            <a:pt x="1470142" y="284275"/>
                            <a:pt x="1470142" y="281896"/>
                          </a:cubicBezTo>
                          <a:cubicBezTo>
                            <a:pt x="1470142" y="279517"/>
                            <a:pt x="1470142" y="277138"/>
                            <a:pt x="1467763" y="274759"/>
                          </a:cubicBezTo>
                          <a:cubicBezTo>
                            <a:pt x="1466574" y="272381"/>
                            <a:pt x="1464195" y="265244"/>
                            <a:pt x="1466574" y="265244"/>
                          </a:cubicBezTo>
                          <a:cubicBezTo>
                            <a:pt x="1468953" y="265244"/>
                            <a:pt x="1478468" y="266433"/>
                            <a:pt x="1479657" y="262865"/>
                          </a:cubicBezTo>
                          <a:cubicBezTo>
                            <a:pt x="1480847" y="259297"/>
                            <a:pt x="1485604" y="248592"/>
                            <a:pt x="1483225" y="246213"/>
                          </a:cubicBezTo>
                          <a:cubicBezTo>
                            <a:pt x="1480847" y="243834"/>
                            <a:pt x="1479657" y="241455"/>
                            <a:pt x="1480847" y="237887"/>
                          </a:cubicBezTo>
                          <a:cubicBezTo>
                            <a:pt x="1482036" y="234319"/>
                            <a:pt x="1483225" y="227182"/>
                            <a:pt x="1486794" y="224803"/>
                          </a:cubicBezTo>
                          <a:cubicBezTo>
                            <a:pt x="1490362" y="222424"/>
                            <a:pt x="1491551" y="217667"/>
                            <a:pt x="1491551" y="214098"/>
                          </a:cubicBezTo>
                          <a:cubicBezTo>
                            <a:pt x="1490362" y="211719"/>
                            <a:pt x="1490362" y="205772"/>
                            <a:pt x="1487983" y="206962"/>
                          </a:cubicBezTo>
                          <a:cubicBezTo>
                            <a:pt x="1485604" y="208151"/>
                            <a:pt x="1485604" y="210530"/>
                            <a:pt x="1482036" y="211719"/>
                          </a:cubicBezTo>
                          <a:cubicBezTo>
                            <a:pt x="1478468" y="211719"/>
                            <a:pt x="1476089" y="211719"/>
                            <a:pt x="1478468" y="210530"/>
                          </a:cubicBezTo>
                          <a:cubicBezTo>
                            <a:pt x="1480847" y="209341"/>
                            <a:pt x="1489172" y="204583"/>
                            <a:pt x="1491551" y="201015"/>
                          </a:cubicBezTo>
                          <a:cubicBezTo>
                            <a:pt x="1493930" y="197446"/>
                            <a:pt x="1492741" y="193878"/>
                            <a:pt x="1496310" y="190310"/>
                          </a:cubicBezTo>
                          <a:cubicBezTo>
                            <a:pt x="1498689" y="186741"/>
                            <a:pt x="1499878" y="184362"/>
                            <a:pt x="1499878" y="183173"/>
                          </a:cubicBezTo>
                          <a:cubicBezTo>
                            <a:pt x="1499878" y="181984"/>
                            <a:pt x="1496310" y="176036"/>
                            <a:pt x="1499878" y="174847"/>
                          </a:cubicBezTo>
                          <a:cubicBezTo>
                            <a:pt x="1504636" y="172468"/>
                            <a:pt x="1508204" y="173657"/>
                            <a:pt x="1508204" y="171279"/>
                          </a:cubicBezTo>
                          <a:cubicBezTo>
                            <a:pt x="1508204" y="168900"/>
                            <a:pt x="1507014" y="167710"/>
                            <a:pt x="1505825" y="166521"/>
                          </a:cubicBezTo>
                          <a:cubicBezTo>
                            <a:pt x="1504636" y="165331"/>
                            <a:pt x="1499878" y="162953"/>
                            <a:pt x="1503446" y="160574"/>
                          </a:cubicBezTo>
                          <a:cubicBezTo>
                            <a:pt x="1505825" y="159384"/>
                            <a:pt x="1507014" y="159384"/>
                            <a:pt x="1507014" y="157005"/>
                          </a:cubicBezTo>
                          <a:cubicBezTo>
                            <a:pt x="1507014" y="154627"/>
                            <a:pt x="1504636" y="149869"/>
                            <a:pt x="1507014" y="148679"/>
                          </a:cubicBezTo>
                          <a:cubicBezTo>
                            <a:pt x="1509393" y="147490"/>
                            <a:pt x="1510583" y="147490"/>
                            <a:pt x="1511772" y="145111"/>
                          </a:cubicBezTo>
                          <a:cubicBezTo>
                            <a:pt x="1511772" y="143922"/>
                            <a:pt x="1511772" y="141543"/>
                            <a:pt x="1512961" y="141543"/>
                          </a:cubicBezTo>
                          <a:cubicBezTo>
                            <a:pt x="1514151" y="141543"/>
                            <a:pt x="1515340" y="140353"/>
                            <a:pt x="1515340" y="139164"/>
                          </a:cubicBezTo>
                          <a:cubicBezTo>
                            <a:pt x="1515340" y="137974"/>
                            <a:pt x="1515340" y="121322"/>
                            <a:pt x="1514151" y="120133"/>
                          </a:cubicBezTo>
                          <a:cubicBezTo>
                            <a:pt x="1512961" y="118944"/>
                            <a:pt x="1510583" y="115375"/>
                            <a:pt x="1510583" y="114186"/>
                          </a:cubicBezTo>
                          <a:cubicBezTo>
                            <a:pt x="1510583" y="111807"/>
                            <a:pt x="1511772" y="109428"/>
                            <a:pt x="1510583" y="108239"/>
                          </a:cubicBezTo>
                          <a:cubicBezTo>
                            <a:pt x="1510583" y="107049"/>
                            <a:pt x="1510583" y="104670"/>
                            <a:pt x="1509393" y="104670"/>
                          </a:cubicBezTo>
                          <a:cubicBezTo>
                            <a:pt x="1508204" y="104670"/>
                            <a:pt x="1504636" y="107049"/>
                            <a:pt x="1503446" y="105860"/>
                          </a:cubicBezTo>
                          <a:cubicBezTo>
                            <a:pt x="1502257" y="104670"/>
                            <a:pt x="1502257" y="103481"/>
                            <a:pt x="1502257" y="103481"/>
                          </a:cubicBezTo>
                          <a:cubicBezTo>
                            <a:pt x="1501067" y="103481"/>
                            <a:pt x="1498689" y="102291"/>
                            <a:pt x="1499878" y="101102"/>
                          </a:cubicBezTo>
                          <a:cubicBezTo>
                            <a:pt x="1499878" y="99913"/>
                            <a:pt x="1498689" y="98723"/>
                            <a:pt x="1498689" y="98723"/>
                          </a:cubicBezTo>
                          <a:cubicBezTo>
                            <a:pt x="1498689" y="98723"/>
                            <a:pt x="1496310" y="101102"/>
                            <a:pt x="1496310" y="102291"/>
                          </a:cubicBezTo>
                          <a:cubicBezTo>
                            <a:pt x="1496310" y="103481"/>
                            <a:pt x="1493930" y="108239"/>
                            <a:pt x="1492741" y="107049"/>
                          </a:cubicBezTo>
                          <a:cubicBezTo>
                            <a:pt x="1491551" y="105860"/>
                            <a:pt x="1491551" y="102291"/>
                            <a:pt x="1490362" y="101102"/>
                          </a:cubicBezTo>
                          <a:cubicBezTo>
                            <a:pt x="1489172" y="99913"/>
                            <a:pt x="1487983" y="99913"/>
                            <a:pt x="1487983" y="97534"/>
                          </a:cubicBezTo>
                          <a:cubicBezTo>
                            <a:pt x="1487983" y="96344"/>
                            <a:pt x="1489172" y="93965"/>
                            <a:pt x="1486794" y="93965"/>
                          </a:cubicBezTo>
                          <a:cubicBezTo>
                            <a:pt x="1485604" y="93965"/>
                            <a:pt x="1478468" y="95155"/>
                            <a:pt x="1478468" y="93965"/>
                          </a:cubicBezTo>
                          <a:cubicBezTo>
                            <a:pt x="1478468" y="92776"/>
                            <a:pt x="1476089" y="90397"/>
                            <a:pt x="1476089" y="90397"/>
                          </a:cubicBezTo>
                          <a:cubicBezTo>
                            <a:pt x="1476089" y="90397"/>
                            <a:pt x="1476089" y="88018"/>
                            <a:pt x="1478468" y="88018"/>
                          </a:cubicBezTo>
                          <a:cubicBezTo>
                            <a:pt x="1480847" y="88018"/>
                            <a:pt x="1484415" y="86829"/>
                            <a:pt x="1485604" y="88018"/>
                          </a:cubicBezTo>
                          <a:cubicBezTo>
                            <a:pt x="1486794" y="89208"/>
                            <a:pt x="1486794" y="90397"/>
                            <a:pt x="1487983" y="90397"/>
                          </a:cubicBezTo>
                          <a:cubicBezTo>
                            <a:pt x="1489172" y="90397"/>
                            <a:pt x="1491551" y="90397"/>
                            <a:pt x="1492741" y="91586"/>
                          </a:cubicBezTo>
                          <a:cubicBezTo>
                            <a:pt x="1493930" y="92776"/>
                            <a:pt x="1493930" y="95155"/>
                            <a:pt x="1495120" y="95155"/>
                          </a:cubicBezTo>
                          <a:cubicBezTo>
                            <a:pt x="1496310" y="95155"/>
                            <a:pt x="1498689" y="96344"/>
                            <a:pt x="1498689" y="95155"/>
                          </a:cubicBezTo>
                          <a:cubicBezTo>
                            <a:pt x="1498689" y="93965"/>
                            <a:pt x="1498689" y="91586"/>
                            <a:pt x="1499878" y="91586"/>
                          </a:cubicBezTo>
                          <a:cubicBezTo>
                            <a:pt x="1501067" y="91586"/>
                            <a:pt x="1502257" y="93965"/>
                            <a:pt x="1502257" y="95155"/>
                          </a:cubicBezTo>
                          <a:cubicBezTo>
                            <a:pt x="1502257" y="96344"/>
                            <a:pt x="1501067" y="98723"/>
                            <a:pt x="1503446" y="98723"/>
                          </a:cubicBezTo>
                          <a:cubicBezTo>
                            <a:pt x="1504636" y="98723"/>
                            <a:pt x="1507014" y="97534"/>
                            <a:pt x="1507014" y="96344"/>
                          </a:cubicBezTo>
                          <a:cubicBezTo>
                            <a:pt x="1507014" y="95155"/>
                            <a:pt x="1504636" y="92776"/>
                            <a:pt x="1503446" y="91586"/>
                          </a:cubicBezTo>
                          <a:cubicBezTo>
                            <a:pt x="1502257" y="90397"/>
                            <a:pt x="1503446" y="88018"/>
                            <a:pt x="1502257" y="85639"/>
                          </a:cubicBezTo>
                          <a:cubicBezTo>
                            <a:pt x="1501067" y="83260"/>
                            <a:pt x="1497499" y="78503"/>
                            <a:pt x="1496310" y="78503"/>
                          </a:cubicBezTo>
                          <a:cubicBezTo>
                            <a:pt x="1495120" y="78503"/>
                            <a:pt x="1492741" y="80882"/>
                            <a:pt x="1491551" y="80882"/>
                          </a:cubicBezTo>
                          <a:cubicBezTo>
                            <a:pt x="1489172" y="80882"/>
                            <a:pt x="1489172" y="78503"/>
                            <a:pt x="1489172" y="78503"/>
                          </a:cubicBezTo>
                          <a:cubicBezTo>
                            <a:pt x="1487983" y="78503"/>
                            <a:pt x="1485604" y="77313"/>
                            <a:pt x="1486794" y="76124"/>
                          </a:cubicBezTo>
                          <a:cubicBezTo>
                            <a:pt x="1487983" y="74934"/>
                            <a:pt x="1487983" y="72556"/>
                            <a:pt x="1485604" y="71366"/>
                          </a:cubicBezTo>
                          <a:cubicBezTo>
                            <a:pt x="1483225" y="70177"/>
                            <a:pt x="1479657" y="68987"/>
                            <a:pt x="1479657" y="66608"/>
                          </a:cubicBezTo>
                          <a:cubicBezTo>
                            <a:pt x="1479657" y="64230"/>
                            <a:pt x="1479657" y="61851"/>
                            <a:pt x="1478468" y="60661"/>
                          </a:cubicBezTo>
                          <a:cubicBezTo>
                            <a:pt x="1477278" y="59472"/>
                            <a:pt x="1473710" y="58282"/>
                            <a:pt x="1473710" y="57093"/>
                          </a:cubicBezTo>
                          <a:cubicBezTo>
                            <a:pt x="1473710" y="55903"/>
                            <a:pt x="1473710" y="54714"/>
                            <a:pt x="1472521" y="54714"/>
                          </a:cubicBezTo>
                          <a:cubicBezTo>
                            <a:pt x="1471331" y="54714"/>
                            <a:pt x="1470142" y="54714"/>
                            <a:pt x="1468953" y="55903"/>
                          </a:cubicBezTo>
                          <a:cubicBezTo>
                            <a:pt x="1467763" y="55903"/>
                            <a:pt x="1467763" y="58282"/>
                            <a:pt x="1466574" y="58282"/>
                          </a:cubicBezTo>
                          <a:cubicBezTo>
                            <a:pt x="1465384" y="58282"/>
                            <a:pt x="1464195" y="58282"/>
                            <a:pt x="1464195" y="60661"/>
                          </a:cubicBezTo>
                          <a:cubicBezTo>
                            <a:pt x="1464195" y="63040"/>
                            <a:pt x="1465384" y="64230"/>
                            <a:pt x="1466574" y="64230"/>
                          </a:cubicBezTo>
                          <a:cubicBezTo>
                            <a:pt x="1467763" y="64230"/>
                            <a:pt x="1471331" y="64230"/>
                            <a:pt x="1472521" y="65419"/>
                          </a:cubicBezTo>
                          <a:cubicBezTo>
                            <a:pt x="1473710" y="66608"/>
                            <a:pt x="1472521" y="68987"/>
                            <a:pt x="1471331" y="68987"/>
                          </a:cubicBezTo>
                          <a:cubicBezTo>
                            <a:pt x="1470142" y="68987"/>
                            <a:pt x="1468953" y="70177"/>
                            <a:pt x="1468953" y="71366"/>
                          </a:cubicBezTo>
                          <a:cubicBezTo>
                            <a:pt x="1468953" y="72556"/>
                            <a:pt x="1467763" y="77313"/>
                            <a:pt x="1466574" y="76124"/>
                          </a:cubicBezTo>
                          <a:cubicBezTo>
                            <a:pt x="1465384" y="74934"/>
                            <a:pt x="1465384" y="72556"/>
                            <a:pt x="1464195" y="71366"/>
                          </a:cubicBezTo>
                          <a:cubicBezTo>
                            <a:pt x="1463005" y="70177"/>
                            <a:pt x="1458247" y="66608"/>
                            <a:pt x="1458247" y="64230"/>
                          </a:cubicBezTo>
                          <a:cubicBezTo>
                            <a:pt x="1458247" y="60661"/>
                            <a:pt x="1459437" y="58282"/>
                            <a:pt x="1455868" y="57093"/>
                          </a:cubicBezTo>
                          <a:cubicBezTo>
                            <a:pt x="1452300" y="55903"/>
                            <a:pt x="1441595" y="52335"/>
                            <a:pt x="1436838" y="48767"/>
                          </a:cubicBezTo>
                          <a:cubicBezTo>
                            <a:pt x="1432080" y="45199"/>
                            <a:pt x="1427322" y="41630"/>
                            <a:pt x="1424943" y="41630"/>
                          </a:cubicBezTo>
                          <a:cubicBezTo>
                            <a:pt x="1423754" y="41630"/>
                            <a:pt x="1413049" y="42820"/>
                            <a:pt x="1411859" y="41630"/>
                          </a:cubicBezTo>
                          <a:cubicBezTo>
                            <a:pt x="1410670" y="40441"/>
                            <a:pt x="1410670" y="38062"/>
                            <a:pt x="1411859" y="38062"/>
                          </a:cubicBezTo>
                          <a:cubicBezTo>
                            <a:pt x="1413049" y="38062"/>
                            <a:pt x="1414238" y="38062"/>
                            <a:pt x="1414238" y="36872"/>
                          </a:cubicBezTo>
                          <a:cubicBezTo>
                            <a:pt x="1414238" y="35683"/>
                            <a:pt x="1414238" y="33304"/>
                            <a:pt x="1411859" y="33304"/>
                          </a:cubicBezTo>
                          <a:cubicBezTo>
                            <a:pt x="1409481" y="33304"/>
                            <a:pt x="1407102" y="34494"/>
                            <a:pt x="1405912" y="33304"/>
                          </a:cubicBezTo>
                          <a:cubicBezTo>
                            <a:pt x="1404723" y="32115"/>
                            <a:pt x="1402344" y="30925"/>
                            <a:pt x="1401155" y="32115"/>
                          </a:cubicBezTo>
                          <a:cubicBezTo>
                            <a:pt x="1399965" y="33304"/>
                            <a:pt x="1398776" y="35683"/>
                            <a:pt x="1396397" y="35683"/>
                          </a:cubicBezTo>
                          <a:cubicBezTo>
                            <a:pt x="1395208" y="35683"/>
                            <a:pt x="1391639" y="35683"/>
                            <a:pt x="1391639" y="36872"/>
                          </a:cubicBezTo>
                          <a:cubicBezTo>
                            <a:pt x="1390450" y="38062"/>
                            <a:pt x="1389260" y="45199"/>
                            <a:pt x="1385692" y="45199"/>
                          </a:cubicBezTo>
                          <a:cubicBezTo>
                            <a:pt x="1383313" y="45199"/>
                            <a:pt x="1376176" y="41630"/>
                            <a:pt x="1374987" y="42820"/>
                          </a:cubicBezTo>
                          <a:cubicBezTo>
                            <a:pt x="1373798" y="44009"/>
                            <a:pt x="1371419" y="48767"/>
                            <a:pt x="1369040" y="49956"/>
                          </a:cubicBezTo>
                          <a:cubicBezTo>
                            <a:pt x="1367851" y="51146"/>
                            <a:pt x="1360714" y="49956"/>
                            <a:pt x="1359524" y="51146"/>
                          </a:cubicBezTo>
                          <a:cubicBezTo>
                            <a:pt x="1358335" y="52335"/>
                            <a:pt x="1357145" y="54714"/>
                            <a:pt x="1355956" y="53525"/>
                          </a:cubicBezTo>
                          <a:cubicBezTo>
                            <a:pt x="1354766" y="52335"/>
                            <a:pt x="1353577" y="51146"/>
                            <a:pt x="1352387" y="51146"/>
                          </a:cubicBezTo>
                          <a:cubicBezTo>
                            <a:pt x="1351198" y="51146"/>
                            <a:pt x="1347630" y="52335"/>
                            <a:pt x="1347630" y="54714"/>
                          </a:cubicBezTo>
                          <a:cubicBezTo>
                            <a:pt x="1347630" y="57093"/>
                            <a:pt x="1346440" y="59472"/>
                            <a:pt x="1348819" y="60661"/>
                          </a:cubicBezTo>
                          <a:cubicBezTo>
                            <a:pt x="1352387" y="60661"/>
                            <a:pt x="1354766" y="60661"/>
                            <a:pt x="1355956" y="61851"/>
                          </a:cubicBezTo>
                          <a:cubicBezTo>
                            <a:pt x="1357145" y="63040"/>
                            <a:pt x="1355956" y="66608"/>
                            <a:pt x="1357145" y="67798"/>
                          </a:cubicBezTo>
                          <a:cubicBezTo>
                            <a:pt x="1358335" y="67798"/>
                            <a:pt x="1358335" y="68987"/>
                            <a:pt x="1358335" y="71366"/>
                          </a:cubicBezTo>
                          <a:cubicBezTo>
                            <a:pt x="1358335" y="73745"/>
                            <a:pt x="1358335" y="77313"/>
                            <a:pt x="1357145" y="78503"/>
                          </a:cubicBezTo>
                          <a:cubicBezTo>
                            <a:pt x="1355956" y="79692"/>
                            <a:pt x="1355956" y="84450"/>
                            <a:pt x="1354766" y="84450"/>
                          </a:cubicBezTo>
                          <a:cubicBezTo>
                            <a:pt x="1353577" y="84450"/>
                            <a:pt x="1346440" y="82071"/>
                            <a:pt x="1345251" y="84450"/>
                          </a:cubicBezTo>
                          <a:cubicBezTo>
                            <a:pt x="1344062" y="86829"/>
                            <a:pt x="1341683" y="92776"/>
                            <a:pt x="1340493" y="91586"/>
                          </a:cubicBezTo>
                          <a:cubicBezTo>
                            <a:pt x="1339304" y="91586"/>
                            <a:pt x="1334546" y="90397"/>
                            <a:pt x="1333357" y="91586"/>
                          </a:cubicBezTo>
                          <a:cubicBezTo>
                            <a:pt x="1330978" y="92776"/>
                            <a:pt x="1328599" y="92776"/>
                            <a:pt x="1328599" y="91586"/>
                          </a:cubicBezTo>
                          <a:cubicBezTo>
                            <a:pt x="1328599" y="90397"/>
                            <a:pt x="1329789" y="90397"/>
                            <a:pt x="1330978" y="89208"/>
                          </a:cubicBezTo>
                          <a:cubicBezTo>
                            <a:pt x="1332168" y="88018"/>
                            <a:pt x="1330978" y="86829"/>
                            <a:pt x="1333357" y="86829"/>
                          </a:cubicBezTo>
                          <a:cubicBezTo>
                            <a:pt x="1335736" y="86829"/>
                            <a:pt x="1336925" y="88018"/>
                            <a:pt x="1336925" y="85639"/>
                          </a:cubicBezTo>
                          <a:cubicBezTo>
                            <a:pt x="1336925" y="84450"/>
                            <a:pt x="1336925" y="78503"/>
                            <a:pt x="1335736" y="77313"/>
                          </a:cubicBezTo>
                          <a:cubicBezTo>
                            <a:pt x="1333357" y="76124"/>
                            <a:pt x="1332168" y="74934"/>
                            <a:pt x="1332168" y="73745"/>
                          </a:cubicBezTo>
                          <a:cubicBezTo>
                            <a:pt x="1332168" y="72556"/>
                            <a:pt x="1332168" y="70177"/>
                            <a:pt x="1330978" y="70177"/>
                          </a:cubicBezTo>
                          <a:cubicBezTo>
                            <a:pt x="1329789" y="68987"/>
                            <a:pt x="1329789" y="68987"/>
                            <a:pt x="1330978" y="66608"/>
                          </a:cubicBezTo>
                          <a:cubicBezTo>
                            <a:pt x="1332168" y="64230"/>
                            <a:pt x="1333357" y="64230"/>
                            <a:pt x="1333357" y="61851"/>
                          </a:cubicBezTo>
                          <a:cubicBezTo>
                            <a:pt x="1333357" y="59472"/>
                            <a:pt x="1332168" y="54714"/>
                            <a:pt x="1333357" y="54714"/>
                          </a:cubicBezTo>
                          <a:cubicBezTo>
                            <a:pt x="1334546" y="54714"/>
                            <a:pt x="1335736" y="52335"/>
                            <a:pt x="1335736" y="51146"/>
                          </a:cubicBezTo>
                          <a:cubicBezTo>
                            <a:pt x="1335736" y="49956"/>
                            <a:pt x="1332168" y="47577"/>
                            <a:pt x="1332168" y="45199"/>
                          </a:cubicBezTo>
                          <a:cubicBezTo>
                            <a:pt x="1332168" y="42820"/>
                            <a:pt x="1332168" y="40441"/>
                            <a:pt x="1329789" y="38062"/>
                          </a:cubicBezTo>
                          <a:cubicBezTo>
                            <a:pt x="1327410" y="36872"/>
                            <a:pt x="1326220" y="32115"/>
                            <a:pt x="1325031" y="32115"/>
                          </a:cubicBezTo>
                          <a:cubicBezTo>
                            <a:pt x="1323841" y="32115"/>
                            <a:pt x="1321462" y="36872"/>
                            <a:pt x="1320273" y="35683"/>
                          </a:cubicBezTo>
                          <a:cubicBezTo>
                            <a:pt x="1319083" y="34494"/>
                            <a:pt x="1319083" y="32115"/>
                            <a:pt x="1317894" y="33304"/>
                          </a:cubicBezTo>
                          <a:cubicBezTo>
                            <a:pt x="1316704" y="33304"/>
                            <a:pt x="1313136" y="33304"/>
                            <a:pt x="1313136" y="35683"/>
                          </a:cubicBezTo>
                          <a:cubicBezTo>
                            <a:pt x="1313136" y="36872"/>
                            <a:pt x="1311947" y="40441"/>
                            <a:pt x="1311947" y="40441"/>
                          </a:cubicBezTo>
                          <a:cubicBezTo>
                            <a:pt x="1311947" y="40441"/>
                            <a:pt x="1307189" y="41630"/>
                            <a:pt x="1306000" y="39251"/>
                          </a:cubicBezTo>
                          <a:cubicBezTo>
                            <a:pt x="1304810" y="38062"/>
                            <a:pt x="1303621" y="36872"/>
                            <a:pt x="1302432" y="38062"/>
                          </a:cubicBezTo>
                          <a:cubicBezTo>
                            <a:pt x="1300053" y="39251"/>
                            <a:pt x="1296485" y="47577"/>
                            <a:pt x="1295295" y="47577"/>
                          </a:cubicBezTo>
                          <a:cubicBezTo>
                            <a:pt x="1292916" y="47577"/>
                            <a:pt x="1291727" y="48767"/>
                            <a:pt x="1290537" y="46388"/>
                          </a:cubicBezTo>
                          <a:cubicBezTo>
                            <a:pt x="1289348" y="44009"/>
                            <a:pt x="1290537" y="42820"/>
                            <a:pt x="1291727" y="42820"/>
                          </a:cubicBezTo>
                          <a:cubicBezTo>
                            <a:pt x="1292916" y="41630"/>
                            <a:pt x="1294106" y="41630"/>
                            <a:pt x="1294106" y="39251"/>
                          </a:cubicBezTo>
                          <a:cubicBezTo>
                            <a:pt x="1294106" y="36872"/>
                            <a:pt x="1292916" y="32115"/>
                            <a:pt x="1290537" y="33304"/>
                          </a:cubicBezTo>
                          <a:cubicBezTo>
                            <a:pt x="1289348" y="34494"/>
                            <a:pt x="1286969" y="38062"/>
                            <a:pt x="1285779" y="40441"/>
                          </a:cubicBezTo>
                          <a:cubicBezTo>
                            <a:pt x="1284590" y="42820"/>
                            <a:pt x="1283400" y="46388"/>
                            <a:pt x="1281021" y="47577"/>
                          </a:cubicBezTo>
                          <a:cubicBezTo>
                            <a:pt x="1278643" y="48767"/>
                            <a:pt x="1277453" y="47577"/>
                            <a:pt x="1275074" y="48767"/>
                          </a:cubicBezTo>
                          <a:cubicBezTo>
                            <a:pt x="1272696" y="49956"/>
                            <a:pt x="1266749" y="54714"/>
                            <a:pt x="1265559" y="51146"/>
                          </a:cubicBezTo>
                          <a:cubicBezTo>
                            <a:pt x="1265559" y="47577"/>
                            <a:pt x="1266749" y="45199"/>
                            <a:pt x="1269127" y="45199"/>
                          </a:cubicBezTo>
                          <a:cubicBezTo>
                            <a:pt x="1271506" y="44009"/>
                            <a:pt x="1272696" y="44009"/>
                            <a:pt x="1275074" y="42820"/>
                          </a:cubicBezTo>
                          <a:cubicBezTo>
                            <a:pt x="1277453" y="41630"/>
                            <a:pt x="1281021" y="38062"/>
                            <a:pt x="1279832" y="34494"/>
                          </a:cubicBezTo>
                          <a:cubicBezTo>
                            <a:pt x="1278643" y="30925"/>
                            <a:pt x="1276264" y="29736"/>
                            <a:pt x="1278643" y="28546"/>
                          </a:cubicBezTo>
                          <a:cubicBezTo>
                            <a:pt x="1281021" y="27357"/>
                            <a:pt x="1282211" y="26168"/>
                            <a:pt x="1283400" y="24978"/>
                          </a:cubicBezTo>
                          <a:cubicBezTo>
                            <a:pt x="1283400" y="22599"/>
                            <a:pt x="1283400" y="22599"/>
                            <a:pt x="1284590" y="21410"/>
                          </a:cubicBezTo>
                          <a:cubicBezTo>
                            <a:pt x="1286969" y="20220"/>
                            <a:pt x="1286969" y="19031"/>
                            <a:pt x="1285779" y="17842"/>
                          </a:cubicBezTo>
                          <a:cubicBezTo>
                            <a:pt x="1284590" y="16652"/>
                            <a:pt x="1275074" y="16652"/>
                            <a:pt x="1275074" y="14273"/>
                          </a:cubicBezTo>
                          <a:cubicBezTo>
                            <a:pt x="1275074" y="11894"/>
                            <a:pt x="1276264" y="10705"/>
                            <a:pt x="1276264" y="9516"/>
                          </a:cubicBezTo>
                          <a:cubicBezTo>
                            <a:pt x="1276264" y="8326"/>
                            <a:pt x="1275074" y="4758"/>
                            <a:pt x="1273885" y="4758"/>
                          </a:cubicBezTo>
                          <a:cubicBezTo>
                            <a:pt x="1272696" y="4758"/>
                            <a:pt x="1269127" y="7137"/>
                            <a:pt x="1269127" y="8326"/>
                          </a:cubicBezTo>
                          <a:cubicBezTo>
                            <a:pt x="1267938" y="10705"/>
                            <a:pt x="1267938" y="13084"/>
                            <a:pt x="1265559" y="11894"/>
                          </a:cubicBezTo>
                          <a:cubicBezTo>
                            <a:pt x="1264370" y="10705"/>
                            <a:pt x="1259612" y="11894"/>
                            <a:pt x="1258423" y="10705"/>
                          </a:cubicBezTo>
                          <a:cubicBezTo>
                            <a:pt x="1257233" y="8326"/>
                            <a:pt x="1258423" y="8326"/>
                            <a:pt x="1257233" y="7137"/>
                          </a:cubicBezTo>
                          <a:cubicBezTo>
                            <a:pt x="1256043" y="5947"/>
                            <a:pt x="1256043" y="3568"/>
                            <a:pt x="1254854" y="2379"/>
                          </a:cubicBezTo>
                          <a:cubicBezTo>
                            <a:pt x="1253664" y="2379"/>
                            <a:pt x="1252475" y="2379"/>
                            <a:pt x="1251285" y="3568"/>
                          </a:cubicBezTo>
                          <a:cubicBezTo>
                            <a:pt x="1250096" y="4758"/>
                            <a:pt x="1248907" y="4758"/>
                            <a:pt x="1247717" y="4758"/>
                          </a:cubicBezTo>
                          <a:cubicBezTo>
                            <a:pt x="1246528" y="4758"/>
                            <a:pt x="1247717" y="9516"/>
                            <a:pt x="1245338" y="8326"/>
                          </a:cubicBezTo>
                          <a:cubicBezTo>
                            <a:pt x="1244149" y="7137"/>
                            <a:pt x="1244149" y="3568"/>
                            <a:pt x="1241770" y="3568"/>
                          </a:cubicBezTo>
                          <a:cubicBezTo>
                            <a:pt x="1240581" y="2379"/>
                            <a:pt x="1241770" y="0"/>
                            <a:pt x="1239391" y="0"/>
                          </a:cubicBezTo>
                          <a:cubicBezTo>
                            <a:pt x="1237013" y="0"/>
                            <a:pt x="1234634" y="0"/>
                            <a:pt x="1233444" y="1189"/>
                          </a:cubicBezTo>
                          <a:cubicBezTo>
                            <a:pt x="1232255" y="3568"/>
                            <a:pt x="1228687" y="5947"/>
                            <a:pt x="1228687" y="7137"/>
                          </a:cubicBezTo>
                          <a:cubicBezTo>
                            <a:pt x="1228687" y="8326"/>
                            <a:pt x="1229876" y="9516"/>
                            <a:pt x="1227497" y="10705"/>
                          </a:cubicBezTo>
                          <a:cubicBezTo>
                            <a:pt x="1225118" y="10705"/>
                            <a:pt x="1223929" y="10705"/>
                            <a:pt x="1223929" y="13084"/>
                          </a:cubicBezTo>
                          <a:cubicBezTo>
                            <a:pt x="1223929" y="14273"/>
                            <a:pt x="1228687" y="16652"/>
                            <a:pt x="1227497" y="17842"/>
                          </a:cubicBezTo>
                          <a:cubicBezTo>
                            <a:pt x="1227497" y="19031"/>
                            <a:pt x="1225118" y="20220"/>
                            <a:pt x="1222739" y="21410"/>
                          </a:cubicBezTo>
                          <a:cubicBezTo>
                            <a:pt x="1220360" y="22599"/>
                            <a:pt x="1219171" y="24978"/>
                            <a:pt x="1220360" y="26168"/>
                          </a:cubicBezTo>
                          <a:cubicBezTo>
                            <a:pt x="1221550" y="28546"/>
                            <a:pt x="1225118" y="36872"/>
                            <a:pt x="1222739" y="38062"/>
                          </a:cubicBezTo>
                          <a:cubicBezTo>
                            <a:pt x="1220360" y="39251"/>
                            <a:pt x="1217981" y="41630"/>
                            <a:pt x="1216792" y="44009"/>
                          </a:cubicBezTo>
                          <a:cubicBezTo>
                            <a:pt x="1216792" y="46388"/>
                            <a:pt x="1214413" y="57093"/>
                            <a:pt x="1215602" y="58282"/>
                          </a:cubicBezTo>
                          <a:cubicBezTo>
                            <a:pt x="1215602" y="59472"/>
                            <a:pt x="1215602" y="66608"/>
                            <a:pt x="1219171" y="68987"/>
                          </a:cubicBezTo>
                          <a:cubicBezTo>
                            <a:pt x="1222739" y="71366"/>
                            <a:pt x="1223929" y="72556"/>
                            <a:pt x="1223929" y="73745"/>
                          </a:cubicBezTo>
                          <a:cubicBezTo>
                            <a:pt x="1223929" y="74934"/>
                            <a:pt x="1225118" y="78503"/>
                            <a:pt x="1222739" y="78503"/>
                          </a:cubicBezTo>
                          <a:cubicBezTo>
                            <a:pt x="1220360" y="78503"/>
                            <a:pt x="1219171" y="78503"/>
                            <a:pt x="1219171" y="79692"/>
                          </a:cubicBezTo>
                          <a:cubicBezTo>
                            <a:pt x="1219171" y="82071"/>
                            <a:pt x="1219171" y="85639"/>
                            <a:pt x="1221550" y="86829"/>
                          </a:cubicBezTo>
                          <a:cubicBezTo>
                            <a:pt x="1223929" y="88018"/>
                            <a:pt x="1225118" y="89208"/>
                            <a:pt x="1225118" y="90397"/>
                          </a:cubicBezTo>
                          <a:cubicBezTo>
                            <a:pt x="1225118" y="91586"/>
                            <a:pt x="1226308" y="91586"/>
                            <a:pt x="1227497" y="91586"/>
                          </a:cubicBezTo>
                          <a:cubicBezTo>
                            <a:pt x="1228687" y="91586"/>
                            <a:pt x="1231066" y="91586"/>
                            <a:pt x="1232255" y="92776"/>
                          </a:cubicBezTo>
                          <a:cubicBezTo>
                            <a:pt x="1232255" y="93965"/>
                            <a:pt x="1233444" y="97534"/>
                            <a:pt x="1235823" y="98723"/>
                          </a:cubicBezTo>
                          <a:cubicBezTo>
                            <a:pt x="1238202" y="98723"/>
                            <a:pt x="1241770" y="98723"/>
                            <a:pt x="1241770" y="99913"/>
                          </a:cubicBezTo>
                          <a:cubicBezTo>
                            <a:pt x="1241770" y="101102"/>
                            <a:pt x="1240581" y="103481"/>
                            <a:pt x="1239391" y="103481"/>
                          </a:cubicBezTo>
                          <a:cubicBezTo>
                            <a:pt x="1238202" y="103481"/>
                            <a:pt x="1235823" y="102291"/>
                            <a:pt x="1235823" y="104670"/>
                          </a:cubicBezTo>
                          <a:cubicBezTo>
                            <a:pt x="1235823" y="105860"/>
                            <a:pt x="1237013" y="108239"/>
                            <a:pt x="1238202" y="110617"/>
                          </a:cubicBezTo>
                          <a:cubicBezTo>
                            <a:pt x="1239391" y="111807"/>
                            <a:pt x="1237013" y="115375"/>
                            <a:pt x="1239391" y="116565"/>
                          </a:cubicBezTo>
                          <a:cubicBezTo>
                            <a:pt x="1241770" y="117754"/>
                            <a:pt x="1250096" y="117754"/>
                            <a:pt x="1250096" y="116565"/>
                          </a:cubicBezTo>
                          <a:cubicBezTo>
                            <a:pt x="1251285" y="115375"/>
                            <a:pt x="1251285" y="112996"/>
                            <a:pt x="1253664" y="112996"/>
                          </a:cubicBezTo>
                          <a:cubicBezTo>
                            <a:pt x="1256043" y="114186"/>
                            <a:pt x="1257233" y="116565"/>
                            <a:pt x="1259612" y="116565"/>
                          </a:cubicBezTo>
                          <a:cubicBezTo>
                            <a:pt x="1261991" y="116565"/>
                            <a:pt x="1267938" y="116565"/>
                            <a:pt x="1270317" y="117754"/>
                          </a:cubicBezTo>
                          <a:cubicBezTo>
                            <a:pt x="1271506" y="118944"/>
                            <a:pt x="1273885" y="121322"/>
                            <a:pt x="1272696" y="121322"/>
                          </a:cubicBezTo>
                          <a:cubicBezTo>
                            <a:pt x="1272696" y="121322"/>
                            <a:pt x="1270317" y="122512"/>
                            <a:pt x="1267938" y="122512"/>
                          </a:cubicBezTo>
                          <a:cubicBezTo>
                            <a:pt x="1265559" y="122512"/>
                            <a:pt x="1263180" y="121322"/>
                            <a:pt x="1261991" y="121322"/>
                          </a:cubicBezTo>
                          <a:cubicBezTo>
                            <a:pt x="1260802" y="121322"/>
                            <a:pt x="1258423" y="124891"/>
                            <a:pt x="1257233" y="122512"/>
                          </a:cubicBezTo>
                          <a:cubicBezTo>
                            <a:pt x="1256043" y="121322"/>
                            <a:pt x="1256043" y="118944"/>
                            <a:pt x="1253664" y="118944"/>
                          </a:cubicBezTo>
                          <a:cubicBezTo>
                            <a:pt x="1251285" y="118944"/>
                            <a:pt x="1248907" y="121322"/>
                            <a:pt x="1246528" y="122512"/>
                          </a:cubicBezTo>
                          <a:cubicBezTo>
                            <a:pt x="1244149" y="123701"/>
                            <a:pt x="1239391" y="124891"/>
                            <a:pt x="1239391" y="123701"/>
                          </a:cubicBezTo>
                          <a:cubicBezTo>
                            <a:pt x="1239391" y="122512"/>
                            <a:pt x="1237013" y="120133"/>
                            <a:pt x="1235823" y="121322"/>
                          </a:cubicBezTo>
                          <a:cubicBezTo>
                            <a:pt x="1234634" y="122512"/>
                            <a:pt x="1233444" y="123701"/>
                            <a:pt x="1232255" y="123701"/>
                          </a:cubicBezTo>
                          <a:cubicBezTo>
                            <a:pt x="1232255" y="123701"/>
                            <a:pt x="1228687" y="121322"/>
                            <a:pt x="1227497" y="121322"/>
                          </a:cubicBezTo>
                          <a:cubicBezTo>
                            <a:pt x="1226308" y="121322"/>
                            <a:pt x="1221550" y="121322"/>
                            <a:pt x="1220360" y="122512"/>
                          </a:cubicBezTo>
                          <a:cubicBezTo>
                            <a:pt x="1219171" y="123701"/>
                            <a:pt x="1220360" y="127270"/>
                            <a:pt x="1217981" y="126080"/>
                          </a:cubicBezTo>
                          <a:cubicBezTo>
                            <a:pt x="1216792" y="124891"/>
                            <a:pt x="1207277" y="123701"/>
                            <a:pt x="1206087" y="124891"/>
                          </a:cubicBezTo>
                          <a:cubicBezTo>
                            <a:pt x="1204898" y="126080"/>
                            <a:pt x="1202519" y="127270"/>
                            <a:pt x="1202519" y="128459"/>
                          </a:cubicBezTo>
                          <a:cubicBezTo>
                            <a:pt x="1202519" y="130838"/>
                            <a:pt x="1204898" y="132027"/>
                            <a:pt x="1207277" y="132027"/>
                          </a:cubicBezTo>
                          <a:cubicBezTo>
                            <a:pt x="1209655" y="133217"/>
                            <a:pt x="1209655" y="134406"/>
                            <a:pt x="1210845" y="135596"/>
                          </a:cubicBezTo>
                          <a:cubicBezTo>
                            <a:pt x="1210845" y="136785"/>
                            <a:pt x="1213224" y="135596"/>
                            <a:pt x="1214413" y="135596"/>
                          </a:cubicBezTo>
                          <a:cubicBezTo>
                            <a:pt x="1215602" y="135596"/>
                            <a:pt x="1219171" y="135596"/>
                            <a:pt x="1219171" y="135596"/>
                          </a:cubicBezTo>
                          <a:cubicBezTo>
                            <a:pt x="1219171" y="135596"/>
                            <a:pt x="1220360" y="137974"/>
                            <a:pt x="1221550" y="136785"/>
                          </a:cubicBezTo>
                          <a:cubicBezTo>
                            <a:pt x="1222739" y="136785"/>
                            <a:pt x="1225118" y="134406"/>
                            <a:pt x="1226308" y="134406"/>
                          </a:cubicBezTo>
                          <a:cubicBezTo>
                            <a:pt x="1227497" y="134406"/>
                            <a:pt x="1231066" y="140353"/>
                            <a:pt x="1233444" y="141543"/>
                          </a:cubicBezTo>
                          <a:cubicBezTo>
                            <a:pt x="1235823" y="142732"/>
                            <a:pt x="1244149" y="152248"/>
                            <a:pt x="1242960" y="153437"/>
                          </a:cubicBezTo>
                          <a:cubicBezTo>
                            <a:pt x="1241770" y="154627"/>
                            <a:pt x="1240581" y="157005"/>
                            <a:pt x="1240581" y="158195"/>
                          </a:cubicBezTo>
                          <a:cubicBezTo>
                            <a:pt x="1240581" y="160574"/>
                            <a:pt x="1239391" y="164142"/>
                            <a:pt x="1238202" y="165331"/>
                          </a:cubicBezTo>
                          <a:cubicBezTo>
                            <a:pt x="1237013" y="166521"/>
                            <a:pt x="1235823" y="166521"/>
                            <a:pt x="1234634" y="167710"/>
                          </a:cubicBezTo>
                          <a:cubicBezTo>
                            <a:pt x="1233444" y="168900"/>
                            <a:pt x="1232255" y="168900"/>
                            <a:pt x="1232255" y="167710"/>
                          </a:cubicBezTo>
                          <a:cubicBezTo>
                            <a:pt x="1232255" y="165331"/>
                            <a:pt x="1234634" y="161763"/>
                            <a:pt x="1234634" y="160574"/>
                          </a:cubicBezTo>
                          <a:cubicBezTo>
                            <a:pt x="1235823" y="158195"/>
                            <a:pt x="1237013" y="155816"/>
                            <a:pt x="1234634" y="155816"/>
                          </a:cubicBezTo>
                          <a:cubicBezTo>
                            <a:pt x="1233444" y="155816"/>
                            <a:pt x="1232255" y="154627"/>
                            <a:pt x="1232255" y="152248"/>
                          </a:cubicBezTo>
                          <a:cubicBezTo>
                            <a:pt x="1232255" y="149869"/>
                            <a:pt x="1232255" y="146301"/>
                            <a:pt x="1231066" y="146301"/>
                          </a:cubicBezTo>
                          <a:cubicBezTo>
                            <a:pt x="1229876" y="146301"/>
                            <a:pt x="1223929" y="146301"/>
                            <a:pt x="1222739" y="145111"/>
                          </a:cubicBezTo>
                          <a:cubicBezTo>
                            <a:pt x="1221550" y="143922"/>
                            <a:pt x="1222739" y="141543"/>
                            <a:pt x="1220360" y="140353"/>
                          </a:cubicBezTo>
                          <a:cubicBezTo>
                            <a:pt x="1219171" y="140353"/>
                            <a:pt x="1215602" y="140353"/>
                            <a:pt x="1215602" y="140353"/>
                          </a:cubicBezTo>
                          <a:cubicBezTo>
                            <a:pt x="1214413" y="141543"/>
                            <a:pt x="1213224" y="143922"/>
                            <a:pt x="1212034" y="142732"/>
                          </a:cubicBezTo>
                          <a:cubicBezTo>
                            <a:pt x="1210845" y="142732"/>
                            <a:pt x="1208466" y="140353"/>
                            <a:pt x="1207277" y="141543"/>
                          </a:cubicBezTo>
                          <a:cubicBezTo>
                            <a:pt x="1206087" y="142732"/>
                            <a:pt x="1201330" y="146301"/>
                            <a:pt x="1202519" y="146301"/>
                          </a:cubicBezTo>
                          <a:cubicBezTo>
                            <a:pt x="1203708" y="146301"/>
                            <a:pt x="1207277" y="147490"/>
                            <a:pt x="1206087" y="148679"/>
                          </a:cubicBezTo>
                          <a:cubicBezTo>
                            <a:pt x="1206087" y="149869"/>
                            <a:pt x="1206087" y="152248"/>
                            <a:pt x="1204898" y="151058"/>
                          </a:cubicBezTo>
                          <a:cubicBezTo>
                            <a:pt x="1203708" y="151058"/>
                            <a:pt x="1200140" y="149869"/>
                            <a:pt x="1200140" y="149869"/>
                          </a:cubicBezTo>
                          <a:cubicBezTo>
                            <a:pt x="1200140" y="151058"/>
                            <a:pt x="1202519" y="153437"/>
                            <a:pt x="1202519" y="155816"/>
                          </a:cubicBezTo>
                          <a:cubicBezTo>
                            <a:pt x="1201330" y="157005"/>
                            <a:pt x="1198951" y="158195"/>
                            <a:pt x="1197761" y="159384"/>
                          </a:cubicBezTo>
                          <a:cubicBezTo>
                            <a:pt x="1196572" y="160574"/>
                            <a:pt x="1195383" y="164142"/>
                            <a:pt x="1194193" y="162953"/>
                          </a:cubicBezTo>
                          <a:cubicBezTo>
                            <a:pt x="1193004" y="161763"/>
                            <a:pt x="1194193" y="158195"/>
                            <a:pt x="1191814" y="157005"/>
                          </a:cubicBezTo>
                          <a:cubicBezTo>
                            <a:pt x="1189435" y="157005"/>
                            <a:pt x="1188246" y="157005"/>
                            <a:pt x="1187056" y="158195"/>
                          </a:cubicBezTo>
                          <a:cubicBezTo>
                            <a:pt x="1187056" y="159384"/>
                            <a:pt x="1184677" y="162953"/>
                            <a:pt x="1185867" y="162953"/>
                          </a:cubicBezTo>
                          <a:cubicBezTo>
                            <a:pt x="1187056" y="162953"/>
                            <a:pt x="1188246" y="165331"/>
                            <a:pt x="1187056" y="166521"/>
                          </a:cubicBezTo>
                          <a:cubicBezTo>
                            <a:pt x="1187056" y="167710"/>
                            <a:pt x="1187056" y="171279"/>
                            <a:pt x="1185867" y="171279"/>
                          </a:cubicBezTo>
                          <a:cubicBezTo>
                            <a:pt x="1184677" y="171279"/>
                            <a:pt x="1181109" y="172468"/>
                            <a:pt x="1182298" y="170089"/>
                          </a:cubicBezTo>
                          <a:cubicBezTo>
                            <a:pt x="1182298" y="167710"/>
                            <a:pt x="1183488" y="161763"/>
                            <a:pt x="1182298" y="161763"/>
                          </a:cubicBezTo>
                          <a:cubicBezTo>
                            <a:pt x="1181109" y="161763"/>
                            <a:pt x="1177541" y="157005"/>
                            <a:pt x="1176351" y="158195"/>
                          </a:cubicBezTo>
                          <a:cubicBezTo>
                            <a:pt x="1176351" y="159384"/>
                            <a:pt x="1177541" y="166521"/>
                            <a:pt x="1176351" y="167710"/>
                          </a:cubicBezTo>
                          <a:cubicBezTo>
                            <a:pt x="1175162" y="168900"/>
                            <a:pt x="1173972" y="168900"/>
                            <a:pt x="1173972" y="170089"/>
                          </a:cubicBezTo>
                          <a:cubicBezTo>
                            <a:pt x="1173972" y="171279"/>
                            <a:pt x="1172783" y="181984"/>
                            <a:pt x="1171594" y="181984"/>
                          </a:cubicBezTo>
                          <a:cubicBezTo>
                            <a:pt x="1170404" y="180794"/>
                            <a:pt x="1165647" y="180794"/>
                            <a:pt x="1165647" y="177226"/>
                          </a:cubicBezTo>
                          <a:cubicBezTo>
                            <a:pt x="1165647" y="172468"/>
                            <a:pt x="1171594" y="167710"/>
                            <a:pt x="1170404" y="165331"/>
                          </a:cubicBezTo>
                          <a:cubicBezTo>
                            <a:pt x="1170404" y="161763"/>
                            <a:pt x="1169215" y="160574"/>
                            <a:pt x="1168025" y="159384"/>
                          </a:cubicBezTo>
                          <a:cubicBezTo>
                            <a:pt x="1166836" y="159384"/>
                            <a:pt x="1160889" y="158195"/>
                            <a:pt x="1157321" y="159384"/>
                          </a:cubicBezTo>
                          <a:cubicBezTo>
                            <a:pt x="1152563" y="161763"/>
                            <a:pt x="1150183" y="164142"/>
                            <a:pt x="1148994" y="162953"/>
                          </a:cubicBezTo>
                          <a:cubicBezTo>
                            <a:pt x="1147805" y="161763"/>
                            <a:pt x="1144236" y="160574"/>
                            <a:pt x="1143047" y="160574"/>
                          </a:cubicBezTo>
                          <a:cubicBezTo>
                            <a:pt x="1141858" y="160574"/>
                            <a:pt x="1138289" y="165331"/>
                            <a:pt x="1137100" y="165331"/>
                          </a:cubicBezTo>
                          <a:cubicBezTo>
                            <a:pt x="1135911" y="165331"/>
                            <a:pt x="1129964" y="166521"/>
                            <a:pt x="1129964" y="164142"/>
                          </a:cubicBezTo>
                          <a:cubicBezTo>
                            <a:pt x="1128774" y="161763"/>
                            <a:pt x="1127585" y="161763"/>
                            <a:pt x="1126395" y="161763"/>
                          </a:cubicBezTo>
                          <a:cubicBezTo>
                            <a:pt x="1124017" y="161763"/>
                            <a:pt x="1121637" y="161763"/>
                            <a:pt x="1122827" y="164142"/>
                          </a:cubicBezTo>
                          <a:cubicBezTo>
                            <a:pt x="1122827" y="165331"/>
                            <a:pt x="1128774" y="168900"/>
                            <a:pt x="1127585" y="170089"/>
                          </a:cubicBezTo>
                          <a:cubicBezTo>
                            <a:pt x="1126395" y="171279"/>
                            <a:pt x="1124017" y="173657"/>
                            <a:pt x="1124017" y="172468"/>
                          </a:cubicBezTo>
                          <a:cubicBezTo>
                            <a:pt x="1122827" y="171279"/>
                            <a:pt x="1122827" y="168900"/>
                            <a:pt x="1121637" y="168900"/>
                          </a:cubicBezTo>
                          <a:cubicBezTo>
                            <a:pt x="1120448" y="168900"/>
                            <a:pt x="1118069" y="170089"/>
                            <a:pt x="1118069" y="171279"/>
                          </a:cubicBezTo>
                          <a:cubicBezTo>
                            <a:pt x="1118069" y="172468"/>
                            <a:pt x="1116879" y="173657"/>
                            <a:pt x="1115690" y="174847"/>
                          </a:cubicBezTo>
                          <a:cubicBezTo>
                            <a:pt x="1114500" y="176036"/>
                            <a:pt x="1113311" y="185552"/>
                            <a:pt x="1114500" y="186741"/>
                          </a:cubicBezTo>
                          <a:cubicBezTo>
                            <a:pt x="1115690" y="187931"/>
                            <a:pt x="1116879" y="192688"/>
                            <a:pt x="1118069" y="191499"/>
                          </a:cubicBezTo>
                          <a:cubicBezTo>
                            <a:pt x="1119258" y="190310"/>
                            <a:pt x="1121637" y="185552"/>
                            <a:pt x="1122827" y="185552"/>
                          </a:cubicBezTo>
                          <a:cubicBezTo>
                            <a:pt x="1125206" y="185552"/>
                            <a:pt x="1126395" y="187931"/>
                            <a:pt x="1126395" y="186741"/>
                          </a:cubicBezTo>
                          <a:cubicBezTo>
                            <a:pt x="1127585" y="185552"/>
                            <a:pt x="1132342" y="180794"/>
                            <a:pt x="1134721" y="181984"/>
                          </a:cubicBezTo>
                          <a:cubicBezTo>
                            <a:pt x="1137100" y="183173"/>
                            <a:pt x="1138289" y="186741"/>
                            <a:pt x="1135911" y="187931"/>
                          </a:cubicBezTo>
                          <a:cubicBezTo>
                            <a:pt x="1134721" y="189120"/>
                            <a:pt x="1121637" y="192688"/>
                            <a:pt x="1120448" y="195067"/>
                          </a:cubicBezTo>
                          <a:cubicBezTo>
                            <a:pt x="1119258" y="197446"/>
                            <a:pt x="1119258" y="202204"/>
                            <a:pt x="1115690" y="202204"/>
                          </a:cubicBezTo>
                          <a:cubicBezTo>
                            <a:pt x="1113311" y="202204"/>
                            <a:pt x="1101417" y="202204"/>
                            <a:pt x="1101417" y="203393"/>
                          </a:cubicBezTo>
                          <a:cubicBezTo>
                            <a:pt x="1101417" y="204583"/>
                            <a:pt x="1103796" y="210530"/>
                            <a:pt x="1102606" y="211719"/>
                          </a:cubicBezTo>
                          <a:cubicBezTo>
                            <a:pt x="1101417" y="212909"/>
                            <a:pt x="1096659" y="215288"/>
                            <a:pt x="1094280" y="214098"/>
                          </a:cubicBezTo>
                          <a:cubicBezTo>
                            <a:pt x="1091902" y="214098"/>
                            <a:pt x="1089523" y="210530"/>
                            <a:pt x="1089523" y="210530"/>
                          </a:cubicBezTo>
                          <a:cubicBezTo>
                            <a:pt x="1089523" y="210530"/>
                            <a:pt x="1085954" y="211719"/>
                            <a:pt x="1085954" y="212909"/>
                          </a:cubicBezTo>
                          <a:cubicBezTo>
                            <a:pt x="1085954" y="214098"/>
                            <a:pt x="1085954" y="217667"/>
                            <a:pt x="1084765" y="217667"/>
                          </a:cubicBezTo>
                          <a:cubicBezTo>
                            <a:pt x="1083575" y="217667"/>
                            <a:pt x="1076439" y="218856"/>
                            <a:pt x="1076439" y="220045"/>
                          </a:cubicBezTo>
                          <a:cubicBezTo>
                            <a:pt x="1075249" y="221235"/>
                            <a:pt x="1074060" y="223614"/>
                            <a:pt x="1076439" y="224803"/>
                          </a:cubicBezTo>
                          <a:cubicBezTo>
                            <a:pt x="1077628" y="225993"/>
                            <a:pt x="1080007" y="227182"/>
                            <a:pt x="1078818" y="227182"/>
                          </a:cubicBezTo>
                          <a:cubicBezTo>
                            <a:pt x="1077628" y="228371"/>
                            <a:pt x="1075249" y="227182"/>
                            <a:pt x="1075249" y="228371"/>
                          </a:cubicBezTo>
                          <a:cubicBezTo>
                            <a:pt x="1075249" y="229561"/>
                            <a:pt x="1074060" y="234319"/>
                            <a:pt x="1072871" y="233129"/>
                          </a:cubicBezTo>
                          <a:cubicBezTo>
                            <a:pt x="1071681" y="231940"/>
                            <a:pt x="1069302" y="228371"/>
                            <a:pt x="1068113" y="228371"/>
                          </a:cubicBezTo>
                          <a:cubicBezTo>
                            <a:pt x="1066923" y="228371"/>
                            <a:pt x="1063355" y="233129"/>
                            <a:pt x="1064544" y="234319"/>
                          </a:cubicBezTo>
                          <a:cubicBezTo>
                            <a:pt x="1065734" y="235508"/>
                            <a:pt x="1062166" y="235508"/>
                            <a:pt x="1062166" y="236698"/>
                          </a:cubicBezTo>
                          <a:cubicBezTo>
                            <a:pt x="1062166" y="237887"/>
                            <a:pt x="1060976" y="241455"/>
                            <a:pt x="1060976" y="242645"/>
                          </a:cubicBezTo>
                          <a:cubicBezTo>
                            <a:pt x="1060976" y="243834"/>
                            <a:pt x="1060976" y="247403"/>
                            <a:pt x="1059787" y="248592"/>
                          </a:cubicBezTo>
                          <a:cubicBezTo>
                            <a:pt x="1057408" y="249781"/>
                            <a:pt x="1057408" y="248592"/>
                            <a:pt x="1057408" y="250971"/>
                          </a:cubicBezTo>
                          <a:cubicBezTo>
                            <a:pt x="1057408" y="252160"/>
                            <a:pt x="1059787" y="258107"/>
                            <a:pt x="1057408" y="258107"/>
                          </a:cubicBezTo>
                          <a:cubicBezTo>
                            <a:pt x="1055029" y="258107"/>
                            <a:pt x="1044324" y="256918"/>
                            <a:pt x="1043135" y="259297"/>
                          </a:cubicBezTo>
                          <a:cubicBezTo>
                            <a:pt x="1040756" y="261676"/>
                            <a:pt x="1040756" y="262865"/>
                            <a:pt x="1039566" y="262865"/>
                          </a:cubicBezTo>
                          <a:cubicBezTo>
                            <a:pt x="1038377" y="262865"/>
                            <a:pt x="1035998" y="264055"/>
                            <a:pt x="1035998" y="265244"/>
                          </a:cubicBezTo>
                          <a:cubicBezTo>
                            <a:pt x="1035998" y="266433"/>
                            <a:pt x="1037187" y="270002"/>
                            <a:pt x="1038377" y="268812"/>
                          </a:cubicBezTo>
                          <a:cubicBezTo>
                            <a:pt x="1039566" y="268812"/>
                            <a:pt x="1041945" y="265244"/>
                            <a:pt x="1043135" y="265244"/>
                          </a:cubicBezTo>
                          <a:cubicBezTo>
                            <a:pt x="1044324" y="265244"/>
                            <a:pt x="1046703" y="266433"/>
                            <a:pt x="1049082" y="266433"/>
                          </a:cubicBezTo>
                          <a:cubicBezTo>
                            <a:pt x="1051461" y="266433"/>
                            <a:pt x="1057408" y="266433"/>
                            <a:pt x="1056219" y="267623"/>
                          </a:cubicBezTo>
                          <a:cubicBezTo>
                            <a:pt x="1055029" y="268812"/>
                            <a:pt x="1055029" y="271191"/>
                            <a:pt x="1052650" y="270002"/>
                          </a:cubicBezTo>
                          <a:cubicBezTo>
                            <a:pt x="1050271" y="270002"/>
                            <a:pt x="1046703" y="268812"/>
                            <a:pt x="1046703" y="270002"/>
                          </a:cubicBezTo>
                          <a:cubicBezTo>
                            <a:pt x="1046703" y="271191"/>
                            <a:pt x="1047892" y="273570"/>
                            <a:pt x="1050271" y="274759"/>
                          </a:cubicBezTo>
                          <a:cubicBezTo>
                            <a:pt x="1051461" y="275949"/>
                            <a:pt x="1051461" y="279517"/>
                            <a:pt x="1051461" y="283086"/>
                          </a:cubicBezTo>
                          <a:cubicBezTo>
                            <a:pt x="1050271" y="285464"/>
                            <a:pt x="1049082" y="286654"/>
                            <a:pt x="1047892" y="287843"/>
                          </a:cubicBezTo>
                          <a:cubicBezTo>
                            <a:pt x="1046703" y="289033"/>
                            <a:pt x="1044324" y="289033"/>
                            <a:pt x="1045513" y="290222"/>
                          </a:cubicBezTo>
                          <a:cubicBezTo>
                            <a:pt x="1046703" y="291412"/>
                            <a:pt x="1046703" y="298548"/>
                            <a:pt x="1045513" y="297359"/>
                          </a:cubicBezTo>
                          <a:cubicBezTo>
                            <a:pt x="1044324" y="296169"/>
                            <a:pt x="1041945" y="293790"/>
                            <a:pt x="1041945" y="292601"/>
                          </a:cubicBezTo>
                          <a:cubicBezTo>
                            <a:pt x="1041945" y="291412"/>
                            <a:pt x="1040756" y="289033"/>
                            <a:pt x="1039566" y="289033"/>
                          </a:cubicBezTo>
                          <a:cubicBezTo>
                            <a:pt x="1038377" y="289033"/>
                            <a:pt x="1034808" y="291412"/>
                            <a:pt x="1033619" y="290222"/>
                          </a:cubicBezTo>
                          <a:cubicBezTo>
                            <a:pt x="1032430" y="287843"/>
                            <a:pt x="1032430" y="287843"/>
                            <a:pt x="1032430" y="286654"/>
                          </a:cubicBezTo>
                          <a:cubicBezTo>
                            <a:pt x="1031240" y="285464"/>
                            <a:pt x="1026483" y="281896"/>
                            <a:pt x="1025293" y="281896"/>
                          </a:cubicBezTo>
                          <a:cubicBezTo>
                            <a:pt x="1024104" y="281896"/>
                            <a:pt x="1024104" y="285464"/>
                            <a:pt x="1025293" y="285464"/>
                          </a:cubicBezTo>
                          <a:cubicBezTo>
                            <a:pt x="1026483" y="285464"/>
                            <a:pt x="1028861" y="289033"/>
                            <a:pt x="1027672" y="291412"/>
                          </a:cubicBezTo>
                          <a:cubicBezTo>
                            <a:pt x="1027672" y="293790"/>
                            <a:pt x="1024104" y="294980"/>
                            <a:pt x="1025293" y="297359"/>
                          </a:cubicBezTo>
                          <a:cubicBezTo>
                            <a:pt x="1026483" y="299738"/>
                            <a:pt x="1027672" y="303306"/>
                            <a:pt x="1028861" y="302117"/>
                          </a:cubicBezTo>
                          <a:cubicBezTo>
                            <a:pt x="1030051" y="300927"/>
                            <a:pt x="1032430" y="297359"/>
                            <a:pt x="1033619" y="298548"/>
                          </a:cubicBezTo>
                          <a:cubicBezTo>
                            <a:pt x="1035998" y="299738"/>
                            <a:pt x="1037187" y="302117"/>
                            <a:pt x="1038377" y="302117"/>
                          </a:cubicBezTo>
                          <a:cubicBezTo>
                            <a:pt x="1040756" y="302117"/>
                            <a:pt x="1046703" y="302117"/>
                            <a:pt x="1046703" y="303306"/>
                          </a:cubicBezTo>
                          <a:cubicBezTo>
                            <a:pt x="1046703" y="304495"/>
                            <a:pt x="1046703" y="309253"/>
                            <a:pt x="1047892" y="309253"/>
                          </a:cubicBezTo>
                          <a:cubicBezTo>
                            <a:pt x="1049082" y="309253"/>
                            <a:pt x="1051461" y="310443"/>
                            <a:pt x="1052650" y="311632"/>
                          </a:cubicBezTo>
                          <a:cubicBezTo>
                            <a:pt x="1052650" y="312821"/>
                            <a:pt x="1053840" y="312821"/>
                            <a:pt x="1055029" y="312821"/>
                          </a:cubicBezTo>
                          <a:cubicBezTo>
                            <a:pt x="1056219" y="312821"/>
                            <a:pt x="1062166" y="310443"/>
                            <a:pt x="1062166" y="311632"/>
                          </a:cubicBezTo>
                          <a:cubicBezTo>
                            <a:pt x="1062166" y="312821"/>
                            <a:pt x="1059787" y="315200"/>
                            <a:pt x="1057408" y="315200"/>
                          </a:cubicBezTo>
                          <a:cubicBezTo>
                            <a:pt x="1053840" y="315200"/>
                            <a:pt x="1052650" y="316390"/>
                            <a:pt x="1050271" y="314011"/>
                          </a:cubicBezTo>
                          <a:cubicBezTo>
                            <a:pt x="1049082" y="312821"/>
                            <a:pt x="1047892" y="310443"/>
                            <a:pt x="1046703" y="311632"/>
                          </a:cubicBezTo>
                          <a:cubicBezTo>
                            <a:pt x="1045513" y="311632"/>
                            <a:pt x="1044324" y="316390"/>
                            <a:pt x="1043135" y="316390"/>
                          </a:cubicBezTo>
                          <a:cubicBezTo>
                            <a:pt x="1041945" y="316390"/>
                            <a:pt x="1039566" y="316390"/>
                            <a:pt x="1040756" y="318769"/>
                          </a:cubicBezTo>
                          <a:cubicBezTo>
                            <a:pt x="1041945" y="321147"/>
                            <a:pt x="1044324" y="324716"/>
                            <a:pt x="1046703" y="324716"/>
                          </a:cubicBezTo>
                          <a:cubicBezTo>
                            <a:pt x="1049082" y="324716"/>
                            <a:pt x="1060976" y="322337"/>
                            <a:pt x="1060976" y="323526"/>
                          </a:cubicBezTo>
                          <a:cubicBezTo>
                            <a:pt x="1060976" y="324716"/>
                            <a:pt x="1060976" y="327095"/>
                            <a:pt x="1062166" y="328284"/>
                          </a:cubicBezTo>
                          <a:cubicBezTo>
                            <a:pt x="1063355" y="329473"/>
                            <a:pt x="1065734" y="331852"/>
                            <a:pt x="1066923" y="331852"/>
                          </a:cubicBezTo>
                          <a:cubicBezTo>
                            <a:pt x="1068113" y="331852"/>
                            <a:pt x="1066923" y="328284"/>
                            <a:pt x="1069302" y="328284"/>
                          </a:cubicBezTo>
                          <a:cubicBezTo>
                            <a:pt x="1071681" y="328284"/>
                            <a:pt x="1078818" y="327095"/>
                            <a:pt x="1076439" y="329473"/>
                          </a:cubicBezTo>
                          <a:cubicBezTo>
                            <a:pt x="1075249" y="331852"/>
                            <a:pt x="1074060" y="333042"/>
                            <a:pt x="1075249" y="334231"/>
                          </a:cubicBezTo>
                          <a:cubicBezTo>
                            <a:pt x="1076439" y="335421"/>
                            <a:pt x="1077628" y="337800"/>
                            <a:pt x="1081196" y="338989"/>
                          </a:cubicBezTo>
                          <a:cubicBezTo>
                            <a:pt x="1084765" y="338989"/>
                            <a:pt x="1088333" y="337800"/>
                            <a:pt x="1088333" y="340178"/>
                          </a:cubicBezTo>
                          <a:cubicBezTo>
                            <a:pt x="1088333" y="342557"/>
                            <a:pt x="1089523" y="344936"/>
                            <a:pt x="1090712" y="344936"/>
                          </a:cubicBezTo>
                          <a:cubicBezTo>
                            <a:pt x="1091902" y="344936"/>
                            <a:pt x="1093091" y="346126"/>
                            <a:pt x="1091902" y="348505"/>
                          </a:cubicBezTo>
                          <a:cubicBezTo>
                            <a:pt x="1090712" y="350883"/>
                            <a:pt x="1089523" y="355641"/>
                            <a:pt x="1085954" y="358020"/>
                          </a:cubicBezTo>
                          <a:cubicBezTo>
                            <a:pt x="1081196" y="360399"/>
                            <a:pt x="1074060" y="365157"/>
                            <a:pt x="1074060" y="367535"/>
                          </a:cubicBezTo>
                          <a:cubicBezTo>
                            <a:pt x="1074060" y="369914"/>
                            <a:pt x="1075249" y="372293"/>
                            <a:pt x="1078818" y="375861"/>
                          </a:cubicBezTo>
                          <a:cubicBezTo>
                            <a:pt x="1082386" y="378240"/>
                            <a:pt x="1090712" y="382998"/>
                            <a:pt x="1088333" y="382998"/>
                          </a:cubicBezTo>
                          <a:cubicBezTo>
                            <a:pt x="1085954" y="382998"/>
                            <a:pt x="1077628" y="384188"/>
                            <a:pt x="1076439" y="381809"/>
                          </a:cubicBezTo>
                          <a:cubicBezTo>
                            <a:pt x="1074060" y="379430"/>
                            <a:pt x="1072871" y="377051"/>
                            <a:pt x="1070492" y="375861"/>
                          </a:cubicBezTo>
                          <a:cubicBezTo>
                            <a:pt x="1068113" y="374672"/>
                            <a:pt x="1066923" y="372293"/>
                            <a:pt x="1068113" y="369914"/>
                          </a:cubicBezTo>
                          <a:cubicBezTo>
                            <a:pt x="1068113" y="367535"/>
                            <a:pt x="1069302" y="365157"/>
                            <a:pt x="1071681" y="362778"/>
                          </a:cubicBezTo>
                          <a:cubicBezTo>
                            <a:pt x="1074060" y="360399"/>
                            <a:pt x="1076439" y="356831"/>
                            <a:pt x="1077628" y="353262"/>
                          </a:cubicBezTo>
                          <a:cubicBezTo>
                            <a:pt x="1077628" y="349694"/>
                            <a:pt x="1077628" y="348505"/>
                            <a:pt x="1078818" y="347315"/>
                          </a:cubicBezTo>
                          <a:cubicBezTo>
                            <a:pt x="1080007" y="346126"/>
                            <a:pt x="1081196" y="342557"/>
                            <a:pt x="1080007" y="342557"/>
                          </a:cubicBezTo>
                          <a:cubicBezTo>
                            <a:pt x="1078818" y="342557"/>
                            <a:pt x="1070492" y="346126"/>
                            <a:pt x="1068113" y="347315"/>
                          </a:cubicBezTo>
                          <a:cubicBezTo>
                            <a:pt x="1065734" y="348505"/>
                            <a:pt x="1063355" y="350883"/>
                            <a:pt x="1058597" y="350883"/>
                          </a:cubicBezTo>
                          <a:cubicBezTo>
                            <a:pt x="1055029" y="350883"/>
                            <a:pt x="1050271" y="352073"/>
                            <a:pt x="1049082" y="354452"/>
                          </a:cubicBezTo>
                          <a:cubicBezTo>
                            <a:pt x="1049082" y="356831"/>
                            <a:pt x="1050271" y="360399"/>
                            <a:pt x="1046703" y="360399"/>
                          </a:cubicBezTo>
                          <a:cubicBezTo>
                            <a:pt x="1044324" y="360399"/>
                            <a:pt x="1043135" y="360399"/>
                            <a:pt x="1041945" y="361588"/>
                          </a:cubicBezTo>
                          <a:cubicBezTo>
                            <a:pt x="1040756" y="362778"/>
                            <a:pt x="1039566" y="365157"/>
                            <a:pt x="1038377" y="362778"/>
                          </a:cubicBezTo>
                          <a:cubicBezTo>
                            <a:pt x="1037187" y="361588"/>
                            <a:pt x="1033619" y="359209"/>
                            <a:pt x="1032430" y="360399"/>
                          </a:cubicBezTo>
                          <a:cubicBezTo>
                            <a:pt x="1031240" y="360399"/>
                            <a:pt x="1030051" y="362778"/>
                            <a:pt x="1026483" y="366346"/>
                          </a:cubicBezTo>
                          <a:cubicBezTo>
                            <a:pt x="1022914" y="368725"/>
                            <a:pt x="1011020" y="374672"/>
                            <a:pt x="1005073" y="375861"/>
                          </a:cubicBezTo>
                          <a:cubicBezTo>
                            <a:pt x="999125" y="377051"/>
                            <a:pt x="984852" y="375861"/>
                            <a:pt x="981284" y="379430"/>
                          </a:cubicBezTo>
                          <a:cubicBezTo>
                            <a:pt x="977716" y="381809"/>
                            <a:pt x="977716" y="386566"/>
                            <a:pt x="975337" y="386566"/>
                          </a:cubicBezTo>
                          <a:cubicBezTo>
                            <a:pt x="972958" y="386566"/>
                            <a:pt x="967011" y="385377"/>
                            <a:pt x="965821" y="386566"/>
                          </a:cubicBezTo>
                          <a:cubicBezTo>
                            <a:pt x="964632" y="387756"/>
                            <a:pt x="965821" y="390135"/>
                            <a:pt x="968200" y="391324"/>
                          </a:cubicBezTo>
                          <a:cubicBezTo>
                            <a:pt x="970579" y="392514"/>
                            <a:pt x="972958" y="393703"/>
                            <a:pt x="971769" y="396082"/>
                          </a:cubicBezTo>
                          <a:cubicBezTo>
                            <a:pt x="971769" y="398461"/>
                            <a:pt x="967011" y="400840"/>
                            <a:pt x="969390" y="405597"/>
                          </a:cubicBezTo>
                          <a:cubicBezTo>
                            <a:pt x="971769" y="409166"/>
                            <a:pt x="977716" y="406787"/>
                            <a:pt x="977716" y="410355"/>
                          </a:cubicBezTo>
                          <a:cubicBezTo>
                            <a:pt x="976526" y="412734"/>
                            <a:pt x="975337" y="417492"/>
                            <a:pt x="977716" y="417492"/>
                          </a:cubicBezTo>
                          <a:cubicBezTo>
                            <a:pt x="980094" y="417492"/>
                            <a:pt x="984852" y="419871"/>
                            <a:pt x="987231" y="423439"/>
                          </a:cubicBezTo>
                          <a:cubicBezTo>
                            <a:pt x="989610" y="427007"/>
                            <a:pt x="991989" y="430575"/>
                            <a:pt x="991989" y="435333"/>
                          </a:cubicBezTo>
                          <a:cubicBezTo>
                            <a:pt x="991989" y="438902"/>
                            <a:pt x="990800" y="443659"/>
                            <a:pt x="991989" y="444849"/>
                          </a:cubicBezTo>
                          <a:cubicBezTo>
                            <a:pt x="994368" y="446038"/>
                            <a:pt x="996747" y="446038"/>
                            <a:pt x="996747" y="447228"/>
                          </a:cubicBezTo>
                          <a:cubicBezTo>
                            <a:pt x="996747" y="449606"/>
                            <a:pt x="995557" y="453175"/>
                            <a:pt x="996747" y="453175"/>
                          </a:cubicBezTo>
                          <a:cubicBezTo>
                            <a:pt x="997936" y="454364"/>
                            <a:pt x="1000315" y="453175"/>
                            <a:pt x="1000315" y="454364"/>
                          </a:cubicBezTo>
                          <a:cubicBezTo>
                            <a:pt x="1000315" y="455554"/>
                            <a:pt x="999125" y="457932"/>
                            <a:pt x="1003883" y="457932"/>
                          </a:cubicBezTo>
                          <a:cubicBezTo>
                            <a:pt x="1008641" y="457932"/>
                            <a:pt x="1016967" y="456743"/>
                            <a:pt x="1020535" y="456743"/>
                          </a:cubicBezTo>
                          <a:cubicBezTo>
                            <a:pt x="1024104" y="457932"/>
                            <a:pt x="1027672" y="457932"/>
                            <a:pt x="1028861" y="456743"/>
                          </a:cubicBezTo>
                          <a:cubicBezTo>
                            <a:pt x="1030051" y="455554"/>
                            <a:pt x="1032430" y="451985"/>
                            <a:pt x="1032430" y="454364"/>
                          </a:cubicBezTo>
                          <a:cubicBezTo>
                            <a:pt x="1032430" y="455554"/>
                            <a:pt x="1031240" y="459122"/>
                            <a:pt x="1032430" y="460311"/>
                          </a:cubicBezTo>
                          <a:cubicBezTo>
                            <a:pt x="1033619" y="461501"/>
                            <a:pt x="1034808" y="461501"/>
                            <a:pt x="1034808" y="463880"/>
                          </a:cubicBezTo>
                          <a:cubicBezTo>
                            <a:pt x="1034808" y="466258"/>
                            <a:pt x="1033619" y="469827"/>
                            <a:pt x="1035998" y="471016"/>
                          </a:cubicBezTo>
                          <a:cubicBezTo>
                            <a:pt x="1038377" y="472206"/>
                            <a:pt x="1043135" y="472206"/>
                            <a:pt x="1044324" y="475774"/>
                          </a:cubicBezTo>
                          <a:cubicBezTo>
                            <a:pt x="1045513" y="479342"/>
                            <a:pt x="1045513" y="480532"/>
                            <a:pt x="1046703" y="480532"/>
                          </a:cubicBezTo>
                          <a:cubicBezTo>
                            <a:pt x="1047892" y="480532"/>
                            <a:pt x="1059787" y="480532"/>
                            <a:pt x="1062166" y="481721"/>
                          </a:cubicBezTo>
                          <a:cubicBezTo>
                            <a:pt x="1063355" y="482911"/>
                            <a:pt x="1065734" y="486479"/>
                            <a:pt x="1068113" y="486479"/>
                          </a:cubicBezTo>
                          <a:cubicBezTo>
                            <a:pt x="1070492" y="486479"/>
                            <a:pt x="1072871" y="486479"/>
                            <a:pt x="1074060" y="487668"/>
                          </a:cubicBezTo>
                          <a:cubicBezTo>
                            <a:pt x="1075249" y="488858"/>
                            <a:pt x="1077628" y="491237"/>
                            <a:pt x="1077628" y="493616"/>
                          </a:cubicBezTo>
                          <a:cubicBezTo>
                            <a:pt x="1077628" y="495994"/>
                            <a:pt x="1076439" y="503131"/>
                            <a:pt x="1077628" y="505510"/>
                          </a:cubicBezTo>
                          <a:cubicBezTo>
                            <a:pt x="1078818" y="507889"/>
                            <a:pt x="1081196" y="509078"/>
                            <a:pt x="1080007" y="511457"/>
                          </a:cubicBezTo>
                          <a:cubicBezTo>
                            <a:pt x="1080007" y="513836"/>
                            <a:pt x="1076439" y="516215"/>
                            <a:pt x="1078818" y="518594"/>
                          </a:cubicBezTo>
                          <a:cubicBezTo>
                            <a:pt x="1081196" y="520973"/>
                            <a:pt x="1088333" y="525730"/>
                            <a:pt x="1091902" y="531677"/>
                          </a:cubicBezTo>
                          <a:cubicBezTo>
                            <a:pt x="1095470" y="536435"/>
                            <a:pt x="1099038" y="542382"/>
                            <a:pt x="1099038" y="545951"/>
                          </a:cubicBezTo>
                          <a:cubicBezTo>
                            <a:pt x="1099038" y="549519"/>
                            <a:pt x="1099038" y="551898"/>
                            <a:pt x="1100227" y="553087"/>
                          </a:cubicBezTo>
                          <a:cubicBezTo>
                            <a:pt x="1101417" y="554277"/>
                            <a:pt x="1109743" y="560224"/>
                            <a:pt x="1109743" y="563792"/>
                          </a:cubicBezTo>
                          <a:cubicBezTo>
                            <a:pt x="1108553" y="566171"/>
                            <a:pt x="1110932" y="567360"/>
                            <a:pt x="1108553" y="569739"/>
                          </a:cubicBezTo>
                          <a:cubicBezTo>
                            <a:pt x="1106175" y="572118"/>
                            <a:pt x="1106175" y="572118"/>
                            <a:pt x="1104985" y="574497"/>
                          </a:cubicBezTo>
                          <a:cubicBezTo>
                            <a:pt x="1103796" y="576876"/>
                            <a:pt x="1104985" y="578065"/>
                            <a:pt x="1103796" y="578065"/>
                          </a:cubicBezTo>
                          <a:cubicBezTo>
                            <a:pt x="1102606" y="578065"/>
                            <a:pt x="1100227" y="578065"/>
                            <a:pt x="1099038" y="576876"/>
                          </a:cubicBezTo>
                          <a:cubicBezTo>
                            <a:pt x="1097849" y="575687"/>
                            <a:pt x="1097849" y="574497"/>
                            <a:pt x="1096659" y="574497"/>
                          </a:cubicBezTo>
                          <a:cubicBezTo>
                            <a:pt x="1095470" y="574497"/>
                            <a:pt x="1096659" y="578065"/>
                            <a:pt x="1097849" y="579255"/>
                          </a:cubicBezTo>
                          <a:cubicBezTo>
                            <a:pt x="1099038" y="580444"/>
                            <a:pt x="1100227" y="581634"/>
                            <a:pt x="1100227" y="582823"/>
                          </a:cubicBezTo>
                          <a:cubicBezTo>
                            <a:pt x="1100227" y="584013"/>
                            <a:pt x="1102606" y="584013"/>
                            <a:pt x="1103796" y="584013"/>
                          </a:cubicBezTo>
                          <a:cubicBezTo>
                            <a:pt x="1104985" y="584013"/>
                            <a:pt x="1108553" y="581634"/>
                            <a:pt x="1110932" y="584013"/>
                          </a:cubicBezTo>
                          <a:cubicBezTo>
                            <a:pt x="1113311" y="586392"/>
                            <a:pt x="1121637" y="597096"/>
                            <a:pt x="1126395" y="598286"/>
                          </a:cubicBezTo>
                          <a:cubicBezTo>
                            <a:pt x="1131153" y="599475"/>
                            <a:pt x="1135911" y="601854"/>
                            <a:pt x="1138289" y="600665"/>
                          </a:cubicBezTo>
                          <a:cubicBezTo>
                            <a:pt x="1140668" y="599475"/>
                            <a:pt x="1144236" y="594718"/>
                            <a:pt x="1147805" y="593528"/>
                          </a:cubicBezTo>
                          <a:cubicBezTo>
                            <a:pt x="1151373" y="592339"/>
                            <a:pt x="1153752" y="592339"/>
                            <a:pt x="1156131" y="593528"/>
                          </a:cubicBezTo>
                          <a:cubicBezTo>
                            <a:pt x="1158510" y="594718"/>
                            <a:pt x="1160889" y="598286"/>
                            <a:pt x="1163268" y="599475"/>
                          </a:cubicBezTo>
                          <a:cubicBezTo>
                            <a:pt x="1165647" y="600665"/>
                            <a:pt x="1168025" y="603044"/>
                            <a:pt x="1170404" y="601854"/>
                          </a:cubicBezTo>
                          <a:cubicBezTo>
                            <a:pt x="1172783" y="601854"/>
                            <a:pt x="1175162" y="600665"/>
                            <a:pt x="1176351" y="601854"/>
                          </a:cubicBezTo>
                          <a:cubicBezTo>
                            <a:pt x="1177541" y="603044"/>
                            <a:pt x="1179919" y="608991"/>
                            <a:pt x="1178730" y="611370"/>
                          </a:cubicBezTo>
                          <a:cubicBezTo>
                            <a:pt x="1178730" y="614938"/>
                            <a:pt x="1178730" y="617317"/>
                            <a:pt x="1178730" y="616127"/>
                          </a:cubicBezTo>
                          <a:cubicBezTo>
                            <a:pt x="1177541" y="616127"/>
                            <a:pt x="1178730" y="608991"/>
                            <a:pt x="1176351" y="606612"/>
                          </a:cubicBezTo>
                          <a:cubicBezTo>
                            <a:pt x="1173972" y="604233"/>
                            <a:pt x="1173972" y="603044"/>
                            <a:pt x="1171594" y="604233"/>
                          </a:cubicBezTo>
                          <a:cubicBezTo>
                            <a:pt x="1169215" y="604233"/>
                            <a:pt x="1165647" y="605422"/>
                            <a:pt x="1163268" y="603044"/>
                          </a:cubicBezTo>
                          <a:cubicBezTo>
                            <a:pt x="1160889" y="600665"/>
                            <a:pt x="1154942" y="593528"/>
                            <a:pt x="1152563" y="594718"/>
                          </a:cubicBezTo>
                          <a:cubicBezTo>
                            <a:pt x="1150183" y="595907"/>
                            <a:pt x="1145426" y="599475"/>
                            <a:pt x="1143047" y="600665"/>
                          </a:cubicBezTo>
                          <a:cubicBezTo>
                            <a:pt x="1141858" y="601854"/>
                            <a:pt x="1139479" y="601854"/>
                            <a:pt x="1139479" y="604233"/>
                          </a:cubicBezTo>
                          <a:cubicBezTo>
                            <a:pt x="1140668" y="605422"/>
                            <a:pt x="1141858" y="613748"/>
                            <a:pt x="1140668" y="613748"/>
                          </a:cubicBezTo>
                          <a:cubicBezTo>
                            <a:pt x="1139479" y="613748"/>
                            <a:pt x="1133532" y="603044"/>
                            <a:pt x="1129964" y="603044"/>
                          </a:cubicBezTo>
                          <a:cubicBezTo>
                            <a:pt x="1126395" y="603044"/>
                            <a:pt x="1118069" y="604233"/>
                            <a:pt x="1115690" y="601854"/>
                          </a:cubicBezTo>
                          <a:cubicBezTo>
                            <a:pt x="1114500" y="598286"/>
                            <a:pt x="1115690" y="593528"/>
                            <a:pt x="1114500" y="592339"/>
                          </a:cubicBezTo>
                          <a:cubicBezTo>
                            <a:pt x="1113311" y="591149"/>
                            <a:pt x="1108553" y="585202"/>
                            <a:pt x="1104985" y="585202"/>
                          </a:cubicBezTo>
                          <a:cubicBezTo>
                            <a:pt x="1102606" y="585202"/>
                            <a:pt x="1094280" y="586392"/>
                            <a:pt x="1093091" y="585202"/>
                          </a:cubicBezTo>
                          <a:cubicBezTo>
                            <a:pt x="1091902" y="584013"/>
                            <a:pt x="1089523" y="581634"/>
                            <a:pt x="1088333" y="581634"/>
                          </a:cubicBezTo>
                          <a:cubicBezTo>
                            <a:pt x="1087144" y="581634"/>
                            <a:pt x="1082386" y="580444"/>
                            <a:pt x="1084765" y="579255"/>
                          </a:cubicBezTo>
                          <a:cubicBezTo>
                            <a:pt x="1087144" y="578065"/>
                            <a:pt x="1087144" y="578065"/>
                            <a:pt x="1087144" y="575687"/>
                          </a:cubicBezTo>
                          <a:cubicBezTo>
                            <a:pt x="1087144" y="574497"/>
                            <a:pt x="1087144" y="570929"/>
                            <a:pt x="1088333" y="569739"/>
                          </a:cubicBezTo>
                          <a:cubicBezTo>
                            <a:pt x="1089523" y="568550"/>
                            <a:pt x="1090712" y="568550"/>
                            <a:pt x="1089523" y="566171"/>
                          </a:cubicBezTo>
                          <a:cubicBezTo>
                            <a:pt x="1088333" y="563792"/>
                            <a:pt x="1088333" y="561413"/>
                            <a:pt x="1088333" y="559034"/>
                          </a:cubicBezTo>
                          <a:cubicBezTo>
                            <a:pt x="1088333" y="556656"/>
                            <a:pt x="1088333" y="550708"/>
                            <a:pt x="1088333" y="550708"/>
                          </a:cubicBezTo>
                          <a:cubicBezTo>
                            <a:pt x="1087144" y="550708"/>
                            <a:pt x="1087144" y="547140"/>
                            <a:pt x="1085954" y="545951"/>
                          </a:cubicBezTo>
                          <a:cubicBezTo>
                            <a:pt x="1085954" y="543572"/>
                            <a:pt x="1081196" y="538814"/>
                            <a:pt x="1081196" y="540004"/>
                          </a:cubicBezTo>
                          <a:cubicBezTo>
                            <a:pt x="1080007" y="541193"/>
                            <a:pt x="1080007" y="544761"/>
                            <a:pt x="1080007" y="545951"/>
                          </a:cubicBezTo>
                          <a:cubicBezTo>
                            <a:pt x="1078818" y="547140"/>
                            <a:pt x="1075249" y="547140"/>
                            <a:pt x="1075249" y="549519"/>
                          </a:cubicBezTo>
                          <a:cubicBezTo>
                            <a:pt x="1075249" y="551898"/>
                            <a:pt x="1076439" y="556656"/>
                            <a:pt x="1075249" y="556656"/>
                          </a:cubicBezTo>
                          <a:cubicBezTo>
                            <a:pt x="1074060" y="557845"/>
                            <a:pt x="1071681" y="557845"/>
                            <a:pt x="1071681" y="560224"/>
                          </a:cubicBezTo>
                          <a:cubicBezTo>
                            <a:pt x="1071681" y="561413"/>
                            <a:pt x="1074060" y="563792"/>
                            <a:pt x="1072871" y="564982"/>
                          </a:cubicBezTo>
                          <a:cubicBezTo>
                            <a:pt x="1071681" y="566171"/>
                            <a:pt x="1072871" y="569739"/>
                            <a:pt x="1070492" y="569739"/>
                          </a:cubicBezTo>
                          <a:cubicBezTo>
                            <a:pt x="1069302" y="569739"/>
                            <a:pt x="1066923" y="569739"/>
                            <a:pt x="1066923" y="566171"/>
                          </a:cubicBezTo>
                          <a:cubicBezTo>
                            <a:pt x="1068113" y="562603"/>
                            <a:pt x="1066923" y="560224"/>
                            <a:pt x="1065734" y="559034"/>
                          </a:cubicBezTo>
                          <a:cubicBezTo>
                            <a:pt x="1064544" y="557845"/>
                            <a:pt x="1063355" y="553087"/>
                            <a:pt x="1064544" y="551898"/>
                          </a:cubicBezTo>
                          <a:cubicBezTo>
                            <a:pt x="1066923" y="550708"/>
                            <a:pt x="1068113" y="548330"/>
                            <a:pt x="1068113" y="547140"/>
                          </a:cubicBezTo>
                          <a:cubicBezTo>
                            <a:pt x="1068113" y="545951"/>
                            <a:pt x="1068113" y="542382"/>
                            <a:pt x="1065734" y="541193"/>
                          </a:cubicBezTo>
                          <a:cubicBezTo>
                            <a:pt x="1063355" y="540004"/>
                            <a:pt x="1057408" y="537625"/>
                            <a:pt x="1057408" y="534056"/>
                          </a:cubicBezTo>
                          <a:cubicBezTo>
                            <a:pt x="1058597" y="531677"/>
                            <a:pt x="1058597" y="525730"/>
                            <a:pt x="1057408" y="523351"/>
                          </a:cubicBezTo>
                          <a:cubicBezTo>
                            <a:pt x="1056219" y="520973"/>
                            <a:pt x="1053840" y="515025"/>
                            <a:pt x="1056219" y="513836"/>
                          </a:cubicBezTo>
                          <a:cubicBezTo>
                            <a:pt x="1058597" y="512646"/>
                            <a:pt x="1064544" y="511457"/>
                            <a:pt x="1064544" y="510268"/>
                          </a:cubicBezTo>
                          <a:cubicBezTo>
                            <a:pt x="1064544" y="507889"/>
                            <a:pt x="1063355" y="501942"/>
                            <a:pt x="1063355" y="499563"/>
                          </a:cubicBezTo>
                          <a:cubicBezTo>
                            <a:pt x="1064544" y="497184"/>
                            <a:pt x="1066923" y="490047"/>
                            <a:pt x="1064544" y="491237"/>
                          </a:cubicBezTo>
                          <a:cubicBezTo>
                            <a:pt x="1062166" y="492426"/>
                            <a:pt x="1055029" y="492426"/>
                            <a:pt x="1055029" y="491237"/>
                          </a:cubicBezTo>
                          <a:cubicBezTo>
                            <a:pt x="1055029" y="490047"/>
                            <a:pt x="1055029" y="487668"/>
                            <a:pt x="1053840" y="487668"/>
                          </a:cubicBezTo>
                          <a:cubicBezTo>
                            <a:pt x="1052650" y="487668"/>
                            <a:pt x="1050271" y="490047"/>
                            <a:pt x="1047892" y="491237"/>
                          </a:cubicBezTo>
                          <a:cubicBezTo>
                            <a:pt x="1046703" y="492426"/>
                            <a:pt x="1043135" y="497184"/>
                            <a:pt x="1040756" y="495994"/>
                          </a:cubicBezTo>
                          <a:cubicBezTo>
                            <a:pt x="1038377" y="494805"/>
                            <a:pt x="1035998" y="493616"/>
                            <a:pt x="1034808" y="494805"/>
                          </a:cubicBezTo>
                          <a:cubicBezTo>
                            <a:pt x="1033619" y="494805"/>
                            <a:pt x="1027672" y="497184"/>
                            <a:pt x="1024104" y="497184"/>
                          </a:cubicBezTo>
                          <a:cubicBezTo>
                            <a:pt x="1021725" y="497184"/>
                            <a:pt x="1019346" y="495994"/>
                            <a:pt x="1019346" y="494805"/>
                          </a:cubicBezTo>
                          <a:cubicBezTo>
                            <a:pt x="1018156" y="492426"/>
                            <a:pt x="1015777" y="490047"/>
                            <a:pt x="1011020" y="487668"/>
                          </a:cubicBezTo>
                          <a:cubicBezTo>
                            <a:pt x="1007452" y="484100"/>
                            <a:pt x="1001504" y="482911"/>
                            <a:pt x="1001504" y="481721"/>
                          </a:cubicBezTo>
                          <a:cubicBezTo>
                            <a:pt x="1002694" y="480532"/>
                            <a:pt x="1002694" y="476963"/>
                            <a:pt x="1000315" y="476963"/>
                          </a:cubicBezTo>
                          <a:cubicBezTo>
                            <a:pt x="999125" y="476963"/>
                            <a:pt x="986042" y="478153"/>
                            <a:pt x="984852" y="475774"/>
                          </a:cubicBezTo>
                          <a:cubicBezTo>
                            <a:pt x="983663" y="474585"/>
                            <a:pt x="976526" y="466258"/>
                            <a:pt x="974147" y="465069"/>
                          </a:cubicBezTo>
                          <a:cubicBezTo>
                            <a:pt x="971769" y="463880"/>
                            <a:pt x="956306" y="466258"/>
                            <a:pt x="955117" y="465069"/>
                          </a:cubicBezTo>
                          <a:cubicBezTo>
                            <a:pt x="953927" y="462690"/>
                            <a:pt x="950359" y="461501"/>
                            <a:pt x="949169" y="462690"/>
                          </a:cubicBezTo>
                          <a:cubicBezTo>
                            <a:pt x="947980" y="463880"/>
                            <a:pt x="942033" y="468637"/>
                            <a:pt x="942033" y="471016"/>
                          </a:cubicBezTo>
                          <a:cubicBezTo>
                            <a:pt x="942033" y="473395"/>
                            <a:pt x="938464" y="482911"/>
                            <a:pt x="937275" y="482911"/>
                          </a:cubicBezTo>
                          <a:cubicBezTo>
                            <a:pt x="936086" y="482911"/>
                            <a:pt x="934896" y="485290"/>
                            <a:pt x="934896" y="484100"/>
                          </a:cubicBezTo>
                          <a:cubicBezTo>
                            <a:pt x="934896" y="482911"/>
                            <a:pt x="933707" y="480532"/>
                            <a:pt x="933707" y="480532"/>
                          </a:cubicBezTo>
                          <a:cubicBezTo>
                            <a:pt x="932517" y="480532"/>
                            <a:pt x="931328" y="482911"/>
                            <a:pt x="932517" y="485290"/>
                          </a:cubicBezTo>
                          <a:cubicBezTo>
                            <a:pt x="933707" y="487668"/>
                            <a:pt x="936086" y="490047"/>
                            <a:pt x="937275" y="488858"/>
                          </a:cubicBezTo>
                          <a:cubicBezTo>
                            <a:pt x="938464" y="487668"/>
                            <a:pt x="943222" y="484100"/>
                            <a:pt x="944411" y="484100"/>
                          </a:cubicBezTo>
                          <a:cubicBezTo>
                            <a:pt x="945601" y="484100"/>
                            <a:pt x="947980" y="485290"/>
                            <a:pt x="949169" y="485290"/>
                          </a:cubicBezTo>
                          <a:cubicBezTo>
                            <a:pt x="951548" y="485290"/>
                            <a:pt x="952738" y="484100"/>
                            <a:pt x="953927" y="485290"/>
                          </a:cubicBezTo>
                          <a:cubicBezTo>
                            <a:pt x="955117" y="487668"/>
                            <a:pt x="961064" y="493616"/>
                            <a:pt x="958685" y="494805"/>
                          </a:cubicBezTo>
                          <a:cubicBezTo>
                            <a:pt x="956306" y="497184"/>
                            <a:pt x="955117" y="497184"/>
                            <a:pt x="955117" y="498373"/>
                          </a:cubicBezTo>
                          <a:cubicBezTo>
                            <a:pt x="953927" y="499563"/>
                            <a:pt x="953927" y="505510"/>
                            <a:pt x="951548" y="505510"/>
                          </a:cubicBezTo>
                          <a:cubicBezTo>
                            <a:pt x="949169" y="505510"/>
                            <a:pt x="944411" y="506699"/>
                            <a:pt x="943222" y="505510"/>
                          </a:cubicBezTo>
                          <a:cubicBezTo>
                            <a:pt x="942033" y="504320"/>
                            <a:pt x="937275" y="503131"/>
                            <a:pt x="934896" y="500752"/>
                          </a:cubicBezTo>
                          <a:cubicBezTo>
                            <a:pt x="932517" y="498373"/>
                            <a:pt x="928949" y="493616"/>
                            <a:pt x="926570" y="493616"/>
                          </a:cubicBezTo>
                          <a:cubicBezTo>
                            <a:pt x="924191" y="493616"/>
                            <a:pt x="918244" y="497184"/>
                            <a:pt x="915865" y="499563"/>
                          </a:cubicBezTo>
                          <a:cubicBezTo>
                            <a:pt x="913486" y="501942"/>
                            <a:pt x="909918" y="500752"/>
                            <a:pt x="911107" y="501942"/>
                          </a:cubicBezTo>
                          <a:cubicBezTo>
                            <a:pt x="912297" y="503131"/>
                            <a:pt x="913486" y="505510"/>
                            <a:pt x="915865" y="507889"/>
                          </a:cubicBezTo>
                          <a:cubicBezTo>
                            <a:pt x="917054" y="510268"/>
                            <a:pt x="919434" y="513836"/>
                            <a:pt x="920623" y="513836"/>
                          </a:cubicBezTo>
                          <a:cubicBezTo>
                            <a:pt x="921812" y="513836"/>
                            <a:pt x="924191" y="513836"/>
                            <a:pt x="924191" y="515025"/>
                          </a:cubicBezTo>
                          <a:cubicBezTo>
                            <a:pt x="924191" y="516215"/>
                            <a:pt x="924191" y="518594"/>
                            <a:pt x="926570" y="520973"/>
                          </a:cubicBezTo>
                          <a:cubicBezTo>
                            <a:pt x="928949" y="523351"/>
                            <a:pt x="931328" y="526920"/>
                            <a:pt x="933707" y="528109"/>
                          </a:cubicBezTo>
                          <a:cubicBezTo>
                            <a:pt x="936086" y="528109"/>
                            <a:pt x="942033" y="526920"/>
                            <a:pt x="943222" y="529299"/>
                          </a:cubicBezTo>
                          <a:cubicBezTo>
                            <a:pt x="944411" y="531677"/>
                            <a:pt x="945601" y="532867"/>
                            <a:pt x="947980" y="532867"/>
                          </a:cubicBezTo>
                          <a:cubicBezTo>
                            <a:pt x="950359" y="532867"/>
                            <a:pt x="961064" y="535246"/>
                            <a:pt x="961064" y="532867"/>
                          </a:cubicBezTo>
                          <a:cubicBezTo>
                            <a:pt x="961064" y="531677"/>
                            <a:pt x="963442" y="528109"/>
                            <a:pt x="964632" y="529299"/>
                          </a:cubicBezTo>
                          <a:cubicBezTo>
                            <a:pt x="965821" y="530488"/>
                            <a:pt x="964632" y="534056"/>
                            <a:pt x="967011" y="534056"/>
                          </a:cubicBezTo>
                          <a:cubicBezTo>
                            <a:pt x="968200" y="534056"/>
                            <a:pt x="975337" y="532867"/>
                            <a:pt x="976526" y="534056"/>
                          </a:cubicBezTo>
                          <a:cubicBezTo>
                            <a:pt x="977716" y="536435"/>
                            <a:pt x="976526" y="541193"/>
                            <a:pt x="977716" y="541193"/>
                          </a:cubicBezTo>
                          <a:cubicBezTo>
                            <a:pt x="980094" y="541193"/>
                            <a:pt x="982473" y="541193"/>
                            <a:pt x="982473" y="542382"/>
                          </a:cubicBezTo>
                          <a:cubicBezTo>
                            <a:pt x="982473" y="543572"/>
                            <a:pt x="981284" y="545951"/>
                            <a:pt x="983663" y="547140"/>
                          </a:cubicBezTo>
                          <a:cubicBezTo>
                            <a:pt x="986042" y="548330"/>
                            <a:pt x="994368" y="548330"/>
                            <a:pt x="995557" y="548330"/>
                          </a:cubicBezTo>
                          <a:cubicBezTo>
                            <a:pt x="996747" y="547140"/>
                            <a:pt x="997936" y="545951"/>
                            <a:pt x="997936" y="545951"/>
                          </a:cubicBezTo>
                          <a:cubicBezTo>
                            <a:pt x="997936" y="547140"/>
                            <a:pt x="996747" y="549519"/>
                            <a:pt x="994368" y="550708"/>
                          </a:cubicBezTo>
                          <a:cubicBezTo>
                            <a:pt x="991989" y="551898"/>
                            <a:pt x="988421" y="554277"/>
                            <a:pt x="986042" y="553087"/>
                          </a:cubicBezTo>
                          <a:cubicBezTo>
                            <a:pt x="983663" y="553087"/>
                            <a:pt x="982473" y="550708"/>
                            <a:pt x="981284" y="550708"/>
                          </a:cubicBezTo>
                          <a:cubicBezTo>
                            <a:pt x="980094" y="550708"/>
                            <a:pt x="978905" y="547140"/>
                            <a:pt x="977716" y="547140"/>
                          </a:cubicBezTo>
                          <a:cubicBezTo>
                            <a:pt x="976526" y="547140"/>
                            <a:pt x="971769" y="549519"/>
                            <a:pt x="970579" y="547140"/>
                          </a:cubicBezTo>
                          <a:cubicBezTo>
                            <a:pt x="969390" y="544761"/>
                            <a:pt x="969390" y="542382"/>
                            <a:pt x="967011" y="541193"/>
                          </a:cubicBezTo>
                          <a:cubicBezTo>
                            <a:pt x="965821" y="540004"/>
                            <a:pt x="961064" y="536435"/>
                            <a:pt x="959874" y="536435"/>
                          </a:cubicBezTo>
                          <a:cubicBezTo>
                            <a:pt x="958685" y="537625"/>
                            <a:pt x="957495" y="540004"/>
                            <a:pt x="955117" y="540004"/>
                          </a:cubicBezTo>
                          <a:cubicBezTo>
                            <a:pt x="952738" y="540004"/>
                            <a:pt x="950359" y="540004"/>
                            <a:pt x="949169" y="541193"/>
                          </a:cubicBezTo>
                          <a:cubicBezTo>
                            <a:pt x="947980" y="542382"/>
                            <a:pt x="945601" y="547140"/>
                            <a:pt x="944411" y="547140"/>
                          </a:cubicBezTo>
                          <a:cubicBezTo>
                            <a:pt x="943222" y="545951"/>
                            <a:pt x="944411" y="542382"/>
                            <a:pt x="942033" y="541193"/>
                          </a:cubicBezTo>
                          <a:cubicBezTo>
                            <a:pt x="940843" y="541193"/>
                            <a:pt x="938464" y="537625"/>
                            <a:pt x="937275" y="538814"/>
                          </a:cubicBezTo>
                          <a:cubicBezTo>
                            <a:pt x="936086" y="540004"/>
                            <a:pt x="936086" y="542382"/>
                            <a:pt x="933707" y="542382"/>
                          </a:cubicBezTo>
                          <a:cubicBezTo>
                            <a:pt x="931328" y="542382"/>
                            <a:pt x="923002" y="542382"/>
                            <a:pt x="921812" y="540004"/>
                          </a:cubicBezTo>
                          <a:cubicBezTo>
                            <a:pt x="920623" y="537625"/>
                            <a:pt x="919434" y="536435"/>
                            <a:pt x="917054" y="537625"/>
                          </a:cubicBezTo>
                          <a:cubicBezTo>
                            <a:pt x="914675" y="537625"/>
                            <a:pt x="909918" y="540004"/>
                            <a:pt x="909918" y="537625"/>
                          </a:cubicBezTo>
                          <a:cubicBezTo>
                            <a:pt x="909918" y="535246"/>
                            <a:pt x="913486" y="535246"/>
                            <a:pt x="913486" y="531677"/>
                          </a:cubicBezTo>
                          <a:cubicBezTo>
                            <a:pt x="914675" y="528109"/>
                            <a:pt x="914675" y="526920"/>
                            <a:pt x="913486" y="525730"/>
                          </a:cubicBezTo>
                          <a:cubicBezTo>
                            <a:pt x="911107" y="525730"/>
                            <a:pt x="908728" y="524541"/>
                            <a:pt x="908728" y="520973"/>
                          </a:cubicBezTo>
                          <a:cubicBezTo>
                            <a:pt x="908728" y="517404"/>
                            <a:pt x="908728" y="517404"/>
                            <a:pt x="905160" y="515025"/>
                          </a:cubicBezTo>
                          <a:cubicBezTo>
                            <a:pt x="901592" y="512646"/>
                            <a:pt x="895645" y="509078"/>
                            <a:pt x="896834" y="505510"/>
                          </a:cubicBezTo>
                          <a:cubicBezTo>
                            <a:pt x="898023" y="501942"/>
                            <a:pt x="900402" y="500752"/>
                            <a:pt x="900402" y="498373"/>
                          </a:cubicBezTo>
                          <a:cubicBezTo>
                            <a:pt x="899213" y="497184"/>
                            <a:pt x="895645" y="493616"/>
                            <a:pt x="895645" y="491237"/>
                          </a:cubicBezTo>
                          <a:cubicBezTo>
                            <a:pt x="895645" y="490047"/>
                            <a:pt x="896834" y="481721"/>
                            <a:pt x="895645" y="479342"/>
                          </a:cubicBezTo>
                          <a:cubicBezTo>
                            <a:pt x="893266" y="478153"/>
                            <a:pt x="890887" y="475774"/>
                            <a:pt x="890887" y="473395"/>
                          </a:cubicBezTo>
                          <a:cubicBezTo>
                            <a:pt x="890887" y="471016"/>
                            <a:pt x="890887" y="465069"/>
                            <a:pt x="888508" y="463880"/>
                          </a:cubicBezTo>
                          <a:cubicBezTo>
                            <a:pt x="886129" y="462690"/>
                            <a:pt x="883750" y="465069"/>
                            <a:pt x="883750" y="461501"/>
                          </a:cubicBezTo>
                          <a:cubicBezTo>
                            <a:pt x="883750" y="457932"/>
                            <a:pt x="883750" y="456743"/>
                            <a:pt x="882561" y="455554"/>
                          </a:cubicBezTo>
                          <a:cubicBezTo>
                            <a:pt x="881371" y="454364"/>
                            <a:pt x="876614" y="450796"/>
                            <a:pt x="875424" y="451985"/>
                          </a:cubicBezTo>
                          <a:cubicBezTo>
                            <a:pt x="874235" y="451985"/>
                            <a:pt x="873045" y="454364"/>
                            <a:pt x="874235" y="455554"/>
                          </a:cubicBezTo>
                          <a:cubicBezTo>
                            <a:pt x="875424" y="456743"/>
                            <a:pt x="878992" y="463880"/>
                            <a:pt x="881371" y="468637"/>
                          </a:cubicBezTo>
                          <a:cubicBezTo>
                            <a:pt x="883750" y="473395"/>
                            <a:pt x="886129" y="478153"/>
                            <a:pt x="887319" y="481721"/>
                          </a:cubicBezTo>
                          <a:cubicBezTo>
                            <a:pt x="887319" y="484100"/>
                            <a:pt x="888508" y="497184"/>
                            <a:pt x="886129" y="500752"/>
                          </a:cubicBezTo>
                          <a:cubicBezTo>
                            <a:pt x="883750" y="504320"/>
                            <a:pt x="870667" y="516215"/>
                            <a:pt x="870667" y="517404"/>
                          </a:cubicBezTo>
                          <a:cubicBezTo>
                            <a:pt x="870667" y="518594"/>
                            <a:pt x="876614" y="522162"/>
                            <a:pt x="876614" y="523351"/>
                          </a:cubicBezTo>
                          <a:cubicBezTo>
                            <a:pt x="876614" y="525730"/>
                            <a:pt x="877803" y="530488"/>
                            <a:pt x="876614" y="532867"/>
                          </a:cubicBezTo>
                          <a:cubicBezTo>
                            <a:pt x="875424" y="535246"/>
                            <a:pt x="873045" y="538814"/>
                            <a:pt x="873045" y="541193"/>
                          </a:cubicBezTo>
                          <a:cubicBezTo>
                            <a:pt x="873045" y="543572"/>
                            <a:pt x="873045" y="545951"/>
                            <a:pt x="877803" y="548330"/>
                          </a:cubicBezTo>
                          <a:cubicBezTo>
                            <a:pt x="882561" y="550708"/>
                            <a:pt x="896834" y="560224"/>
                            <a:pt x="896834" y="563792"/>
                          </a:cubicBezTo>
                          <a:cubicBezTo>
                            <a:pt x="896834" y="566171"/>
                            <a:pt x="896834" y="569739"/>
                            <a:pt x="898023" y="569739"/>
                          </a:cubicBezTo>
                          <a:cubicBezTo>
                            <a:pt x="900402" y="569739"/>
                            <a:pt x="905160" y="568550"/>
                            <a:pt x="907539" y="572118"/>
                          </a:cubicBezTo>
                          <a:cubicBezTo>
                            <a:pt x="909918" y="575687"/>
                            <a:pt x="914675" y="581634"/>
                            <a:pt x="914675" y="584013"/>
                          </a:cubicBezTo>
                          <a:cubicBezTo>
                            <a:pt x="914675" y="586392"/>
                            <a:pt x="915865" y="597096"/>
                            <a:pt x="914675" y="600665"/>
                          </a:cubicBezTo>
                          <a:cubicBezTo>
                            <a:pt x="913486" y="603044"/>
                            <a:pt x="912297" y="607801"/>
                            <a:pt x="913486" y="610180"/>
                          </a:cubicBezTo>
                          <a:cubicBezTo>
                            <a:pt x="914675" y="611370"/>
                            <a:pt x="919434" y="616127"/>
                            <a:pt x="919434" y="618506"/>
                          </a:cubicBezTo>
                          <a:cubicBezTo>
                            <a:pt x="919434" y="622075"/>
                            <a:pt x="917054" y="631590"/>
                            <a:pt x="918244" y="633969"/>
                          </a:cubicBezTo>
                          <a:cubicBezTo>
                            <a:pt x="920623" y="636348"/>
                            <a:pt x="930138" y="643484"/>
                            <a:pt x="930138" y="647053"/>
                          </a:cubicBezTo>
                          <a:cubicBezTo>
                            <a:pt x="930138" y="649432"/>
                            <a:pt x="928949" y="658947"/>
                            <a:pt x="931328" y="661326"/>
                          </a:cubicBezTo>
                          <a:cubicBezTo>
                            <a:pt x="932517" y="663705"/>
                            <a:pt x="937275" y="666084"/>
                            <a:pt x="939654" y="664894"/>
                          </a:cubicBezTo>
                          <a:cubicBezTo>
                            <a:pt x="942033" y="663705"/>
                            <a:pt x="946790" y="657758"/>
                            <a:pt x="949169" y="658947"/>
                          </a:cubicBezTo>
                          <a:cubicBezTo>
                            <a:pt x="951548" y="660136"/>
                            <a:pt x="956306" y="663705"/>
                            <a:pt x="957495" y="662515"/>
                          </a:cubicBezTo>
                          <a:cubicBezTo>
                            <a:pt x="958685" y="661326"/>
                            <a:pt x="961064" y="657758"/>
                            <a:pt x="962253" y="654189"/>
                          </a:cubicBezTo>
                          <a:cubicBezTo>
                            <a:pt x="964632" y="650621"/>
                            <a:pt x="968200" y="645863"/>
                            <a:pt x="969390" y="647053"/>
                          </a:cubicBezTo>
                          <a:cubicBezTo>
                            <a:pt x="971769" y="648242"/>
                            <a:pt x="972958" y="650621"/>
                            <a:pt x="974147" y="649432"/>
                          </a:cubicBezTo>
                          <a:cubicBezTo>
                            <a:pt x="975337" y="649432"/>
                            <a:pt x="977716" y="647053"/>
                            <a:pt x="980094" y="647053"/>
                          </a:cubicBezTo>
                          <a:cubicBezTo>
                            <a:pt x="982473" y="647053"/>
                            <a:pt x="987231" y="653000"/>
                            <a:pt x="988421" y="651810"/>
                          </a:cubicBezTo>
                          <a:cubicBezTo>
                            <a:pt x="989610" y="651810"/>
                            <a:pt x="991989" y="648242"/>
                            <a:pt x="993178" y="650621"/>
                          </a:cubicBezTo>
                          <a:cubicBezTo>
                            <a:pt x="994368" y="651810"/>
                            <a:pt x="994368" y="656568"/>
                            <a:pt x="997936" y="657758"/>
                          </a:cubicBezTo>
                          <a:cubicBezTo>
                            <a:pt x="1001504" y="658947"/>
                            <a:pt x="1006262" y="661326"/>
                            <a:pt x="1009830" y="661326"/>
                          </a:cubicBezTo>
                          <a:cubicBezTo>
                            <a:pt x="1013399" y="661326"/>
                            <a:pt x="1018156" y="660136"/>
                            <a:pt x="1019346" y="661326"/>
                          </a:cubicBezTo>
                          <a:cubicBezTo>
                            <a:pt x="1020535" y="663705"/>
                            <a:pt x="1022914" y="666084"/>
                            <a:pt x="1022914" y="668462"/>
                          </a:cubicBezTo>
                          <a:cubicBezTo>
                            <a:pt x="1022914" y="669652"/>
                            <a:pt x="1022914" y="673220"/>
                            <a:pt x="1024104" y="674410"/>
                          </a:cubicBezTo>
                          <a:cubicBezTo>
                            <a:pt x="1025293" y="675599"/>
                            <a:pt x="1030051" y="676788"/>
                            <a:pt x="1031240" y="677978"/>
                          </a:cubicBezTo>
                          <a:cubicBezTo>
                            <a:pt x="1032430" y="679167"/>
                            <a:pt x="1033619" y="681546"/>
                            <a:pt x="1034808" y="683925"/>
                          </a:cubicBezTo>
                          <a:cubicBezTo>
                            <a:pt x="1035998" y="685115"/>
                            <a:pt x="1041945" y="692251"/>
                            <a:pt x="1040756" y="692251"/>
                          </a:cubicBezTo>
                          <a:cubicBezTo>
                            <a:pt x="1038377" y="692251"/>
                            <a:pt x="1038377" y="692251"/>
                            <a:pt x="1037187" y="693441"/>
                          </a:cubicBezTo>
                          <a:cubicBezTo>
                            <a:pt x="1035998" y="694630"/>
                            <a:pt x="1035998" y="695820"/>
                            <a:pt x="1034808" y="695820"/>
                          </a:cubicBezTo>
                          <a:cubicBezTo>
                            <a:pt x="1033619" y="695820"/>
                            <a:pt x="1030051" y="695820"/>
                            <a:pt x="1031240" y="697009"/>
                          </a:cubicBezTo>
                          <a:cubicBezTo>
                            <a:pt x="1031240" y="698198"/>
                            <a:pt x="1031240" y="705335"/>
                            <a:pt x="1033619" y="707714"/>
                          </a:cubicBezTo>
                          <a:cubicBezTo>
                            <a:pt x="1034808" y="710093"/>
                            <a:pt x="1038377" y="713661"/>
                            <a:pt x="1038377" y="714851"/>
                          </a:cubicBezTo>
                          <a:cubicBezTo>
                            <a:pt x="1038377" y="716040"/>
                            <a:pt x="1037187" y="719608"/>
                            <a:pt x="1038377" y="720798"/>
                          </a:cubicBezTo>
                          <a:cubicBezTo>
                            <a:pt x="1039566" y="721987"/>
                            <a:pt x="1038377" y="724366"/>
                            <a:pt x="1041945" y="724366"/>
                          </a:cubicBezTo>
                          <a:cubicBezTo>
                            <a:pt x="1045513" y="724366"/>
                            <a:pt x="1047892" y="723177"/>
                            <a:pt x="1047892" y="725555"/>
                          </a:cubicBezTo>
                          <a:cubicBezTo>
                            <a:pt x="1047892" y="726745"/>
                            <a:pt x="1047892" y="729124"/>
                            <a:pt x="1050271" y="730313"/>
                          </a:cubicBezTo>
                          <a:cubicBezTo>
                            <a:pt x="1052650" y="730313"/>
                            <a:pt x="1057408" y="730313"/>
                            <a:pt x="1057408" y="729124"/>
                          </a:cubicBezTo>
                          <a:cubicBezTo>
                            <a:pt x="1057408" y="727934"/>
                            <a:pt x="1059787" y="721987"/>
                            <a:pt x="1060976" y="724366"/>
                          </a:cubicBezTo>
                          <a:cubicBezTo>
                            <a:pt x="1060976" y="726745"/>
                            <a:pt x="1062166" y="727934"/>
                            <a:pt x="1063355" y="727934"/>
                          </a:cubicBezTo>
                          <a:cubicBezTo>
                            <a:pt x="1064544" y="727934"/>
                            <a:pt x="1071681" y="725555"/>
                            <a:pt x="1072871" y="726745"/>
                          </a:cubicBezTo>
                          <a:cubicBezTo>
                            <a:pt x="1072871" y="727934"/>
                            <a:pt x="1069302" y="729124"/>
                            <a:pt x="1068113" y="730313"/>
                          </a:cubicBezTo>
                          <a:cubicBezTo>
                            <a:pt x="1066923" y="731503"/>
                            <a:pt x="1068113" y="732692"/>
                            <a:pt x="1065734" y="733881"/>
                          </a:cubicBezTo>
                          <a:cubicBezTo>
                            <a:pt x="1064544" y="733881"/>
                            <a:pt x="1056219" y="733881"/>
                            <a:pt x="1053840" y="735071"/>
                          </a:cubicBezTo>
                          <a:cubicBezTo>
                            <a:pt x="1051461" y="736260"/>
                            <a:pt x="1049082" y="738639"/>
                            <a:pt x="1047892" y="737450"/>
                          </a:cubicBezTo>
                          <a:cubicBezTo>
                            <a:pt x="1046703" y="736260"/>
                            <a:pt x="1043135" y="731503"/>
                            <a:pt x="1041945" y="731503"/>
                          </a:cubicBezTo>
                          <a:cubicBezTo>
                            <a:pt x="1040756" y="731503"/>
                            <a:pt x="1033619" y="732692"/>
                            <a:pt x="1033619" y="730313"/>
                          </a:cubicBezTo>
                          <a:cubicBezTo>
                            <a:pt x="1033619" y="727934"/>
                            <a:pt x="1028861" y="726745"/>
                            <a:pt x="1030051" y="725555"/>
                          </a:cubicBezTo>
                          <a:cubicBezTo>
                            <a:pt x="1031240" y="724366"/>
                            <a:pt x="1033619" y="721987"/>
                            <a:pt x="1032430" y="720798"/>
                          </a:cubicBezTo>
                          <a:cubicBezTo>
                            <a:pt x="1031240" y="718419"/>
                            <a:pt x="1027672" y="714851"/>
                            <a:pt x="1026483" y="711282"/>
                          </a:cubicBezTo>
                          <a:cubicBezTo>
                            <a:pt x="1025293" y="707714"/>
                            <a:pt x="1025293" y="705335"/>
                            <a:pt x="1024104" y="704146"/>
                          </a:cubicBezTo>
                          <a:cubicBezTo>
                            <a:pt x="1022914" y="702956"/>
                            <a:pt x="1019346" y="702956"/>
                            <a:pt x="1020535" y="699388"/>
                          </a:cubicBezTo>
                          <a:cubicBezTo>
                            <a:pt x="1021725" y="695820"/>
                            <a:pt x="1021725" y="693441"/>
                            <a:pt x="1020535" y="692251"/>
                          </a:cubicBezTo>
                          <a:cubicBezTo>
                            <a:pt x="1019346" y="691062"/>
                            <a:pt x="1014588" y="688683"/>
                            <a:pt x="1012209" y="686304"/>
                          </a:cubicBezTo>
                          <a:cubicBezTo>
                            <a:pt x="1009830" y="685115"/>
                            <a:pt x="1009830" y="680357"/>
                            <a:pt x="1007452" y="680357"/>
                          </a:cubicBezTo>
                          <a:cubicBezTo>
                            <a:pt x="1005073" y="680357"/>
                            <a:pt x="1001504" y="680357"/>
                            <a:pt x="1001504" y="677978"/>
                          </a:cubicBezTo>
                          <a:cubicBezTo>
                            <a:pt x="1001504" y="675599"/>
                            <a:pt x="1002694" y="672031"/>
                            <a:pt x="1000315" y="669652"/>
                          </a:cubicBezTo>
                          <a:cubicBezTo>
                            <a:pt x="997936" y="668462"/>
                            <a:pt x="996747" y="663705"/>
                            <a:pt x="994368" y="663705"/>
                          </a:cubicBezTo>
                          <a:cubicBezTo>
                            <a:pt x="991989" y="663705"/>
                            <a:pt x="988421" y="663705"/>
                            <a:pt x="986042" y="666084"/>
                          </a:cubicBezTo>
                          <a:cubicBezTo>
                            <a:pt x="984852" y="668462"/>
                            <a:pt x="980094" y="674410"/>
                            <a:pt x="976526" y="674410"/>
                          </a:cubicBezTo>
                          <a:cubicBezTo>
                            <a:pt x="972958" y="674410"/>
                            <a:pt x="970579" y="674410"/>
                            <a:pt x="969390" y="675599"/>
                          </a:cubicBezTo>
                          <a:cubicBezTo>
                            <a:pt x="968200" y="676788"/>
                            <a:pt x="965821" y="681546"/>
                            <a:pt x="963442" y="683925"/>
                          </a:cubicBezTo>
                          <a:cubicBezTo>
                            <a:pt x="961064" y="685115"/>
                            <a:pt x="958685" y="687493"/>
                            <a:pt x="957495" y="688683"/>
                          </a:cubicBezTo>
                          <a:cubicBezTo>
                            <a:pt x="956306" y="689872"/>
                            <a:pt x="956306" y="700577"/>
                            <a:pt x="957495" y="702956"/>
                          </a:cubicBezTo>
                          <a:cubicBezTo>
                            <a:pt x="959874" y="705335"/>
                            <a:pt x="971769" y="712472"/>
                            <a:pt x="971769" y="714851"/>
                          </a:cubicBezTo>
                          <a:cubicBezTo>
                            <a:pt x="971769" y="716040"/>
                            <a:pt x="972958" y="720798"/>
                            <a:pt x="975337" y="724366"/>
                          </a:cubicBezTo>
                          <a:cubicBezTo>
                            <a:pt x="977716" y="727934"/>
                            <a:pt x="980094" y="733881"/>
                            <a:pt x="978905" y="736260"/>
                          </a:cubicBezTo>
                          <a:cubicBezTo>
                            <a:pt x="977716" y="738639"/>
                            <a:pt x="975337" y="743397"/>
                            <a:pt x="974147" y="745776"/>
                          </a:cubicBezTo>
                          <a:cubicBezTo>
                            <a:pt x="972958" y="748155"/>
                            <a:pt x="969390" y="751723"/>
                            <a:pt x="969390" y="755291"/>
                          </a:cubicBezTo>
                          <a:cubicBezTo>
                            <a:pt x="969390" y="758860"/>
                            <a:pt x="975337" y="764807"/>
                            <a:pt x="974147" y="767186"/>
                          </a:cubicBezTo>
                          <a:cubicBezTo>
                            <a:pt x="972958" y="769564"/>
                            <a:pt x="970579" y="771943"/>
                            <a:pt x="969390" y="776701"/>
                          </a:cubicBezTo>
                          <a:cubicBezTo>
                            <a:pt x="968200" y="780269"/>
                            <a:pt x="969390" y="782648"/>
                            <a:pt x="968200" y="785027"/>
                          </a:cubicBezTo>
                          <a:cubicBezTo>
                            <a:pt x="965821" y="786217"/>
                            <a:pt x="961064" y="789785"/>
                            <a:pt x="961064" y="790974"/>
                          </a:cubicBezTo>
                          <a:cubicBezTo>
                            <a:pt x="961064" y="792164"/>
                            <a:pt x="962253" y="794543"/>
                            <a:pt x="959874" y="795732"/>
                          </a:cubicBezTo>
                          <a:cubicBezTo>
                            <a:pt x="958685" y="796921"/>
                            <a:pt x="952738" y="800490"/>
                            <a:pt x="952738" y="801679"/>
                          </a:cubicBezTo>
                          <a:cubicBezTo>
                            <a:pt x="952738" y="804058"/>
                            <a:pt x="952738" y="807626"/>
                            <a:pt x="953927" y="808816"/>
                          </a:cubicBezTo>
                          <a:cubicBezTo>
                            <a:pt x="955117" y="810005"/>
                            <a:pt x="958685" y="815953"/>
                            <a:pt x="956306" y="817142"/>
                          </a:cubicBezTo>
                          <a:cubicBezTo>
                            <a:pt x="955117" y="817142"/>
                            <a:pt x="951548" y="819521"/>
                            <a:pt x="951548" y="820710"/>
                          </a:cubicBezTo>
                          <a:cubicBezTo>
                            <a:pt x="950359" y="821900"/>
                            <a:pt x="949169" y="824279"/>
                            <a:pt x="947980" y="823089"/>
                          </a:cubicBezTo>
                          <a:cubicBezTo>
                            <a:pt x="946790" y="823089"/>
                            <a:pt x="945601" y="820710"/>
                            <a:pt x="944411" y="820710"/>
                          </a:cubicBezTo>
                          <a:cubicBezTo>
                            <a:pt x="943222" y="820710"/>
                            <a:pt x="938464" y="821900"/>
                            <a:pt x="938464" y="819521"/>
                          </a:cubicBezTo>
                          <a:cubicBezTo>
                            <a:pt x="938464" y="818331"/>
                            <a:pt x="937275" y="815953"/>
                            <a:pt x="936086" y="815953"/>
                          </a:cubicBezTo>
                          <a:cubicBezTo>
                            <a:pt x="934896" y="815953"/>
                            <a:pt x="919434" y="819521"/>
                            <a:pt x="915865" y="818331"/>
                          </a:cubicBezTo>
                          <a:cubicBezTo>
                            <a:pt x="912297" y="817142"/>
                            <a:pt x="911107" y="814763"/>
                            <a:pt x="908728" y="814763"/>
                          </a:cubicBezTo>
                          <a:cubicBezTo>
                            <a:pt x="906350" y="814763"/>
                            <a:pt x="892076" y="814763"/>
                            <a:pt x="890887" y="813573"/>
                          </a:cubicBezTo>
                          <a:cubicBezTo>
                            <a:pt x="889698" y="812384"/>
                            <a:pt x="882561" y="807626"/>
                            <a:pt x="882561" y="805247"/>
                          </a:cubicBezTo>
                          <a:cubicBezTo>
                            <a:pt x="882561" y="804058"/>
                            <a:pt x="882561" y="800490"/>
                            <a:pt x="881371" y="801679"/>
                          </a:cubicBezTo>
                          <a:cubicBezTo>
                            <a:pt x="880182" y="802869"/>
                            <a:pt x="873045" y="802869"/>
                            <a:pt x="873045" y="804058"/>
                          </a:cubicBezTo>
                          <a:cubicBezTo>
                            <a:pt x="873045" y="805247"/>
                            <a:pt x="873045" y="808816"/>
                            <a:pt x="871856" y="808816"/>
                          </a:cubicBezTo>
                          <a:cubicBezTo>
                            <a:pt x="870667" y="808816"/>
                            <a:pt x="870667" y="806437"/>
                            <a:pt x="869477" y="806437"/>
                          </a:cubicBezTo>
                          <a:cubicBezTo>
                            <a:pt x="869477" y="806437"/>
                            <a:pt x="865909" y="806437"/>
                            <a:pt x="865909" y="804058"/>
                          </a:cubicBezTo>
                          <a:cubicBezTo>
                            <a:pt x="867098" y="801679"/>
                            <a:pt x="867098" y="799300"/>
                            <a:pt x="870667" y="798111"/>
                          </a:cubicBezTo>
                          <a:cubicBezTo>
                            <a:pt x="874235" y="798111"/>
                            <a:pt x="889698" y="798111"/>
                            <a:pt x="890887" y="796921"/>
                          </a:cubicBezTo>
                          <a:cubicBezTo>
                            <a:pt x="892076" y="795732"/>
                            <a:pt x="893266" y="792164"/>
                            <a:pt x="895645" y="793353"/>
                          </a:cubicBezTo>
                          <a:cubicBezTo>
                            <a:pt x="898023" y="794543"/>
                            <a:pt x="903971" y="800490"/>
                            <a:pt x="905160" y="800490"/>
                          </a:cubicBezTo>
                          <a:cubicBezTo>
                            <a:pt x="906350" y="800490"/>
                            <a:pt x="911107" y="799300"/>
                            <a:pt x="909918" y="798111"/>
                          </a:cubicBezTo>
                          <a:cubicBezTo>
                            <a:pt x="908728" y="796921"/>
                            <a:pt x="907539" y="795732"/>
                            <a:pt x="909918" y="795732"/>
                          </a:cubicBezTo>
                          <a:cubicBezTo>
                            <a:pt x="912297" y="795732"/>
                            <a:pt x="917054" y="795732"/>
                            <a:pt x="915865" y="796921"/>
                          </a:cubicBezTo>
                          <a:cubicBezTo>
                            <a:pt x="915865" y="798111"/>
                            <a:pt x="912297" y="800490"/>
                            <a:pt x="911107" y="800490"/>
                          </a:cubicBezTo>
                          <a:cubicBezTo>
                            <a:pt x="909918" y="801679"/>
                            <a:pt x="906350" y="801679"/>
                            <a:pt x="907539" y="804058"/>
                          </a:cubicBezTo>
                          <a:cubicBezTo>
                            <a:pt x="908728" y="806437"/>
                            <a:pt x="913486" y="807626"/>
                            <a:pt x="915865" y="807626"/>
                          </a:cubicBezTo>
                          <a:cubicBezTo>
                            <a:pt x="919434" y="807626"/>
                            <a:pt x="923002" y="807626"/>
                            <a:pt x="923002" y="805247"/>
                          </a:cubicBezTo>
                          <a:cubicBezTo>
                            <a:pt x="923002" y="804058"/>
                            <a:pt x="923002" y="801679"/>
                            <a:pt x="925381" y="801679"/>
                          </a:cubicBezTo>
                          <a:cubicBezTo>
                            <a:pt x="927759" y="800490"/>
                            <a:pt x="931328" y="799300"/>
                            <a:pt x="931328" y="798111"/>
                          </a:cubicBezTo>
                          <a:cubicBezTo>
                            <a:pt x="931328" y="796921"/>
                            <a:pt x="927759" y="792164"/>
                            <a:pt x="926570" y="790974"/>
                          </a:cubicBezTo>
                          <a:cubicBezTo>
                            <a:pt x="925381" y="789785"/>
                            <a:pt x="924191" y="785027"/>
                            <a:pt x="925381" y="786217"/>
                          </a:cubicBezTo>
                          <a:cubicBezTo>
                            <a:pt x="926570" y="786217"/>
                            <a:pt x="928949" y="789785"/>
                            <a:pt x="930138" y="788595"/>
                          </a:cubicBezTo>
                          <a:cubicBezTo>
                            <a:pt x="932517" y="787406"/>
                            <a:pt x="933707" y="786217"/>
                            <a:pt x="933707" y="783838"/>
                          </a:cubicBezTo>
                          <a:cubicBezTo>
                            <a:pt x="933707" y="781459"/>
                            <a:pt x="932517" y="775512"/>
                            <a:pt x="934896" y="774322"/>
                          </a:cubicBezTo>
                          <a:cubicBezTo>
                            <a:pt x="937275" y="773133"/>
                            <a:pt x="940843" y="770754"/>
                            <a:pt x="939654" y="769564"/>
                          </a:cubicBezTo>
                          <a:cubicBezTo>
                            <a:pt x="939654" y="768375"/>
                            <a:pt x="933707" y="767186"/>
                            <a:pt x="933707" y="765996"/>
                          </a:cubicBezTo>
                          <a:cubicBezTo>
                            <a:pt x="934896" y="764807"/>
                            <a:pt x="938464" y="764807"/>
                            <a:pt x="938464" y="763617"/>
                          </a:cubicBezTo>
                          <a:cubicBezTo>
                            <a:pt x="938464" y="762428"/>
                            <a:pt x="939654" y="758860"/>
                            <a:pt x="939654" y="757670"/>
                          </a:cubicBezTo>
                          <a:cubicBezTo>
                            <a:pt x="939654" y="756481"/>
                            <a:pt x="938464" y="752912"/>
                            <a:pt x="937275" y="751723"/>
                          </a:cubicBezTo>
                          <a:cubicBezTo>
                            <a:pt x="937275" y="750534"/>
                            <a:pt x="937275" y="749344"/>
                            <a:pt x="938464" y="748155"/>
                          </a:cubicBezTo>
                          <a:cubicBezTo>
                            <a:pt x="939654" y="746965"/>
                            <a:pt x="938464" y="742207"/>
                            <a:pt x="940843" y="742207"/>
                          </a:cubicBezTo>
                          <a:cubicBezTo>
                            <a:pt x="943222" y="742207"/>
                            <a:pt x="944411" y="739829"/>
                            <a:pt x="944411" y="738639"/>
                          </a:cubicBezTo>
                          <a:cubicBezTo>
                            <a:pt x="944411" y="737450"/>
                            <a:pt x="944411" y="731503"/>
                            <a:pt x="943222" y="730313"/>
                          </a:cubicBezTo>
                          <a:cubicBezTo>
                            <a:pt x="942033" y="729124"/>
                            <a:pt x="936086" y="725555"/>
                            <a:pt x="936086" y="720798"/>
                          </a:cubicBezTo>
                          <a:cubicBezTo>
                            <a:pt x="936086" y="716040"/>
                            <a:pt x="934896" y="704146"/>
                            <a:pt x="936086" y="705335"/>
                          </a:cubicBezTo>
                          <a:cubicBezTo>
                            <a:pt x="937275" y="705335"/>
                            <a:pt x="939654" y="706524"/>
                            <a:pt x="939654" y="704146"/>
                          </a:cubicBezTo>
                          <a:cubicBezTo>
                            <a:pt x="939654" y="702956"/>
                            <a:pt x="939654" y="700577"/>
                            <a:pt x="937275" y="698198"/>
                          </a:cubicBezTo>
                          <a:cubicBezTo>
                            <a:pt x="934896" y="697009"/>
                            <a:pt x="926570" y="692251"/>
                            <a:pt x="926570" y="691062"/>
                          </a:cubicBezTo>
                          <a:cubicBezTo>
                            <a:pt x="925381" y="688683"/>
                            <a:pt x="924191" y="687493"/>
                            <a:pt x="923002" y="686304"/>
                          </a:cubicBezTo>
                          <a:cubicBezTo>
                            <a:pt x="921812" y="685115"/>
                            <a:pt x="915865" y="685115"/>
                            <a:pt x="913486" y="681546"/>
                          </a:cubicBezTo>
                          <a:cubicBezTo>
                            <a:pt x="912297" y="679167"/>
                            <a:pt x="911107" y="675599"/>
                            <a:pt x="908728" y="674410"/>
                          </a:cubicBezTo>
                          <a:cubicBezTo>
                            <a:pt x="906350" y="673220"/>
                            <a:pt x="903971" y="669652"/>
                            <a:pt x="903971" y="668462"/>
                          </a:cubicBezTo>
                          <a:cubicBezTo>
                            <a:pt x="903971" y="666084"/>
                            <a:pt x="905160" y="661326"/>
                            <a:pt x="903971" y="660136"/>
                          </a:cubicBezTo>
                          <a:cubicBezTo>
                            <a:pt x="901592" y="658947"/>
                            <a:pt x="901592" y="657758"/>
                            <a:pt x="901592" y="656568"/>
                          </a:cubicBezTo>
                          <a:cubicBezTo>
                            <a:pt x="901592" y="655379"/>
                            <a:pt x="905160" y="655379"/>
                            <a:pt x="902781" y="653000"/>
                          </a:cubicBezTo>
                          <a:cubicBezTo>
                            <a:pt x="901592" y="650621"/>
                            <a:pt x="895645" y="648242"/>
                            <a:pt x="895645" y="645863"/>
                          </a:cubicBezTo>
                          <a:cubicBezTo>
                            <a:pt x="895645" y="643484"/>
                            <a:pt x="896834" y="642295"/>
                            <a:pt x="896834" y="641106"/>
                          </a:cubicBezTo>
                          <a:cubicBezTo>
                            <a:pt x="898023" y="639916"/>
                            <a:pt x="896834" y="636348"/>
                            <a:pt x="895645" y="635158"/>
                          </a:cubicBezTo>
                          <a:cubicBezTo>
                            <a:pt x="894455" y="632779"/>
                            <a:pt x="888508" y="629211"/>
                            <a:pt x="888508" y="625643"/>
                          </a:cubicBezTo>
                          <a:cubicBezTo>
                            <a:pt x="888508" y="622075"/>
                            <a:pt x="889698" y="618506"/>
                            <a:pt x="888508" y="617317"/>
                          </a:cubicBezTo>
                          <a:cubicBezTo>
                            <a:pt x="887319" y="616127"/>
                            <a:pt x="882561" y="612559"/>
                            <a:pt x="883750" y="611370"/>
                          </a:cubicBezTo>
                          <a:cubicBezTo>
                            <a:pt x="883750" y="610180"/>
                            <a:pt x="887319" y="608991"/>
                            <a:pt x="886129" y="606612"/>
                          </a:cubicBezTo>
                          <a:cubicBezTo>
                            <a:pt x="884940" y="604233"/>
                            <a:pt x="880182" y="600665"/>
                            <a:pt x="880182" y="598286"/>
                          </a:cubicBezTo>
                          <a:cubicBezTo>
                            <a:pt x="880182" y="595907"/>
                            <a:pt x="880182" y="582823"/>
                            <a:pt x="877803" y="580444"/>
                          </a:cubicBezTo>
                          <a:cubicBezTo>
                            <a:pt x="875424" y="578065"/>
                            <a:pt x="869477" y="575687"/>
                            <a:pt x="869477" y="572118"/>
                          </a:cubicBezTo>
                          <a:cubicBezTo>
                            <a:pt x="869477" y="569739"/>
                            <a:pt x="870667" y="563792"/>
                            <a:pt x="867098" y="562603"/>
                          </a:cubicBezTo>
                          <a:cubicBezTo>
                            <a:pt x="864719" y="562603"/>
                            <a:pt x="854015" y="562603"/>
                            <a:pt x="854015" y="560224"/>
                          </a:cubicBezTo>
                          <a:cubicBezTo>
                            <a:pt x="852825" y="557845"/>
                            <a:pt x="854015" y="555466"/>
                            <a:pt x="852825" y="554277"/>
                          </a:cubicBezTo>
                          <a:cubicBezTo>
                            <a:pt x="850446" y="553087"/>
                            <a:pt x="843309" y="545951"/>
                            <a:pt x="844499" y="544761"/>
                          </a:cubicBezTo>
                          <a:cubicBezTo>
                            <a:pt x="845688" y="543572"/>
                            <a:pt x="849257" y="541193"/>
                            <a:pt x="849257" y="540004"/>
                          </a:cubicBezTo>
                          <a:cubicBezTo>
                            <a:pt x="849257" y="537625"/>
                            <a:pt x="849257" y="536435"/>
                            <a:pt x="848067" y="535246"/>
                          </a:cubicBezTo>
                          <a:cubicBezTo>
                            <a:pt x="846878" y="534056"/>
                            <a:pt x="849257" y="531677"/>
                            <a:pt x="848067" y="529299"/>
                          </a:cubicBezTo>
                          <a:cubicBezTo>
                            <a:pt x="846878" y="526920"/>
                            <a:pt x="844499" y="525730"/>
                            <a:pt x="844499" y="523351"/>
                          </a:cubicBezTo>
                          <a:cubicBezTo>
                            <a:pt x="845688" y="520973"/>
                            <a:pt x="844499" y="515025"/>
                            <a:pt x="845688" y="515025"/>
                          </a:cubicBezTo>
                          <a:cubicBezTo>
                            <a:pt x="846878" y="515025"/>
                            <a:pt x="848067" y="512646"/>
                            <a:pt x="848067" y="511457"/>
                          </a:cubicBezTo>
                          <a:cubicBezTo>
                            <a:pt x="848067" y="510268"/>
                            <a:pt x="843309" y="507889"/>
                            <a:pt x="843309" y="504320"/>
                          </a:cubicBezTo>
                          <a:cubicBezTo>
                            <a:pt x="843309" y="500752"/>
                            <a:pt x="845688" y="495994"/>
                            <a:pt x="844499" y="494805"/>
                          </a:cubicBezTo>
                          <a:cubicBezTo>
                            <a:pt x="843309" y="493616"/>
                            <a:pt x="840931" y="492426"/>
                            <a:pt x="840931" y="491237"/>
                          </a:cubicBezTo>
                          <a:cubicBezTo>
                            <a:pt x="840931" y="490047"/>
                            <a:pt x="843309" y="486479"/>
                            <a:pt x="840931" y="485290"/>
                          </a:cubicBezTo>
                          <a:cubicBezTo>
                            <a:pt x="838552" y="484100"/>
                            <a:pt x="836173" y="482911"/>
                            <a:pt x="837362" y="481721"/>
                          </a:cubicBezTo>
                          <a:cubicBezTo>
                            <a:pt x="838552" y="480532"/>
                            <a:pt x="842120" y="481721"/>
                            <a:pt x="840931" y="479342"/>
                          </a:cubicBezTo>
                          <a:cubicBezTo>
                            <a:pt x="839741" y="476963"/>
                            <a:pt x="838552" y="473395"/>
                            <a:pt x="836173" y="473395"/>
                          </a:cubicBezTo>
                          <a:cubicBezTo>
                            <a:pt x="833794" y="473395"/>
                            <a:pt x="825468" y="475774"/>
                            <a:pt x="823089" y="473395"/>
                          </a:cubicBezTo>
                          <a:cubicBezTo>
                            <a:pt x="820710" y="472206"/>
                            <a:pt x="818332" y="469827"/>
                            <a:pt x="817142" y="468637"/>
                          </a:cubicBezTo>
                          <a:cubicBezTo>
                            <a:pt x="815953" y="467448"/>
                            <a:pt x="811195" y="463880"/>
                            <a:pt x="810005" y="465069"/>
                          </a:cubicBezTo>
                          <a:cubicBezTo>
                            <a:pt x="808816" y="465069"/>
                            <a:pt x="804058" y="465069"/>
                            <a:pt x="804058" y="467448"/>
                          </a:cubicBezTo>
                          <a:cubicBezTo>
                            <a:pt x="804058" y="468637"/>
                            <a:pt x="802869" y="473395"/>
                            <a:pt x="801679" y="472206"/>
                          </a:cubicBezTo>
                          <a:cubicBezTo>
                            <a:pt x="800490" y="471016"/>
                            <a:pt x="799300" y="468637"/>
                            <a:pt x="796921" y="467448"/>
                          </a:cubicBezTo>
                          <a:cubicBezTo>
                            <a:pt x="794543" y="467448"/>
                            <a:pt x="792164" y="467448"/>
                            <a:pt x="789785" y="468637"/>
                          </a:cubicBezTo>
                          <a:cubicBezTo>
                            <a:pt x="788596" y="469827"/>
                            <a:pt x="787406" y="471016"/>
                            <a:pt x="785027" y="472206"/>
                          </a:cubicBezTo>
                          <a:cubicBezTo>
                            <a:pt x="782648" y="472206"/>
                            <a:pt x="775512" y="471016"/>
                            <a:pt x="775512" y="472206"/>
                          </a:cubicBezTo>
                          <a:cubicBezTo>
                            <a:pt x="774322" y="473395"/>
                            <a:pt x="773133" y="476963"/>
                            <a:pt x="771943" y="474585"/>
                          </a:cubicBezTo>
                          <a:cubicBezTo>
                            <a:pt x="770754" y="473395"/>
                            <a:pt x="771943" y="469827"/>
                            <a:pt x="770754" y="468637"/>
                          </a:cubicBezTo>
                          <a:cubicBezTo>
                            <a:pt x="769565" y="468637"/>
                            <a:pt x="767186" y="463880"/>
                            <a:pt x="764807" y="465069"/>
                          </a:cubicBezTo>
                          <a:cubicBezTo>
                            <a:pt x="763617" y="466258"/>
                            <a:pt x="761238" y="469827"/>
                            <a:pt x="762428" y="471016"/>
                          </a:cubicBezTo>
                          <a:cubicBezTo>
                            <a:pt x="764807" y="475774"/>
                            <a:pt x="764807" y="479342"/>
                            <a:pt x="763617" y="481721"/>
                          </a:cubicBezTo>
                          <a:cubicBezTo>
                            <a:pt x="762428" y="484100"/>
                            <a:pt x="761238" y="486479"/>
                            <a:pt x="762428" y="488858"/>
                          </a:cubicBezTo>
                          <a:cubicBezTo>
                            <a:pt x="762428" y="488858"/>
                            <a:pt x="768375" y="493616"/>
                            <a:pt x="767186" y="494805"/>
                          </a:cubicBezTo>
                          <a:cubicBezTo>
                            <a:pt x="765996" y="495994"/>
                            <a:pt x="764807" y="495994"/>
                            <a:pt x="764807" y="497184"/>
                          </a:cubicBezTo>
                          <a:cubicBezTo>
                            <a:pt x="764807" y="498373"/>
                            <a:pt x="765996" y="499563"/>
                            <a:pt x="764807" y="500752"/>
                          </a:cubicBezTo>
                          <a:cubicBezTo>
                            <a:pt x="763617" y="501942"/>
                            <a:pt x="762428" y="503131"/>
                            <a:pt x="762428" y="504320"/>
                          </a:cubicBezTo>
                          <a:cubicBezTo>
                            <a:pt x="762428" y="504320"/>
                            <a:pt x="764807" y="507889"/>
                            <a:pt x="765996" y="509078"/>
                          </a:cubicBezTo>
                          <a:cubicBezTo>
                            <a:pt x="765996" y="510268"/>
                            <a:pt x="764807" y="516215"/>
                            <a:pt x="765996" y="516215"/>
                          </a:cubicBezTo>
                          <a:cubicBezTo>
                            <a:pt x="767186" y="517404"/>
                            <a:pt x="767186" y="518594"/>
                            <a:pt x="767186" y="519783"/>
                          </a:cubicBezTo>
                          <a:cubicBezTo>
                            <a:pt x="765996" y="520973"/>
                            <a:pt x="764807" y="520973"/>
                            <a:pt x="764807" y="523351"/>
                          </a:cubicBezTo>
                          <a:cubicBezTo>
                            <a:pt x="764807" y="525730"/>
                            <a:pt x="765996" y="531677"/>
                            <a:pt x="767186" y="532867"/>
                          </a:cubicBezTo>
                          <a:cubicBezTo>
                            <a:pt x="768375" y="534056"/>
                            <a:pt x="770754" y="535246"/>
                            <a:pt x="770754" y="536435"/>
                          </a:cubicBezTo>
                          <a:cubicBezTo>
                            <a:pt x="770754" y="537625"/>
                            <a:pt x="769565" y="538814"/>
                            <a:pt x="768375" y="540004"/>
                          </a:cubicBezTo>
                          <a:cubicBezTo>
                            <a:pt x="767186" y="541193"/>
                            <a:pt x="765996" y="542382"/>
                            <a:pt x="767186" y="544761"/>
                          </a:cubicBezTo>
                          <a:cubicBezTo>
                            <a:pt x="767186" y="545951"/>
                            <a:pt x="767186" y="550708"/>
                            <a:pt x="768375" y="550708"/>
                          </a:cubicBezTo>
                          <a:cubicBezTo>
                            <a:pt x="769565" y="550708"/>
                            <a:pt x="771943" y="553087"/>
                            <a:pt x="770754" y="555466"/>
                          </a:cubicBezTo>
                          <a:cubicBezTo>
                            <a:pt x="769565" y="557845"/>
                            <a:pt x="769565" y="557845"/>
                            <a:pt x="767186" y="557845"/>
                          </a:cubicBezTo>
                          <a:cubicBezTo>
                            <a:pt x="765996" y="557845"/>
                            <a:pt x="763617" y="559034"/>
                            <a:pt x="762428" y="561413"/>
                          </a:cubicBezTo>
                          <a:cubicBezTo>
                            <a:pt x="761238" y="564982"/>
                            <a:pt x="756481" y="574497"/>
                            <a:pt x="752913" y="575687"/>
                          </a:cubicBezTo>
                          <a:cubicBezTo>
                            <a:pt x="750534" y="576876"/>
                            <a:pt x="748155" y="576876"/>
                            <a:pt x="748155" y="578065"/>
                          </a:cubicBezTo>
                          <a:cubicBezTo>
                            <a:pt x="748155" y="579255"/>
                            <a:pt x="749344" y="582823"/>
                            <a:pt x="751723" y="582823"/>
                          </a:cubicBezTo>
                          <a:cubicBezTo>
                            <a:pt x="752913" y="584013"/>
                            <a:pt x="754102" y="585202"/>
                            <a:pt x="754102" y="587581"/>
                          </a:cubicBezTo>
                          <a:cubicBezTo>
                            <a:pt x="752913" y="589960"/>
                            <a:pt x="750534" y="592339"/>
                            <a:pt x="750534" y="594718"/>
                          </a:cubicBezTo>
                          <a:cubicBezTo>
                            <a:pt x="750534" y="597096"/>
                            <a:pt x="750534" y="599475"/>
                            <a:pt x="751723" y="599475"/>
                          </a:cubicBezTo>
                          <a:cubicBezTo>
                            <a:pt x="752913" y="599475"/>
                            <a:pt x="755291" y="601854"/>
                            <a:pt x="755291" y="603044"/>
                          </a:cubicBezTo>
                          <a:cubicBezTo>
                            <a:pt x="755291" y="604233"/>
                            <a:pt x="755291" y="606612"/>
                            <a:pt x="756481" y="605422"/>
                          </a:cubicBezTo>
                          <a:cubicBezTo>
                            <a:pt x="757670" y="605422"/>
                            <a:pt x="760049" y="601854"/>
                            <a:pt x="761238" y="603044"/>
                          </a:cubicBezTo>
                          <a:cubicBezTo>
                            <a:pt x="762428" y="604233"/>
                            <a:pt x="764807" y="607801"/>
                            <a:pt x="764807" y="608991"/>
                          </a:cubicBezTo>
                          <a:cubicBezTo>
                            <a:pt x="764807" y="611370"/>
                            <a:pt x="764807" y="613748"/>
                            <a:pt x="765996" y="614938"/>
                          </a:cubicBezTo>
                          <a:cubicBezTo>
                            <a:pt x="767186" y="616127"/>
                            <a:pt x="773133" y="614938"/>
                            <a:pt x="773133" y="616127"/>
                          </a:cubicBezTo>
                          <a:cubicBezTo>
                            <a:pt x="774322" y="617317"/>
                            <a:pt x="776701" y="619696"/>
                            <a:pt x="775512" y="619696"/>
                          </a:cubicBezTo>
                          <a:cubicBezTo>
                            <a:pt x="773133" y="619696"/>
                            <a:pt x="769565" y="622075"/>
                            <a:pt x="769565" y="625643"/>
                          </a:cubicBezTo>
                          <a:cubicBezTo>
                            <a:pt x="769565" y="629211"/>
                            <a:pt x="769565" y="630401"/>
                            <a:pt x="773133" y="632779"/>
                          </a:cubicBezTo>
                          <a:cubicBezTo>
                            <a:pt x="776701" y="635158"/>
                            <a:pt x="777890" y="635158"/>
                            <a:pt x="779080" y="636348"/>
                          </a:cubicBezTo>
                          <a:cubicBezTo>
                            <a:pt x="779080" y="637537"/>
                            <a:pt x="781459" y="642295"/>
                            <a:pt x="777890" y="643484"/>
                          </a:cubicBezTo>
                          <a:cubicBezTo>
                            <a:pt x="774322" y="644674"/>
                            <a:pt x="771943" y="645863"/>
                            <a:pt x="771943" y="643484"/>
                          </a:cubicBezTo>
                          <a:cubicBezTo>
                            <a:pt x="771943" y="641106"/>
                            <a:pt x="770754" y="639916"/>
                            <a:pt x="769565" y="641106"/>
                          </a:cubicBezTo>
                          <a:cubicBezTo>
                            <a:pt x="769565" y="641106"/>
                            <a:pt x="767186" y="643484"/>
                            <a:pt x="769565" y="647053"/>
                          </a:cubicBezTo>
                          <a:cubicBezTo>
                            <a:pt x="771943" y="650621"/>
                            <a:pt x="774322" y="653000"/>
                            <a:pt x="774322" y="655379"/>
                          </a:cubicBezTo>
                          <a:cubicBezTo>
                            <a:pt x="775512" y="657758"/>
                            <a:pt x="775512" y="660136"/>
                            <a:pt x="776701" y="661326"/>
                          </a:cubicBezTo>
                          <a:cubicBezTo>
                            <a:pt x="777890" y="661326"/>
                            <a:pt x="779080" y="661326"/>
                            <a:pt x="780269" y="663705"/>
                          </a:cubicBezTo>
                          <a:cubicBezTo>
                            <a:pt x="781459" y="666084"/>
                            <a:pt x="780269" y="670841"/>
                            <a:pt x="781459" y="669652"/>
                          </a:cubicBezTo>
                          <a:cubicBezTo>
                            <a:pt x="782648" y="669652"/>
                            <a:pt x="783838" y="664894"/>
                            <a:pt x="785027" y="666084"/>
                          </a:cubicBezTo>
                          <a:cubicBezTo>
                            <a:pt x="786217" y="667273"/>
                            <a:pt x="786217" y="669652"/>
                            <a:pt x="788596" y="669652"/>
                          </a:cubicBezTo>
                          <a:cubicBezTo>
                            <a:pt x="789785" y="669652"/>
                            <a:pt x="795732" y="668462"/>
                            <a:pt x="796921" y="669652"/>
                          </a:cubicBezTo>
                          <a:cubicBezTo>
                            <a:pt x="798111" y="670841"/>
                            <a:pt x="798111" y="674410"/>
                            <a:pt x="800490" y="673220"/>
                          </a:cubicBezTo>
                          <a:cubicBezTo>
                            <a:pt x="801679" y="672031"/>
                            <a:pt x="802869" y="668462"/>
                            <a:pt x="802869" y="668462"/>
                          </a:cubicBezTo>
                          <a:cubicBezTo>
                            <a:pt x="804058" y="667273"/>
                            <a:pt x="807626" y="664894"/>
                            <a:pt x="807626" y="668462"/>
                          </a:cubicBezTo>
                          <a:cubicBezTo>
                            <a:pt x="807626" y="670841"/>
                            <a:pt x="806437" y="677978"/>
                            <a:pt x="808816" y="680357"/>
                          </a:cubicBezTo>
                          <a:cubicBezTo>
                            <a:pt x="810005" y="681546"/>
                            <a:pt x="814763" y="682736"/>
                            <a:pt x="815953" y="686304"/>
                          </a:cubicBezTo>
                          <a:cubicBezTo>
                            <a:pt x="818332" y="689872"/>
                            <a:pt x="825468" y="698198"/>
                            <a:pt x="827847" y="698198"/>
                          </a:cubicBezTo>
                          <a:cubicBezTo>
                            <a:pt x="830226" y="698198"/>
                            <a:pt x="832605" y="699388"/>
                            <a:pt x="832605" y="699388"/>
                          </a:cubicBezTo>
                          <a:cubicBezTo>
                            <a:pt x="832605" y="698198"/>
                            <a:pt x="833794" y="697009"/>
                            <a:pt x="834984" y="697009"/>
                          </a:cubicBezTo>
                          <a:cubicBezTo>
                            <a:pt x="836173" y="697009"/>
                            <a:pt x="840931" y="695820"/>
                            <a:pt x="840931" y="697009"/>
                          </a:cubicBezTo>
                          <a:cubicBezTo>
                            <a:pt x="840931" y="698198"/>
                            <a:pt x="840931" y="699388"/>
                            <a:pt x="842120" y="699388"/>
                          </a:cubicBezTo>
                          <a:cubicBezTo>
                            <a:pt x="843309" y="699388"/>
                            <a:pt x="845688" y="698198"/>
                            <a:pt x="845688" y="700577"/>
                          </a:cubicBezTo>
                          <a:cubicBezTo>
                            <a:pt x="845688" y="701767"/>
                            <a:pt x="840931" y="702956"/>
                            <a:pt x="840931" y="704146"/>
                          </a:cubicBezTo>
                          <a:cubicBezTo>
                            <a:pt x="840931" y="705335"/>
                            <a:pt x="840931" y="708903"/>
                            <a:pt x="842120" y="711282"/>
                          </a:cubicBezTo>
                          <a:cubicBezTo>
                            <a:pt x="843309" y="713661"/>
                            <a:pt x="842120" y="719608"/>
                            <a:pt x="840931" y="719608"/>
                          </a:cubicBezTo>
                          <a:cubicBezTo>
                            <a:pt x="839741" y="719608"/>
                            <a:pt x="838552" y="720798"/>
                            <a:pt x="838552" y="721987"/>
                          </a:cubicBezTo>
                          <a:cubicBezTo>
                            <a:pt x="839741" y="723177"/>
                            <a:pt x="843309" y="724366"/>
                            <a:pt x="843309" y="726745"/>
                          </a:cubicBezTo>
                          <a:cubicBezTo>
                            <a:pt x="843309" y="727934"/>
                            <a:pt x="842120" y="729124"/>
                            <a:pt x="839741" y="730313"/>
                          </a:cubicBezTo>
                          <a:cubicBezTo>
                            <a:pt x="837362" y="731503"/>
                            <a:pt x="838552" y="733881"/>
                            <a:pt x="839741" y="733881"/>
                          </a:cubicBezTo>
                          <a:cubicBezTo>
                            <a:pt x="840931" y="735071"/>
                            <a:pt x="842120" y="738639"/>
                            <a:pt x="840931" y="738639"/>
                          </a:cubicBezTo>
                          <a:cubicBezTo>
                            <a:pt x="839741" y="739829"/>
                            <a:pt x="833794" y="741018"/>
                            <a:pt x="833794" y="739829"/>
                          </a:cubicBezTo>
                          <a:cubicBezTo>
                            <a:pt x="833794" y="737450"/>
                            <a:pt x="831415" y="731503"/>
                            <a:pt x="829036" y="727934"/>
                          </a:cubicBezTo>
                          <a:cubicBezTo>
                            <a:pt x="826657" y="724366"/>
                            <a:pt x="821900" y="719608"/>
                            <a:pt x="819521" y="719608"/>
                          </a:cubicBezTo>
                          <a:cubicBezTo>
                            <a:pt x="817142" y="719608"/>
                            <a:pt x="813573" y="720798"/>
                            <a:pt x="812384" y="719608"/>
                          </a:cubicBezTo>
                          <a:cubicBezTo>
                            <a:pt x="811195" y="717229"/>
                            <a:pt x="807626" y="708903"/>
                            <a:pt x="804058" y="708903"/>
                          </a:cubicBezTo>
                          <a:cubicBezTo>
                            <a:pt x="800490" y="708903"/>
                            <a:pt x="789785" y="708903"/>
                            <a:pt x="787406" y="706524"/>
                          </a:cubicBezTo>
                          <a:cubicBezTo>
                            <a:pt x="785027" y="705335"/>
                            <a:pt x="780269" y="700577"/>
                            <a:pt x="776701" y="699388"/>
                          </a:cubicBezTo>
                          <a:cubicBezTo>
                            <a:pt x="774322" y="698198"/>
                            <a:pt x="767186" y="700577"/>
                            <a:pt x="767186" y="698198"/>
                          </a:cubicBezTo>
                          <a:cubicBezTo>
                            <a:pt x="765996" y="695820"/>
                            <a:pt x="767186" y="693441"/>
                            <a:pt x="765996" y="693441"/>
                          </a:cubicBezTo>
                          <a:cubicBezTo>
                            <a:pt x="764807" y="693441"/>
                            <a:pt x="762428" y="693441"/>
                            <a:pt x="761238" y="691062"/>
                          </a:cubicBezTo>
                          <a:cubicBezTo>
                            <a:pt x="760049" y="689872"/>
                            <a:pt x="760049" y="687493"/>
                            <a:pt x="757670" y="687493"/>
                          </a:cubicBezTo>
                          <a:cubicBezTo>
                            <a:pt x="756481" y="687493"/>
                            <a:pt x="754102" y="689872"/>
                            <a:pt x="751723" y="691062"/>
                          </a:cubicBezTo>
                          <a:cubicBezTo>
                            <a:pt x="750534" y="692251"/>
                            <a:pt x="749344" y="694630"/>
                            <a:pt x="746965" y="695820"/>
                          </a:cubicBezTo>
                          <a:cubicBezTo>
                            <a:pt x="745776" y="695820"/>
                            <a:pt x="744586" y="695820"/>
                            <a:pt x="744586" y="693441"/>
                          </a:cubicBezTo>
                          <a:cubicBezTo>
                            <a:pt x="744586" y="691062"/>
                            <a:pt x="743397" y="689872"/>
                            <a:pt x="743397" y="689872"/>
                          </a:cubicBezTo>
                          <a:cubicBezTo>
                            <a:pt x="743397" y="689872"/>
                            <a:pt x="745776" y="688683"/>
                            <a:pt x="744586" y="687493"/>
                          </a:cubicBezTo>
                          <a:cubicBezTo>
                            <a:pt x="743397" y="686304"/>
                            <a:pt x="743397" y="683925"/>
                            <a:pt x="741018" y="683925"/>
                          </a:cubicBezTo>
                          <a:cubicBezTo>
                            <a:pt x="738639" y="683925"/>
                            <a:pt x="733882" y="682736"/>
                            <a:pt x="732692" y="681546"/>
                          </a:cubicBezTo>
                          <a:cubicBezTo>
                            <a:pt x="731503" y="680357"/>
                            <a:pt x="727934" y="680357"/>
                            <a:pt x="727934" y="680357"/>
                          </a:cubicBezTo>
                          <a:cubicBezTo>
                            <a:pt x="727934" y="680357"/>
                            <a:pt x="724366" y="679167"/>
                            <a:pt x="724366" y="677978"/>
                          </a:cubicBezTo>
                          <a:cubicBezTo>
                            <a:pt x="724366" y="676788"/>
                            <a:pt x="721987" y="676788"/>
                            <a:pt x="720798" y="675599"/>
                          </a:cubicBezTo>
                          <a:cubicBezTo>
                            <a:pt x="719608" y="674410"/>
                            <a:pt x="718419" y="672031"/>
                            <a:pt x="718419" y="672031"/>
                          </a:cubicBezTo>
                          <a:cubicBezTo>
                            <a:pt x="718419" y="672031"/>
                            <a:pt x="704146" y="673220"/>
                            <a:pt x="702956" y="673220"/>
                          </a:cubicBezTo>
                          <a:cubicBezTo>
                            <a:pt x="701767" y="673220"/>
                            <a:pt x="694630" y="670841"/>
                            <a:pt x="693441" y="670841"/>
                          </a:cubicBezTo>
                          <a:cubicBezTo>
                            <a:pt x="692251" y="670841"/>
                            <a:pt x="686304" y="674410"/>
                            <a:pt x="683925" y="674410"/>
                          </a:cubicBezTo>
                          <a:cubicBezTo>
                            <a:pt x="682736" y="674410"/>
                            <a:pt x="677978" y="675599"/>
                            <a:pt x="675599" y="674410"/>
                          </a:cubicBezTo>
                          <a:cubicBezTo>
                            <a:pt x="674410" y="673220"/>
                            <a:pt x="670841" y="673220"/>
                            <a:pt x="670841" y="673220"/>
                          </a:cubicBezTo>
                          <a:cubicBezTo>
                            <a:pt x="669652" y="673220"/>
                            <a:pt x="664894" y="675599"/>
                            <a:pt x="663705" y="675599"/>
                          </a:cubicBezTo>
                          <a:cubicBezTo>
                            <a:pt x="662515" y="674410"/>
                            <a:pt x="662515" y="672031"/>
                            <a:pt x="661326" y="672031"/>
                          </a:cubicBezTo>
                          <a:cubicBezTo>
                            <a:pt x="660136" y="672031"/>
                            <a:pt x="656568" y="672031"/>
                            <a:pt x="656568" y="672031"/>
                          </a:cubicBezTo>
                          <a:cubicBezTo>
                            <a:pt x="655379" y="672031"/>
                            <a:pt x="653000" y="672031"/>
                            <a:pt x="653000" y="672031"/>
                          </a:cubicBezTo>
                          <a:cubicBezTo>
                            <a:pt x="653000" y="672031"/>
                            <a:pt x="650621" y="673220"/>
                            <a:pt x="651811" y="673220"/>
                          </a:cubicBezTo>
                          <a:cubicBezTo>
                            <a:pt x="651811" y="674410"/>
                            <a:pt x="653000" y="676788"/>
                            <a:pt x="653000" y="676788"/>
                          </a:cubicBezTo>
                          <a:lnTo>
                            <a:pt x="653000" y="679167"/>
                          </a:lnTo>
                          <a:lnTo>
                            <a:pt x="655379" y="681546"/>
                          </a:lnTo>
                          <a:cubicBezTo>
                            <a:pt x="655379" y="681546"/>
                            <a:pt x="653000" y="685115"/>
                            <a:pt x="651811" y="685115"/>
                          </a:cubicBezTo>
                          <a:cubicBezTo>
                            <a:pt x="651811" y="685115"/>
                            <a:pt x="648242" y="685115"/>
                            <a:pt x="648242" y="687493"/>
                          </a:cubicBezTo>
                          <a:cubicBezTo>
                            <a:pt x="648242" y="689872"/>
                            <a:pt x="649432" y="691062"/>
                            <a:pt x="650621" y="692251"/>
                          </a:cubicBezTo>
                          <a:cubicBezTo>
                            <a:pt x="651811" y="693441"/>
                            <a:pt x="655379" y="695820"/>
                            <a:pt x="655379" y="697009"/>
                          </a:cubicBezTo>
                          <a:cubicBezTo>
                            <a:pt x="655379" y="698198"/>
                            <a:pt x="657758" y="699388"/>
                            <a:pt x="657758" y="701767"/>
                          </a:cubicBezTo>
                          <a:cubicBezTo>
                            <a:pt x="657758" y="702956"/>
                            <a:pt x="657758" y="708903"/>
                            <a:pt x="658947" y="708903"/>
                          </a:cubicBezTo>
                          <a:cubicBezTo>
                            <a:pt x="660136" y="708903"/>
                            <a:pt x="661326" y="705335"/>
                            <a:pt x="662515" y="705335"/>
                          </a:cubicBezTo>
                          <a:cubicBezTo>
                            <a:pt x="663705" y="705335"/>
                            <a:pt x="664894" y="707714"/>
                            <a:pt x="666084" y="708903"/>
                          </a:cubicBezTo>
                          <a:cubicBezTo>
                            <a:pt x="666084" y="710093"/>
                            <a:pt x="667273" y="711282"/>
                            <a:pt x="667273" y="711282"/>
                          </a:cubicBezTo>
                          <a:cubicBezTo>
                            <a:pt x="667273" y="711282"/>
                            <a:pt x="669652" y="712472"/>
                            <a:pt x="669652" y="714851"/>
                          </a:cubicBezTo>
                          <a:cubicBezTo>
                            <a:pt x="669652" y="717229"/>
                            <a:pt x="668463" y="719608"/>
                            <a:pt x="669652" y="719608"/>
                          </a:cubicBezTo>
                          <a:cubicBezTo>
                            <a:pt x="670841" y="719608"/>
                            <a:pt x="674410" y="720798"/>
                            <a:pt x="674410" y="720798"/>
                          </a:cubicBezTo>
                          <a:cubicBezTo>
                            <a:pt x="674410" y="720798"/>
                            <a:pt x="682736" y="726745"/>
                            <a:pt x="681547" y="726745"/>
                          </a:cubicBezTo>
                          <a:cubicBezTo>
                            <a:pt x="680357" y="727934"/>
                            <a:pt x="679167" y="727934"/>
                            <a:pt x="676788" y="727934"/>
                          </a:cubicBezTo>
                          <a:cubicBezTo>
                            <a:pt x="675599" y="727934"/>
                            <a:pt x="674410" y="724366"/>
                            <a:pt x="673220" y="724366"/>
                          </a:cubicBezTo>
                          <a:cubicBezTo>
                            <a:pt x="670841" y="723177"/>
                            <a:pt x="668463" y="724366"/>
                            <a:pt x="668463" y="725555"/>
                          </a:cubicBezTo>
                          <a:cubicBezTo>
                            <a:pt x="668463" y="726745"/>
                            <a:pt x="668463" y="732692"/>
                            <a:pt x="668463" y="733881"/>
                          </a:cubicBezTo>
                          <a:cubicBezTo>
                            <a:pt x="668463" y="735071"/>
                            <a:pt x="667273" y="735071"/>
                            <a:pt x="666084" y="736260"/>
                          </a:cubicBezTo>
                          <a:cubicBezTo>
                            <a:pt x="664894" y="737450"/>
                            <a:pt x="663705" y="739829"/>
                            <a:pt x="662515" y="738639"/>
                          </a:cubicBezTo>
                          <a:cubicBezTo>
                            <a:pt x="661326" y="738639"/>
                            <a:pt x="660136" y="736260"/>
                            <a:pt x="658947" y="736260"/>
                          </a:cubicBezTo>
                          <a:cubicBezTo>
                            <a:pt x="657758" y="736260"/>
                            <a:pt x="655379" y="735071"/>
                            <a:pt x="655379" y="735071"/>
                          </a:cubicBezTo>
                          <a:cubicBezTo>
                            <a:pt x="655379" y="735071"/>
                            <a:pt x="650621" y="736260"/>
                            <a:pt x="651811" y="738639"/>
                          </a:cubicBezTo>
                          <a:cubicBezTo>
                            <a:pt x="653000" y="739829"/>
                            <a:pt x="654189" y="743397"/>
                            <a:pt x="655379" y="744586"/>
                          </a:cubicBezTo>
                          <a:cubicBezTo>
                            <a:pt x="657758" y="745776"/>
                            <a:pt x="660136" y="746965"/>
                            <a:pt x="660136" y="749344"/>
                          </a:cubicBezTo>
                          <a:cubicBezTo>
                            <a:pt x="660136" y="751723"/>
                            <a:pt x="658947" y="752912"/>
                            <a:pt x="657758" y="752912"/>
                          </a:cubicBezTo>
                          <a:cubicBezTo>
                            <a:pt x="656568" y="754102"/>
                            <a:pt x="657758" y="756481"/>
                            <a:pt x="655379" y="756481"/>
                          </a:cubicBezTo>
                          <a:cubicBezTo>
                            <a:pt x="653000" y="756481"/>
                            <a:pt x="643484" y="757670"/>
                            <a:pt x="643484" y="756481"/>
                          </a:cubicBezTo>
                          <a:cubicBezTo>
                            <a:pt x="643484" y="755291"/>
                            <a:pt x="643484" y="752912"/>
                            <a:pt x="642295" y="752912"/>
                          </a:cubicBezTo>
                          <a:cubicBezTo>
                            <a:pt x="641105" y="751723"/>
                            <a:pt x="639916" y="749344"/>
                            <a:pt x="639916" y="748155"/>
                          </a:cubicBezTo>
                          <a:cubicBezTo>
                            <a:pt x="639916" y="745776"/>
                            <a:pt x="641105" y="744586"/>
                            <a:pt x="641105" y="744586"/>
                          </a:cubicBezTo>
                          <a:cubicBezTo>
                            <a:pt x="641105" y="743397"/>
                            <a:pt x="638727" y="742207"/>
                            <a:pt x="641105" y="742207"/>
                          </a:cubicBezTo>
                          <a:cubicBezTo>
                            <a:pt x="642295" y="741018"/>
                            <a:pt x="644674" y="739829"/>
                            <a:pt x="644674" y="738639"/>
                          </a:cubicBezTo>
                          <a:cubicBezTo>
                            <a:pt x="644674" y="737450"/>
                            <a:pt x="643484" y="733881"/>
                            <a:pt x="642295" y="733881"/>
                          </a:cubicBezTo>
                          <a:cubicBezTo>
                            <a:pt x="641105" y="732692"/>
                            <a:pt x="637537" y="732692"/>
                            <a:pt x="637537" y="731503"/>
                          </a:cubicBezTo>
                          <a:cubicBezTo>
                            <a:pt x="636348" y="730313"/>
                            <a:pt x="636348" y="727934"/>
                            <a:pt x="637537" y="727934"/>
                          </a:cubicBezTo>
                          <a:cubicBezTo>
                            <a:pt x="638727" y="727934"/>
                            <a:pt x="639916" y="725555"/>
                            <a:pt x="639916" y="724366"/>
                          </a:cubicBezTo>
                          <a:cubicBezTo>
                            <a:pt x="639916" y="723177"/>
                            <a:pt x="637537" y="724366"/>
                            <a:pt x="635158" y="724366"/>
                          </a:cubicBezTo>
                          <a:cubicBezTo>
                            <a:pt x="633969" y="725555"/>
                            <a:pt x="630401" y="725555"/>
                            <a:pt x="629211" y="726745"/>
                          </a:cubicBezTo>
                          <a:cubicBezTo>
                            <a:pt x="628022" y="727934"/>
                            <a:pt x="623264" y="735071"/>
                            <a:pt x="620885" y="735071"/>
                          </a:cubicBezTo>
                          <a:cubicBezTo>
                            <a:pt x="618506" y="735071"/>
                            <a:pt x="614938" y="736260"/>
                            <a:pt x="614938" y="737450"/>
                          </a:cubicBezTo>
                          <a:cubicBezTo>
                            <a:pt x="614938" y="738639"/>
                            <a:pt x="614938" y="741018"/>
                            <a:pt x="612559" y="741018"/>
                          </a:cubicBezTo>
                          <a:cubicBezTo>
                            <a:pt x="610180" y="741018"/>
                            <a:pt x="606612" y="742207"/>
                            <a:pt x="606612" y="742207"/>
                          </a:cubicBezTo>
                          <a:cubicBezTo>
                            <a:pt x="606612" y="743397"/>
                            <a:pt x="606612" y="748155"/>
                            <a:pt x="604233" y="748155"/>
                          </a:cubicBezTo>
                          <a:cubicBezTo>
                            <a:pt x="603044" y="748155"/>
                            <a:pt x="600665" y="748155"/>
                            <a:pt x="599475" y="749344"/>
                          </a:cubicBezTo>
                          <a:cubicBezTo>
                            <a:pt x="598286" y="750534"/>
                            <a:pt x="591149" y="752912"/>
                            <a:pt x="589960" y="751723"/>
                          </a:cubicBezTo>
                          <a:cubicBezTo>
                            <a:pt x="587581" y="751723"/>
                            <a:pt x="588770" y="746965"/>
                            <a:pt x="587581" y="746965"/>
                          </a:cubicBezTo>
                          <a:cubicBezTo>
                            <a:pt x="585202" y="746965"/>
                            <a:pt x="585202" y="749344"/>
                            <a:pt x="582823" y="749344"/>
                          </a:cubicBezTo>
                          <a:cubicBezTo>
                            <a:pt x="580445" y="749344"/>
                            <a:pt x="580445" y="745776"/>
                            <a:pt x="576876" y="745776"/>
                          </a:cubicBezTo>
                          <a:cubicBezTo>
                            <a:pt x="574497" y="745776"/>
                            <a:pt x="573308" y="748155"/>
                            <a:pt x="572118" y="749344"/>
                          </a:cubicBezTo>
                          <a:cubicBezTo>
                            <a:pt x="570929" y="750534"/>
                            <a:pt x="568550" y="754102"/>
                            <a:pt x="566171" y="754102"/>
                          </a:cubicBezTo>
                          <a:cubicBezTo>
                            <a:pt x="563792" y="754102"/>
                            <a:pt x="562603" y="752912"/>
                            <a:pt x="561413" y="754102"/>
                          </a:cubicBezTo>
                          <a:cubicBezTo>
                            <a:pt x="560224" y="755291"/>
                            <a:pt x="557845" y="756481"/>
                            <a:pt x="557845" y="758860"/>
                          </a:cubicBezTo>
                          <a:cubicBezTo>
                            <a:pt x="559034" y="761238"/>
                            <a:pt x="561413" y="762428"/>
                            <a:pt x="561413" y="763617"/>
                          </a:cubicBezTo>
                          <a:cubicBezTo>
                            <a:pt x="561413" y="764807"/>
                            <a:pt x="562603" y="773133"/>
                            <a:pt x="560224" y="771943"/>
                          </a:cubicBezTo>
                          <a:cubicBezTo>
                            <a:pt x="557845" y="770754"/>
                            <a:pt x="555466" y="770754"/>
                            <a:pt x="555466" y="768375"/>
                          </a:cubicBezTo>
                          <a:cubicBezTo>
                            <a:pt x="555466" y="765996"/>
                            <a:pt x="554277" y="763617"/>
                            <a:pt x="554277" y="763617"/>
                          </a:cubicBezTo>
                          <a:cubicBezTo>
                            <a:pt x="553087" y="763617"/>
                            <a:pt x="550709" y="764807"/>
                            <a:pt x="550709" y="765996"/>
                          </a:cubicBezTo>
                          <a:cubicBezTo>
                            <a:pt x="550709" y="767186"/>
                            <a:pt x="548330" y="771943"/>
                            <a:pt x="547140" y="771943"/>
                          </a:cubicBezTo>
                          <a:cubicBezTo>
                            <a:pt x="545951" y="771943"/>
                            <a:pt x="545951" y="777890"/>
                            <a:pt x="544761" y="776701"/>
                          </a:cubicBezTo>
                          <a:cubicBezTo>
                            <a:pt x="543572" y="775512"/>
                            <a:pt x="544761" y="770754"/>
                            <a:pt x="543572" y="770754"/>
                          </a:cubicBezTo>
                          <a:cubicBezTo>
                            <a:pt x="542382" y="770754"/>
                            <a:pt x="541193" y="768375"/>
                            <a:pt x="540003" y="768375"/>
                          </a:cubicBezTo>
                          <a:cubicBezTo>
                            <a:pt x="538814" y="768375"/>
                            <a:pt x="537625" y="770754"/>
                            <a:pt x="535246" y="770754"/>
                          </a:cubicBezTo>
                          <a:cubicBezTo>
                            <a:pt x="532867" y="770754"/>
                            <a:pt x="524541" y="773133"/>
                            <a:pt x="523351" y="770754"/>
                          </a:cubicBezTo>
                          <a:cubicBezTo>
                            <a:pt x="522162" y="768375"/>
                            <a:pt x="523351" y="765996"/>
                            <a:pt x="524541" y="765996"/>
                          </a:cubicBezTo>
                          <a:cubicBezTo>
                            <a:pt x="525730" y="764807"/>
                            <a:pt x="528109" y="763617"/>
                            <a:pt x="528109" y="762428"/>
                          </a:cubicBezTo>
                          <a:cubicBezTo>
                            <a:pt x="528109" y="761238"/>
                            <a:pt x="531678" y="762428"/>
                            <a:pt x="532867" y="761238"/>
                          </a:cubicBezTo>
                          <a:cubicBezTo>
                            <a:pt x="534056" y="760049"/>
                            <a:pt x="536435" y="757670"/>
                            <a:pt x="535246" y="756481"/>
                          </a:cubicBezTo>
                          <a:cubicBezTo>
                            <a:pt x="534056" y="755291"/>
                            <a:pt x="530488" y="754102"/>
                            <a:pt x="531678" y="751723"/>
                          </a:cubicBezTo>
                          <a:cubicBezTo>
                            <a:pt x="532867" y="749344"/>
                            <a:pt x="537625" y="749344"/>
                            <a:pt x="536435" y="748155"/>
                          </a:cubicBezTo>
                          <a:cubicBezTo>
                            <a:pt x="535246" y="746965"/>
                            <a:pt x="531678" y="745776"/>
                            <a:pt x="531678" y="744586"/>
                          </a:cubicBezTo>
                          <a:cubicBezTo>
                            <a:pt x="531678" y="743397"/>
                            <a:pt x="530488" y="741018"/>
                            <a:pt x="529299" y="741018"/>
                          </a:cubicBezTo>
                          <a:cubicBezTo>
                            <a:pt x="528109" y="741018"/>
                            <a:pt x="524541" y="745776"/>
                            <a:pt x="524541" y="744586"/>
                          </a:cubicBezTo>
                          <a:cubicBezTo>
                            <a:pt x="523351" y="743397"/>
                            <a:pt x="520973" y="742207"/>
                            <a:pt x="523351" y="741018"/>
                          </a:cubicBezTo>
                          <a:cubicBezTo>
                            <a:pt x="525730" y="739829"/>
                            <a:pt x="531678" y="736260"/>
                            <a:pt x="532867" y="737450"/>
                          </a:cubicBezTo>
                          <a:cubicBezTo>
                            <a:pt x="534056" y="737450"/>
                            <a:pt x="535246" y="738639"/>
                            <a:pt x="536435" y="737450"/>
                          </a:cubicBezTo>
                          <a:cubicBezTo>
                            <a:pt x="537625" y="736260"/>
                            <a:pt x="538814" y="733881"/>
                            <a:pt x="540003" y="735071"/>
                          </a:cubicBezTo>
                          <a:cubicBezTo>
                            <a:pt x="541193" y="735071"/>
                            <a:pt x="542382" y="732692"/>
                            <a:pt x="541193" y="732692"/>
                          </a:cubicBezTo>
                          <a:cubicBezTo>
                            <a:pt x="540003" y="731503"/>
                            <a:pt x="534056" y="731503"/>
                            <a:pt x="531678" y="732692"/>
                          </a:cubicBezTo>
                          <a:cubicBezTo>
                            <a:pt x="529299" y="733881"/>
                            <a:pt x="525730" y="735071"/>
                            <a:pt x="524541" y="736260"/>
                          </a:cubicBezTo>
                          <a:cubicBezTo>
                            <a:pt x="523351" y="736260"/>
                            <a:pt x="518594" y="739829"/>
                            <a:pt x="517404" y="741018"/>
                          </a:cubicBezTo>
                          <a:cubicBezTo>
                            <a:pt x="516215" y="742207"/>
                            <a:pt x="512647" y="743397"/>
                            <a:pt x="513836" y="744586"/>
                          </a:cubicBezTo>
                          <a:cubicBezTo>
                            <a:pt x="515026" y="745776"/>
                            <a:pt x="516215" y="746965"/>
                            <a:pt x="516215" y="749344"/>
                          </a:cubicBezTo>
                          <a:cubicBezTo>
                            <a:pt x="516215" y="750534"/>
                            <a:pt x="516215" y="751723"/>
                            <a:pt x="516215" y="752912"/>
                          </a:cubicBezTo>
                          <a:cubicBezTo>
                            <a:pt x="517404" y="752912"/>
                            <a:pt x="519783" y="755291"/>
                            <a:pt x="518594" y="756481"/>
                          </a:cubicBezTo>
                          <a:cubicBezTo>
                            <a:pt x="517404" y="757670"/>
                            <a:pt x="516215" y="756481"/>
                            <a:pt x="515026" y="757670"/>
                          </a:cubicBezTo>
                          <a:cubicBezTo>
                            <a:pt x="515026" y="758860"/>
                            <a:pt x="512647" y="761238"/>
                            <a:pt x="510268" y="760049"/>
                          </a:cubicBezTo>
                          <a:cubicBezTo>
                            <a:pt x="507889" y="758860"/>
                            <a:pt x="505510" y="755291"/>
                            <a:pt x="506699" y="754102"/>
                          </a:cubicBezTo>
                          <a:cubicBezTo>
                            <a:pt x="507889" y="752912"/>
                            <a:pt x="509078" y="751723"/>
                            <a:pt x="509078" y="750534"/>
                          </a:cubicBezTo>
                          <a:cubicBezTo>
                            <a:pt x="509078" y="749344"/>
                            <a:pt x="509078" y="746965"/>
                            <a:pt x="509078" y="746965"/>
                          </a:cubicBezTo>
                          <a:cubicBezTo>
                            <a:pt x="507889" y="746965"/>
                            <a:pt x="506699" y="749344"/>
                            <a:pt x="504320" y="750534"/>
                          </a:cubicBezTo>
                          <a:cubicBezTo>
                            <a:pt x="501942" y="751723"/>
                            <a:pt x="498373" y="756481"/>
                            <a:pt x="498373" y="757670"/>
                          </a:cubicBezTo>
                          <a:cubicBezTo>
                            <a:pt x="497184" y="758860"/>
                            <a:pt x="498373" y="760049"/>
                            <a:pt x="499563" y="761238"/>
                          </a:cubicBezTo>
                          <a:cubicBezTo>
                            <a:pt x="500752" y="761238"/>
                            <a:pt x="505510" y="764807"/>
                            <a:pt x="505510" y="765996"/>
                          </a:cubicBezTo>
                          <a:cubicBezTo>
                            <a:pt x="505510" y="767186"/>
                            <a:pt x="507889" y="768375"/>
                            <a:pt x="506699" y="769564"/>
                          </a:cubicBezTo>
                          <a:cubicBezTo>
                            <a:pt x="505510" y="770754"/>
                            <a:pt x="504320" y="769564"/>
                            <a:pt x="503131" y="770754"/>
                          </a:cubicBezTo>
                          <a:cubicBezTo>
                            <a:pt x="501942" y="771943"/>
                            <a:pt x="498373" y="776701"/>
                            <a:pt x="498373" y="775512"/>
                          </a:cubicBezTo>
                          <a:cubicBezTo>
                            <a:pt x="498373" y="774322"/>
                            <a:pt x="495995" y="771943"/>
                            <a:pt x="497184" y="771943"/>
                          </a:cubicBezTo>
                          <a:cubicBezTo>
                            <a:pt x="498373" y="771943"/>
                            <a:pt x="498373" y="769564"/>
                            <a:pt x="497184" y="768375"/>
                          </a:cubicBezTo>
                          <a:cubicBezTo>
                            <a:pt x="497184" y="767186"/>
                            <a:pt x="494805" y="763617"/>
                            <a:pt x="493616" y="762428"/>
                          </a:cubicBezTo>
                          <a:cubicBezTo>
                            <a:pt x="492426" y="761238"/>
                            <a:pt x="490047" y="762428"/>
                            <a:pt x="488858" y="762428"/>
                          </a:cubicBezTo>
                          <a:cubicBezTo>
                            <a:pt x="487668" y="763617"/>
                            <a:pt x="484100" y="763617"/>
                            <a:pt x="484100" y="764807"/>
                          </a:cubicBezTo>
                          <a:cubicBezTo>
                            <a:pt x="484100" y="765996"/>
                            <a:pt x="481721" y="768375"/>
                            <a:pt x="481721" y="768375"/>
                          </a:cubicBezTo>
                          <a:cubicBezTo>
                            <a:pt x="481721" y="768375"/>
                            <a:pt x="476964" y="770754"/>
                            <a:pt x="475774" y="770754"/>
                          </a:cubicBezTo>
                          <a:cubicBezTo>
                            <a:pt x="473395" y="770754"/>
                            <a:pt x="471016" y="769564"/>
                            <a:pt x="469827" y="769564"/>
                          </a:cubicBezTo>
                          <a:cubicBezTo>
                            <a:pt x="468637" y="769564"/>
                            <a:pt x="467448" y="771943"/>
                            <a:pt x="467448" y="773133"/>
                          </a:cubicBezTo>
                          <a:cubicBezTo>
                            <a:pt x="467448" y="774322"/>
                            <a:pt x="462690" y="781459"/>
                            <a:pt x="461501" y="782648"/>
                          </a:cubicBezTo>
                          <a:cubicBezTo>
                            <a:pt x="459122" y="783838"/>
                            <a:pt x="441280" y="802869"/>
                            <a:pt x="441280" y="801679"/>
                          </a:cubicBezTo>
                          <a:cubicBezTo>
                            <a:pt x="440091" y="800490"/>
                            <a:pt x="438901" y="798111"/>
                            <a:pt x="437712" y="796921"/>
                          </a:cubicBezTo>
                          <a:cubicBezTo>
                            <a:pt x="436523" y="795732"/>
                            <a:pt x="434144" y="795732"/>
                            <a:pt x="434144" y="796921"/>
                          </a:cubicBezTo>
                          <a:cubicBezTo>
                            <a:pt x="434144" y="796921"/>
                            <a:pt x="436523" y="802869"/>
                            <a:pt x="437712" y="802869"/>
                          </a:cubicBezTo>
                          <a:cubicBezTo>
                            <a:pt x="438901" y="802869"/>
                            <a:pt x="444849" y="806437"/>
                            <a:pt x="444849" y="807626"/>
                          </a:cubicBezTo>
                          <a:cubicBezTo>
                            <a:pt x="444849" y="808816"/>
                            <a:pt x="444849" y="811195"/>
                            <a:pt x="443659" y="811195"/>
                          </a:cubicBezTo>
                          <a:cubicBezTo>
                            <a:pt x="442470" y="811195"/>
                            <a:pt x="441280" y="808816"/>
                            <a:pt x="440091" y="808816"/>
                          </a:cubicBezTo>
                          <a:cubicBezTo>
                            <a:pt x="438901" y="808816"/>
                            <a:pt x="436523" y="807626"/>
                            <a:pt x="436523" y="808816"/>
                          </a:cubicBezTo>
                          <a:cubicBezTo>
                            <a:pt x="436523" y="810005"/>
                            <a:pt x="436523" y="812384"/>
                            <a:pt x="432954" y="812384"/>
                          </a:cubicBezTo>
                          <a:cubicBezTo>
                            <a:pt x="430576" y="812384"/>
                            <a:pt x="421060" y="810005"/>
                            <a:pt x="419871" y="812384"/>
                          </a:cubicBezTo>
                          <a:cubicBezTo>
                            <a:pt x="419871" y="813573"/>
                            <a:pt x="419871" y="817142"/>
                            <a:pt x="421060" y="817142"/>
                          </a:cubicBezTo>
                          <a:cubicBezTo>
                            <a:pt x="422249" y="817142"/>
                            <a:pt x="423439" y="819521"/>
                            <a:pt x="423439" y="820710"/>
                          </a:cubicBezTo>
                          <a:cubicBezTo>
                            <a:pt x="423439" y="821900"/>
                            <a:pt x="423439" y="824279"/>
                            <a:pt x="422249" y="824279"/>
                          </a:cubicBezTo>
                          <a:cubicBezTo>
                            <a:pt x="421060" y="825468"/>
                            <a:pt x="418681" y="826657"/>
                            <a:pt x="418681" y="827847"/>
                          </a:cubicBezTo>
                          <a:cubicBezTo>
                            <a:pt x="419871" y="829036"/>
                            <a:pt x="422249" y="832605"/>
                            <a:pt x="421060" y="833794"/>
                          </a:cubicBezTo>
                          <a:cubicBezTo>
                            <a:pt x="421060" y="834983"/>
                            <a:pt x="421060" y="840931"/>
                            <a:pt x="419871" y="840931"/>
                          </a:cubicBezTo>
                          <a:cubicBezTo>
                            <a:pt x="418681" y="840931"/>
                            <a:pt x="415113" y="842120"/>
                            <a:pt x="412734" y="843309"/>
                          </a:cubicBezTo>
                          <a:cubicBezTo>
                            <a:pt x="410355" y="844499"/>
                            <a:pt x="410355" y="848067"/>
                            <a:pt x="407976" y="848067"/>
                          </a:cubicBezTo>
                          <a:cubicBezTo>
                            <a:pt x="406787" y="848067"/>
                            <a:pt x="402029" y="846878"/>
                            <a:pt x="402029" y="846878"/>
                          </a:cubicBezTo>
                          <a:cubicBezTo>
                            <a:pt x="402029" y="848067"/>
                            <a:pt x="399650" y="851636"/>
                            <a:pt x="399650" y="850446"/>
                          </a:cubicBezTo>
                          <a:cubicBezTo>
                            <a:pt x="399650" y="849257"/>
                            <a:pt x="398461" y="844499"/>
                            <a:pt x="397271" y="844499"/>
                          </a:cubicBezTo>
                          <a:cubicBezTo>
                            <a:pt x="396082" y="844499"/>
                            <a:pt x="392514" y="850446"/>
                            <a:pt x="390135" y="850446"/>
                          </a:cubicBezTo>
                          <a:cubicBezTo>
                            <a:pt x="387756" y="851636"/>
                            <a:pt x="384188" y="849257"/>
                            <a:pt x="384188" y="848067"/>
                          </a:cubicBezTo>
                          <a:cubicBezTo>
                            <a:pt x="384188" y="846878"/>
                            <a:pt x="378241" y="836173"/>
                            <a:pt x="373483" y="833794"/>
                          </a:cubicBezTo>
                          <a:cubicBezTo>
                            <a:pt x="368725" y="831415"/>
                            <a:pt x="361588" y="826657"/>
                            <a:pt x="361588" y="825468"/>
                          </a:cubicBezTo>
                          <a:cubicBezTo>
                            <a:pt x="361588" y="823089"/>
                            <a:pt x="362778" y="818331"/>
                            <a:pt x="363967" y="817142"/>
                          </a:cubicBezTo>
                          <a:cubicBezTo>
                            <a:pt x="365157" y="815953"/>
                            <a:pt x="367535" y="815953"/>
                            <a:pt x="367535" y="814763"/>
                          </a:cubicBezTo>
                          <a:cubicBezTo>
                            <a:pt x="367535" y="813573"/>
                            <a:pt x="368725" y="807626"/>
                            <a:pt x="371104" y="807626"/>
                          </a:cubicBezTo>
                          <a:cubicBezTo>
                            <a:pt x="373483" y="806437"/>
                            <a:pt x="377051" y="807626"/>
                            <a:pt x="378241" y="807626"/>
                          </a:cubicBezTo>
                          <a:cubicBezTo>
                            <a:pt x="379430" y="806437"/>
                            <a:pt x="381809" y="805247"/>
                            <a:pt x="381809" y="805247"/>
                          </a:cubicBezTo>
                          <a:cubicBezTo>
                            <a:pt x="381809" y="805247"/>
                            <a:pt x="390135" y="807626"/>
                            <a:pt x="390135" y="805247"/>
                          </a:cubicBezTo>
                          <a:cubicBezTo>
                            <a:pt x="390135" y="802869"/>
                            <a:pt x="388945" y="799300"/>
                            <a:pt x="387756" y="798111"/>
                          </a:cubicBezTo>
                          <a:cubicBezTo>
                            <a:pt x="386566" y="795732"/>
                            <a:pt x="381809" y="793353"/>
                            <a:pt x="381809" y="790974"/>
                          </a:cubicBezTo>
                          <a:cubicBezTo>
                            <a:pt x="381809" y="788595"/>
                            <a:pt x="384188" y="787406"/>
                            <a:pt x="381809" y="787406"/>
                          </a:cubicBezTo>
                          <a:cubicBezTo>
                            <a:pt x="379430" y="787406"/>
                            <a:pt x="375862" y="787406"/>
                            <a:pt x="374672" y="786217"/>
                          </a:cubicBezTo>
                          <a:cubicBezTo>
                            <a:pt x="373483" y="785027"/>
                            <a:pt x="371104" y="781459"/>
                            <a:pt x="371104" y="780269"/>
                          </a:cubicBezTo>
                          <a:cubicBezTo>
                            <a:pt x="371104" y="779080"/>
                            <a:pt x="372293" y="776701"/>
                            <a:pt x="371104" y="775512"/>
                          </a:cubicBezTo>
                          <a:cubicBezTo>
                            <a:pt x="369914" y="774322"/>
                            <a:pt x="366346" y="770754"/>
                            <a:pt x="363967" y="770754"/>
                          </a:cubicBezTo>
                          <a:cubicBezTo>
                            <a:pt x="362778" y="770754"/>
                            <a:pt x="342558" y="769564"/>
                            <a:pt x="341368" y="770754"/>
                          </a:cubicBezTo>
                          <a:cubicBezTo>
                            <a:pt x="340178" y="771943"/>
                            <a:pt x="336610" y="774322"/>
                            <a:pt x="334231" y="774322"/>
                          </a:cubicBezTo>
                          <a:cubicBezTo>
                            <a:pt x="330663" y="774322"/>
                            <a:pt x="328284" y="774322"/>
                            <a:pt x="328284" y="771943"/>
                          </a:cubicBezTo>
                          <a:cubicBezTo>
                            <a:pt x="327095" y="769564"/>
                            <a:pt x="323526" y="765996"/>
                            <a:pt x="321147" y="764807"/>
                          </a:cubicBezTo>
                          <a:cubicBezTo>
                            <a:pt x="318769" y="764807"/>
                            <a:pt x="312822" y="764807"/>
                            <a:pt x="314011" y="765996"/>
                          </a:cubicBezTo>
                          <a:cubicBezTo>
                            <a:pt x="314011" y="767186"/>
                            <a:pt x="318769" y="773133"/>
                            <a:pt x="322337" y="774322"/>
                          </a:cubicBezTo>
                          <a:cubicBezTo>
                            <a:pt x="325905" y="776701"/>
                            <a:pt x="338989" y="786217"/>
                            <a:pt x="337799" y="787406"/>
                          </a:cubicBezTo>
                          <a:cubicBezTo>
                            <a:pt x="337799" y="788595"/>
                            <a:pt x="336610" y="790974"/>
                            <a:pt x="337799" y="792164"/>
                          </a:cubicBezTo>
                          <a:cubicBezTo>
                            <a:pt x="338989" y="793353"/>
                            <a:pt x="341368" y="796921"/>
                            <a:pt x="341368" y="799300"/>
                          </a:cubicBezTo>
                          <a:cubicBezTo>
                            <a:pt x="341368" y="800490"/>
                            <a:pt x="340178" y="802869"/>
                            <a:pt x="340178" y="802869"/>
                          </a:cubicBezTo>
                          <a:cubicBezTo>
                            <a:pt x="340178" y="804058"/>
                            <a:pt x="343747" y="806437"/>
                            <a:pt x="342558" y="807626"/>
                          </a:cubicBezTo>
                          <a:cubicBezTo>
                            <a:pt x="341368" y="807626"/>
                            <a:pt x="338989" y="808816"/>
                            <a:pt x="338989" y="810005"/>
                          </a:cubicBezTo>
                          <a:cubicBezTo>
                            <a:pt x="338989" y="812384"/>
                            <a:pt x="341368" y="814763"/>
                            <a:pt x="340178" y="815953"/>
                          </a:cubicBezTo>
                          <a:cubicBezTo>
                            <a:pt x="340178" y="817142"/>
                            <a:pt x="338989" y="818331"/>
                            <a:pt x="338989" y="820710"/>
                          </a:cubicBezTo>
                          <a:cubicBezTo>
                            <a:pt x="338989" y="823089"/>
                            <a:pt x="341368" y="829036"/>
                            <a:pt x="340178" y="830226"/>
                          </a:cubicBezTo>
                          <a:cubicBezTo>
                            <a:pt x="338989" y="831415"/>
                            <a:pt x="337799" y="832605"/>
                            <a:pt x="337799" y="833794"/>
                          </a:cubicBezTo>
                          <a:cubicBezTo>
                            <a:pt x="337799" y="834983"/>
                            <a:pt x="336610" y="842120"/>
                            <a:pt x="338989" y="842120"/>
                          </a:cubicBezTo>
                          <a:cubicBezTo>
                            <a:pt x="341368" y="842120"/>
                            <a:pt x="346126" y="840931"/>
                            <a:pt x="349694" y="843309"/>
                          </a:cubicBezTo>
                          <a:cubicBezTo>
                            <a:pt x="352073" y="845688"/>
                            <a:pt x="355641" y="848067"/>
                            <a:pt x="355641" y="850446"/>
                          </a:cubicBezTo>
                          <a:cubicBezTo>
                            <a:pt x="355641" y="852825"/>
                            <a:pt x="354452" y="858772"/>
                            <a:pt x="355641" y="859962"/>
                          </a:cubicBezTo>
                          <a:cubicBezTo>
                            <a:pt x="356831" y="861151"/>
                            <a:pt x="359210" y="862340"/>
                            <a:pt x="358020" y="863530"/>
                          </a:cubicBezTo>
                          <a:cubicBezTo>
                            <a:pt x="356831" y="864719"/>
                            <a:pt x="354452" y="864719"/>
                            <a:pt x="354452" y="865909"/>
                          </a:cubicBezTo>
                          <a:cubicBezTo>
                            <a:pt x="354452" y="867098"/>
                            <a:pt x="355641" y="878992"/>
                            <a:pt x="354452" y="878992"/>
                          </a:cubicBezTo>
                          <a:cubicBezTo>
                            <a:pt x="353262" y="878992"/>
                            <a:pt x="352073" y="880182"/>
                            <a:pt x="352073" y="880182"/>
                          </a:cubicBezTo>
                          <a:cubicBezTo>
                            <a:pt x="352073" y="881371"/>
                            <a:pt x="354452" y="883750"/>
                            <a:pt x="355641" y="884940"/>
                          </a:cubicBezTo>
                          <a:cubicBezTo>
                            <a:pt x="356831" y="886129"/>
                            <a:pt x="356831" y="896834"/>
                            <a:pt x="355641" y="896834"/>
                          </a:cubicBezTo>
                          <a:cubicBezTo>
                            <a:pt x="354452" y="895645"/>
                            <a:pt x="354452" y="893266"/>
                            <a:pt x="353262" y="893266"/>
                          </a:cubicBezTo>
                          <a:cubicBezTo>
                            <a:pt x="352073" y="893266"/>
                            <a:pt x="352073" y="888508"/>
                            <a:pt x="350883" y="887319"/>
                          </a:cubicBezTo>
                          <a:cubicBezTo>
                            <a:pt x="349694" y="886129"/>
                            <a:pt x="347315" y="886129"/>
                            <a:pt x="346126" y="883750"/>
                          </a:cubicBezTo>
                          <a:cubicBezTo>
                            <a:pt x="344936" y="882561"/>
                            <a:pt x="343747" y="880182"/>
                            <a:pt x="342558" y="881371"/>
                          </a:cubicBezTo>
                          <a:cubicBezTo>
                            <a:pt x="342558" y="881371"/>
                            <a:pt x="340178" y="887319"/>
                            <a:pt x="338989" y="887319"/>
                          </a:cubicBezTo>
                          <a:cubicBezTo>
                            <a:pt x="337799" y="887319"/>
                            <a:pt x="338989" y="884940"/>
                            <a:pt x="337799" y="882561"/>
                          </a:cubicBezTo>
                          <a:cubicBezTo>
                            <a:pt x="337799" y="881371"/>
                            <a:pt x="335421" y="878992"/>
                            <a:pt x="334231" y="878992"/>
                          </a:cubicBezTo>
                          <a:cubicBezTo>
                            <a:pt x="333042" y="878992"/>
                            <a:pt x="327095" y="876614"/>
                            <a:pt x="325905" y="877803"/>
                          </a:cubicBezTo>
                          <a:cubicBezTo>
                            <a:pt x="324716" y="877803"/>
                            <a:pt x="319958" y="881371"/>
                            <a:pt x="318769" y="880182"/>
                          </a:cubicBezTo>
                          <a:cubicBezTo>
                            <a:pt x="317579" y="878992"/>
                            <a:pt x="315200" y="875424"/>
                            <a:pt x="314011" y="875424"/>
                          </a:cubicBezTo>
                          <a:cubicBezTo>
                            <a:pt x="312822" y="875424"/>
                            <a:pt x="306874" y="871856"/>
                            <a:pt x="305685" y="874235"/>
                          </a:cubicBezTo>
                          <a:cubicBezTo>
                            <a:pt x="304495" y="876614"/>
                            <a:pt x="303306" y="880182"/>
                            <a:pt x="300927" y="883750"/>
                          </a:cubicBezTo>
                          <a:cubicBezTo>
                            <a:pt x="299738" y="886129"/>
                            <a:pt x="293791" y="896834"/>
                            <a:pt x="289033" y="896834"/>
                          </a:cubicBezTo>
                          <a:cubicBezTo>
                            <a:pt x="285464" y="896834"/>
                            <a:pt x="283086" y="895645"/>
                            <a:pt x="281896" y="896834"/>
                          </a:cubicBezTo>
                          <a:cubicBezTo>
                            <a:pt x="280707" y="899213"/>
                            <a:pt x="279517" y="905160"/>
                            <a:pt x="275949" y="908728"/>
                          </a:cubicBezTo>
                          <a:cubicBezTo>
                            <a:pt x="272381" y="913486"/>
                            <a:pt x="265244" y="917054"/>
                            <a:pt x="264055" y="920623"/>
                          </a:cubicBezTo>
                          <a:cubicBezTo>
                            <a:pt x="264055" y="923002"/>
                            <a:pt x="261676" y="930138"/>
                            <a:pt x="268812" y="936085"/>
                          </a:cubicBezTo>
                          <a:cubicBezTo>
                            <a:pt x="275949" y="942033"/>
                            <a:pt x="286654" y="955116"/>
                            <a:pt x="284275" y="956306"/>
                          </a:cubicBezTo>
                          <a:cubicBezTo>
                            <a:pt x="281896" y="957495"/>
                            <a:pt x="281896" y="956306"/>
                            <a:pt x="280707" y="957495"/>
                          </a:cubicBezTo>
                          <a:cubicBezTo>
                            <a:pt x="280707" y="957495"/>
                            <a:pt x="280707" y="961064"/>
                            <a:pt x="278328" y="961064"/>
                          </a:cubicBezTo>
                          <a:cubicBezTo>
                            <a:pt x="275949" y="961064"/>
                            <a:pt x="274760" y="961064"/>
                            <a:pt x="274760" y="963442"/>
                          </a:cubicBezTo>
                          <a:cubicBezTo>
                            <a:pt x="274760" y="964632"/>
                            <a:pt x="274760" y="969390"/>
                            <a:pt x="273570" y="970579"/>
                          </a:cubicBezTo>
                          <a:cubicBezTo>
                            <a:pt x="272381" y="971768"/>
                            <a:pt x="272381" y="975337"/>
                            <a:pt x="270002" y="975337"/>
                          </a:cubicBezTo>
                          <a:cubicBezTo>
                            <a:pt x="267623" y="975337"/>
                            <a:pt x="266433" y="970579"/>
                            <a:pt x="262865" y="968200"/>
                          </a:cubicBezTo>
                          <a:cubicBezTo>
                            <a:pt x="258108" y="965821"/>
                            <a:pt x="248592" y="961064"/>
                            <a:pt x="246213" y="961064"/>
                          </a:cubicBezTo>
                          <a:cubicBezTo>
                            <a:pt x="243834" y="961064"/>
                            <a:pt x="240266" y="962253"/>
                            <a:pt x="240266" y="959874"/>
                          </a:cubicBezTo>
                          <a:cubicBezTo>
                            <a:pt x="240266" y="958685"/>
                            <a:pt x="240266" y="956306"/>
                            <a:pt x="239077" y="956306"/>
                          </a:cubicBezTo>
                          <a:cubicBezTo>
                            <a:pt x="237887" y="956306"/>
                            <a:pt x="229561" y="957495"/>
                            <a:pt x="228372" y="955116"/>
                          </a:cubicBezTo>
                          <a:cubicBezTo>
                            <a:pt x="227182" y="953927"/>
                            <a:pt x="227182" y="952738"/>
                            <a:pt x="225993" y="951548"/>
                          </a:cubicBezTo>
                          <a:cubicBezTo>
                            <a:pt x="224803" y="950359"/>
                            <a:pt x="224803" y="945601"/>
                            <a:pt x="222424" y="945601"/>
                          </a:cubicBezTo>
                          <a:cubicBezTo>
                            <a:pt x="220045" y="945601"/>
                            <a:pt x="215288" y="946790"/>
                            <a:pt x="214098" y="944411"/>
                          </a:cubicBezTo>
                          <a:cubicBezTo>
                            <a:pt x="212909" y="942033"/>
                            <a:pt x="211720" y="940843"/>
                            <a:pt x="209341" y="940843"/>
                          </a:cubicBezTo>
                          <a:cubicBezTo>
                            <a:pt x="208151" y="940843"/>
                            <a:pt x="202204" y="939654"/>
                            <a:pt x="202204" y="942033"/>
                          </a:cubicBezTo>
                          <a:cubicBezTo>
                            <a:pt x="202204" y="944411"/>
                            <a:pt x="205772" y="947980"/>
                            <a:pt x="205772" y="949169"/>
                          </a:cubicBezTo>
                          <a:cubicBezTo>
                            <a:pt x="204583" y="950359"/>
                            <a:pt x="203393" y="950359"/>
                            <a:pt x="203393" y="951548"/>
                          </a:cubicBezTo>
                          <a:cubicBezTo>
                            <a:pt x="204583" y="952738"/>
                            <a:pt x="205772" y="956306"/>
                            <a:pt x="203393" y="956306"/>
                          </a:cubicBezTo>
                          <a:cubicBezTo>
                            <a:pt x="201014" y="956306"/>
                            <a:pt x="195067" y="956306"/>
                            <a:pt x="196257" y="957495"/>
                          </a:cubicBezTo>
                          <a:cubicBezTo>
                            <a:pt x="197446" y="958685"/>
                            <a:pt x="201014" y="961064"/>
                            <a:pt x="201014" y="963442"/>
                          </a:cubicBezTo>
                          <a:cubicBezTo>
                            <a:pt x="201014" y="964632"/>
                            <a:pt x="199825" y="969390"/>
                            <a:pt x="203393" y="970579"/>
                          </a:cubicBezTo>
                          <a:cubicBezTo>
                            <a:pt x="205772" y="971768"/>
                            <a:pt x="208151" y="971768"/>
                            <a:pt x="209341" y="974147"/>
                          </a:cubicBezTo>
                          <a:cubicBezTo>
                            <a:pt x="210530" y="976526"/>
                            <a:pt x="216477" y="983663"/>
                            <a:pt x="218856" y="983663"/>
                          </a:cubicBezTo>
                          <a:cubicBezTo>
                            <a:pt x="221235" y="983663"/>
                            <a:pt x="224803" y="981284"/>
                            <a:pt x="225993" y="981284"/>
                          </a:cubicBezTo>
                          <a:cubicBezTo>
                            <a:pt x="227182" y="981284"/>
                            <a:pt x="230750" y="976526"/>
                            <a:pt x="230750" y="978905"/>
                          </a:cubicBezTo>
                          <a:cubicBezTo>
                            <a:pt x="230750" y="981284"/>
                            <a:pt x="230750" y="983663"/>
                            <a:pt x="231940" y="983663"/>
                          </a:cubicBezTo>
                          <a:cubicBezTo>
                            <a:pt x="233129" y="983663"/>
                            <a:pt x="239077" y="983663"/>
                            <a:pt x="237887" y="984852"/>
                          </a:cubicBezTo>
                          <a:cubicBezTo>
                            <a:pt x="236698" y="986042"/>
                            <a:pt x="234319" y="988421"/>
                            <a:pt x="235508" y="989610"/>
                          </a:cubicBezTo>
                          <a:cubicBezTo>
                            <a:pt x="236698" y="990799"/>
                            <a:pt x="237887" y="990799"/>
                            <a:pt x="237887" y="993178"/>
                          </a:cubicBezTo>
                          <a:cubicBezTo>
                            <a:pt x="237887" y="994368"/>
                            <a:pt x="237887" y="1000315"/>
                            <a:pt x="235508" y="1000315"/>
                          </a:cubicBezTo>
                          <a:cubicBezTo>
                            <a:pt x="233129" y="1000315"/>
                            <a:pt x="229561" y="1001504"/>
                            <a:pt x="228372" y="1003883"/>
                          </a:cubicBezTo>
                          <a:cubicBezTo>
                            <a:pt x="227182" y="1006262"/>
                            <a:pt x="224803" y="1011020"/>
                            <a:pt x="222424" y="1009830"/>
                          </a:cubicBezTo>
                          <a:cubicBezTo>
                            <a:pt x="220045" y="1008641"/>
                            <a:pt x="218856" y="1003883"/>
                            <a:pt x="217667" y="1003883"/>
                          </a:cubicBezTo>
                          <a:cubicBezTo>
                            <a:pt x="215288" y="1003883"/>
                            <a:pt x="209341" y="1006262"/>
                            <a:pt x="209341" y="1003883"/>
                          </a:cubicBezTo>
                          <a:cubicBezTo>
                            <a:pt x="208151" y="1001504"/>
                            <a:pt x="208151" y="1000315"/>
                            <a:pt x="206962" y="1000315"/>
                          </a:cubicBezTo>
                          <a:cubicBezTo>
                            <a:pt x="205772" y="1000315"/>
                            <a:pt x="198636" y="1002694"/>
                            <a:pt x="197446" y="1000315"/>
                          </a:cubicBezTo>
                          <a:cubicBezTo>
                            <a:pt x="196257" y="997936"/>
                            <a:pt x="198636" y="994368"/>
                            <a:pt x="196257" y="993178"/>
                          </a:cubicBezTo>
                          <a:cubicBezTo>
                            <a:pt x="193878" y="991989"/>
                            <a:pt x="190310" y="990799"/>
                            <a:pt x="190310" y="989610"/>
                          </a:cubicBezTo>
                          <a:cubicBezTo>
                            <a:pt x="190310" y="987231"/>
                            <a:pt x="189120" y="984852"/>
                            <a:pt x="186741" y="984852"/>
                          </a:cubicBezTo>
                          <a:cubicBezTo>
                            <a:pt x="185552" y="984852"/>
                            <a:pt x="183173" y="989610"/>
                            <a:pt x="180794" y="989610"/>
                          </a:cubicBezTo>
                          <a:cubicBezTo>
                            <a:pt x="178415" y="989610"/>
                            <a:pt x="173658" y="989610"/>
                            <a:pt x="171279" y="986042"/>
                          </a:cubicBezTo>
                          <a:cubicBezTo>
                            <a:pt x="168900" y="982473"/>
                            <a:pt x="165331" y="980094"/>
                            <a:pt x="167710" y="978905"/>
                          </a:cubicBezTo>
                          <a:cubicBezTo>
                            <a:pt x="170089" y="977716"/>
                            <a:pt x="170089" y="975337"/>
                            <a:pt x="170089" y="972958"/>
                          </a:cubicBezTo>
                          <a:cubicBezTo>
                            <a:pt x="170089" y="970579"/>
                            <a:pt x="170089" y="964632"/>
                            <a:pt x="167710" y="963442"/>
                          </a:cubicBezTo>
                          <a:cubicBezTo>
                            <a:pt x="165331" y="962253"/>
                            <a:pt x="162953" y="962253"/>
                            <a:pt x="162953" y="959874"/>
                          </a:cubicBezTo>
                          <a:cubicBezTo>
                            <a:pt x="162953" y="957495"/>
                            <a:pt x="164142" y="957495"/>
                            <a:pt x="161763" y="956306"/>
                          </a:cubicBezTo>
                          <a:cubicBezTo>
                            <a:pt x="160574" y="955116"/>
                            <a:pt x="157006" y="952738"/>
                            <a:pt x="155816" y="950359"/>
                          </a:cubicBezTo>
                          <a:cubicBezTo>
                            <a:pt x="155816" y="947980"/>
                            <a:pt x="155816" y="945601"/>
                            <a:pt x="154627" y="944411"/>
                          </a:cubicBezTo>
                          <a:cubicBezTo>
                            <a:pt x="153437" y="943222"/>
                            <a:pt x="149869" y="943222"/>
                            <a:pt x="151058" y="940843"/>
                          </a:cubicBezTo>
                          <a:cubicBezTo>
                            <a:pt x="151058" y="938464"/>
                            <a:pt x="155816" y="939654"/>
                            <a:pt x="155816" y="937275"/>
                          </a:cubicBezTo>
                          <a:cubicBezTo>
                            <a:pt x="155816" y="934896"/>
                            <a:pt x="157006" y="928949"/>
                            <a:pt x="155816" y="926570"/>
                          </a:cubicBezTo>
                          <a:cubicBezTo>
                            <a:pt x="154627" y="924191"/>
                            <a:pt x="152248" y="921812"/>
                            <a:pt x="153437" y="920623"/>
                          </a:cubicBezTo>
                          <a:cubicBezTo>
                            <a:pt x="154627" y="919433"/>
                            <a:pt x="157006" y="918244"/>
                            <a:pt x="155816" y="917054"/>
                          </a:cubicBezTo>
                          <a:cubicBezTo>
                            <a:pt x="154627" y="915865"/>
                            <a:pt x="151058" y="912297"/>
                            <a:pt x="151058" y="911107"/>
                          </a:cubicBezTo>
                          <a:cubicBezTo>
                            <a:pt x="149869" y="909918"/>
                            <a:pt x="146301" y="906349"/>
                            <a:pt x="145111" y="906349"/>
                          </a:cubicBezTo>
                          <a:cubicBezTo>
                            <a:pt x="143922" y="906349"/>
                            <a:pt x="140354" y="906349"/>
                            <a:pt x="139164" y="905160"/>
                          </a:cubicBezTo>
                          <a:cubicBezTo>
                            <a:pt x="137975" y="903971"/>
                            <a:pt x="136785" y="902781"/>
                            <a:pt x="135596" y="902781"/>
                          </a:cubicBezTo>
                          <a:cubicBezTo>
                            <a:pt x="134406" y="902781"/>
                            <a:pt x="133217" y="907539"/>
                            <a:pt x="132027" y="907539"/>
                          </a:cubicBezTo>
                          <a:cubicBezTo>
                            <a:pt x="130838" y="906349"/>
                            <a:pt x="132027" y="902781"/>
                            <a:pt x="130838" y="902781"/>
                          </a:cubicBezTo>
                          <a:cubicBezTo>
                            <a:pt x="129648" y="902781"/>
                            <a:pt x="126080" y="905160"/>
                            <a:pt x="122512" y="905160"/>
                          </a:cubicBezTo>
                          <a:cubicBezTo>
                            <a:pt x="118944" y="905160"/>
                            <a:pt x="117754" y="905160"/>
                            <a:pt x="118944" y="902781"/>
                          </a:cubicBezTo>
                          <a:cubicBezTo>
                            <a:pt x="120133" y="900402"/>
                            <a:pt x="126080" y="900402"/>
                            <a:pt x="126080" y="899213"/>
                          </a:cubicBezTo>
                          <a:cubicBezTo>
                            <a:pt x="126080" y="898023"/>
                            <a:pt x="126080" y="895645"/>
                            <a:pt x="124891" y="895645"/>
                          </a:cubicBezTo>
                          <a:cubicBezTo>
                            <a:pt x="123701" y="895645"/>
                            <a:pt x="122512" y="895645"/>
                            <a:pt x="122512" y="894455"/>
                          </a:cubicBezTo>
                          <a:cubicBezTo>
                            <a:pt x="122512" y="893266"/>
                            <a:pt x="123701" y="890887"/>
                            <a:pt x="122512" y="890887"/>
                          </a:cubicBezTo>
                          <a:cubicBezTo>
                            <a:pt x="121323" y="890887"/>
                            <a:pt x="118944" y="893266"/>
                            <a:pt x="115375" y="893266"/>
                          </a:cubicBezTo>
                          <a:cubicBezTo>
                            <a:pt x="112996" y="893266"/>
                            <a:pt x="108239" y="896834"/>
                            <a:pt x="108239" y="894455"/>
                          </a:cubicBezTo>
                          <a:cubicBezTo>
                            <a:pt x="108239" y="892076"/>
                            <a:pt x="109428" y="893266"/>
                            <a:pt x="110618" y="892076"/>
                          </a:cubicBezTo>
                          <a:cubicBezTo>
                            <a:pt x="110618" y="890887"/>
                            <a:pt x="111807" y="889697"/>
                            <a:pt x="112996" y="889697"/>
                          </a:cubicBezTo>
                          <a:cubicBezTo>
                            <a:pt x="114186" y="889697"/>
                            <a:pt x="116565" y="888508"/>
                            <a:pt x="115375" y="887319"/>
                          </a:cubicBezTo>
                          <a:cubicBezTo>
                            <a:pt x="114186" y="886129"/>
                            <a:pt x="107049" y="886129"/>
                            <a:pt x="105860" y="883750"/>
                          </a:cubicBezTo>
                          <a:cubicBezTo>
                            <a:pt x="104671" y="882561"/>
                            <a:pt x="104671" y="878992"/>
                            <a:pt x="103481" y="878992"/>
                          </a:cubicBezTo>
                          <a:cubicBezTo>
                            <a:pt x="102291" y="877803"/>
                            <a:pt x="99912" y="878992"/>
                            <a:pt x="98723" y="875424"/>
                          </a:cubicBezTo>
                          <a:cubicBezTo>
                            <a:pt x="97534" y="873045"/>
                            <a:pt x="98723" y="870666"/>
                            <a:pt x="97534" y="869477"/>
                          </a:cubicBezTo>
                          <a:cubicBezTo>
                            <a:pt x="96344" y="868288"/>
                            <a:pt x="90397" y="864719"/>
                            <a:pt x="92776" y="864719"/>
                          </a:cubicBezTo>
                          <a:cubicBezTo>
                            <a:pt x="93965" y="864719"/>
                            <a:pt x="98723" y="863530"/>
                            <a:pt x="98723" y="864719"/>
                          </a:cubicBezTo>
                          <a:cubicBezTo>
                            <a:pt x="99912" y="865909"/>
                            <a:pt x="102291" y="867098"/>
                            <a:pt x="103481" y="867098"/>
                          </a:cubicBezTo>
                          <a:cubicBezTo>
                            <a:pt x="104671" y="867098"/>
                            <a:pt x="105860" y="865909"/>
                            <a:pt x="107049" y="867098"/>
                          </a:cubicBezTo>
                          <a:cubicBezTo>
                            <a:pt x="108239" y="869477"/>
                            <a:pt x="107049" y="871856"/>
                            <a:pt x="109428" y="871856"/>
                          </a:cubicBezTo>
                          <a:cubicBezTo>
                            <a:pt x="110618" y="873045"/>
                            <a:pt x="116565" y="875424"/>
                            <a:pt x="116565" y="877803"/>
                          </a:cubicBezTo>
                          <a:cubicBezTo>
                            <a:pt x="117754" y="878992"/>
                            <a:pt x="116565" y="880182"/>
                            <a:pt x="118944" y="881371"/>
                          </a:cubicBezTo>
                          <a:cubicBezTo>
                            <a:pt x="120133" y="881371"/>
                            <a:pt x="124891" y="877803"/>
                            <a:pt x="126080" y="880182"/>
                          </a:cubicBezTo>
                          <a:cubicBezTo>
                            <a:pt x="127270" y="882561"/>
                            <a:pt x="127270" y="884940"/>
                            <a:pt x="129648" y="883750"/>
                          </a:cubicBezTo>
                          <a:cubicBezTo>
                            <a:pt x="132027" y="883750"/>
                            <a:pt x="135596" y="884940"/>
                            <a:pt x="136785" y="883750"/>
                          </a:cubicBezTo>
                          <a:cubicBezTo>
                            <a:pt x="137975" y="882561"/>
                            <a:pt x="139164" y="880182"/>
                            <a:pt x="140354" y="881371"/>
                          </a:cubicBezTo>
                          <a:cubicBezTo>
                            <a:pt x="141543" y="882561"/>
                            <a:pt x="141543" y="883750"/>
                            <a:pt x="140354" y="884940"/>
                          </a:cubicBezTo>
                          <a:cubicBezTo>
                            <a:pt x="139164" y="886129"/>
                            <a:pt x="139164" y="887319"/>
                            <a:pt x="140354" y="889697"/>
                          </a:cubicBezTo>
                          <a:cubicBezTo>
                            <a:pt x="141543" y="890887"/>
                            <a:pt x="141543" y="893266"/>
                            <a:pt x="143922" y="893266"/>
                          </a:cubicBezTo>
                          <a:cubicBezTo>
                            <a:pt x="146301" y="893266"/>
                            <a:pt x="145111" y="889697"/>
                            <a:pt x="147490" y="889697"/>
                          </a:cubicBezTo>
                          <a:cubicBezTo>
                            <a:pt x="149869" y="889697"/>
                            <a:pt x="154627" y="888508"/>
                            <a:pt x="154627" y="889697"/>
                          </a:cubicBezTo>
                          <a:cubicBezTo>
                            <a:pt x="154627" y="890887"/>
                            <a:pt x="154627" y="892076"/>
                            <a:pt x="155816" y="892076"/>
                          </a:cubicBezTo>
                          <a:cubicBezTo>
                            <a:pt x="157006" y="892076"/>
                            <a:pt x="162953" y="889697"/>
                            <a:pt x="162953" y="892076"/>
                          </a:cubicBezTo>
                          <a:cubicBezTo>
                            <a:pt x="162953" y="893266"/>
                            <a:pt x="164142" y="896834"/>
                            <a:pt x="165331" y="898023"/>
                          </a:cubicBezTo>
                          <a:cubicBezTo>
                            <a:pt x="167710" y="899213"/>
                            <a:pt x="166521" y="901592"/>
                            <a:pt x="167710" y="901592"/>
                          </a:cubicBezTo>
                          <a:cubicBezTo>
                            <a:pt x="168900" y="900402"/>
                            <a:pt x="170089" y="896834"/>
                            <a:pt x="172468" y="898023"/>
                          </a:cubicBezTo>
                          <a:cubicBezTo>
                            <a:pt x="174847" y="899213"/>
                            <a:pt x="176037" y="901592"/>
                            <a:pt x="178415" y="901592"/>
                          </a:cubicBezTo>
                          <a:cubicBezTo>
                            <a:pt x="180794" y="901592"/>
                            <a:pt x="187931" y="901592"/>
                            <a:pt x="187931" y="902781"/>
                          </a:cubicBezTo>
                          <a:cubicBezTo>
                            <a:pt x="187931" y="903971"/>
                            <a:pt x="189120" y="903971"/>
                            <a:pt x="190310" y="902781"/>
                          </a:cubicBezTo>
                          <a:cubicBezTo>
                            <a:pt x="191499" y="901592"/>
                            <a:pt x="192689" y="899213"/>
                            <a:pt x="193878" y="900402"/>
                          </a:cubicBezTo>
                          <a:cubicBezTo>
                            <a:pt x="195067" y="901592"/>
                            <a:pt x="198636" y="906349"/>
                            <a:pt x="203393" y="906349"/>
                          </a:cubicBezTo>
                          <a:cubicBezTo>
                            <a:pt x="208151" y="906349"/>
                            <a:pt x="231940" y="907539"/>
                            <a:pt x="233129" y="906349"/>
                          </a:cubicBezTo>
                          <a:cubicBezTo>
                            <a:pt x="234319" y="905160"/>
                            <a:pt x="237887" y="903971"/>
                            <a:pt x="237887" y="903971"/>
                          </a:cubicBezTo>
                          <a:cubicBezTo>
                            <a:pt x="237887" y="903971"/>
                            <a:pt x="243834" y="905160"/>
                            <a:pt x="245024" y="903971"/>
                          </a:cubicBezTo>
                          <a:cubicBezTo>
                            <a:pt x="246213" y="902781"/>
                            <a:pt x="243834" y="900402"/>
                            <a:pt x="249781" y="900402"/>
                          </a:cubicBezTo>
                          <a:cubicBezTo>
                            <a:pt x="256918" y="900402"/>
                            <a:pt x="258108" y="899213"/>
                            <a:pt x="261676" y="895645"/>
                          </a:cubicBezTo>
                          <a:cubicBezTo>
                            <a:pt x="265244" y="892076"/>
                            <a:pt x="273570" y="880182"/>
                            <a:pt x="274760" y="876614"/>
                          </a:cubicBezTo>
                          <a:cubicBezTo>
                            <a:pt x="275949" y="873045"/>
                            <a:pt x="275949" y="868288"/>
                            <a:pt x="277139" y="867098"/>
                          </a:cubicBezTo>
                          <a:cubicBezTo>
                            <a:pt x="278328" y="865909"/>
                            <a:pt x="279517" y="864719"/>
                            <a:pt x="279517" y="862340"/>
                          </a:cubicBezTo>
                          <a:cubicBezTo>
                            <a:pt x="279517" y="859962"/>
                            <a:pt x="280707" y="844499"/>
                            <a:pt x="278328" y="843309"/>
                          </a:cubicBezTo>
                          <a:cubicBezTo>
                            <a:pt x="274760" y="842120"/>
                            <a:pt x="272381" y="840931"/>
                            <a:pt x="272381" y="839741"/>
                          </a:cubicBezTo>
                          <a:cubicBezTo>
                            <a:pt x="272381" y="838552"/>
                            <a:pt x="271191" y="836173"/>
                            <a:pt x="270002" y="836173"/>
                          </a:cubicBezTo>
                          <a:cubicBezTo>
                            <a:pt x="268812" y="834983"/>
                            <a:pt x="267623" y="832605"/>
                            <a:pt x="267623" y="831415"/>
                          </a:cubicBezTo>
                          <a:cubicBezTo>
                            <a:pt x="267623" y="829036"/>
                            <a:pt x="265244" y="824279"/>
                            <a:pt x="261676" y="824279"/>
                          </a:cubicBezTo>
                          <a:cubicBezTo>
                            <a:pt x="258108" y="824279"/>
                            <a:pt x="256918" y="827847"/>
                            <a:pt x="254539" y="826657"/>
                          </a:cubicBezTo>
                          <a:cubicBezTo>
                            <a:pt x="252160" y="825468"/>
                            <a:pt x="252160" y="820710"/>
                            <a:pt x="249781" y="818331"/>
                          </a:cubicBezTo>
                          <a:cubicBezTo>
                            <a:pt x="247403" y="815953"/>
                            <a:pt x="240266" y="814763"/>
                            <a:pt x="240266" y="812384"/>
                          </a:cubicBezTo>
                          <a:cubicBezTo>
                            <a:pt x="240266" y="810005"/>
                            <a:pt x="240266" y="807626"/>
                            <a:pt x="239077" y="806437"/>
                          </a:cubicBezTo>
                          <a:cubicBezTo>
                            <a:pt x="237887" y="805247"/>
                            <a:pt x="235508" y="802869"/>
                            <a:pt x="233129" y="802869"/>
                          </a:cubicBezTo>
                          <a:cubicBezTo>
                            <a:pt x="230750" y="802869"/>
                            <a:pt x="230750" y="804058"/>
                            <a:pt x="230750" y="804058"/>
                          </a:cubicBezTo>
                          <a:cubicBezTo>
                            <a:pt x="231940" y="805247"/>
                            <a:pt x="237887" y="811195"/>
                            <a:pt x="234319" y="812384"/>
                          </a:cubicBezTo>
                          <a:cubicBezTo>
                            <a:pt x="231940" y="812384"/>
                            <a:pt x="229561" y="813573"/>
                            <a:pt x="228372" y="811195"/>
                          </a:cubicBezTo>
                          <a:cubicBezTo>
                            <a:pt x="227182" y="808816"/>
                            <a:pt x="227182" y="806437"/>
                            <a:pt x="224803" y="806437"/>
                          </a:cubicBezTo>
                          <a:cubicBezTo>
                            <a:pt x="222424" y="806437"/>
                            <a:pt x="220045" y="806437"/>
                            <a:pt x="218856" y="805247"/>
                          </a:cubicBezTo>
                          <a:cubicBezTo>
                            <a:pt x="217667" y="804058"/>
                            <a:pt x="214098" y="799300"/>
                            <a:pt x="212909" y="800490"/>
                          </a:cubicBezTo>
                          <a:cubicBezTo>
                            <a:pt x="211720" y="801679"/>
                            <a:pt x="212909" y="806437"/>
                            <a:pt x="210530" y="806437"/>
                          </a:cubicBezTo>
                          <a:cubicBezTo>
                            <a:pt x="208151" y="805247"/>
                            <a:pt x="203393" y="795732"/>
                            <a:pt x="201014" y="794543"/>
                          </a:cubicBezTo>
                          <a:cubicBezTo>
                            <a:pt x="198636" y="793353"/>
                            <a:pt x="196257" y="793353"/>
                            <a:pt x="193878" y="789785"/>
                          </a:cubicBezTo>
                          <a:cubicBezTo>
                            <a:pt x="191499" y="786217"/>
                            <a:pt x="177226" y="777890"/>
                            <a:pt x="171279" y="775512"/>
                          </a:cubicBezTo>
                          <a:cubicBezTo>
                            <a:pt x="165331" y="771943"/>
                            <a:pt x="148679" y="761238"/>
                            <a:pt x="146301" y="761238"/>
                          </a:cubicBezTo>
                          <a:cubicBezTo>
                            <a:pt x="143922" y="761238"/>
                            <a:pt x="142732" y="763617"/>
                            <a:pt x="141543" y="762428"/>
                          </a:cubicBezTo>
                          <a:cubicBezTo>
                            <a:pt x="140354" y="761238"/>
                            <a:pt x="135596" y="757670"/>
                            <a:pt x="133217" y="758860"/>
                          </a:cubicBezTo>
                          <a:cubicBezTo>
                            <a:pt x="132027" y="758860"/>
                            <a:pt x="132027" y="762428"/>
                            <a:pt x="129648" y="763617"/>
                          </a:cubicBezTo>
                          <a:cubicBezTo>
                            <a:pt x="127270" y="764807"/>
                            <a:pt x="126080" y="762428"/>
                            <a:pt x="124891" y="762428"/>
                          </a:cubicBezTo>
                          <a:cubicBezTo>
                            <a:pt x="123701" y="762428"/>
                            <a:pt x="116565" y="763617"/>
                            <a:pt x="115375" y="762428"/>
                          </a:cubicBezTo>
                          <a:cubicBezTo>
                            <a:pt x="114186" y="761238"/>
                            <a:pt x="112996" y="757670"/>
                            <a:pt x="111807" y="757670"/>
                          </a:cubicBezTo>
                          <a:cubicBezTo>
                            <a:pt x="110618" y="757670"/>
                            <a:pt x="107049" y="756481"/>
                            <a:pt x="107049" y="757670"/>
                          </a:cubicBezTo>
                          <a:cubicBezTo>
                            <a:pt x="107049" y="758860"/>
                            <a:pt x="109428" y="760049"/>
                            <a:pt x="109428" y="761238"/>
                          </a:cubicBezTo>
                          <a:cubicBezTo>
                            <a:pt x="109428" y="762428"/>
                            <a:pt x="110618" y="764807"/>
                            <a:pt x="109428" y="764807"/>
                          </a:cubicBezTo>
                          <a:cubicBezTo>
                            <a:pt x="108239" y="764807"/>
                            <a:pt x="107049" y="761238"/>
                            <a:pt x="105860" y="761238"/>
                          </a:cubicBezTo>
                          <a:cubicBezTo>
                            <a:pt x="104671" y="761238"/>
                            <a:pt x="97534" y="760049"/>
                            <a:pt x="97534" y="762428"/>
                          </a:cubicBezTo>
                          <a:cubicBezTo>
                            <a:pt x="97534" y="764807"/>
                            <a:pt x="98723" y="764807"/>
                            <a:pt x="98723" y="765996"/>
                          </a:cubicBezTo>
                          <a:cubicBezTo>
                            <a:pt x="98723" y="767186"/>
                            <a:pt x="99912" y="770754"/>
                            <a:pt x="97534" y="770754"/>
                          </a:cubicBezTo>
                          <a:cubicBezTo>
                            <a:pt x="96344" y="770754"/>
                            <a:pt x="95155" y="771943"/>
                            <a:pt x="95155" y="774322"/>
                          </a:cubicBezTo>
                          <a:cubicBezTo>
                            <a:pt x="95155" y="775512"/>
                            <a:pt x="89208" y="775512"/>
                            <a:pt x="90397" y="774322"/>
                          </a:cubicBezTo>
                          <a:cubicBezTo>
                            <a:pt x="90397" y="773133"/>
                            <a:pt x="96344" y="769564"/>
                            <a:pt x="96344" y="768375"/>
                          </a:cubicBezTo>
                          <a:cubicBezTo>
                            <a:pt x="96344" y="767186"/>
                            <a:pt x="90397" y="767186"/>
                            <a:pt x="90397" y="764807"/>
                          </a:cubicBezTo>
                          <a:cubicBezTo>
                            <a:pt x="91587" y="763617"/>
                            <a:pt x="92776" y="762428"/>
                            <a:pt x="92776" y="761238"/>
                          </a:cubicBezTo>
                          <a:cubicBezTo>
                            <a:pt x="92776" y="760049"/>
                            <a:pt x="90397" y="758860"/>
                            <a:pt x="90397" y="758860"/>
                          </a:cubicBezTo>
                          <a:cubicBezTo>
                            <a:pt x="90397" y="758860"/>
                            <a:pt x="83260" y="769564"/>
                            <a:pt x="83260" y="767186"/>
                          </a:cubicBezTo>
                          <a:cubicBezTo>
                            <a:pt x="83260" y="765996"/>
                            <a:pt x="84450" y="761238"/>
                            <a:pt x="84450" y="761238"/>
                          </a:cubicBezTo>
                          <a:cubicBezTo>
                            <a:pt x="83260" y="761238"/>
                            <a:pt x="80882" y="764807"/>
                            <a:pt x="79692" y="764807"/>
                          </a:cubicBezTo>
                          <a:cubicBezTo>
                            <a:pt x="79692" y="763617"/>
                            <a:pt x="78503" y="760049"/>
                            <a:pt x="77313" y="760049"/>
                          </a:cubicBezTo>
                          <a:cubicBezTo>
                            <a:pt x="76124" y="760049"/>
                            <a:pt x="71366" y="764807"/>
                            <a:pt x="70177" y="763617"/>
                          </a:cubicBezTo>
                          <a:cubicBezTo>
                            <a:pt x="68987" y="762428"/>
                            <a:pt x="68987" y="756481"/>
                            <a:pt x="67798" y="756481"/>
                          </a:cubicBezTo>
                          <a:cubicBezTo>
                            <a:pt x="66608" y="756481"/>
                            <a:pt x="64229" y="761238"/>
                            <a:pt x="64229" y="760049"/>
                          </a:cubicBezTo>
                          <a:cubicBezTo>
                            <a:pt x="63040" y="758860"/>
                            <a:pt x="61851" y="752912"/>
                            <a:pt x="61851" y="751723"/>
                          </a:cubicBezTo>
                          <a:cubicBezTo>
                            <a:pt x="63040" y="750534"/>
                            <a:pt x="63040" y="751723"/>
                            <a:pt x="64229" y="750534"/>
                          </a:cubicBezTo>
                          <a:cubicBezTo>
                            <a:pt x="64229" y="749344"/>
                            <a:pt x="65419" y="746965"/>
                            <a:pt x="66608" y="748155"/>
                          </a:cubicBezTo>
                          <a:cubicBezTo>
                            <a:pt x="67798" y="749344"/>
                            <a:pt x="66608" y="751723"/>
                            <a:pt x="67798" y="751723"/>
                          </a:cubicBezTo>
                          <a:cubicBezTo>
                            <a:pt x="68987" y="752912"/>
                            <a:pt x="70177" y="755291"/>
                            <a:pt x="71366" y="754102"/>
                          </a:cubicBezTo>
                          <a:cubicBezTo>
                            <a:pt x="72556" y="752912"/>
                            <a:pt x="74935" y="751723"/>
                            <a:pt x="77313" y="752912"/>
                          </a:cubicBezTo>
                          <a:cubicBezTo>
                            <a:pt x="78503" y="754102"/>
                            <a:pt x="79692" y="755291"/>
                            <a:pt x="80882" y="755291"/>
                          </a:cubicBezTo>
                          <a:cubicBezTo>
                            <a:pt x="82071" y="755291"/>
                            <a:pt x="86829" y="752912"/>
                            <a:pt x="85639" y="750534"/>
                          </a:cubicBezTo>
                          <a:cubicBezTo>
                            <a:pt x="84450" y="748155"/>
                            <a:pt x="80882" y="748155"/>
                            <a:pt x="79692" y="745776"/>
                          </a:cubicBezTo>
                          <a:cubicBezTo>
                            <a:pt x="78503" y="743397"/>
                            <a:pt x="77313" y="742207"/>
                            <a:pt x="76124" y="742207"/>
                          </a:cubicBezTo>
                          <a:cubicBezTo>
                            <a:pt x="74935" y="742207"/>
                            <a:pt x="71366" y="744586"/>
                            <a:pt x="71366" y="743397"/>
                          </a:cubicBezTo>
                          <a:cubicBezTo>
                            <a:pt x="71366" y="742207"/>
                            <a:pt x="70177" y="738639"/>
                            <a:pt x="68987" y="738639"/>
                          </a:cubicBezTo>
                          <a:cubicBezTo>
                            <a:pt x="67798" y="737450"/>
                            <a:pt x="65419" y="738639"/>
                            <a:pt x="64229" y="736260"/>
                          </a:cubicBezTo>
                          <a:cubicBezTo>
                            <a:pt x="63040" y="735071"/>
                            <a:pt x="57093" y="733881"/>
                            <a:pt x="57093" y="735071"/>
                          </a:cubicBezTo>
                          <a:cubicBezTo>
                            <a:pt x="57093" y="736260"/>
                            <a:pt x="61851" y="742207"/>
                            <a:pt x="59472" y="742207"/>
                          </a:cubicBezTo>
                          <a:cubicBezTo>
                            <a:pt x="58282" y="742207"/>
                            <a:pt x="52335" y="741018"/>
                            <a:pt x="53525" y="743397"/>
                          </a:cubicBezTo>
                          <a:cubicBezTo>
                            <a:pt x="53525" y="744586"/>
                            <a:pt x="58282" y="748155"/>
                            <a:pt x="57093" y="748155"/>
                          </a:cubicBezTo>
                          <a:cubicBezTo>
                            <a:pt x="55904" y="748155"/>
                            <a:pt x="51146" y="748155"/>
                            <a:pt x="51146" y="749344"/>
                          </a:cubicBezTo>
                          <a:cubicBezTo>
                            <a:pt x="51146" y="750534"/>
                            <a:pt x="52335" y="758860"/>
                            <a:pt x="49956" y="758860"/>
                          </a:cubicBezTo>
                          <a:cubicBezTo>
                            <a:pt x="48767" y="758860"/>
                            <a:pt x="47577" y="749344"/>
                            <a:pt x="46388" y="748155"/>
                          </a:cubicBezTo>
                          <a:cubicBezTo>
                            <a:pt x="45199" y="746965"/>
                            <a:pt x="42820" y="748155"/>
                            <a:pt x="41630" y="746965"/>
                          </a:cubicBezTo>
                          <a:cubicBezTo>
                            <a:pt x="40441" y="746965"/>
                            <a:pt x="40441" y="746965"/>
                            <a:pt x="40441" y="748155"/>
                          </a:cubicBezTo>
                          <a:cubicBezTo>
                            <a:pt x="40441" y="748155"/>
                            <a:pt x="40441" y="749344"/>
                            <a:pt x="40441" y="749344"/>
                          </a:cubicBezTo>
                          <a:cubicBezTo>
                            <a:pt x="40441" y="751723"/>
                            <a:pt x="40441" y="755291"/>
                            <a:pt x="38062" y="755291"/>
                          </a:cubicBezTo>
                          <a:cubicBezTo>
                            <a:pt x="35683" y="755291"/>
                            <a:pt x="32115" y="752912"/>
                            <a:pt x="30925" y="754102"/>
                          </a:cubicBezTo>
                          <a:cubicBezTo>
                            <a:pt x="29736" y="754102"/>
                            <a:pt x="27357" y="754102"/>
                            <a:pt x="27357" y="755291"/>
                          </a:cubicBezTo>
                          <a:cubicBezTo>
                            <a:pt x="27357" y="756481"/>
                            <a:pt x="29736" y="761238"/>
                            <a:pt x="28546" y="762428"/>
                          </a:cubicBezTo>
                          <a:cubicBezTo>
                            <a:pt x="27357" y="763617"/>
                            <a:pt x="26168" y="765996"/>
                            <a:pt x="24978" y="765996"/>
                          </a:cubicBezTo>
                          <a:cubicBezTo>
                            <a:pt x="23789" y="765996"/>
                            <a:pt x="20221" y="765996"/>
                            <a:pt x="19031" y="767186"/>
                          </a:cubicBezTo>
                          <a:cubicBezTo>
                            <a:pt x="17842" y="768375"/>
                            <a:pt x="14273" y="770754"/>
                            <a:pt x="14273" y="770754"/>
                          </a:cubicBezTo>
                          <a:cubicBezTo>
                            <a:pt x="13084" y="771943"/>
                            <a:pt x="11894" y="773133"/>
                            <a:pt x="13084" y="774322"/>
                          </a:cubicBezTo>
                          <a:cubicBezTo>
                            <a:pt x="13084" y="775512"/>
                            <a:pt x="14273" y="781459"/>
                            <a:pt x="13084" y="782648"/>
                          </a:cubicBezTo>
                          <a:cubicBezTo>
                            <a:pt x="11894" y="782648"/>
                            <a:pt x="10705" y="782648"/>
                            <a:pt x="9516" y="782648"/>
                          </a:cubicBezTo>
                          <a:cubicBezTo>
                            <a:pt x="9516" y="782648"/>
                            <a:pt x="9516" y="782648"/>
                            <a:pt x="8326" y="782648"/>
                          </a:cubicBezTo>
                          <a:cubicBezTo>
                            <a:pt x="8326" y="783838"/>
                            <a:pt x="8326" y="785027"/>
                            <a:pt x="7137" y="785027"/>
                          </a:cubicBezTo>
                          <a:cubicBezTo>
                            <a:pt x="4758" y="785027"/>
                            <a:pt x="2379" y="785027"/>
                            <a:pt x="2379" y="786217"/>
                          </a:cubicBezTo>
                          <a:cubicBezTo>
                            <a:pt x="1190" y="787406"/>
                            <a:pt x="3569" y="789785"/>
                            <a:pt x="3569" y="790974"/>
                          </a:cubicBezTo>
                          <a:cubicBezTo>
                            <a:pt x="3569" y="792164"/>
                            <a:pt x="1190" y="794543"/>
                            <a:pt x="1190" y="796921"/>
                          </a:cubicBezTo>
                          <a:cubicBezTo>
                            <a:pt x="1190" y="798111"/>
                            <a:pt x="1190" y="802869"/>
                            <a:pt x="0" y="804058"/>
                          </a:cubicBezTo>
                          <a:cubicBezTo>
                            <a:pt x="0" y="805247"/>
                            <a:pt x="2379" y="807626"/>
                            <a:pt x="3569" y="807626"/>
                          </a:cubicBezTo>
                          <a:cubicBezTo>
                            <a:pt x="4758" y="808816"/>
                            <a:pt x="5947" y="811195"/>
                            <a:pt x="5947" y="812384"/>
                          </a:cubicBezTo>
                          <a:cubicBezTo>
                            <a:pt x="5947" y="813573"/>
                            <a:pt x="5947" y="818331"/>
                            <a:pt x="8326" y="818331"/>
                          </a:cubicBezTo>
                          <a:cubicBezTo>
                            <a:pt x="10705" y="818331"/>
                            <a:pt x="17842" y="820710"/>
                            <a:pt x="19031" y="824279"/>
                          </a:cubicBezTo>
                          <a:cubicBezTo>
                            <a:pt x="20221" y="826657"/>
                            <a:pt x="20221" y="829036"/>
                            <a:pt x="23789" y="832605"/>
                          </a:cubicBezTo>
                          <a:cubicBezTo>
                            <a:pt x="26168" y="836173"/>
                            <a:pt x="38062" y="842120"/>
                            <a:pt x="38062" y="843309"/>
                          </a:cubicBezTo>
                          <a:cubicBezTo>
                            <a:pt x="38062" y="845688"/>
                            <a:pt x="38062" y="850446"/>
                            <a:pt x="36873" y="852825"/>
                          </a:cubicBezTo>
                          <a:cubicBezTo>
                            <a:pt x="35683" y="855204"/>
                            <a:pt x="30925" y="863530"/>
                            <a:pt x="30925" y="864719"/>
                          </a:cubicBezTo>
                          <a:cubicBezTo>
                            <a:pt x="30925" y="865909"/>
                            <a:pt x="26168" y="870666"/>
                            <a:pt x="27357" y="873045"/>
                          </a:cubicBezTo>
                          <a:cubicBezTo>
                            <a:pt x="28546" y="875424"/>
                            <a:pt x="34494" y="878992"/>
                            <a:pt x="34494" y="881371"/>
                          </a:cubicBezTo>
                          <a:cubicBezTo>
                            <a:pt x="34494" y="883750"/>
                            <a:pt x="36873" y="893266"/>
                            <a:pt x="39252" y="895645"/>
                          </a:cubicBezTo>
                          <a:cubicBezTo>
                            <a:pt x="41630" y="898023"/>
                            <a:pt x="49956" y="914675"/>
                            <a:pt x="51146" y="917054"/>
                          </a:cubicBezTo>
                          <a:cubicBezTo>
                            <a:pt x="52335" y="919433"/>
                            <a:pt x="58282" y="932517"/>
                            <a:pt x="55904" y="933707"/>
                          </a:cubicBezTo>
                          <a:cubicBezTo>
                            <a:pt x="54714" y="934896"/>
                            <a:pt x="52335" y="934896"/>
                            <a:pt x="52335" y="936085"/>
                          </a:cubicBezTo>
                          <a:cubicBezTo>
                            <a:pt x="52335" y="937275"/>
                            <a:pt x="53525" y="940843"/>
                            <a:pt x="52335" y="942033"/>
                          </a:cubicBezTo>
                          <a:cubicBezTo>
                            <a:pt x="51146" y="943222"/>
                            <a:pt x="51146" y="945601"/>
                            <a:pt x="51146" y="947980"/>
                          </a:cubicBezTo>
                          <a:cubicBezTo>
                            <a:pt x="51146" y="950359"/>
                            <a:pt x="51146" y="955116"/>
                            <a:pt x="52335" y="955116"/>
                          </a:cubicBezTo>
                          <a:cubicBezTo>
                            <a:pt x="53525" y="955116"/>
                            <a:pt x="57093" y="956306"/>
                            <a:pt x="55904" y="957495"/>
                          </a:cubicBezTo>
                          <a:cubicBezTo>
                            <a:pt x="54714" y="958685"/>
                            <a:pt x="53525" y="961064"/>
                            <a:pt x="52335" y="961064"/>
                          </a:cubicBezTo>
                          <a:cubicBezTo>
                            <a:pt x="51146" y="962253"/>
                            <a:pt x="49956" y="965821"/>
                            <a:pt x="51146" y="968200"/>
                          </a:cubicBezTo>
                          <a:cubicBezTo>
                            <a:pt x="52335" y="969390"/>
                            <a:pt x="54714" y="970579"/>
                            <a:pt x="55904" y="971768"/>
                          </a:cubicBezTo>
                          <a:cubicBezTo>
                            <a:pt x="57093" y="972958"/>
                            <a:pt x="59472" y="974147"/>
                            <a:pt x="60661" y="974147"/>
                          </a:cubicBezTo>
                          <a:cubicBezTo>
                            <a:pt x="61851" y="974147"/>
                            <a:pt x="64229" y="972958"/>
                            <a:pt x="65419" y="974147"/>
                          </a:cubicBezTo>
                          <a:cubicBezTo>
                            <a:pt x="65419" y="975337"/>
                            <a:pt x="63040" y="982473"/>
                            <a:pt x="63040" y="984852"/>
                          </a:cubicBezTo>
                          <a:cubicBezTo>
                            <a:pt x="64229" y="987231"/>
                            <a:pt x="64229" y="995557"/>
                            <a:pt x="66608" y="996747"/>
                          </a:cubicBezTo>
                          <a:cubicBezTo>
                            <a:pt x="68987" y="997936"/>
                            <a:pt x="73745" y="1000315"/>
                            <a:pt x="74935" y="1002694"/>
                          </a:cubicBezTo>
                          <a:cubicBezTo>
                            <a:pt x="74935" y="1003883"/>
                            <a:pt x="76124" y="1009830"/>
                            <a:pt x="74935" y="1011020"/>
                          </a:cubicBezTo>
                          <a:cubicBezTo>
                            <a:pt x="73745" y="1012209"/>
                            <a:pt x="71366" y="1014588"/>
                            <a:pt x="71366" y="1015777"/>
                          </a:cubicBezTo>
                          <a:cubicBezTo>
                            <a:pt x="70177" y="1018156"/>
                            <a:pt x="67798" y="1022914"/>
                            <a:pt x="68987" y="1024104"/>
                          </a:cubicBezTo>
                          <a:cubicBezTo>
                            <a:pt x="70177" y="1025293"/>
                            <a:pt x="76124" y="1037187"/>
                            <a:pt x="78503" y="1037187"/>
                          </a:cubicBezTo>
                          <a:cubicBezTo>
                            <a:pt x="80882" y="1037187"/>
                            <a:pt x="85639" y="1039566"/>
                            <a:pt x="86829" y="1040756"/>
                          </a:cubicBezTo>
                          <a:cubicBezTo>
                            <a:pt x="88018" y="1041945"/>
                            <a:pt x="99912" y="1055029"/>
                            <a:pt x="99912" y="1058597"/>
                          </a:cubicBezTo>
                          <a:cubicBezTo>
                            <a:pt x="99912" y="1062166"/>
                            <a:pt x="99912" y="1065734"/>
                            <a:pt x="97534" y="1068113"/>
                          </a:cubicBezTo>
                          <a:cubicBezTo>
                            <a:pt x="95155" y="1070492"/>
                            <a:pt x="91587" y="1082386"/>
                            <a:pt x="88018" y="1085954"/>
                          </a:cubicBezTo>
                          <a:cubicBezTo>
                            <a:pt x="85639" y="1089523"/>
                            <a:pt x="78503" y="1100227"/>
                            <a:pt x="78503" y="1103796"/>
                          </a:cubicBezTo>
                          <a:cubicBezTo>
                            <a:pt x="78503" y="1107364"/>
                            <a:pt x="70177" y="1118069"/>
                            <a:pt x="68987" y="1120448"/>
                          </a:cubicBezTo>
                          <a:cubicBezTo>
                            <a:pt x="67798" y="1124016"/>
                            <a:pt x="63040" y="1133532"/>
                            <a:pt x="60661" y="1134721"/>
                          </a:cubicBezTo>
                          <a:cubicBezTo>
                            <a:pt x="58282" y="1135910"/>
                            <a:pt x="53525" y="1138289"/>
                            <a:pt x="51146" y="1140668"/>
                          </a:cubicBezTo>
                          <a:cubicBezTo>
                            <a:pt x="48767" y="1143047"/>
                            <a:pt x="42820" y="1147805"/>
                            <a:pt x="44009" y="1150184"/>
                          </a:cubicBezTo>
                          <a:cubicBezTo>
                            <a:pt x="44009" y="1151373"/>
                            <a:pt x="44009" y="1152563"/>
                            <a:pt x="45199" y="1153752"/>
                          </a:cubicBezTo>
                          <a:lnTo>
                            <a:pt x="45199" y="1153752"/>
                          </a:lnTo>
                          <a:cubicBezTo>
                            <a:pt x="45199" y="1154942"/>
                            <a:pt x="45199" y="1156131"/>
                            <a:pt x="46388" y="1154942"/>
                          </a:cubicBezTo>
                          <a:cubicBezTo>
                            <a:pt x="47577" y="1154942"/>
                            <a:pt x="49956" y="1151373"/>
                            <a:pt x="52335" y="1150184"/>
                          </a:cubicBezTo>
                          <a:cubicBezTo>
                            <a:pt x="53525" y="1148994"/>
                            <a:pt x="59472" y="1146615"/>
                            <a:pt x="59472" y="1147805"/>
                          </a:cubicBezTo>
                          <a:cubicBezTo>
                            <a:pt x="59472" y="1148994"/>
                            <a:pt x="55904" y="1150184"/>
                            <a:pt x="55904" y="1151373"/>
                          </a:cubicBezTo>
                          <a:cubicBezTo>
                            <a:pt x="55904" y="1152563"/>
                            <a:pt x="58282" y="1158510"/>
                            <a:pt x="57093" y="1158510"/>
                          </a:cubicBezTo>
                          <a:cubicBezTo>
                            <a:pt x="55904" y="1158510"/>
                            <a:pt x="51146" y="1153752"/>
                            <a:pt x="51146" y="1153752"/>
                          </a:cubicBezTo>
                          <a:cubicBezTo>
                            <a:pt x="51146" y="1154942"/>
                            <a:pt x="51146" y="1156131"/>
                            <a:pt x="52335" y="1158510"/>
                          </a:cubicBezTo>
                          <a:cubicBezTo>
                            <a:pt x="53525" y="1160889"/>
                            <a:pt x="55904" y="1164457"/>
                            <a:pt x="57093" y="1164457"/>
                          </a:cubicBezTo>
                          <a:cubicBezTo>
                            <a:pt x="58282" y="1164457"/>
                            <a:pt x="61851" y="1162078"/>
                            <a:pt x="63040" y="1164457"/>
                          </a:cubicBezTo>
                          <a:cubicBezTo>
                            <a:pt x="64229" y="1166836"/>
                            <a:pt x="65419" y="1169215"/>
                            <a:pt x="66608" y="1169215"/>
                          </a:cubicBezTo>
                          <a:cubicBezTo>
                            <a:pt x="67798" y="1169215"/>
                            <a:pt x="74935" y="1165646"/>
                            <a:pt x="77313" y="1166836"/>
                          </a:cubicBezTo>
                          <a:cubicBezTo>
                            <a:pt x="78503" y="1168025"/>
                            <a:pt x="78503" y="1171594"/>
                            <a:pt x="79692" y="1171594"/>
                          </a:cubicBezTo>
                          <a:cubicBezTo>
                            <a:pt x="80882" y="1171594"/>
                            <a:pt x="83260" y="1172783"/>
                            <a:pt x="82071" y="1175162"/>
                          </a:cubicBezTo>
                          <a:cubicBezTo>
                            <a:pt x="80882" y="1176351"/>
                            <a:pt x="77313" y="1179920"/>
                            <a:pt x="76124" y="1178730"/>
                          </a:cubicBezTo>
                          <a:cubicBezTo>
                            <a:pt x="74935" y="1177541"/>
                            <a:pt x="70177" y="1176351"/>
                            <a:pt x="68987" y="1177541"/>
                          </a:cubicBezTo>
                          <a:cubicBezTo>
                            <a:pt x="67798" y="1178730"/>
                            <a:pt x="67798" y="1182298"/>
                            <a:pt x="65419" y="1184677"/>
                          </a:cubicBezTo>
                          <a:cubicBezTo>
                            <a:pt x="63040" y="1187056"/>
                            <a:pt x="60661" y="1190625"/>
                            <a:pt x="59472" y="1188246"/>
                          </a:cubicBezTo>
                          <a:cubicBezTo>
                            <a:pt x="58282" y="1185867"/>
                            <a:pt x="57093" y="1183488"/>
                            <a:pt x="54714" y="1184677"/>
                          </a:cubicBezTo>
                          <a:cubicBezTo>
                            <a:pt x="53525" y="1185867"/>
                            <a:pt x="54714" y="1191814"/>
                            <a:pt x="51146" y="1193003"/>
                          </a:cubicBezTo>
                          <a:cubicBezTo>
                            <a:pt x="48767" y="1194193"/>
                            <a:pt x="45199" y="1188246"/>
                            <a:pt x="44009" y="1188246"/>
                          </a:cubicBezTo>
                          <a:cubicBezTo>
                            <a:pt x="42820" y="1189435"/>
                            <a:pt x="44009" y="1193003"/>
                            <a:pt x="45199" y="1194193"/>
                          </a:cubicBezTo>
                          <a:cubicBezTo>
                            <a:pt x="45199" y="1195382"/>
                            <a:pt x="46388" y="1197761"/>
                            <a:pt x="45199" y="1198951"/>
                          </a:cubicBezTo>
                          <a:cubicBezTo>
                            <a:pt x="44009" y="1200140"/>
                            <a:pt x="44009" y="1202519"/>
                            <a:pt x="45199" y="1202519"/>
                          </a:cubicBezTo>
                          <a:cubicBezTo>
                            <a:pt x="46388" y="1203708"/>
                            <a:pt x="49956" y="1206087"/>
                            <a:pt x="48767" y="1207277"/>
                          </a:cubicBezTo>
                          <a:cubicBezTo>
                            <a:pt x="48767" y="1208466"/>
                            <a:pt x="47577" y="1212034"/>
                            <a:pt x="46388" y="1213224"/>
                          </a:cubicBezTo>
                          <a:cubicBezTo>
                            <a:pt x="44009" y="1214413"/>
                            <a:pt x="41630" y="1219171"/>
                            <a:pt x="42820" y="1221550"/>
                          </a:cubicBezTo>
                          <a:cubicBezTo>
                            <a:pt x="44009" y="1223929"/>
                            <a:pt x="46388" y="1232255"/>
                            <a:pt x="45199" y="1234634"/>
                          </a:cubicBezTo>
                          <a:cubicBezTo>
                            <a:pt x="44009" y="1237012"/>
                            <a:pt x="39252" y="1241770"/>
                            <a:pt x="40441" y="1245338"/>
                          </a:cubicBezTo>
                          <a:cubicBezTo>
                            <a:pt x="41630" y="1248907"/>
                            <a:pt x="49956" y="1251286"/>
                            <a:pt x="52335" y="1253664"/>
                          </a:cubicBezTo>
                          <a:cubicBezTo>
                            <a:pt x="54714" y="1254854"/>
                            <a:pt x="54714" y="1258422"/>
                            <a:pt x="55904" y="1260801"/>
                          </a:cubicBezTo>
                          <a:cubicBezTo>
                            <a:pt x="57093" y="1263180"/>
                            <a:pt x="61851" y="1269127"/>
                            <a:pt x="59472" y="1269127"/>
                          </a:cubicBezTo>
                          <a:cubicBezTo>
                            <a:pt x="57093" y="1269127"/>
                            <a:pt x="53525" y="1270317"/>
                            <a:pt x="52335" y="1269127"/>
                          </a:cubicBezTo>
                          <a:cubicBezTo>
                            <a:pt x="51146" y="1267938"/>
                            <a:pt x="48767" y="1265559"/>
                            <a:pt x="47577" y="1266748"/>
                          </a:cubicBezTo>
                          <a:cubicBezTo>
                            <a:pt x="47577" y="1266748"/>
                            <a:pt x="47577" y="1267938"/>
                            <a:pt x="47577" y="1267938"/>
                          </a:cubicBezTo>
                          <a:cubicBezTo>
                            <a:pt x="47577" y="1269127"/>
                            <a:pt x="47577" y="1269127"/>
                            <a:pt x="46388" y="1270317"/>
                          </a:cubicBezTo>
                          <a:cubicBezTo>
                            <a:pt x="45199" y="1271506"/>
                            <a:pt x="44009" y="1272696"/>
                            <a:pt x="44009" y="1273885"/>
                          </a:cubicBezTo>
                          <a:cubicBezTo>
                            <a:pt x="44009" y="1276264"/>
                            <a:pt x="44009" y="1278643"/>
                            <a:pt x="42820" y="1279832"/>
                          </a:cubicBezTo>
                          <a:cubicBezTo>
                            <a:pt x="41630" y="1281022"/>
                            <a:pt x="40441" y="1282211"/>
                            <a:pt x="40441" y="1282211"/>
                          </a:cubicBezTo>
                          <a:cubicBezTo>
                            <a:pt x="40441" y="1282211"/>
                            <a:pt x="40441" y="1282211"/>
                            <a:pt x="40441" y="1282211"/>
                          </a:cubicBezTo>
                          <a:cubicBezTo>
                            <a:pt x="41630" y="1283400"/>
                            <a:pt x="45199" y="1282211"/>
                            <a:pt x="45199" y="1283400"/>
                          </a:cubicBezTo>
                          <a:cubicBezTo>
                            <a:pt x="46388" y="1284590"/>
                            <a:pt x="47577" y="1285779"/>
                            <a:pt x="46388" y="1286969"/>
                          </a:cubicBezTo>
                          <a:cubicBezTo>
                            <a:pt x="45199" y="1288158"/>
                            <a:pt x="44009" y="1289348"/>
                            <a:pt x="44009" y="1290537"/>
                          </a:cubicBezTo>
                          <a:cubicBezTo>
                            <a:pt x="44009" y="1291727"/>
                            <a:pt x="46388" y="1291727"/>
                            <a:pt x="47577" y="1295295"/>
                          </a:cubicBezTo>
                          <a:cubicBezTo>
                            <a:pt x="47577" y="1298863"/>
                            <a:pt x="47577" y="1302431"/>
                            <a:pt x="48767" y="1304810"/>
                          </a:cubicBezTo>
                          <a:cubicBezTo>
                            <a:pt x="51146" y="1307189"/>
                            <a:pt x="49956" y="1310757"/>
                            <a:pt x="52335" y="1313136"/>
                          </a:cubicBezTo>
                          <a:cubicBezTo>
                            <a:pt x="54714" y="1315515"/>
                            <a:pt x="58282" y="1320273"/>
                            <a:pt x="58282" y="1322652"/>
                          </a:cubicBezTo>
                          <a:cubicBezTo>
                            <a:pt x="58282" y="1323841"/>
                            <a:pt x="58282" y="1326220"/>
                            <a:pt x="58282" y="1327410"/>
                          </a:cubicBezTo>
                          <a:cubicBezTo>
                            <a:pt x="58282" y="1328599"/>
                            <a:pt x="58282" y="1328599"/>
                            <a:pt x="58282" y="1328599"/>
                          </a:cubicBezTo>
                          <a:cubicBezTo>
                            <a:pt x="59472" y="1328599"/>
                            <a:pt x="61851" y="1330978"/>
                            <a:pt x="63040" y="1330978"/>
                          </a:cubicBezTo>
                          <a:cubicBezTo>
                            <a:pt x="64229" y="1330978"/>
                            <a:pt x="66608" y="1330978"/>
                            <a:pt x="67798" y="1329788"/>
                          </a:cubicBezTo>
                          <a:cubicBezTo>
                            <a:pt x="68987" y="1328599"/>
                            <a:pt x="71366" y="1327410"/>
                            <a:pt x="72556" y="1329788"/>
                          </a:cubicBezTo>
                          <a:cubicBezTo>
                            <a:pt x="73745" y="1332167"/>
                            <a:pt x="74935" y="1335736"/>
                            <a:pt x="76124" y="1335736"/>
                          </a:cubicBezTo>
                          <a:cubicBezTo>
                            <a:pt x="77313" y="1335736"/>
                            <a:pt x="82071" y="1333357"/>
                            <a:pt x="83260" y="1333357"/>
                          </a:cubicBezTo>
                          <a:cubicBezTo>
                            <a:pt x="85639" y="1333357"/>
                            <a:pt x="89208" y="1333357"/>
                            <a:pt x="90397" y="1335736"/>
                          </a:cubicBezTo>
                          <a:cubicBezTo>
                            <a:pt x="91587" y="1338114"/>
                            <a:pt x="92776" y="1345251"/>
                            <a:pt x="93965" y="1344062"/>
                          </a:cubicBezTo>
                          <a:cubicBezTo>
                            <a:pt x="95155" y="1342872"/>
                            <a:pt x="98723" y="1336925"/>
                            <a:pt x="101102" y="1336925"/>
                          </a:cubicBezTo>
                          <a:cubicBezTo>
                            <a:pt x="103481" y="1335736"/>
                            <a:pt x="107049" y="1334546"/>
                            <a:pt x="108239" y="1336925"/>
                          </a:cubicBezTo>
                          <a:cubicBezTo>
                            <a:pt x="109428" y="1338114"/>
                            <a:pt x="109428" y="1339304"/>
                            <a:pt x="110618" y="1339304"/>
                          </a:cubicBezTo>
                          <a:cubicBezTo>
                            <a:pt x="111807" y="1339304"/>
                            <a:pt x="115375" y="1339304"/>
                            <a:pt x="117754" y="1340493"/>
                          </a:cubicBezTo>
                          <a:cubicBezTo>
                            <a:pt x="120133" y="1341683"/>
                            <a:pt x="126080" y="1342872"/>
                            <a:pt x="126080" y="1344062"/>
                          </a:cubicBezTo>
                          <a:cubicBezTo>
                            <a:pt x="126080" y="1345251"/>
                            <a:pt x="124891" y="1347630"/>
                            <a:pt x="126080" y="1347630"/>
                          </a:cubicBezTo>
                          <a:cubicBezTo>
                            <a:pt x="127270" y="1347630"/>
                            <a:pt x="128459" y="1348819"/>
                            <a:pt x="127270" y="1350009"/>
                          </a:cubicBezTo>
                          <a:cubicBezTo>
                            <a:pt x="126080" y="1351198"/>
                            <a:pt x="124891" y="1352388"/>
                            <a:pt x="124891" y="1353577"/>
                          </a:cubicBezTo>
                          <a:cubicBezTo>
                            <a:pt x="124891" y="1354766"/>
                            <a:pt x="127270" y="1357145"/>
                            <a:pt x="128459" y="1359524"/>
                          </a:cubicBezTo>
                          <a:cubicBezTo>
                            <a:pt x="129648" y="1361903"/>
                            <a:pt x="127270" y="1369040"/>
                            <a:pt x="129648" y="1370229"/>
                          </a:cubicBezTo>
                          <a:cubicBezTo>
                            <a:pt x="132027" y="1371419"/>
                            <a:pt x="135596" y="1374987"/>
                            <a:pt x="136785" y="1377366"/>
                          </a:cubicBezTo>
                          <a:cubicBezTo>
                            <a:pt x="137975" y="1379745"/>
                            <a:pt x="136785" y="1380934"/>
                            <a:pt x="137975" y="1383313"/>
                          </a:cubicBezTo>
                          <a:cubicBezTo>
                            <a:pt x="140354" y="1385692"/>
                            <a:pt x="140354" y="1389260"/>
                            <a:pt x="143922" y="1391639"/>
                          </a:cubicBezTo>
                          <a:cubicBezTo>
                            <a:pt x="146301" y="1394018"/>
                            <a:pt x="151058" y="1396397"/>
                            <a:pt x="151058" y="1397586"/>
                          </a:cubicBezTo>
                          <a:cubicBezTo>
                            <a:pt x="151058" y="1398776"/>
                            <a:pt x="151058" y="1404723"/>
                            <a:pt x="152248" y="1404723"/>
                          </a:cubicBezTo>
                          <a:cubicBezTo>
                            <a:pt x="153437" y="1404723"/>
                            <a:pt x="159384" y="1405912"/>
                            <a:pt x="161763" y="1407102"/>
                          </a:cubicBezTo>
                          <a:cubicBezTo>
                            <a:pt x="164142" y="1409481"/>
                            <a:pt x="170089" y="1413049"/>
                            <a:pt x="170089" y="1414238"/>
                          </a:cubicBezTo>
                          <a:cubicBezTo>
                            <a:pt x="170089" y="1416617"/>
                            <a:pt x="167710" y="1417807"/>
                            <a:pt x="170089" y="1418996"/>
                          </a:cubicBezTo>
                          <a:cubicBezTo>
                            <a:pt x="171279" y="1420185"/>
                            <a:pt x="178415" y="1422564"/>
                            <a:pt x="177226" y="1423754"/>
                          </a:cubicBezTo>
                          <a:cubicBezTo>
                            <a:pt x="177226" y="1424943"/>
                            <a:pt x="173658" y="1426133"/>
                            <a:pt x="173658" y="1427322"/>
                          </a:cubicBezTo>
                          <a:cubicBezTo>
                            <a:pt x="173658" y="1428512"/>
                            <a:pt x="170089" y="1436838"/>
                            <a:pt x="168900" y="1436838"/>
                          </a:cubicBezTo>
                          <a:cubicBezTo>
                            <a:pt x="167710" y="1436838"/>
                            <a:pt x="161763" y="1435648"/>
                            <a:pt x="160574" y="1435648"/>
                          </a:cubicBezTo>
                          <a:cubicBezTo>
                            <a:pt x="159384" y="1435648"/>
                            <a:pt x="157006" y="1438027"/>
                            <a:pt x="155816" y="1438027"/>
                          </a:cubicBezTo>
                          <a:cubicBezTo>
                            <a:pt x="154627" y="1436838"/>
                            <a:pt x="151058" y="1432080"/>
                            <a:pt x="149869" y="1432080"/>
                          </a:cubicBezTo>
                          <a:cubicBezTo>
                            <a:pt x="148679" y="1432080"/>
                            <a:pt x="149869" y="1435648"/>
                            <a:pt x="148679" y="1436838"/>
                          </a:cubicBezTo>
                          <a:cubicBezTo>
                            <a:pt x="147490" y="1438027"/>
                            <a:pt x="147490" y="1441595"/>
                            <a:pt x="148679" y="1442785"/>
                          </a:cubicBezTo>
                          <a:cubicBezTo>
                            <a:pt x="149869" y="1443974"/>
                            <a:pt x="153437" y="1448732"/>
                            <a:pt x="153437" y="1451111"/>
                          </a:cubicBezTo>
                          <a:cubicBezTo>
                            <a:pt x="153437" y="1453490"/>
                            <a:pt x="151058" y="1459437"/>
                            <a:pt x="153437" y="1460626"/>
                          </a:cubicBezTo>
                          <a:cubicBezTo>
                            <a:pt x="157006" y="1461816"/>
                            <a:pt x="159384" y="1464195"/>
                            <a:pt x="159384" y="1465384"/>
                          </a:cubicBezTo>
                          <a:cubicBezTo>
                            <a:pt x="159384" y="1466573"/>
                            <a:pt x="158195" y="1470142"/>
                            <a:pt x="158195" y="1472521"/>
                          </a:cubicBezTo>
                          <a:cubicBezTo>
                            <a:pt x="158195" y="1472521"/>
                            <a:pt x="158195" y="1473710"/>
                            <a:pt x="158195" y="1473710"/>
                          </a:cubicBezTo>
                          <a:cubicBezTo>
                            <a:pt x="158195" y="1473710"/>
                            <a:pt x="162953" y="1472521"/>
                            <a:pt x="164142" y="1473710"/>
                          </a:cubicBezTo>
                          <a:cubicBezTo>
                            <a:pt x="165331" y="1474899"/>
                            <a:pt x="167710" y="1474899"/>
                            <a:pt x="167710" y="1473710"/>
                          </a:cubicBezTo>
                          <a:cubicBezTo>
                            <a:pt x="167710" y="1472521"/>
                            <a:pt x="166521" y="1467763"/>
                            <a:pt x="167710" y="1466573"/>
                          </a:cubicBezTo>
                          <a:cubicBezTo>
                            <a:pt x="168900" y="1465384"/>
                            <a:pt x="170089" y="1463005"/>
                            <a:pt x="172468" y="1464195"/>
                          </a:cubicBezTo>
                          <a:cubicBezTo>
                            <a:pt x="174847" y="1464195"/>
                            <a:pt x="181984" y="1468952"/>
                            <a:pt x="185552" y="1468952"/>
                          </a:cubicBezTo>
                          <a:cubicBezTo>
                            <a:pt x="187931" y="1468952"/>
                            <a:pt x="197446" y="1468952"/>
                            <a:pt x="199825" y="1467763"/>
                          </a:cubicBezTo>
                          <a:cubicBezTo>
                            <a:pt x="203393" y="1465384"/>
                            <a:pt x="209341" y="1464195"/>
                            <a:pt x="210530" y="1465384"/>
                          </a:cubicBezTo>
                          <a:cubicBezTo>
                            <a:pt x="210530" y="1467763"/>
                            <a:pt x="212909" y="1474899"/>
                            <a:pt x="215288" y="1477278"/>
                          </a:cubicBezTo>
                          <a:cubicBezTo>
                            <a:pt x="217667" y="1478468"/>
                            <a:pt x="221235" y="1480847"/>
                            <a:pt x="220045" y="1482036"/>
                          </a:cubicBezTo>
                          <a:cubicBezTo>
                            <a:pt x="218856" y="1484415"/>
                            <a:pt x="216477" y="1486794"/>
                            <a:pt x="217667" y="1489173"/>
                          </a:cubicBezTo>
                          <a:cubicBezTo>
                            <a:pt x="218856" y="1491551"/>
                            <a:pt x="223614" y="1498688"/>
                            <a:pt x="225993" y="1497499"/>
                          </a:cubicBezTo>
                          <a:cubicBezTo>
                            <a:pt x="229561" y="1496309"/>
                            <a:pt x="237887" y="1495120"/>
                            <a:pt x="240266" y="1496309"/>
                          </a:cubicBezTo>
                          <a:cubicBezTo>
                            <a:pt x="242645" y="1497499"/>
                            <a:pt x="245024" y="1498688"/>
                            <a:pt x="245024" y="1501067"/>
                          </a:cubicBezTo>
                          <a:cubicBezTo>
                            <a:pt x="245024" y="1503446"/>
                            <a:pt x="243834" y="1505825"/>
                            <a:pt x="245024" y="1505825"/>
                          </a:cubicBezTo>
                          <a:cubicBezTo>
                            <a:pt x="246213" y="1505825"/>
                            <a:pt x="249781" y="1504635"/>
                            <a:pt x="249781" y="1505825"/>
                          </a:cubicBezTo>
                          <a:cubicBezTo>
                            <a:pt x="249781" y="1507014"/>
                            <a:pt x="248592" y="1511772"/>
                            <a:pt x="249781" y="1512961"/>
                          </a:cubicBezTo>
                          <a:cubicBezTo>
                            <a:pt x="250971" y="1514151"/>
                            <a:pt x="254539" y="1518909"/>
                            <a:pt x="254539" y="1520098"/>
                          </a:cubicBezTo>
                          <a:cubicBezTo>
                            <a:pt x="254539" y="1521287"/>
                            <a:pt x="259297" y="1527235"/>
                            <a:pt x="261676" y="1528424"/>
                          </a:cubicBezTo>
                          <a:cubicBezTo>
                            <a:pt x="262865" y="1529614"/>
                            <a:pt x="264055" y="1531992"/>
                            <a:pt x="265244" y="1531992"/>
                          </a:cubicBezTo>
                          <a:cubicBezTo>
                            <a:pt x="266433" y="1531992"/>
                            <a:pt x="268812" y="1526045"/>
                            <a:pt x="271191" y="1527235"/>
                          </a:cubicBezTo>
                          <a:cubicBezTo>
                            <a:pt x="273570" y="1528424"/>
                            <a:pt x="277139" y="1531992"/>
                            <a:pt x="278328" y="1530803"/>
                          </a:cubicBezTo>
                          <a:cubicBezTo>
                            <a:pt x="279517" y="1530803"/>
                            <a:pt x="280707" y="1527235"/>
                            <a:pt x="283086" y="1528424"/>
                          </a:cubicBezTo>
                          <a:cubicBezTo>
                            <a:pt x="284275" y="1528424"/>
                            <a:pt x="285464" y="1530803"/>
                            <a:pt x="287843" y="1529614"/>
                          </a:cubicBezTo>
                          <a:cubicBezTo>
                            <a:pt x="290222" y="1529614"/>
                            <a:pt x="298548" y="1522477"/>
                            <a:pt x="300927" y="1523666"/>
                          </a:cubicBezTo>
                          <a:cubicBezTo>
                            <a:pt x="303306" y="1524856"/>
                            <a:pt x="305685" y="1529614"/>
                            <a:pt x="305685" y="1531992"/>
                          </a:cubicBezTo>
                          <a:cubicBezTo>
                            <a:pt x="305685" y="1534371"/>
                            <a:pt x="305685" y="1535561"/>
                            <a:pt x="306874" y="1536750"/>
                          </a:cubicBezTo>
                          <a:cubicBezTo>
                            <a:pt x="309253" y="1537940"/>
                            <a:pt x="312822" y="1539129"/>
                            <a:pt x="314011" y="1540318"/>
                          </a:cubicBezTo>
                          <a:cubicBezTo>
                            <a:pt x="315200" y="1541508"/>
                            <a:pt x="317579" y="1546266"/>
                            <a:pt x="318769" y="1545076"/>
                          </a:cubicBezTo>
                          <a:cubicBezTo>
                            <a:pt x="319958" y="1545076"/>
                            <a:pt x="319958" y="1542697"/>
                            <a:pt x="322337" y="1542697"/>
                          </a:cubicBezTo>
                          <a:cubicBezTo>
                            <a:pt x="323526" y="1542697"/>
                            <a:pt x="327095" y="1545076"/>
                            <a:pt x="328284" y="1545076"/>
                          </a:cubicBezTo>
                          <a:cubicBezTo>
                            <a:pt x="329474" y="1545076"/>
                            <a:pt x="335421" y="1543887"/>
                            <a:pt x="336610" y="1545076"/>
                          </a:cubicBezTo>
                          <a:cubicBezTo>
                            <a:pt x="337799" y="1546266"/>
                            <a:pt x="341368" y="1548644"/>
                            <a:pt x="342558" y="1548644"/>
                          </a:cubicBezTo>
                          <a:cubicBezTo>
                            <a:pt x="343747" y="1548644"/>
                            <a:pt x="348505" y="1546266"/>
                            <a:pt x="349694" y="1547455"/>
                          </a:cubicBezTo>
                          <a:cubicBezTo>
                            <a:pt x="350883" y="1548644"/>
                            <a:pt x="354452" y="1551023"/>
                            <a:pt x="355641" y="1551023"/>
                          </a:cubicBezTo>
                          <a:cubicBezTo>
                            <a:pt x="356831" y="1551023"/>
                            <a:pt x="359210" y="1553402"/>
                            <a:pt x="361588" y="1553402"/>
                          </a:cubicBezTo>
                          <a:cubicBezTo>
                            <a:pt x="363967" y="1553402"/>
                            <a:pt x="366346" y="1548644"/>
                            <a:pt x="367535" y="1549834"/>
                          </a:cubicBezTo>
                          <a:cubicBezTo>
                            <a:pt x="368725" y="1551023"/>
                            <a:pt x="367535" y="1554592"/>
                            <a:pt x="369914" y="1554592"/>
                          </a:cubicBezTo>
                          <a:cubicBezTo>
                            <a:pt x="371104" y="1555781"/>
                            <a:pt x="373483" y="1555781"/>
                            <a:pt x="374672" y="1558160"/>
                          </a:cubicBezTo>
                          <a:cubicBezTo>
                            <a:pt x="374672" y="1559349"/>
                            <a:pt x="375862" y="1564107"/>
                            <a:pt x="374672" y="1564107"/>
                          </a:cubicBezTo>
                          <a:cubicBezTo>
                            <a:pt x="373483" y="1565297"/>
                            <a:pt x="372293" y="1565297"/>
                            <a:pt x="372293" y="1566486"/>
                          </a:cubicBezTo>
                          <a:cubicBezTo>
                            <a:pt x="372293" y="1567675"/>
                            <a:pt x="371104" y="1570054"/>
                            <a:pt x="369914" y="1570054"/>
                          </a:cubicBezTo>
                          <a:cubicBezTo>
                            <a:pt x="368725" y="1570054"/>
                            <a:pt x="366346" y="1568865"/>
                            <a:pt x="365157" y="1570054"/>
                          </a:cubicBezTo>
                          <a:cubicBezTo>
                            <a:pt x="363967" y="1571244"/>
                            <a:pt x="363967" y="1580759"/>
                            <a:pt x="365157" y="1581949"/>
                          </a:cubicBezTo>
                          <a:cubicBezTo>
                            <a:pt x="366346" y="1583138"/>
                            <a:pt x="372293" y="1587896"/>
                            <a:pt x="372293" y="1590275"/>
                          </a:cubicBezTo>
                          <a:cubicBezTo>
                            <a:pt x="372293" y="1592653"/>
                            <a:pt x="368725" y="1598601"/>
                            <a:pt x="368725" y="1600980"/>
                          </a:cubicBezTo>
                          <a:cubicBezTo>
                            <a:pt x="368725" y="1603358"/>
                            <a:pt x="371104" y="1608116"/>
                            <a:pt x="369914" y="1609306"/>
                          </a:cubicBezTo>
                          <a:cubicBezTo>
                            <a:pt x="368725" y="1610495"/>
                            <a:pt x="366346" y="1610495"/>
                            <a:pt x="366346" y="1611684"/>
                          </a:cubicBezTo>
                          <a:cubicBezTo>
                            <a:pt x="366346" y="1612874"/>
                            <a:pt x="365157" y="1614063"/>
                            <a:pt x="363967" y="1614063"/>
                          </a:cubicBezTo>
                          <a:cubicBezTo>
                            <a:pt x="361588" y="1614063"/>
                            <a:pt x="353262" y="1612874"/>
                            <a:pt x="353262" y="1614063"/>
                          </a:cubicBezTo>
                          <a:cubicBezTo>
                            <a:pt x="353262" y="1615253"/>
                            <a:pt x="352073" y="1618821"/>
                            <a:pt x="349694" y="1621200"/>
                          </a:cubicBezTo>
                          <a:cubicBezTo>
                            <a:pt x="347315" y="1623579"/>
                            <a:pt x="344936" y="1623579"/>
                            <a:pt x="343747" y="1625958"/>
                          </a:cubicBezTo>
                          <a:cubicBezTo>
                            <a:pt x="343747" y="1627147"/>
                            <a:pt x="342558" y="1631905"/>
                            <a:pt x="342558" y="1633094"/>
                          </a:cubicBezTo>
                          <a:cubicBezTo>
                            <a:pt x="342558" y="1634284"/>
                            <a:pt x="342558" y="1636663"/>
                            <a:pt x="343747" y="1636663"/>
                          </a:cubicBezTo>
                          <a:cubicBezTo>
                            <a:pt x="343747" y="1636663"/>
                            <a:pt x="344936" y="1636663"/>
                            <a:pt x="344936" y="1636663"/>
                          </a:cubicBezTo>
                          <a:lnTo>
                            <a:pt x="344936" y="1636663"/>
                          </a:lnTo>
                          <a:cubicBezTo>
                            <a:pt x="346126" y="1636663"/>
                            <a:pt x="347315" y="1636663"/>
                            <a:pt x="347315" y="1636663"/>
                          </a:cubicBezTo>
                          <a:cubicBezTo>
                            <a:pt x="348505" y="1637852"/>
                            <a:pt x="350883" y="1637852"/>
                            <a:pt x="352073" y="1636663"/>
                          </a:cubicBezTo>
                          <a:cubicBezTo>
                            <a:pt x="353262" y="1635473"/>
                            <a:pt x="353262" y="1633094"/>
                            <a:pt x="356831" y="1631905"/>
                          </a:cubicBezTo>
                          <a:cubicBezTo>
                            <a:pt x="360399" y="1631905"/>
                            <a:pt x="362778" y="1633094"/>
                            <a:pt x="362778" y="1634284"/>
                          </a:cubicBezTo>
                          <a:cubicBezTo>
                            <a:pt x="362778" y="1635473"/>
                            <a:pt x="362778" y="1637852"/>
                            <a:pt x="361588" y="1637852"/>
                          </a:cubicBezTo>
                          <a:cubicBezTo>
                            <a:pt x="360399" y="1639042"/>
                            <a:pt x="353262" y="1641420"/>
                            <a:pt x="352073" y="1642610"/>
                          </a:cubicBezTo>
                          <a:cubicBezTo>
                            <a:pt x="349694" y="1643799"/>
                            <a:pt x="342558" y="1649746"/>
                            <a:pt x="343747" y="1650936"/>
                          </a:cubicBezTo>
                          <a:cubicBezTo>
                            <a:pt x="344936" y="1652125"/>
                            <a:pt x="348505" y="1653315"/>
                            <a:pt x="347315" y="1654504"/>
                          </a:cubicBezTo>
                          <a:cubicBezTo>
                            <a:pt x="346126" y="1655694"/>
                            <a:pt x="340178" y="1654504"/>
                            <a:pt x="337799" y="1654504"/>
                          </a:cubicBezTo>
                          <a:cubicBezTo>
                            <a:pt x="336610" y="1654504"/>
                            <a:pt x="329474" y="1654504"/>
                            <a:pt x="330663" y="1655694"/>
                          </a:cubicBezTo>
                          <a:cubicBezTo>
                            <a:pt x="330663" y="1656883"/>
                            <a:pt x="331852" y="1659262"/>
                            <a:pt x="333042" y="1660451"/>
                          </a:cubicBezTo>
                          <a:cubicBezTo>
                            <a:pt x="334231" y="1661641"/>
                            <a:pt x="334231" y="1665209"/>
                            <a:pt x="335421" y="1666399"/>
                          </a:cubicBezTo>
                          <a:cubicBezTo>
                            <a:pt x="337799" y="1667588"/>
                            <a:pt x="341368" y="1664020"/>
                            <a:pt x="341368" y="1665209"/>
                          </a:cubicBezTo>
                          <a:cubicBezTo>
                            <a:pt x="341368" y="1666399"/>
                            <a:pt x="342558" y="1668777"/>
                            <a:pt x="343747" y="1668777"/>
                          </a:cubicBezTo>
                          <a:cubicBezTo>
                            <a:pt x="344936" y="1668777"/>
                            <a:pt x="348505" y="1671156"/>
                            <a:pt x="347315" y="1671156"/>
                          </a:cubicBezTo>
                          <a:cubicBezTo>
                            <a:pt x="346126" y="1671156"/>
                            <a:pt x="343747" y="1669967"/>
                            <a:pt x="342558" y="1671156"/>
                          </a:cubicBezTo>
                          <a:cubicBezTo>
                            <a:pt x="341368" y="1672346"/>
                            <a:pt x="340178" y="1675914"/>
                            <a:pt x="337799" y="1675914"/>
                          </a:cubicBezTo>
                          <a:cubicBezTo>
                            <a:pt x="335421" y="1675914"/>
                            <a:pt x="334231" y="1672346"/>
                            <a:pt x="333042" y="1675914"/>
                          </a:cubicBezTo>
                          <a:cubicBezTo>
                            <a:pt x="331852" y="1678293"/>
                            <a:pt x="333042" y="1680672"/>
                            <a:pt x="330663" y="1681861"/>
                          </a:cubicBezTo>
                          <a:cubicBezTo>
                            <a:pt x="328284" y="1683051"/>
                            <a:pt x="327095" y="1683051"/>
                            <a:pt x="327095" y="1684240"/>
                          </a:cubicBezTo>
                          <a:cubicBezTo>
                            <a:pt x="327095" y="1686619"/>
                            <a:pt x="328284" y="1691377"/>
                            <a:pt x="329474" y="1691377"/>
                          </a:cubicBezTo>
                          <a:cubicBezTo>
                            <a:pt x="330663" y="1692566"/>
                            <a:pt x="330663" y="1698513"/>
                            <a:pt x="329474" y="1698513"/>
                          </a:cubicBezTo>
                          <a:cubicBezTo>
                            <a:pt x="328284" y="1698513"/>
                            <a:pt x="323526" y="1700892"/>
                            <a:pt x="322337" y="1698513"/>
                          </a:cubicBezTo>
                          <a:cubicBezTo>
                            <a:pt x="321147" y="1696134"/>
                            <a:pt x="321147" y="1694945"/>
                            <a:pt x="319958" y="1694945"/>
                          </a:cubicBezTo>
                          <a:cubicBezTo>
                            <a:pt x="318769" y="1694945"/>
                            <a:pt x="315200" y="1692566"/>
                            <a:pt x="315200" y="1693755"/>
                          </a:cubicBezTo>
                          <a:cubicBezTo>
                            <a:pt x="315200" y="1694945"/>
                            <a:pt x="315200" y="1697324"/>
                            <a:pt x="315200" y="1697324"/>
                          </a:cubicBezTo>
                          <a:cubicBezTo>
                            <a:pt x="315200" y="1697324"/>
                            <a:pt x="316390" y="1699703"/>
                            <a:pt x="316390" y="1699703"/>
                          </a:cubicBezTo>
                          <a:cubicBezTo>
                            <a:pt x="316390" y="1699703"/>
                            <a:pt x="311632" y="1702082"/>
                            <a:pt x="311632" y="1702082"/>
                          </a:cubicBezTo>
                          <a:lnTo>
                            <a:pt x="311632" y="1704460"/>
                          </a:lnTo>
                          <a:cubicBezTo>
                            <a:pt x="311632" y="1704460"/>
                            <a:pt x="318769" y="1703271"/>
                            <a:pt x="321147" y="1705650"/>
                          </a:cubicBezTo>
                          <a:cubicBezTo>
                            <a:pt x="323526" y="1708029"/>
                            <a:pt x="324716" y="1710408"/>
                            <a:pt x="324716" y="1710408"/>
                          </a:cubicBezTo>
                          <a:cubicBezTo>
                            <a:pt x="324716" y="1710408"/>
                            <a:pt x="327095" y="1711597"/>
                            <a:pt x="327095" y="1712786"/>
                          </a:cubicBezTo>
                          <a:cubicBezTo>
                            <a:pt x="327095" y="1713976"/>
                            <a:pt x="329474" y="1717544"/>
                            <a:pt x="330663" y="1718734"/>
                          </a:cubicBezTo>
                          <a:cubicBezTo>
                            <a:pt x="331852" y="1719923"/>
                            <a:pt x="343747" y="1718734"/>
                            <a:pt x="344936" y="1718734"/>
                          </a:cubicBezTo>
                          <a:cubicBezTo>
                            <a:pt x="346126" y="1719923"/>
                            <a:pt x="349694" y="1724681"/>
                            <a:pt x="352073" y="1725870"/>
                          </a:cubicBezTo>
                          <a:cubicBezTo>
                            <a:pt x="354452" y="1725870"/>
                            <a:pt x="360399" y="1725870"/>
                            <a:pt x="360399" y="1727060"/>
                          </a:cubicBezTo>
                          <a:cubicBezTo>
                            <a:pt x="361588" y="1728249"/>
                            <a:pt x="375862" y="1738954"/>
                            <a:pt x="375862" y="1740144"/>
                          </a:cubicBezTo>
                          <a:cubicBezTo>
                            <a:pt x="375862" y="1742522"/>
                            <a:pt x="375862" y="1744901"/>
                            <a:pt x="378241" y="1744901"/>
                          </a:cubicBezTo>
                          <a:cubicBezTo>
                            <a:pt x="379430" y="1746091"/>
                            <a:pt x="382998" y="1746091"/>
                            <a:pt x="382998" y="1746091"/>
                          </a:cubicBezTo>
                          <a:lnTo>
                            <a:pt x="384188" y="1750848"/>
                          </a:lnTo>
                          <a:cubicBezTo>
                            <a:pt x="384188" y="1750848"/>
                            <a:pt x="391324" y="1752038"/>
                            <a:pt x="392514" y="1753227"/>
                          </a:cubicBezTo>
                          <a:cubicBezTo>
                            <a:pt x="392514" y="1754417"/>
                            <a:pt x="392514" y="1756796"/>
                            <a:pt x="393703" y="1756796"/>
                          </a:cubicBezTo>
                          <a:cubicBezTo>
                            <a:pt x="394893" y="1756796"/>
                            <a:pt x="402029" y="1757985"/>
                            <a:pt x="402029" y="1759174"/>
                          </a:cubicBezTo>
                          <a:cubicBezTo>
                            <a:pt x="403218" y="1760364"/>
                            <a:pt x="403218" y="1762743"/>
                            <a:pt x="404408" y="1763932"/>
                          </a:cubicBezTo>
                          <a:cubicBezTo>
                            <a:pt x="405597" y="1765122"/>
                            <a:pt x="411545" y="1768690"/>
                            <a:pt x="412734" y="1767501"/>
                          </a:cubicBezTo>
                          <a:cubicBezTo>
                            <a:pt x="413924" y="1766311"/>
                            <a:pt x="415113" y="1763932"/>
                            <a:pt x="416302" y="1765122"/>
                          </a:cubicBezTo>
                          <a:cubicBezTo>
                            <a:pt x="417492" y="1766311"/>
                            <a:pt x="422249" y="1771069"/>
                            <a:pt x="422249" y="1772258"/>
                          </a:cubicBezTo>
                          <a:cubicBezTo>
                            <a:pt x="422249" y="1773448"/>
                            <a:pt x="422249" y="1775827"/>
                            <a:pt x="423439" y="1775827"/>
                          </a:cubicBezTo>
                          <a:cubicBezTo>
                            <a:pt x="424628" y="1775827"/>
                            <a:pt x="429386" y="1774637"/>
                            <a:pt x="430576" y="1775827"/>
                          </a:cubicBezTo>
                          <a:cubicBezTo>
                            <a:pt x="430576" y="1777016"/>
                            <a:pt x="430576" y="1779395"/>
                            <a:pt x="431765" y="1780584"/>
                          </a:cubicBezTo>
                          <a:cubicBezTo>
                            <a:pt x="432954" y="1781774"/>
                            <a:pt x="438901" y="1786531"/>
                            <a:pt x="438901" y="1787721"/>
                          </a:cubicBezTo>
                          <a:cubicBezTo>
                            <a:pt x="438901" y="1788910"/>
                            <a:pt x="436523" y="1796047"/>
                            <a:pt x="438901" y="1798426"/>
                          </a:cubicBezTo>
                          <a:cubicBezTo>
                            <a:pt x="441280" y="1800805"/>
                            <a:pt x="443659" y="1803184"/>
                            <a:pt x="443659" y="1805562"/>
                          </a:cubicBezTo>
                          <a:cubicBezTo>
                            <a:pt x="443659" y="1807941"/>
                            <a:pt x="440091" y="1807941"/>
                            <a:pt x="441280" y="1810320"/>
                          </a:cubicBezTo>
                          <a:cubicBezTo>
                            <a:pt x="442470" y="1811510"/>
                            <a:pt x="441280" y="1816267"/>
                            <a:pt x="442470" y="1816267"/>
                          </a:cubicBezTo>
                          <a:cubicBezTo>
                            <a:pt x="442470" y="1816267"/>
                            <a:pt x="442470" y="1816267"/>
                            <a:pt x="442470" y="1816267"/>
                          </a:cubicBezTo>
                          <a:lnTo>
                            <a:pt x="442470" y="1816267"/>
                          </a:lnTo>
                          <a:cubicBezTo>
                            <a:pt x="443659" y="1816267"/>
                            <a:pt x="446038" y="1816267"/>
                            <a:pt x="446038" y="1817457"/>
                          </a:cubicBezTo>
                          <a:cubicBezTo>
                            <a:pt x="446038" y="1818646"/>
                            <a:pt x="447228" y="1822214"/>
                            <a:pt x="448417" y="1822214"/>
                          </a:cubicBezTo>
                          <a:cubicBezTo>
                            <a:pt x="449607" y="1822214"/>
                            <a:pt x="451985" y="1817457"/>
                            <a:pt x="453175" y="1818646"/>
                          </a:cubicBezTo>
                          <a:cubicBezTo>
                            <a:pt x="454364" y="1819836"/>
                            <a:pt x="454364" y="1821025"/>
                            <a:pt x="456743" y="1821025"/>
                          </a:cubicBezTo>
                          <a:cubicBezTo>
                            <a:pt x="459122" y="1821025"/>
                            <a:pt x="461501" y="1817457"/>
                            <a:pt x="462690" y="1817457"/>
                          </a:cubicBezTo>
                          <a:cubicBezTo>
                            <a:pt x="463880" y="1817457"/>
                            <a:pt x="468637" y="1817457"/>
                            <a:pt x="469827" y="1818646"/>
                          </a:cubicBezTo>
                          <a:cubicBezTo>
                            <a:pt x="471016" y="1819836"/>
                            <a:pt x="474585" y="1822214"/>
                            <a:pt x="475774" y="1823404"/>
                          </a:cubicBezTo>
                          <a:cubicBezTo>
                            <a:pt x="476964" y="1824593"/>
                            <a:pt x="480532" y="1828162"/>
                            <a:pt x="482911" y="1828162"/>
                          </a:cubicBezTo>
                          <a:cubicBezTo>
                            <a:pt x="482911" y="1828162"/>
                            <a:pt x="484100" y="1828162"/>
                            <a:pt x="484100" y="1828162"/>
                          </a:cubicBezTo>
                          <a:cubicBezTo>
                            <a:pt x="486479" y="1828162"/>
                            <a:pt x="488858" y="1826972"/>
                            <a:pt x="490047" y="1826972"/>
                          </a:cubicBezTo>
                          <a:cubicBezTo>
                            <a:pt x="492426" y="1826972"/>
                            <a:pt x="498373" y="1823404"/>
                            <a:pt x="499563" y="1824593"/>
                          </a:cubicBezTo>
                          <a:cubicBezTo>
                            <a:pt x="500752" y="1824593"/>
                            <a:pt x="503131" y="1823404"/>
                            <a:pt x="504320" y="1823404"/>
                          </a:cubicBezTo>
                          <a:cubicBezTo>
                            <a:pt x="505510" y="1824593"/>
                            <a:pt x="506699" y="1824593"/>
                            <a:pt x="509078" y="1824593"/>
                          </a:cubicBezTo>
                          <a:cubicBezTo>
                            <a:pt x="510268" y="1824593"/>
                            <a:pt x="519783" y="1824593"/>
                            <a:pt x="523351" y="1824593"/>
                          </a:cubicBezTo>
                          <a:cubicBezTo>
                            <a:pt x="523351" y="1824593"/>
                            <a:pt x="524541" y="1824593"/>
                            <a:pt x="524541" y="1824593"/>
                          </a:cubicBezTo>
                          <a:cubicBezTo>
                            <a:pt x="524541" y="1824593"/>
                            <a:pt x="523351" y="1821025"/>
                            <a:pt x="524541" y="1821025"/>
                          </a:cubicBezTo>
                          <a:cubicBezTo>
                            <a:pt x="525730" y="1819836"/>
                            <a:pt x="529299" y="1819836"/>
                            <a:pt x="531678" y="1818646"/>
                          </a:cubicBezTo>
                          <a:cubicBezTo>
                            <a:pt x="532867" y="1818646"/>
                            <a:pt x="536435" y="1817457"/>
                            <a:pt x="537625" y="1818646"/>
                          </a:cubicBezTo>
                          <a:cubicBezTo>
                            <a:pt x="538814" y="1818646"/>
                            <a:pt x="547140" y="1825783"/>
                            <a:pt x="549519" y="1825783"/>
                          </a:cubicBezTo>
                          <a:cubicBezTo>
                            <a:pt x="551898" y="1825783"/>
                            <a:pt x="561413" y="1825783"/>
                            <a:pt x="562603" y="1826972"/>
                          </a:cubicBezTo>
                          <a:cubicBezTo>
                            <a:pt x="563792" y="1828162"/>
                            <a:pt x="566171" y="1830540"/>
                            <a:pt x="567361" y="1830540"/>
                          </a:cubicBezTo>
                          <a:cubicBezTo>
                            <a:pt x="568550" y="1830540"/>
                            <a:pt x="569739" y="1823404"/>
                            <a:pt x="568550" y="1821025"/>
                          </a:cubicBezTo>
                          <a:cubicBezTo>
                            <a:pt x="567361" y="1818646"/>
                            <a:pt x="559034" y="1813888"/>
                            <a:pt x="559034" y="1811510"/>
                          </a:cubicBezTo>
                          <a:cubicBezTo>
                            <a:pt x="559034" y="1810320"/>
                            <a:pt x="561413" y="1803184"/>
                            <a:pt x="562603" y="1803184"/>
                          </a:cubicBezTo>
                          <a:cubicBezTo>
                            <a:pt x="564982" y="1803184"/>
                            <a:pt x="569739" y="1804373"/>
                            <a:pt x="573308" y="1806752"/>
                          </a:cubicBezTo>
                          <a:cubicBezTo>
                            <a:pt x="576876" y="1810320"/>
                            <a:pt x="582823" y="1812699"/>
                            <a:pt x="582823" y="1815078"/>
                          </a:cubicBezTo>
                          <a:cubicBezTo>
                            <a:pt x="582823" y="1816267"/>
                            <a:pt x="585202" y="1819836"/>
                            <a:pt x="586392" y="1821025"/>
                          </a:cubicBezTo>
                          <a:cubicBezTo>
                            <a:pt x="588770" y="1821025"/>
                            <a:pt x="594718" y="1822214"/>
                            <a:pt x="595907" y="1821025"/>
                          </a:cubicBezTo>
                          <a:cubicBezTo>
                            <a:pt x="597097" y="1819836"/>
                            <a:pt x="598286" y="1817457"/>
                            <a:pt x="600665" y="1817457"/>
                          </a:cubicBezTo>
                          <a:cubicBezTo>
                            <a:pt x="603044" y="1816267"/>
                            <a:pt x="611370" y="1809131"/>
                            <a:pt x="612559" y="1806752"/>
                          </a:cubicBezTo>
                          <a:cubicBezTo>
                            <a:pt x="612559" y="1805562"/>
                            <a:pt x="613749" y="1804373"/>
                            <a:pt x="613749" y="1803184"/>
                          </a:cubicBezTo>
                          <a:cubicBezTo>
                            <a:pt x="613749" y="1803184"/>
                            <a:pt x="613749" y="1801994"/>
                            <a:pt x="613749" y="1801994"/>
                          </a:cubicBezTo>
                          <a:cubicBezTo>
                            <a:pt x="613749" y="1801994"/>
                            <a:pt x="600665" y="1792479"/>
                            <a:pt x="595907" y="1787721"/>
                          </a:cubicBezTo>
                          <a:cubicBezTo>
                            <a:pt x="592339" y="1782963"/>
                            <a:pt x="587581" y="1779395"/>
                            <a:pt x="587581" y="1777016"/>
                          </a:cubicBezTo>
                          <a:cubicBezTo>
                            <a:pt x="587581" y="1774637"/>
                            <a:pt x="587581" y="1771069"/>
                            <a:pt x="586392" y="1769879"/>
                          </a:cubicBezTo>
                          <a:cubicBezTo>
                            <a:pt x="585202" y="1768690"/>
                            <a:pt x="582823" y="1767501"/>
                            <a:pt x="582823" y="1765122"/>
                          </a:cubicBezTo>
                          <a:cubicBezTo>
                            <a:pt x="582823" y="1762743"/>
                            <a:pt x="581634" y="1753227"/>
                            <a:pt x="580445" y="1753227"/>
                          </a:cubicBezTo>
                          <a:cubicBezTo>
                            <a:pt x="579255" y="1753227"/>
                            <a:pt x="575686" y="1752038"/>
                            <a:pt x="576876" y="1750848"/>
                          </a:cubicBezTo>
                          <a:cubicBezTo>
                            <a:pt x="578066" y="1749659"/>
                            <a:pt x="581634" y="1752038"/>
                            <a:pt x="581634" y="1749659"/>
                          </a:cubicBezTo>
                          <a:cubicBezTo>
                            <a:pt x="581634" y="1748470"/>
                            <a:pt x="580445" y="1746091"/>
                            <a:pt x="581634" y="1744901"/>
                          </a:cubicBezTo>
                          <a:cubicBezTo>
                            <a:pt x="584013" y="1743712"/>
                            <a:pt x="585202" y="1741333"/>
                            <a:pt x="584013" y="1740144"/>
                          </a:cubicBezTo>
                          <a:cubicBezTo>
                            <a:pt x="582823" y="1740144"/>
                            <a:pt x="579255" y="1740144"/>
                            <a:pt x="579255" y="1740144"/>
                          </a:cubicBezTo>
                          <a:cubicBezTo>
                            <a:pt x="579255" y="1741333"/>
                            <a:pt x="578066" y="1743712"/>
                            <a:pt x="576876" y="1743712"/>
                          </a:cubicBezTo>
                          <a:cubicBezTo>
                            <a:pt x="575686" y="1743712"/>
                            <a:pt x="575686" y="1740144"/>
                            <a:pt x="574497" y="1740144"/>
                          </a:cubicBezTo>
                          <a:cubicBezTo>
                            <a:pt x="573308" y="1740144"/>
                            <a:pt x="572118" y="1736575"/>
                            <a:pt x="572118" y="1736575"/>
                          </a:cubicBezTo>
                          <a:cubicBezTo>
                            <a:pt x="572118" y="1736575"/>
                            <a:pt x="573308" y="1729438"/>
                            <a:pt x="572118" y="1729438"/>
                          </a:cubicBezTo>
                          <a:cubicBezTo>
                            <a:pt x="570929" y="1729438"/>
                            <a:pt x="566171" y="1730628"/>
                            <a:pt x="566171" y="1729438"/>
                          </a:cubicBezTo>
                          <a:cubicBezTo>
                            <a:pt x="566171" y="1727060"/>
                            <a:pt x="566171" y="1724681"/>
                            <a:pt x="563792" y="1724681"/>
                          </a:cubicBezTo>
                          <a:cubicBezTo>
                            <a:pt x="562603" y="1724681"/>
                            <a:pt x="559034" y="1727060"/>
                            <a:pt x="557845" y="1727060"/>
                          </a:cubicBezTo>
                          <a:cubicBezTo>
                            <a:pt x="556656" y="1727060"/>
                            <a:pt x="557845" y="1721112"/>
                            <a:pt x="556656" y="1721112"/>
                          </a:cubicBezTo>
                          <a:cubicBezTo>
                            <a:pt x="555466" y="1719923"/>
                            <a:pt x="554277" y="1715165"/>
                            <a:pt x="555466" y="1713976"/>
                          </a:cubicBezTo>
                          <a:cubicBezTo>
                            <a:pt x="556656" y="1712786"/>
                            <a:pt x="561413" y="1711597"/>
                            <a:pt x="561413" y="1710408"/>
                          </a:cubicBezTo>
                          <a:cubicBezTo>
                            <a:pt x="560224" y="1708029"/>
                            <a:pt x="559034" y="1702082"/>
                            <a:pt x="560224" y="1699703"/>
                          </a:cubicBezTo>
                          <a:cubicBezTo>
                            <a:pt x="561413" y="1698513"/>
                            <a:pt x="562603" y="1698513"/>
                            <a:pt x="563792" y="1696134"/>
                          </a:cubicBezTo>
                          <a:cubicBezTo>
                            <a:pt x="563792" y="1693755"/>
                            <a:pt x="566171" y="1691377"/>
                            <a:pt x="566171" y="1691377"/>
                          </a:cubicBezTo>
                          <a:lnTo>
                            <a:pt x="568550" y="1688998"/>
                          </a:lnTo>
                          <a:cubicBezTo>
                            <a:pt x="568550" y="1688998"/>
                            <a:pt x="568550" y="1684240"/>
                            <a:pt x="569739" y="1684240"/>
                          </a:cubicBezTo>
                          <a:cubicBezTo>
                            <a:pt x="570929" y="1684240"/>
                            <a:pt x="570929" y="1677103"/>
                            <a:pt x="572118" y="1678293"/>
                          </a:cubicBezTo>
                          <a:cubicBezTo>
                            <a:pt x="573308" y="1679482"/>
                            <a:pt x="573308" y="1681861"/>
                            <a:pt x="575686" y="1681861"/>
                          </a:cubicBezTo>
                          <a:cubicBezTo>
                            <a:pt x="578066" y="1681861"/>
                            <a:pt x="579255" y="1677103"/>
                            <a:pt x="580445" y="1678293"/>
                          </a:cubicBezTo>
                          <a:cubicBezTo>
                            <a:pt x="581634" y="1678293"/>
                            <a:pt x="582823" y="1679482"/>
                            <a:pt x="582823" y="1679482"/>
                          </a:cubicBezTo>
                          <a:cubicBezTo>
                            <a:pt x="582823" y="1679482"/>
                            <a:pt x="586392" y="1677103"/>
                            <a:pt x="587581" y="1677103"/>
                          </a:cubicBezTo>
                          <a:cubicBezTo>
                            <a:pt x="587581" y="1677103"/>
                            <a:pt x="591149" y="1678293"/>
                            <a:pt x="591149" y="1677103"/>
                          </a:cubicBezTo>
                          <a:cubicBezTo>
                            <a:pt x="591149" y="1674725"/>
                            <a:pt x="586392" y="1672346"/>
                            <a:pt x="586392" y="1671156"/>
                          </a:cubicBezTo>
                          <a:cubicBezTo>
                            <a:pt x="586392" y="1669967"/>
                            <a:pt x="591149" y="1671156"/>
                            <a:pt x="591149" y="1671156"/>
                          </a:cubicBezTo>
                          <a:lnTo>
                            <a:pt x="595907" y="1669967"/>
                          </a:lnTo>
                          <a:cubicBezTo>
                            <a:pt x="595907" y="1669967"/>
                            <a:pt x="595907" y="1673535"/>
                            <a:pt x="598286" y="1672346"/>
                          </a:cubicBezTo>
                          <a:cubicBezTo>
                            <a:pt x="599475" y="1672346"/>
                            <a:pt x="600665" y="1668777"/>
                            <a:pt x="600665" y="1668777"/>
                          </a:cubicBezTo>
                          <a:lnTo>
                            <a:pt x="597097" y="1665209"/>
                          </a:lnTo>
                          <a:cubicBezTo>
                            <a:pt x="597097" y="1665209"/>
                            <a:pt x="589960" y="1661641"/>
                            <a:pt x="591149" y="1661641"/>
                          </a:cubicBezTo>
                          <a:cubicBezTo>
                            <a:pt x="592339" y="1661641"/>
                            <a:pt x="597097" y="1661641"/>
                            <a:pt x="598286" y="1662830"/>
                          </a:cubicBezTo>
                          <a:cubicBezTo>
                            <a:pt x="599475" y="1664020"/>
                            <a:pt x="604233" y="1664020"/>
                            <a:pt x="604233" y="1662830"/>
                          </a:cubicBezTo>
                          <a:cubicBezTo>
                            <a:pt x="604233" y="1661641"/>
                            <a:pt x="603044" y="1659262"/>
                            <a:pt x="603044" y="1659262"/>
                          </a:cubicBezTo>
                          <a:cubicBezTo>
                            <a:pt x="603044" y="1658072"/>
                            <a:pt x="604233" y="1656883"/>
                            <a:pt x="604233" y="1656883"/>
                          </a:cubicBezTo>
                          <a:cubicBezTo>
                            <a:pt x="604233" y="1656883"/>
                            <a:pt x="604233" y="1655694"/>
                            <a:pt x="604233" y="1654504"/>
                          </a:cubicBezTo>
                          <a:cubicBezTo>
                            <a:pt x="604233" y="1653315"/>
                            <a:pt x="604233" y="1652125"/>
                            <a:pt x="605422" y="1652125"/>
                          </a:cubicBezTo>
                          <a:cubicBezTo>
                            <a:pt x="606612" y="1652125"/>
                            <a:pt x="606612" y="1652125"/>
                            <a:pt x="606612" y="1652125"/>
                          </a:cubicBezTo>
                          <a:cubicBezTo>
                            <a:pt x="606612" y="1652125"/>
                            <a:pt x="608991" y="1650936"/>
                            <a:pt x="608991" y="1650936"/>
                          </a:cubicBezTo>
                          <a:lnTo>
                            <a:pt x="608991" y="1650936"/>
                          </a:lnTo>
                          <a:cubicBezTo>
                            <a:pt x="608991" y="1649746"/>
                            <a:pt x="608991" y="1647368"/>
                            <a:pt x="607801" y="1647368"/>
                          </a:cubicBezTo>
                          <a:cubicBezTo>
                            <a:pt x="606612" y="1647368"/>
                            <a:pt x="603044" y="1642610"/>
                            <a:pt x="600665" y="1643799"/>
                          </a:cubicBezTo>
                          <a:cubicBezTo>
                            <a:pt x="598286" y="1644989"/>
                            <a:pt x="595907" y="1646178"/>
                            <a:pt x="593528" y="1646178"/>
                          </a:cubicBezTo>
                          <a:cubicBezTo>
                            <a:pt x="591149" y="1644989"/>
                            <a:pt x="589960" y="1643799"/>
                            <a:pt x="588770" y="1642610"/>
                          </a:cubicBezTo>
                          <a:cubicBezTo>
                            <a:pt x="587581" y="1641420"/>
                            <a:pt x="584013" y="1639042"/>
                            <a:pt x="585202" y="1637852"/>
                          </a:cubicBezTo>
                          <a:cubicBezTo>
                            <a:pt x="586392" y="1636663"/>
                            <a:pt x="595907" y="1637852"/>
                            <a:pt x="595907" y="1635473"/>
                          </a:cubicBezTo>
                          <a:cubicBezTo>
                            <a:pt x="595907" y="1634284"/>
                            <a:pt x="591149" y="1625958"/>
                            <a:pt x="586392" y="1620010"/>
                          </a:cubicBezTo>
                          <a:cubicBezTo>
                            <a:pt x="581634" y="1614063"/>
                            <a:pt x="574497" y="1606927"/>
                            <a:pt x="573308" y="1606927"/>
                          </a:cubicBezTo>
                          <a:cubicBezTo>
                            <a:pt x="570929" y="1606927"/>
                            <a:pt x="567361" y="1606927"/>
                            <a:pt x="566171" y="1605737"/>
                          </a:cubicBezTo>
                          <a:cubicBezTo>
                            <a:pt x="564982" y="1604548"/>
                            <a:pt x="557845" y="1603358"/>
                            <a:pt x="556656" y="1603358"/>
                          </a:cubicBezTo>
                          <a:cubicBezTo>
                            <a:pt x="555466" y="1604548"/>
                            <a:pt x="554277" y="1608116"/>
                            <a:pt x="553087" y="1606927"/>
                          </a:cubicBezTo>
                          <a:cubicBezTo>
                            <a:pt x="551898" y="1605737"/>
                            <a:pt x="547140" y="1600980"/>
                            <a:pt x="547140" y="1598601"/>
                          </a:cubicBezTo>
                          <a:cubicBezTo>
                            <a:pt x="548330" y="1596222"/>
                            <a:pt x="547140" y="1593843"/>
                            <a:pt x="545951" y="1591464"/>
                          </a:cubicBezTo>
                          <a:cubicBezTo>
                            <a:pt x="544761" y="1589085"/>
                            <a:pt x="531678" y="1586706"/>
                            <a:pt x="532867" y="1583138"/>
                          </a:cubicBezTo>
                          <a:cubicBezTo>
                            <a:pt x="532867" y="1580759"/>
                            <a:pt x="537625" y="1574812"/>
                            <a:pt x="538814" y="1570054"/>
                          </a:cubicBezTo>
                          <a:cubicBezTo>
                            <a:pt x="538814" y="1565297"/>
                            <a:pt x="540003" y="1558160"/>
                            <a:pt x="538814" y="1556970"/>
                          </a:cubicBezTo>
                          <a:cubicBezTo>
                            <a:pt x="537625" y="1555781"/>
                            <a:pt x="534056" y="1549834"/>
                            <a:pt x="534056" y="1547455"/>
                          </a:cubicBezTo>
                          <a:cubicBezTo>
                            <a:pt x="534056" y="1545076"/>
                            <a:pt x="532867" y="1543887"/>
                            <a:pt x="535246" y="1542697"/>
                          </a:cubicBezTo>
                          <a:cubicBezTo>
                            <a:pt x="537625" y="1541508"/>
                            <a:pt x="538814" y="1540318"/>
                            <a:pt x="541193" y="1537940"/>
                          </a:cubicBezTo>
                          <a:cubicBezTo>
                            <a:pt x="543572" y="1535561"/>
                            <a:pt x="547140" y="1531992"/>
                            <a:pt x="545951" y="1530803"/>
                          </a:cubicBezTo>
                          <a:cubicBezTo>
                            <a:pt x="545951" y="1529614"/>
                            <a:pt x="545951" y="1523666"/>
                            <a:pt x="547140" y="1523666"/>
                          </a:cubicBezTo>
                          <a:cubicBezTo>
                            <a:pt x="548330" y="1522477"/>
                            <a:pt x="549519" y="1521287"/>
                            <a:pt x="550709" y="1522477"/>
                          </a:cubicBezTo>
                          <a:cubicBezTo>
                            <a:pt x="551898" y="1523666"/>
                            <a:pt x="555466" y="1528424"/>
                            <a:pt x="557845" y="1529614"/>
                          </a:cubicBezTo>
                          <a:cubicBezTo>
                            <a:pt x="559034" y="1530803"/>
                            <a:pt x="564982" y="1535561"/>
                            <a:pt x="564982" y="1536750"/>
                          </a:cubicBezTo>
                          <a:cubicBezTo>
                            <a:pt x="564982" y="1537940"/>
                            <a:pt x="564982" y="1539129"/>
                            <a:pt x="566171" y="1540318"/>
                          </a:cubicBezTo>
                          <a:cubicBezTo>
                            <a:pt x="567361" y="1541508"/>
                            <a:pt x="570929" y="1545076"/>
                            <a:pt x="573308" y="1545076"/>
                          </a:cubicBezTo>
                          <a:cubicBezTo>
                            <a:pt x="576876" y="1545076"/>
                            <a:pt x="581634" y="1546266"/>
                            <a:pt x="580445" y="1542697"/>
                          </a:cubicBezTo>
                          <a:cubicBezTo>
                            <a:pt x="579255" y="1539129"/>
                            <a:pt x="578066" y="1535561"/>
                            <a:pt x="579255" y="1535561"/>
                          </a:cubicBezTo>
                          <a:cubicBezTo>
                            <a:pt x="580445" y="1535561"/>
                            <a:pt x="581634" y="1533182"/>
                            <a:pt x="581634" y="1530803"/>
                          </a:cubicBezTo>
                          <a:cubicBezTo>
                            <a:pt x="581634" y="1529614"/>
                            <a:pt x="580445" y="1523666"/>
                            <a:pt x="579255" y="1521287"/>
                          </a:cubicBezTo>
                          <a:cubicBezTo>
                            <a:pt x="576876" y="1518909"/>
                            <a:pt x="575686" y="1514151"/>
                            <a:pt x="576876" y="1512961"/>
                          </a:cubicBezTo>
                          <a:cubicBezTo>
                            <a:pt x="578066" y="1511772"/>
                            <a:pt x="593528" y="1511772"/>
                            <a:pt x="593528" y="1510583"/>
                          </a:cubicBezTo>
                          <a:cubicBezTo>
                            <a:pt x="593528" y="1508204"/>
                            <a:pt x="594718" y="1505825"/>
                            <a:pt x="593528" y="1503446"/>
                          </a:cubicBezTo>
                          <a:cubicBezTo>
                            <a:pt x="592339" y="1502257"/>
                            <a:pt x="588770" y="1497499"/>
                            <a:pt x="591149" y="1495120"/>
                          </a:cubicBezTo>
                          <a:cubicBezTo>
                            <a:pt x="593528" y="1492741"/>
                            <a:pt x="598286" y="1489173"/>
                            <a:pt x="600665" y="1489173"/>
                          </a:cubicBezTo>
                          <a:cubicBezTo>
                            <a:pt x="603044" y="1489173"/>
                            <a:pt x="605422" y="1490362"/>
                            <a:pt x="605422" y="1489173"/>
                          </a:cubicBezTo>
                          <a:cubicBezTo>
                            <a:pt x="605422" y="1487983"/>
                            <a:pt x="604233" y="1482036"/>
                            <a:pt x="605422" y="1480847"/>
                          </a:cubicBezTo>
                          <a:cubicBezTo>
                            <a:pt x="606612" y="1479657"/>
                            <a:pt x="610180" y="1477278"/>
                            <a:pt x="610180" y="1478468"/>
                          </a:cubicBezTo>
                          <a:cubicBezTo>
                            <a:pt x="611370" y="1479657"/>
                            <a:pt x="614938" y="1482036"/>
                            <a:pt x="614938" y="1479657"/>
                          </a:cubicBezTo>
                          <a:cubicBezTo>
                            <a:pt x="614938" y="1478468"/>
                            <a:pt x="616128" y="1466573"/>
                            <a:pt x="617317" y="1466573"/>
                          </a:cubicBezTo>
                          <a:cubicBezTo>
                            <a:pt x="618506" y="1466573"/>
                            <a:pt x="620885" y="1470142"/>
                            <a:pt x="623264" y="1470142"/>
                          </a:cubicBezTo>
                          <a:cubicBezTo>
                            <a:pt x="626832" y="1470142"/>
                            <a:pt x="630401" y="1472521"/>
                            <a:pt x="629211" y="1473710"/>
                          </a:cubicBezTo>
                          <a:cubicBezTo>
                            <a:pt x="629211" y="1476089"/>
                            <a:pt x="625643" y="1477278"/>
                            <a:pt x="625643" y="1478468"/>
                          </a:cubicBezTo>
                          <a:cubicBezTo>
                            <a:pt x="625643" y="1480847"/>
                            <a:pt x="628022" y="1483225"/>
                            <a:pt x="628022" y="1483225"/>
                          </a:cubicBezTo>
                          <a:cubicBezTo>
                            <a:pt x="628022" y="1483225"/>
                            <a:pt x="629211" y="1480847"/>
                            <a:pt x="630401" y="1480847"/>
                          </a:cubicBezTo>
                          <a:cubicBezTo>
                            <a:pt x="631590" y="1480847"/>
                            <a:pt x="632780" y="1477278"/>
                            <a:pt x="632780" y="1477278"/>
                          </a:cubicBezTo>
                          <a:cubicBezTo>
                            <a:pt x="632780" y="1477278"/>
                            <a:pt x="636348" y="1472521"/>
                            <a:pt x="636348" y="1473710"/>
                          </a:cubicBezTo>
                          <a:cubicBezTo>
                            <a:pt x="636348" y="1474899"/>
                            <a:pt x="636348" y="1479657"/>
                            <a:pt x="638727" y="1477278"/>
                          </a:cubicBezTo>
                          <a:cubicBezTo>
                            <a:pt x="639916" y="1476089"/>
                            <a:pt x="642295" y="1471331"/>
                            <a:pt x="643484" y="1471331"/>
                          </a:cubicBezTo>
                          <a:cubicBezTo>
                            <a:pt x="644674" y="1471331"/>
                            <a:pt x="648242" y="1471331"/>
                            <a:pt x="648242" y="1470142"/>
                          </a:cubicBezTo>
                          <a:cubicBezTo>
                            <a:pt x="648242" y="1468952"/>
                            <a:pt x="649432" y="1467763"/>
                            <a:pt x="650621" y="1466573"/>
                          </a:cubicBezTo>
                          <a:cubicBezTo>
                            <a:pt x="651811" y="1466573"/>
                            <a:pt x="655379" y="1465384"/>
                            <a:pt x="656568" y="1467763"/>
                          </a:cubicBezTo>
                          <a:cubicBezTo>
                            <a:pt x="656568" y="1470142"/>
                            <a:pt x="658947" y="1473710"/>
                            <a:pt x="660136" y="1474899"/>
                          </a:cubicBezTo>
                          <a:cubicBezTo>
                            <a:pt x="661326" y="1476089"/>
                            <a:pt x="664894" y="1478468"/>
                            <a:pt x="667273" y="1477278"/>
                          </a:cubicBezTo>
                          <a:cubicBezTo>
                            <a:pt x="669652" y="1474899"/>
                            <a:pt x="676788" y="1473710"/>
                            <a:pt x="676788" y="1474899"/>
                          </a:cubicBezTo>
                          <a:cubicBezTo>
                            <a:pt x="677978" y="1476089"/>
                            <a:pt x="676788" y="1478468"/>
                            <a:pt x="679167" y="1478468"/>
                          </a:cubicBezTo>
                          <a:cubicBezTo>
                            <a:pt x="681547" y="1478468"/>
                            <a:pt x="683925" y="1479657"/>
                            <a:pt x="685115" y="1480847"/>
                          </a:cubicBezTo>
                          <a:cubicBezTo>
                            <a:pt x="686304" y="1482036"/>
                            <a:pt x="686304" y="1484415"/>
                            <a:pt x="687494" y="1485604"/>
                          </a:cubicBezTo>
                          <a:cubicBezTo>
                            <a:pt x="689872" y="1486794"/>
                            <a:pt x="693441" y="1484415"/>
                            <a:pt x="695820" y="1486794"/>
                          </a:cubicBezTo>
                          <a:cubicBezTo>
                            <a:pt x="698199" y="1489173"/>
                            <a:pt x="699388" y="1491551"/>
                            <a:pt x="701767" y="1493930"/>
                          </a:cubicBezTo>
                          <a:cubicBezTo>
                            <a:pt x="704146" y="1496309"/>
                            <a:pt x="708903" y="1495120"/>
                            <a:pt x="710093" y="1497499"/>
                          </a:cubicBezTo>
                          <a:cubicBezTo>
                            <a:pt x="711282" y="1499878"/>
                            <a:pt x="710093" y="1508204"/>
                            <a:pt x="712472" y="1507014"/>
                          </a:cubicBezTo>
                          <a:cubicBezTo>
                            <a:pt x="714851" y="1507014"/>
                            <a:pt x="717230" y="1504635"/>
                            <a:pt x="717230" y="1501067"/>
                          </a:cubicBezTo>
                          <a:cubicBezTo>
                            <a:pt x="717230" y="1497499"/>
                            <a:pt x="717230" y="1495120"/>
                            <a:pt x="718419" y="1493930"/>
                          </a:cubicBezTo>
                          <a:cubicBezTo>
                            <a:pt x="719608" y="1492741"/>
                            <a:pt x="723177" y="1490362"/>
                            <a:pt x="723177" y="1492741"/>
                          </a:cubicBezTo>
                          <a:cubicBezTo>
                            <a:pt x="724366" y="1495120"/>
                            <a:pt x="724366" y="1498688"/>
                            <a:pt x="726745" y="1497499"/>
                          </a:cubicBezTo>
                          <a:cubicBezTo>
                            <a:pt x="729124" y="1497499"/>
                            <a:pt x="735071" y="1496309"/>
                            <a:pt x="736260" y="1499878"/>
                          </a:cubicBezTo>
                          <a:cubicBezTo>
                            <a:pt x="737450" y="1502257"/>
                            <a:pt x="736260" y="1504635"/>
                            <a:pt x="738639" y="1504635"/>
                          </a:cubicBezTo>
                          <a:cubicBezTo>
                            <a:pt x="741018" y="1504635"/>
                            <a:pt x="749344" y="1501067"/>
                            <a:pt x="749344" y="1498688"/>
                          </a:cubicBezTo>
                          <a:cubicBezTo>
                            <a:pt x="749344" y="1496309"/>
                            <a:pt x="748155" y="1490362"/>
                            <a:pt x="749344" y="1490362"/>
                          </a:cubicBezTo>
                          <a:cubicBezTo>
                            <a:pt x="750534" y="1490362"/>
                            <a:pt x="752913" y="1491551"/>
                            <a:pt x="754102" y="1490362"/>
                          </a:cubicBezTo>
                          <a:cubicBezTo>
                            <a:pt x="754102" y="1489173"/>
                            <a:pt x="754102" y="1485604"/>
                            <a:pt x="755291" y="1485604"/>
                          </a:cubicBezTo>
                          <a:cubicBezTo>
                            <a:pt x="756481" y="1484415"/>
                            <a:pt x="760049" y="1483225"/>
                            <a:pt x="760049" y="1484415"/>
                          </a:cubicBezTo>
                          <a:cubicBezTo>
                            <a:pt x="760049" y="1485604"/>
                            <a:pt x="760049" y="1487983"/>
                            <a:pt x="761238" y="1487983"/>
                          </a:cubicBezTo>
                          <a:cubicBezTo>
                            <a:pt x="762428" y="1487983"/>
                            <a:pt x="764807" y="1483225"/>
                            <a:pt x="765996" y="1483225"/>
                          </a:cubicBezTo>
                          <a:cubicBezTo>
                            <a:pt x="767186" y="1483225"/>
                            <a:pt x="771943" y="1482036"/>
                            <a:pt x="773133" y="1484415"/>
                          </a:cubicBezTo>
                          <a:cubicBezTo>
                            <a:pt x="774322" y="1486794"/>
                            <a:pt x="776701" y="1492741"/>
                            <a:pt x="780269" y="1492741"/>
                          </a:cubicBezTo>
                          <a:cubicBezTo>
                            <a:pt x="782648" y="1492741"/>
                            <a:pt x="787406" y="1493930"/>
                            <a:pt x="787406" y="1491551"/>
                          </a:cubicBezTo>
                          <a:cubicBezTo>
                            <a:pt x="787406" y="1490362"/>
                            <a:pt x="785027" y="1484415"/>
                            <a:pt x="787406" y="1484415"/>
                          </a:cubicBezTo>
                          <a:cubicBezTo>
                            <a:pt x="789785" y="1484415"/>
                            <a:pt x="795732" y="1485604"/>
                            <a:pt x="796921" y="1484415"/>
                          </a:cubicBezTo>
                          <a:cubicBezTo>
                            <a:pt x="798111" y="1483225"/>
                            <a:pt x="798111" y="1482036"/>
                            <a:pt x="800490" y="1482036"/>
                          </a:cubicBezTo>
                          <a:cubicBezTo>
                            <a:pt x="802869" y="1482036"/>
                            <a:pt x="810005" y="1485604"/>
                            <a:pt x="810005" y="1486794"/>
                          </a:cubicBezTo>
                          <a:cubicBezTo>
                            <a:pt x="808816" y="1487983"/>
                            <a:pt x="804058" y="1490362"/>
                            <a:pt x="804058" y="1491551"/>
                          </a:cubicBezTo>
                          <a:cubicBezTo>
                            <a:pt x="805248" y="1492741"/>
                            <a:pt x="807626" y="1498688"/>
                            <a:pt x="811195" y="1499878"/>
                          </a:cubicBezTo>
                          <a:cubicBezTo>
                            <a:pt x="813573" y="1499878"/>
                            <a:pt x="817142" y="1497499"/>
                            <a:pt x="818332" y="1498688"/>
                          </a:cubicBezTo>
                          <a:cubicBezTo>
                            <a:pt x="819521" y="1499878"/>
                            <a:pt x="823089" y="1501067"/>
                            <a:pt x="824279" y="1499878"/>
                          </a:cubicBezTo>
                          <a:cubicBezTo>
                            <a:pt x="825468" y="1499878"/>
                            <a:pt x="827847" y="1498688"/>
                            <a:pt x="830226" y="1498688"/>
                          </a:cubicBezTo>
                          <a:cubicBezTo>
                            <a:pt x="832605" y="1499878"/>
                            <a:pt x="836173" y="1503446"/>
                            <a:pt x="839741" y="1503446"/>
                          </a:cubicBezTo>
                          <a:cubicBezTo>
                            <a:pt x="843309" y="1503446"/>
                            <a:pt x="845688" y="1502257"/>
                            <a:pt x="845688" y="1499878"/>
                          </a:cubicBezTo>
                          <a:cubicBezTo>
                            <a:pt x="845688" y="1497499"/>
                            <a:pt x="845688" y="1489173"/>
                            <a:pt x="849257" y="1490362"/>
                          </a:cubicBezTo>
                          <a:cubicBezTo>
                            <a:pt x="851636" y="1491551"/>
                            <a:pt x="856393" y="1496309"/>
                            <a:pt x="859962" y="1496309"/>
                          </a:cubicBezTo>
                          <a:cubicBezTo>
                            <a:pt x="862340" y="1496309"/>
                            <a:pt x="870667" y="1493930"/>
                            <a:pt x="873045" y="1493930"/>
                          </a:cubicBezTo>
                          <a:cubicBezTo>
                            <a:pt x="875424" y="1493930"/>
                            <a:pt x="875424" y="1490362"/>
                            <a:pt x="875424" y="1486794"/>
                          </a:cubicBezTo>
                          <a:cubicBezTo>
                            <a:pt x="875424" y="1483225"/>
                            <a:pt x="876614" y="1468952"/>
                            <a:pt x="873045" y="1467763"/>
                          </a:cubicBezTo>
                          <a:cubicBezTo>
                            <a:pt x="869477" y="1466573"/>
                            <a:pt x="863530" y="1467763"/>
                            <a:pt x="862340" y="1466573"/>
                          </a:cubicBezTo>
                          <a:cubicBezTo>
                            <a:pt x="861151" y="1464195"/>
                            <a:pt x="858772" y="1459437"/>
                            <a:pt x="857583" y="1459437"/>
                          </a:cubicBezTo>
                          <a:cubicBezTo>
                            <a:pt x="856393" y="1459437"/>
                            <a:pt x="852825" y="1459437"/>
                            <a:pt x="851636" y="1458247"/>
                          </a:cubicBezTo>
                          <a:cubicBezTo>
                            <a:pt x="850446" y="1457058"/>
                            <a:pt x="850446" y="1455868"/>
                            <a:pt x="849257" y="1455868"/>
                          </a:cubicBezTo>
                          <a:cubicBezTo>
                            <a:pt x="848067" y="1455868"/>
                            <a:pt x="844499" y="1457058"/>
                            <a:pt x="843309" y="1455868"/>
                          </a:cubicBezTo>
                          <a:cubicBezTo>
                            <a:pt x="843309" y="1454679"/>
                            <a:pt x="838552" y="1447542"/>
                            <a:pt x="842120" y="1447542"/>
                          </a:cubicBezTo>
                          <a:cubicBezTo>
                            <a:pt x="845688" y="1447542"/>
                            <a:pt x="848067" y="1448732"/>
                            <a:pt x="848067" y="1447542"/>
                          </a:cubicBezTo>
                          <a:cubicBezTo>
                            <a:pt x="848067" y="1445164"/>
                            <a:pt x="846878" y="1441595"/>
                            <a:pt x="848067" y="1441595"/>
                          </a:cubicBezTo>
                          <a:cubicBezTo>
                            <a:pt x="849257" y="1441595"/>
                            <a:pt x="850446" y="1438027"/>
                            <a:pt x="850446" y="1436838"/>
                          </a:cubicBezTo>
                          <a:cubicBezTo>
                            <a:pt x="850446" y="1435648"/>
                            <a:pt x="846878" y="1433269"/>
                            <a:pt x="846878" y="1430890"/>
                          </a:cubicBezTo>
                          <a:cubicBezTo>
                            <a:pt x="845688" y="1428512"/>
                            <a:pt x="846878" y="1424943"/>
                            <a:pt x="848067" y="1423754"/>
                          </a:cubicBezTo>
                          <a:cubicBezTo>
                            <a:pt x="849257" y="1422564"/>
                            <a:pt x="851636" y="1421375"/>
                            <a:pt x="852825" y="1418996"/>
                          </a:cubicBezTo>
                          <a:cubicBezTo>
                            <a:pt x="854015" y="1416617"/>
                            <a:pt x="857583" y="1413049"/>
                            <a:pt x="859962" y="1413049"/>
                          </a:cubicBezTo>
                          <a:cubicBezTo>
                            <a:pt x="862340" y="1413049"/>
                            <a:pt x="875424" y="1415428"/>
                            <a:pt x="875424" y="1411859"/>
                          </a:cubicBezTo>
                          <a:cubicBezTo>
                            <a:pt x="875424" y="1408291"/>
                            <a:pt x="875424" y="1405912"/>
                            <a:pt x="873045" y="1405912"/>
                          </a:cubicBezTo>
                          <a:cubicBezTo>
                            <a:pt x="870667" y="1404723"/>
                            <a:pt x="869477" y="1404723"/>
                            <a:pt x="867098" y="1402344"/>
                          </a:cubicBezTo>
                          <a:cubicBezTo>
                            <a:pt x="865909" y="1399965"/>
                            <a:pt x="863530" y="1399965"/>
                            <a:pt x="862340" y="1399965"/>
                          </a:cubicBezTo>
                          <a:cubicBezTo>
                            <a:pt x="861151" y="1401155"/>
                            <a:pt x="858772" y="1403533"/>
                            <a:pt x="857583" y="1403533"/>
                          </a:cubicBezTo>
                          <a:cubicBezTo>
                            <a:pt x="856393" y="1403533"/>
                            <a:pt x="856393" y="1401155"/>
                            <a:pt x="854015" y="1401155"/>
                          </a:cubicBezTo>
                          <a:cubicBezTo>
                            <a:pt x="851636" y="1401155"/>
                            <a:pt x="846878" y="1402344"/>
                            <a:pt x="846878" y="1399965"/>
                          </a:cubicBezTo>
                          <a:cubicBezTo>
                            <a:pt x="846878" y="1397586"/>
                            <a:pt x="848067" y="1395207"/>
                            <a:pt x="850446" y="1395207"/>
                          </a:cubicBezTo>
                          <a:cubicBezTo>
                            <a:pt x="852825" y="1395207"/>
                            <a:pt x="857583" y="1396397"/>
                            <a:pt x="857583" y="1394018"/>
                          </a:cubicBezTo>
                          <a:cubicBezTo>
                            <a:pt x="857583" y="1391639"/>
                            <a:pt x="857583" y="1390450"/>
                            <a:pt x="854015" y="1390450"/>
                          </a:cubicBezTo>
                          <a:cubicBezTo>
                            <a:pt x="850446" y="1389260"/>
                            <a:pt x="845688" y="1389260"/>
                            <a:pt x="845688" y="1388071"/>
                          </a:cubicBezTo>
                          <a:cubicBezTo>
                            <a:pt x="845688" y="1385692"/>
                            <a:pt x="842120" y="1379745"/>
                            <a:pt x="846878" y="1379745"/>
                          </a:cubicBezTo>
                          <a:cubicBezTo>
                            <a:pt x="850446" y="1379745"/>
                            <a:pt x="852825" y="1379745"/>
                            <a:pt x="852825" y="1378555"/>
                          </a:cubicBezTo>
                          <a:cubicBezTo>
                            <a:pt x="852825" y="1377366"/>
                            <a:pt x="856393" y="1374987"/>
                            <a:pt x="857583" y="1374987"/>
                          </a:cubicBezTo>
                          <a:cubicBezTo>
                            <a:pt x="857583" y="1374987"/>
                            <a:pt x="857583" y="1377366"/>
                            <a:pt x="859962" y="1377366"/>
                          </a:cubicBezTo>
                          <a:cubicBezTo>
                            <a:pt x="862340" y="1377366"/>
                            <a:pt x="867098" y="1378555"/>
                            <a:pt x="867098" y="1378555"/>
                          </a:cubicBezTo>
                          <a:cubicBezTo>
                            <a:pt x="867098" y="1378555"/>
                            <a:pt x="869477" y="1382123"/>
                            <a:pt x="870667" y="1380934"/>
                          </a:cubicBezTo>
                          <a:cubicBezTo>
                            <a:pt x="871856" y="1379745"/>
                            <a:pt x="873045" y="1374987"/>
                            <a:pt x="873045" y="1374987"/>
                          </a:cubicBezTo>
                          <a:cubicBezTo>
                            <a:pt x="873045" y="1374987"/>
                            <a:pt x="877803" y="1373797"/>
                            <a:pt x="877803" y="1373797"/>
                          </a:cubicBezTo>
                          <a:cubicBezTo>
                            <a:pt x="877803" y="1373797"/>
                            <a:pt x="881371" y="1377366"/>
                            <a:pt x="883750" y="1377366"/>
                          </a:cubicBezTo>
                          <a:cubicBezTo>
                            <a:pt x="886129" y="1377366"/>
                            <a:pt x="886129" y="1371419"/>
                            <a:pt x="887319" y="1371419"/>
                          </a:cubicBezTo>
                          <a:cubicBezTo>
                            <a:pt x="889698" y="1370229"/>
                            <a:pt x="898023" y="1370229"/>
                            <a:pt x="899213" y="1369040"/>
                          </a:cubicBezTo>
                          <a:cubicBezTo>
                            <a:pt x="901592" y="1367850"/>
                            <a:pt x="913486" y="1366661"/>
                            <a:pt x="914675" y="1365471"/>
                          </a:cubicBezTo>
                          <a:cubicBezTo>
                            <a:pt x="915865" y="1364282"/>
                            <a:pt x="919434" y="1358335"/>
                            <a:pt x="923002" y="1358335"/>
                          </a:cubicBezTo>
                          <a:cubicBezTo>
                            <a:pt x="926570" y="1358335"/>
                            <a:pt x="928949" y="1359524"/>
                            <a:pt x="931328" y="1358335"/>
                          </a:cubicBezTo>
                          <a:cubicBezTo>
                            <a:pt x="932517" y="1357145"/>
                            <a:pt x="934896" y="1352388"/>
                            <a:pt x="937275" y="1353577"/>
                          </a:cubicBezTo>
                          <a:cubicBezTo>
                            <a:pt x="939654" y="1354766"/>
                            <a:pt x="943222" y="1355956"/>
                            <a:pt x="943222" y="1355956"/>
                          </a:cubicBezTo>
                          <a:cubicBezTo>
                            <a:pt x="943222" y="1355956"/>
                            <a:pt x="940843" y="1348819"/>
                            <a:pt x="943222" y="1347630"/>
                          </a:cubicBezTo>
                          <a:cubicBezTo>
                            <a:pt x="946790" y="1346440"/>
                            <a:pt x="950359" y="1347630"/>
                            <a:pt x="951548" y="1346440"/>
                          </a:cubicBezTo>
                          <a:cubicBezTo>
                            <a:pt x="952738" y="1345251"/>
                            <a:pt x="953927" y="1340493"/>
                            <a:pt x="956306" y="1342872"/>
                          </a:cubicBezTo>
                          <a:cubicBezTo>
                            <a:pt x="957495" y="1344062"/>
                            <a:pt x="958685" y="1346440"/>
                            <a:pt x="962253" y="1345251"/>
                          </a:cubicBezTo>
                          <a:cubicBezTo>
                            <a:pt x="964632" y="1344062"/>
                            <a:pt x="972958" y="1340493"/>
                            <a:pt x="976526" y="1339304"/>
                          </a:cubicBezTo>
                          <a:cubicBezTo>
                            <a:pt x="978905" y="1336925"/>
                            <a:pt x="986042" y="1332167"/>
                            <a:pt x="989610" y="1332167"/>
                          </a:cubicBezTo>
                          <a:cubicBezTo>
                            <a:pt x="993178" y="1332167"/>
                            <a:pt x="996747" y="1326220"/>
                            <a:pt x="1000315" y="1327410"/>
                          </a:cubicBezTo>
                          <a:cubicBezTo>
                            <a:pt x="1003883" y="1327410"/>
                            <a:pt x="1008641" y="1327410"/>
                            <a:pt x="1008641" y="1325031"/>
                          </a:cubicBezTo>
                          <a:cubicBezTo>
                            <a:pt x="1008641" y="1322652"/>
                            <a:pt x="1002694" y="1316705"/>
                            <a:pt x="1007452" y="1316705"/>
                          </a:cubicBezTo>
                          <a:cubicBezTo>
                            <a:pt x="1011020" y="1315515"/>
                            <a:pt x="1016967" y="1317894"/>
                            <a:pt x="1016967" y="1315515"/>
                          </a:cubicBezTo>
                          <a:cubicBezTo>
                            <a:pt x="1016967" y="1314326"/>
                            <a:pt x="1016967" y="1306000"/>
                            <a:pt x="1021725" y="1307189"/>
                          </a:cubicBezTo>
                          <a:cubicBezTo>
                            <a:pt x="1025293" y="1308379"/>
                            <a:pt x="1032430" y="1309568"/>
                            <a:pt x="1034808" y="1309568"/>
                          </a:cubicBezTo>
                          <a:cubicBezTo>
                            <a:pt x="1037187" y="1309568"/>
                            <a:pt x="1045513" y="1308379"/>
                            <a:pt x="1047892" y="1310757"/>
                          </a:cubicBezTo>
                          <a:cubicBezTo>
                            <a:pt x="1050271" y="1313136"/>
                            <a:pt x="1052650" y="1314326"/>
                            <a:pt x="1056219" y="1313136"/>
                          </a:cubicBezTo>
                          <a:cubicBezTo>
                            <a:pt x="1058597" y="1313136"/>
                            <a:pt x="1066923" y="1310757"/>
                            <a:pt x="1066923" y="1311947"/>
                          </a:cubicBezTo>
                          <a:cubicBezTo>
                            <a:pt x="1068113" y="1313136"/>
                            <a:pt x="1066923" y="1315515"/>
                            <a:pt x="1068113" y="1316705"/>
                          </a:cubicBezTo>
                          <a:cubicBezTo>
                            <a:pt x="1069302" y="1317894"/>
                            <a:pt x="1071681" y="1320273"/>
                            <a:pt x="1072871" y="1321462"/>
                          </a:cubicBezTo>
                          <a:cubicBezTo>
                            <a:pt x="1074060" y="1323841"/>
                            <a:pt x="1072871" y="1325031"/>
                            <a:pt x="1075249" y="1326220"/>
                          </a:cubicBezTo>
                          <a:cubicBezTo>
                            <a:pt x="1077628" y="1327410"/>
                            <a:pt x="1081196" y="1328599"/>
                            <a:pt x="1081196" y="1330978"/>
                          </a:cubicBezTo>
                          <a:cubicBezTo>
                            <a:pt x="1081196" y="1333357"/>
                            <a:pt x="1077628" y="1335736"/>
                            <a:pt x="1078818" y="1338114"/>
                          </a:cubicBezTo>
                          <a:cubicBezTo>
                            <a:pt x="1080007" y="1340493"/>
                            <a:pt x="1081196" y="1342872"/>
                            <a:pt x="1080007" y="1344062"/>
                          </a:cubicBezTo>
                          <a:cubicBezTo>
                            <a:pt x="1078818" y="1344062"/>
                            <a:pt x="1074060" y="1344062"/>
                            <a:pt x="1075249" y="1346440"/>
                          </a:cubicBezTo>
                          <a:cubicBezTo>
                            <a:pt x="1076439" y="1348819"/>
                            <a:pt x="1077628" y="1352388"/>
                            <a:pt x="1080007" y="1352388"/>
                          </a:cubicBezTo>
                          <a:cubicBezTo>
                            <a:pt x="1082386" y="1352388"/>
                            <a:pt x="1085954" y="1347630"/>
                            <a:pt x="1087144" y="1348819"/>
                          </a:cubicBezTo>
                          <a:cubicBezTo>
                            <a:pt x="1088333" y="1350009"/>
                            <a:pt x="1091902" y="1352388"/>
                            <a:pt x="1091902" y="1352388"/>
                          </a:cubicBezTo>
                          <a:cubicBezTo>
                            <a:pt x="1091902" y="1352388"/>
                            <a:pt x="1095470" y="1344062"/>
                            <a:pt x="1096659" y="1344062"/>
                          </a:cubicBezTo>
                          <a:cubicBezTo>
                            <a:pt x="1097849" y="1345251"/>
                            <a:pt x="1096659" y="1348819"/>
                            <a:pt x="1100227" y="1348819"/>
                          </a:cubicBezTo>
                          <a:cubicBezTo>
                            <a:pt x="1103796" y="1348819"/>
                            <a:pt x="1100227" y="1336925"/>
                            <a:pt x="1101417" y="1338114"/>
                          </a:cubicBezTo>
                          <a:cubicBezTo>
                            <a:pt x="1102606" y="1338114"/>
                            <a:pt x="1112122" y="1342872"/>
                            <a:pt x="1112122" y="1345251"/>
                          </a:cubicBezTo>
                          <a:cubicBezTo>
                            <a:pt x="1112122" y="1347630"/>
                            <a:pt x="1110932" y="1353577"/>
                            <a:pt x="1112122" y="1354766"/>
                          </a:cubicBezTo>
                          <a:cubicBezTo>
                            <a:pt x="1113311" y="1355956"/>
                            <a:pt x="1116879" y="1361903"/>
                            <a:pt x="1119258" y="1360714"/>
                          </a:cubicBezTo>
                          <a:cubicBezTo>
                            <a:pt x="1121637" y="1359524"/>
                            <a:pt x="1124017" y="1359524"/>
                            <a:pt x="1121637" y="1357145"/>
                          </a:cubicBezTo>
                          <a:cubicBezTo>
                            <a:pt x="1120448" y="1354766"/>
                            <a:pt x="1116879" y="1352388"/>
                            <a:pt x="1119258" y="1351198"/>
                          </a:cubicBezTo>
                          <a:cubicBezTo>
                            <a:pt x="1121637" y="1350009"/>
                            <a:pt x="1125206" y="1351198"/>
                            <a:pt x="1128774" y="1352388"/>
                          </a:cubicBezTo>
                          <a:cubicBezTo>
                            <a:pt x="1132342" y="1353577"/>
                            <a:pt x="1133532" y="1354766"/>
                            <a:pt x="1134721" y="1353577"/>
                          </a:cubicBezTo>
                          <a:cubicBezTo>
                            <a:pt x="1137100" y="1352388"/>
                            <a:pt x="1139479" y="1350009"/>
                            <a:pt x="1140668" y="1351198"/>
                          </a:cubicBezTo>
                          <a:cubicBezTo>
                            <a:pt x="1141858" y="1352388"/>
                            <a:pt x="1140668" y="1355956"/>
                            <a:pt x="1138289" y="1358335"/>
                          </a:cubicBezTo>
                          <a:cubicBezTo>
                            <a:pt x="1137100" y="1360714"/>
                            <a:pt x="1135911" y="1364282"/>
                            <a:pt x="1137100" y="1367850"/>
                          </a:cubicBezTo>
                          <a:cubicBezTo>
                            <a:pt x="1138289" y="1371419"/>
                            <a:pt x="1140668" y="1373797"/>
                            <a:pt x="1141858" y="1372608"/>
                          </a:cubicBezTo>
                          <a:cubicBezTo>
                            <a:pt x="1143047" y="1372608"/>
                            <a:pt x="1146615" y="1366661"/>
                            <a:pt x="1151373" y="1366661"/>
                          </a:cubicBezTo>
                          <a:cubicBezTo>
                            <a:pt x="1156131" y="1366661"/>
                            <a:pt x="1168025" y="1372608"/>
                            <a:pt x="1168025" y="1369040"/>
                          </a:cubicBezTo>
                          <a:cubicBezTo>
                            <a:pt x="1168025" y="1366661"/>
                            <a:pt x="1168025" y="1360714"/>
                            <a:pt x="1170404" y="1360714"/>
                          </a:cubicBezTo>
                          <a:cubicBezTo>
                            <a:pt x="1172783" y="1359524"/>
                            <a:pt x="1181109" y="1360714"/>
                            <a:pt x="1184677" y="1355956"/>
                          </a:cubicBezTo>
                          <a:cubicBezTo>
                            <a:pt x="1188246" y="1351198"/>
                            <a:pt x="1190625" y="1344062"/>
                            <a:pt x="1195383" y="1341683"/>
                          </a:cubicBezTo>
                          <a:cubicBezTo>
                            <a:pt x="1200140" y="1339304"/>
                            <a:pt x="1202519" y="1338114"/>
                            <a:pt x="1204898" y="1335736"/>
                          </a:cubicBezTo>
                          <a:cubicBezTo>
                            <a:pt x="1206087" y="1333357"/>
                            <a:pt x="1212034" y="1332167"/>
                            <a:pt x="1214413" y="1330978"/>
                          </a:cubicBezTo>
                          <a:cubicBezTo>
                            <a:pt x="1216792" y="1329788"/>
                            <a:pt x="1221550" y="1329788"/>
                            <a:pt x="1221550" y="1332167"/>
                          </a:cubicBezTo>
                          <a:cubicBezTo>
                            <a:pt x="1221550" y="1334546"/>
                            <a:pt x="1221550" y="1336925"/>
                            <a:pt x="1219171" y="1339304"/>
                          </a:cubicBezTo>
                          <a:cubicBezTo>
                            <a:pt x="1216792" y="1340493"/>
                            <a:pt x="1214413" y="1339304"/>
                            <a:pt x="1214413" y="1341683"/>
                          </a:cubicBezTo>
                          <a:cubicBezTo>
                            <a:pt x="1214413" y="1342872"/>
                            <a:pt x="1214413" y="1346440"/>
                            <a:pt x="1219171" y="1348819"/>
                          </a:cubicBezTo>
                          <a:cubicBezTo>
                            <a:pt x="1223929" y="1351198"/>
                            <a:pt x="1258423" y="1376176"/>
                            <a:pt x="1264370" y="1382123"/>
                          </a:cubicBezTo>
                          <a:cubicBezTo>
                            <a:pt x="1270317" y="1388071"/>
                            <a:pt x="1322652" y="1459437"/>
                            <a:pt x="1326220" y="1460626"/>
                          </a:cubicBezTo>
                          <a:cubicBezTo>
                            <a:pt x="1329789" y="1461816"/>
                            <a:pt x="1338115" y="1458247"/>
                            <a:pt x="1336925" y="1455868"/>
                          </a:cubicBezTo>
                          <a:cubicBezTo>
                            <a:pt x="1335736" y="1453490"/>
                            <a:pt x="1336925" y="1443974"/>
                            <a:pt x="1339304" y="1443974"/>
                          </a:cubicBezTo>
                          <a:cubicBezTo>
                            <a:pt x="1341683" y="1445164"/>
                            <a:pt x="1347630" y="1447542"/>
                            <a:pt x="1347630" y="1449921"/>
                          </a:cubicBezTo>
                          <a:cubicBezTo>
                            <a:pt x="1347630" y="1452300"/>
                            <a:pt x="1351198" y="1457058"/>
                            <a:pt x="1351198" y="1457058"/>
                          </a:cubicBezTo>
                          <a:cubicBezTo>
                            <a:pt x="1351198" y="1457058"/>
                            <a:pt x="1352387" y="1460626"/>
                            <a:pt x="1357145" y="1460626"/>
                          </a:cubicBezTo>
                          <a:cubicBezTo>
                            <a:pt x="1361904" y="1460626"/>
                            <a:pt x="1364282" y="1455868"/>
                            <a:pt x="1369040" y="1457058"/>
                          </a:cubicBezTo>
                          <a:cubicBezTo>
                            <a:pt x="1373798" y="1458247"/>
                            <a:pt x="1379745" y="1460626"/>
                            <a:pt x="1379745" y="1460626"/>
                          </a:cubicBezTo>
                          <a:lnTo>
                            <a:pt x="1386881" y="1458247"/>
                          </a:lnTo>
                          <a:cubicBezTo>
                            <a:pt x="1386881" y="1458247"/>
                            <a:pt x="1390450" y="1459437"/>
                            <a:pt x="1391639" y="1455868"/>
                          </a:cubicBezTo>
                          <a:cubicBezTo>
                            <a:pt x="1392829" y="1453490"/>
                            <a:pt x="1390450" y="1448732"/>
                            <a:pt x="1392829" y="1448732"/>
                          </a:cubicBezTo>
                          <a:cubicBezTo>
                            <a:pt x="1395208" y="1448732"/>
                            <a:pt x="1417806" y="1448732"/>
                            <a:pt x="1421375" y="1452300"/>
                          </a:cubicBezTo>
                          <a:cubicBezTo>
                            <a:pt x="1424943" y="1457058"/>
                            <a:pt x="1428512" y="1466573"/>
                            <a:pt x="1433270" y="1467763"/>
                          </a:cubicBezTo>
                          <a:cubicBezTo>
                            <a:pt x="1438027" y="1468952"/>
                            <a:pt x="1451111" y="1473710"/>
                            <a:pt x="1451111" y="1477278"/>
                          </a:cubicBezTo>
                          <a:cubicBezTo>
                            <a:pt x="1451111" y="1479657"/>
                            <a:pt x="1452300" y="1487983"/>
                            <a:pt x="1454679" y="1490362"/>
                          </a:cubicBezTo>
                          <a:cubicBezTo>
                            <a:pt x="1458247" y="1492741"/>
                            <a:pt x="1465384" y="1498688"/>
                            <a:pt x="1467763" y="1496309"/>
                          </a:cubicBezTo>
                          <a:cubicBezTo>
                            <a:pt x="1470142" y="1493930"/>
                            <a:pt x="1471331" y="1492741"/>
                            <a:pt x="1477278" y="1492741"/>
                          </a:cubicBezTo>
                          <a:cubicBezTo>
                            <a:pt x="1483225" y="1491551"/>
                            <a:pt x="1491551" y="1492741"/>
                            <a:pt x="1491551" y="1490362"/>
                          </a:cubicBezTo>
                          <a:cubicBezTo>
                            <a:pt x="1491551" y="1487983"/>
                            <a:pt x="1498689" y="1479657"/>
                            <a:pt x="1499878" y="1483225"/>
                          </a:cubicBezTo>
                          <a:cubicBezTo>
                            <a:pt x="1499878" y="1486794"/>
                            <a:pt x="1496310" y="1495120"/>
                            <a:pt x="1499878" y="1495120"/>
                          </a:cubicBezTo>
                          <a:cubicBezTo>
                            <a:pt x="1503446" y="1496309"/>
                            <a:pt x="1509393" y="1498688"/>
                            <a:pt x="1509393" y="1498688"/>
                          </a:cubicBezTo>
                          <a:cubicBezTo>
                            <a:pt x="1509393" y="1499878"/>
                            <a:pt x="1516530" y="1499878"/>
                            <a:pt x="1517719" y="1501067"/>
                          </a:cubicBezTo>
                          <a:cubicBezTo>
                            <a:pt x="1517719" y="1502257"/>
                            <a:pt x="1518908" y="1502257"/>
                            <a:pt x="1520098" y="1502257"/>
                          </a:cubicBezTo>
                          <a:cubicBezTo>
                            <a:pt x="1521287" y="1502257"/>
                            <a:pt x="1522477" y="1503446"/>
                            <a:pt x="1523666" y="1503446"/>
                          </a:cubicBezTo>
                          <a:cubicBezTo>
                            <a:pt x="1526045" y="1504635"/>
                            <a:pt x="1529614" y="1505825"/>
                            <a:pt x="1529614" y="1503446"/>
                          </a:cubicBezTo>
                          <a:cubicBezTo>
                            <a:pt x="1529614" y="1503446"/>
                            <a:pt x="1529614" y="1503446"/>
                            <a:pt x="1529614" y="1502257"/>
                          </a:cubicBezTo>
                          <a:cubicBezTo>
                            <a:pt x="1530803" y="1498688"/>
                            <a:pt x="1533182" y="1491551"/>
                            <a:pt x="1535561" y="1491551"/>
                          </a:cubicBezTo>
                          <a:cubicBezTo>
                            <a:pt x="1537940" y="1491551"/>
                            <a:pt x="1548644" y="1493930"/>
                            <a:pt x="1551023" y="1490362"/>
                          </a:cubicBezTo>
                          <a:cubicBezTo>
                            <a:pt x="1553402" y="1486794"/>
                            <a:pt x="1560539" y="1480847"/>
                            <a:pt x="1561728" y="1480847"/>
                          </a:cubicBezTo>
                          <a:cubicBezTo>
                            <a:pt x="1564107" y="1480847"/>
                            <a:pt x="1564107" y="1479657"/>
                            <a:pt x="1564107" y="1476089"/>
                          </a:cubicBezTo>
                          <a:cubicBezTo>
                            <a:pt x="1564107" y="1472521"/>
                            <a:pt x="1567676" y="1466573"/>
                            <a:pt x="1570055" y="1466573"/>
                          </a:cubicBezTo>
                          <a:cubicBezTo>
                            <a:pt x="1572433" y="1465384"/>
                            <a:pt x="1574812" y="1460626"/>
                            <a:pt x="1574812" y="1460626"/>
                          </a:cubicBezTo>
                          <a:lnTo>
                            <a:pt x="1581949" y="1457058"/>
                          </a:lnTo>
                          <a:lnTo>
                            <a:pt x="1585517" y="1451111"/>
                          </a:lnTo>
                          <a:cubicBezTo>
                            <a:pt x="1585517" y="1451111"/>
                            <a:pt x="1583138" y="1445164"/>
                            <a:pt x="1584327" y="1443974"/>
                          </a:cubicBezTo>
                          <a:cubicBezTo>
                            <a:pt x="1586706" y="1442785"/>
                            <a:pt x="1591464" y="1445164"/>
                            <a:pt x="1591464" y="1445164"/>
                          </a:cubicBezTo>
                          <a:lnTo>
                            <a:pt x="1598601" y="1441595"/>
                          </a:lnTo>
                          <a:cubicBezTo>
                            <a:pt x="1598601" y="1441595"/>
                            <a:pt x="1602169" y="1434459"/>
                            <a:pt x="1603359" y="1434459"/>
                          </a:cubicBezTo>
                          <a:cubicBezTo>
                            <a:pt x="1605738" y="1434459"/>
                            <a:pt x="1623579" y="1433269"/>
                            <a:pt x="1625957" y="1433269"/>
                          </a:cubicBezTo>
                          <a:cubicBezTo>
                            <a:pt x="1628337" y="1432080"/>
                            <a:pt x="1630716" y="1428512"/>
                            <a:pt x="1633095" y="1429701"/>
                          </a:cubicBezTo>
                          <a:cubicBezTo>
                            <a:pt x="1635474" y="1430890"/>
                            <a:pt x="1634284" y="1436838"/>
                            <a:pt x="1639042" y="1438027"/>
                          </a:cubicBezTo>
                          <a:cubicBezTo>
                            <a:pt x="1643799" y="1440406"/>
                            <a:pt x="1646178" y="1439216"/>
                            <a:pt x="1648557" y="1439216"/>
                          </a:cubicBezTo>
                          <a:cubicBezTo>
                            <a:pt x="1650936" y="1439216"/>
                            <a:pt x="1662830" y="1435648"/>
                            <a:pt x="1664020" y="1436838"/>
                          </a:cubicBezTo>
                          <a:cubicBezTo>
                            <a:pt x="1665209" y="1438027"/>
                            <a:pt x="1665209" y="1443974"/>
                            <a:pt x="1667588" y="1446353"/>
                          </a:cubicBezTo>
                          <a:cubicBezTo>
                            <a:pt x="1669967" y="1448732"/>
                            <a:pt x="1692566" y="1465384"/>
                            <a:pt x="1696134" y="1464195"/>
                          </a:cubicBezTo>
                          <a:cubicBezTo>
                            <a:pt x="1699703" y="1463005"/>
                            <a:pt x="1708029" y="1453490"/>
                            <a:pt x="1713976" y="1455868"/>
                          </a:cubicBezTo>
                          <a:cubicBezTo>
                            <a:pt x="1719923" y="1458247"/>
                            <a:pt x="1721112" y="1463005"/>
                            <a:pt x="1724681" y="1461816"/>
                          </a:cubicBezTo>
                          <a:cubicBezTo>
                            <a:pt x="1728249" y="1459437"/>
                            <a:pt x="1731817" y="1458247"/>
                            <a:pt x="1733007" y="1458247"/>
                          </a:cubicBezTo>
                          <a:cubicBezTo>
                            <a:pt x="1734197" y="1458247"/>
                            <a:pt x="1742523" y="1461816"/>
                            <a:pt x="1746091" y="1461816"/>
                          </a:cubicBezTo>
                          <a:cubicBezTo>
                            <a:pt x="1748470" y="1460626"/>
                            <a:pt x="1750848" y="1459437"/>
                            <a:pt x="1754417" y="1459437"/>
                          </a:cubicBezTo>
                          <a:cubicBezTo>
                            <a:pt x="1757985" y="1459437"/>
                            <a:pt x="1762743" y="1461816"/>
                            <a:pt x="1763932" y="1457058"/>
                          </a:cubicBezTo>
                          <a:cubicBezTo>
                            <a:pt x="1765122" y="1453490"/>
                            <a:pt x="1767501" y="1451111"/>
                            <a:pt x="1766311" y="1448732"/>
                          </a:cubicBezTo>
                          <a:cubicBezTo>
                            <a:pt x="1765122" y="1447542"/>
                            <a:pt x="1761553" y="1448732"/>
                            <a:pt x="1760364" y="1442785"/>
                          </a:cubicBezTo>
                          <a:cubicBezTo>
                            <a:pt x="1759174" y="1436838"/>
                            <a:pt x="1763932" y="1424943"/>
                            <a:pt x="1761553" y="1423754"/>
                          </a:cubicBezTo>
                          <a:cubicBezTo>
                            <a:pt x="1757985" y="1422564"/>
                            <a:pt x="1757985" y="1420185"/>
                            <a:pt x="1753227" y="1418996"/>
                          </a:cubicBezTo>
                          <a:cubicBezTo>
                            <a:pt x="1748470" y="1416617"/>
                            <a:pt x="1746091" y="1420185"/>
                            <a:pt x="1744901" y="1415428"/>
                          </a:cubicBezTo>
                          <a:cubicBezTo>
                            <a:pt x="1743712" y="1410670"/>
                            <a:pt x="1740144" y="1401155"/>
                            <a:pt x="1743712" y="1398776"/>
                          </a:cubicBezTo>
                          <a:cubicBezTo>
                            <a:pt x="1747280" y="1396397"/>
                            <a:pt x="1750848" y="1392829"/>
                            <a:pt x="1750848" y="1392829"/>
                          </a:cubicBezTo>
                          <a:lnTo>
                            <a:pt x="1752038" y="1384502"/>
                          </a:lnTo>
                          <a:lnTo>
                            <a:pt x="1760364" y="1383313"/>
                          </a:lnTo>
                          <a:cubicBezTo>
                            <a:pt x="1760364" y="1383313"/>
                            <a:pt x="1759174" y="1372608"/>
                            <a:pt x="1761553" y="1370229"/>
                          </a:cubicBezTo>
                          <a:cubicBezTo>
                            <a:pt x="1763932" y="1367850"/>
                            <a:pt x="1771069" y="1372608"/>
                            <a:pt x="1773448" y="1372608"/>
                          </a:cubicBezTo>
                          <a:cubicBezTo>
                            <a:pt x="1775827" y="1372608"/>
                            <a:pt x="1781774" y="1373797"/>
                            <a:pt x="1782963" y="1374987"/>
                          </a:cubicBezTo>
                          <a:cubicBezTo>
                            <a:pt x="1784153" y="1376176"/>
                            <a:pt x="1788910" y="1379745"/>
                            <a:pt x="1792478" y="1379745"/>
                          </a:cubicBezTo>
                          <a:cubicBezTo>
                            <a:pt x="1796047" y="1379745"/>
                            <a:pt x="1807942" y="1379745"/>
                            <a:pt x="1810320" y="1382123"/>
                          </a:cubicBezTo>
                          <a:cubicBezTo>
                            <a:pt x="1812699" y="1384502"/>
                            <a:pt x="1816267" y="1385692"/>
                            <a:pt x="1818646" y="1385692"/>
                          </a:cubicBezTo>
                          <a:cubicBezTo>
                            <a:pt x="1821025" y="1385692"/>
                            <a:pt x="1825783" y="1388071"/>
                            <a:pt x="1826972" y="1388071"/>
                          </a:cubicBezTo>
                          <a:cubicBezTo>
                            <a:pt x="1828161" y="1388071"/>
                            <a:pt x="1843625" y="1383313"/>
                            <a:pt x="1846003" y="1391639"/>
                          </a:cubicBezTo>
                          <a:cubicBezTo>
                            <a:pt x="1848382" y="1399965"/>
                            <a:pt x="1849572" y="1403533"/>
                            <a:pt x="1850761" y="1404723"/>
                          </a:cubicBezTo>
                          <a:cubicBezTo>
                            <a:pt x="1851950" y="1405912"/>
                            <a:pt x="1855519" y="1410670"/>
                            <a:pt x="1855519" y="1413049"/>
                          </a:cubicBezTo>
                          <a:cubicBezTo>
                            <a:pt x="1855519" y="1415428"/>
                            <a:pt x="1855519" y="1418996"/>
                            <a:pt x="1857897" y="1418996"/>
                          </a:cubicBezTo>
                          <a:cubicBezTo>
                            <a:pt x="1860276" y="1418996"/>
                            <a:pt x="1865034" y="1421375"/>
                            <a:pt x="1866224" y="1423754"/>
                          </a:cubicBezTo>
                          <a:cubicBezTo>
                            <a:pt x="1867413" y="1426133"/>
                            <a:pt x="1872171" y="1427322"/>
                            <a:pt x="1874550" y="1428512"/>
                          </a:cubicBezTo>
                          <a:cubicBezTo>
                            <a:pt x="1878118" y="1429701"/>
                            <a:pt x="1882876" y="1434459"/>
                            <a:pt x="1885255" y="1433269"/>
                          </a:cubicBezTo>
                          <a:cubicBezTo>
                            <a:pt x="1886444" y="1432080"/>
                            <a:pt x="1888823" y="1429701"/>
                            <a:pt x="1891202" y="1430890"/>
                          </a:cubicBezTo>
                          <a:cubicBezTo>
                            <a:pt x="1893580" y="1430890"/>
                            <a:pt x="1899528" y="1428512"/>
                            <a:pt x="1901907" y="1428512"/>
                          </a:cubicBezTo>
                          <a:cubicBezTo>
                            <a:pt x="1904286" y="1428512"/>
                            <a:pt x="1906665" y="1430890"/>
                            <a:pt x="1909044" y="1429701"/>
                          </a:cubicBezTo>
                          <a:cubicBezTo>
                            <a:pt x="1911422" y="1428512"/>
                            <a:pt x="1914991" y="1423754"/>
                            <a:pt x="1914991" y="1423754"/>
                          </a:cubicBezTo>
                          <a:cubicBezTo>
                            <a:pt x="1916180" y="1423754"/>
                            <a:pt x="1930453" y="1422564"/>
                            <a:pt x="1931642" y="1420185"/>
                          </a:cubicBezTo>
                          <a:cubicBezTo>
                            <a:pt x="1932832" y="1418996"/>
                            <a:pt x="1938779" y="1416617"/>
                            <a:pt x="1941158" y="1416617"/>
                          </a:cubicBezTo>
                          <a:cubicBezTo>
                            <a:pt x="1944727" y="1416617"/>
                            <a:pt x="1947105" y="1411859"/>
                            <a:pt x="1949484" y="1414238"/>
                          </a:cubicBezTo>
                          <a:cubicBezTo>
                            <a:pt x="1951863" y="1416617"/>
                            <a:pt x="1954242" y="1418996"/>
                            <a:pt x="1957810" y="1418996"/>
                          </a:cubicBezTo>
                          <a:cubicBezTo>
                            <a:pt x="1960189" y="1418996"/>
                            <a:pt x="1973273" y="1418996"/>
                            <a:pt x="1974463" y="1420185"/>
                          </a:cubicBezTo>
                          <a:cubicBezTo>
                            <a:pt x="1975652" y="1421375"/>
                            <a:pt x="1979220" y="1427322"/>
                            <a:pt x="1983978" y="1428512"/>
                          </a:cubicBezTo>
                          <a:cubicBezTo>
                            <a:pt x="1987546" y="1429701"/>
                            <a:pt x="1995872" y="1426133"/>
                            <a:pt x="1999440" y="1428512"/>
                          </a:cubicBezTo>
                          <a:cubicBezTo>
                            <a:pt x="2003009" y="1430890"/>
                            <a:pt x="2001819" y="1438027"/>
                            <a:pt x="2006577" y="1439216"/>
                          </a:cubicBezTo>
                          <a:cubicBezTo>
                            <a:pt x="2010146" y="1440406"/>
                            <a:pt x="2018471" y="1443974"/>
                            <a:pt x="2020850" y="1447542"/>
                          </a:cubicBezTo>
                          <a:cubicBezTo>
                            <a:pt x="2023229" y="1451111"/>
                            <a:pt x="2039881" y="1448732"/>
                            <a:pt x="2043450" y="1449921"/>
                          </a:cubicBezTo>
                          <a:cubicBezTo>
                            <a:pt x="2045829" y="1451111"/>
                            <a:pt x="2055344" y="1452300"/>
                            <a:pt x="2056533" y="1452300"/>
                          </a:cubicBezTo>
                          <a:cubicBezTo>
                            <a:pt x="2057723" y="1452300"/>
                            <a:pt x="2075565" y="1446353"/>
                            <a:pt x="2077943" y="1448732"/>
                          </a:cubicBezTo>
                          <a:cubicBezTo>
                            <a:pt x="2080322" y="1451111"/>
                            <a:pt x="2089837" y="1452300"/>
                            <a:pt x="2089837" y="1452300"/>
                          </a:cubicBezTo>
                          <a:lnTo>
                            <a:pt x="2096974" y="1440406"/>
                          </a:lnTo>
                          <a:cubicBezTo>
                            <a:pt x="2096974" y="1440406"/>
                            <a:pt x="2106490" y="1441595"/>
                            <a:pt x="2108869" y="1439216"/>
                          </a:cubicBezTo>
                          <a:cubicBezTo>
                            <a:pt x="2111248" y="1435648"/>
                            <a:pt x="2110058" y="1433269"/>
                            <a:pt x="2113626" y="1433269"/>
                          </a:cubicBezTo>
                          <a:cubicBezTo>
                            <a:pt x="2117195" y="1433269"/>
                            <a:pt x="2120763" y="1434459"/>
                            <a:pt x="2120763" y="1434459"/>
                          </a:cubicBezTo>
                          <a:cubicBezTo>
                            <a:pt x="2120763" y="1434459"/>
                            <a:pt x="2129089" y="1439216"/>
                            <a:pt x="2130278" y="1434459"/>
                          </a:cubicBezTo>
                          <a:cubicBezTo>
                            <a:pt x="2131467" y="1429701"/>
                            <a:pt x="2130278" y="1420185"/>
                            <a:pt x="2135036" y="1417807"/>
                          </a:cubicBezTo>
                          <a:cubicBezTo>
                            <a:pt x="2139794" y="1416617"/>
                            <a:pt x="2146931" y="1413049"/>
                            <a:pt x="2146931" y="1413049"/>
                          </a:cubicBezTo>
                          <a:cubicBezTo>
                            <a:pt x="2146931" y="1413049"/>
                            <a:pt x="2150499" y="1402344"/>
                            <a:pt x="2155256" y="1401155"/>
                          </a:cubicBezTo>
                          <a:cubicBezTo>
                            <a:pt x="2161203" y="1401155"/>
                            <a:pt x="2170719" y="1398776"/>
                            <a:pt x="2174288" y="1402344"/>
                          </a:cubicBezTo>
                          <a:cubicBezTo>
                            <a:pt x="2176667" y="1405912"/>
                            <a:pt x="2183803" y="1410670"/>
                            <a:pt x="2183803" y="1410670"/>
                          </a:cubicBezTo>
                          <a:cubicBezTo>
                            <a:pt x="2183803" y="1410670"/>
                            <a:pt x="2187371" y="1407102"/>
                            <a:pt x="2190939" y="1408291"/>
                          </a:cubicBezTo>
                          <a:cubicBezTo>
                            <a:pt x="2194508" y="1409481"/>
                            <a:pt x="2192129" y="1411859"/>
                            <a:pt x="2198076" y="1411859"/>
                          </a:cubicBezTo>
                          <a:cubicBezTo>
                            <a:pt x="2204023" y="1411859"/>
                            <a:pt x="2205213" y="1411859"/>
                            <a:pt x="2206402" y="1409481"/>
                          </a:cubicBezTo>
                          <a:cubicBezTo>
                            <a:pt x="2207592" y="1407102"/>
                            <a:pt x="2200455" y="1404723"/>
                            <a:pt x="2208781" y="1405912"/>
                          </a:cubicBezTo>
                          <a:cubicBezTo>
                            <a:pt x="2215918" y="1407102"/>
                            <a:pt x="2220675" y="1407102"/>
                            <a:pt x="2221865" y="1408291"/>
                          </a:cubicBezTo>
                          <a:cubicBezTo>
                            <a:pt x="2221865" y="1408291"/>
                            <a:pt x="2221865" y="1408291"/>
                            <a:pt x="2221865" y="1408291"/>
                          </a:cubicBezTo>
                          <a:cubicBezTo>
                            <a:pt x="2221865" y="1408291"/>
                            <a:pt x="2225433" y="1409481"/>
                            <a:pt x="2230191" y="1409481"/>
                          </a:cubicBezTo>
                          <a:cubicBezTo>
                            <a:pt x="2233759" y="1409481"/>
                            <a:pt x="2240896" y="1415428"/>
                            <a:pt x="2244464" y="1414238"/>
                          </a:cubicBezTo>
                          <a:cubicBezTo>
                            <a:pt x="2248033" y="1413049"/>
                            <a:pt x="2258737" y="1397586"/>
                            <a:pt x="2263495" y="1397586"/>
                          </a:cubicBezTo>
                          <a:cubicBezTo>
                            <a:pt x="2268252" y="1397586"/>
                            <a:pt x="2277769" y="1395207"/>
                            <a:pt x="2277769" y="1391639"/>
                          </a:cubicBezTo>
                          <a:cubicBezTo>
                            <a:pt x="2277769" y="1388071"/>
                            <a:pt x="2277769" y="1385692"/>
                            <a:pt x="2275389" y="1384502"/>
                          </a:cubicBezTo>
                          <a:cubicBezTo>
                            <a:pt x="2275389" y="1384502"/>
                            <a:pt x="2271821" y="1383313"/>
                            <a:pt x="2270631" y="1382123"/>
                          </a:cubicBezTo>
                          <a:cubicBezTo>
                            <a:pt x="2269442" y="1379745"/>
                            <a:pt x="2268252" y="1376176"/>
                            <a:pt x="2269442" y="1373797"/>
                          </a:cubicBezTo>
                          <a:cubicBezTo>
                            <a:pt x="2270631" y="1371419"/>
                            <a:pt x="2270631" y="1363093"/>
                            <a:pt x="2269442" y="1361903"/>
                          </a:cubicBezTo>
                          <a:cubicBezTo>
                            <a:pt x="2268252" y="1360714"/>
                            <a:pt x="2265874" y="1355956"/>
                            <a:pt x="2267063" y="1355956"/>
                          </a:cubicBezTo>
                          <a:cubicBezTo>
                            <a:pt x="2268252" y="1355956"/>
                            <a:pt x="2273010" y="1355956"/>
                            <a:pt x="2273010" y="1352388"/>
                          </a:cubicBezTo>
                          <a:cubicBezTo>
                            <a:pt x="2273010" y="1350009"/>
                            <a:pt x="2270631" y="1351198"/>
                            <a:pt x="2269442" y="1347630"/>
                          </a:cubicBezTo>
                          <a:cubicBezTo>
                            <a:pt x="2268252" y="1344062"/>
                            <a:pt x="2269442" y="1339304"/>
                            <a:pt x="2268252" y="1336925"/>
                          </a:cubicBezTo>
                          <a:cubicBezTo>
                            <a:pt x="2267063" y="1334546"/>
                            <a:pt x="2265874" y="1330978"/>
                            <a:pt x="2267063" y="1328599"/>
                          </a:cubicBezTo>
                          <a:cubicBezTo>
                            <a:pt x="2268252" y="1326220"/>
                            <a:pt x="2273010" y="1322652"/>
                            <a:pt x="2274200" y="1320273"/>
                          </a:cubicBezTo>
                          <a:cubicBezTo>
                            <a:pt x="2274200" y="1317894"/>
                            <a:pt x="2274200" y="1314326"/>
                            <a:pt x="2276579" y="1313136"/>
                          </a:cubicBezTo>
                          <a:cubicBezTo>
                            <a:pt x="2278958" y="1311947"/>
                            <a:pt x="2281337" y="1309568"/>
                            <a:pt x="2281337" y="1307189"/>
                          </a:cubicBezTo>
                          <a:cubicBezTo>
                            <a:pt x="2281337" y="1304810"/>
                            <a:pt x="2281337" y="1297674"/>
                            <a:pt x="2280147" y="1295295"/>
                          </a:cubicBezTo>
                          <a:cubicBezTo>
                            <a:pt x="2277769" y="1292916"/>
                            <a:pt x="2271821" y="1281022"/>
                            <a:pt x="2269442" y="1281022"/>
                          </a:cubicBezTo>
                          <a:cubicBezTo>
                            <a:pt x="2267063" y="1281022"/>
                            <a:pt x="2256358" y="1289348"/>
                            <a:pt x="2255169" y="1286969"/>
                          </a:cubicBezTo>
                          <a:cubicBezTo>
                            <a:pt x="2253980" y="1284590"/>
                            <a:pt x="2252790" y="1277453"/>
                            <a:pt x="2255169" y="1276264"/>
                          </a:cubicBezTo>
                          <a:cubicBezTo>
                            <a:pt x="2257548" y="1275074"/>
                            <a:pt x="2259927" y="1271506"/>
                            <a:pt x="2259927" y="1269127"/>
                          </a:cubicBezTo>
                          <a:cubicBezTo>
                            <a:pt x="2259927" y="1266748"/>
                            <a:pt x="2263495" y="1263180"/>
                            <a:pt x="2264684" y="1261991"/>
                          </a:cubicBezTo>
                          <a:cubicBezTo>
                            <a:pt x="2265874" y="1260801"/>
                            <a:pt x="2264684" y="1257233"/>
                            <a:pt x="2267063" y="1256043"/>
                          </a:cubicBezTo>
                          <a:cubicBezTo>
                            <a:pt x="2269442" y="1254854"/>
                            <a:pt x="2281337" y="1251286"/>
                            <a:pt x="2282526" y="1252475"/>
                          </a:cubicBezTo>
                          <a:cubicBezTo>
                            <a:pt x="2284905" y="1253664"/>
                            <a:pt x="2288473" y="1253664"/>
                            <a:pt x="2288473" y="1252475"/>
                          </a:cubicBezTo>
                          <a:cubicBezTo>
                            <a:pt x="2289663" y="1251286"/>
                            <a:pt x="2290852" y="1245338"/>
                            <a:pt x="2292041" y="1245338"/>
                          </a:cubicBezTo>
                          <a:cubicBezTo>
                            <a:pt x="2294420" y="1245338"/>
                            <a:pt x="2297988" y="1245338"/>
                            <a:pt x="2297988" y="1245338"/>
                          </a:cubicBezTo>
                          <a:cubicBezTo>
                            <a:pt x="2297988" y="1245338"/>
                            <a:pt x="2299178" y="1242960"/>
                            <a:pt x="2301557" y="1242960"/>
                          </a:cubicBezTo>
                          <a:cubicBezTo>
                            <a:pt x="2305125" y="1242960"/>
                            <a:pt x="2313452" y="1244149"/>
                            <a:pt x="2314641" y="1241770"/>
                          </a:cubicBezTo>
                          <a:cubicBezTo>
                            <a:pt x="2315830" y="1240581"/>
                            <a:pt x="2317020" y="1235823"/>
                            <a:pt x="2318209" y="1235823"/>
                          </a:cubicBezTo>
                          <a:cubicBezTo>
                            <a:pt x="2320588" y="1235823"/>
                            <a:pt x="2331293" y="1234634"/>
                            <a:pt x="2332482" y="1237012"/>
                          </a:cubicBezTo>
                          <a:cubicBezTo>
                            <a:pt x="2333671" y="1238202"/>
                            <a:pt x="2334861" y="1240581"/>
                            <a:pt x="2334861" y="1240581"/>
                          </a:cubicBezTo>
                          <a:cubicBezTo>
                            <a:pt x="2334861" y="1240581"/>
                            <a:pt x="2344377" y="1239391"/>
                            <a:pt x="2345566" y="1241770"/>
                          </a:cubicBezTo>
                          <a:cubicBezTo>
                            <a:pt x="2346756" y="1242960"/>
                            <a:pt x="2346756" y="1246528"/>
                            <a:pt x="2350324" y="1246528"/>
                          </a:cubicBezTo>
                          <a:cubicBezTo>
                            <a:pt x="2352703" y="1246528"/>
                            <a:pt x="2358650" y="1244149"/>
                            <a:pt x="2358650" y="1245338"/>
                          </a:cubicBezTo>
                          <a:cubicBezTo>
                            <a:pt x="2359839" y="1246528"/>
                            <a:pt x="2361029" y="1247717"/>
                            <a:pt x="2362218" y="1247717"/>
                          </a:cubicBezTo>
                          <a:cubicBezTo>
                            <a:pt x="2363407" y="1246528"/>
                            <a:pt x="2364597" y="1241770"/>
                            <a:pt x="2368165" y="1242960"/>
                          </a:cubicBezTo>
                          <a:cubicBezTo>
                            <a:pt x="2371733" y="1242960"/>
                            <a:pt x="2377681" y="1242960"/>
                            <a:pt x="2377681" y="1244149"/>
                          </a:cubicBezTo>
                          <a:cubicBezTo>
                            <a:pt x="2377681" y="1245338"/>
                            <a:pt x="2383628" y="1245338"/>
                            <a:pt x="2384818" y="1246528"/>
                          </a:cubicBezTo>
                          <a:cubicBezTo>
                            <a:pt x="2384818" y="1248907"/>
                            <a:pt x="2382439" y="1252475"/>
                            <a:pt x="2386007" y="1253664"/>
                          </a:cubicBezTo>
                          <a:cubicBezTo>
                            <a:pt x="2389575" y="1253664"/>
                            <a:pt x="2396712" y="1253664"/>
                            <a:pt x="2396712" y="1256043"/>
                          </a:cubicBezTo>
                          <a:cubicBezTo>
                            <a:pt x="2396712" y="1257233"/>
                            <a:pt x="2393143" y="1257233"/>
                            <a:pt x="2394333" y="1259612"/>
                          </a:cubicBezTo>
                          <a:cubicBezTo>
                            <a:pt x="2396712" y="1261991"/>
                            <a:pt x="2403848" y="1261991"/>
                            <a:pt x="2405037" y="1264370"/>
                          </a:cubicBezTo>
                          <a:cubicBezTo>
                            <a:pt x="2406227" y="1266748"/>
                            <a:pt x="2408606" y="1272696"/>
                            <a:pt x="2409796" y="1275074"/>
                          </a:cubicBezTo>
                          <a:cubicBezTo>
                            <a:pt x="2409796" y="1278643"/>
                            <a:pt x="2407416" y="1282211"/>
                            <a:pt x="2410985" y="1282211"/>
                          </a:cubicBezTo>
                          <a:cubicBezTo>
                            <a:pt x="2413364" y="1282211"/>
                            <a:pt x="2421690" y="1279832"/>
                            <a:pt x="2420501" y="1282211"/>
                          </a:cubicBezTo>
                          <a:cubicBezTo>
                            <a:pt x="2419311" y="1285779"/>
                            <a:pt x="2415743" y="1289348"/>
                            <a:pt x="2418122" y="1290537"/>
                          </a:cubicBezTo>
                          <a:cubicBezTo>
                            <a:pt x="2420501" y="1291727"/>
                            <a:pt x="2428826" y="1300053"/>
                            <a:pt x="2431205" y="1303621"/>
                          </a:cubicBezTo>
                          <a:cubicBezTo>
                            <a:pt x="2432395" y="1307189"/>
                            <a:pt x="2439531" y="1315515"/>
                            <a:pt x="2439531" y="1317894"/>
                          </a:cubicBezTo>
                          <a:cubicBezTo>
                            <a:pt x="2439531" y="1319083"/>
                            <a:pt x="2441910" y="1320273"/>
                            <a:pt x="2443100" y="1321462"/>
                          </a:cubicBezTo>
                          <a:cubicBezTo>
                            <a:pt x="2444289" y="1322652"/>
                            <a:pt x="2445479" y="1325031"/>
                            <a:pt x="2446668" y="1327410"/>
                          </a:cubicBezTo>
                          <a:cubicBezTo>
                            <a:pt x="2449047" y="1329788"/>
                            <a:pt x="2458562" y="1335736"/>
                            <a:pt x="2459752" y="1339304"/>
                          </a:cubicBezTo>
                          <a:cubicBezTo>
                            <a:pt x="2460941" y="1342872"/>
                            <a:pt x="2463320" y="1354766"/>
                            <a:pt x="2465699" y="1355956"/>
                          </a:cubicBezTo>
                          <a:cubicBezTo>
                            <a:pt x="2468078" y="1357145"/>
                            <a:pt x="2470456" y="1358335"/>
                            <a:pt x="2470456" y="1360714"/>
                          </a:cubicBezTo>
                          <a:cubicBezTo>
                            <a:pt x="2470456" y="1363093"/>
                            <a:pt x="2470456" y="1366661"/>
                            <a:pt x="2471646" y="1369040"/>
                          </a:cubicBezTo>
                          <a:cubicBezTo>
                            <a:pt x="2474025" y="1371419"/>
                            <a:pt x="2482351" y="1376176"/>
                            <a:pt x="2483541" y="1378555"/>
                          </a:cubicBezTo>
                          <a:cubicBezTo>
                            <a:pt x="2484730" y="1380934"/>
                            <a:pt x="2484730" y="1382123"/>
                            <a:pt x="2488298" y="1382123"/>
                          </a:cubicBezTo>
                          <a:cubicBezTo>
                            <a:pt x="2491867" y="1382123"/>
                            <a:pt x="2502571" y="1382123"/>
                            <a:pt x="2502571" y="1380934"/>
                          </a:cubicBezTo>
                          <a:cubicBezTo>
                            <a:pt x="2502571" y="1379745"/>
                            <a:pt x="2506139" y="1378555"/>
                            <a:pt x="2507329" y="1379745"/>
                          </a:cubicBezTo>
                          <a:cubicBezTo>
                            <a:pt x="2508518" y="1380934"/>
                            <a:pt x="2503761" y="1383313"/>
                            <a:pt x="2506139" y="1384502"/>
                          </a:cubicBezTo>
                          <a:cubicBezTo>
                            <a:pt x="2509708" y="1385692"/>
                            <a:pt x="2514466" y="1384502"/>
                            <a:pt x="2515656" y="1386881"/>
                          </a:cubicBezTo>
                          <a:cubicBezTo>
                            <a:pt x="2516845" y="1389260"/>
                            <a:pt x="2519224" y="1391639"/>
                            <a:pt x="2520413" y="1390450"/>
                          </a:cubicBezTo>
                          <a:cubicBezTo>
                            <a:pt x="2521603" y="1389260"/>
                            <a:pt x="2523981" y="1386881"/>
                            <a:pt x="2525171" y="1388071"/>
                          </a:cubicBezTo>
                          <a:cubicBezTo>
                            <a:pt x="2526360" y="1389260"/>
                            <a:pt x="2527550" y="1385692"/>
                            <a:pt x="2528739" y="1385692"/>
                          </a:cubicBezTo>
                          <a:cubicBezTo>
                            <a:pt x="2529928" y="1385692"/>
                            <a:pt x="2531118" y="1388071"/>
                            <a:pt x="2533497" y="1390450"/>
                          </a:cubicBezTo>
                          <a:cubicBezTo>
                            <a:pt x="2535875" y="1392829"/>
                            <a:pt x="2539444" y="1395207"/>
                            <a:pt x="2540633" y="1396397"/>
                          </a:cubicBezTo>
                          <a:cubicBezTo>
                            <a:pt x="2541823" y="1398776"/>
                            <a:pt x="2544202" y="1401155"/>
                            <a:pt x="2546581" y="1402344"/>
                          </a:cubicBezTo>
                          <a:cubicBezTo>
                            <a:pt x="2548960" y="1403533"/>
                            <a:pt x="2553717" y="1404723"/>
                            <a:pt x="2554907" y="1405912"/>
                          </a:cubicBezTo>
                          <a:cubicBezTo>
                            <a:pt x="2556096" y="1408291"/>
                            <a:pt x="2558475" y="1408291"/>
                            <a:pt x="2562043" y="1408291"/>
                          </a:cubicBezTo>
                          <a:cubicBezTo>
                            <a:pt x="2564422" y="1408291"/>
                            <a:pt x="2575127" y="1403533"/>
                            <a:pt x="2575127" y="1405912"/>
                          </a:cubicBezTo>
                          <a:cubicBezTo>
                            <a:pt x="2576316" y="1409481"/>
                            <a:pt x="2573937" y="1409481"/>
                            <a:pt x="2572748" y="1413049"/>
                          </a:cubicBezTo>
                          <a:cubicBezTo>
                            <a:pt x="2571558" y="1416617"/>
                            <a:pt x="2577506" y="1417807"/>
                            <a:pt x="2577506" y="1418996"/>
                          </a:cubicBezTo>
                          <a:cubicBezTo>
                            <a:pt x="2577506" y="1421375"/>
                            <a:pt x="2577506" y="1422564"/>
                            <a:pt x="2577506" y="1423754"/>
                          </a:cubicBezTo>
                          <a:cubicBezTo>
                            <a:pt x="2577506" y="1424943"/>
                            <a:pt x="2578695" y="1426133"/>
                            <a:pt x="2578695" y="1428512"/>
                          </a:cubicBezTo>
                          <a:cubicBezTo>
                            <a:pt x="2577506" y="1430890"/>
                            <a:pt x="2573937" y="1434459"/>
                            <a:pt x="2575127" y="1435648"/>
                          </a:cubicBezTo>
                          <a:cubicBezTo>
                            <a:pt x="2577506" y="1438027"/>
                            <a:pt x="2584643" y="1441595"/>
                            <a:pt x="2584643" y="1443974"/>
                          </a:cubicBezTo>
                          <a:cubicBezTo>
                            <a:pt x="2585832" y="1446353"/>
                            <a:pt x="2587022" y="1452300"/>
                            <a:pt x="2590590" y="1451111"/>
                          </a:cubicBezTo>
                          <a:cubicBezTo>
                            <a:pt x="2592969" y="1449921"/>
                            <a:pt x="2598916" y="1445164"/>
                            <a:pt x="2600105" y="1447542"/>
                          </a:cubicBezTo>
                          <a:cubicBezTo>
                            <a:pt x="2601294" y="1448732"/>
                            <a:pt x="2602484" y="1455868"/>
                            <a:pt x="2604863" y="1454679"/>
                          </a:cubicBezTo>
                          <a:cubicBezTo>
                            <a:pt x="2607241" y="1453490"/>
                            <a:pt x="2608431" y="1449921"/>
                            <a:pt x="2611999" y="1451111"/>
                          </a:cubicBezTo>
                          <a:cubicBezTo>
                            <a:pt x="2615568" y="1451111"/>
                            <a:pt x="2627462" y="1448732"/>
                            <a:pt x="2627462" y="1446353"/>
                          </a:cubicBezTo>
                          <a:cubicBezTo>
                            <a:pt x="2627462" y="1442785"/>
                            <a:pt x="2628652" y="1439216"/>
                            <a:pt x="2628652" y="1438027"/>
                          </a:cubicBezTo>
                          <a:cubicBezTo>
                            <a:pt x="2629841" y="1438027"/>
                            <a:pt x="2631030" y="1435648"/>
                            <a:pt x="2631030" y="1433269"/>
                          </a:cubicBezTo>
                          <a:cubicBezTo>
                            <a:pt x="2631030" y="1430890"/>
                            <a:pt x="2631030" y="1427322"/>
                            <a:pt x="2633409" y="1427322"/>
                          </a:cubicBezTo>
                          <a:cubicBezTo>
                            <a:pt x="2635788" y="1427322"/>
                            <a:pt x="2640546" y="1427322"/>
                            <a:pt x="2641735" y="1426133"/>
                          </a:cubicBezTo>
                          <a:cubicBezTo>
                            <a:pt x="2642924" y="1424943"/>
                            <a:pt x="2644114" y="1421375"/>
                            <a:pt x="2645303" y="1421375"/>
                          </a:cubicBezTo>
                          <a:cubicBezTo>
                            <a:pt x="2647683" y="1421375"/>
                            <a:pt x="2650062" y="1421375"/>
                            <a:pt x="2650062" y="1420185"/>
                          </a:cubicBezTo>
                          <a:cubicBezTo>
                            <a:pt x="2650062" y="1418996"/>
                            <a:pt x="2648872" y="1415428"/>
                            <a:pt x="2651251" y="1414238"/>
                          </a:cubicBezTo>
                          <a:cubicBezTo>
                            <a:pt x="2653630" y="1413049"/>
                            <a:pt x="2657198" y="1414238"/>
                            <a:pt x="2658388" y="1413049"/>
                          </a:cubicBezTo>
                          <a:cubicBezTo>
                            <a:pt x="2659577" y="1411859"/>
                            <a:pt x="2663145" y="1410670"/>
                            <a:pt x="2663145" y="1410670"/>
                          </a:cubicBezTo>
                          <a:cubicBezTo>
                            <a:pt x="2663145" y="1410670"/>
                            <a:pt x="2664335" y="1414238"/>
                            <a:pt x="2666713" y="1414238"/>
                          </a:cubicBezTo>
                          <a:cubicBezTo>
                            <a:pt x="2670282" y="1414238"/>
                            <a:pt x="2675039" y="1415428"/>
                            <a:pt x="2676229" y="1418996"/>
                          </a:cubicBezTo>
                          <a:cubicBezTo>
                            <a:pt x="2676229" y="1421375"/>
                            <a:pt x="2670282" y="1424943"/>
                            <a:pt x="2673850" y="1427322"/>
                          </a:cubicBezTo>
                          <a:cubicBezTo>
                            <a:pt x="2677418" y="1429701"/>
                            <a:pt x="2679797" y="1433269"/>
                            <a:pt x="2679797" y="1433269"/>
                          </a:cubicBezTo>
                          <a:cubicBezTo>
                            <a:pt x="2679797" y="1433269"/>
                            <a:pt x="2678608" y="1436838"/>
                            <a:pt x="2679797" y="1438027"/>
                          </a:cubicBezTo>
                          <a:cubicBezTo>
                            <a:pt x="2680987" y="1439216"/>
                            <a:pt x="2685745" y="1439216"/>
                            <a:pt x="2685745" y="1442785"/>
                          </a:cubicBezTo>
                          <a:cubicBezTo>
                            <a:pt x="2685745" y="1445164"/>
                            <a:pt x="2684555" y="1452300"/>
                            <a:pt x="2682176" y="1453490"/>
                          </a:cubicBezTo>
                          <a:cubicBezTo>
                            <a:pt x="2678608" y="1454679"/>
                            <a:pt x="2675039" y="1455868"/>
                            <a:pt x="2676229" y="1458247"/>
                          </a:cubicBezTo>
                          <a:cubicBezTo>
                            <a:pt x="2677418" y="1460626"/>
                            <a:pt x="2679797" y="1464195"/>
                            <a:pt x="2679797" y="1466573"/>
                          </a:cubicBezTo>
                          <a:cubicBezTo>
                            <a:pt x="2679797" y="1468952"/>
                            <a:pt x="2675039" y="1470142"/>
                            <a:pt x="2677418" y="1472521"/>
                          </a:cubicBezTo>
                          <a:cubicBezTo>
                            <a:pt x="2679797" y="1473710"/>
                            <a:pt x="2682176" y="1478468"/>
                            <a:pt x="2682176" y="1478468"/>
                          </a:cubicBezTo>
                          <a:cubicBezTo>
                            <a:pt x="2682176" y="1478468"/>
                            <a:pt x="2684555" y="1485604"/>
                            <a:pt x="2682176" y="1484415"/>
                          </a:cubicBezTo>
                          <a:cubicBezTo>
                            <a:pt x="2679797" y="1483225"/>
                            <a:pt x="2677418" y="1483225"/>
                            <a:pt x="2677418" y="1484415"/>
                          </a:cubicBezTo>
                          <a:cubicBezTo>
                            <a:pt x="2677418" y="1485604"/>
                            <a:pt x="2682176" y="1496309"/>
                            <a:pt x="2682176" y="1499878"/>
                          </a:cubicBezTo>
                          <a:cubicBezTo>
                            <a:pt x="2680987" y="1503446"/>
                            <a:pt x="2678608" y="1502257"/>
                            <a:pt x="2678608" y="1504635"/>
                          </a:cubicBezTo>
                          <a:cubicBezTo>
                            <a:pt x="2678608" y="1507014"/>
                            <a:pt x="2683366" y="1514151"/>
                            <a:pt x="2682176" y="1515340"/>
                          </a:cubicBezTo>
                          <a:cubicBezTo>
                            <a:pt x="2680987" y="1516530"/>
                            <a:pt x="2677418" y="1515340"/>
                            <a:pt x="2677418" y="1517719"/>
                          </a:cubicBezTo>
                          <a:cubicBezTo>
                            <a:pt x="2678608" y="1520098"/>
                            <a:pt x="2679797" y="1523666"/>
                            <a:pt x="2678608" y="1526045"/>
                          </a:cubicBezTo>
                          <a:cubicBezTo>
                            <a:pt x="2677418" y="1528424"/>
                            <a:pt x="2675039" y="1527235"/>
                            <a:pt x="2675039" y="1529614"/>
                          </a:cubicBezTo>
                          <a:cubicBezTo>
                            <a:pt x="2675039" y="1530803"/>
                            <a:pt x="2677418" y="1534371"/>
                            <a:pt x="2677418" y="1536750"/>
                          </a:cubicBezTo>
                          <a:cubicBezTo>
                            <a:pt x="2676229" y="1537940"/>
                            <a:pt x="2673850" y="1539129"/>
                            <a:pt x="2676229" y="1541508"/>
                          </a:cubicBezTo>
                          <a:cubicBezTo>
                            <a:pt x="2678608" y="1543887"/>
                            <a:pt x="2679797" y="1547455"/>
                            <a:pt x="2677418" y="1549834"/>
                          </a:cubicBezTo>
                          <a:cubicBezTo>
                            <a:pt x="2675039" y="1552213"/>
                            <a:pt x="2671471" y="1551023"/>
                            <a:pt x="2671471" y="1553402"/>
                          </a:cubicBezTo>
                          <a:cubicBezTo>
                            <a:pt x="2671471" y="1554592"/>
                            <a:pt x="2669092" y="1556970"/>
                            <a:pt x="2667903" y="1559349"/>
                          </a:cubicBezTo>
                          <a:cubicBezTo>
                            <a:pt x="2666713" y="1560539"/>
                            <a:pt x="2665524" y="1564107"/>
                            <a:pt x="2666713" y="1565297"/>
                          </a:cubicBezTo>
                          <a:cubicBezTo>
                            <a:pt x="2667903" y="1567675"/>
                            <a:pt x="2671471" y="1571244"/>
                            <a:pt x="2669092" y="1571244"/>
                          </a:cubicBezTo>
                          <a:cubicBezTo>
                            <a:pt x="2666713" y="1571244"/>
                            <a:pt x="2665524" y="1571244"/>
                            <a:pt x="2665524" y="1572433"/>
                          </a:cubicBezTo>
                          <a:cubicBezTo>
                            <a:pt x="2665524" y="1573623"/>
                            <a:pt x="2665524" y="1578380"/>
                            <a:pt x="2663145" y="1578380"/>
                          </a:cubicBezTo>
                          <a:cubicBezTo>
                            <a:pt x="2661956" y="1578380"/>
                            <a:pt x="2660766" y="1573623"/>
                            <a:pt x="2659577" y="1572433"/>
                          </a:cubicBezTo>
                          <a:cubicBezTo>
                            <a:pt x="2658388" y="1571244"/>
                            <a:pt x="2653630" y="1570054"/>
                            <a:pt x="2652441" y="1567675"/>
                          </a:cubicBezTo>
                          <a:cubicBezTo>
                            <a:pt x="2652441" y="1565297"/>
                            <a:pt x="2654819" y="1560539"/>
                            <a:pt x="2653630" y="1558160"/>
                          </a:cubicBezTo>
                          <a:cubicBezTo>
                            <a:pt x="2652441" y="1555781"/>
                            <a:pt x="2648872" y="1555781"/>
                            <a:pt x="2648872" y="1553402"/>
                          </a:cubicBezTo>
                          <a:cubicBezTo>
                            <a:pt x="2648872" y="1551023"/>
                            <a:pt x="2646493" y="1545076"/>
                            <a:pt x="2645303" y="1545076"/>
                          </a:cubicBezTo>
                          <a:cubicBezTo>
                            <a:pt x="2644114" y="1545076"/>
                            <a:pt x="2641735" y="1546266"/>
                            <a:pt x="2640546" y="1548644"/>
                          </a:cubicBezTo>
                          <a:cubicBezTo>
                            <a:pt x="2640546" y="1551023"/>
                            <a:pt x="2638167" y="1558160"/>
                            <a:pt x="2635788" y="1559349"/>
                          </a:cubicBezTo>
                          <a:cubicBezTo>
                            <a:pt x="2633409" y="1559349"/>
                            <a:pt x="2632220" y="1559349"/>
                            <a:pt x="2629841" y="1560539"/>
                          </a:cubicBezTo>
                          <a:cubicBezTo>
                            <a:pt x="2628652" y="1562918"/>
                            <a:pt x="2626273" y="1566486"/>
                            <a:pt x="2628652" y="1567675"/>
                          </a:cubicBezTo>
                          <a:cubicBezTo>
                            <a:pt x="2629841" y="1568865"/>
                            <a:pt x="2641735" y="1585517"/>
                            <a:pt x="2641735" y="1587896"/>
                          </a:cubicBezTo>
                          <a:cubicBezTo>
                            <a:pt x="2641735" y="1590275"/>
                            <a:pt x="2642924" y="1600980"/>
                            <a:pt x="2642924" y="1602169"/>
                          </a:cubicBezTo>
                          <a:cubicBezTo>
                            <a:pt x="2641735" y="1603358"/>
                            <a:pt x="2641735" y="1610495"/>
                            <a:pt x="2642924" y="1611684"/>
                          </a:cubicBezTo>
                          <a:cubicBezTo>
                            <a:pt x="2644114" y="1612874"/>
                            <a:pt x="2647683" y="1615253"/>
                            <a:pt x="2647683" y="1618821"/>
                          </a:cubicBezTo>
                          <a:cubicBezTo>
                            <a:pt x="2647683" y="1622389"/>
                            <a:pt x="2644114" y="1624768"/>
                            <a:pt x="2645303" y="1627147"/>
                          </a:cubicBezTo>
                          <a:cubicBezTo>
                            <a:pt x="2646493" y="1629526"/>
                            <a:pt x="2647683" y="1634284"/>
                            <a:pt x="2646493" y="1636663"/>
                          </a:cubicBezTo>
                          <a:cubicBezTo>
                            <a:pt x="2644114" y="1637852"/>
                            <a:pt x="2635788" y="1636663"/>
                            <a:pt x="2635788" y="1637852"/>
                          </a:cubicBezTo>
                          <a:cubicBezTo>
                            <a:pt x="2635788" y="1639042"/>
                            <a:pt x="2638167" y="1642610"/>
                            <a:pt x="2639356" y="1646178"/>
                          </a:cubicBezTo>
                          <a:cubicBezTo>
                            <a:pt x="2639356" y="1646178"/>
                            <a:pt x="2639356" y="1647368"/>
                            <a:pt x="2639356" y="1647368"/>
                          </a:cubicBezTo>
                          <a:cubicBezTo>
                            <a:pt x="2638167" y="1649746"/>
                            <a:pt x="2639356" y="1655694"/>
                            <a:pt x="2640546" y="1656883"/>
                          </a:cubicBezTo>
                          <a:cubicBezTo>
                            <a:pt x="2640546" y="1656883"/>
                            <a:pt x="2640546" y="1656883"/>
                            <a:pt x="2640546" y="1656883"/>
                          </a:cubicBezTo>
                          <a:cubicBezTo>
                            <a:pt x="2642924" y="1656883"/>
                            <a:pt x="2645303" y="1656883"/>
                            <a:pt x="2645303" y="1655694"/>
                          </a:cubicBezTo>
                          <a:cubicBezTo>
                            <a:pt x="2645303" y="1653315"/>
                            <a:pt x="2645303" y="1649746"/>
                            <a:pt x="2647683" y="1649746"/>
                          </a:cubicBezTo>
                          <a:cubicBezTo>
                            <a:pt x="2650062" y="1649746"/>
                            <a:pt x="2651251" y="1650936"/>
                            <a:pt x="2653630" y="1649746"/>
                          </a:cubicBezTo>
                          <a:cubicBezTo>
                            <a:pt x="2657198" y="1649746"/>
                            <a:pt x="2658388" y="1647368"/>
                            <a:pt x="2657198" y="1644989"/>
                          </a:cubicBezTo>
                          <a:cubicBezTo>
                            <a:pt x="2657198" y="1642610"/>
                            <a:pt x="2657198" y="1640231"/>
                            <a:pt x="2658388" y="1640231"/>
                          </a:cubicBezTo>
                          <a:cubicBezTo>
                            <a:pt x="2659577" y="1640231"/>
                            <a:pt x="2660766" y="1637852"/>
                            <a:pt x="2660766" y="1636663"/>
                          </a:cubicBezTo>
                          <a:cubicBezTo>
                            <a:pt x="2660766" y="1634284"/>
                            <a:pt x="2660766" y="1629526"/>
                            <a:pt x="2661956" y="1628337"/>
                          </a:cubicBezTo>
                          <a:cubicBezTo>
                            <a:pt x="2663145" y="1627147"/>
                            <a:pt x="2665524" y="1627147"/>
                            <a:pt x="2665524" y="1624768"/>
                          </a:cubicBezTo>
                          <a:cubicBezTo>
                            <a:pt x="2665524" y="1622389"/>
                            <a:pt x="2665524" y="1616442"/>
                            <a:pt x="2667903" y="1617632"/>
                          </a:cubicBezTo>
                          <a:cubicBezTo>
                            <a:pt x="2670282" y="1618821"/>
                            <a:pt x="2670282" y="1622389"/>
                            <a:pt x="2672660" y="1622389"/>
                          </a:cubicBezTo>
                          <a:cubicBezTo>
                            <a:pt x="2675039" y="1621200"/>
                            <a:pt x="2679797" y="1617632"/>
                            <a:pt x="2680987" y="1620010"/>
                          </a:cubicBezTo>
                          <a:cubicBezTo>
                            <a:pt x="2682176" y="1622389"/>
                            <a:pt x="2683366" y="1630716"/>
                            <a:pt x="2684555" y="1631905"/>
                          </a:cubicBezTo>
                          <a:cubicBezTo>
                            <a:pt x="2685745" y="1633094"/>
                            <a:pt x="2690502" y="1631905"/>
                            <a:pt x="2692881" y="1633094"/>
                          </a:cubicBezTo>
                          <a:cubicBezTo>
                            <a:pt x="2695260" y="1634284"/>
                            <a:pt x="2697639" y="1640231"/>
                            <a:pt x="2698828" y="1639042"/>
                          </a:cubicBezTo>
                          <a:cubicBezTo>
                            <a:pt x="2700018" y="1637852"/>
                            <a:pt x="2702396" y="1635473"/>
                            <a:pt x="2702396" y="1635473"/>
                          </a:cubicBezTo>
                          <a:cubicBezTo>
                            <a:pt x="2702396" y="1635473"/>
                            <a:pt x="2705965" y="1639042"/>
                            <a:pt x="2707154" y="1637852"/>
                          </a:cubicBezTo>
                          <a:cubicBezTo>
                            <a:pt x="2708343" y="1636663"/>
                            <a:pt x="2709533" y="1633094"/>
                            <a:pt x="2713101" y="1631905"/>
                          </a:cubicBezTo>
                          <a:cubicBezTo>
                            <a:pt x="2715480" y="1631905"/>
                            <a:pt x="2719049" y="1631905"/>
                            <a:pt x="2719049" y="1630716"/>
                          </a:cubicBezTo>
                          <a:cubicBezTo>
                            <a:pt x="2719049" y="1629526"/>
                            <a:pt x="2720238" y="1627147"/>
                            <a:pt x="2721428" y="1627147"/>
                          </a:cubicBezTo>
                          <a:cubicBezTo>
                            <a:pt x="2723807" y="1627147"/>
                            <a:pt x="2724996" y="1625958"/>
                            <a:pt x="2727375" y="1621200"/>
                          </a:cubicBezTo>
                          <a:cubicBezTo>
                            <a:pt x="2729754" y="1616442"/>
                            <a:pt x="2734511" y="1610495"/>
                            <a:pt x="2734511" y="1610495"/>
                          </a:cubicBezTo>
                          <a:cubicBezTo>
                            <a:pt x="2734511" y="1610495"/>
                            <a:pt x="2733322" y="1605737"/>
                            <a:pt x="2734511" y="1605737"/>
                          </a:cubicBezTo>
                          <a:cubicBezTo>
                            <a:pt x="2735701" y="1605737"/>
                            <a:pt x="2739269" y="1605737"/>
                            <a:pt x="2739269" y="1604548"/>
                          </a:cubicBezTo>
                          <a:cubicBezTo>
                            <a:pt x="2739269" y="1603358"/>
                            <a:pt x="2738079" y="1592653"/>
                            <a:pt x="2739269" y="1592653"/>
                          </a:cubicBezTo>
                          <a:cubicBezTo>
                            <a:pt x="2740458" y="1592653"/>
                            <a:pt x="2744026" y="1591464"/>
                            <a:pt x="2744026" y="1590275"/>
                          </a:cubicBezTo>
                          <a:cubicBezTo>
                            <a:pt x="2744026" y="1589085"/>
                            <a:pt x="2745216" y="1573623"/>
                            <a:pt x="2746405" y="1573623"/>
                          </a:cubicBezTo>
                          <a:cubicBezTo>
                            <a:pt x="2747595" y="1573623"/>
                            <a:pt x="2751163" y="1573623"/>
                            <a:pt x="2751163" y="1570054"/>
                          </a:cubicBezTo>
                          <a:cubicBezTo>
                            <a:pt x="2751163" y="1567675"/>
                            <a:pt x="2752353" y="1564107"/>
                            <a:pt x="2753543" y="1562918"/>
                          </a:cubicBezTo>
                          <a:cubicBezTo>
                            <a:pt x="2754732" y="1562918"/>
                            <a:pt x="2759490" y="1559349"/>
                            <a:pt x="2759490" y="1559349"/>
                          </a:cubicBezTo>
                          <a:cubicBezTo>
                            <a:pt x="2759490" y="1559349"/>
                            <a:pt x="2757111" y="1552213"/>
                            <a:pt x="2759490" y="1551023"/>
                          </a:cubicBezTo>
                          <a:cubicBezTo>
                            <a:pt x="2760679" y="1549834"/>
                            <a:pt x="2763058" y="1548644"/>
                            <a:pt x="2763058" y="1545076"/>
                          </a:cubicBezTo>
                          <a:cubicBezTo>
                            <a:pt x="2763058" y="1542697"/>
                            <a:pt x="2764247" y="1528424"/>
                            <a:pt x="2767815" y="1524856"/>
                          </a:cubicBezTo>
                          <a:cubicBezTo>
                            <a:pt x="2771384" y="1521287"/>
                            <a:pt x="2772573" y="1520098"/>
                            <a:pt x="2772573" y="1518909"/>
                          </a:cubicBezTo>
                          <a:cubicBezTo>
                            <a:pt x="2772573" y="1517719"/>
                            <a:pt x="2773762" y="1514151"/>
                            <a:pt x="2776141" y="1511772"/>
                          </a:cubicBezTo>
                          <a:cubicBezTo>
                            <a:pt x="2778520" y="1509393"/>
                            <a:pt x="2778520" y="1508204"/>
                            <a:pt x="2779710" y="1504635"/>
                          </a:cubicBezTo>
                          <a:cubicBezTo>
                            <a:pt x="2780899" y="1501067"/>
                            <a:pt x="2785657" y="1495120"/>
                            <a:pt x="2785657" y="1492741"/>
                          </a:cubicBezTo>
                          <a:cubicBezTo>
                            <a:pt x="2785657" y="1490362"/>
                            <a:pt x="2779710" y="1489173"/>
                            <a:pt x="2780899" y="1485604"/>
                          </a:cubicBezTo>
                          <a:cubicBezTo>
                            <a:pt x="2782089" y="1482036"/>
                            <a:pt x="2788036" y="1479657"/>
                            <a:pt x="2786847" y="1476089"/>
                          </a:cubicBezTo>
                          <a:cubicBezTo>
                            <a:pt x="2785657" y="1472521"/>
                            <a:pt x="2782089" y="1466573"/>
                            <a:pt x="2783278" y="1465384"/>
                          </a:cubicBezTo>
                          <a:cubicBezTo>
                            <a:pt x="2785657" y="1463005"/>
                            <a:pt x="2788036" y="1460626"/>
                            <a:pt x="2788036" y="1459437"/>
                          </a:cubicBezTo>
                          <a:cubicBezTo>
                            <a:pt x="2788036" y="1458247"/>
                            <a:pt x="2784468" y="1454679"/>
                            <a:pt x="2785657" y="1453490"/>
                          </a:cubicBezTo>
                          <a:cubicBezTo>
                            <a:pt x="2786847" y="1452300"/>
                            <a:pt x="2789226" y="1451111"/>
                            <a:pt x="2789226" y="1448732"/>
                          </a:cubicBezTo>
                          <a:cubicBezTo>
                            <a:pt x="2789226" y="1446353"/>
                            <a:pt x="2788036" y="1442785"/>
                            <a:pt x="2789226" y="1441595"/>
                          </a:cubicBezTo>
                          <a:cubicBezTo>
                            <a:pt x="2791604" y="1439216"/>
                            <a:pt x="2797551" y="1433269"/>
                            <a:pt x="2793983" y="1430890"/>
                          </a:cubicBezTo>
                          <a:cubicBezTo>
                            <a:pt x="2790415" y="1428512"/>
                            <a:pt x="2789226" y="1423754"/>
                            <a:pt x="2790415" y="1420185"/>
                          </a:cubicBezTo>
                          <a:cubicBezTo>
                            <a:pt x="2792794" y="1416617"/>
                            <a:pt x="2793983" y="1414238"/>
                            <a:pt x="2793983" y="1411859"/>
                          </a:cubicBezTo>
                          <a:cubicBezTo>
                            <a:pt x="2793983" y="1409481"/>
                            <a:pt x="2792794" y="1405912"/>
                            <a:pt x="2795173" y="1403533"/>
                          </a:cubicBezTo>
                          <a:cubicBezTo>
                            <a:pt x="2797551" y="1401155"/>
                            <a:pt x="2801120" y="1398776"/>
                            <a:pt x="2801120" y="1396397"/>
                          </a:cubicBezTo>
                          <a:cubicBezTo>
                            <a:pt x="2801120" y="1394018"/>
                            <a:pt x="2802309" y="1389260"/>
                            <a:pt x="2799930" y="1386881"/>
                          </a:cubicBezTo>
                          <a:cubicBezTo>
                            <a:pt x="2797551" y="1385692"/>
                            <a:pt x="2795173" y="1378555"/>
                            <a:pt x="2797551" y="1377366"/>
                          </a:cubicBezTo>
                          <a:cubicBezTo>
                            <a:pt x="2799930" y="1374987"/>
                            <a:pt x="2801120" y="1370229"/>
                            <a:pt x="2801120" y="1370229"/>
                          </a:cubicBezTo>
                          <a:cubicBezTo>
                            <a:pt x="2799930" y="1370229"/>
                            <a:pt x="2796362" y="1371419"/>
                            <a:pt x="2796362" y="1367850"/>
                          </a:cubicBezTo>
                          <a:cubicBezTo>
                            <a:pt x="2796362" y="1365471"/>
                            <a:pt x="2796362" y="1352388"/>
                            <a:pt x="2795173" y="1352388"/>
                          </a:cubicBezTo>
                          <a:cubicBezTo>
                            <a:pt x="2792794" y="1351198"/>
                            <a:pt x="2790415" y="1346440"/>
                            <a:pt x="2791604" y="1344062"/>
                          </a:cubicBezTo>
                          <a:cubicBezTo>
                            <a:pt x="2792794" y="1341683"/>
                            <a:pt x="2795173" y="1339304"/>
                            <a:pt x="2792794" y="1336925"/>
                          </a:cubicBezTo>
                          <a:cubicBezTo>
                            <a:pt x="2790415" y="1334546"/>
                            <a:pt x="2789226" y="1332167"/>
                            <a:pt x="2786847" y="1330978"/>
                          </a:cubicBezTo>
                          <a:cubicBezTo>
                            <a:pt x="2784468" y="1329788"/>
                            <a:pt x="2780899" y="1328599"/>
                            <a:pt x="2782089" y="1327410"/>
                          </a:cubicBezTo>
                          <a:cubicBezTo>
                            <a:pt x="2783278" y="1325031"/>
                            <a:pt x="2791604" y="1316705"/>
                            <a:pt x="2789226" y="1315515"/>
                          </a:cubicBezTo>
                          <a:cubicBezTo>
                            <a:pt x="2786847" y="1314326"/>
                            <a:pt x="2779710" y="1319083"/>
                            <a:pt x="2778520" y="1317894"/>
                          </a:cubicBezTo>
                          <a:cubicBezTo>
                            <a:pt x="2777331" y="1316705"/>
                            <a:pt x="2778520" y="1310757"/>
                            <a:pt x="2777331" y="1309568"/>
                          </a:cubicBezTo>
                          <a:cubicBezTo>
                            <a:pt x="2776141" y="1308379"/>
                            <a:pt x="2774952" y="1306000"/>
                            <a:pt x="2773762" y="1302431"/>
                          </a:cubicBezTo>
                          <a:cubicBezTo>
                            <a:pt x="2773762" y="1298863"/>
                            <a:pt x="2770194" y="1284590"/>
                            <a:pt x="2772573" y="1284590"/>
                          </a:cubicBezTo>
                          <a:cubicBezTo>
                            <a:pt x="2774952" y="1283400"/>
                            <a:pt x="2774952" y="1282211"/>
                            <a:pt x="2773762" y="1279832"/>
                          </a:cubicBezTo>
                          <a:cubicBezTo>
                            <a:pt x="2772573" y="1277453"/>
                            <a:pt x="2767815" y="1273885"/>
                            <a:pt x="2769005" y="1270317"/>
                          </a:cubicBezTo>
                          <a:cubicBezTo>
                            <a:pt x="2770194" y="1266748"/>
                            <a:pt x="2772573" y="1266748"/>
                            <a:pt x="2771384" y="1265559"/>
                          </a:cubicBezTo>
                          <a:cubicBezTo>
                            <a:pt x="2770194" y="1264370"/>
                            <a:pt x="2769005" y="1261991"/>
                            <a:pt x="2769005" y="1260801"/>
                          </a:cubicBezTo>
                          <a:cubicBezTo>
                            <a:pt x="2770194" y="1259612"/>
                            <a:pt x="2772573" y="1257233"/>
                            <a:pt x="2771384" y="1256043"/>
                          </a:cubicBezTo>
                          <a:cubicBezTo>
                            <a:pt x="2770194" y="1254854"/>
                            <a:pt x="2769005" y="1252475"/>
                            <a:pt x="2770194" y="1252475"/>
                          </a:cubicBezTo>
                          <a:cubicBezTo>
                            <a:pt x="2771384" y="1251286"/>
                            <a:pt x="2772573" y="1250096"/>
                            <a:pt x="2772573" y="1248907"/>
                          </a:cubicBezTo>
                          <a:cubicBezTo>
                            <a:pt x="2771384" y="1247717"/>
                            <a:pt x="2769005" y="1244149"/>
                            <a:pt x="2770194" y="1242960"/>
                          </a:cubicBezTo>
                          <a:cubicBezTo>
                            <a:pt x="2771384" y="1241770"/>
                            <a:pt x="2772573" y="1240581"/>
                            <a:pt x="2772573" y="1239391"/>
                          </a:cubicBezTo>
                          <a:cubicBezTo>
                            <a:pt x="2772573" y="1238202"/>
                            <a:pt x="2766626" y="1232255"/>
                            <a:pt x="2767815" y="1231065"/>
                          </a:cubicBezTo>
                          <a:cubicBezTo>
                            <a:pt x="2769005" y="1229876"/>
                            <a:pt x="2771384" y="1223929"/>
                            <a:pt x="2769005" y="1223929"/>
                          </a:cubicBezTo>
                          <a:cubicBezTo>
                            <a:pt x="2767815" y="1222739"/>
                            <a:pt x="2764247" y="1226308"/>
                            <a:pt x="2763058" y="1225118"/>
                          </a:cubicBezTo>
                          <a:cubicBezTo>
                            <a:pt x="2760679" y="1223929"/>
                            <a:pt x="2757111" y="1223929"/>
                            <a:pt x="2755921" y="1221550"/>
                          </a:cubicBezTo>
                          <a:cubicBezTo>
                            <a:pt x="2755921" y="1219171"/>
                            <a:pt x="2757111" y="1214413"/>
                            <a:pt x="2758300" y="1213224"/>
                          </a:cubicBezTo>
                          <a:cubicBezTo>
                            <a:pt x="2760679" y="1210845"/>
                            <a:pt x="2760679" y="1209655"/>
                            <a:pt x="2759490" y="1207277"/>
                          </a:cubicBezTo>
                          <a:cubicBezTo>
                            <a:pt x="2758300" y="1204898"/>
                            <a:pt x="2753543" y="1197761"/>
                            <a:pt x="2751163" y="1197761"/>
                          </a:cubicBezTo>
                          <a:cubicBezTo>
                            <a:pt x="2748784" y="1197761"/>
                            <a:pt x="2741648" y="1194193"/>
                            <a:pt x="2744026" y="1193003"/>
                          </a:cubicBezTo>
                          <a:cubicBezTo>
                            <a:pt x="2746405" y="1191814"/>
                            <a:pt x="2747595" y="1189435"/>
                            <a:pt x="2747595" y="1189435"/>
                          </a:cubicBezTo>
                          <a:cubicBezTo>
                            <a:pt x="2747595" y="1189435"/>
                            <a:pt x="2747595" y="1184677"/>
                            <a:pt x="2748784" y="1184677"/>
                          </a:cubicBezTo>
                          <a:cubicBezTo>
                            <a:pt x="2749974" y="1184677"/>
                            <a:pt x="2751163" y="1179920"/>
                            <a:pt x="2749974" y="1178730"/>
                          </a:cubicBezTo>
                          <a:cubicBezTo>
                            <a:pt x="2748784" y="1177541"/>
                            <a:pt x="2748784" y="1172783"/>
                            <a:pt x="2747595" y="1172783"/>
                          </a:cubicBezTo>
                          <a:cubicBezTo>
                            <a:pt x="2745216" y="1172783"/>
                            <a:pt x="2742837" y="1172783"/>
                            <a:pt x="2741648" y="1170404"/>
                          </a:cubicBezTo>
                          <a:cubicBezTo>
                            <a:pt x="2740458" y="1169215"/>
                            <a:pt x="2736890" y="1168025"/>
                            <a:pt x="2735701" y="1166836"/>
                          </a:cubicBezTo>
                          <a:cubicBezTo>
                            <a:pt x="2734511" y="1165646"/>
                            <a:pt x="2734511" y="1163268"/>
                            <a:pt x="2733322" y="1163268"/>
                          </a:cubicBezTo>
                          <a:cubicBezTo>
                            <a:pt x="2732132" y="1163268"/>
                            <a:pt x="2729754" y="1162078"/>
                            <a:pt x="2727375" y="1162078"/>
                          </a:cubicBezTo>
                          <a:cubicBezTo>
                            <a:pt x="2724996" y="1160889"/>
                            <a:pt x="2720238" y="1154942"/>
                            <a:pt x="2719049" y="1154942"/>
                          </a:cubicBezTo>
                          <a:cubicBezTo>
                            <a:pt x="2717859" y="1154942"/>
                            <a:pt x="2711912" y="1154942"/>
                            <a:pt x="2711912" y="1154942"/>
                          </a:cubicBezTo>
                          <a:cubicBezTo>
                            <a:pt x="2710722" y="1153752"/>
                            <a:pt x="2705965" y="1145426"/>
                            <a:pt x="2704775" y="1145426"/>
                          </a:cubicBezTo>
                          <a:cubicBezTo>
                            <a:pt x="2703586" y="1145426"/>
                            <a:pt x="2698828" y="1146615"/>
                            <a:pt x="2697639" y="1144236"/>
                          </a:cubicBezTo>
                          <a:cubicBezTo>
                            <a:pt x="2696449" y="1141858"/>
                            <a:pt x="2692881" y="1139479"/>
                            <a:pt x="2692881" y="1139479"/>
                          </a:cubicBezTo>
                          <a:cubicBezTo>
                            <a:pt x="2691692" y="1139479"/>
                            <a:pt x="2689313" y="1144236"/>
                            <a:pt x="2686934" y="1144236"/>
                          </a:cubicBezTo>
                          <a:cubicBezTo>
                            <a:pt x="2684555" y="1144236"/>
                            <a:pt x="2683366" y="1144236"/>
                            <a:pt x="2682176" y="1145426"/>
                          </a:cubicBezTo>
                          <a:cubicBezTo>
                            <a:pt x="2680987" y="1146615"/>
                            <a:pt x="2678608" y="1150184"/>
                            <a:pt x="2676229" y="1147805"/>
                          </a:cubicBezTo>
                          <a:cubicBezTo>
                            <a:pt x="2675039" y="1146615"/>
                            <a:pt x="2673850" y="1139479"/>
                            <a:pt x="2671471" y="1139479"/>
                          </a:cubicBezTo>
                          <a:cubicBezTo>
                            <a:pt x="2670282" y="1139479"/>
                            <a:pt x="2663145" y="1138289"/>
                            <a:pt x="2664335" y="1140668"/>
                          </a:cubicBezTo>
                          <a:cubicBezTo>
                            <a:pt x="2664335" y="1143047"/>
                            <a:pt x="2667903" y="1146615"/>
                            <a:pt x="2667903" y="1147805"/>
                          </a:cubicBezTo>
                          <a:cubicBezTo>
                            <a:pt x="2667903" y="1148994"/>
                            <a:pt x="2669092" y="1151373"/>
                            <a:pt x="2670282" y="1152563"/>
                          </a:cubicBezTo>
                          <a:cubicBezTo>
                            <a:pt x="2671471" y="1153752"/>
                            <a:pt x="2673850" y="1154942"/>
                            <a:pt x="2672660" y="1156131"/>
                          </a:cubicBezTo>
                          <a:cubicBezTo>
                            <a:pt x="2671471" y="1157320"/>
                            <a:pt x="2669092" y="1159699"/>
                            <a:pt x="2671471" y="1160889"/>
                          </a:cubicBezTo>
                          <a:cubicBezTo>
                            <a:pt x="2672660" y="1162078"/>
                            <a:pt x="2675039" y="1164457"/>
                            <a:pt x="2673850" y="1166836"/>
                          </a:cubicBezTo>
                          <a:cubicBezTo>
                            <a:pt x="2672660" y="1169215"/>
                            <a:pt x="2669092" y="1178730"/>
                            <a:pt x="2669092" y="1176351"/>
                          </a:cubicBezTo>
                          <a:cubicBezTo>
                            <a:pt x="2669092" y="1173972"/>
                            <a:pt x="2669092" y="1170404"/>
                            <a:pt x="2669092" y="1168025"/>
                          </a:cubicBezTo>
                          <a:cubicBezTo>
                            <a:pt x="2669092" y="1165646"/>
                            <a:pt x="2669092" y="1162078"/>
                            <a:pt x="2667903" y="1159699"/>
                          </a:cubicBezTo>
                          <a:cubicBezTo>
                            <a:pt x="2666713" y="1158510"/>
                            <a:pt x="2666713" y="1154942"/>
                            <a:pt x="2665524" y="1154942"/>
                          </a:cubicBezTo>
                          <a:cubicBezTo>
                            <a:pt x="2664335" y="1156131"/>
                            <a:pt x="2663145" y="1156131"/>
                            <a:pt x="2664335" y="1158510"/>
                          </a:cubicBezTo>
                          <a:cubicBezTo>
                            <a:pt x="2665524" y="1160889"/>
                            <a:pt x="2665524" y="1165646"/>
                            <a:pt x="2664335" y="1168025"/>
                          </a:cubicBezTo>
                          <a:cubicBezTo>
                            <a:pt x="2663145" y="1170404"/>
                            <a:pt x="2660766" y="1171594"/>
                            <a:pt x="2659577" y="1173972"/>
                          </a:cubicBezTo>
                          <a:cubicBezTo>
                            <a:pt x="2658388" y="1175162"/>
                            <a:pt x="2652441" y="1177541"/>
                            <a:pt x="2648872" y="1177541"/>
                          </a:cubicBezTo>
                          <a:cubicBezTo>
                            <a:pt x="2645303" y="1177541"/>
                            <a:pt x="2644114" y="1175162"/>
                            <a:pt x="2647683" y="1173972"/>
                          </a:cubicBezTo>
                          <a:cubicBezTo>
                            <a:pt x="2651251" y="1172783"/>
                            <a:pt x="2652441" y="1171594"/>
                            <a:pt x="2652441" y="1170404"/>
                          </a:cubicBezTo>
                          <a:cubicBezTo>
                            <a:pt x="2652441" y="1169215"/>
                            <a:pt x="2651251" y="1164457"/>
                            <a:pt x="2652441" y="1162078"/>
                          </a:cubicBezTo>
                          <a:cubicBezTo>
                            <a:pt x="2653630" y="1159699"/>
                            <a:pt x="2658388" y="1158510"/>
                            <a:pt x="2657198" y="1157320"/>
                          </a:cubicBezTo>
                          <a:cubicBezTo>
                            <a:pt x="2656009" y="1156131"/>
                            <a:pt x="2650062" y="1156131"/>
                            <a:pt x="2648872" y="1157320"/>
                          </a:cubicBezTo>
                          <a:cubicBezTo>
                            <a:pt x="2647683" y="1158510"/>
                            <a:pt x="2646493" y="1159699"/>
                            <a:pt x="2645303" y="1159699"/>
                          </a:cubicBezTo>
                          <a:cubicBezTo>
                            <a:pt x="2644114" y="1158510"/>
                            <a:pt x="2642924" y="1157320"/>
                            <a:pt x="2641735" y="1158510"/>
                          </a:cubicBezTo>
                          <a:cubicBezTo>
                            <a:pt x="2640546" y="1159699"/>
                            <a:pt x="2639356" y="1163268"/>
                            <a:pt x="2636977" y="1164457"/>
                          </a:cubicBezTo>
                          <a:cubicBezTo>
                            <a:pt x="2634599" y="1165646"/>
                            <a:pt x="2632220" y="1164457"/>
                            <a:pt x="2631030" y="1165646"/>
                          </a:cubicBezTo>
                          <a:cubicBezTo>
                            <a:pt x="2629841" y="1166836"/>
                            <a:pt x="2629841" y="1171594"/>
                            <a:pt x="2628652" y="1169215"/>
                          </a:cubicBezTo>
                          <a:cubicBezTo>
                            <a:pt x="2626273" y="1166836"/>
                            <a:pt x="2623894" y="1165646"/>
                            <a:pt x="2625083" y="1160889"/>
                          </a:cubicBezTo>
                          <a:cubicBezTo>
                            <a:pt x="2626273" y="1156131"/>
                            <a:pt x="2625083" y="1151373"/>
                            <a:pt x="2623894" y="1148994"/>
                          </a:cubicBezTo>
                          <a:cubicBezTo>
                            <a:pt x="2621515" y="1146615"/>
                            <a:pt x="2614378" y="1140668"/>
                            <a:pt x="2615568" y="1138289"/>
                          </a:cubicBezTo>
                          <a:cubicBezTo>
                            <a:pt x="2616757" y="1135910"/>
                            <a:pt x="2617947" y="1127584"/>
                            <a:pt x="2615568" y="1127584"/>
                          </a:cubicBezTo>
                          <a:cubicBezTo>
                            <a:pt x="2613189" y="1127584"/>
                            <a:pt x="2608431" y="1126395"/>
                            <a:pt x="2607241" y="1127584"/>
                          </a:cubicBezTo>
                          <a:cubicBezTo>
                            <a:pt x="2606052" y="1128774"/>
                            <a:pt x="2602484" y="1131153"/>
                            <a:pt x="2600105" y="1132342"/>
                          </a:cubicBezTo>
                          <a:cubicBezTo>
                            <a:pt x="2597726" y="1133532"/>
                            <a:pt x="2595347" y="1134721"/>
                            <a:pt x="2594158" y="1135910"/>
                          </a:cubicBezTo>
                          <a:cubicBezTo>
                            <a:pt x="2592969" y="1138289"/>
                            <a:pt x="2591779" y="1140668"/>
                            <a:pt x="2589400" y="1138289"/>
                          </a:cubicBezTo>
                          <a:cubicBezTo>
                            <a:pt x="2587022" y="1135910"/>
                            <a:pt x="2587022" y="1132342"/>
                            <a:pt x="2583453" y="1132342"/>
                          </a:cubicBezTo>
                          <a:cubicBezTo>
                            <a:pt x="2579885" y="1133532"/>
                            <a:pt x="2578695" y="1134721"/>
                            <a:pt x="2576316" y="1132342"/>
                          </a:cubicBezTo>
                          <a:cubicBezTo>
                            <a:pt x="2573937" y="1129963"/>
                            <a:pt x="2570369" y="1128774"/>
                            <a:pt x="2572748" y="1126395"/>
                          </a:cubicBezTo>
                          <a:cubicBezTo>
                            <a:pt x="2575127" y="1124016"/>
                            <a:pt x="2576316" y="1121637"/>
                            <a:pt x="2576316" y="1120448"/>
                          </a:cubicBezTo>
                          <a:cubicBezTo>
                            <a:pt x="2576316" y="1118069"/>
                            <a:pt x="2576316" y="1116879"/>
                            <a:pt x="2578695" y="1113311"/>
                          </a:cubicBezTo>
                          <a:cubicBezTo>
                            <a:pt x="2581074" y="1110932"/>
                            <a:pt x="2582264" y="1110932"/>
                            <a:pt x="2582264" y="1108553"/>
                          </a:cubicBezTo>
                          <a:cubicBezTo>
                            <a:pt x="2582264" y="1106175"/>
                            <a:pt x="2581074" y="1104985"/>
                            <a:pt x="2583453" y="1102606"/>
                          </a:cubicBezTo>
                          <a:cubicBezTo>
                            <a:pt x="2585832" y="1100227"/>
                            <a:pt x="2589400" y="1100227"/>
                            <a:pt x="2588211" y="1096659"/>
                          </a:cubicBezTo>
                          <a:cubicBezTo>
                            <a:pt x="2588211" y="1093091"/>
                            <a:pt x="2587022" y="1089523"/>
                            <a:pt x="2589400" y="1088333"/>
                          </a:cubicBezTo>
                          <a:cubicBezTo>
                            <a:pt x="2591779" y="1087144"/>
                            <a:pt x="2597726" y="1085954"/>
                            <a:pt x="2597726" y="1082386"/>
                          </a:cubicBezTo>
                          <a:cubicBezTo>
                            <a:pt x="2597726" y="1078818"/>
                            <a:pt x="2595347" y="1077628"/>
                            <a:pt x="2597726" y="1076439"/>
                          </a:cubicBezTo>
                          <a:cubicBezTo>
                            <a:pt x="2600105" y="1075249"/>
                            <a:pt x="2598916" y="1070492"/>
                            <a:pt x="2601294" y="1069302"/>
                          </a:cubicBezTo>
                          <a:cubicBezTo>
                            <a:pt x="2603673" y="1068113"/>
                            <a:pt x="2604863" y="1065734"/>
                            <a:pt x="2604863" y="1063355"/>
                          </a:cubicBezTo>
                          <a:cubicBezTo>
                            <a:pt x="2604863" y="1060976"/>
                            <a:pt x="2603673" y="1059787"/>
                            <a:pt x="2604863" y="1057408"/>
                          </a:cubicBezTo>
                          <a:cubicBezTo>
                            <a:pt x="2606052" y="1056218"/>
                            <a:pt x="2608431" y="1055029"/>
                            <a:pt x="2608431" y="1052650"/>
                          </a:cubicBezTo>
                          <a:cubicBezTo>
                            <a:pt x="2608431" y="1050271"/>
                            <a:pt x="2606052" y="1035998"/>
                            <a:pt x="2608431" y="1033619"/>
                          </a:cubicBezTo>
                          <a:cubicBezTo>
                            <a:pt x="2610810" y="1030051"/>
                            <a:pt x="2609620" y="1030051"/>
                            <a:pt x="2610810" y="1027672"/>
                          </a:cubicBezTo>
                          <a:cubicBezTo>
                            <a:pt x="2610810" y="1025293"/>
                            <a:pt x="2610810" y="1024104"/>
                            <a:pt x="2613189" y="1022914"/>
                          </a:cubicBezTo>
                          <a:cubicBezTo>
                            <a:pt x="2614378" y="1021725"/>
                            <a:pt x="2614378" y="1014588"/>
                            <a:pt x="2615568" y="1013399"/>
                          </a:cubicBezTo>
                          <a:cubicBezTo>
                            <a:pt x="2617947" y="1012209"/>
                            <a:pt x="2619136" y="1011020"/>
                            <a:pt x="2619136" y="1008641"/>
                          </a:cubicBezTo>
                          <a:cubicBezTo>
                            <a:pt x="2619136" y="1006262"/>
                            <a:pt x="2617947" y="1003883"/>
                            <a:pt x="2621515" y="1000315"/>
                          </a:cubicBezTo>
                          <a:cubicBezTo>
                            <a:pt x="2625083" y="996747"/>
                            <a:pt x="2625083" y="994368"/>
                            <a:pt x="2625083" y="993178"/>
                          </a:cubicBezTo>
                          <a:cubicBezTo>
                            <a:pt x="2625083" y="990799"/>
                            <a:pt x="2626273" y="989610"/>
                            <a:pt x="2627462" y="989610"/>
                          </a:cubicBezTo>
                          <a:cubicBezTo>
                            <a:pt x="2628652" y="988421"/>
                            <a:pt x="2628652" y="984852"/>
                            <a:pt x="2627462" y="983663"/>
                          </a:cubicBezTo>
                          <a:cubicBezTo>
                            <a:pt x="2626273" y="982473"/>
                            <a:pt x="2623894" y="978905"/>
                            <a:pt x="2625083" y="978905"/>
                          </a:cubicBezTo>
                          <a:cubicBezTo>
                            <a:pt x="2626273" y="978905"/>
                            <a:pt x="2627462" y="977716"/>
                            <a:pt x="2627462" y="977716"/>
                          </a:cubicBezTo>
                          <a:cubicBezTo>
                            <a:pt x="2627462" y="976526"/>
                            <a:pt x="2627462" y="970579"/>
                            <a:pt x="2628652" y="970579"/>
                          </a:cubicBezTo>
                          <a:cubicBezTo>
                            <a:pt x="2629841" y="970579"/>
                            <a:pt x="2634599" y="972958"/>
                            <a:pt x="2633409" y="970579"/>
                          </a:cubicBezTo>
                          <a:cubicBezTo>
                            <a:pt x="2633409" y="968200"/>
                            <a:pt x="2631030" y="963442"/>
                            <a:pt x="2631030" y="959874"/>
                          </a:cubicBezTo>
                          <a:cubicBezTo>
                            <a:pt x="2629841" y="956306"/>
                            <a:pt x="2631030" y="951548"/>
                            <a:pt x="2629841" y="949169"/>
                          </a:cubicBezTo>
                          <a:cubicBezTo>
                            <a:pt x="2628652" y="946790"/>
                            <a:pt x="2626273" y="943222"/>
                            <a:pt x="2628652" y="939654"/>
                          </a:cubicBezTo>
                          <a:cubicBezTo>
                            <a:pt x="2631030" y="937275"/>
                            <a:pt x="2640546" y="930138"/>
                            <a:pt x="2640546" y="927759"/>
                          </a:cubicBezTo>
                          <a:cubicBezTo>
                            <a:pt x="2640546" y="925380"/>
                            <a:pt x="2639356" y="924191"/>
                            <a:pt x="2640546" y="921812"/>
                          </a:cubicBezTo>
                          <a:cubicBezTo>
                            <a:pt x="2641735" y="919433"/>
                            <a:pt x="2644114" y="918244"/>
                            <a:pt x="2642924" y="915865"/>
                          </a:cubicBezTo>
                          <a:cubicBezTo>
                            <a:pt x="2641735" y="913486"/>
                            <a:pt x="2634599" y="906349"/>
                            <a:pt x="2635788" y="903971"/>
                          </a:cubicBezTo>
                          <a:cubicBezTo>
                            <a:pt x="2636977" y="900402"/>
                            <a:pt x="2640546" y="900402"/>
                            <a:pt x="2641735" y="896834"/>
                          </a:cubicBezTo>
                          <a:cubicBezTo>
                            <a:pt x="2642924" y="892076"/>
                            <a:pt x="2642924" y="890887"/>
                            <a:pt x="2646493" y="888508"/>
                          </a:cubicBezTo>
                          <a:cubicBezTo>
                            <a:pt x="2650062" y="886129"/>
                            <a:pt x="2652441" y="886129"/>
                            <a:pt x="2652441" y="883750"/>
                          </a:cubicBezTo>
                          <a:cubicBezTo>
                            <a:pt x="2653630" y="882561"/>
                            <a:pt x="2652441" y="876614"/>
                            <a:pt x="2654819" y="876614"/>
                          </a:cubicBezTo>
                          <a:cubicBezTo>
                            <a:pt x="2657198" y="876614"/>
                            <a:pt x="2659577" y="882561"/>
                            <a:pt x="2663145" y="882561"/>
                          </a:cubicBezTo>
                          <a:cubicBezTo>
                            <a:pt x="2665524" y="882561"/>
                            <a:pt x="2672660" y="873045"/>
                            <a:pt x="2676229" y="873045"/>
                          </a:cubicBezTo>
                          <a:cubicBezTo>
                            <a:pt x="2679797" y="873045"/>
                            <a:pt x="2684555" y="875424"/>
                            <a:pt x="2685745" y="873045"/>
                          </a:cubicBezTo>
                          <a:cubicBezTo>
                            <a:pt x="2686934" y="871856"/>
                            <a:pt x="2690502" y="867098"/>
                            <a:pt x="2692881" y="868288"/>
                          </a:cubicBezTo>
                          <a:cubicBezTo>
                            <a:pt x="2695260" y="868288"/>
                            <a:pt x="2697639" y="869477"/>
                            <a:pt x="2697639" y="868288"/>
                          </a:cubicBezTo>
                          <a:cubicBezTo>
                            <a:pt x="2698828" y="867098"/>
                            <a:pt x="2700018" y="864719"/>
                            <a:pt x="2702396" y="864719"/>
                          </a:cubicBezTo>
                          <a:cubicBezTo>
                            <a:pt x="2705965" y="864719"/>
                            <a:pt x="2708343" y="865909"/>
                            <a:pt x="2709533" y="864719"/>
                          </a:cubicBezTo>
                          <a:cubicBezTo>
                            <a:pt x="2710722" y="863530"/>
                            <a:pt x="2711912" y="859962"/>
                            <a:pt x="2714291" y="861151"/>
                          </a:cubicBezTo>
                          <a:cubicBezTo>
                            <a:pt x="2716670" y="862340"/>
                            <a:pt x="2716670" y="863530"/>
                            <a:pt x="2715480" y="865909"/>
                          </a:cubicBezTo>
                          <a:cubicBezTo>
                            <a:pt x="2714291" y="868288"/>
                            <a:pt x="2714291" y="869477"/>
                            <a:pt x="2715480" y="870666"/>
                          </a:cubicBezTo>
                          <a:cubicBezTo>
                            <a:pt x="2716670" y="871856"/>
                            <a:pt x="2719049" y="871856"/>
                            <a:pt x="2720238" y="873045"/>
                          </a:cubicBezTo>
                          <a:cubicBezTo>
                            <a:pt x="2721428" y="874235"/>
                            <a:pt x="2722617" y="877803"/>
                            <a:pt x="2722617" y="875424"/>
                          </a:cubicBezTo>
                          <a:cubicBezTo>
                            <a:pt x="2723807" y="874235"/>
                            <a:pt x="2726185" y="869477"/>
                            <a:pt x="2727375" y="869477"/>
                          </a:cubicBezTo>
                          <a:cubicBezTo>
                            <a:pt x="2728564" y="869477"/>
                            <a:pt x="2730943" y="867098"/>
                            <a:pt x="2729754" y="864719"/>
                          </a:cubicBezTo>
                          <a:cubicBezTo>
                            <a:pt x="2728564" y="862340"/>
                            <a:pt x="2721428" y="859962"/>
                            <a:pt x="2723807" y="857583"/>
                          </a:cubicBezTo>
                          <a:cubicBezTo>
                            <a:pt x="2724996" y="855204"/>
                            <a:pt x="2729754" y="855204"/>
                            <a:pt x="2733322" y="856393"/>
                          </a:cubicBezTo>
                          <a:cubicBezTo>
                            <a:pt x="2735701" y="857583"/>
                            <a:pt x="2739269" y="858772"/>
                            <a:pt x="2740458" y="857583"/>
                          </a:cubicBezTo>
                          <a:cubicBezTo>
                            <a:pt x="2742837" y="856393"/>
                            <a:pt x="2742837" y="854014"/>
                            <a:pt x="2746405" y="854014"/>
                          </a:cubicBezTo>
                          <a:cubicBezTo>
                            <a:pt x="2749974" y="854014"/>
                            <a:pt x="2753543" y="855204"/>
                            <a:pt x="2754732" y="857583"/>
                          </a:cubicBezTo>
                          <a:cubicBezTo>
                            <a:pt x="2755921" y="859962"/>
                            <a:pt x="2757111" y="859962"/>
                            <a:pt x="2759490" y="858772"/>
                          </a:cubicBezTo>
                          <a:cubicBezTo>
                            <a:pt x="2760679" y="857583"/>
                            <a:pt x="2763058" y="856393"/>
                            <a:pt x="2764247" y="854014"/>
                          </a:cubicBezTo>
                          <a:cubicBezTo>
                            <a:pt x="2765437" y="851636"/>
                            <a:pt x="2766626" y="850446"/>
                            <a:pt x="2769005" y="849257"/>
                          </a:cubicBezTo>
                          <a:cubicBezTo>
                            <a:pt x="2771384" y="849257"/>
                            <a:pt x="2774952" y="852825"/>
                            <a:pt x="2778520" y="852825"/>
                          </a:cubicBezTo>
                          <a:cubicBezTo>
                            <a:pt x="2782089" y="852825"/>
                            <a:pt x="2789226" y="851636"/>
                            <a:pt x="2789226" y="849257"/>
                          </a:cubicBezTo>
                          <a:cubicBezTo>
                            <a:pt x="2789226" y="846878"/>
                            <a:pt x="2788036" y="844499"/>
                            <a:pt x="2786847" y="844499"/>
                          </a:cubicBezTo>
                          <a:cubicBezTo>
                            <a:pt x="2784468" y="844499"/>
                            <a:pt x="2780899" y="845688"/>
                            <a:pt x="2780899" y="844499"/>
                          </a:cubicBezTo>
                          <a:cubicBezTo>
                            <a:pt x="2779710" y="843309"/>
                            <a:pt x="2777331" y="840931"/>
                            <a:pt x="2778520" y="839741"/>
                          </a:cubicBezTo>
                          <a:cubicBezTo>
                            <a:pt x="2779710" y="838552"/>
                            <a:pt x="2782089" y="838552"/>
                            <a:pt x="2783278" y="839741"/>
                          </a:cubicBezTo>
                          <a:cubicBezTo>
                            <a:pt x="2783278" y="840931"/>
                            <a:pt x="2789226" y="839741"/>
                            <a:pt x="2789226" y="837362"/>
                          </a:cubicBezTo>
                          <a:cubicBezTo>
                            <a:pt x="2789226" y="834983"/>
                            <a:pt x="2784468" y="834983"/>
                            <a:pt x="2783278" y="832605"/>
                          </a:cubicBezTo>
                          <a:cubicBezTo>
                            <a:pt x="2782089" y="830226"/>
                            <a:pt x="2784468" y="831415"/>
                            <a:pt x="2786847" y="829036"/>
                          </a:cubicBezTo>
                          <a:cubicBezTo>
                            <a:pt x="2789226" y="826657"/>
                            <a:pt x="2790415" y="820710"/>
                            <a:pt x="2793983" y="820710"/>
                          </a:cubicBezTo>
                          <a:cubicBezTo>
                            <a:pt x="2798741" y="820710"/>
                            <a:pt x="2802309" y="824279"/>
                            <a:pt x="2804688" y="824279"/>
                          </a:cubicBezTo>
                          <a:cubicBezTo>
                            <a:pt x="2807067" y="824279"/>
                            <a:pt x="2808256" y="820710"/>
                            <a:pt x="2810635" y="820710"/>
                          </a:cubicBezTo>
                          <a:cubicBezTo>
                            <a:pt x="2813014" y="820710"/>
                            <a:pt x="2814203" y="825468"/>
                            <a:pt x="2816582" y="824279"/>
                          </a:cubicBezTo>
                          <a:cubicBezTo>
                            <a:pt x="2818961" y="824279"/>
                            <a:pt x="2823719" y="823089"/>
                            <a:pt x="2824909" y="824279"/>
                          </a:cubicBezTo>
                          <a:cubicBezTo>
                            <a:pt x="2826098" y="825468"/>
                            <a:pt x="2828477" y="829036"/>
                            <a:pt x="2830856" y="827847"/>
                          </a:cubicBezTo>
                          <a:cubicBezTo>
                            <a:pt x="2833234" y="826657"/>
                            <a:pt x="2829666" y="825468"/>
                            <a:pt x="2830856" y="824279"/>
                          </a:cubicBezTo>
                          <a:cubicBezTo>
                            <a:pt x="2830856" y="823089"/>
                            <a:pt x="2832045" y="821900"/>
                            <a:pt x="2835613" y="821900"/>
                          </a:cubicBezTo>
                          <a:cubicBezTo>
                            <a:pt x="2839181" y="823089"/>
                            <a:pt x="2842750" y="824279"/>
                            <a:pt x="2843939" y="824279"/>
                          </a:cubicBezTo>
                          <a:cubicBezTo>
                            <a:pt x="2846318" y="824279"/>
                            <a:pt x="2849886" y="823089"/>
                            <a:pt x="2851076" y="825468"/>
                          </a:cubicBezTo>
                          <a:cubicBezTo>
                            <a:pt x="2852265" y="827847"/>
                            <a:pt x="2853455" y="831415"/>
                            <a:pt x="2857023" y="831415"/>
                          </a:cubicBezTo>
                          <a:cubicBezTo>
                            <a:pt x="2860592" y="831415"/>
                            <a:pt x="2862970" y="831415"/>
                            <a:pt x="2864160" y="830226"/>
                          </a:cubicBezTo>
                          <a:cubicBezTo>
                            <a:pt x="2864160" y="829036"/>
                            <a:pt x="2868917" y="825468"/>
                            <a:pt x="2870107" y="827847"/>
                          </a:cubicBezTo>
                          <a:cubicBezTo>
                            <a:pt x="2871296" y="830226"/>
                            <a:pt x="2870107" y="832605"/>
                            <a:pt x="2867728" y="833794"/>
                          </a:cubicBezTo>
                          <a:cubicBezTo>
                            <a:pt x="2865349" y="834983"/>
                            <a:pt x="2864160" y="837362"/>
                            <a:pt x="2861781" y="838552"/>
                          </a:cubicBezTo>
                          <a:cubicBezTo>
                            <a:pt x="2859402" y="838552"/>
                            <a:pt x="2853455" y="836173"/>
                            <a:pt x="2853455" y="838552"/>
                          </a:cubicBezTo>
                          <a:cubicBezTo>
                            <a:pt x="2853455" y="840931"/>
                            <a:pt x="2854644" y="844499"/>
                            <a:pt x="2852265" y="845688"/>
                          </a:cubicBezTo>
                          <a:cubicBezTo>
                            <a:pt x="2849886" y="845688"/>
                            <a:pt x="2846318" y="846878"/>
                            <a:pt x="2847507" y="849257"/>
                          </a:cubicBezTo>
                          <a:cubicBezTo>
                            <a:pt x="2848697" y="851636"/>
                            <a:pt x="2853455" y="850446"/>
                            <a:pt x="2854644" y="851636"/>
                          </a:cubicBezTo>
                          <a:cubicBezTo>
                            <a:pt x="2855834" y="854014"/>
                            <a:pt x="2858213" y="859962"/>
                            <a:pt x="2860592" y="858772"/>
                          </a:cubicBezTo>
                          <a:cubicBezTo>
                            <a:pt x="2862970" y="857583"/>
                            <a:pt x="2864160" y="855204"/>
                            <a:pt x="2867728" y="856393"/>
                          </a:cubicBezTo>
                          <a:cubicBezTo>
                            <a:pt x="2870107" y="856393"/>
                            <a:pt x="2873675" y="855204"/>
                            <a:pt x="2873675" y="852825"/>
                          </a:cubicBezTo>
                          <a:cubicBezTo>
                            <a:pt x="2874864" y="850446"/>
                            <a:pt x="2873675" y="846878"/>
                            <a:pt x="2876054" y="846878"/>
                          </a:cubicBezTo>
                          <a:cubicBezTo>
                            <a:pt x="2878433" y="846878"/>
                            <a:pt x="2879622" y="845688"/>
                            <a:pt x="2878433" y="844499"/>
                          </a:cubicBezTo>
                          <a:cubicBezTo>
                            <a:pt x="2877243" y="843309"/>
                            <a:pt x="2873675" y="838552"/>
                            <a:pt x="2876054" y="838552"/>
                          </a:cubicBezTo>
                          <a:cubicBezTo>
                            <a:pt x="2878433" y="839741"/>
                            <a:pt x="2885570" y="848067"/>
                            <a:pt x="2887949" y="846878"/>
                          </a:cubicBezTo>
                          <a:cubicBezTo>
                            <a:pt x="2890328" y="845688"/>
                            <a:pt x="2886759" y="840931"/>
                            <a:pt x="2890328" y="839741"/>
                          </a:cubicBezTo>
                          <a:cubicBezTo>
                            <a:pt x="2892706" y="838552"/>
                            <a:pt x="2895085" y="836173"/>
                            <a:pt x="2896275" y="833794"/>
                          </a:cubicBezTo>
                          <a:cubicBezTo>
                            <a:pt x="2896275" y="831415"/>
                            <a:pt x="2895085" y="824279"/>
                            <a:pt x="2898653" y="825468"/>
                          </a:cubicBezTo>
                          <a:cubicBezTo>
                            <a:pt x="2901032" y="825468"/>
                            <a:pt x="2901032" y="830226"/>
                            <a:pt x="2902222" y="829036"/>
                          </a:cubicBezTo>
                          <a:cubicBezTo>
                            <a:pt x="2904600" y="827847"/>
                            <a:pt x="2906979" y="824279"/>
                            <a:pt x="2908169" y="826657"/>
                          </a:cubicBezTo>
                          <a:cubicBezTo>
                            <a:pt x="2909358" y="829036"/>
                            <a:pt x="2908169" y="832605"/>
                            <a:pt x="2910547" y="832605"/>
                          </a:cubicBezTo>
                          <a:cubicBezTo>
                            <a:pt x="2912926" y="832605"/>
                            <a:pt x="2921253" y="827847"/>
                            <a:pt x="2920063" y="826657"/>
                          </a:cubicBezTo>
                          <a:cubicBezTo>
                            <a:pt x="2918874" y="825468"/>
                            <a:pt x="2916495" y="821900"/>
                            <a:pt x="2918874" y="821900"/>
                          </a:cubicBezTo>
                          <a:cubicBezTo>
                            <a:pt x="2921253" y="820710"/>
                            <a:pt x="2923632" y="823089"/>
                            <a:pt x="2926011" y="821900"/>
                          </a:cubicBezTo>
                          <a:cubicBezTo>
                            <a:pt x="2928389" y="820710"/>
                            <a:pt x="2928389" y="819521"/>
                            <a:pt x="2929579" y="819521"/>
                          </a:cubicBezTo>
                          <a:cubicBezTo>
                            <a:pt x="2931958" y="819521"/>
                            <a:pt x="2934336" y="819521"/>
                            <a:pt x="2933147" y="818331"/>
                          </a:cubicBezTo>
                          <a:cubicBezTo>
                            <a:pt x="2931958" y="815953"/>
                            <a:pt x="2929579" y="815953"/>
                            <a:pt x="2929579" y="812384"/>
                          </a:cubicBezTo>
                          <a:cubicBezTo>
                            <a:pt x="2929579" y="810005"/>
                            <a:pt x="2929579" y="807626"/>
                            <a:pt x="2928389" y="806437"/>
                          </a:cubicBezTo>
                          <a:cubicBezTo>
                            <a:pt x="2927200" y="805247"/>
                            <a:pt x="2921253" y="801679"/>
                            <a:pt x="2920063" y="802869"/>
                          </a:cubicBezTo>
                          <a:cubicBezTo>
                            <a:pt x="2920063" y="804058"/>
                            <a:pt x="2921253" y="807626"/>
                            <a:pt x="2917684" y="807626"/>
                          </a:cubicBezTo>
                          <a:cubicBezTo>
                            <a:pt x="2915305" y="806437"/>
                            <a:pt x="2911737" y="804058"/>
                            <a:pt x="2911737" y="805247"/>
                          </a:cubicBezTo>
                          <a:cubicBezTo>
                            <a:pt x="2910547" y="806437"/>
                            <a:pt x="2910547" y="808816"/>
                            <a:pt x="2909358" y="808816"/>
                          </a:cubicBezTo>
                          <a:cubicBezTo>
                            <a:pt x="2908169" y="808816"/>
                            <a:pt x="2905790" y="812384"/>
                            <a:pt x="2904600" y="811195"/>
                          </a:cubicBezTo>
                          <a:cubicBezTo>
                            <a:pt x="2903411" y="810005"/>
                            <a:pt x="2899843" y="808816"/>
                            <a:pt x="2901032" y="806437"/>
                          </a:cubicBezTo>
                          <a:cubicBezTo>
                            <a:pt x="2902222" y="804058"/>
                            <a:pt x="2905790" y="804058"/>
                            <a:pt x="2904600" y="801679"/>
                          </a:cubicBezTo>
                          <a:cubicBezTo>
                            <a:pt x="2904600" y="800490"/>
                            <a:pt x="2896275" y="792164"/>
                            <a:pt x="2898653" y="792164"/>
                          </a:cubicBezTo>
                          <a:cubicBezTo>
                            <a:pt x="2901032" y="792164"/>
                            <a:pt x="2903411" y="792164"/>
                            <a:pt x="2902222" y="789785"/>
                          </a:cubicBezTo>
                          <a:cubicBezTo>
                            <a:pt x="2901032" y="787406"/>
                            <a:pt x="2895085" y="783838"/>
                            <a:pt x="2896275" y="781459"/>
                          </a:cubicBezTo>
                          <a:cubicBezTo>
                            <a:pt x="2898653" y="779080"/>
                            <a:pt x="2899843" y="779080"/>
                            <a:pt x="2898653" y="776701"/>
                          </a:cubicBezTo>
                          <a:cubicBezTo>
                            <a:pt x="2898653" y="774322"/>
                            <a:pt x="2896275" y="769564"/>
                            <a:pt x="2899843" y="767186"/>
                          </a:cubicBezTo>
                          <a:cubicBezTo>
                            <a:pt x="2902222" y="764807"/>
                            <a:pt x="2904600" y="763617"/>
                            <a:pt x="2903411" y="762428"/>
                          </a:cubicBezTo>
                          <a:cubicBezTo>
                            <a:pt x="2903411" y="760049"/>
                            <a:pt x="2902222" y="757670"/>
                            <a:pt x="2904600" y="755291"/>
                          </a:cubicBezTo>
                          <a:cubicBezTo>
                            <a:pt x="2906979" y="752912"/>
                            <a:pt x="2908169" y="752912"/>
                            <a:pt x="2908169" y="750534"/>
                          </a:cubicBezTo>
                          <a:cubicBezTo>
                            <a:pt x="2908169" y="748155"/>
                            <a:pt x="2906979" y="744586"/>
                            <a:pt x="2908169" y="744586"/>
                          </a:cubicBezTo>
                          <a:cubicBezTo>
                            <a:pt x="2909358" y="743397"/>
                            <a:pt x="2911737" y="742207"/>
                            <a:pt x="2910547" y="741018"/>
                          </a:cubicBezTo>
                          <a:cubicBezTo>
                            <a:pt x="2909358" y="739829"/>
                            <a:pt x="2902222" y="736260"/>
                            <a:pt x="2903411" y="730313"/>
                          </a:cubicBezTo>
                          <a:cubicBezTo>
                            <a:pt x="2904600" y="725555"/>
                            <a:pt x="2905790" y="724366"/>
                            <a:pt x="2905790" y="721987"/>
                          </a:cubicBezTo>
                          <a:cubicBezTo>
                            <a:pt x="2905790" y="719608"/>
                            <a:pt x="2903411" y="717229"/>
                            <a:pt x="2906979" y="716040"/>
                          </a:cubicBezTo>
                          <a:cubicBezTo>
                            <a:pt x="2909358" y="714851"/>
                            <a:pt x="2911737" y="713661"/>
                            <a:pt x="2910547" y="711282"/>
                          </a:cubicBezTo>
                          <a:cubicBezTo>
                            <a:pt x="2909358" y="708903"/>
                            <a:pt x="2905790" y="707714"/>
                            <a:pt x="2905790" y="704146"/>
                          </a:cubicBezTo>
                          <a:cubicBezTo>
                            <a:pt x="2905790" y="700577"/>
                            <a:pt x="2905790" y="699388"/>
                            <a:pt x="2904600" y="698198"/>
                          </a:cubicBezTo>
                          <a:cubicBezTo>
                            <a:pt x="2903411" y="697009"/>
                            <a:pt x="2899843" y="695820"/>
                            <a:pt x="2901032" y="694630"/>
                          </a:cubicBezTo>
                          <a:cubicBezTo>
                            <a:pt x="2902222" y="693441"/>
                            <a:pt x="2906979" y="693441"/>
                            <a:pt x="2905790" y="691062"/>
                          </a:cubicBezTo>
                          <a:cubicBezTo>
                            <a:pt x="2905790" y="688683"/>
                            <a:pt x="2904600" y="685115"/>
                            <a:pt x="2905790" y="682736"/>
                          </a:cubicBezTo>
                          <a:cubicBezTo>
                            <a:pt x="2908169" y="681546"/>
                            <a:pt x="2909358" y="680357"/>
                            <a:pt x="2909358" y="677978"/>
                          </a:cubicBezTo>
                          <a:cubicBezTo>
                            <a:pt x="2910547" y="675599"/>
                            <a:pt x="2911737" y="672031"/>
                            <a:pt x="2914116" y="673220"/>
                          </a:cubicBezTo>
                          <a:cubicBezTo>
                            <a:pt x="2916495" y="673220"/>
                            <a:pt x="2918874" y="673220"/>
                            <a:pt x="2921253" y="673220"/>
                          </a:cubicBezTo>
                          <a:cubicBezTo>
                            <a:pt x="2923632" y="673220"/>
                            <a:pt x="2924821" y="675599"/>
                            <a:pt x="2926011" y="674410"/>
                          </a:cubicBezTo>
                          <a:cubicBezTo>
                            <a:pt x="2927200" y="673220"/>
                            <a:pt x="2926011" y="669652"/>
                            <a:pt x="2929579" y="669652"/>
                          </a:cubicBezTo>
                          <a:cubicBezTo>
                            <a:pt x="2933147" y="669652"/>
                            <a:pt x="2937905" y="670841"/>
                            <a:pt x="2939094" y="668462"/>
                          </a:cubicBezTo>
                          <a:cubicBezTo>
                            <a:pt x="2941473" y="666084"/>
                            <a:pt x="2946230" y="660136"/>
                            <a:pt x="2947420" y="660136"/>
                          </a:cubicBezTo>
                          <a:cubicBezTo>
                            <a:pt x="2949799" y="660136"/>
                            <a:pt x="2952178" y="661326"/>
                            <a:pt x="2954557" y="662515"/>
                          </a:cubicBezTo>
                          <a:cubicBezTo>
                            <a:pt x="2955746" y="663705"/>
                            <a:pt x="2958125" y="662515"/>
                            <a:pt x="2959315" y="663705"/>
                          </a:cubicBezTo>
                          <a:cubicBezTo>
                            <a:pt x="2960504" y="664894"/>
                            <a:pt x="2960504" y="669652"/>
                            <a:pt x="2962883" y="669652"/>
                          </a:cubicBezTo>
                          <a:cubicBezTo>
                            <a:pt x="2965262" y="669652"/>
                            <a:pt x="2967641" y="666084"/>
                            <a:pt x="2968830" y="664894"/>
                          </a:cubicBezTo>
                          <a:cubicBezTo>
                            <a:pt x="2968830" y="662515"/>
                            <a:pt x="2968830" y="657758"/>
                            <a:pt x="2970019" y="657758"/>
                          </a:cubicBezTo>
                          <a:cubicBezTo>
                            <a:pt x="2971209" y="657758"/>
                            <a:pt x="2973588" y="655379"/>
                            <a:pt x="2973588" y="654189"/>
                          </a:cubicBezTo>
                          <a:cubicBezTo>
                            <a:pt x="2973588" y="653000"/>
                            <a:pt x="2973588" y="648242"/>
                            <a:pt x="2974777" y="648242"/>
                          </a:cubicBezTo>
                          <a:cubicBezTo>
                            <a:pt x="2975966" y="648242"/>
                            <a:pt x="2975966" y="653000"/>
                            <a:pt x="2978345" y="654189"/>
                          </a:cubicBezTo>
                          <a:cubicBezTo>
                            <a:pt x="2979535" y="655379"/>
                            <a:pt x="2983103" y="655379"/>
                            <a:pt x="2983103" y="658947"/>
                          </a:cubicBezTo>
                          <a:cubicBezTo>
                            <a:pt x="2983103" y="662515"/>
                            <a:pt x="2980724" y="663705"/>
                            <a:pt x="2981913" y="666084"/>
                          </a:cubicBezTo>
                          <a:cubicBezTo>
                            <a:pt x="2983103" y="668462"/>
                            <a:pt x="2985482" y="672031"/>
                            <a:pt x="2984292" y="673220"/>
                          </a:cubicBezTo>
                          <a:cubicBezTo>
                            <a:pt x="2983103" y="674410"/>
                            <a:pt x="2980724" y="674410"/>
                            <a:pt x="2981913" y="676788"/>
                          </a:cubicBezTo>
                          <a:cubicBezTo>
                            <a:pt x="2983103" y="677978"/>
                            <a:pt x="2986671" y="680357"/>
                            <a:pt x="2985482" y="682736"/>
                          </a:cubicBezTo>
                          <a:cubicBezTo>
                            <a:pt x="2985482" y="685115"/>
                            <a:pt x="2983103" y="685115"/>
                            <a:pt x="2983103" y="687493"/>
                          </a:cubicBezTo>
                          <a:cubicBezTo>
                            <a:pt x="2984292" y="689872"/>
                            <a:pt x="2985482" y="692251"/>
                            <a:pt x="2985482" y="692251"/>
                          </a:cubicBezTo>
                          <a:cubicBezTo>
                            <a:pt x="2984292" y="692251"/>
                            <a:pt x="2979535" y="694630"/>
                            <a:pt x="2981913" y="695820"/>
                          </a:cubicBezTo>
                          <a:cubicBezTo>
                            <a:pt x="2984292" y="698198"/>
                            <a:pt x="2987861" y="693441"/>
                            <a:pt x="2989050" y="695820"/>
                          </a:cubicBezTo>
                          <a:cubicBezTo>
                            <a:pt x="2990240" y="697009"/>
                            <a:pt x="2993808" y="695820"/>
                            <a:pt x="2993808" y="698198"/>
                          </a:cubicBezTo>
                          <a:cubicBezTo>
                            <a:pt x="2994998" y="700577"/>
                            <a:pt x="2993808" y="706524"/>
                            <a:pt x="2996187" y="707714"/>
                          </a:cubicBezTo>
                          <a:cubicBezTo>
                            <a:pt x="2997377" y="707714"/>
                            <a:pt x="2997377" y="701767"/>
                            <a:pt x="2998566" y="701767"/>
                          </a:cubicBezTo>
                          <a:cubicBezTo>
                            <a:pt x="2999755" y="701767"/>
                            <a:pt x="3003324" y="700577"/>
                            <a:pt x="3003324" y="699388"/>
                          </a:cubicBezTo>
                          <a:cubicBezTo>
                            <a:pt x="3003324" y="698198"/>
                            <a:pt x="3003324" y="695820"/>
                            <a:pt x="3005702" y="697009"/>
                          </a:cubicBezTo>
                          <a:cubicBezTo>
                            <a:pt x="3008081" y="698198"/>
                            <a:pt x="3009271" y="700577"/>
                            <a:pt x="3008081" y="701767"/>
                          </a:cubicBezTo>
                          <a:cubicBezTo>
                            <a:pt x="3006892" y="702956"/>
                            <a:pt x="3005702" y="705335"/>
                            <a:pt x="3005702" y="706524"/>
                          </a:cubicBezTo>
                          <a:cubicBezTo>
                            <a:pt x="3005702" y="707714"/>
                            <a:pt x="3006892" y="710093"/>
                            <a:pt x="3008081" y="712472"/>
                          </a:cubicBezTo>
                          <a:cubicBezTo>
                            <a:pt x="3009271" y="714851"/>
                            <a:pt x="3009271" y="717229"/>
                            <a:pt x="3010460" y="717229"/>
                          </a:cubicBezTo>
                          <a:cubicBezTo>
                            <a:pt x="3011649" y="717229"/>
                            <a:pt x="3011649" y="712472"/>
                            <a:pt x="3014028" y="711282"/>
                          </a:cubicBezTo>
                          <a:cubicBezTo>
                            <a:pt x="3016407" y="708903"/>
                            <a:pt x="3017597" y="707714"/>
                            <a:pt x="3018786" y="705335"/>
                          </a:cubicBezTo>
                          <a:cubicBezTo>
                            <a:pt x="3019976" y="702956"/>
                            <a:pt x="3021165" y="700577"/>
                            <a:pt x="3021165" y="695820"/>
                          </a:cubicBezTo>
                          <a:cubicBezTo>
                            <a:pt x="3021165" y="691062"/>
                            <a:pt x="3019976" y="687493"/>
                            <a:pt x="3021165" y="686304"/>
                          </a:cubicBezTo>
                          <a:cubicBezTo>
                            <a:pt x="3022355" y="685115"/>
                            <a:pt x="3023544" y="683925"/>
                            <a:pt x="3023544" y="682736"/>
                          </a:cubicBezTo>
                          <a:cubicBezTo>
                            <a:pt x="3023544" y="681546"/>
                            <a:pt x="3019976" y="680357"/>
                            <a:pt x="3022355" y="679167"/>
                          </a:cubicBezTo>
                          <a:cubicBezTo>
                            <a:pt x="3024734" y="677978"/>
                            <a:pt x="3025923" y="676788"/>
                            <a:pt x="3025923" y="674410"/>
                          </a:cubicBezTo>
                          <a:cubicBezTo>
                            <a:pt x="3025923" y="672031"/>
                            <a:pt x="3022355" y="670841"/>
                            <a:pt x="3023544" y="669652"/>
                          </a:cubicBezTo>
                          <a:cubicBezTo>
                            <a:pt x="3024734" y="667273"/>
                            <a:pt x="3027113" y="664894"/>
                            <a:pt x="3027113" y="664894"/>
                          </a:cubicBezTo>
                          <a:cubicBezTo>
                            <a:pt x="3027113" y="664894"/>
                            <a:pt x="3024734" y="660136"/>
                            <a:pt x="3023544" y="657758"/>
                          </a:cubicBezTo>
                          <a:cubicBezTo>
                            <a:pt x="3022355" y="655379"/>
                            <a:pt x="3024734" y="653000"/>
                            <a:pt x="3024734" y="653000"/>
                          </a:cubicBezTo>
                          <a:cubicBezTo>
                            <a:pt x="3024734" y="653000"/>
                            <a:pt x="3027113" y="648242"/>
                            <a:pt x="3028302" y="647053"/>
                          </a:cubicBezTo>
                          <a:cubicBezTo>
                            <a:pt x="3029491" y="645863"/>
                            <a:pt x="3036628" y="642295"/>
                            <a:pt x="3037817" y="645863"/>
                          </a:cubicBezTo>
                          <a:cubicBezTo>
                            <a:pt x="3039007" y="648242"/>
                            <a:pt x="3044954" y="653000"/>
                            <a:pt x="3044954" y="650621"/>
                          </a:cubicBezTo>
                          <a:cubicBezTo>
                            <a:pt x="3044954" y="648242"/>
                            <a:pt x="3043764" y="648242"/>
                            <a:pt x="3042575" y="645863"/>
                          </a:cubicBezTo>
                          <a:cubicBezTo>
                            <a:pt x="3042575" y="643484"/>
                            <a:pt x="3042575" y="638727"/>
                            <a:pt x="3040196" y="637537"/>
                          </a:cubicBezTo>
                          <a:cubicBezTo>
                            <a:pt x="3039007" y="636348"/>
                            <a:pt x="3036628" y="637537"/>
                            <a:pt x="3035438" y="635158"/>
                          </a:cubicBezTo>
                          <a:cubicBezTo>
                            <a:pt x="3034249" y="632779"/>
                            <a:pt x="3031870" y="625643"/>
                            <a:pt x="3030681" y="624453"/>
                          </a:cubicBezTo>
                          <a:cubicBezTo>
                            <a:pt x="3029491" y="623264"/>
                            <a:pt x="3022355" y="617317"/>
                            <a:pt x="3022355" y="613748"/>
                          </a:cubicBezTo>
                          <a:cubicBezTo>
                            <a:pt x="3022355" y="610180"/>
                            <a:pt x="3024734" y="605422"/>
                            <a:pt x="3023544" y="603044"/>
                          </a:cubicBezTo>
                          <a:cubicBezTo>
                            <a:pt x="3022355" y="600665"/>
                            <a:pt x="3017597" y="598286"/>
                            <a:pt x="3017597" y="594718"/>
                          </a:cubicBezTo>
                          <a:cubicBezTo>
                            <a:pt x="3017597" y="591149"/>
                            <a:pt x="3018786" y="587581"/>
                            <a:pt x="3021165" y="585202"/>
                          </a:cubicBezTo>
                          <a:cubicBezTo>
                            <a:pt x="3023544" y="584013"/>
                            <a:pt x="3027113" y="586392"/>
                            <a:pt x="3028302" y="584013"/>
                          </a:cubicBezTo>
                          <a:cubicBezTo>
                            <a:pt x="3029491" y="581634"/>
                            <a:pt x="3030681" y="580444"/>
                            <a:pt x="3033060" y="579255"/>
                          </a:cubicBezTo>
                          <a:cubicBezTo>
                            <a:pt x="3035438" y="578065"/>
                            <a:pt x="3037817" y="580444"/>
                            <a:pt x="3039007" y="579255"/>
                          </a:cubicBezTo>
                          <a:cubicBezTo>
                            <a:pt x="3040196" y="578065"/>
                            <a:pt x="3040196" y="576876"/>
                            <a:pt x="3042575" y="576876"/>
                          </a:cubicBezTo>
                          <a:cubicBezTo>
                            <a:pt x="3043764" y="578065"/>
                            <a:pt x="3047332" y="582823"/>
                            <a:pt x="3049711" y="582823"/>
                          </a:cubicBezTo>
                          <a:cubicBezTo>
                            <a:pt x="3052090" y="582823"/>
                            <a:pt x="3058038" y="584013"/>
                            <a:pt x="3058038" y="584013"/>
                          </a:cubicBezTo>
                          <a:cubicBezTo>
                            <a:pt x="3058038" y="584013"/>
                            <a:pt x="3067553" y="582823"/>
                            <a:pt x="3066364" y="584013"/>
                          </a:cubicBezTo>
                          <a:cubicBezTo>
                            <a:pt x="3065174" y="585202"/>
                            <a:pt x="3059227" y="587581"/>
                            <a:pt x="3060417" y="587581"/>
                          </a:cubicBezTo>
                          <a:cubicBezTo>
                            <a:pt x="3061606" y="588770"/>
                            <a:pt x="3066364" y="589960"/>
                            <a:pt x="3062796" y="591149"/>
                          </a:cubicBezTo>
                          <a:cubicBezTo>
                            <a:pt x="3059227" y="592339"/>
                            <a:pt x="3053280" y="588770"/>
                            <a:pt x="3050901" y="591149"/>
                          </a:cubicBezTo>
                          <a:cubicBezTo>
                            <a:pt x="3048522" y="593528"/>
                            <a:pt x="3042575" y="600665"/>
                            <a:pt x="3044954" y="603044"/>
                          </a:cubicBezTo>
                          <a:cubicBezTo>
                            <a:pt x="3047332" y="605422"/>
                            <a:pt x="3048522" y="607801"/>
                            <a:pt x="3048522" y="608991"/>
                          </a:cubicBezTo>
                          <a:cubicBezTo>
                            <a:pt x="3048522" y="610180"/>
                            <a:pt x="3048522" y="614938"/>
                            <a:pt x="3049711" y="614938"/>
                          </a:cubicBezTo>
                          <a:cubicBezTo>
                            <a:pt x="3050901" y="614938"/>
                            <a:pt x="3052090" y="614938"/>
                            <a:pt x="3052090" y="618506"/>
                          </a:cubicBezTo>
                          <a:cubicBezTo>
                            <a:pt x="3052090" y="622075"/>
                            <a:pt x="3056848" y="623264"/>
                            <a:pt x="3058038" y="626832"/>
                          </a:cubicBezTo>
                          <a:cubicBezTo>
                            <a:pt x="3059227" y="630401"/>
                            <a:pt x="3059227" y="632779"/>
                            <a:pt x="3060417" y="633969"/>
                          </a:cubicBezTo>
                          <a:cubicBezTo>
                            <a:pt x="3062796" y="635158"/>
                            <a:pt x="3065174" y="635158"/>
                            <a:pt x="3065174" y="637537"/>
                          </a:cubicBezTo>
                          <a:cubicBezTo>
                            <a:pt x="3065174" y="641106"/>
                            <a:pt x="3061606" y="643484"/>
                            <a:pt x="3062796" y="647053"/>
                          </a:cubicBezTo>
                          <a:cubicBezTo>
                            <a:pt x="3063985" y="650621"/>
                            <a:pt x="3063985" y="661326"/>
                            <a:pt x="3065174" y="660136"/>
                          </a:cubicBezTo>
                          <a:cubicBezTo>
                            <a:pt x="3066364" y="660136"/>
                            <a:pt x="3071121" y="654189"/>
                            <a:pt x="3071121" y="656568"/>
                          </a:cubicBezTo>
                          <a:cubicBezTo>
                            <a:pt x="3071121" y="658947"/>
                            <a:pt x="3071121" y="662515"/>
                            <a:pt x="3073500" y="663705"/>
                          </a:cubicBezTo>
                          <a:cubicBezTo>
                            <a:pt x="3074690" y="664894"/>
                            <a:pt x="3073500" y="668462"/>
                            <a:pt x="3072311" y="669652"/>
                          </a:cubicBezTo>
                          <a:cubicBezTo>
                            <a:pt x="3071121" y="672031"/>
                            <a:pt x="3068743" y="682736"/>
                            <a:pt x="3071121" y="685115"/>
                          </a:cubicBezTo>
                          <a:cubicBezTo>
                            <a:pt x="3073500" y="687493"/>
                            <a:pt x="3078258" y="682736"/>
                            <a:pt x="3080637" y="685115"/>
                          </a:cubicBezTo>
                          <a:cubicBezTo>
                            <a:pt x="3083015" y="686304"/>
                            <a:pt x="3086584" y="688683"/>
                            <a:pt x="3084205" y="689872"/>
                          </a:cubicBezTo>
                          <a:cubicBezTo>
                            <a:pt x="3081826" y="691062"/>
                            <a:pt x="3077068" y="692251"/>
                            <a:pt x="3075879" y="693441"/>
                          </a:cubicBezTo>
                          <a:cubicBezTo>
                            <a:pt x="3074690" y="694630"/>
                            <a:pt x="3069932" y="694630"/>
                            <a:pt x="3068743" y="697009"/>
                          </a:cubicBezTo>
                          <a:cubicBezTo>
                            <a:pt x="3067553" y="699388"/>
                            <a:pt x="3067553" y="705335"/>
                            <a:pt x="3065174" y="706524"/>
                          </a:cubicBezTo>
                          <a:cubicBezTo>
                            <a:pt x="3062796" y="706524"/>
                            <a:pt x="3060417" y="708903"/>
                            <a:pt x="3058038" y="711282"/>
                          </a:cubicBezTo>
                          <a:cubicBezTo>
                            <a:pt x="3055659" y="713661"/>
                            <a:pt x="3053280" y="712472"/>
                            <a:pt x="3053280" y="714851"/>
                          </a:cubicBezTo>
                          <a:cubicBezTo>
                            <a:pt x="3053280" y="717229"/>
                            <a:pt x="3052090" y="720798"/>
                            <a:pt x="3050901" y="720798"/>
                          </a:cubicBezTo>
                          <a:cubicBezTo>
                            <a:pt x="3050901" y="720798"/>
                            <a:pt x="3049711" y="725555"/>
                            <a:pt x="3052090" y="726745"/>
                          </a:cubicBezTo>
                          <a:cubicBezTo>
                            <a:pt x="3054469" y="727934"/>
                            <a:pt x="3056848" y="726745"/>
                            <a:pt x="3056848" y="730313"/>
                          </a:cubicBezTo>
                          <a:cubicBezTo>
                            <a:pt x="3056848" y="732692"/>
                            <a:pt x="3056848" y="733881"/>
                            <a:pt x="3055659" y="737450"/>
                          </a:cubicBezTo>
                          <a:cubicBezTo>
                            <a:pt x="3053280" y="739829"/>
                            <a:pt x="3050901" y="743397"/>
                            <a:pt x="3053280" y="744586"/>
                          </a:cubicBezTo>
                          <a:cubicBezTo>
                            <a:pt x="3055659" y="746965"/>
                            <a:pt x="3056848" y="748155"/>
                            <a:pt x="3056848" y="748155"/>
                          </a:cubicBezTo>
                          <a:cubicBezTo>
                            <a:pt x="3056848" y="748155"/>
                            <a:pt x="3054469" y="752912"/>
                            <a:pt x="3054469" y="755291"/>
                          </a:cubicBezTo>
                          <a:cubicBezTo>
                            <a:pt x="3055659" y="757670"/>
                            <a:pt x="3055659" y="765996"/>
                            <a:pt x="3054469" y="768375"/>
                          </a:cubicBezTo>
                          <a:cubicBezTo>
                            <a:pt x="3052090" y="770754"/>
                            <a:pt x="3046143" y="771943"/>
                            <a:pt x="3047332" y="774322"/>
                          </a:cubicBezTo>
                          <a:cubicBezTo>
                            <a:pt x="3048522" y="776701"/>
                            <a:pt x="3049711" y="780269"/>
                            <a:pt x="3048522" y="782648"/>
                          </a:cubicBezTo>
                          <a:cubicBezTo>
                            <a:pt x="3047332" y="786217"/>
                            <a:pt x="3046143" y="792164"/>
                            <a:pt x="3046143" y="792164"/>
                          </a:cubicBezTo>
                          <a:cubicBezTo>
                            <a:pt x="3046143" y="792164"/>
                            <a:pt x="3052090" y="801679"/>
                            <a:pt x="3050901" y="801679"/>
                          </a:cubicBezTo>
                          <a:cubicBezTo>
                            <a:pt x="3049711" y="801679"/>
                            <a:pt x="3046143" y="801679"/>
                            <a:pt x="3046143" y="802869"/>
                          </a:cubicBezTo>
                          <a:cubicBezTo>
                            <a:pt x="3046143" y="805247"/>
                            <a:pt x="3049711" y="812384"/>
                            <a:pt x="3047332" y="814763"/>
                          </a:cubicBezTo>
                          <a:cubicBezTo>
                            <a:pt x="3046143" y="817142"/>
                            <a:pt x="3040196" y="818331"/>
                            <a:pt x="3042575" y="821900"/>
                          </a:cubicBezTo>
                          <a:cubicBezTo>
                            <a:pt x="3043764" y="825468"/>
                            <a:pt x="3044954" y="825468"/>
                            <a:pt x="3044954" y="829036"/>
                          </a:cubicBezTo>
                          <a:cubicBezTo>
                            <a:pt x="3044954" y="831415"/>
                            <a:pt x="3043764" y="839741"/>
                            <a:pt x="3046143" y="842120"/>
                          </a:cubicBezTo>
                          <a:cubicBezTo>
                            <a:pt x="3048522" y="844499"/>
                            <a:pt x="3048522" y="851636"/>
                            <a:pt x="3048522" y="851636"/>
                          </a:cubicBezTo>
                          <a:cubicBezTo>
                            <a:pt x="3048522" y="851636"/>
                            <a:pt x="3039007" y="858772"/>
                            <a:pt x="3040196" y="862340"/>
                          </a:cubicBezTo>
                          <a:cubicBezTo>
                            <a:pt x="3042575" y="865909"/>
                            <a:pt x="3046143" y="869477"/>
                            <a:pt x="3043764" y="869477"/>
                          </a:cubicBezTo>
                          <a:cubicBezTo>
                            <a:pt x="3041385" y="869477"/>
                            <a:pt x="3030681" y="867098"/>
                            <a:pt x="3029491" y="869477"/>
                          </a:cubicBezTo>
                          <a:cubicBezTo>
                            <a:pt x="3028302" y="873045"/>
                            <a:pt x="3031870" y="881371"/>
                            <a:pt x="3029491" y="883750"/>
                          </a:cubicBezTo>
                          <a:cubicBezTo>
                            <a:pt x="3028302" y="886129"/>
                            <a:pt x="3025923" y="893266"/>
                            <a:pt x="3023544" y="890887"/>
                          </a:cubicBezTo>
                          <a:cubicBezTo>
                            <a:pt x="3022355" y="889697"/>
                            <a:pt x="3015218" y="882561"/>
                            <a:pt x="3014028" y="883750"/>
                          </a:cubicBezTo>
                          <a:cubicBezTo>
                            <a:pt x="3012839" y="884940"/>
                            <a:pt x="3006892" y="889697"/>
                            <a:pt x="3010460" y="890887"/>
                          </a:cubicBezTo>
                          <a:cubicBezTo>
                            <a:pt x="3014028" y="892076"/>
                            <a:pt x="3017597" y="893266"/>
                            <a:pt x="3019976" y="895645"/>
                          </a:cubicBezTo>
                          <a:cubicBezTo>
                            <a:pt x="3021165" y="898023"/>
                            <a:pt x="3031870" y="901592"/>
                            <a:pt x="3029491" y="907539"/>
                          </a:cubicBezTo>
                          <a:cubicBezTo>
                            <a:pt x="3027113" y="912297"/>
                            <a:pt x="3023544" y="918244"/>
                            <a:pt x="3025923" y="919433"/>
                          </a:cubicBezTo>
                          <a:cubicBezTo>
                            <a:pt x="3028302" y="920623"/>
                            <a:pt x="3030681" y="925380"/>
                            <a:pt x="3028302" y="925380"/>
                          </a:cubicBezTo>
                          <a:cubicBezTo>
                            <a:pt x="3025923" y="925380"/>
                            <a:pt x="3023544" y="924191"/>
                            <a:pt x="3023544" y="926570"/>
                          </a:cubicBezTo>
                          <a:cubicBezTo>
                            <a:pt x="3023544" y="928949"/>
                            <a:pt x="3022355" y="936085"/>
                            <a:pt x="3021165" y="938464"/>
                          </a:cubicBezTo>
                          <a:cubicBezTo>
                            <a:pt x="3019976" y="940843"/>
                            <a:pt x="3017597" y="943222"/>
                            <a:pt x="3017597" y="945601"/>
                          </a:cubicBezTo>
                          <a:cubicBezTo>
                            <a:pt x="3016407" y="947980"/>
                            <a:pt x="3019976" y="957495"/>
                            <a:pt x="3021165" y="961064"/>
                          </a:cubicBezTo>
                          <a:cubicBezTo>
                            <a:pt x="3022355" y="965821"/>
                            <a:pt x="3022355" y="980094"/>
                            <a:pt x="3024734" y="982473"/>
                          </a:cubicBezTo>
                          <a:cubicBezTo>
                            <a:pt x="3027113" y="984852"/>
                            <a:pt x="3030681" y="987231"/>
                            <a:pt x="3030681" y="991989"/>
                          </a:cubicBezTo>
                          <a:cubicBezTo>
                            <a:pt x="3030681" y="996747"/>
                            <a:pt x="3031870" y="1009830"/>
                            <a:pt x="3033060" y="1011020"/>
                          </a:cubicBezTo>
                          <a:cubicBezTo>
                            <a:pt x="3034249" y="1012209"/>
                            <a:pt x="3054469" y="1056218"/>
                            <a:pt x="3062796" y="1066923"/>
                          </a:cubicBezTo>
                          <a:cubicBezTo>
                            <a:pt x="3072311" y="1077628"/>
                            <a:pt x="3077068" y="1083575"/>
                            <a:pt x="3075879" y="1085954"/>
                          </a:cubicBezTo>
                          <a:cubicBezTo>
                            <a:pt x="3075879" y="1088333"/>
                            <a:pt x="3075879" y="1091901"/>
                            <a:pt x="3077068" y="1094280"/>
                          </a:cubicBezTo>
                          <a:cubicBezTo>
                            <a:pt x="3078258" y="1095470"/>
                            <a:pt x="3093721" y="1110932"/>
                            <a:pt x="3096100" y="1115690"/>
                          </a:cubicBezTo>
                          <a:cubicBezTo>
                            <a:pt x="3098479" y="1120448"/>
                            <a:pt x="3110373" y="1148994"/>
                            <a:pt x="3116320" y="1151373"/>
                          </a:cubicBezTo>
                          <a:cubicBezTo>
                            <a:pt x="3122267" y="1154942"/>
                            <a:pt x="3127025" y="1156131"/>
                            <a:pt x="3129404" y="1154942"/>
                          </a:cubicBezTo>
                          <a:cubicBezTo>
                            <a:pt x="3131783" y="1153752"/>
                            <a:pt x="3132972" y="1151373"/>
                            <a:pt x="3134162" y="1152563"/>
                          </a:cubicBezTo>
                          <a:cubicBezTo>
                            <a:pt x="3134162" y="1153752"/>
                            <a:pt x="3135351" y="1157320"/>
                            <a:pt x="3131783" y="1158510"/>
                          </a:cubicBezTo>
                          <a:cubicBezTo>
                            <a:pt x="3129404" y="1159699"/>
                            <a:pt x="3123457" y="1159699"/>
                            <a:pt x="3124646" y="1160889"/>
                          </a:cubicBezTo>
                          <a:cubicBezTo>
                            <a:pt x="3125836" y="1163268"/>
                            <a:pt x="3130593" y="1168025"/>
                            <a:pt x="3131783" y="1171594"/>
                          </a:cubicBezTo>
                          <a:cubicBezTo>
                            <a:pt x="3132972" y="1175162"/>
                            <a:pt x="3142487" y="1190625"/>
                            <a:pt x="3142487" y="1194193"/>
                          </a:cubicBezTo>
                          <a:cubicBezTo>
                            <a:pt x="3141298" y="1197761"/>
                            <a:pt x="3142487" y="1200140"/>
                            <a:pt x="3144866" y="1203708"/>
                          </a:cubicBezTo>
                          <a:cubicBezTo>
                            <a:pt x="3147245" y="1207277"/>
                            <a:pt x="3160329" y="1208466"/>
                            <a:pt x="3160329" y="1210845"/>
                          </a:cubicBezTo>
                          <a:cubicBezTo>
                            <a:pt x="3160329" y="1213224"/>
                            <a:pt x="3162708" y="1226308"/>
                            <a:pt x="3162708" y="1225118"/>
                          </a:cubicBezTo>
                          <a:cubicBezTo>
                            <a:pt x="3163898" y="1223929"/>
                            <a:pt x="3166276" y="1217981"/>
                            <a:pt x="3166276" y="1213224"/>
                          </a:cubicBezTo>
                          <a:cubicBezTo>
                            <a:pt x="3167466" y="1208466"/>
                            <a:pt x="3168655" y="1198951"/>
                            <a:pt x="3171034" y="1197761"/>
                          </a:cubicBezTo>
                          <a:cubicBezTo>
                            <a:pt x="3173413" y="1195382"/>
                            <a:pt x="3176981" y="1193003"/>
                            <a:pt x="3176981" y="1190625"/>
                          </a:cubicBezTo>
                          <a:cubicBezTo>
                            <a:pt x="3176981" y="1188246"/>
                            <a:pt x="3175792" y="1185867"/>
                            <a:pt x="3178170" y="1183488"/>
                          </a:cubicBezTo>
                          <a:cubicBezTo>
                            <a:pt x="3180549" y="1181109"/>
                            <a:pt x="3182928" y="1171594"/>
                            <a:pt x="3180549" y="1169215"/>
                          </a:cubicBezTo>
                          <a:cubicBezTo>
                            <a:pt x="3179360" y="1166836"/>
                            <a:pt x="3176981" y="1166836"/>
                            <a:pt x="3178170" y="1162078"/>
                          </a:cubicBezTo>
                          <a:cubicBezTo>
                            <a:pt x="3179360" y="1157320"/>
                            <a:pt x="3182928" y="1156131"/>
                            <a:pt x="3181739" y="1153752"/>
                          </a:cubicBezTo>
                          <a:cubicBezTo>
                            <a:pt x="3181739" y="1151373"/>
                            <a:pt x="3179360" y="1150184"/>
                            <a:pt x="3176981" y="1150184"/>
                          </a:cubicBezTo>
                          <a:cubicBezTo>
                            <a:pt x="3174602" y="1150184"/>
                            <a:pt x="3171034" y="1151373"/>
                            <a:pt x="3172223" y="1148994"/>
                          </a:cubicBezTo>
                          <a:cubicBezTo>
                            <a:pt x="3173413" y="1146615"/>
                            <a:pt x="3174602" y="1144236"/>
                            <a:pt x="3173413" y="1144236"/>
                          </a:cubicBezTo>
                          <a:cubicBezTo>
                            <a:pt x="3172223" y="1143047"/>
                            <a:pt x="3171034" y="1140668"/>
                            <a:pt x="3171034" y="1140668"/>
                          </a:cubicBezTo>
                          <a:cubicBezTo>
                            <a:pt x="3172223" y="1139479"/>
                            <a:pt x="3174602" y="1139479"/>
                            <a:pt x="3174602" y="1137100"/>
                          </a:cubicBezTo>
                          <a:cubicBezTo>
                            <a:pt x="3174602" y="1134721"/>
                            <a:pt x="3169845" y="1132342"/>
                            <a:pt x="3169845" y="1129963"/>
                          </a:cubicBezTo>
                          <a:cubicBezTo>
                            <a:pt x="3171034" y="1127584"/>
                            <a:pt x="3172223" y="1124016"/>
                            <a:pt x="3172223" y="1124016"/>
                          </a:cubicBezTo>
                          <a:cubicBezTo>
                            <a:pt x="3171034" y="1124016"/>
                            <a:pt x="3163898" y="1124016"/>
                            <a:pt x="3163898" y="1121637"/>
                          </a:cubicBezTo>
                          <a:cubicBezTo>
                            <a:pt x="3165087" y="1119258"/>
                            <a:pt x="3166276" y="1116879"/>
                            <a:pt x="3167466" y="1118069"/>
                          </a:cubicBezTo>
                          <a:cubicBezTo>
                            <a:pt x="3168655" y="1119258"/>
                            <a:pt x="3171034" y="1124016"/>
                            <a:pt x="3173413" y="1121637"/>
                          </a:cubicBezTo>
                          <a:cubicBezTo>
                            <a:pt x="3175792" y="1119258"/>
                            <a:pt x="3175792" y="1115690"/>
                            <a:pt x="3179360" y="1115690"/>
                          </a:cubicBezTo>
                          <a:cubicBezTo>
                            <a:pt x="3182928" y="1114501"/>
                            <a:pt x="3184117" y="1114501"/>
                            <a:pt x="3185307" y="1113311"/>
                          </a:cubicBezTo>
                          <a:cubicBezTo>
                            <a:pt x="3187686" y="1112122"/>
                            <a:pt x="3190065" y="1107364"/>
                            <a:pt x="3191254" y="1108553"/>
                          </a:cubicBezTo>
                          <a:cubicBezTo>
                            <a:pt x="3192444" y="1109743"/>
                            <a:pt x="3198391" y="1110932"/>
                            <a:pt x="3198391" y="1109743"/>
                          </a:cubicBezTo>
                          <a:cubicBezTo>
                            <a:pt x="3198391" y="1108553"/>
                            <a:pt x="3193633" y="1104985"/>
                            <a:pt x="3192444" y="1103796"/>
                          </a:cubicBezTo>
                          <a:cubicBezTo>
                            <a:pt x="3191254" y="1102606"/>
                            <a:pt x="3187686" y="1101417"/>
                            <a:pt x="3187686" y="1099038"/>
                          </a:cubicBezTo>
                          <a:cubicBezTo>
                            <a:pt x="3187686" y="1096659"/>
                            <a:pt x="3188875" y="1094280"/>
                            <a:pt x="3186496" y="1094280"/>
                          </a:cubicBezTo>
                          <a:cubicBezTo>
                            <a:pt x="3184117" y="1093091"/>
                            <a:pt x="3180549" y="1091901"/>
                            <a:pt x="3179360" y="1088333"/>
                          </a:cubicBezTo>
                          <a:cubicBezTo>
                            <a:pt x="3178170" y="1084765"/>
                            <a:pt x="3175792" y="1083575"/>
                            <a:pt x="3176981" y="1077628"/>
                          </a:cubicBezTo>
                          <a:cubicBezTo>
                            <a:pt x="3178170" y="1071681"/>
                            <a:pt x="3180549" y="1064544"/>
                            <a:pt x="3178170" y="1063355"/>
                          </a:cubicBezTo>
                          <a:cubicBezTo>
                            <a:pt x="3176981" y="1062166"/>
                            <a:pt x="3173413" y="1060976"/>
                            <a:pt x="3174602" y="1058597"/>
                          </a:cubicBezTo>
                          <a:cubicBezTo>
                            <a:pt x="3176981" y="1056218"/>
                            <a:pt x="3178170" y="1051461"/>
                            <a:pt x="3179360" y="1047892"/>
                          </a:cubicBezTo>
                          <a:cubicBezTo>
                            <a:pt x="3180549" y="1044324"/>
                            <a:pt x="3179360" y="1037187"/>
                            <a:pt x="3182928" y="1037187"/>
                          </a:cubicBezTo>
                          <a:cubicBezTo>
                            <a:pt x="3186496" y="1037187"/>
                            <a:pt x="3188875" y="1032430"/>
                            <a:pt x="3191254" y="1034808"/>
                          </a:cubicBezTo>
                          <a:cubicBezTo>
                            <a:pt x="3193633" y="1035998"/>
                            <a:pt x="3197202" y="1035998"/>
                            <a:pt x="3198391" y="1034808"/>
                          </a:cubicBezTo>
                          <a:cubicBezTo>
                            <a:pt x="3199581" y="1033619"/>
                            <a:pt x="3203149" y="1032430"/>
                            <a:pt x="3205528" y="1032430"/>
                          </a:cubicBezTo>
                          <a:cubicBezTo>
                            <a:pt x="3207906" y="1032430"/>
                            <a:pt x="3209096" y="1031240"/>
                            <a:pt x="3209096" y="1028861"/>
                          </a:cubicBezTo>
                          <a:cubicBezTo>
                            <a:pt x="3209096" y="1026482"/>
                            <a:pt x="3207906" y="1024104"/>
                            <a:pt x="3209096" y="1022914"/>
                          </a:cubicBezTo>
                          <a:cubicBezTo>
                            <a:pt x="3210285" y="1021725"/>
                            <a:pt x="3212664" y="1019346"/>
                            <a:pt x="3211475" y="1018156"/>
                          </a:cubicBezTo>
                          <a:cubicBezTo>
                            <a:pt x="3209096" y="1016967"/>
                            <a:pt x="3205528" y="1018156"/>
                            <a:pt x="3203149" y="1013399"/>
                          </a:cubicBezTo>
                          <a:cubicBezTo>
                            <a:pt x="3199581" y="1008641"/>
                            <a:pt x="3199581" y="1003883"/>
                            <a:pt x="3197202" y="1003883"/>
                          </a:cubicBezTo>
                          <a:cubicBezTo>
                            <a:pt x="3194823" y="1003883"/>
                            <a:pt x="3192444" y="1005073"/>
                            <a:pt x="3188875" y="999125"/>
                          </a:cubicBezTo>
                          <a:cubicBezTo>
                            <a:pt x="3185307" y="993178"/>
                            <a:pt x="3180549" y="988421"/>
                            <a:pt x="3179360" y="986042"/>
                          </a:cubicBezTo>
                          <a:cubicBezTo>
                            <a:pt x="3179360" y="983663"/>
                            <a:pt x="3181739" y="981284"/>
                            <a:pt x="3179360" y="980094"/>
                          </a:cubicBezTo>
                          <a:cubicBezTo>
                            <a:pt x="3178170" y="978905"/>
                            <a:pt x="3175792" y="976526"/>
                            <a:pt x="3175792" y="971768"/>
                          </a:cubicBezTo>
                          <a:cubicBezTo>
                            <a:pt x="3175792" y="967011"/>
                            <a:pt x="3176981" y="963442"/>
                            <a:pt x="3176981" y="958685"/>
                          </a:cubicBezTo>
                          <a:cubicBezTo>
                            <a:pt x="3176981" y="955116"/>
                            <a:pt x="3173413" y="949169"/>
                            <a:pt x="3174602" y="946790"/>
                          </a:cubicBezTo>
                          <a:cubicBezTo>
                            <a:pt x="3175792" y="944411"/>
                            <a:pt x="3179360" y="937275"/>
                            <a:pt x="3178170" y="937275"/>
                          </a:cubicBezTo>
                          <a:cubicBezTo>
                            <a:pt x="3176981" y="936085"/>
                            <a:pt x="3171034" y="938464"/>
                            <a:pt x="3171034" y="936085"/>
                          </a:cubicBezTo>
                          <a:cubicBezTo>
                            <a:pt x="3172223" y="933707"/>
                            <a:pt x="3175792" y="927759"/>
                            <a:pt x="3176981" y="927759"/>
                          </a:cubicBezTo>
                          <a:cubicBezTo>
                            <a:pt x="3178170" y="927759"/>
                            <a:pt x="3180549" y="927759"/>
                            <a:pt x="3180549" y="925380"/>
                          </a:cubicBezTo>
                          <a:cubicBezTo>
                            <a:pt x="3180549" y="923002"/>
                            <a:pt x="3179360" y="919433"/>
                            <a:pt x="3180549" y="918244"/>
                          </a:cubicBezTo>
                          <a:cubicBezTo>
                            <a:pt x="3181739" y="917054"/>
                            <a:pt x="3182928" y="919433"/>
                            <a:pt x="3184117" y="920623"/>
                          </a:cubicBezTo>
                          <a:cubicBezTo>
                            <a:pt x="3184117" y="923002"/>
                            <a:pt x="3185307" y="928949"/>
                            <a:pt x="3182928" y="930138"/>
                          </a:cubicBezTo>
                          <a:cubicBezTo>
                            <a:pt x="3181739" y="931328"/>
                            <a:pt x="3180549" y="932517"/>
                            <a:pt x="3181739" y="936085"/>
                          </a:cubicBezTo>
                          <a:cubicBezTo>
                            <a:pt x="3182928" y="939654"/>
                            <a:pt x="3181739" y="943222"/>
                            <a:pt x="3185307" y="943222"/>
                          </a:cubicBezTo>
                          <a:cubicBezTo>
                            <a:pt x="3188875" y="943222"/>
                            <a:pt x="3190065" y="943222"/>
                            <a:pt x="3192444" y="944411"/>
                          </a:cubicBezTo>
                          <a:cubicBezTo>
                            <a:pt x="3194823" y="945601"/>
                            <a:pt x="3197202" y="950359"/>
                            <a:pt x="3198391" y="947980"/>
                          </a:cubicBezTo>
                          <a:cubicBezTo>
                            <a:pt x="3200770" y="945601"/>
                            <a:pt x="3203149" y="939654"/>
                            <a:pt x="3201959" y="937275"/>
                          </a:cubicBezTo>
                          <a:cubicBezTo>
                            <a:pt x="3201959" y="934896"/>
                            <a:pt x="3200770" y="930138"/>
                            <a:pt x="3197202" y="926570"/>
                          </a:cubicBezTo>
                          <a:cubicBezTo>
                            <a:pt x="3193633" y="924191"/>
                            <a:pt x="3187686" y="920623"/>
                            <a:pt x="3187686" y="914675"/>
                          </a:cubicBezTo>
                          <a:cubicBezTo>
                            <a:pt x="3186496" y="909918"/>
                            <a:pt x="3187686" y="905160"/>
                            <a:pt x="3186496" y="905160"/>
                          </a:cubicBezTo>
                          <a:cubicBezTo>
                            <a:pt x="3185307" y="903971"/>
                            <a:pt x="3182928" y="900402"/>
                            <a:pt x="3180549" y="900402"/>
                          </a:cubicBezTo>
                          <a:cubicBezTo>
                            <a:pt x="3178170" y="901592"/>
                            <a:pt x="3175792" y="911107"/>
                            <a:pt x="3173413" y="911107"/>
                          </a:cubicBezTo>
                          <a:cubicBezTo>
                            <a:pt x="3171034" y="911107"/>
                            <a:pt x="3166276" y="911107"/>
                            <a:pt x="3166276" y="907539"/>
                          </a:cubicBezTo>
                          <a:cubicBezTo>
                            <a:pt x="3166276" y="903971"/>
                            <a:pt x="3166276" y="896834"/>
                            <a:pt x="3165087" y="894455"/>
                          </a:cubicBezTo>
                          <a:cubicBezTo>
                            <a:pt x="3163898" y="892076"/>
                            <a:pt x="3156761" y="883750"/>
                            <a:pt x="3157950" y="882561"/>
                          </a:cubicBezTo>
                          <a:cubicBezTo>
                            <a:pt x="3160329" y="881371"/>
                            <a:pt x="3162708" y="878992"/>
                            <a:pt x="3162708" y="877803"/>
                          </a:cubicBezTo>
                          <a:cubicBezTo>
                            <a:pt x="3162708" y="875424"/>
                            <a:pt x="3160329" y="871856"/>
                            <a:pt x="3161519" y="870666"/>
                          </a:cubicBezTo>
                          <a:cubicBezTo>
                            <a:pt x="3162708" y="869477"/>
                            <a:pt x="3165087" y="869477"/>
                            <a:pt x="3163898" y="867098"/>
                          </a:cubicBezTo>
                          <a:cubicBezTo>
                            <a:pt x="3162708" y="865909"/>
                            <a:pt x="3160329" y="863530"/>
                            <a:pt x="3161519" y="859962"/>
                          </a:cubicBezTo>
                          <a:cubicBezTo>
                            <a:pt x="3161519" y="856393"/>
                            <a:pt x="3161519" y="854014"/>
                            <a:pt x="3159140" y="854014"/>
                          </a:cubicBezTo>
                          <a:cubicBezTo>
                            <a:pt x="3156761" y="854014"/>
                            <a:pt x="3154382" y="855204"/>
                            <a:pt x="3152003" y="854014"/>
                          </a:cubicBezTo>
                          <a:cubicBezTo>
                            <a:pt x="3149624" y="851636"/>
                            <a:pt x="3147245" y="848067"/>
                            <a:pt x="3143677" y="848067"/>
                          </a:cubicBezTo>
                          <a:cubicBezTo>
                            <a:pt x="3140109" y="848067"/>
                            <a:pt x="3134162" y="850446"/>
                            <a:pt x="3136540" y="854014"/>
                          </a:cubicBezTo>
                          <a:cubicBezTo>
                            <a:pt x="3138919" y="857583"/>
                            <a:pt x="3144866" y="862340"/>
                            <a:pt x="3143677" y="864719"/>
                          </a:cubicBezTo>
                          <a:cubicBezTo>
                            <a:pt x="3142487" y="868288"/>
                            <a:pt x="3141298" y="870666"/>
                            <a:pt x="3137730" y="869477"/>
                          </a:cubicBezTo>
                          <a:cubicBezTo>
                            <a:pt x="3135351" y="868288"/>
                            <a:pt x="3130593" y="859962"/>
                            <a:pt x="3128215" y="857583"/>
                          </a:cubicBezTo>
                          <a:cubicBezTo>
                            <a:pt x="3125836" y="855204"/>
                            <a:pt x="3116320" y="851636"/>
                            <a:pt x="3118698" y="849257"/>
                          </a:cubicBezTo>
                          <a:cubicBezTo>
                            <a:pt x="3119888" y="848067"/>
                            <a:pt x="3121077" y="845688"/>
                            <a:pt x="3119888" y="843309"/>
                          </a:cubicBezTo>
                          <a:cubicBezTo>
                            <a:pt x="3118698" y="840931"/>
                            <a:pt x="3113941" y="838552"/>
                            <a:pt x="3115130" y="834983"/>
                          </a:cubicBezTo>
                          <a:cubicBezTo>
                            <a:pt x="3116320" y="831415"/>
                            <a:pt x="3116320" y="827847"/>
                            <a:pt x="3115130" y="826657"/>
                          </a:cubicBezTo>
                          <a:cubicBezTo>
                            <a:pt x="3113941" y="825468"/>
                            <a:pt x="3117509" y="821900"/>
                            <a:pt x="3116320" y="819521"/>
                          </a:cubicBezTo>
                          <a:cubicBezTo>
                            <a:pt x="3115130" y="817142"/>
                            <a:pt x="3112751" y="814763"/>
                            <a:pt x="3113941" y="811195"/>
                          </a:cubicBezTo>
                          <a:cubicBezTo>
                            <a:pt x="3116320" y="808816"/>
                            <a:pt x="3118698" y="808816"/>
                            <a:pt x="3117509" y="805247"/>
                          </a:cubicBezTo>
                          <a:cubicBezTo>
                            <a:pt x="3116320" y="802869"/>
                            <a:pt x="3118698" y="792164"/>
                            <a:pt x="3116320" y="792164"/>
                          </a:cubicBezTo>
                          <a:cubicBezTo>
                            <a:pt x="3113941" y="792164"/>
                            <a:pt x="3106804" y="786217"/>
                            <a:pt x="3109183" y="785027"/>
                          </a:cubicBezTo>
                          <a:cubicBezTo>
                            <a:pt x="3111562" y="783838"/>
                            <a:pt x="3116320" y="789785"/>
                            <a:pt x="3117509" y="787406"/>
                          </a:cubicBezTo>
                          <a:cubicBezTo>
                            <a:pt x="3118698" y="786217"/>
                            <a:pt x="3117509" y="783838"/>
                            <a:pt x="3115130" y="781459"/>
                          </a:cubicBezTo>
                          <a:cubicBezTo>
                            <a:pt x="3113941" y="780269"/>
                            <a:pt x="3107994" y="777890"/>
                            <a:pt x="3109183" y="776701"/>
                          </a:cubicBezTo>
                          <a:cubicBezTo>
                            <a:pt x="3111562" y="775512"/>
                            <a:pt x="3113941" y="773133"/>
                            <a:pt x="3112751" y="770754"/>
                          </a:cubicBezTo>
                          <a:cubicBezTo>
                            <a:pt x="3111562" y="768375"/>
                            <a:pt x="3109183" y="767186"/>
                            <a:pt x="3107994" y="765996"/>
                          </a:cubicBezTo>
                          <a:cubicBezTo>
                            <a:pt x="3105615" y="764807"/>
                            <a:pt x="3100857" y="765996"/>
                            <a:pt x="3102047" y="763617"/>
                          </a:cubicBezTo>
                          <a:cubicBezTo>
                            <a:pt x="3104426" y="761238"/>
                            <a:pt x="3105615" y="760049"/>
                            <a:pt x="3104426" y="757670"/>
                          </a:cubicBezTo>
                          <a:cubicBezTo>
                            <a:pt x="3103236" y="755291"/>
                            <a:pt x="3096100" y="751723"/>
                            <a:pt x="3098479" y="746965"/>
                          </a:cubicBezTo>
                          <a:cubicBezTo>
                            <a:pt x="3100857" y="742207"/>
                            <a:pt x="3104426" y="739829"/>
                            <a:pt x="3103236" y="737450"/>
                          </a:cubicBezTo>
                          <a:cubicBezTo>
                            <a:pt x="3102047" y="736260"/>
                            <a:pt x="3097289" y="727934"/>
                            <a:pt x="3102047" y="729124"/>
                          </a:cubicBezTo>
                          <a:cubicBezTo>
                            <a:pt x="3105615" y="730313"/>
                            <a:pt x="3111562" y="736260"/>
                            <a:pt x="3112751" y="733881"/>
                          </a:cubicBezTo>
                          <a:cubicBezTo>
                            <a:pt x="3113941" y="731503"/>
                            <a:pt x="3113941" y="723177"/>
                            <a:pt x="3117509" y="724366"/>
                          </a:cubicBezTo>
                          <a:cubicBezTo>
                            <a:pt x="3121077" y="725555"/>
                            <a:pt x="3121077" y="730313"/>
                            <a:pt x="3123457" y="729124"/>
                          </a:cubicBezTo>
                          <a:cubicBezTo>
                            <a:pt x="3125836" y="727934"/>
                            <a:pt x="3125836" y="732692"/>
                            <a:pt x="3128215" y="732692"/>
                          </a:cubicBezTo>
                          <a:cubicBezTo>
                            <a:pt x="3130593" y="732692"/>
                            <a:pt x="3131783" y="727934"/>
                            <a:pt x="3132972" y="725555"/>
                          </a:cubicBezTo>
                          <a:cubicBezTo>
                            <a:pt x="3134162" y="723177"/>
                            <a:pt x="3135351" y="721987"/>
                            <a:pt x="3132972" y="720798"/>
                          </a:cubicBezTo>
                          <a:cubicBezTo>
                            <a:pt x="3130593" y="719608"/>
                            <a:pt x="3127025" y="717229"/>
                            <a:pt x="3129404" y="714851"/>
                          </a:cubicBezTo>
                          <a:cubicBezTo>
                            <a:pt x="3131783" y="712472"/>
                            <a:pt x="3132972" y="711282"/>
                            <a:pt x="3135351" y="708903"/>
                          </a:cubicBezTo>
                          <a:cubicBezTo>
                            <a:pt x="3137730" y="706524"/>
                            <a:pt x="3138919" y="694630"/>
                            <a:pt x="3140109" y="695820"/>
                          </a:cubicBezTo>
                          <a:cubicBezTo>
                            <a:pt x="3142487" y="697009"/>
                            <a:pt x="3148434" y="700577"/>
                            <a:pt x="3148434" y="704146"/>
                          </a:cubicBezTo>
                          <a:cubicBezTo>
                            <a:pt x="3148434" y="707714"/>
                            <a:pt x="3147245" y="708903"/>
                            <a:pt x="3150813" y="713661"/>
                          </a:cubicBezTo>
                          <a:cubicBezTo>
                            <a:pt x="3153192" y="718419"/>
                            <a:pt x="3157950" y="730313"/>
                            <a:pt x="3159140" y="729124"/>
                          </a:cubicBezTo>
                          <a:cubicBezTo>
                            <a:pt x="3161519" y="726745"/>
                            <a:pt x="3160329" y="719608"/>
                            <a:pt x="3161519" y="716040"/>
                          </a:cubicBezTo>
                          <a:cubicBezTo>
                            <a:pt x="3163898" y="712472"/>
                            <a:pt x="3163898" y="711282"/>
                            <a:pt x="3163898" y="707714"/>
                          </a:cubicBezTo>
                          <a:cubicBezTo>
                            <a:pt x="3163898" y="704146"/>
                            <a:pt x="3162708" y="702956"/>
                            <a:pt x="3163898" y="701767"/>
                          </a:cubicBezTo>
                          <a:cubicBezTo>
                            <a:pt x="3165087" y="700577"/>
                            <a:pt x="3166276" y="699388"/>
                            <a:pt x="3165087" y="697009"/>
                          </a:cubicBezTo>
                          <a:cubicBezTo>
                            <a:pt x="3163898" y="694630"/>
                            <a:pt x="3160329" y="689872"/>
                            <a:pt x="3162708" y="691062"/>
                          </a:cubicBezTo>
                          <a:cubicBezTo>
                            <a:pt x="3165087" y="692251"/>
                            <a:pt x="3165087" y="694630"/>
                            <a:pt x="3167466" y="693441"/>
                          </a:cubicBezTo>
                          <a:cubicBezTo>
                            <a:pt x="3169845" y="692251"/>
                            <a:pt x="3171034" y="681546"/>
                            <a:pt x="3173413" y="681546"/>
                          </a:cubicBezTo>
                          <a:cubicBezTo>
                            <a:pt x="3175792" y="681546"/>
                            <a:pt x="3176981" y="682736"/>
                            <a:pt x="3179360" y="680357"/>
                          </a:cubicBezTo>
                          <a:cubicBezTo>
                            <a:pt x="3181739" y="677978"/>
                            <a:pt x="3185307" y="670841"/>
                            <a:pt x="3187686" y="672031"/>
                          </a:cubicBezTo>
                          <a:cubicBezTo>
                            <a:pt x="3190065" y="673220"/>
                            <a:pt x="3190065" y="675599"/>
                            <a:pt x="3192444" y="674410"/>
                          </a:cubicBezTo>
                          <a:cubicBezTo>
                            <a:pt x="3194823" y="673220"/>
                            <a:pt x="3197202" y="666084"/>
                            <a:pt x="3204338" y="668462"/>
                          </a:cubicBezTo>
                          <a:cubicBezTo>
                            <a:pt x="3211475" y="670841"/>
                            <a:pt x="3222179" y="676788"/>
                            <a:pt x="3222179" y="679167"/>
                          </a:cubicBezTo>
                          <a:cubicBezTo>
                            <a:pt x="3222179" y="681546"/>
                            <a:pt x="3222179" y="683925"/>
                            <a:pt x="3223369" y="683925"/>
                          </a:cubicBezTo>
                          <a:cubicBezTo>
                            <a:pt x="3224558" y="683925"/>
                            <a:pt x="3231695" y="681546"/>
                            <a:pt x="3231695" y="682736"/>
                          </a:cubicBezTo>
                          <a:cubicBezTo>
                            <a:pt x="3231695" y="685115"/>
                            <a:pt x="3230506" y="688683"/>
                            <a:pt x="3234074" y="691062"/>
                          </a:cubicBezTo>
                          <a:cubicBezTo>
                            <a:pt x="3237642" y="694630"/>
                            <a:pt x="3238832" y="687493"/>
                            <a:pt x="3241211" y="689872"/>
                          </a:cubicBezTo>
                          <a:cubicBezTo>
                            <a:pt x="3242400" y="692251"/>
                            <a:pt x="3247158" y="694630"/>
                            <a:pt x="3249536" y="694630"/>
                          </a:cubicBezTo>
                          <a:cubicBezTo>
                            <a:pt x="3251915" y="693441"/>
                            <a:pt x="3254294" y="698198"/>
                            <a:pt x="3254294" y="694630"/>
                          </a:cubicBezTo>
                          <a:cubicBezTo>
                            <a:pt x="3254294" y="692251"/>
                            <a:pt x="3255484" y="688683"/>
                            <a:pt x="3251915" y="686304"/>
                          </a:cubicBezTo>
                          <a:cubicBezTo>
                            <a:pt x="3249536" y="683925"/>
                            <a:pt x="3247158" y="679167"/>
                            <a:pt x="3247158" y="677978"/>
                          </a:cubicBezTo>
                          <a:cubicBezTo>
                            <a:pt x="3247158" y="676788"/>
                            <a:pt x="3248347" y="673220"/>
                            <a:pt x="3248347" y="673220"/>
                          </a:cubicBezTo>
                          <a:cubicBezTo>
                            <a:pt x="3247158" y="673220"/>
                            <a:pt x="3242400" y="670841"/>
                            <a:pt x="3244779" y="668462"/>
                          </a:cubicBezTo>
                          <a:cubicBezTo>
                            <a:pt x="3247158" y="666084"/>
                            <a:pt x="3248347" y="662515"/>
                            <a:pt x="3248347" y="661326"/>
                          </a:cubicBezTo>
                          <a:cubicBezTo>
                            <a:pt x="3248347" y="660136"/>
                            <a:pt x="3254294" y="647053"/>
                            <a:pt x="3253105" y="644674"/>
                          </a:cubicBezTo>
                          <a:cubicBezTo>
                            <a:pt x="3251915" y="642295"/>
                            <a:pt x="3250726" y="638727"/>
                            <a:pt x="3253105" y="636348"/>
                          </a:cubicBezTo>
                          <a:cubicBezTo>
                            <a:pt x="3255484" y="633969"/>
                            <a:pt x="3256673" y="630401"/>
                            <a:pt x="3256673" y="630401"/>
                          </a:cubicBezTo>
                          <a:cubicBezTo>
                            <a:pt x="3256673" y="630401"/>
                            <a:pt x="3255484" y="629211"/>
                            <a:pt x="3255484" y="628022"/>
                          </a:cubicBezTo>
                          <a:cubicBezTo>
                            <a:pt x="3255484" y="626832"/>
                            <a:pt x="3257863" y="623264"/>
                            <a:pt x="3257863" y="623264"/>
                          </a:cubicBezTo>
                          <a:lnTo>
                            <a:pt x="3254294" y="617317"/>
                          </a:lnTo>
                          <a:lnTo>
                            <a:pt x="3249536" y="613748"/>
                          </a:lnTo>
                          <a:lnTo>
                            <a:pt x="3250726" y="611370"/>
                          </a:lnTo>
                          <a:cubicBezTo>
                            <a:pt x="3250726" y="611370"/>
                            <a:pt x="3251915" y="611370"/>
                            <a:pt x="3253105" y="611370"/>
                          </a:cubicBezTo>
                          <a:cubicBezTo>
                            <a:pt x="3254294" y="611370"/>
                            <a:pt x="3257863" y="611370"/>
                            <a:pt x="3257863" y="608991"/>
                          </a:cubicBezTo>
                          <a:cubicBezTo>
                            <a:pt x="3257863" y="606612"/>
                            <a:pt x="3259052" y="605422"/>
                            <a:pt x="3257863" y="605422"/>
                          </a:cubicBezTo>
                          <a:cubicBezTo>
                            <a:pt x="3256673" y="605422"/>
                            <a:pt x="3256673" y="605422"/>
                            <a:pt x="3255484" y="604233"/>
                          </a:cubicBezTo>
                          <a:cubicBezTo>
                            <a:pt x="3254294" y="603044"/>
                            <a:pt x="3249536" y="600665"/>
                            <a:pt x="3249536" y="600665"/>
                          </a:cubicBezTo>
                          <a:cubicBezTo>
                            <a:pt x="3249536" y="600665"/>
                            <a:pt x="3249536" y="597096"/>
                            <a:pt x="3250726" y="597096"/>
                          </a:cubicBezTo>
                          <a:cubicBezTo>
                            <a:pt x="3251915" y="597096"/>
                            <a:pt x="3254294" y="598286"/>
                            <a:pt x="3254294" y="598286"/>
                          </a:cubicBezTo>
                          <a:cubicBezTo>
                            <a:pt x="3254294" y="598286"/>
                            <a:pt x="3256673" y="599475"/>
                            <a:pt x="3257863" y="599475"/>
                          </a:cubicBezTo>
                          <a:cubicBezTo>
                            <a:pt x="3259052" y="599475"/>
                            <a:pt x="3261431" y="599475"/>
                            <a:pt x="3261431" y="598286"/>
                          </a:cubicBezTo>
                          <a:cubicBezTo>
                            <a:pt x="3261431" y="597096"/>
                            <a:pt x="3260242" y="595907"/>
                            <a:pt x="3260242" y="595907"/>
                          </a:cubicBezTo>
                          <a:cubicBezTo>
                            <a:pt x="3260242" y="595907"/>
                            <a:pt x="3256673" y="591149"/>
                            <a:pt x="3257863" y="589960"/>
                          </a:cubicBezTo>
                          <a:cubicBezTo>
                            <a:pt x="3260242" y="588770"/>
                            <a:pt x="3261431" y="588770"/>
                            <a:pt x="3261431" y="588770"/>
                          </a:cubicBezTo>
                          <a:lnTo>
                            <a:pt x="3262621" y="585202"/>
                          </a:lnTo>
                          <a:lnTo>
                            <a:pt x="3260242" y="580444"/>
                          </a:lnTo>
                          <a:lnTo>
                            <a:pt x="3262621" y="578065"/>
                          </a:lnTo>
                          <a:lnTo>
                            <a:pt x="3266189" y="578065"/>
                          </a:lnTo>
                          <a:lnTo>
                            <a:pt x="3267378" y="574497"/>
                          </a:lnTo>
                          <a:lnTo>
                            <a:pt x="3267378" y="570929"/>
                          </a:lnTo>
                          <a:lnTo>
                            <a:pt x="3266189" y="569739"/>
                          </a:lnTo>
                          <a:lnTo>
                            <a:pt x="3269757" y="568550"/>
                          </a:lnTo>
                          <a:cubicBezTo>
                            <a:pt x="3269757" y="568550"/>
                            <a:pt x="3274515" y="563792"/>
                            <a:pt x="3274515" y="562603"/>
                          </a:cubicBezTo>
                          <a:cubicBezTo>
                            <a:pt x="3274515" y="561413"/>
                            <a:pt x="3273325" y="557845"/>
                            <a:pt x="3273325" y="557845"/>
                          </a:cubicBezTo>
                          <a:lnTo>
                            <a:pt x="3273325" y="553087"/>
                          </a:lnTo>
                          <a:cubicBezTo>
                            <a:pt x="3273325" y="553087"/>
                            <a:pt x="3275704" y="555466"/>
                            <a:pt x="3276894" y="555466"/>
                          </a:cubicBezTo>
                          <a:cubicBezTo>
                            <a:pt x="3278083" y="555466"/>
                            <a:pt x="3281651" y="551898"/>
                            <a:pt x="3281651" y="551898"/>
                          </a:cubicBezTo>
                          <a:lnTo>
                            <a:pt x="3289977" y="564982"/>
                          </a:lnTo>
                          <a:cubicBezTo>
                            <a:pt x="3289977" y="564982"/>
                            <a:pt x="3287598" y="554277"/>
                            <a:pt x="3288788" y="554277"/>
                          </a:cubicBezTo>
                          <a:cubicBezTo>
                            <a:pt x="3289977" y="554277"/>
                            <a:pt x="3293546" y="554277"/>
                            <a:pt x="3293546" y="554277"/>
                          </a:cubicBezTo>
                          <a:cubicBezTo>
                            <a:pt x="3293546" y="554277"/>
                            <a:pt x="3305440" y="542382"/>
                            <a:pt x="3303061" y="542382"/>
                          </a:cubicBezTo>
                          <a:cubicBezTo>
                            <a:pt x="3301872" y="542382"/>
                            <a:pt x="3299493" y="537625"/>
                            <a:pt x="3300683" y="537625"/>
                          </a:cubicBezTo>
                          <a:cubicBezTo>
                            <a:pt x="3301872" y="537625"/>
                            <a:pt x="3305440" y="540004"/>
                            <a:pt x="3306630" y="537625"/>
                          </a:cubicBezTo>
                          <a:cubicBezTo>
                            <a:pt x="3307819" y="535246"/>
                            <a:pt x="3313766" y="530488"/>
                            <a:pt x="3312577" y="529299"/>
                          </a:cubicBezTo>
                          <a:cubicBezTo>
                            <a:pt x="3310198" y="528109"/>
                            <a:pt x="3309008" y="524541"/>
                            <a:pt x="3311387" y="524541"/>
                          </a:cubicBezTo>
                          <a:cubicBezTo>
                            <a:pt x="3312577" y="523351"/>
                            <a:pt x="3318524" y="526920"/>
                            <a:pt x="3322092" y="523351"/>
                          </a:cubicBezTo>
                          <a:cubicBezTo>
                            <a:pt x="3325660" y="520973"/>
                            <a:pt x="3328039" y="519783"/>
                            <a:pt x="3326850" y="518594"/>
                          </a:cubicBezTo>
                          <a:cubicBezTo>
                            <a:pt x="3325660" y="517404"/>
                            <a:pt x="3324471" y="515025"/>
                            <a:pt x="3326850" y="513836"/>
                          </a:cubicBezTo>
                          <a:cubicBezTo>
                            <a:pt x="3328039" y="512646"/>
                            <a:pt x="3329229" y="518594"/>
                            <a:pt x="3330418" y="520973"/>
                          </a:cubicBezTo>
                          <a:cubicBezTo>
                            <a:pt x="3331608" y="522162"/>
                            <a:pt x="3337555" y="518594"/>
                            <a:pt x="3338744" y="519783"/>
                          </a:cubicBezTo>
                          <a:cubicBezTo>
                            <a:pt x="3339934" y="520973"/>
                            <a:pt x="3341123" y="524541"/>
                            <a:pt x="3343502" y="524541"/>
                          </a:cubicBezTo>
                          <a:cubicBezTo>
                            <a:pt x="3345881" y="524541"/>
                            <a:pt x="3361344" y="522162"/>
                            <a:pt x="3362533" y="523351"/>
                          </a:cubicBezTo>
                          <a:cubicBezTo>
                            <a:pt x="3363723" y="524541"/>
                            <a:pt x="3368480" y="526920"/>
                            <a:pt x="3368480" y="525730"/>
                          </a:cubicBezTo>
                          <a:cubicBezTo>
                            <a:pt x="3368480" y="524541"/>
                            <a:pt x="3367291" y="518594"/>
                            <a:pt x="3366102" y="517404"/>
                          </a:cubicBezTo>
                          <a:cubicBezTo>
                            <a:pt x="3364912" y="516215"/>
                            <a:pt x="3358964" y="512646"/>
                            <a:pt x="3360154" y="512646"/>
                          </a:cubicBezTo>
                          <a:cubicBezTo>
                            <a:pt x="3362533" y="511457"/>
                            <a:pt x="3363723" y="511457"/>
                            <a:pt x="3363723" y="510268"/>
                          </a:cubicBezTo>
                          <a:cubicBezTo>
                            <a:pt x="3363723" y="509078"/>
                            <a:pt x="3363723" y="494805"/>
                            <a:pt x="3361344" y="492426"/>
                          </a:cubicBezTo>
                          <a:cubicBezTo>
                            <a:pt x="3358964" y="490047"/>
                            <a:pt x="3358964" y="485290"/>
                            <a:pt x="3355396" y="485290"/>
                          </a:cubicBezTo>
                          <a:cubicBezTo>
                            <a:pt x="3351828" y="485290"/>
                            <a:pt x="3343502" y="479342"/>
                            <a:pt x="3344691" y="475774"/>
                          </a:cubicBezTo>
                          <a:cubicBezTo>
                            <a:pt x="3345881" y="473395"/>
                            <a:pt x="3348260" y="469827"/>
                            <a:pt x="3345881" y="468637"/>
                          </a:cubicBezTo>
                          <a:cubicBezTo>
                            <a:pt x="3344691" y="467448"/>
                            <a:pt x="3341123" y="463880"/>
                            <a:pt x="3337555" y="462690"/>
                          </a:cubicBezTo>
                          <a:cubicBezTo>
                            <a:pt x="3333987" y="462690"/>
                            <a:pt x="3329229" y="463880"/>
                            <a:pt x="3325660" y="460311"/>
                          </a:cubicBezTo>
                          <a:cubicBezTo>
                            <a:pt x="3322092" y="456743"/>
                            <a:pt x="3314955" y="446038"/>
                            <a:pt x="3313766" y="444849"/>
                          </a:cubicBezTo>
                          <a:cubicBezTo>
                            <a:pt x="3311387" y="444849"/>
                            <a:pt x="3311387" y="451985"/>
                            <a:pt x="3310198" y="450796"/>
                          </a:cubicBezTo>
                          <a:cubicBezTo>
                            <a:pt x="3309008" y="450796"/>
                            <a:pt x="3304251" y="450796"/>
                            <a:pt x="3304251" y="451985"/>
                          </a:cubicBezTo>
                          <a:cubicBezTo>
                            <a:pt x="3304251" y="453175"/>
                            <a:pt x="3303061" y="457932"/>
                            <a:pt x="3300683" y="457932"/>
                          </a:cubicBezTo>
                          <a:cubicBezTo>
                            <a:pt x="3298304" y="457932"/>
                            <a:pt x="3295925" y="450796"/>
                            <a:pt x="3299493" y="448417"/>
                          </a:cubicBezTo>
                          <a:cubicBezTo>
                            <a:pt x="3301872" y="447228"/>
                            <a:pt x="3305440" y="447228"/>
                            <a:pt x="3304251" y="446038"/>
                          </a:cubicBezTo>
                          <a:cubicBezTo>
                            <a:pt x="3303061" y="444849"/>
                            <a:pt x="3298304" y="440091"/>
                            <a:pt x="3300683" y="438902"/>
                          </a:cubicBezTo>
                          <a:cubicBezTo>
                            <a:pt x="3303061" y="437712"/>
                            <a:pt x="3305440" y="442470"/>
                            <a:pt x="3306630" y="441280"/>
                          </a:cubicBezTo>
                          <a:cubicBezTo>
                            <a:pt x="3307819" y="440091"/>
                            <a:pt x="3292356" y="417492"/>
                            <a:pt x="3291167" y="419871"/>
                          </a:cubicBezTo>
                          <a:cubicBezTo>
                            <a:pt x="3289977" y="422249"/>
                            <a:pt x="3291167" y="430575"/>
                            <a:pt x="3289977" y="430575"/>
                          </a:cubicBezTo>
                          <a:cubicBezTo>
                            <a:pt x="3288788" y="430575"/>
                            <a:pt x="3278083" y="424628"/>
                            <a:pt x="3278083" y="422249"/>
                          </a:cubicBezTo>
                          <a:cubicBezTo>
                            <a:pt x="3278083" y="419871"/>
                            <a:pt x="3278083" y="417492"/>
                            <a:pt x="3280462" y="417492"/>
                          </a:cubicBezTo>
                          <a:cubicBezTo>
                            <a:pt x="3284030" y="417492"/>
                            <a:pt x="3281651" y="415113"/>
                            <a:pt x="3280462" y="412734"/>
                          </a:cubicBezTo>
                          <a:cubicBezTo>
                            <a:pt x="3279272" y="410355"/>
                            <a:pt x="3266189" y="400840"/>
                            <a:pt x="3266189" y="402029"/>
                          </a:cubicBezTo>
                          <a:cubicBezTo>
                            <a:pt x="3266189" y="404408"/>
                            <a:pt x="3263810" y="409166"/>
                            <a:pt x="3260242" y="410355"/>
                          </a:cubicBezTo>
                          <a:cubicBezTo>
                            <a:pt x="3257863" y="411545"/>
                            <a:pt x="3254294" y="410355"/>
                            <a:pt x="3253105" y="407976"/>
                          </a:cubicBezTo>
                          <a:cubicBezTo>
                            <a:pt x="3251915" y="405597"/>
                            <a:pt x="3250726" y="403218"/>
                            <a:pt x="3248347" y="403218"/>
                          </a:cubicBezTo>
                          <a:cubicBezTo>
                            <a:pt x="3245968" y="403218"/>
                            <a:pt x="3241211" y="400840"/>
                            <a:pt x="3240021" y="397271"/>
                          </a:cubicBezTo>
                          <a:cubicBezTo>
                            <a:pt x="3238832" y="393703"/>
                            <a:pt x="3236453" y="387756"/>
                            <a:pt x="3235264" y="386566"/>
                          </a:cubicBezTo>
                          <a:cubicBezTo>
                            <a:pt x="3234074" y="386566"/>
                            <a:pt x="3224558" y="390135"/>
                            <a:pt x="3223369" y="391324"/>
                          </a:cubicBezTo>
                          <a:cubicBezTo>
                            <a:pt x="3222179" y="392514"/>
                            <a:pt x="3223369" y="396082"/>
                            <a:pt x="3219800" y="396082"/>
                          </a:cubicBezTo>
                          <a:cubicBezTo>
                            <a:pt x="3217422" y="397271"/>
                            <a:pt x="3211475" y="394892"/>
                            <a:pt x="3211475" y="397271"/>
                          </a:cubicBezTo>
                          <a:cubicBezTo>
                            <a:pt x="3212664" y="399650"/>
                            <a:pt x="3211475" y="409166"/>
                            <a:pt x="3212664" y="409166"/>
                          </a:cubicBezTo>
                          <a:cubicBezTo>
                            <a:pt x="3213853" y="410355"/>
                            <a:pt x="3213853" y="411545"/>
                            <a:pt x="3213853" y="411545"/>
                          </a:cubicBezTo>
                          <a:cubicBezTo>
                            <a:pt x="3213853" y="411545"/>
                            <a:pt x="3205528" y="407976"/>
                            <a:pt x="3205528" y="404408"/>
                          </a:cubicBezTo>
                          <a:cubicBezTo>
                            <a:pt x="3205528" y="400840"/>
                            <a:pt x="3210285" y="393703"/>
                            <a:pt x="3207906" y="391324"/>
                          </a:cubicBezTo>
                          <a:cubicBezTo>
                            <a:pt x="3205528" y="388945"/>
                            <a:pt x="3199581" y="388945"/>
                            <a:pt x="3198391" y="386566"/>
                          </a:cubicBezTo>
                          <a:cubicBezTo>
                            <a:pt x="3197202" y="384188"/>
                            <a:pt x="3193633" y="379430"/>
                            <a:pt x="3196012" y="379430"/>
                          </a:cubicBezTo>
                          <a:cubicBezTo>
                            <a:pt x="3198391" y="379430"/>
                            <a:pt x="3203149" y="385377"/>
                            <a:pt x="3204338" y="384188"/>
                          </a:cubicBezTo>
                          <a:cubicBezTo>
                            <a:pt x="3205528" y="382998"/>
                            <a:pt x="3203149" y="380619"/>
                            <a:pt x="3205528" y="379430"/>
                          </a:cubicBezTo>
                          <a:cubicBezTo>
                            <a:pt x="3207906" y="378240"/>
                            <a:pt x="3211475" y="382998"/>
                            <a:pt x="3215043" y="381809"/>
                          </a:cubicBezTo>
                          <a:cubicBezTo>
                            <a:pt x="3218611" y="380619"/>
                            <a:pt x="3220990" y="379430"/>
                            <a:pt x="3220990" y="377051"/>
                          </a:cubicBezTo>
                          <a:cubicBezTo>
                            <a:pt x="3220990" y="374672"/>
                            <a:pt x="3217422" y="371104"/>
                            <a:pt x="3215043" y="371104"/>
                          </a:cubicBezTo>
                          <a:cubicBezTo>
                            <a:pt x="3212664" y="369914"/>
                            <a:pt x="3206717" y="366346"/>
                            <a:pt x="3205528" y="367535"/>
                          </a:cubicBezTo>
                          <a:cubicBezTo>
                            <a:pt x="3204338" y="368725"/>
                            <a:pt x="3204338" y="372293"/>
                            <a:pt x="3201959" y="372293"/>
                          </a:cubicBezTo>
                          <a:cubicBezTo>
                            <a:pt x="3199581" y="372293"/>
                            <a:pt x="3192444" y="372293"/>
                            <a:pt x="3193633" y="371104"/>
                          </a:cubicBezTo>
                          <a:cubicBezTo>
                            <a:pt x="3194823" y="369914"/>
                            <a:pt x="3201959" y="362778"/>
                            <a:pt x="3204338" y="363967"/>
                          </a:cubicBezTo>
                          <a:cubicBezTo>
                            <a:pt x="3207906" y="365157"/>
                            <a:pt x="3209096" y="366346"/>
                            <a:pt x="3210285" y="366346"/>
                          </a:cubicBezTo>
                          <a:cubicBezTo>
                            <a:pt x="3212664" y="366346"/>
                            <a:pt x="3213853" y="365157"/>
                            <a:pt x="3216232" y="367535"/>
                          </a:cubicBezTo>
                          <a:cubicBezTo>
                            <a:pt x="3217422" y="369914"/>
                            <a:pt x="3226937" y="378240"/>
                            <a:pt x="3229317" y="378240"/>
                          </a:cubicBezTo>
                          <a:cubicBezTo>
                            <a:pt x="3231695" y="378240"/>
                            <a:pt x="3235264" y="377051"/>
                            <a:pt x="3235264" y="379430"/>
                          </a:cubicBezTo>
                          <a:cubicBezTo>
                            <a:pt x="3235264" y="381809"/>
                            <a:pt x="3237642" y="385377"/>
                            <a:pt x="3240021" y="385377"/>
                          </a:cubicBezTo>
                          <a:cubicBezTo>
                            <a:pt x="3242400" y="385377"/>
                            <a:pt x="3243589" y="380619"/>
                            <a:pt x="3244779" y="381809"/>
                          </a:cubicBezTo>
                          <a:cubicBezTo>
                            <a:pt x="3245968" y="382998"/>
                            <a:pt x="3247158" y="386566"/>
                            <a:pt x="3249536" y="384188"/>
                          </a:cubicBezTo>
                          <a:cubicBezTo>
                            <a:pt x="3251915" y="382998"/>
                            <a:pt x="3260242" y="372293"/>
                            <a:pt x="3261431" y="375861"/>
                          </a:cubicBezTo>
                          <a:cubicBezTo>
                            <a:pt x="3262621" y="378240"/>
                            <a:pt x="3261431" y="382998"/>
                            <a:pt x="3263810" y="381809"/>
                          </a:cubicBezTo>
                          <a:cubicBezTo>
                            <a:pt x="3265000" y="380619"/>
                            <a:pt x="3265000" y="373483"/>
                            <a:pt x="3266189" y="372293"/>
                          </a:cubicBezTo>
                          <a:cubicBezTo>
                            <a:pt x="3267378" y="371104"/>
                            <a:pt x="3273325" y="366346"/>
                            <a:pt x="3272136" y="363967"/>
                          </a:cubicBezTo>
                          <a:cubicBezTo>
                            <a:pt x="3270947" y="361588"/>
                            <a:pt x="3267378" y="336610"/>
                            <a:pt x="3269757" y="333042"/>
                          </a:cubicBezTo>
                          <a:cubicBezTo>
                            <a:pt x="3272136" y="329473"/>
                            <a:pt x="3273325" y="316390"/>
                            <a:pt x="3272136" y="315200"/>
                          </a:cubicBezTo>
                          <a:cubicBezTo>
                            <a:pt x="3270947" y="312821"/>
                            <a:pt x="3267378" y="309253"/>
                            <a:pt x="3266189" y="305685"/>
                          </a:cubicBezTo>
                          <a:cubicBezTo>
                            <a:pt x="3266189" y="302117"/>
                            <a:pt x="3262621" y="300927"/>
                            <a:pt x="3260242" y="298548"/>
                          </a:cubicBezTo>
                          <a:cubicBezTo>
                            <a:pt x="3257863" y="296169"/>
                            <a:pt x="3253105" y="289033"/>
                            <a:pt x="3255484" y="289033"/>
                          </a:cubicBezTo>
                          <a:cubicBezTo>
                            <a:pt x="3257863" y="289033"/>
                            <a:pt x="3261431" y="294980"/>
                            <a:pt x="3262621" y="293790"/>
                          </a:cubicBezTo>
                          <a:cubicBezTo>
                            <a:pt x="3263810" y="292601"/>
                            <a:pt x="3259052" y="284275"/>
                            <a:pt x="3256673" y="284275"/>
                          </a:cubicBezTo>
                          <a:cubicBezTo>
                            <a:pt x="3254294" y="284275"/>
                            <a:pt x="3250726" y="287843"/>
                            <a:pt x="3247158" y="286654"/>
                          </a:cubicBezTo>
                          <a:cubicBezTo>
                            <a:pt x="3243589" y="285464"/>
                            <a:pt x="3240021" y="285464"/>
                            <a:pt x="3237642" y="283086"/>
                          </a:cubicBezTo>
                          <a:cubicBezTo>
                            <a:pt x="3235264" y="279517"/>
                            <a:pt x="3229317" y="271191"/>
                            <a:pt x="3220990" y="265244"/>
                          </a:cubicBezTo>
                          <a:cubicBezTo>
                            <a:pt x="3220990" y="265244"/>
                            <a:pt x="3220990" y="262865"/>
                            <a:pt x="3222179" y="262865"/>
                          </a:cubicBezTo>
                          <a:cubicBezTo>
                            <a:pt x="3224558" y="262865"/>
                            <a:pt x="3229317" y="264055"/>
                            <a:pt x="3229317" y="261676"/>
                          </a:cubicBezTo>
                          <a:cubicBezTo>
                            <a:pt x="3229317" y="260486"/>
                            <a:pt x="3230506" y="259297"/>
                            <a:pt x="3230506" y="259297"/>
                          </a:cubicBezTo>
                          <a:cubicBezTo>
                            <a:pt x="3231695" y="259297"/>
                            <a:pt x="3231695" y="258107"/>
                            <a:pt x="3230506" y="256918"/>
                          </a:cubicBezTo>
                          <a:cubicBezTo>
                            <a:pt x="3229317" y="255729"/>
                            <a:pt x="3229317" y="253350"/>
                            <a:pt x="3228127" y="253350"/>
                          </a:cubicBezTo>
                          <a:cubicBezTo>
                            <a:pt x="3226937" y="253350"/>
                            <a:pt x="3222179" y="254539"/>
                            <a:pt x="3220990" y="253350"/>
                          </a:cubicBezTo>
                          <a:cubicBezTo>
                            <a:pt x="3219800" y="252160"/>
                            <a:pt x="3219800" y="249781"/>
                            <a:pt x="3220990" y="249781"/>
                          </a:cubicBezTo>
                          <a:cubicBezTo>
                            <a:pt x="3222179" y="249781"/>
                            <a:pt x="3223369" y="249781"/>
                            <a:pt x="3223369" y="248592"/>
                          </a:cubicBezTo>
                          <a:cubicBezTo>
                            <a:pt x="3222179" y="247403"/>
                            <a:pt x="3220990" y="243834"/>
                            <a:pt x="3220990" y="242645"/>
                          </a:cubicBezTo>
                          <a:cubicBezTo>
                            <a:pt x="3220990" y="241455"/>
                            <a:pt x="3222179" y="241455"/>
                            <a:pt x="3223369" y="242645"/>
                          </a:cubicBezTo>
                          <a:cubicBezTo>
                            <a:pt x="3223369" y="243834"/>
                            <a:pt x="3234074" y="253350"/>
                            <a:pt x="3235264" y="252160"/>
                          </a:cubicBezTo>
                          <a:cubicBezTo>
                            <a:pt x="3236453" y="250971"/>
                            <a:pt x="3237642" y="248592"/>
                            <a:pt x="3236453" y="248592"/>
                          </a:cubicBezTo>
                          <a:cubicBezTo>
                            <a:pt x="3235264" y="248592"/>
                            <a:pt x="3234074" y="246213"/>
                            <a:pt x="3234074" y="243834"/>
                          </a:cubicBezTo>
                          <a:cubicBezTo>
                            <a:pt x="3234074" y="241455"/>
                            <a:pt x="3234074" y="234319"/>
                            <a:pt x="3235264" y="235508"/>
                          </a:cubicBezTo>
                          <a:cubicBezTo>
                            <a:pt x="3236453" y="236698"/>
                            <a:pt x="3237642" y="240266"/>
                            <a:pt x="3240021" y="241455"/>
                          </a:cubicBezTo>
                          <a:cubicBezTo>
                            <a:pt x="3241211" y="242645"/>
                            <a:pt x="3245968" y="242645"/>
                            <a:pt x="3245968" y="245024"/>
                          </a:cubicBezTo>
                          <a:cubicBezTo>
                            <a:pt x="3245968" y="246213"/>
                            <a:pt x="3244779" y="252160"/>
                            <a:pt x="3245968" y="252160"/>
                          </a:cubicBezTo>
                          <a:cubicBezTo>
                            <a:pt x="3247158" y="253350"/>
                            <a:pt x="3247158" y="255729"/>
                            <a:pt x="3247158" y="258107"/>
                          </a:cubicBezTo>
                          <a:cubicBezTo>
                            <a:pt x="3247158" y="260486"/>
                            <a:pt x="3248347" y="261676"/>
                            <a:pt x="3249536" y="262865"/>
                          </a:cubicBezTo>
                          <a:cubicBezTo>
                            <a:pt x="3250726" y="264055"/>
                            <a:pt x="3255484" y="271191"/>
                            <a:pt x="3257863" y="270002"/>
                          </a:cubicBezTo>
                          <a:cubicBezTo>
                            <a:pt x="3260242" y="270002"/>
                            <a:pt x="3262621" y="266433"/>
                            <a:pt x="3265000" y="267623"/>
                          </a:cubicBezTo>
                          <a:cubicBezTo>
                            <a:pt x="3267378" y="267623"/>
                            <a:pt x="3269757" y="268812"/>
                            <a:pt x="3268568" y="271191"/>
                          </a:cubicBezTo>
                          <a:cubicBezTo>
                            <a:pt x="3268568" y="273570"/>
                            <a:pt x="3268568" y="278328"/>
                            <a:pt x="3269757" y="278328"/>
                          </a:cubicBezTo>
                          <a:cubicBezTo>
                            <a:pt x="3270947" y="278328"/>
                            <a:pt x="3274515" y="278328"/>
                            <a:pt x="3274515" y="277138"/>
                          </a:cubicBezTo>
                          <a:cubicBezTo>
                            <a:pt x="3274515" y="275949"/>
                            <a:pt x="3278083" y="270002"/>
                            <a:pt x="3279272" y="270002"/>
                          </a:cubicBezTo>
                          <a:cubicBezTo>
                            <a:pt x="3280462" y="268812"/>
                            <a:pt x="3285219" y="262865"/>
                            <a:pt x="3285219" y="260486"/>
                          </a:cubicBezTo>
                          <a:cubicBezTo>
                            <a:pt x="3284030" y="258107"/>
                            <a:pt x="3282841" y="255729"/>
                            <a:pt x="3282841" y="254539"/>
                          </a:cubicBezTo>
                          <a:cubicBezTo>
                            <a:pt x="3282841" y="253350"/>
                            <a:pt x="3284030" y="241455"/>
                            <a:pt x="3285219" y="241455"/>
                          </a:cubicBezTo>
                          <a:cubicBezTo>
                            <a:pt x="3286409" y="241455"/>
                            <a:pt x="3286409" y="250971"/>
                            <a:pt x="3287598" y="250971"/>
                          </a:cubicBezTo>
                          <a:cubicBezTo>
                            <a:pt x="3288788" y="250971"/>
                            <a:pt x="3291167" y="245024"/>
                            <a:pt x="3294735" y="245024"/>
                          </a:cubicBezTo>
                          <a:cubicBezTo>
                            <a:pt x="3298304" y="243834"/>
                            <a:pt x="3301872" y="243834"/>
                            <a:pt x="3303061" y="242645"/>
                          </a:cubicBezTo>
                          <a:cubicBezTo>
                            <a:pt x="3304251" y="241455"/>
                            <a:pt x="3304251" y="236698"/>
                            <a:pt x="3305440" y="237887"/>
                          </a:cubicBezTo>
                          <a:cubicBezTo>
                            <a:pt x="3307819" y="237887"/>
                            <a:pt x="3307819" y="240266"/>
                            <a:pt x="3309008" y="240266"/>
                          </a:cubicBezTo>
                          <a:cubicBezTo>
                            <a:pt x="3310198" y="240266"/>
                            <a:pt x="3312577" y="240266"/>
                            <a:pt x="3312577" y="242645"/>
                          </a:cubicBezTo>
                          <a:cubicBezTo>
                            <a:pt x="3312577" y="245024"/>
                            <a:pt x="3313766" y="245024"/>
                            <a:pt x="3316145" y="247403"/>
                          </a:cubicBezTo>
                          <a:cubicBezTo>
                            <a:pt x="3318524" y="249781"/>
                            <a:pt x="3329229" y="255729"/>
                            <a:pt x="3329229" y="258107"/>
                          </a:cubicBezTo>
                          <a:cubicBezTo>
                            <a:pt x="3329229" y="260486"/>
                            <a:pt x="3328039" y="265244"/>
                            <a:pt x="3330418" y="265244"/>
                          </a:cubicBezTo>
                          <a:cubicBezTo>
                            <a:pt x="3332797" y="265244"/>
                            <a:pt x="3342313" y="262865"/>
                            <a:pt x="3343502" y="262865"/>
                          </a:cubicBezTo>
                          <a:cubicBezTo>
                            <a:pt x="3344691" y="264055"/>
                            <a:pt x="3344691" y="266433"/>
                            <a:pt x="3345881" y="266433"/>
                          </a:cubicBezTo>
                          <a:cubicBezTo>
                            <a:pt x="3347070" y="266433"/>
                            <a:pt x="3351828" y="262865"/>
                            <a:pt x="3350638" y="261676"/>
                          </a:cubicBezTo>
                          <a:cubicBezTo>
                            <a:pt x="3349449" y="260486"/>
                            <a:pt x="3347070" y="256918"/>
                            <a:pt x="3348260" y="256918"/>
                          </a:cubicBezTo>
                          <a:cubicBezTo>
                            <a:pt x="3349449" y="256918"/>
                            <a:pt x="3353017" y="255729"/>
                            <a:pt x="3351828" y="254539"/>
                          </a:cubicBezTo>
                          <a:cubicBezTo>
                            <a:pt x="3351828" y="253350"/>
                            <a:pt x="3350638" y="248592"/>
                            <a:pt x="3351828" y="249781"/>
                          </a:cubicBezTo>
                          <a:cubicBezTo>
                            <a:pt x="3353017" y="249781"/>
                            <a:pt x="3356585" y="253350"/>
                            <a:pt x="3356585" y="254539"/>
                          </a:cubicBezTo>
                          <a:cubicBezTo>
                            <a:pt x="3356585" y="255729"/>
                            <a:pt x="3354207" y="258107"/>
                            <a:pt x="3356585" y="258107"/>
                          </a:cubicBezTo>
                          <a:cubicBezTo>
                            <a:pt x="3358964" y="258107"/>
                            <a:pt x="3363723" y="254539"/>
                            <a:pt x="3366102" y="255729"/>
                          </a:cubicBezTo>
                          <a:cubicBezTo>
                            <a:pt x="3368480" y="255729"/>
                            <a:pt x="3376806" y="258107"/>
                            <a:pt x="3379185" y="258107"/>
                          </a:cubicBezTo>
                          <a:cubicBezTo>
                            <a:pt x="3381564" y="258107"/>
                            <a:pt x="3383943" y="258107"/>
                            <a:pt x="3385132" y="258107"/>
                          </a:cubicBezTo>
                          <a:cubicBezTo>
                            <a:pt x="3385132" y="259297"/>
                            <a:pt x="3386321" y="260486"/>
                            <a:pt x="3388700" y="260486"/>
                          </a:cubicBezTo>
                          <a:cubicBezTo>
                            <a:pt x="3391079" y="260486"/>
                            <a:pt x="3392269" y="256918"/>
                            <a:pt x="3391079" y="255729"/>
                          </a:cubicBezTo>
                          <a:cubicBezTo>
                            <a:pt x="3389890" y="254539"/>
                            <a:pt x="3388700" y="248592"/>
                            <a:pt x="3389890" y="248592"/>
                          </a:cubicBezTo>
                          <a:cubicBezTo>
                            <a:pt x="3391079" y="248592"/>
                            <a:pt x="3395837" y="256918"/>
                            <a:pt x="3397027" y="256918"/>
                          </a:cubicBezTo>
                          <a:cubicBezTo>
                            <a:pt x="3398216" y="256918"/>
                            <a:pt x="3404163" y="254539"/>
                            <a:pt x="3404163" y="253350"/>
                          </a:cubicBezTo>
                          <a:cubicBezTo>
                            <a:pt x="3405353" y="253350"/>
                            <a:pt x="3402974" y="248592"/>
                            <a:pt x="3402974" y="247403"/>
                          </a:cubicBezTo>
                          <a:close/>
                          <a:moveTo>
                            <a:pt x="155816" y="1159699"/>
                          </a:moveTo>
                          <a:cubicBezTo>
                            <a:pt x="155816" y="1162078"/>
                            <a:pt x="152248" y="1160889"/>
                            <a:pt x="148679" y="1160889"/>
                          </a:cubicBezTo>
                          <a:cubicBezTo>
                            <a:pt x="145111" y="1160889"/>
                            <a:pt x="148679" y="1166836"/>
                            <a:pt x="148679" y="1169215"/>
                          </a:cubicBezTo>
                          <a:cubicBezTo>
                            <a:pt x="148679" y="1171594"/>
                            <a:pt x="146301" y="1172783"/>
                            <a:pt x="146301" y="1175162"/>
                          </a:cubicBezTo>
                          <a:cubicBezTo>
                            <a:pt x="145111" y="1176351"/>
                            <a:pt x="137975" y="1172783"/>
                            <a:pt x="135596" y="1171594"/>
                          </a:cubicBezTo>
                          <a:cubicBezTo>
                            <a:pt x="132027" y="1170404"/>
                            <a:pt x="134406" y="1178730"/>
                            <a:pt x="135596" y="1181109"/>
                          </a:cubicBezTo>
                          <a:cubicBezTo>
                            <a:pt x="136785" y="1183488"/>
                            <a:pt x="129648" y="1182298"/>
                            <a:pt x="129648" y="1182298"/>
                          </a:cubicBezTo>
                          <a:cubicBezTo>
                            <a:pt x="127270" y="1179920"/>
                            <a:pt x="124891" y="1183488"/>
                            <a:pt x="121323" y="1182298"/>
                          </a:cubicBezTo>
                          <a:cubicBezTo>
                            <a:pt x="117754" y="1182298"/>
                            <a:pt x="120133" y="1178730"/>
                            <a:pt x="121323" y="1173972"/>
                          </a:cubicBezTo>
                          <a:cubicBezTo>
                            <a:pt x="122512" y="1170404"/>
                            <a:pt x="112996" y="1165646"/>
                            <a:pt x="111807" y="1163268"/>
                          </a:cubicBezTo>
                          <a:cubicBezTo>
                            <a:pt x="110618" y="1160889"/>
                            <a:pt x="108239" y="1158510"/>
                            <a:pt x="105860" y="1158510"/>
                          </a:cubicBezTo>
                          <a:cubicBezTo>
                            <a:pt x="103481" y="1157320"/>
                            <a:pt x="104671" y="1153752"/>
                            <a:pt x="105860" y="1151373"/>
                          </a:cubicBezTo>
                          <a:cubicBezTo>
                            <a:pt x="107049" y="1148994"/>
                            <a:pt x="103481" y="1145426"/>
                            <a:pt x="98723" y="1143047"/>
                          </a:cubicBezTo>
                          <a:cubicBezTo>
                            <a:pt x="93965" y="1141858"/>
                            <a:pt x="93965" y="1138289"/>
                            <a:pt x="93965" y="1137100"/>
                          </a:cubicBezTo>
                          <a:cubicBezTo>
                            <a:pt x="93965" y="1135910"/>
                            <a:pt x="90397" y="1133532"/>
                            <a:pt x="86829" y="1132342"/>
                          </a:cubicBezTo>
                          <a:cubicBezTo>
                            <a:pt x="84450" y="1131153"/>
                            <a:pt x="90397" y="1129963"/>
                            <a:pt x="95155" y="1128774"/>
                          </a:cubicBezTo>
                          <a:cubicBezTo>
                            <a:pt x="99912" y="1127584"/>
                            <a:pt x="95155" y="1122827"/>
                            <a:pt x="95155" y="1121637"/>
                          </a:cubicBezTo>
                          <a:cubicBezTo>
                            <a:pt x="95155" y="1120448"/>
                            <a:pt x="99912" y="1118069"/>
                            <a:pt x="102291" y="1115690"/>
                          </a:cubicBezTo>
                          <a:cubicBezTo>
                            <a:pt x="104671" y="1113311"/>
                            <a:pt x="103481" y="1103796"/>
                            <a:pt x="103481" y="1101417"/>
                          </a:cubicBezTo>
                          <a:cubicBezTo>
                            <a:pt x="103481" y="1099038"/>
                            <a:pt x="102291" y="1095470"/>
                            <a:pt x="103481" y="1096659"/>
                          </a:cubicBezTo>
                          <a:cubicBezTo>
                            <a:pt x="104671" y="1096659"/>
                            <a:pt x="107049" y="1107364"/>
                            <a:pt x="109428" y="1110932"/>
                          </a:cubicBezTo>
                          <a:cubicBezTo>
                            <a:pt x="110618" y="1114501"/>
                            <a:pt x="114186" y="1110932"/>
                            <a:pt x="114186" y="1110932"/>
                          </a:cubicBezTo>
                          <a:cubicBezTo>
                            <a:pt x="114186" y="1110932"/>
                            <a:pt x="116565" y="1115690"/>
                            <a:pt x="117754" y="1118069"/>
                          </a:cubicBezTo>
                          <a:cubicBezTo>
                            <a:pt x="118944" y="1120448"/>
                            <a:pt x="122512" y="1120448"/>
                            <a:pt x="123701" y="1122827"/>
                          </a:cubicBezTo>
                          <a:cubicBezTo>
                            <a:pt x="124891" y="1124016"/>
                            <a:pt x="128459" y="1126395"/>
                            <a:pt x="128459" y="1127584"/>
                          </a:cubicBezTo>
                          <a:cubicBezTo>
                            <a:pt x="127270" y="1128774"/>
                            <a:pt x="135596" y="1132342"/>
                            <a:pt x="141543" y="1133532"/>
                          </a:cubicBezTo>
                          <a:cubicBezTo>
                            <a:pt x="147490" y="1135910"/>
                            <a:pt x="146301" y="1139479"/>
                            <a:pt x="146301" y="1141858"/>
                          </a:cubicBezTo>
                          <a:cubicBezTo>
                            <a:pt x="146301" y="1144236"/>
                            <a:pt x="151058" y="1150184"/>
                            <a:pt x="151058" y="1152563"/>
                          </a:cubicBezTo>
                          <a:cubicBezTo>
                            <a:pt x="151058" y="1154942"/>
                            <a:pt x="155816" y="1157320"/>
                            <a:pt x="155816" y="1159699"/>
                          </a:cubicBezTo>
                          <a:close/>
                          <a:moveTo>
                            <a:pt x="223614" y="1135910"/>
                          </a:moveTo>
                          <a:cubicBezTo>
                            <a:pt x="221235" y="1135910"/>
                            <a:pt x="221235" y="1139479"/>
                            <a:pt x="220045" y="1141858"/>
                          </a:cubicBezTo>
                          <a:cubicBezTo>
                            <a:pt x="218856" y="1144236"/>
                            <a:pt x="209341" y="1144236"/>
                            <a:pt x="209341" y="1144236"/>
                          </a:cubicBezTo>
                          <a:cubicBezTo>
                            <a:pt x="203393" y="1144236"/>
                            <a:pt x="202204" y="1139479"/>
                            <a:pt x="202204" y="1139479"/>
                          </a:cubicBezTo>
                          <a:cubicBezTo>
                            <a:pt x="199825" y="1138289"/>
                            <a:pt x="196257" y="1139479"/>
                            <a:pt x="191499" y="1137100"/>
                          </a:cubicBezTo>
                          <a:cubicBezTo>
                            <a:pt x="186741" y="1134721"/>
                            <a:pt x="192689" y="1132342"/>
                            <a:pt x="196257" y="1131153"/>
                          </a:cubicBezTo>
                          <a:cubicBezTo>
                            <a:pt x="199825" y="1129963"/>
                            <a:pt x="204583" y="1137100"/>
                            <a:pt x="208151" y="1138289"/>
                          </a:cubicBezTo>
                          <a:cubicBezTo>
                            <a:pt x="211720" y="1139479"/>
                            <a:pt x="208151" y="1134721"/>
                            <a:pt x="209341" y="1131153"/>
                          </a:cubicBezTo>
                          <a:cubicBezTo>
                            <a:pt x="210530" y="1128774"/>
                            <a:pt x="204583" y="1124016"/>
                            <a:pt x="203393" y="1122827"/>
                          </a:cubicBezTo>
                          <a:cubicBezTo>
                            <a:pt x="201014" y="1121637"/>
                            <a:pt x="198636" y="1119258"/>
                            <a:pt x="196257" y="1119258"/>
                          </a:cubicBezTo>
                          <a:cubicBezTo>
                            <a:pt x="192689" y="1119258"/>
                            <a:pt x="186741" y="1115690"/>
                            <a:pt x="185552" y="1112122"/>
                          </a:cubicBezTo>
                          <a:cubicBezTo>
                            <a:pt x="183173" y="1109743"/>
                            <a:pt x="184362" y="1106175"/>
                            <a:pt x="184362" y="1103796"/>
                          </a:cubicBezTo>
                          <a:cubicBezTo>
                            <a:pt x="185552" y="1100227"/>
                            <a:pt x="178415" y="1097849"/>
                            <a:pt x="177226" y="1096659"/>
                          </a:cubicBezTo>
                          <a:cubicBezTo>
                            <a:pt x="176037" y="1095470"/>
                            <a:pt x="174847" y="1091901"/>
                            <a:pt x="176037" y="1093091"/>
                          </a:cubicBezTo>
                          <a:cubicBezTo>
                            <a:pt x="178415" y="1093091"/>
                            <a:pt x="180794" y="1093091"/>
                            <a:pt x="180794" y="1089523"/>
                          </a:cubicBezTo>
                          <a:cubicBezTo>
                            <a:pt x="180794" y="1085954"/>
                            <a:pt x="172468" y="1081196"/>
                            <a:pt x="171279" y="1077628"/>
                          </a:cubicBezTo>
                          <a:cubicBezTo>
                            <a:pt x="170089" y="1074060"/>
                            <a:pt x="177226" y="1078818"/>
                            <a:pt x="180794" y="1080007"/>
                          </a:cubicBezTo>
                          <a:cubicBezTo>
                            <a:pt x="183173" y="1081196"/>
                            <a:pt x="189120" y="1093091"/>
                            <a:pt x="191499" y="1094280"/>
                          </a:cubicBezTo>
                          <a:cubicBezTo>
                            <a:pt x="193878" y="1095470"/>
                            <a:pt x="192689" y="1091901"/>
                            <a:pt x="192689" y="1090712"/>
                          </a:cubicBezTo>
                          <a:cubicBezTo>
                            <a:pt x="191499" y="1088333"/>
                            <a:pt x="201014" y="1090712"/>
                            <a:pt x="202204" y="1087144"/>
                          </a:cubicBezTo>
                          <a:cubicBezTo>
                            <a:pt x="203393" y="1083575"/>
                            <a:pt x="196257" y="1077628"/>
                            <a:pt x="193878" y="1075249"/>
                          </a:cubicBezTo>
                          <a:cubicBezTo>
                            <a:pt x="191499" y="1074060"/>
                            <a:pt x="184362" y="1071681"/>
                            <a:pt x="181984" y="1071681"/>
                          </a:cubicBezTo>
                          <a:cubicBezTo>
                            <a:pt x="179605" y="1072870"/>
                            <a:pt x="176037" y="1063355"/>
                            <a:pt x="174847" y="1062166"/>
                          </a:cubicBezTo>
                          <a:cubicBezTo>
                            <a:pt x="174847" y="1060976"/>
                            <a:pt x="186741" y="1064544"/>
                            <a:pt x="189120" y="1065734"/>
                          </a:cubicBezTo>
                          <a:cubicBezTo>
                            <a:pt x="190310" y="1066923"/>
                            <a:pt x="195067" y="1069302"/>
                            <a:pt x="197446" y="1071681"/>
                          </a:cubicBezTo>
                          <a:cubicBezTo>
                            <a:pt x="199825" y="1074060"/>
                            <a:pt x="205772" y="1077628"/>
                            <a:pt x="208151" y="1078818"/>
                          </a:cubicBezTo>
                          <a:cubicBezTo>
                            <a:pt x="210530" y="1080007"/>
                            <a:pt x="210530" y="1094280"/>
                            <a:pt x="210530" y="1097849"/>
                          </a:cubicBezTo>
                          <a:cubicBezTo>
                            <a:pt x="210530" y="1102606"/>
                            <a:pt x="218856" y="1112122"/>
                            <a:pt x="221235" y="1114501"/>
                          </a:cubicBezTo>
                          <a:cubicBezTo>
                            <a:pt x="223614" y="1116879"/>
                            <a:pt x="224803" y="1124016"/>
                            <a:pt x="225993" y="1128774"/>
                          </a:cubicBezTo>
                          <a:cubicBezTo>
                            <a:pt x="228372" y="1131153"/>
                            <a:pt x="225993" y="1134721"/>
                            <a:pt x="223614" y="1135910"/>
                          </a:cubicBezTo>
                          <a:close/>
                          <a:moveTo>
                            <a:pt x="255729" y="1164457"/>
                          </a:moveTo>
                          <a:cubicBezTo>
                            <a:pt x="255729" y="1162078"/>
                            <a:pt x="259297" y="1162078"/>
                            <a:pt x="264055" y="1162078"/>
                          </a:cubicBezTo>
                          <a:cubicBezTo>
                            <a:pt x="268812" y="1162078"/>
                            <a:pt x="270002" y="1165646"/>
                            <a:pt x="268812" y="1168025"/>
                          </a:cubicBezTo>
                          <a:cubicBezTo>
                            <a:pt x="267623" y="1170404"/>
                            <a:pt x="272381" y="1171594"/>
                            <a:pt x="272381" y="1172783"/>
                          </a:cubicBezTo>
                          <a:cubicBezTo>
                            <a:pt x="272381" y="1173972"/>
                            <a:pt x="260486" y="1172783"/>
                            <a:pt x="260486" y="1172783"/>
                          </a:cubicBezTo>
                          <a:cubicBezTo>
                            <a:pt x="256918" y="1172783"/>
                            <a:pt x="255729" y="1168025"/>
                            <a:pt x="255729" y="1164457"/>
                          </a:cubicBezTo>
                          <a:close/>
                          <a:moveTo>
                            <a:pt x="302116" y="1248907"/>
                          </a:moveTo>
                          <a:cubicBezTo>
                            <a:pt x="299738" y="1250096"/>
                            <a:pt x="299738" y="1253664"/>
                            <a:pt x="299738" y="1256043"/>
                          </a:cubicBezTo>
                          <a:cubicBezTo>
                            <a:pt x="299738" y="1258422"/>
                            <a:pt x="297359" y="1258422"/>
                            <a:pt x="297359" y="1258422"/>
                          </a:cubicBezTo>
                          <a:cubicBezTo>
                            <a:pt x="291412" y="1258422"/>
                            <a:pt x="293791" y="1253664"/>
                            <a:pt x="293791" y="1250096"/>
                          </a:cubicBezTo>
                          <a:cubicBezTo>
                            <a:pt x="293791" y="1246528"/>
                            <a:pt x="290222" y="1250096"/>
                            <a:pt x="286654" y="1250096"/>
                          </a:cubicBezTo>
                          <a:cubicBezTo>
                            <a:pt x="284275" y="1250096"/>
                            <a:pt x="277139" y="1244149"/>
                            <a:pt x="274760" y="1240581"/>
                          </a:cubicBezTo>
                          <a:cubicBezTo>
                            <a:pt x="272381" y="1238202"/>
                            <a:pt x="266433" y="1235823"/>
                            <a:pt x="261676" y="1233444"/>
                          </a:cubicBezTo>
                          <a:cubicBezTo>
                            <a:pt x="256918" y="1231065"/>
                            <a:pt x="264055" y="1229876"/>
                            <a:pt x="265244" y="1228686"/>
                          </a:cubicBezTo>
                          <a:cubicBezTo>
                            <a:pt x="266433" y="1227497"/>
                            <a:pt x="270002" y="1232255"/>
                            <a:pt x="271191" y="1233444"/>
                          </a:cubicBezTo>
                          <a:cubicBezTo>
                            <a:pt x="271191" y="1234634"/>
                            <a:pt x="277139" y="1234634"/>
                            <a:pt x="280707" y="1234634"/>
                          </a:cubicBezTo>
                          <a:cubicBezTo>
                            <a:pt x="284275" y="1234634"/>
                            <a:pt x="286654" y="1238202"/>
                            <a:pt x="287843" y="1237012"/>
                          </a:cubicBezTo>
                          <a:cubicBezTo>
                            <a:pt x="289033" y="1234634"/>
                            <a:pt x="283086" y="1232255"/>
                            <a:pt x="281896" y="1228686"/>
                          </a:cubicBezTo>
                          <a:cubicBezTo>
                            <a:pt x="280707" y="1226308"/>
                            <a:pt x="277139" y="1226308"/>
                            <a:pt x="274760" y="1227497"/>
                          </a:cubicBezTo>
                          <a:cubicBezTo>
                            <a:pt x="272381" y="1227497"/>
                            <a:pt x="270002" y="1225118"/>
                            <a:pt x="271191" y="1225118"/>
                          </a:cubicBezTo>
                          <a:cubicBezTo>
                            <a:pt x="272381" y="1223929"/>
                            <a:pt x="273570" y="1220360"/>
                            <a:pt x="272381" y="1219171"/>
                          </a:cubicBezTo>
                          <a:cubicBezTo>
                            <a:pt x="272381" y="1216792"/>
                            <a:pt x="274760" y="1214413"/>
                            <a:pt x="275949" y="1214413"/>
                          </a:cubicBezTo>
                          <a:cubicBezTo>
                            <a:pt x="277139" y="1215603"/>
                            <a:pt x="278328" y="1219171"/>
                            <a:pt x="279517" y="1220360"/>
                          </a:cubicBezTo>
                          <a:cubicBezTo>
                            <a:pt x="280707" y="1221550"/>
                            <a:pt x="284275" y="1223929"/>
                            <a:pt x="286654" y="1226308"/>
                          </a:cubicBezTo>
                          <a:cubicBezTo>
                            <a:pt x="287843" y="1229876"/>
                            <a:pt x="296169" y="1234634"/>
                            <a:pt x="300927" y="1237012"/>
                          </a:cubicBezTo>
                          <a:cubicBezTo>
                            <a:pt x="304495" y="1239391"/>
                            <a:pt x="308064" y="1240581"/>
                            <a:pt x="309253" y="1244149"/>
                          </a:cubicBezTo>
                          <a:cubicBezTo>
                            <a:pt x="309253" y="1244149"/>
                            <a:pt x="304495" y="1247717"/>
                            <a:pt x="302116" y="1248907"/>
                          </a:cubicBezTo>
                          <a:close/>
                          <a:moveTo>
                            <a:pt x="1985167" y="1264370"/>
                          </a:moveTo>
                          <a:cubicBezTo>
                            <a:pt x="1983978" y="1267938"/>
                            <a:pt x="1982788" y="1272696"/>
                            <a:pt x="1982788" y="1276264"/>
                          </a:cubicBezTo>
                          <a:cubicBezTo>
                            <a:pt x="1983978" y="1278643"/>
                            <a:pt x="1986357" y="1291727"/>
                            <a:pt x="1983978" y="1289348"/>
                          </a:cubicBezTo>
                          <a:cubicBezTo>
                            <a:pt x="1981599" y="1286969"/>
                            <a:pt x="1981599" y="1275074"/>
                            <a:pt x="1976841" y="1276264"/>
                          </a:cubicBezTo>
                          <a:cubicBezTo>
                            <a:pt x="1972084" y="1277453"/>
                            <a:pt x="1973273" y="1283400"/>
                            <a:pt x="1972084" y="1285779"/>
                          </a:cubicBezTo>
                          <a:cubicBezTo>
                            <a:pt x="1970894" y="1288158"/>
                            <a:pt x="1968515" y="1294105"/>
                            <a:pt x="1972084" y="1292916"/>
                          </a:cubicBezTo>
                          <a:cubicBezTo>
                            <a:pt x="1975652" y="1291727"/>
                            <a:pt x="1975652" y="1288158"/>
                            <a:pt x="1976841" y="1289348"/>
                          </a:cubicBezTo>
                          <a:cubicBezTo>
                            <a:pt x="1978031" y="1290537"/>
                            <a:pt x="1983978" y="1295295"/>
                            <a:pt x="1982788" y="1297674"/>
                          </a:cubicBezTo>
                          <a:cubicBezTo>
                            <a:pt x="1980410" y="1300053"/>
                            <a:pt x="1974463" y="1300053"/>
                            <a:pt x="1973273" y="1302431"/>
                          </a:cubicBezTo>
                          <a:cubicBezTo>
                            <a:pt x="1972084" y="1304810"/>
                            <a:pt x="1967325" y="1321462"/>
                            <a:pt x="1963757" y="1325031"/>
                          </a:cubicBezTo>
                          <a:cubicBezTo>
                            <a:pt x="1958999" y="1328599"/>
                            <a:pt x="1950674" y="1335736"/>
                            <a:pt x="1948295" y="1338114"/>
                          </a:cubicBezTo>
                          <a:cubicBezTo>
                            <a:pt x="1945916" y="1340493"/>
                            <a:pt x="1943537" y="1346440"/>
                            <a:pt x="1942348" y="1346440"/>
                          </a:cubicBezTo>
                          <a:cubicBezTo>
                            <a:pt x="1941158" y="1347630"/>
                            <a:pt x="1930453" y="1346440"/>
                            <a:pt x="1931642" y="1350009"/>
                          </a:cubicBezTo>
                          <a:cubicBezTo>
                            <a:pt x="1932832" y="1353577"/>
                            <a:pt x="1937590" y="1363093"/>
                            <a:pt x="1929263" y="1370229"/>
                          </a:cubicBezTo>
                          <a:cubicBezTo>
                            <a:pt x="1920938" y="1377366"/>
                            <a:pt x="1898338" y="1385692"/>
                            <a:pt x="1890012" y="1384502"/>
                          </a:cubicBezTo>
                          <a:cubicBezTo>
                            <a:pt x="1882876" y="1382123"/>
                            <a:pt x="1876929" y="1380934"/>
                            <a:pt x="1884065" y="1378555"/>
                          </a:cubicBezTo>
                          <a:cubicBezTo>
                            <a:pt x="1891202" y="1376176"/>
                            <a:pt x="1897149" y="1372608"/>
                            <a:pt x="1898338" y="1369040"/>
                          </a:cubicBezTo>
                          <a:cubicBezTo>
                            <a:pt x="1899528" y="1365471"/>
                            <a:pt x="1901907" y="1363093"/>
                            <a:pt x="1903096" y="1364282"/>
                          </a:cubicBezTo>
                          <a:cubicBezTo>
                            <a:pt x="1904286" y="1365471"/>
                            <a:pt x="1910233" y="1371419"/>
                            <a:pt x="1913801" y="1364282"/>
                          </a:cubicBezTo>
                          <a:cubicBezTo>
                            <a:pt x="1917369" y="1355956"/>
                            <a:pt x="1917369" y="1341683"/>
                            <a:pt x="1922127" y="1339304"/>
                          </a:cubicBezTo>
                          <a:cubicBezTo>
                            <a:pt x="1926885" y="1336925"/>
                            <a:pt x="1937590" y="1321462"/>
                            <a:pt x="1936400" y="1320273"/>
                          </a:cubicBezTo>
                          <a:cubicBezTo>
                            <a:pt x="1935211" y="1319083"/>
                            <a:pt x="1928074" y="1314326"/>
                            <a:pt x="1932832" y="1313136"/>
                          </a:cubicBezTo>
                          <a:cubicBezTo>
                            <a:pt x="1937590" y="1311947"/>
                            <a:pt x="1939969" y="1310757"/>
                            <a:pt x="1939969" y="1308379"/>
                          </a:cubicBezTo>
                          <a:cubicBezTo>
                            <a:pt x="1939969" y="1306000"/>
                            <a:pt x="1937590" y="1300053"/>
                            <a:pt x="1941158" y="1297674"/>
                          </a:cubicBezTo>
                          <a:cubicBezTo>
                            <a:pt x="1944727" y="1295295"/>
                            <a:pt x="1944727" y="1285779"/>
                            <a:pt x="1947105" y="1282211"/>
                          </a:cubicBezTo>
                          <a:cubicBezTo>
                            <a:pt x="1950674" y="1278643"/>
                            <a:pt x="1951863" y="1272696"/>
                            <a:pt x="1951863" y="1266748"/>
                          </a:cubicBezTo>
                          <a:cubicBezTo>
                            <a:pt x="1951863" y="1260801"/>
                            <a:pt x="1950674" y="1259612"/>
                            <a:pt x="1953052" y="1253664"/>
                          </a:cubicBezTo>
                          <a:cubicBezTo>
                            <a:pt x="1955431" y="1248907"/>
                            <a:pt x="1955431" y="1245338"/>
                            <a:pt x="1955431" y="1237012"/>
                          </a:cubicBezTo>
                          <a:cubicBezTo>
                            <a:pt x="1955431" y="1237012"/>
                            <a:pt x="1957810" y="1220360"/>
                            <a:pt x="1955431" y="1215603"/>
                          </a:cubicBezTo>
                          <a:cubicBezTo>
                            <a:pt x="1953052" y="1210845"/>
                            <a:pt x="1948295" y="1207277"/>
                            <a:pt x="1949484" y="1201329"/>
                          </a:cubicBezTo>
                          <a:cubicBezTo>
                            <a:pt x="1950674" y="1196572"/>
                            <a:pt x="1960189" y="1190625"/>
                            <a:pt x="1962568" y="1194193"/>
                          </a:cubicBezTo>
                          <a:cubicBezTo>
                            <a:pt x="1964946" y="1197761"/>
                            <a:pt x="1969704" y="1202519"/>
                            <a:pt x="1968515" y="1204898"/>
                          </a:cubicBezTo>
                          <a:cubicBezTo>
                            <a:pt x="1967325" y="1208466"/>
                            <a:pt x="1967325" y="1213224"/>
                            <a:pt x="1968515" y="1216792"/>
                          </a:cubicBezTo>
                          <a:cubicBezTo>
                            <a:pt x="1969704" y="1220360"/>
                            <a:pt x="1972084" y="1233444"/>
                            <a:pt x="1973273" y="1237012"/>
                          </a:cubicBezTo>
                          <a:cubicBezTo>
                            <a:pt x="1974463" y="1240581"/>
                            <a:pt x="1974463" y="1256043"/>
                            <a:pt x="1978031" y="1257233"/>
                          </a:cubicBezTo>
                          <a:cubicBezTo>
                            <a:pt x="1981599" y="1259612"/>
                            <a:pt x="1985167" y="1260801"/>
                            <a:pt x="1985167" y="126437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8" name="Freeform 667">
                      <a:extLst>
                        <a:ext uri="{FF2B5EF4-FFF2-40B4-BE49-F238E27FC236}">
                          <a16:creationId xmlns:a16="http://schemas.microsoft.com/office/drawing/2014/main" id="{997942FE-7357-7182-A524-2D1BE297F1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57999" y="1347707"/>
                      <a:ext cx="42194" cy="58439"/>
                    </a:xfrm>
                    <a:custGeom>
                      <a:avLst/>
                      <a:gdLst>
                        <a:gd name="connsiteX0" fmla="*/ 2695 w 42194"/>
                        <a:gd name="connsiteY0" fmla="*/ 40441 h 58439"/>
                        <a:gd name="connsiteX1" fmla="*/ 6264 w 42194"/>
                        <a:gd name="connsiteY1" fmla="*/ 47577 h 58439"/>
                        <a:gd name="connsiteX2" fmla="*/ 13400 w 42194"/>
                        <a:gd name="connsiteY2" fmla="*/ 48767 h 58439"/>
                        <a:gd name="connsiteX3" fmla="*/ 15779 w 42194"/>
                        <a:gd name="connsiteY3" fmla="*/ 53525 h 58439"/>
                        <a:gd name="connsiteX4" fmla="*/ 20537 w 42194"/>
                        <a:gd name="connsiteY4" fmla="*/ 58282 h 58439"/>
                        <a:gd name="connsiteX5" fmla="*/ 25294 w 42194"/>
                        <a:gd name="connsiteY5" fmla="*/ 48767 h 58439"/>
                        <a:gd name="connsiteX6" fmla="*/ 25294 w 42194"/>
                        <a:gd name="connsiteY6" fmla="*/ 39251 h 58439"/>
                        <a:gd name="connsiteX7" fmla="*/ 41947 w 42194"/>
                        <a:gd name="connsiteY7" fmla="*/ 28546 h 58439"/>
                        <a:gd name="connsiteX8" fmla="*/ 35999 w 42194"/>
                        <a:gd name="connsiteY8" fmla="*/ 24978 h 58439"/>
                        <a:gd name="connsiteX9" fmla="*/ 31241 w 42194"/>
                        <a:gd name="connsiteY9" fmla="*/ 20220 h 58439"/>
                        <a:gd name="connsiteX10" fmla="*/ 26484 w 42194"/>
                        <a:gd name="connsiteY10" fmla="*/ 15463 h 58439"/>
                        <a:gd name="connsiteX11" fmla="*/ 25294 w 42194"/>
                        <a:gd name="connsiteY11" fmla="*/ 3568 h 58439"/>
                        <a:gd name="connsiteX12" fmla="*/ 19347 w 42194"/>
                        <a:gd name="connsiteY12" fmla="*/ 2379 h 58439"/>
                        <a:gd name="connsiteX13" fmla="*/ 12211 w 42194"/>
                        <a:gd name="connsiteY13" fmla="*/ 0 h 58439"/>
                        <a:gd name="connsiteX14" fmla="*/ 9832 w 42194"/>
                        <a:gd name="connsiteY14" fmla="*/ 9516 h 58439"/>
                        <a:gd name="connsiteX15" fmla="*/ 316 w 42194"/>
                        <a:gd name="connsiteY15" fmla="*/ 20220 h 58439"/>
                        <a:gd name="connsiteX16" fmla="*/ 3885 w 42194"/>
                        <a:gd name="connsiteY16" fmla="*/ 34494 h 58439"/>
                        <a:gd name="connsiteX17" fmla="*/ 2695 w 42194"/>
                        <a:gd name="connsiteY17" fmla="*/ 40441 h 58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42194" h="58439">
                          <a:moveTo>
                            <a:pt x="2695" y="40441"/>
                          </a:moveTo>
                          <a:cubicBezTo>
                            <a:pt x="2695" y="44009"/>
                            <a:pt x="3885" y="47577"/>
                            <a:pt x="6264" y="47577"/>
                          </a:cubicBezTo>
                          <a:cubicBezTo>
                            <a:pt x="8642" y="47577"/>
                            <a:pt x="12211" y="45199"/>
                            <a:pt x="13400" y="48767"/>
                          </a:cubicBezTo>
                          <a:cubicBezTo>
                            <a:pt x="14589" y="51146"/>
                            <a:pt x="15779" y="53525"/>
                            <a:pt x="15779" y="53525"/>
                          </a:cubicBezTo>
                          <a:cubicBezTo>
                            <a:pt x="15779" y="53525"/>
                            <a:pt x="16968" y="59472"/>
                            <a:pt x="20537" y="58282"/>
                          </a:cubicBezTo>
                          <a:cubicBezTo>
                            <a:pt x="24105" y="57093"/>
                            <a:pt x="25294" y="52335"/>
                            <a:pt x="25294" y="48767"/>
                          </a:cubicBezTo>
                          <a:cubicBezTo>
                            <a:pt x="24105" y="45199"/>
                            <a:pt x="21726" y="40441"/>
                            <a:pt x="25294" y="39251"/>
                          </a:cubicBezTo>
                          <a:cubicBezTo>
                            <a:pt x="28863" y="38062"/>
                            <a:pt x="44325" y="30925"/>
                            <a:pt x="41947" y="28546"/>
                          </a:cubicBezTo>
                          <a:cubicBezTo>
                            <a:pt x="39568" y="26168"/>
                            <a:pt x="37189" y="27357"/>
                            <a:pt x="35999" y="24978"/>
                          </a:cubicBezTo>
                          <a:cubicBezTo>
                            <a:pt x="34810" y="22599"/>
                            <a:pt x="32431" y="21410"/>
                            <a:pt x="31241" y="20220"/>
                          </a:cubicBezTo>
                          <a:cubicBezTo>
                            <a:pt x="30052" y="19031"/>
                            <a:pt x="25294" y="19031"/>
                            <a:pt x="26484" y="15463"/>
                          </a:cubicBezTo>
                          <a:cubicBezTo>
                            <a:pt x="27673" y="11894"/>
                            <a:pt x="26484" y="4758"/>
                            <a:pt x="25294" y="3568"/>
                          </a:cubicBezTo>
                          <a:cubicBezTo>
                            <a:pt x="22916" y="2379"/>
                            <a:pt x="20537" y="3568"/>
                            <a:pt x="19347" y="2379"/>
                          </a:cubicBezTo>
                          <a:cubicBezTo>
                            <a:pt x="18158" y="1190"/>
                            <a:pt x="14589" y="0"/>
                            <a:pt x="12211" y="0"/>
                          </a:cubicBezTo>
                          <a:cubicBezTo>
                            <a:pt x="11021" y="1190"/>
                            <a:pt x="12211" y="7137"/>
                            <a:pt x="9832" y="9516"/>
                          </a:cubicBezTo>
                          <a:cubicBezTo>
                            <a:pt x="7453" y="10705"/>
                            <a:pt x="1506" y="16652"/>
                            <a:pt x="316" y="20220"/>
                          </a:cubicBezTo>
                          <a:cubicBezTo>
                            <a:pt x="-873" y="23789"/>
                            <a:pt x="1506" y="30925"/>
                            <a:pt x="3885" y="34494"/>
                          </a:cubicBezTo>
                          <a:cubicBezTo>
                            <a:pt x="5074" y="35683"/>
                            <a:pt x="2695" y="36873"/>
                            <a:pt x="2695" y="4044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9" name="Freeform 668">
                      <a:extLst>
                        <a:ext uri="{FF2B5EF4-FFF2-40B4-BE49-F238E27FC236}">
                          <a16:creationId xmlns:a16="http://schemas.microsoft.com/office/drawing/2014/main" id="{C46378D5-0C90-CA32-40E8-2E625A4241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23126" y="1393753"/>
                      <a:ext cx="43310" cy="59300"/>
                    </a:xfrm>
                    <a:custGeom>
                      <a:avLst/>
                      <a:gdLst>
                        <a:gd name="connsiteX0" fmla="*/ 20916 w 43310"/>
                        <a:gd name="connsiteY0" fmla="*/ 12237 h 59300"/>
                        <a:gd name="connsiteX1" fmla="*/ 9021 w 43310"/>
                        <a:gd name="connsiteY1" fmla="*/ 19374 h 59300"/>
                        <a:gd name="connsiteX2" fmla="*/ 1885 w 43310"/>
                        <a:gd name="connsiteY2" fmla="*/ 16995 h 59300"/>
                        <a:gd name="connsiteX3" fmla="*/ 1885 w 43310"/>
                        <a:gd name="connsiteY3" fmla="*/ 25321 h 59300"/>
                        <a:gd name="connsiteX4" fmla="*/ 1885 w 43310"/>
                        <a:gd name="connsiteY4" fmla="*/ 41973 h 59300"/>
                        <a:gd name="connsiteX5" fmla="*/ 11400 w 43310"/>
                        <a:gd name="connsiteY5" fmla="*/ 58625 h 59300"/>
                        <a:gd name="connsiteX6" fmla="*/ 28052 w 43310"/>
                        <a:gd name="connsiteY6" fmla="*/ 57436 h 59300"/>
                        <a:gd name="connsiteX7" fmla="*/ 33999 w 43310"/>
                        <a:gd name="connsiteY7" fmla="*/ 53867 h 59300"/>
                        <a:gd name="connsiteX8" fmla="*/ 42325 w 43310"/>
                        <a:gd name="connsiteY8" fmla="*/ 51488 h 59300"/>
                        <a:gd name="connsiteX9" fmla="*/ 39947 w 43310"/>
                        <a:gd name="connsiteY9" fmla="*/ 44352 h 59300"/>
                        <a:gd name="connsiteX10" fmla="*/ 31620 w 43310"/>
                        <a:gd name="connsiteY10" fmla="*/ 36026 h 59300"/>
                        <a:gd name="connsiteX11" fmla="*/ 25673 w 43310"/>
                        <a:gd name="connsiteY11" fmla="*/ 27700 h 59300"/>
                        <a:gd name="connsiteX12" fmla="*/ 35189 w 43310"/>
                        <a:gd name="connsiteY12" fmla="*/ 21752 h 59300"/>
                        <a:gd name="connsiteX13" fmla="*/ 42325 w 43310"/>
                        <a:gd name="connsiteY13" fmla="*/ 18184 h 59300"/>
                        <a:gd name="connsiteX14" fmla="*/ 41136 w 43310"/>
                        <a:gd name="connsiteY14" fmla="*/ 13426 h 59300"/>
                        <a:gd name="connsiteX15" fmla="*/ 30431 w 43310"/>
                        <a:gd name="connsiteY15" fmla="*/ 343 h 59300"/>
                        <a:gd name="connsiteX16" fmla="*/ 28052 w 43310"/>
                        <a:gd name="connsiteY16" fmla="*/ 11048 h 59300"/>
                        <a:gd name="connsiteX17" fmla="*/ 20916 w 43310"/>
                        <a:gd name="connsiteY17" fmla="*/ 12237 h 59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43310" h="59300">
                          <a:moveTo>
                            <a:pt x="20916" y="12237"/>
                          </a:moveTo>
                          <a:cubicBezTo>
                            <a:pt x="17347" y="12237"/>
                            <a:pt x="12589" y="19374"/>
                            <a:pt x="9021" y="19374"/>
                          </a:cubicBezTo>
                          <a:cubicBezTo>
                            <a:pt x="5453" y="19374"/>
                            <a:pt x="5453" y="15805"/>
                            <a:pt x="1885" y="16995"/>
                          </a:cubicBezTo>
                          <a:cubicBezTo>
                            <a:pt x="-1684" y="16995"/>
                            <a:pt x="695" y="22942"/>
                            <a:pt x="1885" y="25321"/>
                          </a:cubicBezTo>
                          <a:cubicBezTo>
                            <a:pt x="3074" y="26510"/>
                            <a:pt x="3074" y="33647"/>
                            <a:pt x="1885" y="41973"/>
                          </a:cubicBezTo>
                          <a:cubicBezTo>
                            <a:pt x="695" y="50299"/>
                            <a:pt x="9021" y="56246"/>
                            <a:pt x="11400" y="58625"/>
                          </a:cubicBezTo>
                          <a:cubicBezTo>
                            <a:pt x="13779" y="61004"/>
                            <a:pt x="24484" y="56246"/>
                            <a:pt x="28052" y="57436"/>
                          </a:cubicBezTo>
                          <a:cubicBezTo>
                            <a:pt x="31620" y="58625"/>
                            <a:pt x="32810" y="55057"/>
                            <a:pt x="33999" y="53867"/>
                          </a:cubicBezTo>
                          <a:cubicBezTo>
                            <a:pt x="36378" y="52678"/>
                            <a:pt x="41136" y="52678"/>
                            <a:pt x="42325" y="51488"/>
                          </a:cubicBezTo>
                          <a:cubicBezTo>
                            <a:pt x="44704" y="50299"/>
                            <a:pt x="42325" y="46731"/>
                            <a:pt x="39947" y="44352"/>
                          </a:cubicBezTo>
                          <a:cubicBezTo>
                            <a:pt x="37568" y="41973"/>
                            <a:pt x="35189" y="37215"/>
                            <a:pt x="31620" y="36026"/>
                          </a:cubicBezTo>
                          <a:cubicBezTo>
                            <a:pt x="28052" y="34836"/>
                            <a:pt x="26863" y="31268"/>
                            <a:pt x="25673" y="27700"/>
                          </a:cubicBezTo>
                          <a:cubicBezTo>
                            <a:pt x="24484" y="25321"/>
                            <a:pt x="31620" y="22942"/>
                            <a:pt x="35189" y="21752"/>
                          </a:cubicBezTo>
                          <a:cubicBezTo>
                            <a:pt x="38757" y="21752"/>
                            <a:pt x="39947" y="20563"/>
                            <a:pt x="42325" y="18184"/>
                          </a:cubicBezTo>
                          <a:cubicBezTo>
                            <a:pt x="43515" y="16995"/>
                            <a:pt x="41136" y="13426"/>
                            <a:pt x="41136" y="13426"/>
                          </a:cubicBezTo>
                          <a:cubicBezTo>
                            <a:pt x="37568" y="11048"/>
                            <a:pt x="31620" y="2722"/>
                            <a:pt x="30431" y="343"/>
                          </a:cubicBezTo>
                          <a:cubicBezTo>
                            <a:pt x="29242" y="-2036"/>
                            <a:pt x="29242" y="8669"/>
                            <a:pt x="28052" y="11048"/>
                          </a:cubicBezTo>
                          <a:cubicBezTo>
                            <a:pt x="26863" y="13426"/>
                            <a:pt x="24484" y="13426"/>
                            <a:pt x="20916" y="122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0" name="Freeform 669">
                      <a:extLst>
                        <a:ext uri="{FF2B5EF4-FFF2-40B4-BE49-F238E27FC236}">
                          <a16:creationId xmlns:a16="http://schemas.microsoft.com/office/drawing/2014/main" id="{11AF568A-CFF9-0115-CFDB-0647B84E14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20006" y="1382201"/>
                      <a:ext cx="27761" cy="22752"/>
                    </a:xfrm>
                    <a:custGeom>
                      <a:avLst/>
                      <a:gdLst>
                        <a:gd name="connsiteX0" fmla="*/ 14521 w 27761"/>
                        <a:gd name="connsiteY0" fmla="*/ 22599 h 22752"/>
                        <a:gd name="connsiteX1" fmla="*/ 22847 w 27761"/>
                        <a:gd name="connsiteY1" fmla="*/ 17842 h 22752"/>
                        <a:gd name="connsiteX2" fmla="*/ 27604 w 27761"/>
                        <a:gd name="connsiteY2" fmla="*/ 9516 h 22752"/>
                        <a:gd name="connsiteX3" fmla="*/ 21657 w 27761"/>
                        <a:gd name="connsiteY3" fmla="*/ 3568 h 22752"/>
                        <a:gd name="connsiteX4" fmla="*/ 16900 w 27761"/>
                        <a:gd name="connsiteY4" fmla="*/ 0 h 22752"/>
                        <a:gd name="connsiteX5" fmla="*/ 248 w 27761"/>
                        <a:gd name="connsiteY5" fmla="*/ 11894 h 22752"/>
                        <a:gd name="connsiteX6" fmla="*/ 14521 w 27761"/>
                        <a:gd name="connsiteY6" fmla="*/ 22599 h 22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7761" h="22752">
                          <a:moveTo>
                            <a:pt x="14521" y="22599"/>
                          </a:moveTo>
                          <a:cubicBezTo>
                            <a:pt x="20468" y="21410"/>
                            <a:pt x="20468" y="20220"/>
                            <a:pt x="22847" y="17842"/>
                          </a:cubicBezTo>
                          <a:cubicBezTo>
                            <a:pt x="22847" y="17842"/>
                            <a:pt x="28794" y="13084"/>
                            <a:pt x="27604" y="9516"/>
                          </a:cubicBezTo>
                          <a:cubicBezTo>
                            <a:pt x="25226" y="7137"/>
                            <a:pt x="21657" y="5947"/>
                            <a:pt x="21657" y="3568"/>
                          </a:cubicBezTo>
                          <a:cubicBezTo>
                            <a:pt x="21657" y="2379"/>
                            <a:pt x="20468" y="0"/>
                            <a:pt x="16900" y="0"/>
                          </a:cubicBezTo>
                          <a:cubicBezTo>
                            <a:pt x="13331" y="0"/>
                            <a:pt x="-2131" y="8326"/>
                            <a:pt x="248" y="11894"/>
                          </a:cubicBezTo>
                          <a:cubicBezTo>
                            <a:pt x="2627" y="17842"/>
                            <a:pt x="9763" y="23789"/>
                            <a:pt x="14521" y="2259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1" name="Freeform 670">
                      <a:extLst>
                        <a:ext uri="{FF2B5EF4-FFF2-40B4-BE49-F238E27FC236}">
                          <a16:creationId xmlns:a16="http://schemas.microsoft.com/office/drawing/2014/main" id="{03183A06-CF3C-70D5-C728-C8F3CEAF68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0537" y="1479551"/>
                      <a:ext cx="22316" cy="18810"/>
                    </a:xfrm>
                    <a:custGeom>
                      <a:avLst/>
                      <a:gdLst>
                        <a:gd name="connsiteX0" fmla="*/ 8747 w 22316"/>
                        <a:gd name="connsiteY0" fmla="*/ 14457 h 18810"/>
                        <a:gd name="connsiteX1" fmla="*/ 17073 w 22316"/>
                        <a:gd name="connsiteY1" fmla="*/ 18026 h 18810"/>
                        <a:gd name="connsiteX2" fmla="*/ 21831 w 22316"/>
                        <a:gd name="connsiteY2" fmla="*/ 9699 h 18810"/>
                        <a:gd name="connsiteX3" fmla="*/ 19452 w 22316"/>
                        <a:gd name="connsiteY3" fmla="*/ 1373 h 18810"/>
                        <a:gd name="connsiteX4" fmla="*/ 9936 w 22316"/>
                        <a:gd name="connsiteY4" fmla="*/ 1373 h 18810"/>
                        <a:gd name="connsiteX5" fmla="*/ 421 w 22316"/>
                        <a:gd name="connsiteY5" fmla="*/ 8510 h 18810"/>
                        <a:gd name="connsiteX6" fmla="*/ 8747 w 22316"/>
                        <a:gd name="connsiteY6" fmla="*/ 14457 h 188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316" h="18810">
                          <a:moveTo>
                            <a:pt x="8747" y="14457"/>
                          </a:moveTo>
                          <a:cubicBezTo>
                            <a:pt x="9936" y="16836"/>
                            <a:pt x="14694" y="20404"/>
                            <a:pt x="17073" y="18026"/>
                          </a:cubicBezTo>
                          <a:cubicBezTo>
                            <a:pt x="17073" y="18026"/>
                            <a:pt x="24209" y="12078"/>
                            <a:pt x="21831" y="9699"/>
                          </a:cubicBezTo>
                          <a:cubicBezTo>
                            <a:pt x="20641" y="7321"/>
                            <a:pt x="21831" y="3752"/>
                            <a:pt x="19452" y="1373"/>
                          </a:cubicBezTo>
                          <a:cubicBezTo>
                            <a:pt x="17073" y="-1005"/>
                            <a:pt x="12315" y="184"/>
                            <a:pt x="9936" y="1373"/>
                          </a:cubicBezTo>
                          <a:cubicBezTo>
                            <a:pt x="6368" y="2563"/>
                            <a:pt x="-1958" y="6131"/>
                            <a:pt x="421" y="8510"/>
                          </a:cubicBezTo>
                          <a:cubicBezTo>
                            <a:pt x="2800" y="10889"/>
                            <a:pt x="8747" y="12078"/>
                            <a:pt x="8747" y="1445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2" name="Freeform 671">
                      <a:extLst>
                        <a:ext uri="{FF2B5EF4-FFF2-40B4-BE49-F238E27FC236}">
                          <a16:creationId xmlns:a16="http://schemas.microsoft.com/office/drawing/2014/main" id="{9169C662-B5A1-43A1-A8CA-8B06F76805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0719" y="1496196"/>
                      <a:ext cx="8681" cy="6983"/>
                    </a:xfrm>
                    <a:custGeom>
                      <a:avLst/>
                      <a:gdLst>
                        <a:gd name="connsiteX0" fmla="*/ 239 w 8681"/>
                        <a:gd name="connsiteY0" fmla="*/ 2569 h 6983"/>
                        <a:gd name="connsiteX1" fmla="*/ 8566 w 8681"/>
                        <a:gd name="connsiteY1" fmla="*/ 4948 h 6983"/>
                        <a:gd name="connsiteX2" fmla="*/ 3808 w 8681"/>
                        <a:gd name="connsiteY2" fmla="*/ 190 h 6983"/>
                        <a:gd name="connsiteX3" fmla="*/ 239 w 8681"/>
                        <a:gd name="connsiteY3" fmla="*/ 2569 h 69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681" h="6983">
                          <a:moveTo>
                            <a:pt x="239" y="2569"/>
                          </a:moveTo>
                          <a:cubicBezTo>
                            <a:pt x="1429" y="4948"/>
                            <a:pt x="9755" y="9706"/>
                            <a:pt x="8566" y="4948"/>
                          </a:cubicBezTo>
                          <a:cubicBezTo>
                            <a:pt x="8566" y="4948"/>
                            <a:pt x="4997" y="190"/>
                            <a:pt x="3808" y="190"/>
                          </a:cubicBezTo>
                          <a:cubicBezTo>
                            <a:pt x="2618" y="190"/>
                            <a:pt x="-950" y="-999"/>
                            <a:pt x="239" y="256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3" name="Freeform 672">
                      <a:extLst>
                        <a:ext uri="{FF2B5EF4-FFF2-40B4-BE49-F238E27FC236}">
                          <a16:creationId xmlns:a16="http://schemas.microsoft.com/office/drawing/2014/main" id="{D27DF3A5-C69C-7C01-6180-32D04B88F0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7654" y="1448707"/>
                      <a:ext cx="33406" cy="35658"/>
                    </a:xfrm>
                    <a:custGeom>
                      <a:avLst/>
                      <a:gdLst>
                        <a:gd name="connsiteX0" fmla="*/ 3568 w 33406"/>
                        <a:gd name="connsiteY0" fmla="*/ 3671 h 35658"/>
                        <a:gd name="connsiteX1" fmla="*/ 0 w 33406"/>
                        <a:gd name="connsiteY1" fmla="*/ 3671 h 35658"/>
                        <a:gd name="connsiteX2" fmla="*/ 2379 w 33406"/>
                        <a:gd name="connsiteY2" fmla="*/ 13186 h 35658"/>
                        <a:gd name="connsiteX3" fmla="*/ 4758 w 33406"/>
                        <a:gd name="connsiteY3" fmla="*/ 21512 h 35658"/>
                        <a:gd name="connsiteX4" fmla="*/ 9515 w 33406"/>
                        <a:gd name="connsiteY4" fmla="*/ 33407 h 35658"/>
                        <a:gd name="connsiteX5" fmla="*/ 19031 w 33406"/>
                        <a:gd name="connsiteY5" fmla="*/ 33407 h 35658"/>
                        <a:gd name="connsiteX6" fmla="*/ 16652 w 33406"/>
                        <a:gd name="connsiteY6" fmla="*/ 28649 h 35658"/>
                        <a:gd name="connsiteX7" fmla="*/ 19031 w 33406"/>
                        <a:gd name="connsiteY7" fmla="*/ 25081 h 35658"/>
                        <a:gd name="connsiteX8" fmla="*/ 22599 w 33406"/>
                        <a:gd name="connsiteY8" fmla="*/ 16755 h 35658"/>
                        <a:gd name="connsiteX9" fmla="*/ 33304 w 33406"/>
                        <a:gd name="connsiteY9" fmla="*/ 10807 h 35658"/>
                        <a:gd name="connsiteX10" fmla="*/ 21410 w 33406"/>
                        <a:gd name="connsiteY10" fmla="*/ 10807 h 35658"/>
                        <a:gd name="connsiteX11" fmla="*/ 8326 w 33406"/>
                        <a:gd name="connsiteY11" fmla="*/ 102 h 35658"/>
                        <a:gd name="connsiteX12" fmla="*/ 3568 w 33406"/>
                        <a:gd name="connsiteY12" fmla="*/ 3671 h 356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33406" h="35658">
                          <a:moveTo>
                            <a:pt x="3568" y="3671"/>
                          </a:moveTo>
                          <a:cubicBezTo>
                            <a:pt x="2379" y="2481"/>
                            <a:pt x="0" y="1292"/>
                            <a:pt x="0" y="3671"/>
                          </a:cubicBezTo>
                          <a:cubicBezTo>
                            <a:pt x="0" y="6050"/>
                            <a:pt x="1190" y="11997"/>
                            <a:pt x="2379" y="13186"/>
                          </a:cubicBezTo>
                          <a:cubicBezTo>
                            <a:pt x="4758" y="14376"/>
                            <a:pt x="4758" y="17944"/>
                            <a:pt x="4758" y="21512"/>
                          </a:cubicBezTo>
                          <a:cubicBezTo>
                            <a:pt x="4758" y="25081"/>
                            <a:pt x="3568" y="29838"/>
                            <a:pt x="9515" y="33407"/>
                          </a:cubicBezTo>
                          <a:cubicBezTo>
                            <a:pt x="15463" y="36975"/>
                            <a:pt x="19031" y="35785"/>
                            <a:pt x="19031" y="33407"/>
                          </a:cubicBezTo>
                          <a:cubicBezTo>
                            <a:pt x="17842" y="31028"/>
                            <a:pt x="15463" y="31028"/>
                            <a:pt x="16652" y="28649"/>
                          </a:cubicBezTo>
                          <a:cubicBezTo>
                            <a:pt x="17842" y="26270"/>
                            <a:pt x="19031" y="27459"/>
                            <a:pt x="19031" y="25081"/>
                          </a:cubicBezTo>
                          <a:cubicBezTo>
                            <a:pt x="19031" y="23891"/>
                            <a:pt x="20220" y="17944"/>
                            <a:pt x="22599" y="16755"/>
                          </a:cubicBezTo>
                          <a:cubicBezTo>
                            <a:pt x="24978" y="15565"/>
                            <a:pt x="34494" y="11997"/>
                            <a:pt x="33304" y="10807"/>
                          </a:cubicBezTo>
                          <a:cubicBezTo>
                            <a:pt x="32115" y="8429"/>
                            <a:pt x="22599" y="13186"/>
                            <a:pt x="21410" y="10807"/>
                          </a:cubicBezTo>
                          <a:cubicBezTo>
                            <a:pt x="20220" y="8429"/>
                            <a:pt x="9515" y="-1087"/>
                            <a:pt x="8326" y="102"/>
                          </a:cubicBezTo>
                          <a:cubicBezTo>
                            <a:pt x="5947" y="102"/>
                            <a:pt x="4758" y="4860"/>
                            <a:pt x="3568" y="367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4" name="Freeform 673">
                      <a:extLst>
                        <a:ext uri="{FF2B5EF4-FFF2-40B4-BE49-F238E27FC236}">
                          <a16:creationId xmlns:a16="http://schemas.microsoft.com/office/drawing/2014/main" id="{A8F8D245-4DBC-FCB7-AF16-26CF7D3441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1574" y="1436618"/>
                      <a:ext cx="12270" cy="8560"/>
                    </a:xfrm>
                    <a:custGeom>
                      <a:avLst/>
                      <a:gdLst>
                        <a:gd name="connsiteX0" fmla="*/ 9649 w 12270"/>
                        <a:gd name="connsiteY0" fmla="*/ 7434 h 8560"/>
                        <a:gd name="connsiteX1" fmla="*/ 12028 w 12270"/>
                        <a:gd name="connsiteY1" fmla="*/ 1487 h 8560"/>
                        <a:gd name="connsiteX2" fmla="*/ 7270 w 12270"/>
                        <a:gd name="connsiteY2" fmla="*/ 297 h 8560"/>
                        <a:gd name="connsiteX3" fmla="*/ 133 w 12270"/>
                        <a:gd name="connsiteY3" fmla="*/ 3866 h 8560"/>
                        <a:gd name="connsiteX4" fmla="*/ 9649 w 12270"/>
                        <a:gd name="connsiteY4" fmla="*/ 7434 h 8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270" h="8560">
                          <a:moveTo>
                            <a:pt x="9649" y="7434"/>
                          </a:moveTo>
                          <a:cubicBezTo>
                            <a:pt x="9649" y="7434"/>
                            <a:pt x="13217" y="3866"/>
                            <a:pt x="12028" y="1487"/>
                          </a:cubicBezTo>
                          <a:cubicBezTo>
                            <a:pt x="9649" y="-892"/>
                            <a:pt x="8459" y="297"/>
                            <a:pt x="7270" y="297"/>
                          </a:cubicBezTo>
                          <a:cubicBezTo>
                            <a:pt x="6080" y="297"/>
                            <a:pt x="-1056" y="2676"/>
                            <a:pt x="133" y="3866"/>
                          </a:cubicBezTo>
                          <a:cubicBezTo>
                            <a:pt x="133" y="5055"/>
                            <a:pt x="7270" y="11002"/>
                            <a:pt x="9649" y="743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5" name="Freeform 674">
                      <a:extLst>
                        <a:ext uri="{FF2B5EF4-FFF2-40B4-BE49-F238E27FC236}">
                          <a16:creationId xmlns:a16="http://schemas.microsoft.com/office/drawing/2014/main" id="{432710CA-7B6C-38E1-963A-7F8D21052B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1058" y="1405990"/>
                      <a:ext cx="12542" cy="16243"/>
                    </a:xfrm>
                    <a:custGeom>
                      <a:avLst/>
                      <a:gdLst>
                        <a:gd name="connsiteX0" fmla="*/ 648 w 12542"/>
                        <a:gd name="connsiteY0" fmla="*/ 14273 h 16243"/>
                        <a:gd name="connsiteX1" fmla="*/ 5406 w 12542"/>
                        <a:gd name="connsiteY1" fmla="*/ 15463 h 16243"/>
                        <a:gd name="connsiteX2" fmla="*/ 12543 w 12542"/>
                        <a:gd name="connsiteY2" fmla="*/ 10705 h 16243"/>
                        <a:gd name="connsiteX3" fmla="*/ 7785 w 12542"/>
                        <a:gd name="connsiteY3" fmla="*/ 0 h 16243"/>
                        <a:gd name="connsiteX4" fmla="*/ 5406 w 12542"/>
                        <a:gd name="connsiteY4" fmla="*/ 7137 h 16243"/>
                        <a:gd name="connsiteX5" fmla="*/ 648 w 12542"/>
                        <a:gd name="connsiteY5" fmla="*/ 14273 h 162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2542" h="16243">
                          <a:moveTo>
                            <a:pt x="648" y="14273"/>
                          </a:moveTo>
                          <a:cubicBezTo>
                            <a:pt x="3027" y="16652"/>
                            <a:pt x="1838" y="16652"/>
                            <a:pt x="5406" y="15463"/>
                          </a:cubicBezTo>
                          <a:cubicBezTo>
                            <a:pt x="5406" y="15463"/>
                            <a:pt x="12543" y="14273"/>
                            <a:pt x="12543" y="10705"/>
                          </a:cubicBezTo>
                          <a:cubicBezTo>
                            <a:pt x="12543" y="7137"/>
                            <a:pt x="10164" y="0"/>
                            <a:pt x="7785" y="0"/>
                          </a:cubicBezTo>
                          <a:cubicBezTo>
                            <a:pt x="5406" y="0"/>
                            <a:pt x="5406" y="5947"/>
                            <a:pt x="5406" y="7137"/>
                          </a:cubicBezTo>
                          <a:cubicBezTo>
                            <a:pt x="3027" y="10705"/>
                            <a:pt x="-1731" y="11894"/>
                            <a:pt x="648" y="1427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6" name="Freeform 675">
                      <a:extLst>
                        <a:ext uri="{FF2B5EF4-FFF2-40B4-BE49-F238E27FC236}">
                          <a16:creationId xmlns:a16="http://schemas.microsoft.com/office/drawing/2014/main" id="{854EEF36-5EE7-BAE9-526A-E08A0BC0B7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81206" y="1389021"/>
                      <a:ext cx="15556" cy="14004"/>
                    </a:xfrm>
                    <a:custGeom>
                      <a:avLst/>
                      <a:gdLst>
                        <a:gd name="connsiteX0" fmla="*/ 5743 w 15556"/>
                        <a:gd name="connsiteY0" fmla="*/ 3885 h 14004"/>
                        <a:gd name="connsiteX1" fmla="*/ 3364 w 15556"/>
                        <a:gd name="connsiteY1" fmla="*/ 316 h 14004"/>
                        <a:gd name="connsiteX2" fmla="*/ 985 w 15556"/>
                        <a:gd name="connsiteY2" fmla="*/ 8642 h 14004"/>
                        <a:gd name="connsiteX3" fmla="*/ 15259 w 15556"/>
                        <a:gd name="connsiteY3" fmla="*/ 12211 h 14004"/>
                        <a:gd name="connsiteX4" fmla="*/ 14069 w 15556"/>
                        <a:gd name="connsiteY4" fmla="*/ 5074 h 14004"/>
                        <a:gd name="connsiteX5" fmla="*/ 5743 w 15556"/>
                        <a:gd name="connsiteY5" fmla="*/ 3885 h 140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5556" h="14004">
                          <a:moveTo>
                            <a:pt x="5743" y="3885"/>
                          </a:moveTo>
                          <a:cubicBezTo>
                            <a:pt x="4554" y="1506"/>
                            <a:pt x="5743" y="-873"/>
                            <a:pt x="3364" y="316"/>
                          </a:cubicBezTo>
                          <a:cubicBezTo>
                            <a:pt x="985" y="1506"/>
                            <a:pt x="-1393" y="6264"/>
                            <a:pt x="985" y="8642"/>
                          </a:cubicBezTo>
                          <a:cubicBezTo>
                            <a:pt x="3364" y="11021"/>
                            <a:pt x="11690" y="16968"/>
                            <a:pt x="15259" y="12211"/>
                          </a:cubicBezTo>
                          <a:cubicBezTo>
                            <a:pt x="15259" y="12211"/>
                            <a:pt x="16448" y="6264"/>
                            <a:pt x="14069" y="5074"/>
                          </a:cubicBezTo>
                          <a:cubicBezTo>
                            <a:pt x="11690" y="3885"/>
                            <a:pt x="6932" y="6264"/>
                            <a:pt x="5743" y="38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7" name="Freeform 676">
                      <a:extLst>
                        <a:ext uri="{FF2B5EF4-FFF2-40B4-BE49-F238E27FC236}">
                          <a16:creationId xmlns:a16="http://schemas.microsoft.com/office/drawing/2014/main" id="{0B1F0103-C05A-A72E-9E95-97BE04DC61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6172" y="1382372"/>
                      <a:ext cx="11129" cy="11887"/>
                    </a:xfrm>
                    <a:custGeom>
                      <a:avLst/>
                      <a:gdLst>
                        <a:gd name="connsiteX0" fmla="*/ 10072 w 11129"/>
                        <a:gd name="connsiteY0" fmla="*/ 9344 h 11887"/>
                        <a:gd name="connsiteX1" fmla="*/ 10072 w 11129"/>
                        <a:gd name="connsiteY1" fmla="*/ 1018 h 11887"/>
                        <a:gd name="connsiteX2" fmla="*/ 5314 w 11129"/>
                        <a:gd name="connsiteY2" fmla="*/ 2207 h 11887"/>
                        <a:gd name="connsiteX3" fmla="*/ 556 w 11129"/>
                        <a:gd name="connsiteY3" fmla="*/ 8155 h 11887"/>
                        <a:gd name="connsiteX4" fmla="*/ 10072 w 11129"/>
                        <a:gd name="connsiteY4" fmla="*/ 9344 h 118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129" h="11887">
                          <a:moveTo>
                            <a:pt x="10072" y="9344"/>
                          </a:moveTo>
                          <a:cubicBezTo>
                            <a:pt x="10072" y="9344"/>
                            <a:pt x="12451" y="3397"/>
                            <a:pt x="10072" y="1018"/>
                          </a:cubicBezTo>
                          <a:cubicBezTo>
                            <a:pt x="7693" y="-1361"/>
                            <a:pt x="6504" y="1018"/>
                            <a:pt x="5314" y="2207"/>
                          </a:cubicBezTo>
                          <a:cubicBezTo>
                            <a:pt x="4125" y="3397"/>
                            <a:pt x="-1823" y="5776"/>
                            <a:pt x="556" y="8155"/>
                          </a:cubicBezTo>
                          <a:cubicBezTo>
                            <a:pt x="2935" y="12912"/>
                            <a:pt x="8883" y="12912"/>
                            <a:pt x="10072" y="934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8" name="Freeform 677">
                      <a:extLst>
                        <a:ext uri="{FF2B5EF4-FFF2-40B4-BE49-F238E27FC236}">
                          <a16:creationId xmlns:a16="http://schemas.microsoft.com/office/drawing/2014/main" id="{A588FF64-EA16-B236-A06F-64F6D67876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1634" y="1370192"/>
                      <a:ext cx="33576" cy="29646"/>
                    </a:xfrm>
                    <a:custGeom>
                      <a:avLst/>
                      <a:gdLst>
                        <a:gd name="connsiteX0" fmla="*/ 8442 w 33576"/>
                        <a:gd name="connsiteY0" fmla="*/ 28661 h 29646"/>
                        <a:gd name="connsiteX1" fmla="*/ 15579 w 33576"/>
                        <a:gd name="connsiteY1" fmla="*/ 23903 h 29646"/>
                        <a:gd name="connsiteX2" fmla="*/ 27473 w 33576"/>
                        <a:gd name="connsiteY2" fmla="*/ 10820 h 29646"/>
                        <a:gd name="connsiteX3" fmla="*/ 33420 w 33576"/>
                        <a:gd name="connsiteY3" fmla="*/ 2494 h 29646"/>
                        <a:gd name="connsiteX4" fmla="*/ 27473 w 33576"/>
                        <a:gd name="connsiteY4" fmla="*/ 1304 h 29646"/>
                        <a:gd name="connsiteX5" fmla="*/ 20337 w 33576"/>
                        <a:gd name="connsiteY5" fmla="*/ 3683 h 29646"/>
                        <a:gd name="connsiteX6" fmla="*/ 12010 w 33576"/>
                        <a:gd name="connsiteY6" fmla="*/ 1304 h 29646"/>
                        <a:gd name="connsiteX7" fmla="*/ 8442 w 33576"/>
                        <a:gd name="connsiteY7" fmla="*/ 12009 h 29646"/>
                        <a:gd name="connsiteX8" fmla="*/ 16768 w 33576"/>
                        <a:gd name="connsiteY8" fmla="*/ 17956 h 29646"/>
                        <a:gd name="connsiteX9" fmla="*/ 8442 w 33576"/>
                        <a:gd name="connsiteY9" fmla="*/ 19146 h 29646"/>
                        <a:gd name="connsiteX10" fmla="*/ 116 w 33576"/>
                        <a:gd name="connsiteY10" fmla="*/ 26282 h 29646"/>
                        <a:gd name="connsiteX11" fmla="*/ 8442 w 33576"/>
                        <a:gd name="connsiteY11" fmla="*/ 28661 h 296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33576" h="29646">
                          <a:moveTo>
                            <a:pt x="8442" y="28661"/>
                          </a:moveTo>
                          <a:cubicBezTo>
                            <a:pt x="12010" y="26282"/>
                            <a:pt x="12010" y="25093"/>
                            <a:pt x="15579" y="23903"/>
                          </a:cubicBezTo>
                          <a:cubicBezTo>
                            <a:pt x="19147" y="23903"/>
                            <a:pt x="23905" y="14388"/>
                            <a:pt x="27473" y="10820"/>
                          </a:cubicBezTo>
                          <a:cubicBezTo>
                            <a:pt x="28662" y="9630"/>
                            <a:pt x="34610" y="3683"/>
                            <a:pt x="33420" y="2494"/>
                          </a:cubicBezTo>
                          <a:cubicBezTo>
                            <a:pt x="31041" y="1304"/>
                            <a:pt x="31041" y="115"/>
                            <a:pt x="27473" y="1304"/>
                          </a:cubicBezTo>
                          <a:cubicBezTo>
                            <a:pt x="25094" y="2494"/>
                            <a:pt x="20337" y="4872"/>
                            <a:pt x="20337" y="3683"/>
                          </a:cubicBezTo>
                          <a:cubicBezTo>
                            <a:pt x="19147" y="2494"/>
                            <a:pt x="14389" y="-2264"/>
                            <a:pt x="12010" y="1304"/>
                          </a:cubicBezTo>
                          <a:cubicBezTo>
                            <a:pt x="9632" y="4872"/>
                            <a:pt x="4874" y="13198"/>
                            <a:pt x="8442" y="12009"/>
                          </a:cubicBezTo>
                          <a:cubicBezTo>
                            <a:pt x="12010" y="10820"/>
                            <a:pt x="19147" y="17956"/>
                            <a:pt x="16768" y="17956"/>
                          </a:cubicBezTo>
                          <a:cubicBezTo>
                            <a:pt x="14389" y="19146"/>
                            <a:pt x="9632" y="17956"/>
                            <a:pt x="8442" y="19146"/>
                          </a:cubicBezTo>
                          <a:cubicBezTo>
                            <a:pt x="7253" y="20335"/>
                            <a:pt x="-1074" y="23903"/>
                            <a:pt x="116" y="26282"/>
                          </a:cubicBezTo>
                          <a:cubicBezTo>
                            <a:pt x="2495" y="28661"/>
                            <a:pt x="6063" y="31040"/>
                            <a:pt x="8442" y="2866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9" name="Freeform 678">
                      <a:extLst>
                        <a:ext uri="{FF2B5EF4-FFF2-40B4-BE49-F238E27FC236}">
                          <a16:creationId xmlns:a16="http://schemas.microsoft.com/office/drawing/2014/main" id="{C00A636D-8795-0E62-06BD-027F1959B3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3530" y="1398072"/>
                      <a:ext cx="37174" cy="19967"/>
                    </a:xfrm>
                    <a:custGeom>
                      <a:avLst/>
                      <a:gdLst>
                        <a:gd name="connsiteX0" fmla="*/ 115 w 37174"/>
                        <a:gd name="connsiteY0" fmla="*/ 1971 h 19967"/>
                        <a:gd name="connsiteX1" fmla="*/ 10819 w 37174"/>
                        <a:gd name="connsiteY1" fmla="*/ 5539 h 19967"/>
                        <a:gd name="connsiteX2" fmla="*/ 22714 w 37174"/>
                        <a:gd name="connsiteY2" fmla="*/ 12676 h 19967"/>
                        <a:gd name="connsiteX3" fmla="*/ 31040 w 37174"/>
                        <a:gd name="connsiteY3" fmla="*/ 19812 h 19967"/>
                        <a:gd name="connsiteX4" fmla="*/ 36987 w 37174"/>
                        <a:gd name="connsiteY4" fmla="*/ 9107 h 19967"/>
                        <a:gd name="connsiteX5" fmla="*/ 29850 w 37174"/>
                        <a:gd name="connsiteY5" fmla="*/ 9107 h 19967"/>
                        <a:gd name="connsiteX6" fmla="*/ 13198 w 37174"/>
                        <a:gd name="connsiteY6" fmla="*/ 781 h 19967"/>
                        <a:gd name="connsiteX7" fmla="*/ 115 w 37174"/>
                        <a:gd name="connsiteY7" fmla="*/ 1971 h 199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7174" h="19967">
                          <a:moveTo>
                            <a:pt x="115" y="1971"/>
                          </a:moveTo>
                          <a:cubicBezTo>
                            <a:pt x="1304" y="4350"/>
                            <a:pt x="8441" y="4350"/>
                            <a:pt x="10819" y="5539"/>
                          </a:cubicBezTo>
                          <a:cubicBezTo>
                            <a:pt x="10819" y="5539"/>
                            <a:pt x="20335" y="10297"/>
                            <a:pt x="22714" y="12676"/>
                          </a:cubicBezTo>
                          <a:cubicBezTo>
                            <a:pt x="25093" y="15054"/>
                            <a:pt x="28661" y="21002"/>
                            <a:pt x="31040" y="19812"/>
                          </a:cubicBezTo>
                          <a:cubicBezTo>
                            <a:pt x="33419" y="18623"/>
                            <a:pt x="38177" y="10297"/>
                            <a:pt x="36987" y="9107"/>
                          </a:cubicBezTo>
                          <a:cubicBezTo>
                            <a:pt x="34608" y="7918"/>
                            <a:pt x="31040" y="11486"/>
                            <a:pt x="29850" y="9107"/>
                          </a:cubicBezTo>
                          <a:cubicBezTo>
                            <a:pt x="27472" y="6728"/>
                            <a:pt x="19146" y="781"/>
                            <a:pt x="13198" y="781"/>
                          </a:cubicBezTo>
                          <a:cubicBezTo>
                            <a:pt x="7251" y="-408"/>
                            <a:pt x="-1075" y="-408"/>
                            <a:pt x="115" y="197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0" name="Freeform 679">
                      <a:extLst>
                        <a:ext uri="{FF2B5EF4-FFF2-40B4-BE49-F238E27FC236}">
                          <a16:creationId xmlns:a16="http://schemas.microsoft.com/office/drawing/2014/main" id="{DB4A2B3B-318B-8799-2A00-0FDB5013FD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31046" y="1404354"/>
                      <a:ext cx="58843" cy="28042"/>
                    </a:xfrm>
                    <a:custGeom>
                      <a:avLst/>
                      <a:gdLst>
                        <a:gd name="connsiteX0" fmla="*/ 10705 w 58843"/>
                        <a:gd name="connsiteY0" fmla="*/ 14719 h 28042"/>
                        <a:gd name="connsiteX1" fmla="*/ 17842 w 58843"/>
                        <a:gd name="connsiteY1" fmla="*/ 11151 h 28042"/>
                        <a:gd name="connsiteX2" fmla="*/ 22599 w 58843"/>
                        <a:gd name="connsiteY2" fmla="*/ 18288 h 28042"/>
                        <a:gd name="connsiteX3" fmla="*/ 29736 w 58843"/>
                        <a:gd name="connsiteY3" fmla="*/ 17098 h 28042"/>
                        <a:gd name="connsiteX4" fmla="*/ 33304 w 58843"/>
                        <a:gd name="connsiteY4" fmla="*/ 23045 h 28042"/>
                        <a:gd name="connsiteX5" fmla="*/ 46388 w 58843"/>
                        <a:gd name="connsiteY5" fmla="*/ 24235 h 28042"/>
                        <a:gd name="connsiteX6" fmla="*/ 54714 w 58843"/>
                        <a:gd name="connsiteY6" fmla="*/ 27803 h 28042"/>
                        <a:gd name="connsiteX7" fmla="*/ 58282 w 58843"/>
                        <a:gd name="connsiteY7" fmla="*/ 20666 h 28042"/>
                        <a:gd name="connsiteX8" fmla="*/ 51146 w 58843"/>
                        <a:gd name="connsiteY8" fmla="*/ 13530 h 28042"/>
                        <a:gd name="connsiteX9" fmla="*/ 40441 w 58843"/>
                        <a:gd name="connsiteY9" fmla="*/ 9962 h 28042"/>
                        <a:gd name="connsiteX10" fmla="*/ 27357 w 58843"/>
                        <a:gd name="connsiteY10" fmla="*/ 2825 h 28042"/>
                        <a:gd name="connsiteX11" fmla="*/ 20221 w 58843"/>
                        <a:gd name="connsiteY11" fmla="*/ 2825 h 28042"/>
                        <a:gd name="connsiteX12" fmla="*/ 11894 w 58843"/>
                        <a:gd name="connsiteY12" fmla="*/ 446 h 28042"/>
                        <a:gd name="connsiteX13" fmla="*/ 0 w 58843"/>
                        <a:gd name="connsiteY13" fmla="*/ 4014 h 28042"/>
                        <a:gd name="connsiteX14" fmla="*/ 10705 w 58843"/>
                        <a:gd name="connsiteY14" fmla="*/ 14719 h 280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58843" h="28042">
                          <a:moveTo>
                            <a:pt x="10705" y="14719"/>
                          </a:moveTo>
                          <a:cubicBezTo>
                            <a:pt x="13084" y="12340"/>
                            <a:pt x="16652" y="9962"/>
                            <a:pt x="17842" y="11151"/>
                          </a:cubicBezTo>
                          <a:cubicBezTo>
                            <a:pt x="19031" y="12340"/>
                            <a:pt x="20221" y="18288"/>
                            <a:pt x="22599" y="18288"/>
                          </a:cubicBezTo>
                          <a:cubicBezTo>
                            <a:pt x="26168" y="18288"/>
                            <a:pt x="28546" y="15909"/>
                            <a:pt x="29736" y="17098"/>
                          </a:cubicBezTo>
                          <a:cubicBezTo>
                            <a:pt x="29736" y="19477"/>
                            <a:pt x="27357" y="23045"/>
                            <a:pt x="33304" y="23045"/>
                          </a:cubicBezTo>
                          <a:cubicBezTo>
                            <a:pt x="38062" y="23045"/>
                            <a:pt x="44009" y="21856"/>
                            <a:pt x="46388" y="24235"/>
                          </a:cubicBezTo>
                          <a:cubicBezTo>
                            <a:pt x="48767" y="25424"/>
                            <a:pt x="51146" y="28992"/>
                            <a:pt x="54714" y="27803"/>
                          </a:cubicBezTo>
                          <a:cubicBezTo>
                            <a:pt x="54714" y="27803"/>
                            <a:pt x="60661" y="24235"/>
                            <a:pt x="58282" y="20666"/>
                          </a:cubicBezTo>
                          <a:cubicBezTo>
                            <a:pt x="55904" y="17098"/>
                            <a:pt x="53525" y="13530"/>
                            <a:pt x="51146" y="13530"/>
                          </a:cubicBezTo>
                          <a:cubicBezTo>
                            <a:pt x="48767" y="13530"/>
                            <a:pt x="44009" y="12340"/>
                            <a:pt x="40441" y="9962"/>
                          </a:cubicBezTo>
                          <a:cubicBezTo>
                            <a:pt x="36873" y="7583"/>
                            <a:pt x="29736" y="2825"/>
                            <a:pt x="27357" y="2825"/>
                          </a:cubicBezTo>
                          <a:cubicBezTo>
                            <a:pt x="24978" y="2825"/>
                            <a:pt x="21410" y="4014"/>
                            <a:pt x="20221" y="2825"/>
                          </a:cubicBezTo>
                          <a:cubicBezTo>
                            <a:pt x="19031" y="1635"/>
                            <a:pt x="17842" y="1635"/>
                            <a:pt x="11894" y="446"/>
                          </a:cubicBezTo>
                          <a:cubicBezTo>
                            <a:pt x="5947" y="-743"/>
                            <a:pt x="0" y="446"/>
                            <a:pt x="0" y="4014"/>
                          </a:cubicBezTo>
                          <a:cubicBezTo>
                            <a:pt x="1190" y="9962"/>
                            <a:pt x="8326" y="17098"/>
                            <a:pt x="10705" y="1471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1" name="Freeform 680">
                      <a:extLst>
                        <a:ext uri="{FF2B5EF4-FFF2-40B4-BE49-F238E27FC236}">
                          <a16:creationId xmlns:a16="http://schemas.microsoft.com/office/drawing/2014/main" id="{8A10A04A-3BA5-E3FB-4284-D3D24F5A20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3160" y="1430968"/>
                      <a:ext cx="20705" cy="15885"/>
                    </a:xfrm>
                    <a:custGeom>
                      <a:avLst/>
                      <a:gdLst>
                        <a:gd name="connsiteX0" fmla="*/ 9515 w 20705"/>
                        <a:gd name="connsiteY0" fmla="*/ 11894 h 15885"/>
                        <a:gd name="connsiteX1" fmla="*/ 15463 w 20705"/>
                        <a:gd name="connsiteY1" fmla="*/ 14273 h 15885"/>
                        <a:gd name="connsiteX2" fmla="*/ 20220 w 20705"/>
                        <a:gd name="connsiteY2" fmla="*/ 8326 h 15885"/>
                        <a:gd name="connsiteX3" fmla="*/ 9515 w 20705"/>
                        <a:gd name="connsiteY3" fmla="*/ 0 h 15885"/>
                        <a:gd name="connsiteX4" fmla="*/ 0 w 20705"/>
                        <a:gd name="connsiteY4" fmla="*/ 7137 h 15885"/>
                        <a:gd name="connsiteX5" fmla="*/ 3568 w 20705"/>
                        <a:gd name="connsiteY5" fmla="*/ 15463 h 15885"/>
                        <a:gd name="connsiteX6" fmla="*/ 9515 w 20705"/>
                        <a:gd name="connsiteY6" fmla="*/ 11894 h 158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0705" h="15885">
                          <a:moveTo>
                            <a:pt x="9515" y="11894"/>
                          </a:moveTo>
                          <a:cubicBezTo>
                            <a:pt x="9515" y="11894"/>
                            <a:pt x="11894" y="15463"/>
                            <a:pt x="15463" y="14273"/>
                          </a:cubicBezTo>
                          <a:cubicBezTo>
                            <a:pt x="15463" y="14273"/>
                            <a:pt x="22599" y="10705"/>
                            <a:pt x="20220" y="8326"/>
                          </a:cubicBezTo>
                          <a:cubicBezTo>
                            <a:pt x="17842" y="5947"/>
                            <a:pt x="11894" y="0"/>
                            <a:pt x="9515" y="0"/>
                          </a:cubicBezTo>
                          <a:cubicBezTo>
                            <a:pt x="7136" y="0"/>
                            <a:pt x="0" y="3568"/>
                            <a:pt x="0" y="7137"/>
                          </a:cubicBezTo>
                          <a:cubicBezTo>
                            <a:pt x="0" y="9516"/>
                            <a:pt x="0" y="17842"/>
                            <a:pt x="3568" y="15463"/>
                          </a:cubicBezTo>
                          <a:cubicBezTo>
                            <a:pt x="7136" y="14273"/>
                            <a:pt x="8326" y="10705"/>
                            <a:pt x="9515" y="1189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2" name="Freeform 681">
                      <a:extLst>
                        <a:ext uri="{FF2B5EF4-FFF2-40B4-BE49-F238E27FC236}">
                          <a16:creationId xmlns:a16="http://schemas.microsoft.com/office/drawing/2014/main" id="{9641E4AC-D3F8-A520-69C4-E6421F77E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3886" y="1322432"/>
                      <a:ext cx="18615" cy="13567"/>
                    </a:xfrm>
                    <a:custGeom>
                      <a:avLst/>
                      <a:gdLst>
                        <a:gd name="connsiteX0" fmla="*/ 12535 w 18615"/>
                        <a:gd name="connsiteY0" fmla="*/ 13381 h 13567"/>
                        <a:gd name="connsiteX1" fmla="*/ 18482 w 18615"/>
                        <a:gd name="connsiteY1" fmla="*/ 6245 h 13567"/>
                        <a:gd name="connsiteX2" fmla="*/ 12535 w 18615"/>
                        <a:gd name="connsiteY2" fmla="*/ 1487 h 13567"/>
                        <a:gd name="connsiteX3" fmla="*/ 8966 w 18615"/>
                        <a:gd name="connsiteY3" fmla="*/ 297 h 13567"/>
                        <a:gd name="connsiteX4" fmla="*/ 6588 w 18615"/>
                        <a:gd name="connsiteY4" fmla="*/ 3866 h 13567"/>
                        <a:gd name="connsiteX5" fmla="*/ 640 w 18615"/>
                        <a:gd name="connsiteY5" fmla="*/ 6245 h 13567"/>
                        <a:gd name="connsiteX6" fmla="*/ 12535 w 18615"/>
                        <a:gd name="connsiteY6" fmla="*/ 13381 h 135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8615" h="13567">
                          <a:moveTo>
                            <a:pt x="12535" y="13381"/>
                          </a:moveTo>
                          <a:cubicBezTo>
                            <a:pt x="12535" y="13381"/>
                            <a:pt x="19671" y="8623"/>
                            <a:pt x="18482" y="6245"/>
                          </a:cubicBezTo>
                          <a:cubicBezTo>
                            <a:pt x="17292" y="3866"/>
                            <a:pt x="14913" y="3866"/>
                            <a:pt x="12535" y="1487"/>
                          </a:cubicBezTo>
                          <a:cubicBezTo>
                            <a:pt x="10156" y="-892"/>
                            <a:pt x="8966" y="297"/>
                            <a:pt x="8966" y="297"/>
                          </a:cubicBezTo>
                          <a:cubicBezTo>
                            <a:pt x="8966" y="297"/>
                            <a:pt x="8966" y="3866"/>
                            <a:pt x="6588" y="3866"/>
                          </a:cubicBezTo>
                          <a:cubicBezTo>
                            <a:pt x="3019" y="3866"/>
                            <a:pt x="-1739" y="3866"/>
                            <a:pt x="640" y="6245"/>
                          </a:cubicBezTo>
                          <a:cubicBezTo>
                            <a:pt x="640" y="9813"/>
                            <a:pt x="7777" y="14571"/>
                            <a:pt x="12535" y="1338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3" name="Freeform 682">
                      <a:extLst>
                        <a:ext uri="{FF2B5EF4-FFF2-40B4-BE49-F238E27FC236}">
                          <a16:creationId xmlns:a16="http://schemas.microsoft.com/office/drawing/2014/main" id="{AB2B51EB-B4B5-745A-CED4-1E6C271138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82005" y="1355717"/>
                      <a:ext cx="9289" cy="10812"/>
                    </a:xfrm>
                    <a:custGeom>
                      <a:avLst/>
                      <a:gdLst>
                        <a:gd name="connsiteX0" fmla="*/ 8512 w 9289"/>
                        <a:gd name="connsiteY0" fmla="*/ 9832 h 10812"/>
                        <a:gd name="connsiteX1" fmla="*/ 7323 w 9289"/>
                        <a:gd name="connsiteY1" fmla="*/ 316 h 10812"/>
                        <a:gd name="connsiteX2" fmla="*/ 186 w 9289"/>
                        <a:gd name="connsiteY2" fmla="*/ 3885 h 10812"/>
                        <a:gd name="connsiteX3" fmla="*/ 8512 w 9289"/>
                        <a:gd name="connsiteY3" fmla="*/ 9832 h 108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89" h="10812">
                          <a:moveTo>
                            <a:pt x="8512" y="9832"/>
                          </a:moveTo>
                          <a:cubicBezTo>
                            <a:pt x="8512" y="9832"/>
                            <a:pt x="10891" y="316"/>
                            <a:pt x="7323" y="316"/>
                          </a:cubicBezTo>
                          <a:cubicBezTo>
                            <a:pt x="3755" y="-873"/>
                            <a:pt x="-1003" y="1506"/>
                            <a:pt x="186" y="3885"/>
                          </a:cubicBezTo>
                          <a:cubicBezTo>
                            <a:pt x="1376" y="6264"/>
                            <a:pt x="1376" y="13400"/>
                            <a:pt x="8512" y="983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4" name="Freeform 683">
                      <a:extLst>
                        <a:ext uri="{FF2B5EF4-FFF2-40B4-BE49-F238E27FC236}">
                          <a16:creationId xmlns:a16="http://schemas.microsoft.com/office/drawing/2014/main" id="{AD566742-3C1F-912F-A04B-22C656A9A7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2362" y="1350951"/>
                      <a:ext cx="22848" cy="17024"/>
                    </a:xfrm>
                    <a:custGeom>
                      <a:avLst/>
                      <a:gdLst>
                        <a:gd name="connsiteX0" fmla="*/ 1283 w 22848"/>
                        <a:gd name="connsiteY0" fmla="*/ 13408 h 17024"/>
                        <a:gd name="connsiteX1" fmla="*/ 10799 w 22848"/>
                        <a:gd name="connsiteY1" fmla="*/ 13408 h 17024"/>
                        <a:gd name="connsiteX2" fmla="*/ 15556 w 22848"/>
                        <a:gd name="connsiteY2" fmla="*/ 15787 h 17024"/>
                        <a:gd name="connsiteX3" fmla="*/ 22693 w 22848"/>
                        <a:gd name="connsiteY3" fmla="*/ 5082 h 17024"/>
                        <a:gd name="connsiteX4" fmla="*/ 14367 w 22848"/>
                        <a:gd name="connsiteY4" fmla="*/ 2703 h 17024"/>
                        <a:gd name="connsiteX5" fmla="*/ 4852 w 22848"/>
                        <a:gd name="connsiteY5" fmla="*/ 324 h 17024"/>
                        <a:gd name="connsiteX6" fmla="*/ 1283 w 22848"/>
                        <a:gd name="connsiteY6" fmla="*/ 13408 h 170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848" h="17024">
                          <a:moveTo>
                            <a:pt x="1283" y="13408"/>
                          </a:moveTo>
                          <a:cubicBezTo>
                            <a:pt x="6041" y="15787"/>
                            <a:pt x="8420" y="9840"/>
                            <a:pt x="10799" y="13408"/>
                          </a:cubicBezTo>
                          <a:cubicBezTo>
                            <a:pt x="13177" y="16976"/>
                            <a:pt x="10799" y="18166"/>
                            <a:pt x="15556" y="15787"/>
                          </a:cubicBezTo>
                          <a:cubicBezTo>
                            <a:pt x="17935" y="14597"/>
                            <a:pt x="23882" y="7461"/>
                            <a:pt x="22693" y="5082"/>
                          </a:cubicBezTo>
                          <a:cubicBezTo>
                            <a:pt x="21504" y="2703"/>
                            <a:pt x="15556" y="3893"/>
                            <a:pt x="14367" y="2703"/>
                          </a:cubicBezTo>
                          <a:cubicBezTo>
                            <a:pt x="11988" y="1514"/>
                            <a:pt x="6041" y="-865"/>
                            <a:pt x="4852" y="324"/>
                          </a:cubicBezTo>
                          <a:cubicBezTo>
                            <a:pt x="2473" y="2703"/>
                            <a:pt x="-2285" y="11029"/>
                            <a:pt x="1283" y="1340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5" name="Freeform 684">
                      <a:extLst>
                        <a:ext uri="{FF2B5EF4-FFF2-40B4-BE49-F238E27FC236}">
                          <a16:creationId xmlns:a16="http://schemas.microsoft.com/office/drawing/2014/main" id="{EEADD5D3-09EF-96A0-F1CF-1E63EE8B3E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6981" y="1320350"/>
                      <a:ext cx="21744" cy="19406"/>
                    </a:xfrm>
                    <a:custGeom>
                      <a:avLst/>
                      <a:gdLst>
                        <a:gd name="connsiteX0" fmla="*/ 7368 w 21744"/>
                        <a:gd name="connsiteY0" fmla="*/ 19031 h 19406"/>
                        <a:gd name="connsiteX1" fmla="*/ 13315 w 21744"/>
                        <a:gd name="connsiteY1" fmla="*/ 15463 h 19406"/>
                        <a:gd name="connsiteX2" fmla="*/ 21642 w 21744"/>
                        <a:gd name="connsiteY2" fmla="*/ 10705 h 19406"/>
                        <a:gd name="connsiteX3" fmla="*/ 16884 w 21744"/>
                        <a:gd name="connsiteY3" fmla="*/ 0 h 19406"/>
                        <a:gd name="connsiteX4" fmla="*/ 232 w 21744"/>
                        <a:gd name="connsiteY4" fmla="*/ 7137 h 19406"/>
                        <a:gd name="connsiteX5" fmla="*/ 7368 w 21744"/>
                        <a:gd name="connsiteY5" fmla="*/ 19031 h 194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1744" h="19406">
                          <a:moveTo>
                            <a:pt x="7368" y="19031"/>
                          </a:moveTo>
                          <a:cubicBezTo>
                            <a:pt x="9747" y="16652"/>
                            <a:pt x="8558" y="13084"/>
                            <a:pt x="13315" y="15463"/>
                          </a:cubicBezTo>
                          <a:cubicBezTo>
                            <a:pt x="13315" y="15463"/>
                            <a:pt x="22831" y="14273"/>
                            <a:pt x="21642" y="10705"/>
                          </a:cubicBezTo>
                          <a:cubicBezTo>
                            <a:pt x="20452" y="7137"/>
                            <a:pt x="19263" y="0"/>
                            <a:pt x="16884" y="0"/>
                          </a:cubicBezTo>
                          <a:cubicBezTo>
                            <a:pt x="14505" y="0"/>
                            <a:pt x="-2147" y="2379"/>
                            <a:pt x="232" y="7137"/>
                          </a:cubicBezTo>
                          <a:cubicBezTo>
                            <a:pt x="2611" y="11894"/>
                            <a:pt x="3800" y="21410"/>
                            <a:pt x="7368" y="1903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6" name="Freeform 685">
                      <a:extLst>
                        <a:ext uri="{FF2B5EF4-FFF2-40B4-BE49-F238E27FC236}">
                          <a16:creationId xmlns:a16="http://schemas.microsoft.com/office/drawing/2014/main" id="{CD8BA1C9-43D9-8750-AF00-0446E8BE88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34549" y="1427399"/>
                      <a:ext cx="27711" cy="14273"/>
                    </a:xfrm>
                    <a:custGeom>
                      <a:avLst/>
                      <a:gdLst>
                        <a:gd name="connsiteX0" fmla="*/ 27422 w 27711"/>
                        <a:gd name="connsiteY0" fmla="*/ 5947 h 14273"/>
                        <a:gd name="connsiteX1" fmla="*/ 22665 w 27711"/>
                        <a:gd name="connsiteY1" fmla="*/ 3568 h 14273"/>
                        <a:gd name="connsiteX2" fmla="*/ 17907 w 27711"/>
                        <a:gd name="connsiteY2" fmla="*/ 3568 h 14273"/>
                        <a:gd name="connsiteX3" fmla="*/ 15528 w 27711"/>
                        <a:gd name="connsiteY3" fmla="*/ 0 h 14273"/>
                        <a:gd name="connsiteX4" fmla="*/ 65 w 27711"/>
                        <a:gd name="connsiteY4" fmla="*/ 3568 h 14273"/>
                        <a:gd name="connsiteX5" fmla="*/ 3634 w 27711"/>
                        <a:gd name="connsiteY5" fmla="*/ 10705 h 14273"/>
                        <a:gd name="connsiteX6" fmla="*/ 10770 w 27711"/>
                        <a:gd name="connsiteY6" fmla="*/ 10705 h 14273"/>
                        <a:gd name="connsiteX7" fmla="*/ 16718 w 27711"/>
                        <a:gd name="connsiteY7" fmla="*/ 14273 h 14273"/>
                        <a:gd name="connsiteX8" fmla="*/ 27422 w 27711"/>
                        <a:gd name="connsiteY8" fmla="*/ 5947 h 142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7711" h="14273">
                          <a:moveTo>
                            <a:pt x="27422" y="5947"/>
                          </a:moveTo>
                          <a:cubicBezTo>
                            <a:pt x="25043" y="3568"/>
                            <a:pt x="23854" y="2379"/>
                            <a:pt x="22665" y="3568"/>
                          </a:cubicBezTo>
                          <a:cubicBezTo>
                            <a:pt x="21475" y="3568"/>
                            <a:pt x="17907" y="4758"/>
                            <a:pt x="17907" y="3568"/>
                          </a:cubicBezTo>
                          <a:cubicBezTo>
                            <a:pt x="17907" y="2379"/>
                            <a:pt x="17907" y="0"/>
                            <a:pt x="15528" y="0"/>
                          </a:cubicBezTo>
                          <a:cubicBezTo>
                            <a:pt x="14339" y="0"/>
                            <a:pt x="-1124" y="1189"/>
                            <a:pt x="65" y="3568"/>
                          </a:cubicBezTo>
                          <a:cubicBezTo>
                            <a:pt x="1255" y="5947"/>
                            <a:pt x="1255" y="10705"/>
                            <a:pt x="3634" y="10705"/>
                          </a:cubicBezTo>
                          <a:cubicBezTo>
                            <a:pt x="6012" y="10705"/>
                            <a:pt x="9581" y="9515"/>
                            <a:pt x="10770" y="10705"/>
                          </a:cubicBezTo>
                          <a:cubicBezTo>
                            <a:pt x="11960" y="11894"/>
                            <a:pt x="14339" y="14273"/>
                            <a:pt x="16718" y="14273"/>
                          </a:cubicBezTo>
                          <a:cubicBezTo>
                            <a:pt x="16718" y="13084"/>
                            <a:pt x="29801" y="8326"/>
                            <a:pt x="27422" y="594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7" name="Freeform 686">
                      <a:extLst>
                        <a:ext uri="{FF2B5EF4-FFF2-40B4-BE49-F238E27FC236}">
                          <a16:creationId xmlns:a16="http://schemas.microsoft.com/office/drawing/2014/main" id="{452646C5-B5E1-445D-F269-44C4B464DA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5596" y="1461584"/>
                      <a:ext cx="26815" cy="30237"/>
                    </a:xfrm>
                    <a:custGeom>
                      <a:avLst/>
                      <a:gdLst>
                        <a:gd name="connsiteX0" fmla="*/ 5406 w 26815"/>
                        <a:gd name="connsiteY0" fmla="*/ 18151 h 30237"/>
                        <a:gd name="connsiteX1" fmla="*/ 10164 w 26815"/>
                        <a:gd name="connsiteY1" fmla="*/ 30045 h 30237"/>
                        <a:gd name="connsiteX2" fmla="*/ 18490 w 26815"/>
                        <a:gd name="connsiteY2" fmla="*/ 27666 h 30237"/>
                        <a:gd name="connsiteX3" fmla="*/ 26816 w 26815"/>
                        <a:gd name="connsiteY3" fmla="*/ 27666 h 30237"/>
                        <a:gd name="connsiteX4" fmla="*/ 23248 w 26815"/>
                        <a:gd name="connsiteY4" fmla="*/ 16961 h 30237"/>
                        <a:gd name="connsiteX5" fmla="*/ 20869 w 26815"/>
                        <a:gd name="connsiteY5" fmla="*/ 5067 h 30237"/>
                        <a:gd name="connsiteX6" fmla="*/ 16111 w 26815"/>
                        <a:gd name="connsiteY6" fmla="*/ 309 h 30237"/>
                        <a:gd name="connsiteX7" fmla="*/ 11353 w 26815"/>
                        <a:gd name="connsiteY7" fmla="*/ 2688 h 30237"/>
                        <a:gd name="connsiteX8" fmla="*/ 5406 w 26815"/>
                        <a:gd name="connsiteY8" fmla="*/ 5067 h 30237"/>
                        <a:gd name="connsiteX9" fmla="*/ 648 w 26815"/>
                        <a:gd name="connsiteY9" fmla="*/ 13393 h 30237"/>
                        <a:gd name="connsiteX10" fmla="*/ 5406 w 26815"/>
                        <a:gd name="connsiteY10" fmla="*/ 18151 h 302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6815" h="30237">
                          <a:moveTo>
                            <a:pt x="5406" y="18151"/>
                          </a:moveTo>
                          <a:cubicBezTo>
                            <a:pt x="5406" y="20530"/>
                            <a:pt x="7785" y="28856"/>
                            <a:pt x="10164" y="30045"/>
                          </a:cubicBezTo>
                          <a:cubicBezTo>
                            <a:pt x="13732" y="31235"/>
                            <a:pt x="16111" y="26477"/>
                            <a:pt x="18490" y="27666"/>
                          </a:cubicBezTo>
                          <a:cubicBezTo>
                            <a:pt x="18490" y="27666"/>
                            <a:pt x="26816" y="30045"/>
                            <a:pt x="26816" y="27666"/>
                          </a:cubicBezTo>
                          <a:cubicBezTo>
                            <a:pt x="25626" y="25288"/>
                            <a:pt x="23248" y="20530"/>
                            <a:pt x="23248" y="16961"/>
                          </a:cubicBezTo>
                          <a:cubicBezTo>
                            <a:pt x="23248" y="13393"/>
                            <a:pt x="23248" y="8635"/>
                            <a:pt x="20869" y="5067"/>
                          </a:cubicBezTo>
                          <a:cubicBezTo>
                            <a:pt x="18490" y="1499"/>
                            <a:pt x="17301" y="-880"/>
                            <a:pt x="16111" y="309"/>
                          </a:cubicBezTo>
                          <a:cubicBezTo>
                            <a:pt x="14922" y="309"/>
                            <a:pt x="14922" y="2688"/>
                            <a:pt x="11353" y="2688"/>
                          </a:cubicBezTo>
                          <a:cubicBezTo>
                            <a:pt x="8974" y="2688"/>
                            <a:pt x="7785" y="2688"/>
                            <a:pt x="5406" y="5067"/>
                          </a:cubicBezTo>
                          <a:cubicBezTo>
                            <a:pt x="3027" y="7446"/>
                            <a:pt x="-1730" y="11014"/>
                            <a:pt x="648" y="13393"/>
                          </a:cubicBezTo>
                          <a:cubicBezTo>
                            <a:pt x="3027" y="14583"/>
                            <a:pt x="5406" y="15772"/>
                            <a:pt x="5406" y="1815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8" name="Freeform 687">
                      <a:extLst>
                        <a:ext uri="{FF2B5EF4-FFF2-40B4-BE49-F238E27FC236}">
                          <a16:creationId xmlns:a16="http://schemas.microsoft.com/office/drawing/2014/main" id="{B8F382DF-8C6C-A1EA-3C66-E950171134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0108" y="1458733"/>
                      <a:ext cx="8706" cy="7195"/>
                    </a:xfrm>
                    <a:custGeom>
                      <a:avLst/>
                      <a:gdLst>
                        <a:gd name="connsiteX0" fmla="*/ 4947 w 8706"/>
                        <a:gd name="connsiteY0" fmla="*/ 6728 h 7195"/>
                        <a:gd name="connsiteX1" fmla="*/ 8515 w 8706"/>
                        <a:gd name="connsiteY1" fmla="*/ 1971 h 7195"/>
                        <a:gd name="connsiteX2" fmla="*/ 4947 w 8706"/>
                        <a:gd name="connsiteY2" fmla="*/ 781 h 7195"/>
                        <a:gd name="connsiteX3" fmla="*/ 189 w 8706"/>
                        <a:gd name="connsiteY3" fmla="*/ 4350 h 7195"/>
                        <a:gd name="connsiteX4" fmla="*/ 4947 w 8706"/>
                        <a:gd name="connsiteY4" fmla="*/ 6728 h 71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706" h="7195">
                          <a:moveTo>
                            <a:pt x="4947" y="6728"/>
                          </a:moveTo>
                          <a:cubicBezTo>
                            <a:pt x="4947" y="6728"/>
                            <a:pt x="9705" y="4350"/>
                            <a:pt x="8515" y="1971"/>
                          </a:cubicBezTo>
                          <a:cubicBezTo>
                            <a:pt x="7326" y="-408"/>
                            <a:pt x="6136" y="-408"/>
                            <a:pt x="4947" y="781"/>
                          </a:cubicBezTo>
                          <a:cubicBezTo>
                            <a:pt x="3758" y="1971"/>
                            <a:pt x="-1000" y="4350"/>
                            <a:pt x="189" y="4350"/>
                          </a:cubicBezTo>
                          <a:cubicBezTo>
                            <a:pt x="2568" y="6728"/>
                            <a:pt x="3758" y="7918"/>
                            <a:pt x="4947" y="672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9" name="Freeform 688">
                      <a:extLst>
                        <a:ext uri="{FF2B5EF4-FFF2-40B4-BE49-F238E27FC236}">
                          <a16:creationId xmlns:a16="http://schemas.microsoft.com/office/drawing/2014/main" id="{B54F4DC5-28E6-565E-81BD-4D10F4964D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0124" y="1471253"/>
                      <a:ext cx="12708" cy="11184"/>
                    </a:xfrm>
                    <a:custGeom>
                      <a:avLst/>
                      <a:gdLst>
                        <a:gd name="connsiteX0" fmla="*/ 7794 w 12708"/>
                        <a:gd name="connsiteY0" fmla="*/ 10860 h 11184"/>
                        <a:gd name="connsiteX1" fmla="*/ 12551 w 12708"/>
                        <a:gd name="connsiteY1" fmla="*/ 7292 h 11184"/>
                        <a:gd name="connsiteX2" fmla="*/ 8983 w 12708"/>
                        <a:gd name="connsiteY2" fmla="*/ 156 h 11184"/>
                        <a:gd name="connsiteX3" fmla="*/ 4225 w 12708"/>
                        <a:gd name="connsiteY3" fmla="*/ 6103 h 11184"/>
                        <a:gd name="connsiteX4" fmla="*/ 657 w 12708"/>
                        <a:gd name="connsiteY4" fmla="*/ 8482 h 11184"/>
                        <a:gd name="connsiteX5" fmla="*/ 7794 w 12708"/>
                        <a:gd name="connsiteY5" fmla="*/ 10860 h 111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2708" h="11184">
                          <a:moveTo>
                            <a:pt x="7794" y="10860"/>
                          </a:moveTo>
                          <a:cubicBezTo>
                            <a:pt x="7794" y="10860"/>
                            <a:pt x="13741" y="9671"/>
                            <a:pt x="12551" y="7292"/>
                          </a:cubicBezTo>
                          <a:cubicBezTo>
                            <a:pt x="11362" y="4913"/>
                            <a:pt x="11362" y="-1034"/>
                            <a:pt x="8983" y="156"/>
                          </a:cubicBezTo>
                          <a:cubicBezTo>
                            <a:pt x="6604" y="156"/>
                            <a:pt x="5415" y="6103"/>
                            <a:pt x="4225" y="6103"/>
                          </a:cubicBezTo>
                          <a:cubicBezTo>
                            <a:pt x="3036" y="6103"/>
                            <a:pt x="-1722" y="7292"/>
                            <a:pt x="657" y="8482"/>
                          </a:cubicBezTo>
                          <a:cubicBezTo>
                            <a:pt x="1846" y="9671"/>
                            <a:pt x="5415" y="12050"/>
                            <a:pt x="7794" y="1086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0" name="Freeform 689">
                      <a:extLst>
                        <a:ext uri="{FF2B5EF4-FFF2-40B4-BE49-F238E27FC236}">
                          <a16:creationId xmlns:a16="http://schemas.microsoft.com/office/drawing/2014/main" id="{1ACCCC89-5240-1402-B8DD-4D1E3121D4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8554" y="1462849"/>
                      <a:ext cx="7469" cy="12594"/>
                    </a:xfrm>
                    <a:custGeom>
                      <a:avLst/>
                      <a:gdLst>
                        <a:gd name="connsiteX0" fmla="*/ 3901 w 7469"/>
                        <a:gd name="connsiteY0" fmla="*/ 233 h 12594"/>
                        <a:gd name="connsiteX1" fmla="*/ 1523 w 7469"/>
                        <a:gd name="connsiteY1" fmla="*/ 6180 h 12594"/>
                        <a:gd name="connsiteX2" fmla="*/ 333 w 7469"/>
                        <a:gd name="connsiteY2" fmla="*/ 9749 h 12594"/>
                        <a:gd name="connsiteX3" fmla="*/ 3901 w 7469"/>
                        <a:gd name="connsiteY3" fmla="*/ 12128 h 12594"/>
                        <a:gd name="connsiteX4" fmla="*/ 7470 w 7469"/>
                        <a:gd name="connsiteY4" fmla="*/ 6180 h 12594"/>
                        <a:gd name="connsiteX5" fmla="*/ 3901 w 7469"/>
                        <a:gd name="connsiteY5" fmla="*/ 233 h 125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469" h="12594">
                          <a:moveTo>
                            <a:pt x="3901" y="233"/>
                          </a:moveTo>
                          <a:cubicBezTo>
                            <a:pt x="2712" y="233"/>
                            <a:pt x="2712" y="4991"/>
                            <a:pt x="1523" y="6180"/>
                          </a:cubicBezTo>
                          <a:cubicBezTo>
                            <a:pt x="1523" y="7370"/>
                            <a:pt x="-856" y="7370"/>
                            <a:pt x="333" y="9749"/>
                          </a:cubicBezTo>
                          <a:cubicBezTo>
                            <a:pt x="1523" y="12128"/>
                            <a:pt x="1523" y="13317"/>
                            <a:pt x="3901" y="12128"/>
                          </a:cubicBezTo>
                          <a:cubicBezTo>
                            <a:pt x="3901" y="12128"/>
                            <a:pt x="7470" y="8559"/>
                            <a:pt x="7470" y="6180"/>
                          </a:cubicBezTo>
                          <a:cubicBezTo>
                            <a:pt x="7470" y="2612"/>
                            <a:pt x="5091" y="-956"/>
                            <a:pt x="3901" y="2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1" name="Freeform 690">
                      <a:extLst>
                        <a:ext uri="{FF2B5EF4-FFF2-40B4-BE49-F238E27FC236}">
                          <a16:creationId xmlns:a16="http://schemas.microsoft.com/office/drawing/2014/main" id="{A8BDC6FF-54E6-1DEA-DB41-B190B5553A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0077" y="1454756"/>
                      <a:ext cx="8854" cy="7687"/>
                    </a:xfrm>
                    <a:custGeom>
                      <a:avLst/>
                      <a:gdLst>
                        <a:gd name="connsiteX0" fmla="*/ 8326 w 8854"/>
                        <a:gd name="connsiteY0" fmla="*/ 7137 h 7687"/>
                        <a:gd name="connsiteX1" fmla="*/ 8326 w 8854"/>
                        <a:gd name="connsiteY1" fmla="*/ 3568 h 7687"/>
                        <a:gd name="connsiteX2" fmla="*/ 3568 w 8854"/>
                        <a:gd name="connsiteY2" fmla="*/ 0 h 7687"/>
                        <a:gd name="connsiteX3" fmla="*/ 0 w 8854"/>
                        <a:gd name="connsiteY3" fmla="*/ 1190 h 7687"/>
                        <a:gd name="connsiteX4" fmla="*/ 8326 w 8854"/>
                        <a:gd name="connsiteY4" fmla="*/ 7137 h 76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854" h="7687">
                          <a:moveTo>
                            <a:pt x="8326" y="7137"/>
                          </a:moveTo>
                          <a:cubicBezTo>
                            <a:pt x="8326" y="7137"/>
                            <a:pt x="9515" y="4758"/>
                            <a:pt x="8326" y="3568"/>
                          </a:cubicBezTo>
                          <a:cubicBezTo>
                            <a:pt x="7137" y="2379"/>
                            <a:pt x="5947" y="0"/>
                            <a:pt x="3568" y="0"/>
                          </a:cubicBezTo>
                          <a:cubicBezTo>
                            <a:pt x="1190" y="0"/>
                            <a:pt x="0" y="0"/>
                            <a:pt x="0" y="1190"/>
                          </a:cubicBezTo>
                          <a:cubicBezTo>
                            <a:pt x="1190" y="3568"/>
                            <a:pt x="7137" y="9516"/>
                            <a:pt x="8326" y="7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2" name="Freeform 691">
                      <a:extLst>
                        <a:ext uri="{FF2B5EF4-FFF2-40B4-BE49-F238E27FC236}">
                          <a16:creationId xmlns:a16="http://schemas.microsoft.com/office/drawing/2014/main" id="{0CE2FA6B-F1F9-D5CC-0607-9E9F557B01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38879" y="1452138"/>
                      <a:ext cx="8157" cy="14645"/>
                    </a:xfrm>
                    <a:custGeom>
                      <a:avLst/>
                      <a:gdLst>
                        <a:gd name="connsiteX0" fmla="*/ 5250 w 8157"/>
                        <a:gd name="connsiteY0" fmla="*/ 3808 h 14645"/>
                        <a:gd name="connsiteX1" fmla="*/ 1682 w 8157"/>
                        <a:gd name="connsiteY1" fmla="*/ 239 h 14645"/>
                        <a:gd name="connsiteX2" fmla="*/ 493 w 8157"/>
                        <a:gd name="connsiteY2" fmla="*/ 7376 h 14645"/>
                        <a:gd name="connsiteX3" fmla="*/ 7629 w 8157"/>
                        <a:gd name="connsiteY3" fmla="*/ 13323 h 14645"/>
                        <a:gd name="connsiteX4" fmla="*/ 7629 w 8157"/>
                        <a:gd name="connsiteY4" fmla="*/ 6187 h 14645"/>
                        <a:gd name="connsiteX5" fmla="*/ 5250 w 8157"/>
                        <a:gd name="connsiteY5" fmla="*/ 3808 h 146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157" h="14645">
                          <a:moveTo>
                            <a:pt x="5250" y="3808"/>
                          </a:moveTo>
                          <a:cubicBezTo>
                            <a:pt x="5250" y="2618"/>
                            <a:pt x="2871" y="-950"/>
                            <a:pt x="1682" y="239"/>
                          </a:cubicBezTo>
                          <a:cubicBezTo>
                            <a:pt x="493" y="1429"/>
                            <a:pt x="-697" y="6187"/>
                            <a:pt x="493" y="7376"/>
                          </a:cubicBezTo>
                          <a:cubicBezTo>
                            <a:pt x="1682" y="8565"/>
                            <a:pt x="6440" y="18081"/>
                            <a:pt x="7629" y="13323"/>
                          </a:cubicBezTo>
                          <a:cubicBezTo>
                            <a:pt x="7629" y="13323"/>
                            <a:pt x="8819" y="7376"/>
                            <a:pt x="7629" y="6187"/>
                          </a:cubicBezTo>
                          <a:cubicBezTo>
                            <a:pt x="7629" y="6187"/>
                            <a:pt x="5250" y="4997"/>
                            <a:pt x="5250" y="380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3" name="Freeform 692">
                      <a:extLst>
                        <a:ext uri="{FF2B5EF4-FFF2-40B4-BE49-F238E27FC236}">
                          <a16:creationId xmlns:a16="http://schemas.microsoft.com/office/drawing/2014/main" id="{FEF2CB7A-3FF8-3B8C-D680-06F47E2E12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23" y="1454756"/>
                      <a:ext cx="8659" cy="14582"/>
                    </a:xfrm>
                    <a:custGeom>
                      <a:avLst/>
                      <a:gdLst>
                        <a:gd name="connsiteX0" fmla="*/ 7470 w 8659"/>
                        <a:gd name="connsiteY0" fmla="*/ 14273 h 14582"/>
                        <a:gd name="connsiteX1" fmla="*/ 8659 w 8659"/>
                        <a:gd name="connsiteY1" fmla="*/ 10705 h 14582"/>
                        <a:gd name="connsiteX2" fmla="*/ 7470 w 8659"/>
                        <a:gd name="connsiteY2" fmla="*/ 7137 h 14582"/>
                        <a:gd name="connsiteX3" fmla="*/ 6280 w 8659"/>
                        <a:gd name="connsiteY3" fmla="*/ 0 h 14582"/>
                        <a:gd name="connsiteX4" fmla="*/ 2712 w 8659"/>
                        <a:gd name="connsiteY4" fmla="*/ 1190 h 14582"/>
                        <a:gd name="connsiteX5" fmla="*/ 1523 w 8659"/>
                        <a:gd name="connsiteY5" fmla="*/ 7137 h 14582"/>
                        <a:gd name="connsiteX6" fmla="*/ 333 w 8659"/>
                        <a:gd name="connsiteY6" fmla="*/ 9516 h 14582"/>
                        <a:gd name="connsiteX7" fmla="*/ 7470 w 8659"/>
                        <a:gd name="connsiteY7" fmla="*/ 14273 h 145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8659" h="14582">
                          <a:moveTo>
                            <a:pt x="7470" y="14273"/>
                          </a:moveTo>
                          <a:cubicBezTo>
                            <a:pt x="7470" y="14273"/>
                            <a:pt x="8659" y="11894"/>
                            <a:pt x="8659" y="10705"/>
                          </a:cubicBezTo>
                          <a:cubicBezTo>
                            <a:pt x="7470" y="9516"/>
                            <a:pt x="7470" y="9516"/>
                            <a:pt x="7470" y="7137"/>
                          </a:cubicBezTo>
                          <a:cubicBezTo>
                            <a:pt x="7470" y="4758"/>
                            <a:pt x="7470" y="0"/>
                            <a:pt x="6280" y="0"/>
                          </a:cubicBezTo>
                          <a:cubicBezTo>
                            <a:pt x="5091" y="0"/>
                            <a:pt x="2712" y="0"/>
                            <a:pt x="2712" y="1190"/>
                          </a:cubicBezTo>
                          <a:cubicBezTo>
                            <a:pt x="2712" y="2379"/>
                            <a:pt x="2712" y="7137"/>
                            <a:pt x="1523" y="7137"/>
                          </a:cubicBezTo>
                          <a:cubicBezTo>
                            <a:pt x="1523" y="7137"/>
                            <a:pt x="-856" y="8326"/>
                            <a:pt x="333" y="9516"/>
                          </a:cubicBezTo>
                          <a:cubicBezTo>
                            <a:pt x="2712" y="13084"/>
                            <a:pt x="5091" y="15463"/>
                            <a:pt x="7470" y="1427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4" name="Freeform 693">
                      <a:extLst>
                        <a:ext uri="{FF2B5EF4-FFF2-40B4-BE49-F238E27FC236}">
                          <a16:creationId xmlns:a16="http://schemas.microsoft.com/office/drawing/2014/main" id="{AD46218B-F196-6FCF-C2B1-5A055D70EB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0737" y="1478356"/>
                      <a:ext cx="4625" cy="11083"/>
                    </a:xfrm>
                    <a:custGeom>
                      <a:avLst/>
                      <a:gdLst>
                        <a:gd name="connsiteX0" fmla="*/ 529 w 4625"/>
                        <a:gd name="connsiteY0" fmla="*/ 189 h 11083"/>
                        <a:gd name="connsiteX1" fmla="*/ 529 w 4625"/>
                        <a:gd name="connsiteY1" fmla="*/ 6136 h 11083"/>
                        <a:gd name="connsiteX2" fmla="*/ 4097 w 4625"/>
                        <a:gd name="connsiteY2" fmla="*/ 10894 h 11083"/>
                        <a:gd name="connsiteX3" fmla="*/ 4097 w 4625"/>
                        <a:gd name="connsiteY3" fmla="*/ 4947 h 11083"/>
                        <a:gd name="connsiteX4" fmla="*/ 529 w 4625"/>
                        <a:gd name="connsiteY4" fmla="*/ 189 h 110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625" h="11083">
                          <a:moveTo>
                            <a:pt x="529" y="189"/>
                          </a:moveTo>
                          <a:cubicBezTo>
                            <a:pt x="-661" y="1379"/>
                            <a:pt x="529" y="4947"/>
                            <a:pt x="529" y="6136"/>
                          </a:cubicBezTo>
                          <a:cubicBezTo>
                            <a:pt x="529" y="7326"/>
                            <a:pt x="4097" y="12084"/>
                            <a:pt x="4097" y="10894"/>
                          </a:cubicBezTo>
                          <a:cubicBezTo>
                            <a:pt x="4097" y="10894"/>
                            <a:pt x="5286" y="6136"/>
                            <a:pt x="4097" y="4947"/>
                          </a:cubicBezTo>
                          <a:cubicBezTo>
                            <a:pt x="2907" y="3758"/>
                            <a:pt x="529" y="-1000"/>
                            <a:pt x="529" y="1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5" name="Freeform 694">
                      <a:extLst>
                        <a:ext uri="{FF2B5EF4-FFF2-40B4-BE49-F238E27FC236}">
                          <a16:creationId xmlns:a16="http://schemas.microsoft.com/office/drawing/2014/main" id="{3F93D184-9235-A864-5D92-76ACC49CA8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2863" y="1460704"/>
                      <a:ext cx="5055" cy="7136"/>
                    </a:xfrm>
                    <a:custGeom>
                      <a:avLst/>
                      <a:gdLst>
                        <a:gd name="connsiteX0" fmla="*/ 297 w 5055"/>
                        <a:gd name="connsiteY0" fmla="*/ 2379 h 7136"/>
                        <a:gd name="connsiteX1" fmla="*/ 1487 w 5055"/>
                        <a:gd name="connsiteY1" fmla="*/ 7137 h 7136"/>
                        <a:gd name="connsiteX2" fmla="*/ 5055 w 5055"/>
                        <a:gd name="connsiteY2" fmla="*/ 3568 h 7136"/>
                        <a:gd name="connsiteX3" fmla="*/ 3866 w 5055"/>
                        <a:gd name="connsiteY3" fmla="*/ 0 h 7136"/>
                        <a:gd name="connsiteX4" fmla="*/ 297 w 5055"/>
                        <a:gd name="connsiteY4" fmla="*/ 2379 h 71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055" h="7136">
                          <a:moveTo>
                            <a:pt x="297" y="2379"/>
                          </a:moveTo>
                          <a:cubicBezTo>
                            <a:pt x="297" y="3568"/>
                            <a:pt x="-892" y="7137"/>
                            <a:pt x="1487" y="7137"/>
                          </a:cubicBezTo>
                          <a:cubicBezTo>
                            <a:pt x="1487" y="7137"/>
                            <a:pt x="5055" y="5947"/>
                            <a:pt x="5055" y="3568"/>
                          </a:cubicBezTo>
                          <a:cubicBezTo>
                            <a:pt x="5055" y="2379"/>
                            <a:pt x="3866" y="0"/>
                            <a:pt x="3866" y="0"/>
                          </a:cubicBezTo>
                          <a:cubicBezTo>
                            <a:pt x="2676" y="0"/>
                            <a:pt x="297" y="0"/>
                            <a:pt x="297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6" name="Freeform 695">
                      <a:extLst>
                        <a:ext uri="{FF2B5EF4-FFF2-40B4-BE49-F238E27FC236}">
                          <a16:creationId xmlns:a16="http://schemas.microsoft.com/office/drawing/2014/main" id="{4464DC44-82CB-8719-82A6-55E16016E5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075" y="1476166"/>
                      <a:ext cx="18756" cy="20220"/>
                    </a:xfrm>
                    <a:custGeom>
                      <a:avLst/>
                      <a:gdLst>
                        <a:gd name="connsiteX0" fmla="*/ 1971 w 18756"/>
                        <a:gd name="connsiteY0" fmla="*/ 19031 h 20220"/>
                        <a:gd name="connsiteX1" fmla="*/ 12676 w 18756"/>
                        <a:gd name="connsiteY1" fmla="*/ 17842 h 20220"/>
                        <a:gd name="connsiteX2" fmla="*/ 18623 w 18756"/>
                        <a:gd name="connsiteY2" fmla="*/ 9516 h 20220"/>
                        <a:gd name="connsiteX3" fmla="*/ 12676 w 18756"/>
                        <a:gd name="connsiteY3" fmla="*/ 5947 h 20220"/>
                        <a:gd name="connsiteX4" fmla="*/ 6729 w 18756"/>
                        <a:gd name="connsiteY4" fmla="*/ 0 h 20220"/>
                        <a:gd name="connsiteX5" fmla="*/ 781 w 18756"/>
                        <a:gd name="connsiteY5" fmla="*/ 4758 h 20220"/>
                        <a:gd name="connsiteX6" fmla="*/ 4350 w 18756"/>
                        <a:gd name="connsiteY6" fmla="*/ 9516 h 20220"/>
                        <a:gd name="connsiteX7" fmla="*/ 781 w 18756"/>
                        <a:gd name="connsiteY7" fmla="*/ 14273 h 20220"/>
                        <a:gd name="connsiteX8" fmla="*/ 1971 w 18756"/>
                        <a:gd name="connsiteY8" fmla="*/ 19031 h 202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8756" h="20220">
                          <a:moveTo>
                            <a:pt x="1971" y="19031"/>
                          </a:moveTo>
                          <a:cubicBezTo>
                            <a:pt x="5539" y="20220"/>
                            <a:pt x="9108" y="21410"/>
                            <a:pt x="12676" y="17842"/>
                          </a:cubicBezTo>
                          <a:cubicBezTo>
                            <a:pt x="12676" y="17842"/>
                            <a:pt x="19812" y="11894"/>
                            <a:pt x="18623" y="9516"/>
                          </a:cubicBezTo>
                          <a:cubicBezTo>
                            <a:pt x="17433" y="7137"/>
                            <a:pt x="13865" y="5947"/>
                            <a:pt x="12676" y="5947"/>
                          </a:cubicBezTo>
                          <a:cubicBezTo>
                            <a:pt x="12676" y="5947"/>
                            <a:pt x="9108" y="0"/>
                            <a:pt x="6729" y="0"/>
                          </a:cubicBezTo>
                          <a:cubicBezTo>
                            <a:pt x="4350" y="0"/>
                            <a:pt x="-408" y="2379"/>
                            <a:pt x="781" y="4758"/>
                          </a:cubicBezTo>
                          <a:cubicBezTo>
                            <a:pt x="1971" y="7137"/>
                            <a:pt x="4350" y="8326"/>
                            <a:pt x="4350" y="9516"/>
                          </a:cubicBezTo>
                          <a:cubicBezTo>
                            <a:pt x="4350" y="10705"/>
                            <a:pt x="1971" y="13084"/>
                            <a:pt x="781" y="14273"/>
                          </a:cubicBezTo>
                          <a:cubicBezTo>
                            <a:pt x="-408" y="15463"/>
                            <a:pt x="-408" y="19031"/>
                            <a:pt x="1971" y="1903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7" name="Freeform 696">
                      <a:extLst>
                        <a:ext uri="{FF2B5EF4-FFF2-40B4-BE49-F238E27FC236}">
                          <a16:creationId xmlns:a16="http://schemas.microsoft.com/office/drawing/2014/main" id="{3F3CEF5D-8F3A-B085-1638-391B3825BC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1605" y="1497420"/>
                      <a:ext cx="25300" cy="24181"/>
                    </a:xfrm>
                    <a:custGeom>
                      <a:avLst/>
                      <a:gdLst>
                        <a:gd name="connsiteX0" fmla="*/ 4947 w 25300"/>
                        <a:gd name="connsiteY0" fmla="*/ 14430 h 24181"/>
                        <a:gd name="connsiteX1" fmla="*/ 189 w 25300"/>
                        <a:gd name="connsiteY1" fmla="*/ 14430 h 24181"/>
                        <a:gd name="connsiteX2" fmla="*/ 4947 w 25300"/>
                        <a:gd name="connsiteY2" fmla="*/ 19187 h 24181"/>
                        <a:gd name="connsiteX3" fmla="*/ 8515 w 25300"/>
                        <a:gd name="connsiteY3" fmla="*/ 23945 h 24181"/>
                        <a:gd name="connsiteX4" fmla="*/ 19220 w 25300"/>
                        <a:gd name="connsiteY4" fmla="*/ 20377 h 24181"/>
                        <a:gd name="connsiteX5" fmla="*/ 25167 w 25300"/>
                        <a:gd name="connsiteY5" fmla="*/ 17998 h 24181"/>
                        <a:gd name="connsiteX6" fmla="*/ 22789 w 25300"/>
                        <a:gd name="connsiteY6" fmla="*/ 13240 h 24181"/>
                        <a:gd name="connsiteX7" fmla="*/ 18031 w 25300"/>
                        <a:gd name="connsiteY7" fmla="*/ 10861 h 24181"/>
                        <a:gd name="connsiteX8" fmla="*/ 16841 w 25300"/>
                        <a:gd name="connsiteY8" fmla="*/ 6104 h 24181"/>
                        <a:gd name="connsiteX9" fmla="*/ 10894 w 25300"/>
                        <a:gd name="connsiteY9" fmla="*/ 156 h 24181"/>
                        <a:gd name="connsiteX10" fmla="*/ 10894 w 25300"/>
                        <a:gd name="connsiteY10" fmla="*/ 12051 h 24181"/>
                        <a:gd name="connsiteX11" fmla="*/ 4947 w 25300"/>
                        <a:gd name="connsiteY11" fmla="*/ 14430 h 241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25300" h="24181">
                          <a:moveTo>
                            <a:pt x="4947" y="14430"/>
                          </a:moveTo>
                          <a:cubicBezTo>
                            <a:pt x="3757" y="14430"/>
                            <a:pt x="-1000" y="13240"/>
                            <a:pt x="189" y="14430"/>
                          </a:cubicBezTo>
                          <a:cubicBezTo>
                            <a:pt x="189" y="15619"/>
                            <a:pt x="4947" y="16808"/>
                            <a:pt x="4947" y="19187"/>
                          </a:cubicBezTo>
                          <a:cubicBezTo>
                            <a:pt x="4947" y="21566"/>
                            <a:pt x="6136" y="25135"/>
                            <a:pt x="8515" y="23945"/>
                          </a:cubicBezTo>
                          <a:cubicBezTo>
                            <a:pt x="10894" y="22756"/>
                            <a:pt x="13273" y="20377"/>
                            <a:pt x="19220" y="20377"/>
                          </a:cubicBezTo>
                          <a:cubicBezTo>
                            <a:pt x="19220" y="20377"/>
                            <a:pt x="26357" y="20377"/>
                            <a:pt x="25167" y="17998"/>
                          </a:cubicBezTo>
                          <a:cubicBezTo>
                            <a:pt x="25167" y="15619"/>
                            <a:pt x="23978" y="13240"/>
                            <a:pt x="22789" y="13240"/>
                          </a:cubicBezTo>
                          <a:cubicBezTo>
                            <a:pt x="21599" y="13240"/>
                            <a:pt x="18031" y="13240"/>
                            <a:pt x="18031" y="10861"/>
                          </a:cubicBezTo>
                          <a:cubicBezTo>
                            <a:pt x="18031" y="8482"/>
                            <a:pt x="18031" y="7293"/>
                            <a:pt x="16841" y="6104"/>
                          </a:cubicBezTo>
                          <a:cubicBezTo>
                            <a:pt x="15652" y="4914"/>
                            <a:pt x="12084" y="-1033"/>
                            <a:pt x="10894" y="156"/>
                          </a:cubicBezTo>
                          <a:cubicBezTo>
                            <a:pt x="10894" y="1346"/>
                            <a:pt x="12084" y="10861"/>
                            <a:pt x="10894" y="12051"/>
                          </a:cubicBezTo>
                          <a:cubicBezTo>
                            <a:pt x="8515" y="13240"/>
                            <a:pt x="6136" y="14430"/>
                            <a:pt x="4947" y="1443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8" name="Freeform 697">
                      <a:extLst>
                        <a:ext uri="{FF2B5EF4-FFF2-40B4-BE49-F238E27FC236}">
                          <a16:creationId xmlns:a16="http://schemas.microsoft.com/office/drawing/2014/main" id="{E2FDD0D6-A925-9A4E-890F-BB1BC51993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9900" y="1490737"/>
                      <a:ext cx="13576" cy="18973"/>
                    </a:xfrm>
                    <a:custGeom>
                      <a:avLst/>
                      <a:gdLst>
                        <a:gd name="connsiteX0" fmla="*/ 13083 w 13576"/>
                        <a:gd name="connsiteY0" fmla="*/ 5650 h 18973"/>
                        <a:gd name="connsiteX1" fmla="*/ 8326 w 13576"/>
                        <a:gd name="connsiteY1" fmla="*/ 3271 h 18973"/>
                        <a:gd name="connsiteX2" fmla="*/ 4758 w 13576"/>
                        <a:gd name="connsiteY2" fmla="*/ 892 h 18973"/>
                        <a:gd name="connsiteX3" fmla="*/ 1189 w 13576"/>
                        <a:gd name="connsiteY3" fmla="*/ 892 h 18973"/>
                        <a:gd name="connsiteX4" fmla="*/ 0 w 13576"/>
                        <a:gd name="connsiteY4" fmla="*/ 9218 h 18973"/>
                        <a:gd name="connsiteX5" fmla="*/ 3568 w 13576"/>
                        <a:gd name="connsiteY5" fmla="*/ 15165 h 18973"/>
                        <a:gd name="connsiteX6" fmla="*/ 8326 w 13576"/>
                        <a:gd name="connsiteY6" fmla="*/ 18734 h 18973"/>
                        <a:gd name="connsiteX7" fmla="*/ 10705 w 13576"/>
                        <a:gd name="connsiteY7" fmla="*/ 16355 h 18973"/>
                        <a:gd name="connsiteX8" fmla="*/ 11894 w 13576"/>
                        <a:gd name="connsiteY8" fmla="*/ 12786 h 18973"/>
                        <a:gd name="connsiteX9" fmla="*/ 13083 w 13576"/>
                        <a:gd name="connsiteY9" fmla="*/ 5650 h 189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3576" h="18973">
                          <a:moveTo>
                            <a:pt x="13083" y="5650"/>
                          </a:moveTo>
                          <a:cubicBezTo>
                            <a:pt x="11894" y="3271"/>
                            <a:pt x="8326" y="3271"/>
                            <a:pt x="8326" y="3271"/>
                          </a:cubicBezTo>
                          <a:cubicBezTo>
                            <a:pt x="7136" y="3271"/>
                            <a:pt x="5947" y="2082"/>
                            <a:pt x="4758" y="892"/>
                          </a:cubicBezTo>
                          <a:cubicBezTo>
                            <a:pt x="3568" y="-297"/>
                            <a:pt x="2379" y="-297"/>
                            <a:pt x="1189" y="892"/>
                          </a:cubicBezTo>
                          <a:cubicBezTo>
                            <a:pt x="0" y="2082"/>
                            <a:pt x="0" y="8029"/>
                            <a:pt x="0" y="9218"/>
                          </a:cubicBezTo>
                          <a:cubicBezTo>
                            <a:pt x="0" y="11597"/>
                            <a:pt x="2379" y="12786"/>
                            <a:pt x="3568" y="15165"/>
                          </a:cubicBezTo>
                          <a:cubicBezTo>
                            <a:pt x="4758" y="16355"/>
                            <a:pt x="4758" y="19923"/>
                            <a:pt x="8326" y="18734"/>
                          </a:cubicBezTo>
                          <a:cubicBezTo>
                            <a:pt x="8326" y="18734"/>
                            <a:pt x="10705" y="17544"/>
                            <a:pt x="10705" y="16355"/>
                          </a:cubicBezTo>
                          <a:cubicBezTo>
                            <a:pt x="10705" y="15165"/>
                            <a:pt x="9515" y="13976"/>
                            <a:pt x="11894" y="12786"/>
                          </a:cubicBezTo>
                          <a:cubicBezTo>
                            <a:pt x="13083" y="10408"/>
                            <a:pt x="14273" y="6839"/>
                            <a:pt x="13083" y="565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9" name="Freeform 698">
                      <a:extLst>
                        <a:ext uri="{FF2B5EF4-FFF2-40B4-BE49-F238E27FC236}">
                          <a16:creationId xmlns:a16="http://schemas.microsoft.com/office/drawing/2014/main" id="{46514F67-F7A6-C97E-B92D-BDB009C700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65134" y="1404800"/>
                      <a:ext cx="11197" cy="12191"/>
                    </a:xfrm>
                    <a:custGeom>
                      <a:avLst/>
                      <a:gdLst>
                        <a:gd name="connsiteX0" fmla="*/ 6440 w 11197"/>
                        <a:gd name="connsiteY0" fmla="*/ 11894 h 12191"/>
                        <a:gd name="connsiteX1" fmla="*/ 11198 w 11197"/>
                        <a:gd name="connsiteY1" fmla="*/ 10705 h 12191"/>
                        <a:gd name="connsiteX2" fmla="*/ 10008 w 11197"/>
                        <a:gd name="connsiteY2" fmla="*/ 5947 h 12191"/>
                        <a:gd name="connsiteX3" fmla="*/ 7629 w 11197"/>
                        <a:gd name="connsiteY3" fmla="*/ 3568 h 12191"/>
                        <a:gd name="connsiteX4" fmla="*/ 7629 w 11197"/>
                        <a:gd name="connsiteY4" fmla="*/ 0 h 12191"/>
                        <a:gd name="connsiteX5" fmla="*/ 1682 w 11197"/>
                        <a:gd name="connsiteY5" fmla="*/ 4758 h 12191"/>
                        <a:gd name="connsiteX6" fmla="*/ 493 w 11197"/>
                        <a:gd name="connsiteY6" fmla="*/ 10705 h 12191"/>
                        <a:gd name="connsiteX7" fmla="*/ 6440 w 11197"/>
                        <a:gd name="connsiteY7" fmla="*/ 11894 h 121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197" h="12191">
                          <a:moveTo>
                            <a:pt x="6440" y="11894"/>
                          </a:moveTo>
                          <a:cubicBezTo>
                            <a:pt x="6440" y="11894"/>
                            <a:pt x="11198" y="13084"/>
                            <a:pt x="11198" y="10705"/>
                          </a:cubicBezTo>
                          <a:cubicBezTo>
                            <a:pt x="11198" y="8326"/>
                            <a:pt x="11198" y="5947"/>
                            <a:pt x="10008" y="5947"/>
                          </a:cubicBezTo>
                          <a:cubicBezTo>
                            <a:pt x="8819" y="5947"/>
                            <a:pt x="7629" y="4758"/>
                            <a:pt x="7629" y="3568"/>
                          </a:cubicBezTo>
                          <a:cubicBezTo>
                            <a:pt x="7629" y="2379"/>
                            <a:pt x="8819" y="0"/>
                            <a:pt x="7629" y="0"/>
                          </a:cubicBezTo>
                          <a:cubicBezTo>
                            <a:pt x="6440" y="0"/>
                            <a:pt x="2872" y="3568"/>
                            <a:pt x="1682" y="4758"/>
                          </a:cubicBezTo>
                          <a:cubicBezTo>
                            <a:pt x="493" y="7137"/>
                            <a:pt x="-697" y="9516"/>
                            <a:pt x="493" y="10705"/>
                          </a:cubicBezTo>
                          <a:cubicBezTo>
                            <a:pt x="2872" y="13084"/>
                            <a:pt x="4061" y="11894"/>
                            <a:pt x="6440" y="1189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0" name="Freeform 699">
                      <a:extLst>
                        <a:ext uri="{FF2B5EF4-FFF2-40B4-BE49-F238E27FC236}">
                          <a16:creationId xmlns:a16="http://schemas.microsoft.com/office/drawing/2014/main" id="{4E80306C-D92F-6B4C-B1F7-35C1BB1E11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26681" y="1428589"/>
                      <a:ext cx="71246" cy="90512"/>
                    </a:xfrm>
                    <a:custGeom>
                      <a:avLst/>
                      <a:gdLst>
                        <a:gd name="connsiteX0" fmla="*/ 22294 w 71246"/>
                        <a:gd name="connsiteY0" fmla="*/ 42820 h 90512"/>
                        <a:gd name="connsiteX1" fmla="*/ 15157 w 71246"/>
                        <a:gd name="connsiteY1" fmla="*/ 40441 h 90512"/>
                        <a:gd name="connsiteX2" fmla="*/ 9210 w 71246"/>
                        <a:gd name="connsiteY2" fmla="*/ 40441 h 90512"/>
                        <a:gd name="connsiteX3" fmla="*/ 3262 w 71246"/>
                        <a:gd name="connsiteY3" fmla="*/ 35683 h 90512"/>
                        <a:gd name="connsiteX4" fmla="*/ 2073 w 71246"/>
                        <a:gd name="connsiteY4" fmla="*/ 49956 h 90512"/>
                        <a:gd name="connsiteX5" fmla="*/ 10399 w 71246"/>
                        <a:gd name="connsiteY5" fmla="*/ 46388 h 90512"/>
                        <a:gd name="connsiteX6" fmla="*/ 13967 w 71246"/>
                        <a:gd name="connsiteY6" fmla="*/ 51146 h 90512"/>
                        <a:gd name="connsiteX7" fmla="*/ 15157 w 71246"/>
                        <a:gd name="connsiteY7" fmla="*/ 55903 h 90512"/>
                        <a:gd name="connsiteX8" fmla="*/ 21104 w 71246"/>
                        <a:gd name="connsiteY8" fmla="*/ 59472 h 90512"/>
                        <a:gd name="connsiteX9" fmla="*/ 10399 w 71246"/>
                        <a:gd name="connsiteY9" fmla="*/ 61851 h 90512"/>
                        <a:gd name="connsiteX10" fmla="*/ 8020 w 71246"/>
                        <a:gd name="connsiteY10" fmla="*/ 68987 h 90512"/>
                        <a:gd name="connsiteX11" fmla="*/ 9210 w 71246"/>
                        <a:gd name="connsiteY11" fmla="*/ 76124 h 90512"/>
                        <a:gd name="connsiteX12" fmla="*/ 11589 w 71246"/>
                        <a:gd name="connsiteY12" fmla="*/ 80882 h 90512"/>
                        <a:gd name="connsiteX13" fmla="*/ 10399 w 71246"/>
                        <a:gd name="connsiteY13" fmla="*/ 85639 h 90512"/>
                        <a:gd name="connsiteX14" fmla="*/ 21104 w 71246"/>
                        <a:gd name="connsiteY14" fmla="*/ 82071 h 90512"/>
                        <a:gd name="connsiteX15" fmla="*/ 22294 w 71246"/>
                        <a:gd name="connsiteY15" fmla="*/ 76124 h 90512"/>
                        <a:gd name="connsiteX16" fmla="*/ 28241 w 71246"/>
                        <a:gd name="connsiteY16" fmla="*/ 80882 h 90512"/>
                        <a:gd name="connsiteX17" fmla="*/ 29430 w 71246"/>
                        <a:gd name="connsiteY17" fmla="*/ 90397 h 90512"/>
                        <a:gd name="connsiteX18" fmla="*/ 36567 w 71246"/>
                        <a:gd name="connsiteY18" fmla="*/ 84450 h 90512"/>
                        <a:gd name="connsiteX19" fmla="*/ 37756 w 71246"/>
                        <a:gd name="connsiteY19" fmla="*/ 78503 h 90512"/>
                        <a:gd name="connsiteX20" fmla="*/ 44893 w 71246"/>
                        <a:gd name="connsiteY20" fmla="*/ 72556 h 90512"/>
                        <a:gd name="connsiteX21" fmla="*/ 41325 w 71246"/>
                        <a:gd name="connsiteY21" fmla="*/ 61851 h 90512"/>
                        <a:gd name="connsiteX22" fmla="*/ 37756 w 71246"/>
                        <a:gd name="connsiteY22" fmla="*/ 57093 h 90512"/>
                        <a:gd name="connsiteX23" fmla="*/ 46082 w 71246"/>
                        <a:gd name="connsiteY23" fmla="*/ 55903 h 90512"/>
                        <a:gd name="connsiteX24" fmla="*/ 57977 w 71246"/>
                        <a:gd name="connsiteY24" fmla="*/ 51146 h 90512"/>
                        <a:gd name="connsiteX25" fmla="*/ 49650 w 71246"/>
                        <a:gd name="connsiteY25" fmla="*/ 40441 h 90512"/>
                        <a:gd name="connsiteX26" fmla="*/ 55598 w 71246"/>
                        <a:gd name="connsiteY26" fmla="*/ 38062 h 90512"/>
                        <a:gd name="connsiteX27" fmla="*/ 63924 w 71246"/>
                        <a:gd name="connsiteY27" fmla="*/ 36872 h 90512"/>
                        <a:gd name="connsiteX28" fmla="*/ 71060 w 71246"/>
                        <a:gd name="connsiteY28" fmla="*/ 28546 h 90512"/>
                        <a:gd name="connsiteX29" fmla="*/ 60355 w 71246"/>
                        <a:gd name="connsiteY29" fmla="*/ 13084 h 90512"/>
                        <a:gd name="connsiteX30" fmla="*/ 49650 w 71246"/>
                        <a:gd name="connsiteY30" fmla="*/ 21410 h 90512"/>
                        <a:gd name="connsiteX31" fmla="*/ 52029 w 71246"/>
                        <a:gd name="connsiteY31" fmla="*/ 14273 h 90512"/>
                        <a:gd name="connsiteX32" fmla="*/ 56787 w 71246"/>
                        <a:gd name="connsiteY32" fmla="*/ 0 h 90512"/>
                        <a:gd name="connsiteX33" fmla="*/ 50840 w 71246"/>
                        <a:gd name="connsiteY33" fmla="*/ 4758 h 90512"/>
                        <a:gd name="connsiteX34" fmla="*/ 46082 w 71246"/>
                        <a:gd name="connsiteY34" fmla="*/ 11894 h 90512"/>
                        <a:gd name="connsiteX35" fmla="*/ 44893 w 71246"/>
                        <a:gd name="connsiteY35" fmla="*/ 3568 h 90512"/>
                        <a:gd name="connsiteX36" fmla="*/ 40135 w 71246"/>
                        <a:gd name="connsiteY36" fmla="*/ 9516 h 90512"/>
                        <a:gd name="connsiteX37" fmla="*/ 35377 w 71246"/>
                        <a:gd name="connsiteY37" fmla="*/ 13084 h 90512"/>
                        <a:gd name="connsiteX38" fmla="*/ 43703 w 71246"/>
                        <a:gd name="connsiteY38" fmla="*/ 19031 h 90512"/>
                        <a:gd name="connsiteX39" fmla="*/ 37756 w 71246"/>
                        <a:gd name="connsiteY39" fmla="*/ 23789 h 90512"/>
                        <a:gd name="connsiteX40" fmla="*/ 36567 w 71246"/>
                        <a:gd name="connsiteY40" fmla="*/ 34494 h 90512"/>
                        <a:gd name="connsiteX41" fmla="*/ 30619 w 71246"/>
                        <a:gd name="connsiteY41" fmla="*/ 36872 h 90512"/>
                        <a:gd name="connsiteX42" fmla="*/ 22294 w 71246"/>
                        <a:gd name="connsiteY42" fmla="*/ 42820 h 905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</a:cxnLst>
                      <a:rect l="l" t="t" r="r" b="b"/>
                      <a:pathLst>
                        <a:path w="71246" h="90512">
                          <a:moveTo>
                            <a:pt x="22294" y="42820"/>
                          </a:moveTo>
                          <a:cubicBezTo>
                            <a:pt x="19915" y="42820"/>
                            <a:pt x="17536" y="40441"/>
                            <a:pt x="15157" y="40441"/>
                          </a:cubicBezTo>
                          <a:cubicBezTo>
                            <a:pt x="12778" y="40441"/>
                            <a:pt x="10399" y="42820"/>
                            <a:pt x="9210" y="40441"/>
                          </a:cubicBezTo>
                          <a:cubicBezTo>
                            <a:pt x="8020" y="38062"/>
                            <a:pt x="5642" y="35683"/>
                            <a:pt x="3262" y="35683"/>
                          </a:cubicBezTo>
                          <a:cubicBezTo>
                            <a:pt x="2073" y="35683"/>
                            <a:pt x="-2685" y="48767"/>
                            <a:pt x="2073" y="49956"/>
                          </a:cubicBezTo>
                          <a:cubicBezTo>
                            <a:pt x="6831" y="49956"/>
                            <a:pt x="9210" y="44009"/>
                            <a:pt x="10399" y="46388"/>
                          </a:cubicBezTo>
                          <a:cubicBezTo>
                            <a:pt x="11589" y="48767"/>
                            <a:pt x="13967" y="49956"/>
                            <a:pt x="13967" y="51146"/>
                          </a:cubicBezTo>
                          <a:cubicBezTo>
                            <a:pt x="12778" y="52335"/>
                            <a:pt x="12778" y="55903"/>
                            <a:pt x="15157" y="55903"/>
                          </a:cubicBezTo>
                          <a:cubicBezTo>
                            <a:pt x="16346" y="55903"/>
                            <a:pt x="21104" y="58282"/>
                            <a:pt x="21104" y="59472"/>
                          </a:cubicBezTo>
                          <a:cubicBezTo>
                            <a:pt x="19915" y="60661"/>
                            <a:pt x="12778" y="60661"/>
                            <a:pt x="10399" y="61851"/>
                          </a:cubicBezTo>
                          <a:cubicBezTo>
                            <a:pt x="8020" y="63040"/>
                            <a:pt x="6831" y="66608"/>
                            <a:pt x="8020" y="68987"/>
                          </a:cubicBezTo>
                          <a:cubicBezTo>
                            <a:pt x="9210" y="71366"/>
                            <a:pt x="8020" y="76124"/>
                            <a:pt x="9210" y="76124"/>
                          </a:cubicBezTo>
                          <a:cubicBezTo>
                            <a:pt x="10399" y="77313"/>
                            <a:pt x="12778" y="78503"/>
                            <a:pt x="11589" y="80882"/>
                          </a:cubicBezTo>
                          <a:cubicBezTo>
                            <a:pt x="10399" y="82071"/>
                            <a:pt x="9210" y="85639"/>
                            <a:pt x="10399" y="85639"/>
                          </a:cubicBezTo>
                          <a:cubicBezTo>
                            <a:pt x="12778" y="85639"/>
                            <a:pt x="21104" y="84450"/>
                            <a:pt x="21104" y="82071"/>
                          </a:cubicBezTo>
                          <a:cubicBezTo>
                            <a:pt x="21104" y="79692"/>
                            <a:pt x="19915" y="76124"/>
                            <a:pt x="22294" y="76124"/>
                          </a:cubicBezTo>
                          <a:cubicBezTo>
                            <a:pt x="24672" y="76124"/>
                            <a:pt x="29430" y="78503"/>
                            <a:pt x="28241" y="80882"/>
                          </a:cubicBezTo>
                          <a:cubicBezTo>
                            <a:pt x="27051" y="83260"/>
                            <a:pt x="24672" y="91586"/>
                            <a:pt x="29430" y="90397"/>
                          </a:cubicBezTo>
                          <a:cubicBezTo>
                            <a:pt x="34188" y="89208"/>
                            <a:pt x="36567" y="85639"/>
                            <a:pt x="36567" y="84450"/>
                          </a:cubicBezTo>
                          <a:cubicBezTo>
                            <a:pt x="36567" y="82071"/>
                            <a:pt x="35377" y="78503"/>
                            <a:pt x="37756" y="78503"/>
                          </a:cubicBezTo>
                          <a:cubicBezTo>
                            <a:pt x="40135" y="78503"/>
                            <a:pt x="44893" y="77313"/>
                            <a:pt x="44893" y="72556"/>
                          </a:cubicBezTo>
                          <a:cubicBezTo>
                            <a:pt x="44893" y="67798"/>
                            <a:pt x="43703" y="63040"/>
                            <a:pt x="41325" y="61851"/>
                          </a:cubicBezTo>
                          <a:cubicBezTo>
                            <a:pt x="38946" y="60661"/>
                            <a:pt x="35377" y="59472"/>
                            <a:pt x="37756" y="57093"/>
                          </a:cubicBezTo>
                          <a:cubicBezTo>
                            <a:pt x="40135" y="55903"/>
                            <a:pt x="41325" y="54714"/>
                            <a:pt x="46082" y="55903"/>
                          </a:cubicBezTo>
                          <a:cubicBezTo>
                            <a:pt x="46082" y="55903"/>
                            <a:pt x="59166" y="53525"/>
                            <a:pt x="57977" y="51146"/>
                          </a:cubicBezTo>
                          <a:cubicBezTo>
                            <a:pt x="56787" y="48767"/>
                            <a:pt x="49650" y="44009"/>
                            <a:pt x="49650" y="40441"/>
                          </a:cubicBezTo>
                          <a:cubicBezTo>
                            <a:pt x="50840" y="36872"/>
                            <a:pt x="54408" y="36872"/>
                            <a:pt x="55598" y="38062"/>
                          </a:cubicBezTo>
                          <a:cubicBezTo>
                            <a:pt x="56787" y="39251"/>
                            <a:pt x="60355" y="40441"/>
                            <a:pt x="63924" y="36872"/>
                          </a:cubicBezTo>
                          <a:cubicBezTo>
                            <a:pt x="67492" y="33304"/>
                            <a:pt x="72250" y="30925"/>
                            <a:pt x="71060" y="28546"/>
                          </a:cubicBezTo>
                          <a:cubicBezTo>
                            <a:pt x="69871" y="24978"/>
                            <a:pt x="62734" y="11894"/>
                            <a:pt x="60355" y="13084"/>
                          </a:cubicBezTo>
                          <a:cubicBezTo>
                            <a:pt x="57977" y="14273"/>
                            <a:pt x="50840" y="24978"/>
                            <a:pt x="49650" y="21410"/>
                          </a:cubicBezTo>
                          <a:cubicBezTo>
                            <a:pt x="48461" y="17842"/>
                            <a:pt x="49650" y="14273"/>
                            <a:pt x="52029" y="14273"/>
                          </a:cubicBezTo>
                          <a:cubicBezTo>
                            <a:pt x="54408" y="13084"/>
                            <a:pt x="59166" y="0"/>
                            <a:pt x="56787" y="0"/>
                          </a:cubicBezTo>
                          <a:cubicBezTo>
                            <a:pt x="54408" y="0"/>
                            <a:pt x="52029" y="2379"/>
                            <a:pt x="50840" y="4758"/>
                          </a:cubicBezTo>
                          <a:cubicBezTo>
                            <a:pt x="48461" y="7137"/>
                            <a:pt x="47272" y="14273"/>
                            <a:pt x="46082" y="11894"/>
                          </a:cubicBezTo>
                          <a:cubicBezTo>
                            <a:pt x="44893" y="9516"/>
                            <a:pt x="47272" y="3568"/>
                            <a:pt x="44893" y="3568"/>
                          </a:cubicBezTo>
                          <a:cubicBezTo>
                            <a:pt x="42514" y="3568"/>
                            <a:pt x="41325" y="8326"/>
                            <a:pt x="40135" y="9516"/>
                          </a:cubicBezTo>
                          <a:cubicBezTo>
                            <a:pt x="38946" y="10705"/>
                            <a:pt x="34188" y="9516"/>
                            <a:pt x="35377" y="13084"/>
                          </a:cubicBezTo>
                          <a:cubicBezTo>
                            <a:pt x="35377" y="16652"/>
                            <a:pt x="44893" y="16652"/>
                            <a:pt x="43703" y="19031"/>
                          </a:cubicBezTo>
                          <a:cubicBezTo>
                            <a:pt x="43703" y="21410"/>
                            <a:pt x="37756" y="22599"/>
                            <a:pt x="37756" y="23789"/>
                          </a:cubicBezTo>
                          <a:cubicBezTo>
                            <a:pt x="37756" y="24978"/>
                            <a:pt x="38946" y="33304"/>
                            <a:pt x="36567" y="34494"/>
                          </a:cubicBezTo>
                          <a:cubicBezTo>
                            <a:pt x="34188" y="35683"/>
                            <a:pt x="31809" y="34494"/>
                            <a:pt x="30619" y="36872"/>
                          </a:cubicBezTo>
                          <a:cubicBezTo>
                            <a:pt x="28241" y="38062"/>
                            <a:pt x="24672" y="42820"/>
                            <a:pt x="22294" y="4282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1" name="Freeform 700">
                      <a:extLst>
                        <a:ext uri="{FF2B5EF4-FFF2-40B4-BE49-F238E27FC236}">
                          <a16:creationId xmlns:a16="http://schemas.microsoft.com/office/drawing/2014/main" id="{6B3D0727-4BBE-D924-4A39-D94C50296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5934" y="1445654"/>
                      <a:ext cx="69094" cy="48678"/>
                    </a:xfrm>
                    <a:custGeom>
                      <a:avLst/>
                      <a:gdLst>
                        <a:gd name="connsiteX0" fmla="*/ 8326 w 69094"/>
                        <a:gd name="connsiteY0" fmla="*/ 40028 h 48678"/>
                        <a:gd name="connsiteX1" fmla="*/ 16652 w 69094"/>
                        <a:gd name="connsiteY1" fmla="*/ 36460 h 48678"/>
                        <a:gd name="connsiteX2" fmla="*/ 24978 w 69094"/>
                        <a:gd name="connsiteY2" fmla="*/ 43596 h 48678"/>
                        <a:gd name="connsiteX3" fmla="*/ 29736 w 69094"/>
                        <a:gd name="connsiteY3" fmla="*/ 35270 h 48678"/>
                        <a:gd name="connsiteX4" fmla="*/ 34494 w 69094"/>
                        <a:gd name="connsiteY4" fmla="*/ 45975 h 48678"/>
                        <a:gd name="connsiteX5" fmla="*/ 40441 w 69094"/>
                        <a:gd name="connsiteY5" fmla="*/ 48354 h 48678"/>
                        <a:gd name="connsiteX6" fmla="*/ 36873 w 69094"/>
                        <a:gd name="connsiteY6" fmla="*/ 40028 h 48678"/>
                        <a:gd name="connsiteX7" fmla="*/ 35683 w 69094"/>
                        <a:gd name="connsiteY7" fmla="*/ 32891 h 48678"/>
                        <a:gd name="connsiteX8" fmla="*/ 28547 w 69094"/>
                        <a:gd name="connsiteY8" fmla="*/ 23376 h 48678"/>
                        <a:gd name="connsiteX9" fmla="*/ 34494 w 69094"/>
                        <a:gd name="connsiteY9" fmla="*/ 18618 h 48678"/>
                        <a:gd name="connsiteX10" fmla="*/ 39252 w 69094"/>
                        <a:gd name="connsiteY10" fmla="*/ 13861 h 48678"/>
                        <a:gd name="connsiteX11" fmla="*/ 46388 w 69094"/>
                        <a:gd name="connsiteY11" fmla="*/ 13861 h 48678"/>
                        <a:gd name="connsiteX12" fmla="*/ 48767 w 69094"/>
                        <a:gd name="connsiteY12" fmla="*/ 10292 h 48678"/>
                        <a:gd name="connsiteX13" fmla="*/ 59472 w 69094"/>
                        <a:gd name="connsiteY13" fmla="*/ 19808 h 48678"/>
                        <a:gd name="connsiteX14" fmla="*/ 66608 w 69094"/>
                        <a:gd name="connsiteY14" fmla="*/ 18618 h 48678"/>
                        <a:gd name="connsiteX15" fmla="*/ 67798 w 69094"/>
                        <a:gd name="connsiteY15" fmla="*/ 12671 h 48678"/>
                        <a:gd name="connsiteX16" fmla="*/ 54714 w 69094"/>
                        <a:gd name="connsiteY16" fmla="*/ 7913 h 48678"/>
                        <a:gd name="connsiteX17" fmla="*/ 44009 w 69094"/>
                        <a:gd name="connsiteY17" fmla="*/ 777 h 48678"/>
                        <a:gd name="connsiteX18" fmla="*/ 26168 w 69094"/>
                        <a:gd name="connsiteY18" fmla="*/ 1966 h 48678"/>
                        <a:gd name="connsiteX19" fmla="*/ 15463 w 69094"/>
                        <a:gd name="connsiteY19" fmla="*/ 12671 h 48678"/>
                        <a:gd name="connsiteX20" fmla="*/ 13084 w 69094"/>
                        <a:gd name="connsiteY20" fmla="*/ 17429 h 48678"/>
                        <a:gd name="connsiteX21" fmla="*/ 0 w 69094"/>
                        <a:gd name="connsiteY21" fmla="*/ 24565 h 48678"/>
                        <a:gd name="connsiteX22" fmla="*/ 8326 w 69094"/>
                        <a:gd name="connsiteY22" fmla="*/ 40028 h 48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69094" h="48678">
                          <a:moveTo>
                            <a:pt x="8326" y="40028"/>
                          </a:moveTo>
                          <a:cubicBezTo>
                            <a:pt x="10705" y="38839"/>
                            <a:pt x="15463" y="34081"/>
                            <a:pt x="16652" y="36460"/>
                          </a:cubicBezTo>
                          <a:cubicBezTo>
                            <a:pt x="17842" y="38839"/>
                            <a:pt x="23789" y="44786"/>
                            <a:pt x="24978" y="43596"/>
                          </a:cubicBezTo>
                          <a:cubicBezTo>
                            <a:pt x="26168" y="42407"/>
                            <a:pt x="28547" y="32891"/>
                            <a:pt x="29736" y="35270"/>
                          </a:cubicBezTo>
                          <a:cubicBezTo>
                            <a:pt x="32115" y="37649"/>
                            <a:pt x="34494" y="43596"/>
                            <a:pt x="34494" y="45975"/>
                          </a:cubicBezTo>
                          <a:cubicBezTo>
                            <a:pt x="35683" y="47165"/>
                            <a:pt x="40441" y="49544"/>
                            <a:pt x="40441" y="48354"/>
                          </a:cubicBezTo>
                          <a:cubicBezTo>
                            <a:pt x="40441" y="47165"/>
                            <a:pt x="36873" y="43596"/>
                            <a:pt x="36873" y="40028"/>
                          </a:cubicBezTo>
                          <a:cubicBezTo>
                            <a:pt x="36873" y="36460"/>
                            <a:pt x="38062" y="34081"/>
                            <a:pt x="35683" y="32891"/>
                          </a:cubicBezTo>
                          <a:cubicBezTo>
                            <a:pt x="34494" y="31702"/>
                            <a:pt x="26168" y="24565"/>
                            <a:pt x="28547" y="23376"/>
                          </a:cubicBezTo>
                          <a:cubicBezTo>
                            <a:pt x="30925" y="22187"/>
                            <a:pt x="33304" y="20997"/>
                            <a:pt x="34494" y="18618"/>
                          </a:cubicBezTo>
                          <a:cubicBezTo>
                            <a:pt x="35683" y="16239"/>
                            <a:pt x="35683" y="13861"/>
                            <a:pt x="39252" y="13861"/>
                          </a:cubicBezTo>
                          <a:cubicBezTo>
                            <a:pt x="42820" y="13861"/>
                            <a:pt x="46388" y="15050"/>
                            <a:pt x="46388" y="13861"/>
                          </a:cubicBezTo>
                          <a:cubicBezTo>
                            <a:pt x="47577" y="12671"/>
                            <a:pt x="47577" y="10292"/>
                            <a:pt x="48767" y="10292"/>
                          </a:cubicBezTo>
                          <a:cubicBezTo>
                            <a:pt x="49956" y="11482"/>
                            <a:pt x="53525" y="20997"/>
                            <a:pt x="59472" y="19808"/>
                          </a:cubicBezTo>
                          <a:cubicBezTo>
                            <a:pt x="59472" y="19808"/>
                            <a:pt x="64230" y="20997"/>
                            <a:pt x="66608" y="18618"/>
                          </a:cubicBezTo>
                          <a:cubicBezTo>
                            <a:pt x="68987" y="16239"/>
                            <a:pt x="70177" y="13861"/>
                            <a:pt x="67798" y="12671"/>
                          </a:cubicBezTo>
                          <a:cubicBezTo>
                            <a:pt x="66608" y="11482"/>
                            <a:pt x="58283" y="11482"/>
                            <a:pt x="54714" y="7913"/>
                          </a:cubicBezTo>
                          <a:cubicBezTo>
                            <a:pt x="52335" y="4345"/>
                            <a:pt x="46388" y="777"/>
                            <a:pt x="44009" y="777"/>
                          </a:cubicBezTo>
                          <a:cubicBezTo>
                            <a:pt x="40441" y="777"/>
                            <a:pt x="30925" y="-1602"/>
                            <a:pt x="26168" y="1966"/>
                          </a:cubicBezTo>
                          <a:cubicBezTo>
                            <a:pt x="21410" y="5535"/>
                            <a:pt x="16652" y="10292"/>
                            <a:pt x="15463" y="12671"/>
                          </a:cubicBezTo>
                          <a:cubicBezTo>
                            <a:pt x="14273" y="15050"/>
                            <a:pt x="16652" y="16239"/>
                            <a:pt x="13084" y="17429"/>
                          </a:cubicBezTo>
                          <a:cubicBezTo>
                            <a:pt x="9516" y="18618"/>
                            <a:pt x="0" y="19808"/>
                            <a:pt x="0" y="24565"/>
                          </a:cubicBezTo>
                          <a:cubicBezTo>
                            <a:pt x="2379" y="26944"/>
                            <a:pt x="5947" y="41218"/>
                            <a:pt x="8326" y="4002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702" name="Freeform 701">
                    <a:extLst>
                      <a:ext uri="{FF2B5EF4-FFF2-40B4-BE49-F238E27FC236}">
                        <a16:creationId xmlns:a16="http://schemas.microsoft.com/office/drawing/2014/main" id="{4AF2561F-7CC1-32D8-B587-D1921A8397D1}"/>
                      </a:ext>
                    </a:extLst>
                  </p:cNvPr>
                  <p:cNvSpPr/>
                  <p:nvPr/>
                </p:nvSpPr>
                <p:spPr>
                  <a:xfrm>
                    <a:off x="7433724" y="3497966"/>
                    <a:ext cx="724468" cy="712713"/>
                  </a:xfrm>
                  <a:custGeom>
                    <a:avLst/>
                    <a:gdLst>
                      <a:gd name="connsiteX0" fmla="*/ 724468 w 724468"/>
                      <a:gd name="connsiteY0" fmla="*/ 150108 h 712713"/>
                      <a:gd name="connsiteX1" fmla="*/ 719711 w 724468"/>
                      <a:gd name="connsiteY1" fmla="*/ 165571 h 712713"/>
                      <a:gd name="connsiteX2" fmla="*/ 713764 w 724468"/>
                      <a:gd name="connsiteY2" fmla="*/ 163192 h 712713"/>
                      <a:gd name="connsiteX3" fmla="*/ 706627 w 724468"/>
                      <a:gd name="connsiteY3" fmla="*/ 165571 h 712713"/>
                      <a:gd name="connsiteX4" fmla="*/ 694732 w 724468"/>
                      <a:gd name="connsiteY4" fmla="*/ 172707 h 712713"/>
                      <a:gd name="connsiteX5" fmla="*/ 687596 w 724468"/>
                      <a:gd name="connsiteY5" fmla="*/ 182223 h 712713"/>
                      <a:gd name="connsiteX6" fmla="*/ 678081 w 724468"/>
                      <a:gd name="connsiteY6" fmla="*/ 191739 h 712713"/>
                      <a:gd name="connsiteX7" fmla="*/ 670944 w 724468"/>
                      <a:gd name="connsiteY7" fmla="*/ 217906 h 712713"/>
                      <a:gd name="connsiteX8" fmla="*/ 663807 w 724468"/>
                      <a:gd name="connsiteY8" fmla="*/ 229800 h 712713"/>
                      <a:gd name="connsiteX9" fmla="*/ 667376 w 724468"/>
                      <a:gd name="connsiteY9" fmla="*/ 234558 h 712713"/>
                      <a:gd name="connsiteX10" fmla="*/ 667376 w 724468"/>
                      <a:gd name="connsiteY10" fmla="*/ 241695 h 712713"/>
                      <a:gd name="connsiteX11" fmla="*/ 647155 w 724468"/>
                      <a:gd name="connsiteY11" fmla="*/ 271430 h 712713"/>
                      <a:gd name="connsiteX12" fmla="*/ 642398 w 724468"/>
                      <a:gd name="connsiteY12" fmla="*/ 270241 h 712713"/>
                      <a:gd name="connsiteX13" fmla="*/ 638829 w 724468"/>
                      <a:gd name="connsiteY13" fmla="*/ 298788 h 712713"/>
                      <a:gd name="connsiteX14" fmla="*/ 635261 w 724468"/>
                      <a:gd name="connsiteY14" fmla="*/ 326145 h 712713"/>
                      <a:gd name="connsiteX15" fmla="*/ 629313 w 724468"/>
                      <a:gd name="connsiteY15" fmla="*/ 332092 h 712713"/>
                      <a:gd name="connsiteX16" fmla="*/ 620987 w 724468"/>
                      <a:gd name="connsiteY16" fmla="*/ 308303 h 712713"/>
                      <a:gd name="connsiteX17" fmla="*/ 617419 w 724468"/>
                      <a:gd name="connsiteY17" fmla="*/ 294030 h 712713"/>
                      <a:gd name="connsiteX18" fmla="*/ 615040 w 724468"/>
                      <a:gd name="connsiteY18" fmla="*/ 286893 h 712713"/>
                      <a:gd name="connsiteX19" fmla="*/ 611472 w 724468"/>
                      <a:gd name="connsiteY19" fmla="*/ 282136 h 712713"/>
                      <a:gd name="connsiteX20" fmla="*/ 610283 w 724468"/>
                      <a:gd name="connsiteY20" fmla="*/ 282136 h 712713"/>
                      <a:gd name="connsiteX21" fmla="*/ 610283 w 724468"/>
                      <a:gd name="connsiteY21" fmla="*/ 283325 h 712713"/>
                      <a:gd name="connsiteX22" fmla="*/ 603146 w 724468"/>
                      <a:gd name="connsiteY22" fmla="*/ 279757 h 712713"/>
                      <a:gd name="connsiteX23" fmla="*/ 603146 w 724468"/>
                      <a:gd name="connsiteY23" fmla="*/ 286893 h 712713"/>
                      <a:gd name="connsiteX24" fmla="*/ 600767 w 724468"/>
                      <a:gd name="connsiteY24" fmla="*/ 294030 h 712713"/>
                      <a:gd name="connsiteX25" fmla="*/ 592441 w 724468"/>
                      <a:gd name="connsiteY25" fmla="*/ 290461 h 712713"/>
                      <a:gd name="connsiteX26" fmla="*/ 584115 w 724468"/>
                      <a:gd name="connsiteY26" fmla="*/ 279757 h 712713"/>
                      <a:gd name="connsiteX27" fmla="*/ 587683 w 724468"/>
                      <a:gd name="connsiteY27" fmla="*/ 266673 h 712713"/>
                      <a:gd name="connsiteX28" fmla="*/ 591251 w 724468"/>
                      <a:gd name="connsiteY28" fmla="*/ 264294 h 712713"/>
                      <a:gd name="connsiteX29" fmla="*/ 597199 w 724468"/>
                      <a:gd name="connsiteY29" fmla="*/ 266673 h 712713"/>
                      <a:gd name="connsiteX30" fmla="*/ 598388 w 724468"/>
                      <a:gd name="connsiteY30" fmla="*/ 259536 h 712713"/>
                      <a:gd name="connsiteX31" fmla="*/ 603146 w 724468"/>
                      <a:gd name="connsiteY31" fmla="*/ 253589 h 712713"/>
                      <a:gd name="connsiteX32" fmla="*/ 604336 w 724468"/>
                      <a:gd name="connsiteY32" fmla="*/ 246453 h 712713"/>
                      <a:gd name="connsiteX33" fmla="*/ 604336 w 724468"/>
                      <a:gd name="connsiteY33" fmla="*/ 240505 h 712713"/>
                      <a:gd name="connsiteX34" fmla="*/ 593630 w 724468"/>
                      <a:gd name="connsiteY34" fmla="*/ 233369 h 712713"/>
                      <a:gd name="connsiteX35" fmla="*/ 576979 w 724468"/>
                      <a:gd name="connsiteY35" fmla="*/ 232179 h 712713"/>
                      <a:gd name="connsiteX36" fmla="*/ 557947 w 724468"/>
                      <a:gd name="connsiteY36" fmla="*/ 232179 h 712713"/>
                      <a:gd name="connsiteX37" fmla="*/ 541296 w 724468"/>
                      <a:gd name="connsiteY37" fmla="*/ 228611 h 712713"/>
                      <a:gd name="connsiteX38" fmla="*/ 540106 w 724468"/>
                      <a:gd name="connsiteY38" fmla="*/ 217906 h 712713"/>
                      <a:gd name="connsiteX39" fmla="*/ 538917 w 724468"/>
                      <a:gd name="connsiteY39" fmla="*/ 211959 h 712713"/>
                      <a:gd name="connsiteX40" fmla="*/ 529401 w 724468"/>
                      <a:gd name="connsiteY40" fmla="*/ 206012 h 712713"/>
                      <a:gd name="connsiteX41" fmla="*/ 524643 w 724468"/>
                      <a:gd name="connsiteY41" fmla="*/ 203633 h 712713"/>
                      <a:gd name="connsiteX42" fmla="*/ 519885 w 724468"/>
                      <a:gd name="connsiteY42" fmla="*/ 200064 h 712713"/>
                      <a:gd name="connsiteX43" fmla="*/ 518696 w 724468"/>
                      <a:gd name="connsiteY43" fmla="*/ 204822 h 712713"/>
                      <a:gd name="connsiteX44" fmla="*/ 511560 w 724468"/>
                      <a:gd name="connsiteY44" fmla="*/ 203633 h 712713"/>
                      <a:gd name="connsiteX45" fmla="*/ 511560 w 724468"/>
                      <a:gd name="connsiteY45" fmla="*/ 200064 h 712713"/>
                      <a:gd name="connsiteX46" fmla="*/ 510370 w 724468"/>
                      <a:gd name="connsiteY46" fmla="*/ 196496 h 712713"/>
                      <a:gd name="connsiteX47" fmla="*/ 506802 w 724468"/>
                      <a:gd name="connsiteY47" fmla="*/ 191739 h 712713"/>
                      <a:gd name="connsiteX48" fmla="*/ 503234 w 724468"/>
                      <a:gd name="connsiteY48" fmla="*/ 200064 h 712713"/>
                      <a:gd name="connsiteX49" fmla="*/ 503234 w 724468"/>
                      <a:gd name="connsiteY49" fmla="*/ 208391 h 712713"/>
                      <a:gd name="connsiteX50" fmla="*/ 502044 w 724468"/>
                      <a:gd name="connsiteY50" fmla="*/ 221474 h 712713"/>
                      <a:gd name="connsiteX51" fmla="*/ 515128 w 724468"/>
                      <a:gd name="connsiteY51" fmla="*/ 223853 h 712713"/>
                      <a:gd name="connsiteX52" fmla="*/ 521075 w 724468"/>
                      <a:gd name="connsiteY52" fmla="*/ 226232 h 712713"/>
                      <a:gd name="connsiteX53" fmla="*/ 521075 w 724468"/>
                      <a:gd name="connsiteY53" fmla="*/ 229800 h 712713"/>
                      <a:gd name="connsiteX54" fmla="*/ 522264 w 724468"/>
                      <a:gd name="connsiteY54" fmla="*/ 233369 h 712713"/>
                      <a:gd name="connsiteX55" fmla="*/ 510370 w 724468"/>
                      <a:gd name="connsiteY55" fmla="*/ 239316 h 712713"/>
                      <a:gd name="connsiteX56" fmla="*/ 507991 w 724468"/>
                      <a:gd name="connsiteY56" fmla="*/ 245263 h 712713"/>
                      <a:gd name="connsiteX57" fmla="*/ 503234 w 724468"/>
                      <a:gd name="connsiteY57" fmla="*/ 250021 h 712713"/>
                      <a:gd name="connsiteX58" fmla="*/ 504423 w 724468"/>
                      <a:gd name="connsiteY58" fmla="*/ 255968 h 712713"/>
                      <a:gd name="connsiteX59" fmla="*/ 507991 w 724468"/>
                      <a:gd name="connsiteY59" fmla="*/ 260726 h 712713"/>
                      <a:gd name="connsiteX60" fmla="*/ 513938 w 724468"/>
                      <a:gd name="connsiteY60" fmla="*/ 265483 h 712713"/>
                      <a:gd name="connsiteX61" fmla="*/ 519885 w 724468"/>
                      <a:gd name="connsiteY61" fmla="*/ 269052 h 712713"/>
                      <a:gd name="connsiteX62" fmla="*/ 524643 w 724468"/>
                      <a:gd name="connsiteY62" fmla="*/ 298788 h 712713"/>
                      <a:gd name="connsiteX63" fmla="*/ 532969 w 724468"/>
                      <a:gd name="connsiteY63" fmla="*/ 316629 h 712713"/>
                      <a:gd name="connsiteX64" fmla="*/ 536538 w 724468"/>
                      <a:gd name="connsiteY64" fmla="*/ 326145 h 712713"/>
                      <a:gd name="connsiteX65" fmla="*/ 536538 w 724468"/>
                      <a:gd name="connsiteY65" fmla="*/ 334471 h 712713"/>
                      <a:gd name="connsiteX66" fmla="*/ 534159 w 724468"/>
                      <a:gd name="connsiteY66" fmla="*/ 334471 h 712713"/>
                      <a:gd name="connsiteX67" fmla="*/ 534159 w 724468"/>
                      <a:gd name="connsiteY67" fmla="*/ 342797 h 712713"/>
                      <a:gd name="connsiteX68" fmla="*/ 525832 w 724468"/>
                      <a:gd name="connsiteY68" fmla="*/ 338039 h 712713"/>
                      <a:gd name="connsiteX69" fmla="*/ 522264 w 724468"/>
                      <a:gd name="connsiteY69" fmla="*/ 335660 h 712713"/>
                      <a:gd name="connsiteX70" fmla="*/ 515128 w 724468"/>
                      <a:gd name="connsiteY70" fmla="*/ 335660 h 712713"/>
                      <a:gd name="connsiteX71" fmla="*/ 500855 w 724468"/>
                      <a:gd name="connsiteY71" fmla="*/ 322576 h 712713"/>
                      <a:gd name="connsiteX72" fmla="*/ 494907 w 724468"/>
                      <a:gd name="connsiteY72" fmla="*/ 343986 h 712713"/>
                      <a:gd name="connsiteX73" fmla="*/ 479445 w 724468"/>
                      <a:gd name="connsiteY73" fmla="*/ 363017 h 712713"/>
                      <a:gd name="connsiteX74" fmla="*/ 480634 w 724468"/>
                      <a:gd name="connsiteY74" fmla="*/ 374911 h 712713"/>
                      <a:gd name="connsiteX75" fmla="*/ 471119 w 724468"/>
                      <a:gd name="connsiteY75" fmla="*/ 386806 h 712713"/>
                      <a:gd name="connsiteX76" fmla="*/ 449709 w 724468"/>
                      <a:gd name="connsiteY76" fmla="*/ 398700 h 712713"/>
                      <a:gd name="connsiteX77" fmla="*/ 444951 w 724468"/>
                      <a:gd name="connsiteY77" fmla="*/ 395132 h 712713"/>
                      <a:gd name="connsiteX78" fmla="*/ 437815 w 724468"/>
                      <a:gd name="connsiteY78" fmla="*/ 398700 h 712713"/>
                      <a:gd name="connsiteX79" fmla="*/ 437815 w 724468"/>
                      <a:gd name="connsiteY79" fmla="*/ 403458 h 712713"/>
                      <a:gd name="connsiteX80" fmla="*/ 443762 w 724468"/>
                      <a:gd name="connsiteY80" fmla="*/ 402268 h 712713"/>
                      <a:gd name="connsiteX81" fmla="*/ 429488 w 724468"/>
                      <a:gd name="connsiteY81" fmla="*/ 418921 h 712713"/>
                      <a:gd name="connsiteX82" fmla="*/ 415215 w 724468"/>
                      <a:gd name="connsiteY82" fmla="*/ 436762 h 712713"/>
                      <a:gd name="connsiteX83" fmla="*/ 397374 w 724468"/>
                      <a:gd name="connsiteY83" fmla="*/ 449846 h 712713"/>
                      <a:gd name="connsiteX84" fmla="*/ 391426 w 724468"/>
                      <a:gd name="connsiteY84" fmla="*/ 459361 h 712713"/>
                      <a:gd name="connsiteX85" fmla="*/ 381911 w 724468"/>
                      <a:gd name="connsiteY85" fmla="*/ 465309 h 712713"/>
                      <a:gd name="connsiteX86" fmla="*/ 377153 w 724468"/>
                      <a:gd name="connsiteY86" fmla="*/ 470066 h 712713"/>
                      <a:gd name="connsiteX87" fmla="*/ 372396 w 724468"/>
                      <a:gd name="connsiteY87" fmla="*/ 486718 h 712713"/>
                      <a:gd name="connsiteX88" fmla="*/ 354554 w 724468"/>
                      <a:gd name="connsiteY88" fmla="*/ 490287 h 712713"/>
                      <a:gd name="connsiteX89" fmla="*/ 346228 w 724468"/>
                      <a:gd name="connsiteY89" fmla="*/ 502181 h 712713"/>
                      <a:gd name="connsiteX90" fmla="*/ 335523 w 724468"/>
                      <a:gd name="connsiteY90" fmla="*/ 503370 h 712713"/>
                      <a:gd name="connsiteX91" fmla="*/ 323628 w 724468"/>
                      <a:gd name="connsiteY91" fmla="*/ 511696 h 712713"/>
                      <a:gd name="connsiteX92" fmla="*/ 322439 w 724468"/>
                      <a:gd name="connsiteY92" fmla="*/ 525970 h 712713"/>
                      <a:gd name="connsiteX93" fmla="*/ 324818 w 724468"/>
                      <a:gd name="connsiteY93" fmla="*/ 540243 h 712713"/>
                      <a:gd name="connsiteX94" fmla="*/ 322439 w 724468"/>
                      <a:gd name="connsiteY94" fmla="*/ 546190 h 712713"/>
                      <a:gd name="connsiteX95" fmla="*/ 323628 w 724468"/>
                      <a:gd name="connsiteY95" fmla="*/ 553327 h 712713"/>
                      <a:gd name="connsiteX96" fmla="*/ 326007 w 724468"/>
                      <a:gd name="connsiteY96" fmla="*/ 567600 h 712713"/>
                      <a:gd name="connsiteX97" fmla="*/ 333145 w 724468"/>
                      <a:gd name="connsiteY97" fmla="*/ 579494 h 712713"/>
                      <a:gd name="connsiteX98" fmla="*/ 323628 w 724468"/>
                      <a:gd name="connsiteY98" fmla="*/ 605662 h 712713"/>
                      <a:gd name="connsiteX99" fmla="*/ 323628 w 724468"/>
                      <a:gd name="connsiteY99" fmla="*/ 636587 h 712713"/>
                      <a:gd name="connsiteX100" fmla="*/ 324818 w 724468"/>
                      <a:gd name="connsiteY100" fmla="*/ 652050 h 712713"/>
                      <a:gd name="connsiteX101" fmla="*/ 311734 w 724468"/>
                      <a:gd name="connsiteY101" fmla="*/ 655618 h 712713"/>
                      <a:gd name="connsiteX102" fmla="*/ 305787 w 724468"/>
                      <a:gd name="connsiteY102" fmla="*/ 668702 h 712713"/>
                      <a:gd name="connsiteX103" fmla="*/ 302219 w 724468"/>
                      <a:gd name="connsiteY103" fmla="*/ 679407 h 712713"/>
                      <a:gd name="connsiteX104" fmla="*/ 310545 w 724468"/>
                      <a:gd name="connsiteY104" fmla="*/ 682975 h 712713"/>
                      <a:gd name="connsiteX105" fmla="*/ 299840 w 724468"/>
                      <a:gd name="connsiteY105" fmla="*/ 685354 h 712713"/>
                      <a:gd name="connsiteX106" fmla="*/ 286756 w 724468"/>
                      <a:gd name="connsiteY106" fmla="*/ 690112 h 712713"/>
                      <a:gd name="connsiteX107" fmla="*/ 278430 w 724468"/>
                      <a:gd name="connsiteY107" fmla="*/ 700817 h 712713"/>
                      <a:gd name="connsiteX108" fmla="*/ 257020 w 724468"/>
                      <a:gd name="connsiteY108" fmla="*/ 710332 h 712713"/>
                      <a:gd name="connsiteX109" fmla="*/ 237990 w 724468"/>
                      <a:gd name="connsiteY109" fmla="*/ 686544 h 712713"/>
                      <a:gd name="connsiteX110" fmla="*/ 233232 w 724468"/>
                      <a:gd name="connsiteY110" fmla="*/ 674649 h 712713"/>
                      <a:gd name="connsiteX111" fmla="*/ 230853 w 724468"/>
                      <a:gd name="connsiteY111" fmla="*/ 659186 h 712713"/>
                      <a:gd name="connsiteX112" fmla="*/ 221337 w 724468"/>
                      <a:gd name="connsiteY112" fmla="*/ 630640 h 712713"/>
                      <a:gd name="connsiteX113" fmla="*/ 205875 w 724468"/>
                      <a:gd name="connsiteY113" fmla="*/ 611609 h 712713"/>
                      <a:gd name="connsiteX114" fmla="*/ 190412 w 724468"/>
                      <a:gd name="connsiteY114" fmla="*/ 591389 h 712713"/>
                      <a:gd name="connsiteX115" fmla="*/ 190412 w 724468"/>
                      <a:gd name="connsiteY115" fmla="*/ 583063 h 712713"/>
                      <a:gd name="connsiteX116" fmla="*/ 186843 w 724468"/>
                      <a:gd name="connsiteY116" fmla="*/ 578305 h 712713"/>
                      <a:gd name="connsiteX117" fmla="*/ 183275 w 724468"/>
                      <a:gd name="connsiteY117" fmla="*/ 564032 h 712713"/>
                      <a:gd name="connsiteX118" fmla="*/ 174949 w 724468"/>
                      <a:gd name="connsiteY118" fmla="*/ 536675 h 712713"/>
                      <a:gd name="connsiteX119" fmla="*/ 160676 w 724468"/>
                      <a:gd name="connsiteY119" fmla="*/ 515265 h 712713"/>
                      <a:gd name="connsiteX120" fmla="*/ 148782 w 724468"/>
                      <a:gd name="connsiteY120" fmla="*/ 491476 h 712713"/>
                      <a:gd name="connsiteX121" fmla="*/ 146403 w 724468"/>
                      <a:gd name="connsiteY121" fmla="*/ 477203 h 712713"/>
                      <a:gd name="connsiteX122" fmla="*/ 140456 w 724468"/>
                      <a:gd name="connsiteY122" fmla="*/ 465309 h 712713"/>
                      <a:gd name="connsiteX123" fmla="*/ 139266 w 724468"/>
                      <a:gd name="connsiteY123" fmla="*/ 465309 h 712713"/>
                      <a:gd name="connsiteX124" fmla="*/ 133319 w 724468"/>
                      <a:gd name="connsiteY124" fmla="*/ 443899 h 712713"/>
                      <a:gd name="connsiteX125" fmla="*/ 129751 w 724468"/>
                      <a:gd name="connsiteY125" fmla="*/ 441520 h 712713"/>
                      <a:gd name="connsiteX126" fmla="*/ 134509 w 724468"/>
                      <a:gd name="connsiteY126" fmla="*/ 440330 h 712713"/>
                      <a:gd name="connsiteX127" fmla="*/ 127372 w 724468"/>
                      <a:gd name="connsiteY127" fmla="*/ 429626 h 712713"/>
                      <a:gd name="connsiteX128" fmla="*/ 128562 w 724468"/>
                      <a:gd name="connsiteY128" fmla="*/ 417731 h 712713"/>
                      <a:gd name="connsiteX129" fmla="*/ 123804 w 724468"/>
                      <a:gd name="connsiteY129" fmla="*/ 408215 h 712713"/>
                      <a:gd name="connsiteX130" fmla="*/ 122614 w 724468"/>
                      <a:gd name="connsiteY130" fmla="*/ 391563 h 712713"/>
                      <a:gd name="connsiteX131" fmla="*/ 119046 w 724468"/>
                      <a:gd name="connsiteY131" fmla="*/ 383238 h 712713"/>
                      <a:gd name="connsiteX132" fmla="*/ 121425 w 724468"/>
                      <a:gd name="connsiteY132" fmla="*/ 373722 h 712713"/>
                      <a:gd name="connsiteX133" fmla="*/ 115477 w 724468"/>
                      <a:gd name="connsiteY133" fmla="*/ 354691 h 712713"/>
                      <a:gd name="connsiteX134" fmla="*/ 123804 w 724468"/>
                      <a:gd name="connsiteY134" fmla="*/ 341607 h 712713"/>
                      <a:gd name="connsiteX135" fmla="*/ 110720 w 724468"/>
                      <a:gd name="connsiteY135" fmla="*/ 340418 h 712713"/>
                      <a:gd name="connsiteX136" fmla="*/ 113099 w 724468"/>
                      <a:gd name="connsiteY136" fmla="*/ 327334 h 712713"/>
                      <a:gd name="connsiteX137" fmla="*/ 121425 w 724468"/>
                      <a:gd name="connsiteY137" fmla="*/ 320197 h 712713"/>
                      <a:gd name="connsiteX138" fmla="*/ 110720 w 724468"/>
                      <a:gd name="connsiteY138" fmla="*/ 321387 h 712713"/>
                      <a:gd name="connsiteX139" fmla="*/ 107152 w 724468"/>
                      <a:gd name="connsiteY139" fmla="*/ 319008 h 712713"/>
                      <a:gd name="connsiteX140" fmla="*/ 105962 w 724468"/>
                      <a:gd name="connsiteY140" fmla="*/ 328524 h 712713"/>
                      <a:gd name="connsiteX141" fmla="*/ 101205 w 724468"/>
                      <a:gd name="connsiteY141" fmla="*/ 336849 h 712713"/>
                      <a:gd name="connsiteX142" fmla="*/ 104773 w 724468"/>
                      <a:gd name="connsiteY142" fmla="*/ 345176 h 712713"/>
                      <a:gd name="connsiteX143" fmla="*/ 101205 w 724468"/>
                      <a:gd name="connsiteY143" fmla="*/ 354691 h 712713"/>
                      <a:gd name="connsiteX144" fmla="*/ 64332 w 724468"/>
                      <a:gd name="connsiteY144" fmla="*/ 370154 h 712713"/>
                      <a:gd name="connsiteX145" fmla="*/ 50058 w 724468"/>
                      <a:gd name="connsiteY145" fmla="*/ 358259 h 712713"/>
                      <a:gd name="connsiteX146" fmla="*/ 39354 w 724468"/>
                      <a:gd name="connsiteY146" fmla="*/ 346365 h 712713"/>
                      <a:gd name="connsiteX147" fmla="*/ 26270 w 724468"/>
                      <a:gd name="connsiteY147" fmla="*/ 336849 h 712713"/>
                      <a:gd name="connsiteX148" fmla="*/ 16754 w 724468"/>
                      <a:gd name="connsiteY148" fmla="*/ 322576 h 712713"/>
                      <a:gd name="connsiteX149" fmla="*/ 25081 w 724468"/>
                      <a:gd name="connsiteY149" fmla="*/ 326145 h 712713"/>
                      <a:gd name="connsiteX150" fmla="*/ 44111 w 724468"/>
                      <a:gd name="connsiteY150" fmla="*/ 317819 h 712713"/>
                      <a:gd name="connsiteX151" fmla="*/ 48869 w 724468"/>
                      <a:gd name="connsiteY151" fmla="*/ 315440 h 712713"/>
                      <a:gd name="connsiteX152" fmla="*/ 52437 w 724468"/>
                      <a:gd name="connsiteY152" fmla="*/ 311872 h 712713"/>
                      <a:gd name="connsiteX153" fmla="*/ 59574 w 724468"/>
                      <a:gd name="connsiteY153" fmla="*/ 303545 h 712713"/>
                      <a:gd name="connsiteX154" fmla="*/ 40543 w 724468"/>
                      <a:gd name="connsiteY154" fmla="*/ 310682 h 712713"/>
                      <a:gd name="connsiteX155" fmla="*/ 19133 w 724468"/>
                      <a:gd name="connsiteY155" fmla="*/ 308303 h 712713"/>
                      <a:gd name="connsiteX156" fmla="*/ 4860 w 724468"/>
                      <a:gd name="connsiteY156" fmla="*/ 298788 h 712713"/>
                      <a:gd name="connsiteX157" fmla="*/ 11997 w 724468"/>
                      <a:gd name="connsiteY157" fmla="*/ 280946 h 712713"/>
                      <a:gd name="connsiteX158" fmla="*/ 4860 w 724468"/>
                      <a:gd name="connsiteY158" fmla="*/ 283325 h 712713"/>
                      <a:gd name="connsiteX159" fmla="*/ 103 w 724468"/>
                      <a:gd name="connsiteY159" fmla="*/ 288083 h 712713"/>
                      <a:gd name="connsiteX160" fmla="*/ 103 w 724468"/>
                      <a:gd name="connsiteY160" fmla="*/ 288083 h 712713"/>
                      <a:gd name="connsiteX161" fmla="*/ 9618 w 724468"/>
                      <a:gd name="connsiteY161" fmla="*/ 271430 h 712713"/>
                      <a:gd name="connsiteX162" fmla="*/ 34596 w 724468"/>
                      <a:gd name="connsiteY162" fmla="*/ 270241 h 712713"/>
                      <a:gd name="connsiteX163" fmla="*/ 53627 w 724468"/>
                      <a:gd name="connsiteY163" fmla="*/ 263105 h 712713"/>
                      <a:gd name="connsiteX164" fmla="*/ 54816 w 724468"/>
                      <a:gd name="connsiteY164" fmla="*/ 269052 h 712713"/>
                      <a:gd name="connsiteX165" fmla="*/ 64332 w 724468"/>
                      <a:gd name="connsiteY165" fmla="*/ 265483 h 712713"/>
                      <a:gd name="connsiteX166" fmla="*/ 64332 w 724468"/>
                      <a:gd name="connsiteY166" fmla="*/ 254778 h 712713"/>
                      <a:gd name="connsiteX167" fmla="*/ 57195 w 724468"/>
                      <a:gd name="connsiteY167" fmla="*/ 235747 h 712713"/>
                      <a:gd name="connsiteX168" fmla="*/ 54816 w 724468"/>
                      <a:gd name="connsiteY168" fmla="*/ 226232 h 712713"/>
                      <a:gd name="connsiteX169" fmla="*/ 41733 w 724468"/>
                      <a:gd name="connsiteY169" fmla="*/ 222664 h 712713"/>
                      <a:gd name="connsiteX170" fmla="*/ 39354 w 724468"/>
                      <a:gd name="connsiteY170" fmla="*/ 210770 h 712713"/>
                      <a:gd name="connsiteX171" fmla="*/ 36975 w 724468"/>
                      <a:gd name="connsiteY171" fmla="*/ 197686 h 712713"/>
                      <a:gd name="connsiteX172" fmla="*/ 15565 w 724468"/>
                      <a:gd name="connsiteY172" fmla="*/ 195307 h 712713"/>
                      <a:gd name="connsiteX173" fmla="*/ 23891 w 724468"/>
                      <a:gd name="connsiteY173" fmla="*/ 178655 h 712713"/>
                      <a:gd name="connsiteX174" fmla="*/ 34596 w 724468"/>
                      <a:gd name="connsiteY174" fmla="*/ 163192 h 712713"/>
                      <a:gd name="connsiteX175" fmla="*/ 48869 w 724468"/>
                      <a:gd name="connsiteY175" fmla="*/ 167950 h 712713"/>
                      <a:gd name="connsiteX176" fmla="*/ 67900 w 724468"/>
                      <a:gd name="connsiteY176" fmla="*/ 163192 h 712713"/>
                      <a:gd name="connsiteX177" fmla="*/ 85741 w 724468"/>
                      <a:gd name="connsiteY177" fmla="*/ 144161 h 712713"/>
                      <a:gd name="connsiteX178" fmla="*/ 102394 w 724468"/>
                      <a:gd name="connsiteY178" fmla="*/ 125130 h 712713"/>
                      <a:gd name="connsiteX179" fmla="*/ 107152 w 724468"/>
                      <a:gd name="connsiteY179" fmla="*/ 112046 h 712713"/>
                      <a:gd name="connsiteX180" fmla="*/ 115477 w 724468"/>
                      <a:gd name="connsiteY180" fmla="*/ 102531 h 712713"/>
                      <a:gd name="connsiteX181" fmla="*/ 119046 w 724468"/>
                      <a:gd name="connsiteY181" fmla="*/ 97773 h 712713"/>
                      <a:gd name="connsiteX182" fmla="*/ 117856 w 724468"/>
                      <a:gd name="connsiteY182" fmla="*/ 91826 h 712713"/>
                      <a:gd name="connsiteX183" fmla="*/ 126183 w 724468"/>
                      <a:gd name="connsiteY183" fmla="*/ 82310 h 712713"/>
                      <a:gd name="connsiteX184" fmla="*/ 127372 w 724468"/>
                      <a:gd name="connsiteY184" fmla="*/ 54954 h 712713"/>
                      <a:gd name="connsiteX185" fmla="*/ 142835 w 724468"/>
                      <a:gd name="connsiteY185" fmla="*/ 35922 h 712713"/>
                      <a:gd name="connsiteX186" fmla="*/ 153539 w 724468"/>
                      <a:gd name="connsiteY186" fmla="*/ 26407 h 712713"/>
                      <a:gd name="connsiteX187" fmla="*/ 159487 w 724468"/>
                      <a:gd name="connsiteY187" fmla="*/ 18081 h 712713"/>
                      <a:gd name="connsiteX188" fmla="*/ 166624 w 724468"/>
                      <a:gd name="connsiteY188" fmla="*/ 8565 h 712713"/>
                      <a:gd name="connsiteX189" fmla="*/ 176139 w 724468"/>
                      <a:gd name="connsiteY189" fmla="*/ 239 h 712713"/>
                      <a:gd name="connsiteX190" fmla="*/ 188033 w 724468"/>
                      <a:gd name="connsiteY190" fmla="*/ 3808 h 712713"/>
                      <a:gd name="connsiteX191" fmla="*/ 201117 w 724468"/>
                      <a:gd name="connsiteY191" fmla="*/ 8565 h 712713"/>
                      <a:gd name="connsiteX192" fmla="*/ 205875 w 724468"/>
                      <a:gd name="connsiteY192" fmla="*/ 4997 h 712713"/>
                      <a:gd name="connsiteX193" fmla="*/ 210632 w 724468"/>
                      <a:gd name="connsiteY193" fmla="*/ 8565 h 712713"/>
                      <a:gd name="connsiteX194" fmla="*/ 230853 w 724468"/>
                      <a:gd name="connsiteY194" fmla="*/ 21649 h 712713"/>
                      <a:gd name="connsiteX195" fmla="*/ 230853 w 724468"/>
                      <a:gd name="connsiteY195" fmla="*/ 22839 h 712713"/>
                      <a:gd name="connsiteX196" fmla="*/ 234421 w 724468"/>
                      <a:gd name="connsiteY196" fmla="*/ 31165 h 712713"/>
                      <a:gd name="connsiteX197" fmla="*/ 239179 w 724468"/>
                      <a:gd name="connsiteY197" fmla="*/ 33544 h 712713"/>
                      <a:gd name="connsiteX198" fmla="*/ 237990 w 724468"/>
                      <a:gd name="connsiteY198" fmla="*/ 43059 h 712713"/>
                      <a:gd name="connsiteX199" fmla="*/ 240368 w 724468"/>
                      <a:gd name="connsiteY199" fmla="*/ 46627 h 712713"/>
                      <a:gd name="connsiteX200" fmla="*/ 239179 w 724468"/>
                      <a:gd name="connsiteY200" fmla="*/ 51385 h 712713"/>
                      <a:gd name="connsiteX201" fmla="*/ 242747 w 724468"/>
                      <a:gd name="connsiteY201" fmla="*/ 54954 h 712713"/>
                      <a:gd name="connsiteX202" fmla="*/ 252262 w 724468"/>
                      <a:gd name="connsiteY202" fmla="*/ 70416 h 712713"/>
                      <a:gd name="connsiteX203" fmla="*/ 258210 w 724468"/>
                      <a:gd name="connsiteY203" fmla="*/ 64469 h 712713"/>
                      <a:gd name="connsiteX204" fmla="*/ 265347 w 724468"/>
                      <a:gd name="connsiteY204" fmla="*/ 69227 h 712713"/>
                      <a:gd name="connsiteX205" fmla="*/ 271294 w 724468"/>
                      <a:gd name="connsiteY205" fmla="*/ 69227 h 712713"/>
                      <a:gd name="connsiteX206" fmla="*/ 276051 w 724468"/>
                      <a:gd name="connsiteY206" fmla="*/ 75174 h 712713"/>
                      <a:gd name="connsiteX207" fmla="*/ 279620 w 724468"/>
                      <a:gd name="connsiteY207" fmla="*/ 75174 h 712713"/>
                      <a:gd name="connsiteX208" fmla="*/ 283188 w 724468"/>
                      <a:gd name="connsiteY208" fmla="*/ 82310 h 712713"/>
                      <a:gd name="connsiteX209" fmla="*/ 287945 w 724468"/>
                      <a:gd name="connsiteY209" fmla="*/ 82310 h 712713"/>
                      <a:gd name="connsiteX210" fmla="*/ 289135 w 724468"/>
                      <a:gd name="connsiteY210" fmla="*/ 87068 h 712713"/>
                      <a:gd name="connsiteX211" fmla="*/ 289135 w 724468"/>
                      <a:gd name="connsiteY211" fmla="*/ 87068 h 712713"/>
                      <a:gd name="connsiteX212" fmla="*/ 289135 w 724468"/>
                      <a:gd name="connsiteY212" fmla="*/ 94205 h 712713"/>
                      <a:gd name="connsiteX213" fmla="*/ 286756 w 724468"/>
                      <a:gd name="connsiteY213" fmla="*/ 100152 h 712713"/>
                      <a:gd name="connsiteX214" fmla="*/ 285567 w 724468"/>
                      <a:gd name="connsiteY214" fmla="*/ 107289 h 712713"/>
                      <a:gd name="connsiteX215" fmla="*/ 286756 w 724468"/>
                      <a:gd name="connsiteY215" fmla="*/ 114425 h 712713"/>
                      <a:gd name="connsiteX216" fmla="*/ 280809 w 724468"/>
                      <a:gd name="connsiteY216" fmla="*/ 126320 h 712713"/>
                      <a:gd name="connsiteX217" fmla="*/ 287945 w 724468"/>
                      <a:gd name="connsiteY217" fmla="*/ 135835 h 712713"/>
                      <a:gd name="connsiteX218" fmla="*/ 314113 w 724468"/>
                      <a:gd name="connsiteY218" fmla="*/ 147729 h 712713"/>
                      <a:gd name="connsiteX219" fmla="*/ 324818 w 724468"/>
                      <a:gd name="connsiteY219" fmla="*/ 156055 h 712713"/>
                      <a:gd name="connsiteX220" fmla="*/ 329576 w 724468"/>
                      <a:gd name="connsiteY220" fmla="*/ 160813 h 712713"/>
                      <a:gd name="connsiteX221" fmla="*/ 336713 w 724468"/>
                      <a:gd name="connsiteY221" fmla="*/ 163192 h 712713"/>
                      <a:gd name="connsiteX222" fmla="*/ 343849 w 724468"/>
                      <a:gd name="connsiteY222" fmla="*/ 165571 h 712713"/>
                      <a:gd name="connsiteX223" fmla="*/ 352175 w 724468"/>
                      <a:gd name="connsiteY223" fmla="*/ 166760 h 712713"/>
                      <a:gd name="connsiteX224" fmla="*/ 358122 w 724468"/>
                      <a:gd name="connsiteY224" fmla="*/ 171518 h 712713"/>
                      <a:gd name="connsiteX225" fmla="*/ 365259 w 724468"/>
                      <a:gd name="connsiteY225" fmla="*/ 172707 h 712713"/>
                      <a:gd name="connsiteX226" fmla="*/ 373585 w 724468"/>
                      <a:gd name="connsiteY226" fmla="*/ 172707 h 712713"/>
                      <a:gd name="connsiteX227" fmla="*/ 379532 w 724468"/>
                      <a:gd name="connsiteY227" fmla="*/ 175087 h 712713"/>
                      <a:gd name="connsiteX228" fmla="*/ 392616 w 724468"/>
                      <a:gd name="connsiteY228" fmla="*/ 171518 h 712713"/>
                      <a:gd name="connsiteX229" fmla="*/ 403321 w 724468"/>
                      <a:gd name="connsiteY229" fmla="*/ 177465 h 712713"/>
                      <a:gd name="connsiteX230" fmla="*/ 411647 w 724468"/>
                      <a:gd name="connsiteY230" fmla="*/ 186981 h 712713"/>
                      <a:gd name="connsiteX231" fmla="*/ 418783 w 724468"/>
                      <a:gd name="connsiteY231" fmla="*/ 188170 h 712713"/>
                      <a:gd name="connsiteX232" fmla="*/ 425920 w 724468"/>
                      <a:gd name="connsiteY232" fmla="*/ 190549 h 712713"/>
                      <a:gd name="connsiteX233" fmla="*/ 441383 w 724468"/>
                      <a:gd name="connsiteY233" fmla="*/ 189360 h 712713"/>
                      <a:gd name="connsiteX234" fmla="*/ 454466 w 724468"/>
                      <a:gd name="connsiteY234" fmla="*/ 194117 h 712713"/>
                      <a:gd name="connsiteX235" fmla="*/ 460414 w 724468"/>
                      <a:gd name="connsiteY235" fmla="*/ 196496 h 712713"/>
                      <a:gd name="connsiteX236" fmla="*/ 466361 w 724468"/>
                      <a:gd name="connsiteY236" fmla="*/ 194117 h 712713"/>
                      <a:gd name="connsiteX237" fmla="*/ 478255 w 724468"/>
                      <a:gd name="connsiteY237" fmla="*/ 198875 h 712713"/>
                      <a:gd name="connsiteX238" fmla="*/ 485392 w 724468"/>
                      <a:gd name="connsiteY238" fmla="*/ 197686 h 712713"/>
                      <a:gd name="connsiteX239" fmla="*/ 492528 w 724468"/>
                      <a:gd name="connsiteY239" fmla="*/ 196496 h 712713"/>
                      <a:gd name="connsiteX240" fmla="*/ 494907 w 724468"/>
                      <a:gd name="connsiteY240" fmla="*/ 185791 h 712713"/>
                      <a:gd name="connsiteX241" fmla="*/ 491339 w 724468"/>
                      <a:gd name="connsiteY241" fmla="*/ 170328 h 712713"/>
                      <a:gd name="connsiteX242" fmla="*/ 491339 w 724468"/>
                      <a:gd name="connsiteY242" fmla="*/ 156055 h 712713"/>
                      <a:gd name="connsiteX243" fmla="*/ 491339 w 724468"/>
                      <a:gd name="connsiteY243" fmla="*/ 156055 h 712713"/>
                      <a:gd name="connsiteX244" fmla="*/ 500855 w 724468"/>
                      <a:gd name="connsiteY244" fmla="*/ 151298 h 712713"/>
                      <a:gd name="connsiteX245" fmla="*/ 505613 w 724468"/>
                      <a:gd name="connsiteY245" fmla="*/ 158434 h 712713"/>
                      <a:gd name="connsiteX246" fmla="*/ 510370 w 724468"/>
                      <a:gd name="connsiteY246" fmla="*/ 165571 h 712713"/>
                      <a:gd name="connsiteX247" fmla="*/ 510370 w 724468"/>
                      <a:gd name="connsiteY247" fmla="*/ 165571 h 712713"/>
                      <a:gd name="connsiteX248" fmla="*/ 510370 w 724468"/>
                      <a:gd name="connsiteY248" fmla="*/ 170328 h 712713"/>
                      <a:gd name="connsiteX249" fmla="*/ 509181 w 724468"/>
                      <a:gd name="connsiteY249" fmla="*/ 176276 h 712713"/>
                      <a:gd name="connsiteX250" fmla="*/ 515128 w 724468"/>
                      <a:gd name="connsiteY250" fmla="*/ 184602 h 712713"/>
                      <a:gd name="connsiteX251" fmla="*/ 521075 w 724468"/>
                      <a:gd name="connsiteY251" fmla="*/ 185791 h 712713"/>
                      <a:gd name="connsiteX252" fmla="*/ 527022 w 724468"/>
                      <a:gd name="connsiteY252" fmla="*/ 184602 h 712713"/>
                      <a:gd name="connsiteX253" fmla="*/ 529401 w 724468"/>
                      <a:gd name="connsiteY253" fmla="*/ 186981 h 712713"/>
                      <a:gd name="connsiteX254" fmla="*/ 531780 w 724468"/>
                      <a:gd name="connsiteY254" fmla="*/ 188170 h 712713"/>
                      <a:gd name="connsiteX255" fmla="*/ 536538 w 724468"/>
                      <a:gd name="connsiteY255" fmla="*/ 191739 h 712713"/>
                      <a:gd name="connsiteX256" fmla="*/ 547243 w 724468"/>
                      <a:gd name="connsiteY256" fmla="*/ 189360 h 712713"/>
                      <a:gd name="connsiteX257" fmla="*/ 555568 w 724468"/>
                      <a:gd name="connsiteY257" fmla="*/ 185791 h 712713"/>
                      <a:gd name="connsiteX258" fmla="*/ 563895 w 724468"/>
                      <a:gd name="connsiteY258" fmla="*/ 186981 h 712713"/>
                      <a:gd name="connsiteX259" fmla="*/ 584115 w 724468"/>
                      <a:gd name="connsiteY259" fmla="*/ 183412 h 712713"/>
                      <a:gd name="connsiteX260" fmla="*/ 588873 w 724468"/>
                      <a:gd name="connsiteY260" fmla="*/ 175087 h 712713"/>
                      <a:gd name="connsiteX261" fmla="*/ 588873 w 724468"/>
                      <a:gd name="connsiteY261" fmla="*/ 170328 h 712713"/>
                      <a:gd name="connsiteX262" fmla="*/ 585304 w 724468"/>
                      <a:gd name="connsiteY262" fmla="*/ 167950 h 712713"/>
                      <a:gd name="connsiteX263" fmla="*/ 580547 w 724468"/>
                      <a:gd name="connsiteY263" fmla="*/ 160813 h 712713"/>
                      <a:gd name="connsiteX264" fmla="*/ 581736 w 724468"/>
                      <a:gd name="connsiteY264" fmla="*/ 156055 h 712713"/>
                      <a:gd name="connsiteX265" fmla="*/ 581736 w 724468"/>
                      <a:gd name="connsiteY265" fmla="*/ 154866 h 712713"/>
                      <a:gd name="connsiteX266" fmla="*/ 581736 w 724468"/>
                      <a:gd name="connsiteY266" fmla="*/ 154866 h 712713"/>
                      <a:gd name="connsiteX267" fmla="*/ 591251 w 724468"/>
                      <a:gd name="connsiteY267" fmla="*/ 151298 h 712713"/>
                      <a:gd name="connsiteX268" fmla="*/ 598388 w 724468"/>
                      <a:gd name="connsiteY268" fmla="*/ 150108 h 712713"/>
                      <a:gd name="connsiteX269" fmla="*/ 603146 w 724468"/>
                      <a:gd name="connsiteY269" fmla="*/ 142972 h 712713"/>
                      <a:gd name="connsiteX270" fmla="*/ 607904 w 724468"/>
                      <a:gd name="connsiteY270" fmla="*/ 142972 h 712713"/>
                      <a:gd name="connsiteX271" fmla="*/ 609093 w 724468"/>
                      <a:gd name="connsiteY271" fmla="*/ 139403 h 712713"/>
                      <a:gd name="connsiteX272" fmla="*/ 613851 w 724468"/>
                      <a:gd name="connsiteY272" fmla="*/ 137024 h 712713"/>
                      <a:gd name="connsiteX273" fmla="*/ 618609 w 724468"/>
                      <a:gd name="connsiteY273" fmla="*/ 127509 h 712713"/>
                      <a:gd name="connsiteX274" fmla="*/ 636450 w 724468"/>
                      <a:gd name="connsiteY274" fmla="*/ 121562 h 712713"/>
                      <a:gd name="connsiteX275" fmla="*/ 640019 w 724468"/>
                      <a:gd name="connsiteY275" fmla="*/ 110857 h 712713"/>
                      <a:gd name="connsiteX276" fmla="*/ 648345 w 724468"/>
                      <a:gd name="connsiteY276" fmla="*/ 107289 h 712713"/>
                      <a:gd name="connsiteX277" fmla="*/ 654292 w 724468"/>
                      <a:gd name="connsiteY277" fmla="*/ 113236 h 712713"/>
                      <a:gd name="connsiteX278" fmla="*/ 661428 w 724468"/>
                      <a:gd name="connsiteY278" fmla="*/ 112046 h 712713"/>
                      <a:gd name="connsiteX279" fmla="*/ 669755 w 724468"/>
                      <a:gd name="connsiteY279" fmla="*/ 114425 h 712713"/>
                      <a:gd name="connsiteX280" fmla="*/ 672134 w 724468"/>
                      <a:gd name="connsiteY280" fmla="*/ 107289 h 712713"/>
                      <a:gd name="connsiteX281" fmla="*/ 685217 w 724468"/>
                      <a:gd name="connsiteY281" fmla="*/ 101341 h 712713"/>
                      <a:gd name="connsiteX282" fmla="*/ 691164 w 724468"/>
                      <a:gd name="connsiteY282" fmla="*/ 104910 h 712713"/>
                      <a:gd name="connsiteX283" fmla="*/ 694732 w 724468"/>
                      <a:gd name="connsiteY283" fmla="*/ 107289 h 712713"/>
                      <a:gd name="connsiteX284" fmla="*/ 691164 w 724468"/>
                      <a:gd name="connsiteY284" fmla="*/ 115615 h 712713"/>
                      <a:gd name="connsiteX285" fmla="*/ 700680 w 724468"/>
                      <a:gd name="connsiteY285" fmla="*/ 117993 h 712713"/>
                      <a:gd name="connsiteX286" fmla="*/ 704248 w 724468"/>
                      <a:gd name="connsiteY286" fmla="*/ 123941 h 712713"/>
                      <a:gd name="connsiteX287" fmla="*/ 705438 w 724468"/>
                      <a:gd name="connsiteY287" fmla="*/ 128698 h 712713"/>
                      <a:gd name="connsiteX288" fmla="*/ 701869 w 724468"/>
                      <a:gd name="connsiteY288" fmla="*/ 137024 h 712713"/>
                      <a:gd name="connsiteX289" fmla="*/ 713764 w 724468"/>
                      <a:gd name="connsiteY289" fmla="*/ 138214 h 712713"/>
                      <a:gd name="connsiteX290" fmla="*/ 718521 w 724468"/>
                      <a:gd name="connsiteY290" fmla="*/ 142972 h 712713"/>
                      <a:gd name="connsiteX291" fmla="*/ 718521 w 724468"/>
                      <a:gd name="connsiteY291" fmla="*/ 142972 h 712713"/>
                      <a:gd name="connsiteX292" fmla="*/ 724468 w 724468"/>
                      <a:gd name="connsiteY292" fmla="*/ 150108 h 712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</a:cxnLst>
                    <a:rect l="l" t="t" r="r" b="b"/>
                    <a:pathLst>
                      <a:path w="724468" h="712713">
                        <a:moveTo>
                          <a:pt x="724468" y="150108"/>
                        </a:moveTo>
                        <a:cubicBezTo>
                          <a:pt x="718521" y="154866"/>
                          <a:pt x="719711" y="159624"/>
                          <a:pt x="719711" y="165571"/>
                        </a:cubicBezTo>
                        <a:cubicBezTo>
                          <a:pt x="717332" y="165571"/>
                          <a:pt x="716142" y="163192"/>
                          <a:pt x="713764" y="163192"/>
                        </a:cubicBezTo>
                        <a:cubicBezTo>
                          <a:pt x="710195" y="163192"/>
                          <a:pt x="709006" y="165571"/>
                          <a:pt x="706627" y="165571"/>
                        </a:cubicBezTo>
                        <a:cubicBezTo>
                          <a:pt x="699490" y="167950"/>
                          <a:pt x="699490" y="166760"/>
                          <a:pt x="694732" y="172707"/>
                        </a:cubicBezTo>
                        <a:cubicBezTo>
                          <a:pt x="692353" y="176276"/>
                          <a:pt x="689975" y="179844"/>
                          <a:pt x="687596" y="182223"/>
                        </a:cubicBezTo>
                        <a:cubicBezTo>
                          <a:pt x="685217" y="184602"/>
                          <a:pt x="680459" y="188170"/>
                          <a:pt x="678081" y="191739"/>
                        </a:cubicBezTo>
                        <a:cubicBezTo>
                          <a:pt x="672134" y="201254"/>
                          <a:pt x="675702" y="208391"/>
                          <a:pt x="670944" y="217906"/>
                        </a:cubicBezTo>
                        <a:cubicBezTo>
                          <a:pt x="669755" y="221474"/>
                          <a:pt x="663807" y="226232"/>
                          <a:pt x="663807" y="229800"/>
                        </a:cubicBezTo>
                        <a:cubicBezTo>
                          <a:pt x="663807" y="232179"/>
                          <a:pt x="667376" y="233369"/>
                          <a:pt x="667376" y="234558"/>
                        </a:cubicBezTo>
                        <a:cubicBezTo>
                          <a:pt x="668565" y="236937"/>
                          <a:pt x="667376" y="239316"/>
                          <a:pt x="667376" y="241695"/>
                        </a:cubicBezTo>
                        <a:cubicBezTo>
                          <a:pt x="667376" y="252400"/>
                          <a:pt x="660239" y="273809"/>
                          <a:pt x="647155" y="271430"/>
                        </a:cubicBezTo>
                        <a:cubicBezTo>
                          <a:pt x="645966" y="270241"/>
                          <a:pt x="644776" y="269052"/>
                          <a:pt x="642398" y="270241"/>
                        </a:cubicBezTo>
                        <a:cubicBezTo>
                          <a:pt x="638829" y="273809"/>
                          <a:pt x="649534" y="299977"/>
                          <a:pt x="638829" y="298788"/>
                        </a:cubicBezTo>
                        <a:cubicBezTo>
                          <a:pt x="638829" y="309493"/>
                          <a:pt x="638829" y="316629"/>
                          <a:pt x="635261" y="326145"/>
                        </a:cubicBezTo>
                        <a:cubicBezTo>
                          <a:pt x="630503" y="326145"/>
                          <a:pt x="629313" y="328524"/>
                          <a:pt x="629313" y="332092"/>
                        </a:cubicBezTo>
                        <a:cubicBezTo>
                          <a:pt x="624556" y="327334"/>
                          <a:pt x="622177" y="313061"/>
                          <a:pt x="620987" y="308303"/>
                        </a:cubicBezTo>
                        <a:cubicBezTo>
                          <a:pt x="619798" y="303545"/>
                          <a:pt x="618609" y="298788"/>
                          <a:pt x="617419" y="294030"/>
                        </a:cubicBezTo>
                        <a:cubicBezTo>
                          <a:pt x="617419" y="291651"/>
                          <a:pt x="616230" y="288083"/>
                          <a:pt x="615040" y="286893"/>
                        </a:cubicBezTo>
                        <a:cubicBezTo>
                          <a:pt x="613851" y="285704"/>
                          <a:pt x="612662" y="282136"/>
                          <a:pt x="611472" y="282136"/>
                        </a:cubicBezTo>
                        <a:cubicBezTo>
                          <a:pt x="611472" y="282136"/>
                          <a:pt x="611472" y="282136"/>
                          <a:pt x="610283" y="282136"/>
                        </a:cubicBezTo>
                        <a:cubicBezTo>
                          <a:pt x="610283" y="282136"/>
                          <a:pt x="610283" y="282136"/>
                          <a:pt x="610283" y="283325"/>
                        </a:cubicBezTo>
                        <a:cubicBezTo>
                          <a:pt x="607904" y="284514"/>
                          <a:pt x="606715" y="280946"/>
                          <a:pt x="603146" y="279757"/>
                        </a:cubicBezTo>
                        <a:cubicBezTo>
                          <a:pt x="603146" y="282136"/>
                          <a:pt x="603146" y="284514"/>
                          <a:pt x="603146" y="286893"/>
                        </a:cubicBezTo>
                        <a:cubicBezTo>
                          <a:pt x="603146" y="289272"/>
                          <a:pt x="601957" y="291651"/>
                          <a:pt x="600767" y="294030"/>
                        </a:cubicBezTo>
                        <a:cubicBezTo>
                          <a:pt x="598388" y="301166"/>
                          <a:pt x="596009" y="292841"/>
                          <a:pt x="592441" y="290461"/>
                        </a:cubicBezTo>
                        <a:cubicBezTo>
                          <a:pt x="588873" y="286893"/>
                          <a:pt x="586494" y="284514"/>
                          <a:pt x="584115" y="279757"/>
                        </a:cubicBezTo>
                        <a:cubicBezTo>
                          <a:pt x="581736" y="274999"/>
                          <a:pt x="584115" y="270241"/>
                          <a:pt x="587683" y="266673"/>
                        </a:cubicBezTo>
                        <a:cubicBezTo>
                          <a:pt x="588873" y="265483"/>
                          <a:pt x="588873" y="264294"/>
                          <a:pt x="591251" y="264294"/>
                        </a:cubicBezTo>
                        <a:cubicBezTo>
                          <a:pt x="593630" y="264294"/>
                          <a:pt x="594820" y="266673"/>
                          <a:pt x="597199" y="266673"/>
                        </a:cubicBezTo>
                        <a:cubicBezTo>
                          <a:pt x="598388" y="264294"/>
                          <a:pt x="597199" y="261915"/>
                          <a:pt x="598388" y="259536"/>
                        </a:cubicBezTo>
                        <a:cubicBezTo>
                          <a:pt x="599578" y="257157"/>
                          <a:pt x="601957" y="255968"/>
                          <a:pt x="603146" y="253589"/>
                        </a:cubicBezTo>
                        <a:cubicBezTo>
                          <a:pt x="604336" y="251210"/>
                          <a:pt x="603146" y="248831"/>
                          <a:pt x="604336" y="246453"/>
                        </a:cubicBezTo>
                        <a:cubicBezTo>
                          <a:pt x="605525" y="244074"/>
                          <a:pt x="605525" y="242884"/>
                          <a:pt x="604336" y="240505"/>
                        </a:cubicBezTo>
                        <a:cubicBezTo>
                          <a:pt x="603146" y="235747"/>
                          <a:pt x="599578" y="233369"/>
                          <a:pt x="593630" y="233369"/>
                        </a:cubicBezTo>
                        <a:cubicBezTo>
                          <a:pt x="587683" y="233369"/>
                          <a:pt x="582926" y="233369"/>
                          <a:pt x="576979" y="232179"/>
                        </a:cubicBezTo>
                        <a:cubicBezTo>
                          <a:pt x="571032" y="232179"/>
                          <a:pt x="565084" y="232179"/>
                          <a:pt x="557947" y="232179"/>
                        </a:cubicBezTo>
                        <a:cubicBezTo>
                          <a:pt x="550811" y="232179"/>
                          <a:pt x="547243" y="228611"/>
                          <a:pt x="541296" y="228611"/>
                        </a:cubicBezTo>
                        <a:cubicBezTo>
                          <a:pt x="541296" y="225043"/>
                          <a:pt x="541296" y="220285"/>
                          <a:pt x="540106" y="217906"/>
                        </a:cubicBezTo>
                        <a:cubicBezTo>
                          <a:pt x="538917" y="214338"/>
                          <a:pt x="538917" y="211959"/>
                          <a:pt x="538917" y="211959"/>
                        </a:cubicBezTo>
                        <a:cubicBezTo>
                          <a:pt x="538917" y="204822"/>
                          <a:pt x="534159" y="206012"/>
                          <a:pt x="529401" y="206012"/>
                        </a:cubicBezTo>
                        <a:cubicBezTo>
                          <a:pt x="527022" y="206012"/>
                          <a:pt x="525832" y="204822"/>
                          <a:pt x="524643" y="203633"/>
                        </a:cubicBezTo>
                        <a:cubicBezTo>
                          <a:pt x="523454" y="202443"/>
                          <a:pt x="522264" y="200064"/>
                          <a:pt x="519885" y="200064"/>
                        </a:cubicBezTo>
                        <a:cubicBezTo>
                          <a:pt x="519885" y="202443"/>
                          <a:pt x="523454" y="204822"/>
                          <a:pt x="518696" y="204822"/>
                        </a:cubicBezTo>
                        <a:cubicBezTo>
                          <a:pt x="517507" y="204822"/>
                          <a:pt x="511560" y="204822"/>
                          <a:pt x="511560" y="203633"/>
                        </a:cubicBezTo>
                        <a:cubicBezTo>
                          <a:pt x="511560" y="203633"/>
                          <a:pt x="511560" y="200064"/>
                          <a:pt x="511560" y="200064"/>
                        </a:cubicBezTo>
                        <a:cubicBezTo>
                          <a:pt x="511560" y="198875"/>
                          <a:pt x="510370" y="197686"/>
                          <a:pt x="510370" y="196496"/>
                        </a:cubicBezTo>
                        <a:cubicBezTo>
                          <a:pt x="509181" y="194117"/>
                          <a:pt x="507991" y="192928"/>
                          <a:pt x="506802" y="191739"/>
                        </a:cubicBezTo>
                        <a:cubicBezTo>
                          <a:pt x="504423" y="192928"/>
                          <a:pt x="503234" y="197686"/>
                          <a:pt x="503234" y="200064"/>
                        </a:cubicBezTo>
                        <a:cubicBezTo>
                          <a:pt x="503234" y="203633"/>
                          <a:pt x="504423" y="204822"/>
                          <a:pt x="503234" y="208391"/>
                        </a:cubicBezTo>
                        <a:cubicBezTo>
                          <a:pt x="502044" y="210770"/>
                          <a:pt x="494907" y="222664"/>
                          <a:pt x="502044" y="221474"/>
                        </a:cubicBezTo>
                        <a:cubicBezTo>
                          <a:pt x="504423" y="226232"/>
                          <a:pt x="511560" y="223853"/>
                          <a:pt x="515128" y="223853"/>
                        </a:cubicBezTo>
                        <a:cubicBezTo>
                          <a:pt x="518696" y="223853"/>
                          <a:pt x="519885" y="223853"/>
                          <a:pt x="521075" y="226232"/>
                        </a:cubicBezTo>
                        <a:cubicBezTo>
                          <a:pt x="521075" y="226232"/>
                          <a:pt x="521075" y="229800"/>
                          <a:pt x="521075" y="229800"/>
                        </a:cubicBezTo>
                        <a:cubicBezTo>
                          <a:pt x="521075" y="230990"/>
                          <a:pt x="522264" y="232179"/>
                          <a:pt x="522264" y="233369"/>
                        </a:cubicBezTo>
                        <a:cubicBezTo>
                          <a:pt x="521075" y="238126"/>
                          <a:pt x="512749" y="234558"/>
                          <a:pt x="510370" y="239316"/>
                        </a:cubicBezTo>
                        <a:cubicBezTo>
                          <a:pt x="509181" y="241695"/>
                          <a:pt x="511560" y="244074"/>
                          <a:pt x="507991" y="245263"/>
                        </a:cubicBezTo>
                        <a:cubicBezTo>
                          <a:pt x="504423" y="246453"/>
                          <a:pt x="504423" y="245263"/>
                          <a:pt x="503234" y="250021"/>
                        </a:cubicBezTo>
                        <a:cubicBezTo>
                          <a:pt x="502044" y="253589"/>
                          <a:pt x="503234" y="253589"/>
                          <a:pt x="504423" y="255968"/>
                        </a:cubicBezTo>
                        <a:cubicBezTo>
                          <a:pt x="505613" y="257157"/>
                          <a:pt x="506802" y="259536"/>
                          <a:pt x="507991" y="260726"/>
                        </a:cubicBezTo>
                        <a:cubicBezTo>
                          <a:pt x="510370" y="263105"/>
                          <a:pt x="511560" y="264294"/>
                          <a:pt x="513938" y="265483"/>
                        </a:cubicBezTo>
                        <a:cubicBezTo>
                          <a:pt x="516317" y="266673"/>
                          <a:pt x="518696" y="266673"/>
                          <a:pt x="519885" y="269052"/>
                        </a:cubicBezTo>
                        <a:cubicBezTo>
                          <a:pt x="525832" y="277378"/>
                          <a:pt x="521075" y="289272"/>
                          <a:pt x="524643" y="298788"/>
                        </a:cubicBezTo>
                        <a:cubicBezTo>
                          <a:pt x="527022" y="304735"/>
                          <a:pt x="530590" y="309493"/>
                          <a:pt x="532969" y="316629"/>
                        </a:cubicBezTo>
                        <a:cubicBezTo>
                          <a:pt x="534159" y="320197"/>
                          <a:pt x="536538" y="322576"/>
                          <a:pt x="536538" y="326145"/>
                        </a:cubicBezTo>
                        <a:cubicBezTo>
                          <a:pt x="536538" y="328524"/>
                          <a:pt x="536538" y="330902"/>
                          <a:pt x="536538" y="334471"/>
                        </a:cubicBezTo>
                        <a:cubicBezTo>
                          <a:pt x="535349" y="334471"/>
                          <a:pt x="535349" y="334471"/>
                          <a:pt x="534159" y="334471"/>
                        </a:cubicBezTo>
                        <a:cubicBezTo>
                          <a:pt x="534159" y="336849"/>
                          <a:pt x="535349" y="340418"/>
                          <a:pt x="534159" y="342797"/>
                        </a:cubicBezTo>
                        <a:cubicBezTo>
                          <a:pt x="529401" y="343986"/>
                          <a:pt x="528211" y="340418"/>
                          <a:pt x="525832" y="338039"/>
                        </a:cubicBezTo>
                        <a:cubicBezTo>
                          <a:pt x="524643" y="336849"/>
                          <a:pt x="524643" y="335660"/>
                          <a:pt x="522264" y="335660"/>
                        </a:cubicBezTo>
                        <a:cubicBezTo>
                          <a:pt x="519885" y="334471"/>
                          <a:pt x="517507" y="336849"/>
                          <a:pt x="515128" y="335660"/>
                        </a:cubicBezTo>
                        <a:cubicBezTo>
                          <a:pt x="509181" y="332092"/>
                          <a:pt x="511560" y="321387"/>
                          <a:pt x="500855" y="322576"/>
                        </a:cubicBezTo>
                        <a:cubicBezTo>
                          <a:pt x="510370" y="330902"/>
                          <a:pt x="504423" y="339228"/>
                          <a:pt x="494907" y="343986"/>
                        </a:cubicBezTo>
                        <a:cubicBezTo>
                          <a:pt x="486581" y="348744"/>
                          <a:pt x="479445" y="351123"/>
                          <a:pt x="479445" y="363017"/>
                        </a:cubicBezTo>
                        <a:cubicBezTo>
                          <a:pt x="479445" y="367775"/>
                          <a:pt x="481824" y="370154"/>
                          <a:pt x="480634" y="374911"/>
                        </a:cubicBezTo>
                        <a:cubicBezTo>
                          <a:pt x="478255" y="379669"/>
                          <a:pt x="474687" y="383238"/>
                          <a:pt x="471119" y="386806"/>
                        </a:cubicBezTo>
                        <a:cubicBezTo>
                          <a:pt x="466361" y="391563"/>
                          <a:pt x="458035" y="402268"/>
                          <a:pt x="449709" y="398700"/>
                        </a:cubicBezTo>
                        <a:cubicBezTo>
                          <a:pt x="447330" y="397511"/>
                          <a:pt x="448519" y="395132"/>
                          <a:pt x="444951" y="395132"/>
                        </a:cubicBezTo>
                        <a:cubicBezTo>
                          <a:pt x="442572" y="395132"/>
                          <a:pt x="439004" y="397511"/>
                          <a:pt x="437815" y="398700"/>
                        </a:cubicBezTo>
                        <a:cubicBezTo>
                          <a:pt x="437815" y="399890"/>
                          <a:pt x="437815" y="402268"/>
                          <a:pt x="437815" y="403458"/>
                        </a:cubicBezTo>
                        <a:cubicBezTo>
                          <a:pt x="440194" y="403458"/>
                          <a:pt x="442572" y="403458"/>
                          <a:pt x="443762" y="402268"/>
                        </a:cubicBezTo>
                        <a:cubicBezTo>
                          <a:pt x="439004" y="408215"/>
                          <a:pt x="433057" y="412974"/>
                          <a:pt x="429488" y="418921"/>
                        </a:cubicBezTo>
                        <a:cubicBezTo>
                          <a:pt x="424730" y="426057"/>
                          <a:pt x="422352" y="432004"/>
                          <a:pt x="415215" y="436762"/>
                        </a:cubicBezTo>
                        <a:cubicBezTo>
                          <a:pt x="409268" y="441520"/>
                          <a:pt x="400942" y="445088"/>
                          <a:pt x="397374" y="449846"/>
                        </a:cubicBezTo>
                        <a:cubicBezTo>
                          <a:pt x="394995" y="452225"/>
                          <a:pt x="393805" y="456982"/>
                          <a:pt x="391426" y="459361"/>
                        </a:cubicBezTo>
                        <a:cubicBezTo>
                          <a:pt x="389047" y="461740"/>
                          <a:pt x="384290" y="462930"/>
                          <a:pt x="381911" y="465309"/>
                        </a:cubicBezTo>
                        <a:cubicBezTo>
                          <a:pt x="381911" y="465309"/>
                          <a:pt x="378343" y="466498"/>
                          <a:pt x="377153" y="470066"/>
                        </a:cubicBezTo>
                        <a:cubicBezTo>
                          <a:pt x="374775" y="476013"/>
                          <a:pt x="377153" y="483150"/>
                          <a:pt x="372396" y="486718"/>
                        </a:cubicBezTo>
                        <a:cubicBezTo>
                          <a:pt x="366449" y="491476"/>
                          <a:pt x="360501" y="485529"/>
                          <a:pt x="354554" y="490287"/>
                        </a:cubicBezTo>
                        <a:cubicBezTo>
                          <a:pt x="350986" y="492665"/>
                          <a:pt x="349796" y="498613"/>
                          <a:pt x="346228" y="502181"/>
                        </a:cubicBezTo>
                        <a:cubicBezTo>
                          <a:pt x="341470" y="508128"/>
                          <a:pt x="341470" y="502181"/>
                          <a:pt x="335523" y="503370"/>
                        </a:cubicBezTo>
                        <a:cubicBezTo>
                          <a:pt x="333145" y="503370"/>
                          <a:pt x="324818" y="509317"/>
                          <a:pt x="323628" y="511696"/>
                        </a:cubicBezTo>
                        <a:cubicBezTo>
                          <a:pt x="320060" y="515265"/>
                          <a:pt x="321250" y="521212"/>
                          <a:pt x="322439" y="525970"/>
                        </a:cubicBezTo>
                        <a:cubicBezTo>
                          <a:pt x="323628" y="530728"/>
                          <a:pt x="326007" y="535485"/>
                          <a:pt x="324818" y="540243"/>
                        </a:cubicBezTo>
                        <a:cubicBezTo>
                          <a:pt x="324818" y="542622"/>
                          <a:pt x="322439" y="543811"/>
                          <a:pt x="322439" y="546190"/>
                        </a:cubicBezTo>
                        <a:cubicBezTo>
                          <a:pt x="322439" y="548569"/>
                          <a:pt x="322439" y="550948"/>
                          <a:pt x="323628" y="553327"/>
                        </a:cubicBezTo>
                        <a:cubicBezTo>
                          <a:pt x="323628" y="558084"/>
                          <a:pt x="323628" y="564032"/>
                          <a:pt x="326007" y="567600"/>
                        </a:cubicBezTo>
                        <a:cubicBezTo>
                          <a:pt x="328387" y="572358"/>
                          <a:pt x="331955" y="572358"/>
                          <a:pt x="333145" y="579494"/>
                        </a:cubicBezTo>
                        <a:cubicBezTo>
                          <a:pt x="334334" y="590199"/>
                          <a:pt x="327197" y="597336"/>
                          <a:pt x="323628" y="605662"/>
                        </a:cubicBezTo>
                        <a:cubicBezTo>
                          <a:pt x="320060" y="613988"/>
                          <a:pt x="321250" y="628261"/>
                          <a:pt x="323628" y="636587"/>
                        </a:cubicBezTo>
                        <a:cubicBezTo>
                          <a:pt x="324818" y="640155"/>
                          <a:pt x="327197" y="647292"/>
                          <a:pt x="324818" y="652050"/>
                        </a:cubicBezTo>
                        <a:cubicBezTo>
                          <a:pt x="322439" y="656808"/>
                          <a:pt x="316492" y="653239"/>
                          <a:pt x="311734" y="655618"/>
                        </a:cubicBezTo>
                        <a:cubicBezTo>
                          <a:pt x="305787" y="657997"/>
                          <a:pt x="309356" y="663944"/>
                          <a:pt x="305787" y="668702"/>
                        </a:cubicBezTo>
                        <a:cubicBezTo>
                          <a:pt x="303409" y="673460"/>
                          <a:pt x="298651" y="673460"/>
                          <a:pt x="302219" y="679407"/>
                        </a:cubicBezTo>
                        <a:cubicBezTo>
                          <a:pt x="305787" y="679407"/>
                          <a:pt x="308166" y="680596"/>
                          <a:pt x="310545" y="682975"/>
                        </a:cubicBezTo>
                        <a:cubicBezTo>
                          <a:pt x="305787" y="682975"/>
                          <a:pt x="303409" y="684165"/>
                          <a:pt x="299840" y="685354"/>
                        </a:cubicBezTo>
                        <a:cubicBezTo>
                          <a:pt x="296272" y="686544"/>
                          <a:pt x="290324" y="687733"/>
                          <a:pt x="286756" y="690112"/>
                        </a:cubicBezTo>
                        <a:cubicBezTo>
                          <a:pt x="281998" y="692491"/>
                          <a:pt x="279620" y="696059"/>
                          <a:pt x="278430" y="700817"/>
                        </a:cubicBezTo>
                        <a:cubicBezTo>
                          <a:pt x="274862" y="710332"/>
                          <a:pt x="267726" y="716279"/>
                          <a:pt x="257020" y="710332"/>
                        </a:cubicBezTo>
                        <a:cubicBezTo>
                          <a:pt x="248694" y="706764"/>
                          <a:pt x="242747" y="693680"/>
                          <a:pt x="237990" y="686544"/>
                        </a:cubicBezTo>
                        <a:cubicBezTo>
                          <a:pt x="235611" y="682975"/>
                          <a:pt x="234421" y="679407"/>
                          <a:pt x="233232" y="674649"/>
                        </a:cubicBezTo>
                        <a:cubicBezTo>
                          <a:pt x="232043" y="668702"/>
                          <a:pt x="233232" y="665134"/>
                          <a:pt x="230853" y="659186"/>
                        </a:cubicBezTo>
                        <a:cubicBezTo>
                          <a:pt x="227285" y="648482"/>
                          <a:pt x="224906" y="641345"/>
                          <a:pt x="221337" y="630640"/>
                        </a:cubicBezTo>
                        <a:cubicBezTo>
                          <a:pt x="218958" y="622314"/>
                          <a:pt x="213011" y="617556"/>
                          <a:pt x="205875" y="611609"/>
                        </a:cubicBezTo>
                        <a:cubicBezTo>
                          <a:pt x="198738" y="606851"/>
                          <a:pt x="191601" y="599715"/>
                          <a:pt x="190412" y="591389"/>
                        </a:cubicBezTo>
                        <a:cubicBezTo>
                          <a:pt x="190412" y="589010"/>
                          <a:pt x="191601" y="585442"/>
                          <a:pt x="190412" y="583063"/>
                        </a:cubicBezTo>
                        <a:cubicBezTo>
                          <a:pt x="189222" y="580684"/>
                          <a:pt x="188033" y="580684"/>
                          <a:pt x="186843" y="578305"/>
                        </a:cubicBezTo>
                        <a:cubicBezTo>
                          <a:pt x="184465" y="573547"/>
                          <a:pt x="184465" y="568789"/>
                          <a:pt x="183275" y="564032"/>
                        </a:cubicBezTo>
                        <a:cubicBezTo>
                          <a:pt x="179707" y="555706"/>
                          <a:pt x="178518" y="545001"/>
                          <a:pt x="174949" y="536675"/>
                        </a:cubicBezTo>
                        <a:cubicBezTo>
                          <a:pt x="170192" y="529538"/>
                          <a:pt x="165434" y="522401"/>
                          <a:pt x="160676" y="515265"/>
                        </a:cubicBezTo>
                        <a:cubicBezTo>
                          <a:pt x="155918" y="508128"/>
                          <a:pt x="152350" y="500992"/>
                          <a:pt x="148782" y="491476"/>
                        </a:cubicBezTo>
                        <a:cubicBezTo>
                          <a:pt x="147592" y="486718"/>
                          <a:pt x="147592" y="481961"/>
                          <a:pt x="146403" y="477203"/>
                        </a:cubicBezTo>
                        <a:cubicBezTo>
                          <a:pt x="145213" y="472445"/>
                          <a:pt x="141645" y="470066"/>
                          <a:pt x="140456" y="465309"/>
                        </a:cubicBezTo>
                        <a:cubicBezTo>
                          <a:pt x="140456" y="465309"/>
                          <a:pt x="139266" y="465309"/>
                          <a:pt x="139266" y="465309"/>
                        </a:cubicBezTo>
                        <a:cubicBezTo>
                          <a:pt x="136888" y="458172"/>
                          <a:pt x="133319" y="452225"/>
                          <a:pt x="133319" y="443899"/>
                        </a:cubicBezTo>
                        <a:cubicBezTo>
                          <a:pt x="132130" y="443899"/>
                          <a:pt x="130941" y="442709"/>
                          <a:pt x="129751" y="441520"/>
                        </a:cubicBezTo>
                        <a:cubicBezTo>
                          <a:pt x="130941" y="441520"/>
                          <a:pt x="132130" y="440330"/>
                          <a:pt x="134509" y="440330"/>
                        </a:cubicBezTo>
                        <a:cubicBezTo>
                          <a:pt x="133319" y="436762"/>
                          <a:pt x="132130" y="430815"/>
                          <a:pt x="127372" y="429626"/>
                        </a:cubicBezTo>
                        <a:cubicBezTo>
                          <a:pt x="127372" y="424868"/>
                          <a:pt x="129751" y="422489"/>
                          <a:pt x="128562" y="417731"/>
                        </a:cubicBezTo>
                        <a:cubicBezTo>
                          <a:pt x="128562" y="415352"/>
                          <a:pt x="124993" y="411784"/>
                          <a:pt x="123804" y="408215"/>
                        </a:cubicBezTo>
                        <a:cubicBezTo>
                          <a:pt x="121425" y="403458"/>
                          <a:pt x="113099" y="392753"/>
                          <a:pt x="122614" y="391563"/>
                        </a:cubicBezTo>
                        <a:cubicBezTo>
                          <a:pt x="122614" y="386806"/>
                          <a:pt x="116667" y="387995"/>
                          <a:pt x="119046" y="383238"/>
                        </a:cubicBezTo>
                        <a:cubicBezTo>
                          <a:pt x="121425" y="378480"/>
                          <a:pt x="121425" y="373722"/>
                          <a:pt x="121425" y="373722"/>
                        </a:cubicBezTo>
                        <a:cubicBezTo>
                          <a:pt x="120235" y="366585"/>
                          <a:pt x="116667" y="361828"/>
                          <a:pt x="115477" y="354691"/>
                        </a:cubicBezTo>
                        <a:cubicBezTo>
                          <a:pt x="114288" y="345176"/>
                          <a:pt x="119046" y="347555"/>
                          <a:pt x="123804" y="341607"/>
                        </a:cubicBezTo>
                        <a:cubicBezTo>
                          <a:pt x="120235" y="338039"/>
                          <a:pt x="115477" y="342797"/>
                          <a:pt x="110720" y="340418"/>
                        </a:cubicBezTo>
                        <a:cubicBezTo>
                          <a:pt x="110720" y="336849"/>
                          <a:pt x="110720" y="330902"/>
                          <a:pt x="113099" y="327334"/>
                        </a:cubicBezTo>
                        <a:cubicBezTo>
                          <a:pt x="115477" y="324955"/>
                          <a:pt x="121425" y="324955"/>
                          <a:pt x="121425" y="320197"/>
                        </a:cubicBezTo>
                        <a:cubicBezTo>
                          <a:pt x="117856" y="321387"/>
                          <a:pt x="114288" y="321387"/>
                          <a:pt x="110720" y="321387"/>
                        </a:cubicBezTo>
                        <a:cubicBezTo>
                          <a:pt x="109530" y="319008"/>
                          <a:pt x="109530" y="320197"/>
                          <a:pt x="107152" y="319008"/>
                        </a:cubicBezTo>
                        <a:cubicBezTo>
                          <a:pt x="105962" y="323766"/>
                          <a:pt x="107152" y="324955"/>
                          <a:pt x="105962" y="328524"/>
                        </a:cubicBezTo>
                        <a:cubicBezTo>
                          <a:pt x="104773" y="330902"/>
                          <a:pt x="101205" y="333281"/>
                          <a:pt x="101205" y="336849"/>
                        </a:cubicBezTo>
                        <a:cubicBezTo>
                          <a:pt x="101205" y="340418"/>
                          <a:pt x="104773" y="340418"/>
                          <a:pt x="104773" y="345176"/>
                        </a:cubicBezTo>
                        <a:cubicBezTo>
                          <a:pt x="104773" y="348744"/>
                          <a:pt x="103583" y="352312"/>
                          <a:pt x="101205" y="354691"/>
                        </a:cubicBezTo>
                        <a:cubicBezTo>
                          <a:pt x="95258" y="364207"/>
                          <a:pt x="75037" y="372532"/>
                          <a:pt x="64332" y="370154"/>
                        </a:cubicBezTo>
                        <a:cubicBezTo>
                          <a:pt x="60764" y="366585"/>
                          <a:pt x="53627" y="363017"/>
                          <a:pt x="50058" y="358259"/>
                        </a:cubicBezTo>
                        <a:cubicBezTo>
                          <a:pt x="46490" y="354691"/>
                          <a:pt x="42922" y="349933"/>
                          <a:pt x="39354" y="346365"/>
                        </a:cubicBezTo>
                        <a:cubicBezTo>
                          <a:pt x="35786" y="342797"/>
                          <a:pt x="31028" y="340418"/>
                          <a:pt x="26270" y="336849"/>
                        </a:cubicBezTo>
                        <a:cubicBezTo>
                          <a:pt x="22702" y="334471"/>
                          <a:pt x="16754" y="326145"/>
                          <a:pt x="16754" y="322576"/>
                        </a:cubicBezTo>
                        <a:cubicBezTo>
                          <a:pt x="21512" y="321387"/>
                          <a:pt x="25081" y="321387"/>
                          <a:pt x="25081" y="326145"/>
                        </a:cubicBezTo>
                        <a:cubicBezTo>
                          <a:pt x="34596" y="327334"/>
                          <a:pt x="36975" y="322576"/>
                          <a:pt x="44111" y="317819"/>
                        </a:cubicBezTo>
                        <a:cubicBezTo>
                          <a:pt x="45301" y="316629"/>
                          <a:pt x="47680" y="316629"/>
                          <a:pt x="48869" y="315440"/>
                        </a:cubicBezTo>
                        <a:cubicBezTo>
                          <a:pt x="51248" y="314250"/>
                          <a:pt x="51248" y="313061"/>
                          <a:pt x="52437" y="311872"/>
                        </a:cubicBezTo>
                        <a:cubicBezTo>
                          <a:pt x="54816" y="309493"/>
                          <a:pt x="58385" y="305924"/>
                          <a:pt x="59574" y="303545"/>
                        </a:cubicBezTo>
                        <a:cubicBezTo>
                          <a:pt x="52437" y="302356"/>
                          <a:pt x="47680" y="309493"/>
                          <a:pt x="40543" y="310682"/>
                        </a:cubicBezTo>
                        <a:cubicBezTo>
                          <a:pt x="33407" y="311872"/>
                          <a:pt x="26270" y="310682"/>
                          <a:pt x="19133" y="308303"/>
                        </a:cubicBezTo>
                        <a:cubicBezTo>
                          <a:pt x="15565" y="307114"/>
                          <a:pt x="6050" y="302356"/>
                          <a:pt x="4860" y="298788"/>
                        </a:cubicBezTo>
                        <a:cubicBezTo>
                          <a:pt x="1292" y="290461"/>
                          <a:pt x="13186" y="288083"/>
                          <a:pt x="11997" y="280946"/>
                        </a:cubicBezTo>
                        <a:cubicBezTo>
                          <a:pt x="9618" y="282136"/>
                          <a:pt x="7239" y="283325"/>
                          <a:pt x="4860" y="283325"/>
                        </a:cubicBezTo>
                        <a:cubicBezTo>
                          <a:pt x="3671" y="285704"/>
                          <a:pt x="2481" y="286893"/>
                          <a:pt x="103" y="288083"/>
                        </a:cubicBezTo>
                        <a:cubicBezTo>
                          <a:pt x="103" y="288083"/>
                          <a:pt x="103" y="288083"/>
                          <a:pt x="103" y="288083"/>
                        </a:cubicBezTo>
                        <a:cubicBezTo>
                          <a:pt x="-1087" y="280946"/>
                          <a:pt x="8428" y="278567"/>
                          <a:pt x="9618" y="271430"/>
                        </a:cubicBezTo>
                        <a:cubicBezTo>
                          <a:pt x="17944" y="271430"/>
                          <a:pt x="26270" y="271430"/>
                          <a:pt x="34596" y="270241"/>
                        </a:cubicBezTo>
                        <a:cubicBezTo>
                          <a:pt x="40543" y="269052"/>
                          <a:pt x="48869" y="263105"/>
                          <a:pt x="53627" y="263105"/>
                        </a:cubicBezTo>
                        <a:cubicBezTo>
                          <a:pt x="52437" y="265483"/>
                          <a:pt x="53627" y="267862"/>
                          <a:pt x="54816" y="269052"/>
                        </a:cubicBezTo>
                        <a:cubicBezTo>
                          <a:pt x="57195" y="266673"/>
                          <a:pt x="61953" y="267862"/>
                          <a:pt x="64332" y="265483"/>
                        </a:cubicBezTo>
                        <a:cubicBezTo>
                          <a:pt x="67900" y="261915"/>
                          <a:pt x="64332" y="258347"/>
                          <a:pt x="64332" y="254778"/>
                        </a:cubicBezTo>
                        <a:cubicBezTo>
                          <a:pt x="63143" y="250021"/>
                          <a:pt x="61953" y="236937"/>
                          <a:pt x="57195" y="235747"/>
                        </a:cubicBezTo>
                        <a:cubicBezTo>
                          <a:pt x="57195" y="230990"/>
                          <a:pt x="59574" y="228611"/>
                          <a:pt x="54816" y="226232"/>
                        </a:cubicBezTo>
                        <a:cubicBezTo>
                          <a:pt x="50058" y="223853"/>
                          <a:pt x="46490" y="227422"/>
                          <a:pt x="41733" y="222664"/>
                        </a:cubicBezTo>
                        <a:cubicBezTo>
                          <a:pt x="38164" y="219095"/>
                          <a:pt x="39354" y="215527"/>
                          <a:pt x="39354" y="210770"/>
                        </a:cubicBezTo>
                        <a:cubicBezTo>
                          <a:pt x="39354" y="206012"/>
                          <a:pt x="36975" y="203633"/>
                          <a:pt x="36975" y="197686"/>
                        </a:cubicBezTo>
                        <a:cubicBezTo>
                          <a:pt x="32217" y="195307"/>
                          <a:pt x="16754" y="200064"/>
                          <a:pt x="15565" y="195307"/>
                        </a:cubicBezTo>
                        <a:cubicBezTo>
                          <a:pt x="14375" y="191739"/>
                          <a:pt x="21512" y="182223"/>
                          <a:pt x="23891" y="178655"/>
                        </a:cubicBezTo>
                        <a:cubicBezTo>
                          <a:pt x="27460" y="173897"/>
                          <a:pt x="29839" y="166760"/>
                          <a:pt x="34596" y="163192"/>
                        </a:cubicBezTo>
                        <a:cubicBezTo>
                          <a:pt x="40543" y="158434"/>
                          <a:pt x="47680" y="160813"/>
                          <a:pt x="48869" y="167950"/>
                        </a:cubicBezTo>
                        <a:cubicBezTo>
                          <a:pt x="54816" y="169139"/>
                          <a:pt x="61953" y="164381"/>
                          <a:pt x="67900" y="163192"/>
                        </a:cubicBezTo>
                        <a:cubicBezTo>
                          <a:pt x="80984" y="160813"/>
                          <a:pt x="80984" y="156055"/>
                          <a:pt x="85741" y="144161"/>
                        </a:cubicBezTo>
                        <a:cubicBezTo>
                          <a:pt x="89310" y="135835"/>
                          <a:pt x="98826" y="133456"/>
                          <a:pt x="102394" y="125130"/>
                        </a:cubicBezTo>
                        <a:cubicBezTo>
                          <a:pt x="104773" y="120372"/>
                          <a:pt x="104773" y="116804"/>
                          <a:pt x="107152" y="112046"/>
                        </a:cubicBezTo>
                        <a:cubicBezTo>
                          <a:pt x="109530" y="108478"/>
                          <a:pt x="113099" y="106099"/>
                          <a:pt x="115477" y="102531"/>
                        </a:cubicBezTo>
                        <a:cubicBezTo>
                          <a:pt x="116667" y="101341"/>
                          <a:pt x="119046" y="98963"/>
                          <a:pt x="119046" y="97773"/>
                        </a:cubicBezTo>
                        <a:cubicBezTo>
                          <a:pt x="119046" y="95394"/>
                          <a:pt x="117856" y="91826"/>
                          <a:pt x="117856" y="91826"/>
                        </a:cubicBezTo>
                        <a:cubicBezTo>
                          <a:pt x="119046" y="87068"/>
                          <a:pt x="123804" y="85879"/>
                          <a:pt x="126183" y="82310"/>
                        </a:cubicBezTo>
                        <a:cubicBezTo>
                          <a:pt x="132130" y="71606"/>
                          <a:pt x="129751" y="64469"/>
                          <a:pt x="127372" y="54954"/>
                        </a:cubicBezTo>
                        <a:cubicBezTo>
                          <a:pt x="124993" y="44248"/>
                          <a:pt x="135698" y="40680"/>
                          <a:pt x="142835" y="35922"/>
                        </a:cubicBezTo>
                        <a:cubicBezTo>
                          <a:pt x="147592" y="33544"/>
                          <a:pt x="151160" y="29975"/>
                          <a:pt x="153539" y="26407"/>
                        </a:cubicBezTo>
                        <a:cubicBezTo>
                          <a:pt x="155918" y="24028"/>
                          <a:pt x="157108" y="20460"/>
                          <a:pt x="159487" y="18081"/>
                        </a:cubicBezTo>
                        <a:cubicBezTo>
                          <a:pt x="161866" y="14513"/>
                          <a:pt x="163055" y="10944"/>
                          <a:pt x="166624" y="8565"/>
                        </a:cubicBezTo>
                        <a:cubicBezTo>
                          <a:pt x="171381" y="6187"/>
                          <a:pt x="174949" y="7376"/>
                          <a:pt x="176139" y="239"/>
                        </a:cubicBezTo>
                        <a:cubicBezTo>
                          <a:pt x="182086" y="-950"/>
                          <a:pt x="183275" y="2618"/>
                          <a:pt x="188033" y="3808"/>
                        </a:cubicBezTo>
                        <a:cubicBezTo>
                          <a:pt x="190412" y="8565"/>
                          <a:pt x="195170" y="9755"/>
                          <a:pt x="201117" y="8565"/>
                        </a:cubicBezTo>
                        <a:cubicBezTo>
                          <a:pt x="203496" y="7376"/>
                          <a:pt x="203496" y="4997"/>
                          <a:pt x="205875" y="4997"/>
                        </a:cubicBezTo>
                        <a:cubicBezTo>
                          <a:pt x="207064" y="4997"/>
                          <a:pt x="208254" y="8565"/>
                          <a:pt x="210632" y="8565"/>
                        </a:cubicBezTo>
                        <a:cubicBezTo>
                          <a:pt x="211822" y="12134"/>
                          <a:pt x="223716" y="19270"/>
                          <a:pt x="230853" y="21649"/>
                        </a:cubicBezTo>
                        <a:cubicBezTo>
                          <a:pt x="230853" y="21649"/>
                          <a:pt x="230853" y="22839"/>
                          <a:pt x="230853" y="22839"/>
                        </a:cubicBezTo>
                        <a:cubicBezTo>
                          <a:pt x="230853" y="25218"/>
                          <a:pt x="232043" y="29975"/>
                          <a:pt x="234421" y="31165"/>
                        </a:cubicBezTo>
                        <a:cubicBezTo>
                          <a:pt x="236800" y="32354"/>
                          <a:pt x="239179" y="32354"/>
                          <a:pt x="239179" y="33544"/>
                        </a:cubicBezTo>
                        <a:cubicBezTo>
                          <a:pt x="239179" y="35922"/>
                          <a:pt x="236800" y="41870"/>
                          <a:pt x="237990" y="43059"/>
                        </a:cubicBezTo>
                        <a:cubicBezTo>
                          <a:pt x="239179" y="44248"/>
                          <a:pt x="241558" y="45438"/>
                          <a:pt x="240368" y="46627"/>
                        </a:cubicBezTo>
                        <a:cubicBezTo>
                          <a:pt x="239179" y="47817"/>
                          <a:pt x="237990" y="50196"/>
                          <a:pt x="239179" y="51385"/>
                        </a:cubicBezTo>
                        <a:cubicBezTo>
                          <a:pt x="241558" y="52574"/>
                          <a:pt x="242747" y="53764"/>
                          <a:pt x="242747" y="54954"/>
                        </a:cubicBezTo>
                        <a:cubicBezTo>
                          <a:pt x="243937" y="56143"/>
                          <a:pt x="248694" y="71606"/>
                          <a:pt x="252262" y="70416"/>
                        </a:cubicBezTo>
                        <a:cubicBezTo>
                          <a:pt x="254641" y="68037"/>
                          <a:pt x="257020" y="64469"/>
                          <a:pt x="258210" y="64469"/>
                        </a:cubicBezTo>
                        <a:cubicBezTo>
                          <a:pt x="259399" y="64469"/>
                          <a:pt x="262968" y="68037"/>
                          <a:pt x="265347" y="69227"/>
                        </a:cubicBezTo>
                        <a:cubicBezTo>
                          <a:pt x="267726" y="69227"/>
                          <a:pt x="271294" y="68037"/>
                          <a:pt x="271294" y="69227"/>
                        </a:cubicBezTo>
                        <a:cubicBezTo>
                          <a:pt x="272483" y="70416"/>
                          <a:pt x="274862" y="75174"/>
                          <a:pt x="276051" y="75174"/>
                        </a:cubicBezTo>
                        <a:cubicBezTo>
                          <a:pt x="277241" y="75174"/>
                          <a:pt x="279620" y="73984"/>
                          <a:pt x="279620" y="75174"/>
                        </a:cubicBezTo>
                        <a:cubicBezTo>
                          <a:pt x="279620" y="76363"/>
                          <a:pt x="281998" y="82310"/>
                          <a:pt x="283188" y="82310"/>
                        </a:cubicBezTo>
                        <a:cubicBezTo>
                          <a:pt x="284377" y="82310"/>
                          <a:pt x="287945" y="81121"/>
                          <a:pt x="287945" y="82310"/>
                        </a:cubicBezTo>
                        <a:cubicBezTo>
                          <a:pt x="287945" y="83500"/>
                          <a:pt x="289135" y="85879"/>
                          <a:pt x="289135" y="87068"/>
                        </a:cubicBezTo>
                        <a:lnTo>
                          <a:pt x="289135" y="87068"/>
                        </a:lnTo>
                        <a:cubicBezTo>
                          <a:pt x="289135" y="89447"/>
                          <a:pt x="290324" y="91826"/>
                          <a:pt x="289135" y="94205"/>
                        </a:cubicBezTo>
                        <a:cubicBezTo>
                          <a:pt x="289135" y="96584"/>
                          <a:pt x="287945" y="97773"/>
                          <a:pt x="286756" y="100152"/>
                        </a:cubicBezTo>
                        <a:cubicBezTo>
                          <a:pt x="285567" y="102531"/>
                          <a:pt x="285567" y="103720"/>
                          <a:pt x="285567" y="107289"/>
                        </a:cubicBezTo>
                        <a:cubicBezTo>
                          <a:pt x="285567" y="109667"/>
                          <a:pt x="286756" y="112046"/>
                          <a:pt x="286756" y="114425"/>
                        </a:cubicBezTo>
                        <a:cubicBezTo>
                          <a:pt x="285567" y="119183"/>
                          <a:pt x="281998" y="121562"/>
                          <a:pt x="280809" y="126320"/>
                        </a:cubicBezTo>
                        <a:cubicBezTo>
                          <a:pt x="278430" y="133456"/>
                          <a:pt x="283188" y="134645"/>
                          <a:pt x="287945" y="135835"/>
                        </a:cubicBezTo>
                        <a:cubicBezTo>
                          <a:pt x="297461" y="139403"/>
                          <a:pt x="304598" y="144161"/>
                          <a:pt x="314113" y="147729"/>
                        </a:cubicBezTo>
                        <a:cubicBezTo>
                          <a:pt x="318871" y="150108"/>
                          <a:pt x="321250" y="153676"/>
                          <a:pt x="324818" y="156055"/>
                        </a:cubicBezTo>
                        <a:cubicBezTo>
                          <a:pt x="326007" y="157245"/>
                          <a:pt x="328387" y="159624"/>
                          <a:pt x="329576" y="160813"/>
                        </a:cubicBezTo>
                        <a:cubicBezTo>
                          <a:pt x="331955" y="162003"/>
                          <a:pt x="334334" y="163192"/>
                          <a:pt x="336713" y="163192"/>
                        </a:cubicBezTo>
                        <a:cubicBezTo>
                          <a:pt x="339092" y="163192"/>
                          <a:pt x="341470" y="164381"/>
                          <a:pt x="343849" y="165571"/>
                        </a:cubicBezTo>
                        <a:cubicBezTo>
                          <a:pt x="346228" y="166760"/>
                          <a:pt x="349796" y="165571"/>
                          <a:pt x="352175" y="166760"/>
                        </a:cubicBezTo>
                        <a:cubicBezTo>
                          <a:pt x="354554" y="167950"/>
                          <a:pt x="355743" y="170328"/>
                          <a:pt x="358122" y="171518"/>
                        </a:cubicBezTo>
                        <a:cubicBezTo>
                          <a:pt x="360501" y="172707"/>
                          <a:pt x="362880" y="172707"/>
                          <a:pt x="365259" y="172707"/>
                        </a:cubicBezTo>
                        <a:cubicBezTo>
                          <a:pt x="367638" y="172707"/>
                          <a:pt x="371206" y="171518"/>
                          <a:pt x="373585" y="172707"/>
                        </a:cubicBezTo>
                        <a:cubicBezTo>
                          <a:pt x="375964" y="173897"/>
                          <a:pt x="375964" y="176276"/>
                          <a:pt x="379532" y="175087"/>
                        </a:cubicBezTo>
                        <a:cubicBezTo>
                          <a:pt x="384290" y="175087"/>
                          <a:pt x="387858" y="171518"/>
                          <a:pt x="392616" y="171518"/>
                        </a:cubicBezTo>
                        <a:cubicBezTo>
                          <a:pt x="397374" y="171518"/>
                          <a:pt x="400942" y="173897"/>
                          <a:pt x="403321" y="177465"/>
                        </a:cubicBezTo>
                        <a:cubicBezTo>
                          <a:pt x="405700" y="181034"/>
                          <a:pt x="406889" y="184602"/>
                          <a:pt x="411647" y="186981"/>
                        </a:cubicBezTo>
                        <a:cubicBezTo>
                          <a:pt x="414026" y="188170"/>
                          <a:pt x="416405" y="186981"/>
                          <a:pt x="418783" y="188170"/>
                        </a:cubicBezTo>
                        <a:cubicBezTo>
                          <a:pt x="421162" y="189360"/>
                          <a:pt x="422352" y="190549"/>
                          <a:pt x="425920" y="190549"/>
                        </a:cubicBezTo>
                        <a:cubicBezTo>
                          <a:pt x="431868" y="190549"/>
                          <a:pt x="435436" y="188170"/>
                          <a:pt x="441383" y="189360"/>
                        </a:cubicBezTo>
                        <a:cubicBezTo>
                          <a:pt x="446141" y="190549"/>
                          <a:pt x="450898" y="191739"/>
                          <a:pt x="454466" y="194117"/>
                        </a:cubicBezTo>
                        <a:cubicBezTo>
                          <a:pt x="456845" y="195307"/>
                          <a:pt x="458035" y="196496"/>
                          <a:pt x="460414" y="196496"/>
                        </a:cubicBezTo>
                        <a:cubicBezTo>
                          <a:pt x="462793" y="196496"/>
                          <a:pt x="463982" y="194117"/>
                          <a:pt x="466361" y="194117"/>
                        </a:cubicBezTo>
                        <a:cubicBezTo>
                          <a:pt x="471119" y="194117"/>
                          <a:pt x="473498" y="200064"/>
                          <a:pt x="478255" y="198875"/>
                        </a:cubicBezTo>
                        <a:cubicBezTo>
                          <a:pt x="480634" y="198875"/>
                          <a:pt x="483013" y="197686"/>
                          <a:pt x="485392" y="197686"/>
                        </a:cubicBezTo>
                        <a:cubicBezTo>
                          <a:pt x="487771" y="197686"/>
                          <a:pt x="490149" y="197686"/>
                          <a:pt x="492528" y="196496"/>
                        </a:cubicBezTo>
                        <a:cubicBezTo>
                          <a:pt x="494907" y="194117"/>
                          <a:pt x="492528" y="188170"/>
                          <a:pt x="494907" y="185791"/>
                        </a:cubicBezTo>
                        <a:cubicBezTo>
                          <a:pt x="496097" y="181034"/>
                          <a:pt x="490149" y="176276"/>
                          <a:pt x="491339" y="170328"/>
                        </a:cubicBezTo>
                        <a:cubicBezTo>
                          <a:pt x="491339" y="165571"/>
                          <a:pt x="492528" y="160813"/>
                          <a:pt x="491339" y="156055"/>
                        </a:cubicBezTo>
                        <a:cubicBezTo>
                          <a:pt x="491339" y="156055"/>
                          <a:pt x="491339" y="156055"/>
                          <a:pt x="491339" y="156055"/>
                        </a:cubicBezTo>
                        <a:cubicBezTo>
                          <a:pt x="491339" y="154866"/>
                          <a:pt x="498476" y="148919"/>
                          <a:pt x="500855" y="151298"/>
                        </a:cubicBezTo>
                        <a:cubicBezTo>
                          <a:pt x="503234" y="153676"/>
                          <a:pt x="505613" y="156055"/>
                          <a:pt x="505613" y="158434"/>
                        </a:cubicBezTo>
                        <a:cubicBezTo>
                          <a:pt x="504423" y="162003"/>
                          <a:pt x="506802" y="166760"/>
                          <a:pt x="510370" y="165571"/>
                        </a:cubicBezTo>
                        <a:cubicBezTo>
                          <a:pt x="510370" y="165571"/>
                          <a:pt x="510370" y="165571"/>
                          <a:pt x="510370" y="165571"/>
                        </a:cubicBezTo>
                        <a:cubicBezTo>
                          <a:pt x="510370" y="166760"/>
                          <a:pt x="510370" y="169139"/>
                          <a:pt x="510370" y="170328"/>
                        </a:cubicBezTo>
                        <a:cubicBezTo>
                          <a:pt x="510370" y="172707"/>
                          <a:pt x="509181" y="173897"/>
                          <a:pt x="509181" y="176276"/>
                        </a:cubicBezTo>
                        <a:cubicBezTo>
                          <a:pt x="509181" y="178655"/>
                          <a:pt x="511560" y="184602"/>
                          <a:pt x="515128" y="184602"/>
                        </a:cubicBezTo>
                        <a:cubicBezTo>
                          <a:pt x="516317" y="185791"/>
                          <a:pt x="518696" y="185791"/>
                          <a:pt x="521075" y="185791"/>
                        </a:cubicBezTo>
                        <a:cubicBezTo>
                          <a:pt x="522264" y="185791"/>
                          <a:pt x="525832" y="184602"/>
                          <a:pt x="527022" y="184602"/>
                        </a:cubicBezTo>
                        <a:cubicBezTo>
                          <a:pt x="528211" y="184602"/>
                          <a:pt x="528211" y="185791"/>
                          <a:pt x="529401" y="186981"/>
                        </a:cubicBezTo>
                        <a:cubicBezTo>
                          <a:pt x="530590" y="188170"/>
                          <a:pt x="531780" y="188170"/>
                          <a:pt x="531780" y="188170"/>
                        </a:cubicBezTo>
                        <a:cubicBezTo>
                          <a:pt x="532969" y="189360"/>
                          <a:pt x="535349" y="190549"/>
                          <a:pt x="536538" y="191739"/>
                        </a:cubicBezTo>
                        <a:cubicBezTo>
                          <a:pt x="540106" y="192928"/>
                          <a:pt x="544864" y="191739"/>
                          <a:pt x="547243" y="189360"/>
                        </a:cubicBezTo>
                        <a:cubicBezTo>
                          <a:pt x="549621" y="186981"/>
                          <a:pt x="552000" y="184602"/>
                          <a:pt x="555568" y="185791"/>
                        </a:cubicBezTo>
                        <a:cubicBezTo>
                          <a:pt x="559137" y="186981"/>
                          <a:pt x="560326" y="188170"/>
                          <a:pt x="563895" y="186981"/>
                        </a:cubicBezTo>
                        <a:cubicBezTo>
                          <a:pt x="569842" y="184602"/>
                          <a:pt x="578168" y="185791"/>
                          <a:pt x="584115" y="183412"/>
                        </a:cubicBezTo>
                        <a:cubicBezTo>
                          <a:pt x="588873" y="182223"/>
                          <a:pt x="587683" y="179844"/>
                          <a:pt x="588873" y="175087"/>
                        </a:cubicBezTo>
                        <a:cubicBezTo>
                          <a:pt x="588873" y="173897"/>
                          <a:pt x="590062" y="171518"/>
                          <a:pt x="588873" y="170328"/>
                        </a:cubicBezTo>
                        <a:cubicBezTo>
                          <a:pt x="587683" y="169139"/>
                          <a:pt x="586494" y="169139"/>
                          <a:pt x="585304" y="167950"/>
                        </a:cubicBezTo>
                        <a:cubicBezTo>
                          <a:pt x="581736" y="165571"/>
                          <a:pt x="580547" y="165571"/>
                          <a:pt x="580547" y="160813"/>
                        </a:cubicBezTo>
                        <a:cubicBezTo>
                          <a:pt x="580547" y="159624"/>
                          <a:pt x="581736" y="157245"/>
                          <a:pt x="581736" y="156055"/>
                        </a:cubicBezTo>
                        <a:cubicBezTo>
                          <a:pt x="581736" y="156055"/>
                          <a:pt x="581736" y="154866"/>
                          <a:pt x="581736" y="154866"/>
                        </a:cubicBezTo>
                        <a:cubicBezTo>
                          <a:pt x="581736" y="154866"/>
                          <a:pt x="581736" y="154866"/>
                          <a:pt x="581736" y="154866"/>
                        </a:cubicBezTo>
                        <a:cubicBezTo>
                          <a:pt x="585304" y="154866"/>
                          <a:pt x="588873" y="151298"/>
                          <a:pt x="591251" y="151298"/>
                        </a:cubicBezTo>
                        <a:cubicBezTo>
                          <a:pt x="593630" y="151298"/>
                          <a:pt x="597199" y="152487"/>
                          <a:pt x="598388" y="150108"/>
                        </a:cubicBezTo>
                        <a:cubicBezTo>
                          <a:pt x="599578" y="147729"/>
                          <a:pt x="600767" y="142972"/>
                          <a:pt x="603146" y="142972"/>
                        </a:cubicBezTo>
                        <a:cubicBezTo>
                          <a:pt x="605525" y="142972"/>
                          <a:pt x="607904" y="144161"/>
                          <a:pt x="607904" y="142972"/>
                        </a:cubicBezTo>
                        <a:cubicBezTo>
                          <a:pt x="609093" y="141782"/>
                          <a:pt x="607904" y="140593"/>
                          <a:pt x="609093" y="139403"/>
                        </a:cubicBezTo>
                        <a:cubicBezTo>
                          <a:pt x="611472" y="138214"/>
                          <a:pt x="612662" y="139403"/>
                          <a:pt x="613851" y="137024"/>
                        </a:cubicBezTo>
                        <a:cubicBezTo>
                          <a:pt x="615040" y="133456"/>
                          <a:pt x="616230" y="127509"/>
                          <a:pt x="618609" y="127509"/>
                        </a:cubicBezTo>
                        <a:cubicBezTo>
                          <a:pt x="620987" y="127509"/>
                          <a:pt x="632882" y="127509"/>
                          <a:pt x="636450" y="121562"/>
                        </a:cubicBezTo>
                        <a:cubicBezTo>
                          <a:pt x="640019" y="115615"/>
                          <a:pt x="638829" y="112046"/>
                          <a:pt x="640019" y="110857"/>
                        </a:cubicBezTo>
                        <a:cubicBezTo>
                          <a:pt x="641208" y="110857"/>
                          <a:pt x="647155" y="106099"/>
                          <a:pt x="648345" y="107289"/>
                        </a:cubicBezTo>
                        <a:cubicBezTo>
                          <a:pt x="649534" y="108478"/>
                          <a:pt x="653102" y="115615"/>
                          <a:pt x="654292" y="113236"/>
                        </a:cubicBezTo>
                        <a:cubicBezTo>
                          <a:pt x="656670" y="112046"/>
                          <a:pt x="659049" y="110857"/>
                          <a:pt x="661428" y="112046"/>
                        </a:cubicBezTo>
                        <a:cubicBezTo>
                          <a:pt x="663807" y="113236"/>
                          <a:pt x="667376" y="116804"/>
                          <a:pt x="669755" y="114425"/>
                        </a:cubicBezTo>
                        <a:cubicBezTo>
                          <a:pt x="672134" y="113236"/>
                          <a:pt x="670944" y="108478"/>
                          <a:pt x="672134" y="107289"/>
                        </a:cubicBezTo>
                        <a:cubicBezTo>
                          <a:pt x="673323" y="106099"/>
                          <a:pt x="682838" y="100152"/>
                          <a:pt x="685217" y="101341"/>
                        </a:cubicBezTo>
                        <a:cubicBezTo>
                          <a:pt x="686406" y="102531"/>
                          <a:pt x="688785" y="104910"/>
                          <a:pt x="691164" y="104910"/>
                        </a:cubicBezTo>
                        <a:cubicBezTo>
                          <a:pt x="693543" y="104910"/>
                          <a:pt x="695922" y="106099"/>
                          <a:pt x="694732" y="107289"/>
                        </a:cubicBezTo>
                        <a:cubicBezTo>
                          <a:pt x="693543" y="108478"/>
                          <a:pt x="689975" y="113236"/>
                          <a:pt x="691164" y="115615"/>
                        </a:cubicBezTo>
                        <a:cubicBezTo>
                          <a:pt x="692353" y="117993"/>
                          <a:pt x="699490" y="115615"/>
                          <a:pt x="700680" y="117993"/>
                        </a:cubicBezTo>
                        <a:cubicBezTo>
                          <a:pt x="700680" y="119183"/>
                          <a:pt x="703059" y="123941"/>
                          <a:pt x="704248" y="123941"/>
                        </a:cubicBezTo>
                        <a:cubicBezTo>
                          <a:pt x="705438" y="123941"/>
                          <a:pt x="707817" y="125130"/>
                          <a:pt x="705438" y="128698"/>
                        </a:cubicBezTo>
                        <a:cubicBezTo>
                          <a:pt x="704248" y="131077"/>
                          <a:pt x="699490" y="134645"/>
                          <a:pt x="701869" y="137024"/>
                        </a:cubicBezTo>
                        <a:cubicBezTo>
                          <a:pt x="704248" y="139403"/>
                          <a:pt x="712574" y="137024"/>
                          <a:pt x="713764" y="138214"/>
                        </a:cubicBezTo>
                        <a:cubicBezTo>
                          <a:pt x="714953" y="139403"/>
                          <a:pt x="714953" y="142972"/>
                          <a:pt x="718521" y="142972"/>
                        </a:cubicBezTo>
                        <a:lnTo>
                          <a:pt x="718521" y="142972"/>
                        </a:lnTo>
                        <a:cubicBezTo>
                          <a:pt x="722089" y="146540"/>
                          <a:pt x="723279" y="148919"/>
                          <a:pt x="724468" y="15010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03" name="Freeform 702">
                    <a:extLst>
                      <a:ext uri="{FF2B5EF4-FFF2-40B4-BE49-F238E27FC236}">
                        <a16:creationId xmlns:a16="http://schemas.microsoft.com/office/drawing/2014/main" id="{A84D78DF-9BD1-C797-E46C-8546D81B0905}"/>
                      </a:ext>
                    </a:extLst>
                  </p:cNvPr>
                  <p:cNvSpPr/>
                  <p:nvPr/>
                </p:nvSpPr>
                <p:spPr>
                  <a:xfrm>
                    <a:off x="6755551" y="4100468"/>
                    <a:ext cx="263451" cy="354043"/>
                  </a:xfrm>
                  <a:custGeom>
                    <a:avLst/>
                    <a:gdLst>
                      <a:gd name="connsiteX0" fmla="*/ 260784 w 263451"/>
                      <a:gd name="connsiteY0" fmla="*/ 50738 h 354043"/>
                      <a:gd name="connsiteX1" fmla="*/ 250079 w 263451"/>
                      <a:gd name="connsiteY1" fmla="*/ 65011 h 354043"/>
                      <a:gd name="connsiteX2" fmla="*/ 242942 w 263451"/>
                      <a:gd name="connsiteY2" fmla="*/ 86421 h 354043"/>
                      <a:gd name="connsiteX3" fmla="*/ 233427 w 263451"/>
                      <a:gd name="connsiteY3" fmla="*/ 103073 h 354043"/>
                      <a:gd name="connsiteX4" fmla="*/ 225101 w 263451"/>
                      <a:gd name="connsiteY4" fmla="*/ 107831 h 354043"/>
                      <a:gd name="connsiteX5" fmla="*/ 222722 w 263451"/>
                      <a:gd name="connsiteY5" fmla="*/ 111399 h 354043"/>
                      <a:gd name="connsiteX6" fmla="*/ 226290 w 263451"/>
                      <a:gd name="connsiteY6" fmla="*/ 116157 h 354043"/>
                      <a:gd name="connsiteX7" fmla="*/ 225101 w 263451"/>
                      <a:gd name="connsiteY7" fmla="*/ 119725 h 354043"/>
                      <a:gd name="connsiteX8" fmla="*/ 213206 w 263451"/>
                      <a:gd name="connsiteY8" fmla="*/ 139945 h 354043"/>
                      <a:gd name="connsiteX9" fmla="*/ 208449 w 263451"/>
                      <a:gd name="connsiteY9" fmla="*/ 150650 h 354043"/>
                      <a:gd name="connsiteX10" fmla="*/ 203691 w 263451"/>
                      <a:gd name="connsiteY10" fmla="*/ 161355 h 354043"/>
                      <a:gd name="connsiteX11" fmla="*/ 196554 w 263451"/>
                      <a:gd name="connsiteY11" fmla="*/ 176818 h 354043"/>
                      <a:gd name="connsiteX12" fmla="*/ 185849 w 263451"/>
                      <a:gd name="connsiteY12" fmla="*/ 189902 h 354043"/>
                      <a:gd name="connsiteX13" fmla="*/ 151356 w 263451"/>
                      <a:gd name="connsiteY13" fmla="*/ 231532 h 354043"/>
                      <a:gd name="connsiteX14" fmla="*/ 132325 w 263451"/>
                      <a:gd name="connsiteY14" fmla="*/ 248184 h 354043"/>
                      <a:gd name="connsiteX15" fmla="*/ 112104 w 263451"/>
                      <a:gd name="connsiteY15" fmla="*/ 263646 h 354043"/>
                      <a:gd name="connsiteX16" fmla="*/ 100210 w 263451"/>
                      <a:gd name="connsiteY16" fmla="*/ 268404 h 354043"/>
                      <a:gd name="connsiteX17" fmla="*/ 89505 w 263451"/>
                      <a:gd name="connsiteY17" fmla="*/ 276730 h 354043"/>
                      <a:gd name="connsiteX18" fmla="*/ 79990 w 263451"/>
                      <a:gd name="connsiteY18" fmla="*/ 286246 h 354043"/>
                      <a:gd name="connsiteX19" fmla="*/ 69285 w 263451"/>
                      <a:gd name="connsiteY19" fmla="*/ 293382 h 354043"/>
                      <a:gd name="connsiteX20" fmla="*/ 52632 w 263451"/>
                      <a:gd name="connsiteY20" fmla="*/ 313603 h 354043"/>
                      <a:gd name="connsiteX21" fmla="*/ 40738 w 263451"/>
                      <a:gd name="connsiteY21" fmla="*/ 319550 h 354043"/>
                      <a:gd name="connsiteX22" fmla="*/ 35980 w 263451"/>
                      <a:gd name="connsiteY22" fmla="*/ 331444 h 354043"/>
                      <a:gd name="connsiteX23" fmla="*/ 25276 w 263451"/>
                      <a:gd name="connsiteY23" fmla="*/ 342149 h 354043"/>
                      <a:gd name="connsiteX24" fmla="*/ 18139 w 263451"/>
                      <a:gd name="connsiteY24" fmla="*/ 354044 h 354043"/>
                      <a:gd name="connsiteX25" fmla="*/ 18139 w 263451"/>
                      <a:gd name="connsiteY25" fmla="*/ 354044 h 354043"/>
                      <a:gd name="connsiteX26" fmla="*/ 1487 w 263451"/>
                      <a:gd name="connsiteY26" fmla="*/ 335012 h 354043"/>
                      <a:gd name="connsiteX27" fmla="*/ 297 w 263451"/>
                      <a:gd name="connsiteY27" fmla="*/ 302898 h 354043"/>
                      <a:gd name="connsiteX28" fmla="*/ 1487 w 263451"/>
                      <a:gd name="connsiteY28" fmla="*/ 270783 h 354043"/>
                      <a:gd name="connsiteX29" fmla="*/ 2676 w 263451"/>
                      <a:gd name="connsiteY29" fmla="*/ 238669 h 354043"/>
                      <a:gd name="connsiteX30" fmla="*/ 2676 w 263451"/>
                      <a:gd name="connsiteY30" fmla="*/ 233911 h 354043"/>
                      <a:gd name="connsiteX31" fmla="*/ 12192 w 263451"/>
                      <a:gd name="connsiteY31" fmla="*/ 224395 h 354043"/>
                      <a:gd name="connsiteX32" fmla="*/ 20518 w 263451"/>
                      <a:gd name="connsiteY32" fmla="*/ 214880 h 354043"/>
                      <a:gd name="connsiteX33" fmla="*/ 25276 w 263451"/>
                      <a:gd name="connsiteY33" fmla="*/ 211311 h 354043"/>
                      <a:gd name="connsiteX34" fmla="*/ 32412 w 263451"/>
                      <a:gd name="connsiteY34" fmla="*/ 206554 h 354043"/>
                      <a:gd name="connsiteX35" fmla="*/ 46685 w 263451"/>
                      <a:gd name="connsiteY35" fmla="*/ 202985 h 354043"/>
                      <a:gd name="connsiteX36" fmla="*/ 58580 w 263451"/>
                      <a:gd name="connsiteY36" fmla="*/ 193470 h 354043"/>
                      <a:gd name="connsiteX37" fmla="*/ 70474 w 263451"/>
                      <a:gd name="connsiteY37" fmla="*/ 187523 h 354043"/>
                      <a:gd name="connsiteX38" fmla="*/ 82368 w 263451"/>
                      <a:gd name="connsiteY38" fmla="*/ 182765 h 354043"/>
                      <a:gd name="connsiteX39" fmla="*/ 99021 w 263451"/>
                      <a:gd name="connsiteY39" fmla="*/ 182765 h 354043"/>
                      <a:gd name="connsiteX40" fmla="*/ 112104 w 263451"/>
                      <a:gd name="connsiteY40" fmla="*/ 179197 h 354043"/>
                      <a:gd name="connsiteX41" fmla="*/ 181092 w 263451"/>
                      <a:gd name="connsiteY41" fmla="*/ 112588 h 354043"/>
                      <a:gd name="connsiteX42" fmla="*/ 188228 w 263451"/>
                      <a:gd name="connsiteY42" fmla="*/ 101884 h 354043"/>
                      <a:gd name="connsiteX43" fmla="*/ 144219 w 263451"/>
                      <a:gd name="connsiteY43" fmla="*/ 101884 h 354043"/>
                      <a:gd name="connsiteX44" fmla="*/ 74042 w 263451"/>
                      <a:gd name="connsiteY44" fmla="*/ 76905 h 354043"/>
                      <a:gd name="connsiteX45" fmla="*/ 59769 w 263451"/>
                      <a:gd name="connsiteY45" fmla="*/ 66200 h 354043"/>
                      <a:gd name="connsiteX46" fmla="*/ 57390 w 263451"/>
                      <a:gd name="connsiteY46" fmla="*/ 56685 h 354043"/>
                      <a:gd name="connsiteX47" fmla="*/ 50254 w 263451"/>
                      <a:gd name="connsiteY47" fmla="*/ 48359 h 354043"/>
                      <a:gd name="connsiteX48" fmla="*/ 47875 w 263451"/>
                      <a:gd name="connsiteY48" fmla="*/ 28138 h 354043"/>
                      <a:gd name="connsiteX49" fmla="*/ 53822 w 263451"/>
                      <a:gd name="connsiteY49" fmla="*/ 15055 h 354043"/>
                      <a:gd name="connsiteX50" fmla="*/ 53822 w 263451"/>
                      <a:gd name="connsiteY50" fmla="*/ 15055 h 354043"/>
                      <a:gd name="connsiteX51" fmla="*/ 75232 w 263451"/>
                      <a:gd name="connsiteY51" fmla="*/ 40033 h 354043"/>
                      <a:gd name="connsiteX52" fmla="*/ 99021 w 263451"/>
                      <a:gd name="connsiteY52" fmla="*/ 47169 h 354043"/>
                      <a:gd name="connsiteX53" fmla="*/ 122809 w 263451"/>
                      <a:gd name="connsiteY53" fmla="*/ 35275 h 354043"/>
                      <a:gd name="connsiteX54" fmla="*/ 139461 w 263451"/>
                      <a:gd name="connsiteY54" fmla="*/ 35275 h 354043"/>
                      <a:gd name="connsiteX55" fmla="*/ 153734 w 263451"/>
                      <a:gd name="connsiteY55" fmla="*/ 28138 h 354043"/>
                      <a:gd name="connsiteX56" fmla="*/ 183470 w 263451"/>
                      <a:gd name="connsiteY56" fmla="*/ 25759 h 354043"/>
                      <a:gd name="connsiteX57" fmla="*/ 185849 w 263451"/>
                      <a:gd name="connsiteY57" fmla="*/ 22191 h 354043"/>
                      <a:gd name="connsiteX58" fmla="*/ 203691 w 263451"/>
                      <a:gd name="connsiteY58" fmla="*/ 23381 h 354043"/>
                      <a:gd name="connsiteX59" fmla="*/ 216775 w 263451"/>
                      <a:gd name="connsiteY59" fmla="*/ 19812 h 354043"/>
                      <a:gd name="connsiteX60" fmla="*/ 246511 w 263451"/>
                      <a:gd name="connsiteY60" fmla="*/ 1971 h 354043"/>
                      <a:gd name="connsiteX61" fmla="*/ 261973 w 263451"/>
                      <a:gd name="connsiteY61" fmla="*/ 6729 h 354043"/>
                      <a:gd name="connsiteX62" fmla="*/ 258405 w 263451"/>
                      <a:gd name="connsiteY62" fmla="*/ 17434 h 354043"/>
                      <a:gd name="connsiteX63" fmla="*/ 257215 w 263451"/>
                      <a:gd name="connsiteY63" fmla="*/ 17434 h 354043"/>
                      <a:gd name="connsiteX64" fmla="*/ 256026 w 263451"/>
                      <a:gd name="connsiteY64" fmla="*/ 24570 h 354043"/>
                      <a:gd name="connsiteX65" fmla="*/ 260784 w 263451"/>
                      <a:gd name="connsiteY65" fmla="*/ 23381 h 354043"/>
                      <a:gd name="connsiteX66" fmla="*/ 259594 w 263451"/>
                      <a:gd name="connsiteY66" fmla="*/ 43601 h 354043"/>
                      <a:gd name="connsiteX67" fmla="*/ 260784 w 263451"/>
                      <a:gd name="connsiteY67" fmla="*/ 50738 h 354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</a:cxnLst>
                    <a:rect l="l" t="t" r="r" b="b"/>
                    <a:pathLst>
                      <a:path w="263451" h="354043">
                        <a:moveTo>
                          <a:pt x="260784" y="50738"/>
                        </a:moveTo>
                        <a:cubicBezTo>
                          <a:pt x="256026" y="59064"/>
                          <a:pt x="252458" y="59064"/>
                          <a:pt x="250079" y="65011"/>
                        </a:cubicBezTo>
                        <a:cubicBezTo>
                          <a:pt x="247700" y="72148"/>
                          <a:pt x="246511" y="79284"/>
                          <a:pt x="242942" y="86421"/>
                        </a:cubicBezTo>
                        <a:cubicBezTo>
                          <a:pt x="240563" y="91178"/>
                          <a:pt x="236995" y="99505"/>
                          <a:pt x="233427" y="103073"/>
                        </a:cubicBezTo>
                        <a:cubicBezTo>
                          <a:pt x="231048" y="105452"/>
                          <a:pt x="227480" y="105452"/>
                          <a:pt x="225101" y="107831"/>
                        </a:cubicBezTo>
                        <a:cubicBezTo>
                          <a:pt x="225101" y="107831"/>
                          <a:pt x="221532" y="109020"/>
                          <a:pt x="222722" y="111399"/>
                        </a:cubicBezTo>
                        <a:cubicBezTo>
                          <a:pt x="222722" y="113778"/>
                          <a:pt x="226290" y="113778"/>
                          <a:pt x="226290" y="116157"/>
                        </a:cubicBezTo>
                        <a:cubicBezTo>
                          <a:pt x="226290" y="117346"/>
                          <a:pt x="226290" y="118536"/>
                          <a:pt x="225101" y="119725"/>
                        </a:cubicBezTo>
                        <a:cubicBezTo>
                          <a:pt x="221532" y="122104"/>
                          <a:pt x="216775" y="135188"/>
                          <a:pt x="213206" y="139945"/>
                        </a:cubicBezTo>
                        <a:cubicBezTo>
                          <a:pt x="210828" y="143514"/>
                          <a:pt x="208449" y="147082"/>
                          <a:pt x="208449" y="150650"/>
                        </a:cubicBezTo>
                        <a:cubicBezTo>
                          <a:pt x="207259" y="155408"/>
                          <a:pt x="208449" y="160166"/>
                          <a:pt x="203691" y="161355"/>
                        </a:cubicBezTo>
                        <a:cubicBezTo>
                          <a:pt x="200123" y="166113"/>
                          <a:pt x="200123" y="172060"/>
                          <a:pt x="196554" y="176818"/>
                        </a:cubicBezTo>
                        <a:cubicBezTo>
                          <a:pt x="194176" y="180386"/>
                          <a:pt x="188228" y="187523"/>
                          <a:pt x="185849" y="189902"/>
                        </a:cubicBezTo>
                        <a:cubicBezTo>
                          <a:pt x="184660" y="205364"/>
                          <a:pt x="162061" y="222016"/>
                          <a:pt x="151356" y="231532"/>
                        </a:cubicBezTo>
                        <a:cubicBezTo>
                          <a:pt x="145409" y="237479"/>
                          <a:pt x="138272" y="243426"/>
                          <a:pt x="132325" y="248184"/>
                        </a:cubicBezTo>
                        <a:cubicBezTo>
                          <a:pt x="126378" y="252942"/>
                          <a:pt x="118051" y="261268"/>
                          <a:pt x="112104" y="263646"/>
                        </a:cubicBezTo>
                        <a:cubicBezTo>
                          <a:pt x="107347" y="266025"/>
                          <a:pt x="103778" y="264836"/>
                          <a:pt x="100210" y="268404"/>
                        </a:cubicBezTo>
                        <a:cubicBezTo>
                          <a:pt x="96642" y="271973"/>
                          <a:pt x="93074" y="274352"/>
                          <a:pt x="89505" y="276730"/>
                        </a:cubicBezTo>
                        <a:cubicBezTo>
                          <a:pt x="84747" y="280299"/>
                          <a:pt x="83558" y="282677"/>
                          <a:pt x="79990" y="286246"/>
                        </a:cubicBezTo>
                        <a:cubicBezTo>
                          <a:pt x="77611" y="288625"/>
                          <a:pt x="71663" y="291004"/>
                          <a:pt x="69285" y="293382"/>
                        </a:cubicBezTo>
                        <a:cubicBezTo>
                          <a:pt x="63338" y="299329"/>
                          <a:pt x="59769" y="308845"/>
                          <a:pt x="52632" y="313603"/>
                        </a:cubicBezTo>
                        <a:cubicBezTo>
                          <a:pt x="49064" y="315982"/>
                          <a:pt x="44307" y="315982"/>
                          <a:pt x="40738" y="319550"/>
                        </a:cubicBezTo>
                        <a:cubicBezTo>
                          <a:pt x="38359" y="323118"/>
                          <a:pt x="38359" y="327876"/>
                          <a:pt x="35980" y="331444"/>
                        </a:cubicBezTo>
                        <a:cubicBezTo>
                          <a:pt x="32412" y="335012"/>
                          <a:pt x="28844" y="338581"/>
                          <a:pt x="25276" y="342149"/>
                        </a:cubicBezTo>
                        <a:cubicBezTo>
                          <a:pt x="21707" y="345718"/>
                          <a:pt x="20518" y="349286"/>
                          <a:pt x="18139" y="354044"/>
                        </a:cubicBezTo>
                        <a:cubicBezTo>
                          <a:pt x="18139" y="354044"/>
                          <a:pt x="18139" y="354044"/>
                          <a:pt x="18139" y="354044"/>
                        </a:cubicBezTo>
                        <a:cubicBezTo>
                          <a:pt x="13381" y="349286"/>
                          <a:pt x="2676" y="340960"/>
                          <a:pt x="1487" y="335012"/>
                        </a:cubicBezTo>
                        <a:cubicBezTo>
                          <a:pt x="-892" y="325497"/>
                          <a:pt x="297" y="312413"/>
                          <a:pt x="297" y="302898"/>
                        </a:cubicBezTo>
                        <a:cubicBezTo>
                          <a:pt x="297" y="292193"/>
                          <a:pt x="1487" y="281488"/>
                          <a:pt x="1487" y="270783"/>
                        </a:cubicBezTo>
                        <a:cubicBezTo>
                          <a:pt x="1487" y="260078"/>
                          <a:pt x="297" y="248184"/>
                          <a:pt x="2676" y="238669"/>
                        </a:cubicBezTo>
                        <a:cubicBezTo>
                          <a:pt x="2676" y="237479"/>
                          <a:pt x="2676" y="235100"/>
                          <a:pt x="2676" y="233911"/>
                        </a:cubicBezTo>
                        <a:cubicBezTo>
                          <a:pt x="8624" y="233911"/>
                          <a:pt x="9813" y="227963"/>
                          <a:pt x="12192" y="224395"/>
                        </a:cubicBezTo>
                        <a:cubicBezTo>
                          <a:pt x="14571" y="220827"/>
                          <a:pt x="16949" y="218448"/>
                          <a:pt x="20518" y="214880"/>
                        </a:cubicBezTo>
                        <a:cubicBezTo>
                          <a:pt x="21707" y="213690"/>
                          <a:pt x="22897" y="212501"/>
                          <a:pt x="25276" y="211311"/>
                        </a:cubicBezTo>
                        <a:cubicBezTo>
                          <a:pt x="27655" y="208933"/>
                          <a:pt x="30033" y="207743"/>
                          <a:pt x="32412" y="206554"/>
                        </a:cubicBezTo>
                        <a:cubicBezTo>
                          <a:pt x="37170" y="204175"/>
                          <a:pt x="41928" y="205364"/>
                          <a:pt x="46685" y="202985"/>
                        </a:cubicBezTo>
                        <a:cubicBezTo>
                          <a:pt x="51443" y="200606"/>
                          <a:pt x="55011" y="197038"/>
                          <a:pt x="58580" y="193470"/>
                        </a:cubicBezTo>
                        <a:cubicBezTo>
                          <a:pt x="63338" y="188712"/>
                          <a:pt x="64527" y="189902"/>
                          <a:pt x="70474" y="187523"/>
                        </a:cubicBezTo>
                        <a:cubicBezTo>
                          <a:pt x="75232" y="185144"/>
                          <a:pt x="76421" y="182765"/>
                          <a:pt x="82368" y="182765"/>
                        </a:cubicBezTo>
                        <a:cubicBezTo>
                          <a:pt x="87126" y="181575"/>
                          <a:pt x="93074" y="182765"/>
                          <a:pt x="99021" y="182765"/>
                        </a:cubicBezTo>
                        <a:cubicBezTo>
                          <a:pt x="106157" y="182765"/>
                          <a:pt x="108536" y="183954"/>
                          <a:pt x="112104" y="179197"/>
                        </a:cubicBezTo>
                        <a:cubicBezTo>
                          <a:pt x="115673" y="175628"/>
                          <a:pt x="169197" y="125672"/>
                          <a:pt x="181092" y="112588"/>
                        </a:cubicBezTo>
                        <a:cubicBezTo>
                          <a:pt x="184660" y="109020"/>
                          <a:pt x="187039" y="105452"/>
                          <a:pt x="188228" y="101884"/>
                        </a:cubicBezTo>
                        <a:cubicBezTo>
                          <a:pt x="177523" y="101884"/>
                          <a:pt x="148977" y="103073"/>
                          <a:pt x="144219" y="101884"/>
                        </a:cubicBezTo>
                        <a:cubicBezTo>
                          <a:pt x="127567" y="95936"/>
                          <a:pt x="90695" y="85231"/>
                          <a:pt x="74042" y="76905"/>
                        </a:cubicBezTo>
                        <a:cubicBezTo>
                          <a:pt x="66906" y="73337"/>
                          <a:pt x="60959" y="75716"/>
                          <a:pt x="59769" y="66200"/>
                        </a:cubicBezTo>
                        <a:cubicBezTo>
                          <a:pt x="58580" y="62632"/>
                          <a:pt x="58580" y="59064"/>
                          <a:pt x="57390" y="56685"/>
                        </a:cubicBezTo>
                        <a:cubicBezTo>
                          <a:pt x="56201" y="53117"/>
                          <a:pt x="51443" y="51927"/>
                          <a:pt x="50254" y="48359"/>
                        </a:cubicBezTo>
                        <a:cubicBezTo>
                          <a:pt x="46685" y="42412"/>
                          <a:pt x="46685" y="35275"/>
                          <a:pt x="47875" y="28138"/>
                        </a:cubicBezTo>
                        <a:cubicBezTo>
                          <a:pt x="49064" y="23381"/>
                          <a:pt x="51443" y="18623"/>
                          <a:pt x="53822" y="15055"/>
                        </a:cubicBezTo>
                        <a:cubicBezTo>
                          <a:pt x="53822" y="15055"/>
                          <a:pt x="53822" y="15055"/>
                          <a:pt x="53822" y="15055"/>
                        </a:cubicBezTo>
                        <a:cubicBezTo>
                          <a:pt x="58580" y="25759"/>
                          <a:pt x="69285" y="31707"/>
                          <a:pt x="75232" y="40033"/>
                        </a:cubicBezTo>
                        <a:cubicBezTo>
                          <a:pt x="82368" y="43601"/>
                          <a:pt x="91884" y="50738"/>
                          <a:pt x="99021" y="47169"/>
                        </a:cubicBezTo>
                        <a:cubicBezTo>
                          <a:pt x="107347" y="42412"/>
                          <a:pt x="112104" y="36465"/>
                          <a:pt x="122809" y="35275"/>
                        </a:cubicBezTo>
                        <a:cubicBezTo>
                          <a:pt x="127567" y="35275"/>
                          <a:pt x="134704" y="36465"/>
                          <a:pt x="139461" y="35275"/>
                        </a:cubicBezTo>
                        <a:cubicBezTo>
                          <a:pt x="144219" y="34086"/>
                          <a:pt x="148977" y="30517"/>
                          <a:pt x="153734" y="28138"/>
                        </a:cubicBezTo>
                        <a:cubicBezTo>
                          <a:pt x="164440" y="23381"/>
                          <a:pt x="171576" y="26949"/>
                          <a:pt x="183470" y="25759"/>
                        </a:cubicBezTo>
                        <a:cubicBezTo>
                          <a:pt x="184660" y="23381"/>
                          <a:pt x="185849" y="24570"/>
                          <a:pt x="185849" y="22191"/>
                        </a:cubicBezTo>
                        <a:cubicBezTo>
                          <a:pt x="191796" y="22191"/>
                          <a:pt x="198933" y="23381"/>
                          <a:pt x="203691" y="23381"/>
                        </a:cubicBezTo>
                        <a:cubicBezTo>
                          <a:pt x="208449" y="23381"/>
                          <a:pt x="212017" y="19812"/>
                          <a:pt x="216775" y="19812"/>
                        </a:cubicBezTo>
                        <a:cubicBezTo>
                          <a:pt x="221532" y="11486"/>
                          <a:pt x="235806" y="13865"/>
                          <a:pt x="246511" y="1971"/>
                        </a:cubicBezTo>
                        <a:cubicBezTo>
                          <a:pt x="250079" y="-2787"/>
                          <a:pt x="256026" y="1971"/>
                          <a:pt x="261973" y="6729"/>
                        </a:cubicBezTo>
                        <a:cubicBezTo>
                          <a:pt x="265542" y="9107"/>
                          <a:pt x="261973" y="15055"/>
                          <a:pt x="258405" y="17434"/>
                        </a:cubicBezTo>
                        <a:cubicBezTo>
                          <a:pt x="258405" y="17434"/>
                          <a:pt x="257215" y="17434"/>
                          <a:pt x="257215" y="17434"/>
                        </a:cubicBezTo>
                        <a:cubicBezTo>
                          <a:pt x="256026" y="18623"/>
                          <a:pt x="254836" y="23381"/>
                          <a:pt x="256026" y="24570"/>
                        </a:cubicBezTo>
                        <a:cubicBezTo>
                          <a:pt x="257215" y="24570"/>
                          <a:pt x="259594" y="22191"/>
                          <a:pt x="260784" y="23381"/>
                        </a:cubicBezTo>
                        <a:cubicBezTo>
                          <a:pt x="267920" y="29328"/>
                          <a:pt x="253647" y="36465"/>
                          <a:pt x="259594" y="43601"/>
                        </a:cubicBezTo>
                        <a:cubicBezTo>
                          <a:pt x="258405" y="49548"/>
                          <a:pt x="260784" y="49548"/>
                          <a:pt x="260784" y="5073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04" name="Freeform 703">
                    <a:extLst>
                      <a:ext uri="{FF2B5EF4-FFF2-40B4-BE49-F238E27FC236}">
                        <a16:creationId xmlns:a16="http://schemas.microsoft.com/office/drawing/2014/main" id="{F65C28C9-BAF6-7EB9-8E20-FC897AD379F4}"/>
                      </a:ext>
                    </a:extLst>
                  </p:cNvPr>
                  <p:cNvSpPr/>
                  <p:nvPr/>
                </p:nvSpPr>
                <p:spPr>
                  <a:xfrm>
                    <a:off x="6570297" y="4271339"/>
                    <a:ext cx="212909" cy="265243"/>
                  </a:xfrm>
                  <a:custGeom>
                    <a:avLst/>
                    <a:gdLst>
                      <a:gd name="connsiteX0" fmla="*/ 183173 w 212909"/>
                      <a:gd name="connsiteY0" fmla="*/ 65419 h 265243"/>
                      <a:gd name="connsiteX1" fmla="*/ 183173 w 212909"/>
                      <a:gd name="connsiteY1" fmla="*/ 70177 h 265243"/>
                      <a:gd name="connsiteX2" fmla="*/ 181984 w 212909"/>
                      <a:gd name="connsiteY2" fmla="*/ 102291 h 265243"/>
                      <a:gd name="connsiteX3" fmla="*/ 180794 w 212909"/>
                      <a:gd name="connsiteY3" fmla="*/ 134406 h 265243"/>
                      <a:gd name="connsiteX4" fmla="*/ 181984 w 212909"/>
                      <a:gd name="connsiteY4" fmla="*/ 166521 h 265243"/>
                      <a:gd name="connsiteX5" fmla="*/ 198636 w 212909"/>
                      <a:gd name="connsiteY5" fmla="*/ 185552 h 265243"/>
                      <a:gd name="connsiteX6" fmla="*/ 198636 w 212909"/>
                      <a:gd name="connsiteY6" fmla="*/ 185552 h 265243"/>
                      <a:gd name="connsiteX7" fmla="*/ 198636 w 212909"/>
                      <a:gd name="connsiteY7" fmla="*/ 185552 h 265243"/>
                      <a:gd name="connsiteX8" fmla="*/ 193878 w 212909"/>
                      <a:gd name="connsiteY8" fmla="*/ 190310 h 265243"/>
                      <a:gd name="connsiteX9" fmla="*/ 186741 w 212909"/>
                      <a:gd name="connsiteY9" fmla="*/ 202204 h 265243"/>
                      <a:gd name="connsiteX10" fmla="*/ 176037 w 212909"/>
                      <a:gd name="connsiteY10" fmla="*/ 208151 h 265243"/>
                      <a:gd name="connsiteX11" fmla="*/ 162953 w 212909"/>
                      <a:gd name="connsiteY11" fmla="*/ 211719 h 265243"/>
                      <a:gd name="connsiteX12" fmla="*/ 159385 w 212909"/>
                      <a:gd name="connsiteY12" fmla="*/ 220045 h 265243"/>
                      <a:gd name="connsiteX13" fmla="*/ 162953 w 212909"/>
                      <a:gd name="connsiteY13" fmla="*/ 222424 h 265243"/>
                      <a:gd name="connsiteX14" fmla="*/ 153437 w 212909"/>
                      <a:gd name="connsiteY14" fmla="*/ 233129 h 265243"/>
                      <a:gd name="connsiteX15" fmla="*/ 143922 w 212909"/>
                      <a:gd name="connsiteY15" fmla="*/ 258108 h 265243"/>
                      <a:gd name="connsiteX16" fmla="*/ 133217 w 212909"/>
                      <a:gd name="connsiteY16" fmla="*/ 265244 h 265243"/>
                      <a:gd name="connsiteX17" fmla="*/ 126080 w 212909"/>
                      <a:gd name="connsiteY17" fmla="*/ 260486 h 265243"/>
                      <a:gd name="connsiteX18" fmla="*/ 104671 w 212909"/>
                      <a:gd name="connsiteY18" fmla="*/ 245024 h 265243"/>
                      <a:gd name="connsiteX19" fmla="*/ 97534 w 212909"/>
                      <a:gd name="connsiteY19" fmla="*/ 234319 h 265243"/>
                      <a:gd name="connsiteX20" fmla="*/ 90397 w 212909"/>
                      <a:gd name="connsiteY20" fmla="*/ 222424 h 265243"/>
                      <a:gd name="connsiteX21" fmla="*/ 2379 w 212909"/>
                      <a:gd name="connsiteY21" fmla="*/ 171279 h 265243"/>
                      <a:gd name="connsiteX22" fmla="*/ 1190 w 212909"/>
                      <a:gd name="connsiteY22" fmla="*/ 171279 h 265243"/>
                      <a:gd name="connsiteX23" fmla="*/ 1190 w 212909"/>
                      <a:gd name="connsiteY23" fmla="*/ 164142 h 265243"/>
                      <a:gd name="connsiteX24" fmla="*/ 23789 w 212909"/>
                      <a:gd name="connsiteY24" fmla="*/ 149869 h 265243"/>
                      <a:gd name="connsiteX25" fmla="*/ 26168 w 212909"/>
                      <a:gd name="connsiteY25" fmla="*/ 149869 h 265243"/>
                      <a:gd name="connsiteX26" fmla="*/ 16652 w 212909"/>
                      <a:gd name="connsiteY26" fmla="*/ 148679 h 265243"/>
                      <a:gd name="connsiteX27" fmla="*/ 8326 w 212909"/>
                      <a:gd name="connsiteY27" fmla="*/ 152248 h 265243"/>
                      <a:gd name="connsiteX28" fmla="*/ 0 w 212909"/>
                      <a:gd name="connsiteY28" fmla="*/ 142732 h 265243"/>
                      <a:gd name="connsiteX29" fmla="*/ 1190 w 212909"/>
                      <a:gd name="connsiteY29" fmla="*/ 136785 h 265243"/>
                      <a:gd name="connsiteX30" fmla="*/ 11894 w 212909"/>
                      <a:gd name="connsiteY30" fmla="*/ 122512 h 265243"/>
                      <a:gd name="connsiteX31" fmla="*/ 26168 w 212909"/>
                      <a:gd name="connsiteY31" fmla="*/ 111807 h 265243"/>
                      <a:gd name="connsiteX32" fmla="*/ 29736 w 212909"/>
                      <a:gd name="connsiteY32" fmla="*/ 99912 h 265243"/>
                      <a:gd name="connsiteX33" fmla="*/ 35683 w 212909"/>
                      <a:gd name="connsiteY33" fmla="*/ 89208 h 265243"/>
                      <a:gd name="connsiteX34" fmla="*/ 22600 w 212909"/>
                      <a:gd name="connsiteY34" fmla="*/ 66608 h 265243"/>
                      <a:gd name="connsiteX35" fmla="*/ 17842 w 212909"/>
                      <a:gd name="connsiteY35" fmla="*/ 57093 h 265243"/>
                      <a:gd name="connsiteX36" fmla="*/ 11894 w 212909"/>
                      <a:gd name="connsiteY36" fmla="*/ 47577 h 265243"/>
                      <a:gd name="connsiteX37" fmla="*/ 5947 w 212909"/>
                      <a:gd name="connsiteY37" fmla="*/ 30925 h 265243"/>
                      <a:gd name="connsiteX38" fmla="*/ 19031 w 212909"/>
                      <a:gd name="connsiteY38" fmla="*/ 17842 h 265243"/>
                      <a:gd name="connsiteX39" fmla="*/ 29736 w 212909"/>
                      <a:gd name="connsiteY39" fmla="*/ 5947 h 265243"/>
                      <a:gd name="connsiteX40" fmla="*/ 33304 w 212909"/>
                      <a:gd name="connsiteY40" fmla="*/ 0 h 265243"/>
                      <a:gd name="connsiteX41" fmla="*/ 33304 w 212909"/>
                      <a:gd name="connsiteY41" fmla="*/ 0 h 265243"/>
                      <a:gd name="connsiteX42" fmla="*/ 36873 w 212909"/>
                      <a:gd name="connsiteY42" fmla="*/ 1190 h 265243"/>
                      <a:gd name="connsiteX43" fmla="*/ 38062 w 212909"/>
                      <a:gd name="connsiteY43" fmla="*/ 3568 h 265243"/>
                      <a:gd name="connsiteX44" fmla="*/ 47577 w 212909"/>
                      <a:gd name="connsiteY44" fmla="*/ 4758 h 265243"/>
                      <a:gd name="connsiteX45" fmla="*/ 52335 w 212909"/>
                      <a:gd name="connsiteY45" fmla="*/ 23789 h 265243"/>
                      <a:gd name="connsiteX46" fmla="*/ 63040 w 212909"/>
                      <a:gd name="connsiteY46" fmla="*/ 23789 h 265243"/>
                      <a:gd name="connsiteX47" fmla="*/ 72556 w 212909"/>
                      <a:gd name="connsiteY47" fmla="*/ 24978 h 265243"/>
                      <a:gd name="connsiteX48" fmla="*/ 88018 w 212909"/>
                      <a:gd name="connsiteY48" fmla="*/ 27357 h 265243"/>
                      <a:gd name="connsiteX49" fmla="*/ 97534 w 212909"/>
                      <a:gd name="connsiteY49" fmla="*/ 38062 h 265243"/>
                      <a:gd name="connsiteX50" fmla="*/ 109428 w 212909"/>
                      <a:gd name="connsiteY50" fmla="*/ 46388 h 265243"/>
                      <a:gd name="connsiteX51" fmla="*/ 124891 w 212909"/>
                      <a:gd name="connsiteY51" fmla="*/ 49956 h 265243"/>
                      <a:gd name="connsiteX52" fmla="*/ 147490 w 212909"/>
                      <a:gd name="connsiteY52" fmla="*/ 52335 h 265243"/>
                      <a:gd name="connsiteX53" fmla="*/ 154627 w 212909"/>
                      <a:gd name="connsiteY53" fmla="*/ 45198 h 265243"/>
                      <a:gd name="connsiteX54" fmla="*/ 161763 w 212909"/>
                      <a:gd name="connsiteY54" fmla="*/ 38062 h 265243"/>
                      <a:gd name="connsiteX55" fmla="*/ 168900 w 212909"/>
                      <a:gd name="connsiteY55" fmla="*/ 35683 h 265243"/>
                      <a:gd name="connsiteX56" fmla="*/ 176037 w 212909"/>
                      <a:gd name="connsiteY56" fmla="*/ 34494 h 265243"/>
                      <a:gd name="connsiteX57" fmla="*/ 189120 w 212909"/>
                      <a:gd name="connsiteY57" fmla="*/ 36873 h 265243"/>
                      <a:gd name="connsiteX58" fmla="*/ 192689 w 212909"/>
                      <a:gd name="connsiteY58" fmla="*/ 41630 h 265243"/>
                      <a:gd name="connsiteX59" fmla="*/ 201015 w 212909"/>
                      <a:gd name="connsiteY59" fmla="*/ 41630 h 265243"/>
                      <a:gd name="connsiteX60" fmla="*/ 209341 w 212909"/>
                      <a:gd name="connsiteY60" fmla="*/ 40441 h 265243"/>
                      <a:gd name="connsiteX61" fmla="*/ 212909 w 212909"/>
                      <a:gd name="connsiteY61" fmla="*/ 40441 h 265243"/>
                      <a:gd name="connsiteX62" fmla="*/ 208151 w 212909"/>
                      <a:gd name="connsiteY62" fmla="*/ 44009 h 265243"/>
                      <a:gd name="connsiteX63" fmla="*/ 199825 w 212909"/>
                      <a:gd name="connsiteY63" fmla="*/ 53525 h 265243"/>
                      <a:gd name="connsiteX64" fmla="*/ 183173 w 212909"/>
                      <a:gd name="connsiteY64" fmla="*/ 65419 h 2652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212909" h="265243">
                        <a:moveTo>
                          <a:pt x="183173" y="65419"/>
                        </a:moveTo>
                        <a:cubicBezTo>
                          <a:pt x="183173" y="66608"/>
                          <a:pt x="183173" y="68987"/>
                          <a:pt x="183173" y="70177"/>
                        </a:cubicBezTo>
                        <a:cubicBezTo>
                          <a:pt x="180794" y="79692"/>
                          <a:pt x="181984" y="92776"/>
                          <a:pt x="181984" y="102291"/>
                        </a:cubicBezTo>
                        <a:cubicBezTo>
                          <a:pt x="181984" y="112996"/>
                          <a:pt x="180794" y="123701"/>
                          <a:pt x="180794" y="134406"/>
                        </a:cubicBezTo>
                        <a:cubicBezTo>
                          <a:pt x="180794" y="145111"/>
                          <a:pt x="179605" y="158195"/>
                          <a:pt x="181984" y="166521"/>
                        </a:cubicBezTo>
                        <a:cubicBezTo>
                          <a:pt x="184362" y="173658"/>
                          <a:pt x="193878" y="180794"/>
                          <a:pt x="198636" y="185552"/>
                        </a:cubicBezTo>
                        <a:cubicBezTo>
                          <a:pt x="198636" y="185552"/>
                          <a:pt x="198636" y="185552"/>
                          <a:pt x="198636" y="185552"/>
                        </a:cubicBezTo>
                        <a:cubicBezTo>
                          <a:pt x="198636" y="185552"/>
                          <a:pt x="198636" y="185552"/>
                          <a:pt x="198636" y="185552"/>
                        </a:cubicBezTo>
                        <a:cubicBezTo>
                          <a:pt x="197446" y="189120"/>
                          <a:pt x="196257" y="187931"/>
                          <a:pt x="193878" y="190310"/>
                        </a:cubicBezTo>
                        <a:cubicBezTo>
                          <a:pt x="191499" y="192689"/>
                          <a:pt x="185552" y="198636"/>
                          <a:pt x="186741" y="202204"/>
                        </a:cubicBezTo>
                        <a:cubicBezTo>
                          <a:pt x="180794" y="202204"/>
                          <a:pt x="179605" y="205772"/>
                          <a:pt x="176037" y="208151"/>
                        </a:cubicBezTo>
                        <a:cubicBezTo>
                          <a:pt x="172468" y="211719"/>
                          <a:pt x="166521" y="208151"/>
                          <a:pt x="162953" y="211719"/>
                        </a:cubicBezTo>
                        <a:cubicBezTo>
                          <a:pt x="160574" y="214098"/>
                          <a:pt x="157006" y="217666"/>
                          <a:pt x="159385" y="220045"/>
                        </a:cubicBezTo>
                        <a:cubicBezTo>
                          <a:pt x="160574" y="221235"/>
                          <a:pt x="162953" y="220045"/>
                          <a:pt x="162953" y="222424"/>
                        </a:cubicBezTo>
                        <a:cubicBezTo>
                          <a:pt x="162953" y="227182"/>
                          <a:pt x="155816" y="228372"/>
                          <a:pt x="153437" y="233129"/>
                        </a:cubicBezTo>
                        <a:cubicBezTo>
                          <a:pt x="147490" y="241455"/>
                          <a:pt x="149869" y="249781"/>
                          <a:pt x="143922" y="258108"/>
                        </a:cubicBezTo>
                        <a:cubicBezTo>
                          <a:pt x="140354" y="261676"/>
                          <a:pt x="136785" y="265244"/>
                          <a:pt x="133217" y="265244"/>
                        </a:cubicBezTo>
                        <a:cubicBezTo>
                          <a:pt x="130838" y="265244"/>
                          <a:pt x="127270" y="264055"/>
                          <a:pt x="126080" y="260486"/>
                        </a:cubicBezTo>
                        <a:cubicBezTo>
                          <a:pt x="117754" y="259297"/>
                          <a:pt x="110618" y="250971"/>
                          <a:pt x="104671" y="245024"/>
                        </a:cubicBezTo>
                        <a:cubicBezTo>
                          <a:pt x="98723" y="241455"/>
                          <a:pt x="99913" y="241455"/>
                          <a:pt x="97534" y="234319"/>
                        </a:cubicBezTo>
                        <a:cubicBezTo>
                          <a:pt x="96344" y="230750"/>
                          <a:pt x="93966" y="224803"/>
                          <a:pt x="90397" y="222424"/>
                        </a:cubicBezTo>
                        <a:cubicBezTo>
                          <a:pt x="76124" y="211719"/>
                          <a:pt x="10705" y="176036"/>
                          <a:pt x="2379" y="171279"/>
                        </a:cubicBezTo>
                        <a:cubicBezTo>
                          <a:pt x="1190" y="171279"/>
                          <a:pt x="1190" y="171279"/>
                          <a:pt x="1190" y="171279"/>
                        </a:cubicBezTo>
                        <a:cubicBezTo>
                          <a:pt x="1190" y="171279"/>
                          <a:pt x="1190" y="167710"/>
                          <a:pt x="1190" y="164142"/>
                        </a:cubicBezTo>
                        <a:cubicBezTo>
                          <a:pt x="4758" y="160574"/>
                          <a:pt x="22600" y="153437"/>
                          <a:pt x="23789" y="149869"/>
                        </a:cubicBezTo>
                        <a:cubicBezTo>
                          <a:pt x="24978" y="149869"/>
                          <a:pt x="26168" y="149869"/>
                          <a:pt x="26168" y="149869"/>
                        </a:cubicBezTo>
                        <a:cubicBezTo>
                          <a:pt x="21410" y="149869"/>
                          <a:pt x="20221" y="147490"/>
                          <a:pt x="16652" y="148679"/>
                        </a:cubicBezTo>
                        <a:cubicBezTo>
                          <a:pt x="13084" y="149869"/>
                          <a:pt x="13084" y="152248"/>
                          <a:pt x="8326" y="152248"/>
                        </a:cubicBezTo>
                        <a:cubicBezTo>
                          <a:pt x="3569" y="151058"/>
                          <a:pt x="0" y="147490"/>
                          <a:pt x="0" y="142732"/>
                        </a:cubicBezTo>
                        <a:cubicBezTo>
                          <a:pt x="0" y="140353"/>
                          <a:pt x="0" y="139164"/>
                          <a:pt x="1190" y="136785"/>
                        </a:cubicBezTo>
                        <a:cubicBezTo>
                          <a:pt x="3569" y="132027"/>
                          <a:pt x="8326" y="127270"/>
                          <a:pt x="11894" y="122512"/>
                        </a:cubicBezTo>
                        <a:cubicBezTo>
                          <a:pt x="16652" y="115375"/>
                          <a:pt x="16652" y="112996"/>
                          <a:pt x="26168" y="111807"/>
                        </a:cubicBezTo>
                        <a:cubicBezTo>
                          <a:pt x="27357" y="108239"/>
                          <a:pt x="28547" y="103481"/>
                          <a:pt x="29736" y="99912"/>
                        </a:cubicBezTo>
                        <a:cubicBezTo>
                          <a:pt x="32115" y="95155"/>
                          <a:pt x="35683" y="95155"/>
                          <a:pt x="35683" y="89208"/>
                        </a:cubicBezTo>
                        <a:cubicBezTo>
                          <a:pt x="35683" y="83260"/>
                          <a:pt x="26168" y="71366"/>
                          <a:pt x="22600" y="66608"/>
                        </a:cubicBezTo>
                        <a:cubicBezTo>
                          <a:pt x="20221" y="63040"/>
                          <a:pt x="19031" y="60661"/>
                          <a:pt x="17842" y="57093"/>
                        </a:cubicBezTo>
                        <a:cubicBezTo>
                          <a:pt x="15463" y="52335"/>
                          <a:pt x="14273" y="51146"/>
                          <a:pt x="11894" y="47577"/>
                        </a:cubicBezTo>
                        <a:cubicBezTo>
                          <a:pt x="8326" y="42820"/>
                          <a:pt x="7137" y="36873"/>
                          <a:pt x="5947" y="30925"/>
                        </a:cubicBezTo>
                        <a:cubicBezTo>
                          <a:pt x="10705" y="27357"/>
                          <a:pt x="14273" y="22599"/>
                          <a:pt x="19031" y="17842"/>
                        </a:cubicBezTo>
                        <a:cubicBezTo>
                          <a:pt x="23789" y="14273"/>
                          <a:pt x="26168" y="9515"/>
                          <a:pt x="29736" y="5947"/>
                        </a:cubicBezTo>
                        <a:cubicBezTo>
                          <a:pt x="32115" y="2379"/>
                          <a:pt x="33304" y="1190"/>
                          <a:pt x="33304" y="0"/>
                        </a:cubicBezTo>
                        <a:cubicBezTo>
                          <a:pt x="33304" y="0"/>
                          <a:pt x="33304" y="0"/>
                          <a:pt x="33304" y="0"/>
                        </a:cubicBezTo>
                        <a:cubicBezTo>
                          <a:pt x="34494" y="0"/>
                          <a:pt x="35683" y="0"/>
                          <a:pt x="36873" y="1190"/>
                        </a:cubicBezTo>
                        <a:cubicBezTo>
                          <a:pt x="36873" y="1190"/>
                          <a:pt x="36873" y="2379"/>
                          <a:pt x="38062" y="3568"/>
                        </a:cubicBezTo>
                        <a:cubicBezTo>
                          <a:pt x="40441" y="4758"/>
                          <a:pt x="44009" y="4758"/>
                          <a:pt x="47577" y="4758"/>
                        </a:cubicBezTo>
                        <a:cubicBezTo>
                          <a:pt x="48767" y="9515"/>
                          <a:pt x="47577" y="21410"/>
                          <a:pt x="52335" y="23789"/>
                        </a:cubicBezTo>
                        <a:cubicBezTo>
                          <a:pt x="55904" y="24978"/>
                          <a:pt x="59472" y="23789"/>
                          <a:pt x="63040" y="23789"/>
                        </a:cubicBezTo>
                        <a:cubicBezTo>
                          <a:pt x="66608" y="23789"/>
                          <a:pt x="68987" y="24978"/>
                          <a:pt x="72556" y="24978"/>
                        </a:cubicBezTo>
                        <a:cubicBezTo>
                          <a:pt x="77313" y="24978"/>
                          <a:pt x="83260" y="23789"/>
                          <a:pt x="88018" y="27357"/>
                        </a:cubicBezTo>
                        <a:cubicBezTo>
                          <a:pt x="91587" y="29736"/>
                          <a:pt x="93966" y="34494"/>
                          <a:pt x="97534" y="38062"/>
                        </a:cubicBezTo>
                        <a:cubicBezTo>
                          <a:pt x="101102" y="41630"/>
                          <a:pt x="104671" y="44009"/>
                          <a:pt x="109428" y="46388"/>
                        </a:cubicBezTo>
                        <a:cubicBezTo>
                          <a:pt x="114186" y="48767"/>
                          <a:pt x="120133" y="48767"/>
                          <a:pt x="124891" y="49956"/>
                        </a:cubicBezTo>
                        <a:cubicBezTo>
                          <a:pt x="127270" y="54714"/>
                          <a:pt x="142732" y="53525"/>
                          <a:pt x="147490" y="52335"/>
                        </a:cubicBezTo>
                        <a:cubicBezTo>
                          <a:pt x="151058" y="51146"/>
                          <a:pt x="152248" y="46388"/>
                          <a:pt x="154627" y="45198"/>
                        </a:cubicBezTo>
                        <a:cubicBezTo>
                          <a:pt x="157006" y="42820"/>
                          <a:pt x="159385" y="40441"/>
                          <a:pt x="161763" y="38062"/>
                        </a:cubicBezTo>
                        <a:cubicBezTo>
                          <a:pt x="164142" y="36873"/>
                          <a:pt x="166521" y="36873"/>
                          <a:pt x="168900" y="35683"/>
                        </a:cubicBezTo>
                        <a:cubicBezTo>
                          <a:pt x="171279" y="34494"/>
                          <a:pt x="172468" y="34494"/>
                          <a:pt x="176037" y="34494"/>
                        </a:cubicBezTo>
                        <a:cubicBezTo>
                          <a:pt x="180794" y="34494"/>
                          <a:pt x="184362" y="33304"/>
                          <a:pt x="189120" y="36873"/>
                        </a:cubicBezTo>
                        <a:cubicBezTo>
                          <a:pt x="190310" y="38062"/>
                          <a:pt x="191499" y="40441"/>
                          <a:pt x="192689" y="41630"/>
                        </a:cubicBezTo>
                        <a:cubicBezTo>
                          <a:pt x="195068" y="42820"/>
                          <a:pt x="198636" y="41630"/>
                          <a:pt x="201015" y="41630"/>
                        </a:cubicBezTo>
                        <a:cubicBezTo>
                          <a:pt x="203393" y="41630"/>
                          <a:pt x="205772" y="40441"/>
                          <a:pt x="209341" y="40441"/>
                        </a:cubicBezTo>
                        <a:cubicBezTo>
                          <a:pt x="210530" y="40441"/>
                          <a:pt x="211720" y="40441"/>
                          <a:pt x="212909" y="40441"/>
                        </a:cubicBezTo>
                        <a:cubicBezTo>
                          <a:pt x="211720" y="41630"/>
                          <a:pt x="210530" y="42820"/>
                          <a:pt x="208151" y="44009"/>
                        </a:cubicBezTo>
                        <a:cubicBezTo>
                          <a:pt x="204583" y="47577"/>
                          <a:pt x="202204" y="49956"/>
                          <a:pt x="199825" y="53525"/>
                        </a:cubicBezTo>
                        <a:cubicBezTo>
                          <a:pt x="191499" y="60661"/>
                          <a:pt x="189120" y="65419"/>
                          <a:pt x="183173" y="6541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05" name="Freeform 704">
                    <a:extLst>
                      <a:ext uri="{FF2B5EF4-FFF2-40B4-BE49-F238E27FC236}">
                        <a16:creationId xmlns:a16="http://schemas.microsoft.com/office/drawing/2014/main" id="{8BA58F71-DBEF-E156-DC80-86D670A99ED1}"/>
                      </a:ext>
                    </a:extLst>
                  </p:cNvPr>
                  <p:cNvSpPr/>
                  <p:nvPr/>
                </p:nvSpPr>
                <p:spPr>
                  <a:xfrm>
                    <a:off x="6453732" y="4446186"/>
                    <a:ext cx="279517" cy="276929"/>
                  </a:xfrm>
                  <a:custGeom>
                    <a:avLst/>
                    <a:gdLst>
                      <a:gd name="connsiteX0" fmla="*/ 279517 w 279517"/>
                      <a:gd name="connsiteY0" fmla="*/ 246213 h 276929"/>
                      <a:gd name="connsiteX1" fmla="*/ 277138 w 279517"/>
                      <a:gd name="connsiteY1" fmla="*/ 246213 h 276929"/>
                      <a:gd name="connsiteX2" fmla="*/ 277138 w 279517"/>
                      <a:gd name="connsiteY2" fmla="*/ 250971 h 276929"/>
                      <a:gd name="connsiteX3" fmla="*/ 266433 w 279517"/>
                      <a:gd name="connsiteY3" fmla="*/ 256918 h 276929"/>
                      <a:gd name="connsiteX4" fmla="*/ 258108 w 279517"/>
                      <a:gd name="connsiteY4" fmla="*/ 258107 h 276929"/>
                      <a:gd name="connsiteX5" fmla="*/ 249781 w 279517"/>
                      <a:gd name="connsiteY5" fmla="*/ 260486 h 276929"/>
                      <a:gd name="connsiteX6" fmla="*/ 240266 w 279517"/>
                      <a:gd name="connsiteY6" fmla="*/ 264054 h 276929"/>
                      <a:gd name="connsiteX7" fmla="*/ 230750 w 279517"/>
                      <a:gd name="connsiteY7" fmla="*/ 267623 h 276929"/>
                      <a:gd name="connsiteX8" fmla="*/ 211719 w 279517"/>
                      <a:gd name="connsiteY8" fmla="*/ 266433 h 276929"/>
                      <a:gd name="connsiteX9" fmla="*/ 193878 w 279517"/>
                      <a:gd name="connsiteY9" fmla="*/ 275949 h 276929"/>
                      <a:gd name="connsiteX10" fmla="*/ 184362 w 279517"/>
                      <a:gd name="connsiteY10" fmla="*/ 271191 h 276929"/>
                      <a:gd name="connsiteX11" fmla="*/ 174847 w 279517"/>
                      <a:gd name="connsiteY11" fmla="*/ 275949 h 276929"/>
                      <a:gd name="connsiteX12" fmla="*/ 157006 w 279517"/>
                      <a:gd name="connsiteY12" fmla="*/ 270002 h 276929"/>
                      <a:gd name="connsiteX13" fmla="*/ 145111 w 279517"/>
                      <a:gd name="connsiteY13" fmla="*/ 272381 h 276929"/>
                      <a:gd name="connsiteX14" fmla="*/ 132027 w 279517"/>
                      <a:gd name="connsiteY14" fmla="*/ 272381 h 276929"/>
                      <a:gd name="connsiteX15" fmla="*/ 132027 w 279517"/>
                      <a:gd name="connsiteY15" fmla="*/ 272381 h 276929"/>
                      <a:gd name="connsiteX16" fmla="*/ 124891 w 279517"/>
                      <a:gd name="connsiteY16" fmla="*/ 260486 h 276929"/>
                      <a:gd name="connsiteX17" fmla="*/ 122512 w 279517"/>
                      <a:gd name="connsiteY17" fmla="*/ 243834 h 276929"/>
                      <a:gd name="connsiteX18" fmla="*/ 117754 w 279517"/>
                      <a:gd name="connsiteY18" fmla="*/ 229561 h 276929"/>
                      <a:gd name="connsiteX19" fmla="*/ 111807 w 279517"/>
                      <a:gd name="connsiteY19" fmla="*/ 225993 h 276929"/>
                      <a:gd name="connsiteX20" fmla="*/ 107049 w 279517"/>
                      <a:gd name="connsiteY20" fmla="*/ 222424 h 276929"/>
                      <a:gd name="connsiteX21" fmla="*/ 107049 w 279517"/>
                      <a:gd name="connsiteY21" fmla="*/ 225993 h 276929"/>
                      <a:gd name="connsiteX22" fmla="*/ 104670 w 279517"/>
                      <a:gd name="connsiteY22" fmla="*/ 225993 h 276929"/>
                      <a:gd name="connsiteX23" fmla="*/ 89208 w 279517"/>
                      <a:gd name="connsiteY23" fmla="*/ 218856 h 276929"/>
                      <a:gd name="connsiteX24" fmla="*/ 85639 w 279517"/>
                      <a:gd name="connsiteY24" fmla="*/ 217666 h 276929"/>
                      <a:gd name="connsiteX25" fmla="*/ 73745 w 279517"/>
                      <a:gd name="connsiteY25" fmla="*/ 208151 h 276929"/>
                      <a:gd name="connsiteX26" fmla="*/ 54714 w 279517"/>
                      <a:gd name="connsiteY26" fmla="*/ 201014 h 276929"/>
                      <a:gd name="connsiteX27" fmla="*/ 35683 w 279517"/>
                      <a:gd name="connsiteY27" fmla="*/ 192688 h 276929"/>
                      <a:gd name="connsiteX28" fmla="*/ 35683 w 279517"/>
                      <a:gd name="connsiteY28" fmla="*/ 192688 h 276929"/>
                      <a:gd name="connsiteX29" fmla="*/ 34494 w 279517"/>
                      <a:gd name="connsiteY29" fmla="*/ 191499 h 276929"/>
                      <a:gd name="connsiteX30" fmla="*/ 22599 w 279517"/>
                      <a:gd name="connsiteY30" fmla="*/ 164142 h 276929"/>
                      <a:gd name="connsiteX31" fmla="*/ 19031 w 279517"/>
                      <a:gd name="connsiteY31" fmla="*/ 148679 h 276929"/>
                      <a:gd name="connsiteX32" fmla="*/ 8326 w 279517"/>
                      <a:gd name="connsiteY32" fmla="*/ 139164 h 276929"/>
                      <a:gd name="connsiteX33" fmla="*/ 2379 w 279517"/>
                      <a:gd name="connsiteY33" fmla="*/ 137974 h 276929"/>
                      <a:gd name="connsiteX34" fmla="*/ 4758 w 279517"/>
                      <a:gd name="connsiteY34" fmla="*/ 124891 h 276929"/>
                      <a:gd name="connsiteX35" fmla="*/ 3568 w 279517"/>
                      <a:gd name="connsiteY35" fmla="*/ 109428 h 276929"/>
                      <a:gd name="connsiteX36" fmla="*/ 0 w 279517"/>
                      <a:gd name="connsiteY36" fmla="*/ 95155 h 276929"/>
                      <a:gd name="connsiteX37" fmla="*/ 1190 w 279517"/>
                      <a:gd name="connsiteY37" fmla="*/ 92776 h 276929"/>
                      <a:gd name="connsiteX38" fmla="*/ 10705 w 279517"/>
                      <a:gd name="connsiteY38" fmla="*/ 90397 h 276929"/>
                      <a:gd name="connsiteX39" fmla="*/ 28546 w 279517"/>
                      <a:gd name="connsiteY39" fmla="*/ 70177 h 276929"/>
                      <a:gd name="connsiteX40" fmla="*/ 35683 w 279517"/>
                      <a:gd name="connsiteY40" fmla="*/ 59472 h 276929"/>
                      <a:gd name="connsiteX41" fmla="*/ 27357 w 279517"/>
                      <a:gd name="connsiteY41" fmla="*/ 49956 h 276929"/>
                      <a:gd name="connsiteX42" fmla="*/ 23789 w 279517"/>
                      <a:gd name="connsiteY42" fmla="*/ 42819 h 276929"/>
                      <a:gd name="connsiteX43" fmla="*/ 23789 w 279517"/>
                      <a:gd name="connsiteY43" fmla="*/ 42819 h 276929"/>
                      <a:gd name="connsiteX44" fmla="*/ 33304 w 279517"/>
                      <a:gd name="connsiteY44" fmla="*/ 26167 h 276929"/>
                      <a:gd name="connsiteX45" fmla="*/ 22599 w 279517"/>
                      <a:gd name="connsiteY45" fmla="*/ 5947 h 276929"/>
                      <a:gd name="connsiteX46" fmla="*/ 23789 w 279517"/>
                      <a:gd name="connsiteY46" fmla="*/ 5947 h 276929"/>
                      <a:gd name="connsiteX47" fmla="*/ 32115 w 279517"/>
                      <a:gd name="connsiteY47" fmla="*/ 2379 h 276929"/>
                      <a:gd name="connsiteX48" fmla="*/ 58282 w 279517"/>
                      <a:gd name="connsiteY48" fmla="*/ 2379 h 276929"/>
                      <a:gd name="connsiteX49" fmla="*/ 59472 w 279517"/>
                      <a:gd name="connsiteY49" fmla="*/ 2379 h 276929"/>
                      <a:gd name="connsiteX50" fmla="*/ 57093 w 279517"/>
                      <a:gd name="connsiteY50" fmla="*/ 15463 h 276929"/>
                      <a:gd name="connsiteX51" fmla="*/ 65419 w 279517"/>
                      <a:gd name="connsiteY51" fmla="*/ 41630 h 276929"/>
                      <a:gd name="connsiteX52" fmla="*/ 84450 w 279517"/>
                      <a:gd name="connsiteY52" fmla="*/ 44009 h 276929"/>
                      <a:gd name="connsiteX53" fmla="*/ 103481 w 279517"/>
                      <a:gd name="connsiteY53" fmla="*/ 38062 h 276929"/>
                      <a:gd name="connsiteX54" fmla="*/ 110617 w 279517"/>
                      <a:gd name="connsiteY54" fmla="*/ 29736 h 276929"/>
                      <a:gd name="connsiteX55" fmla="*/ 93965 w 279517"/>
                      <a:gd name="connsiteY55" fmla="*/ 29736 h 276929"/>
                      <a:gd name="connsiteX56" fmla="*/ 102291 w 279517"/>
                      <a:gd name="connsiteY56" fmla="*/ 24978 h 276929"/>
                      <a:gd name="connsiteX57" fmla="*/ 96344 w 279517"/>
                      <a:gd name="connsiteY57" fmla="*/ 22599 h 276929"/>
                      <a:gd name="connsiteX58" fmla="*/ 101102 w 279517"/>
                      <a:gd name="connsiteY58" fmla="*/ 20220 h 276929"/>
                      <a:gd name="connsiteX59" fmla="*/ 117754 w 279517"/>
                      <a:gd name="connsiteY59" fmla="*/ 0 h 276929"/>
                      <a:gd name="connsiteX60" fmla="*/ 205772 w 279517"/>
                      <a:gd name="connsiteY60" fmla="*/ 51146 h 276929"/>
                      <a:gd name="connsiteX61" fmla="*/ 212909 w 279517"/>
                      <a:gd name="connsiteY61" fmla="*/ 63040 h 276929"/>
                      <a:gd name="connsiteX62" fmla="*/ 220045 w 279517"/>
                      <a:gd name="connsiteY62" fmla="*/ 73745 h 276929"/>
                      <a:gd name="connsiteX63" fmla="*/ 241455 w 279517"/>
                      <a:gd name="connsiteY63" fmla="*/ 89208 h 276929"/>
                      <a:gd name="connsiteX64" fmla="*/ 248592 w 279517"/>
                      <a:gd name="connsiteY64" fmla="*/ 93965 h 276929"/>
                      <a:gd name="connsiteX65" fmla="*/ 248592 w 279517"/>
                      <a:gd name="connsiteY65" fmla="*/ 98723 h 276929"/>
                      <a:gd name="connsiteX66" fmla="*/ 243834 w 279517"/>
                      <a:gd name="connsiteY66" fmla="*/ 107049 h 276929"/>
                      <a:gd name="connsiteX67" fmla="*/ 239077 w 279517"/>
                      <a:gd name="connsiteY67" fmla="*/ 127269 h 276929"/>
                      <a:gd name="connsiteX68" fmla="*/ 245024 w 279517"/>
                      <a:gd name="connsiteY68" fmla="*/ 143921 h 276929"/>
                      <a:gd name="connsiteX69" fmla="*/ 255729 w 279517"/>
                      <a:gd name="connsiteY69" fmla="*/ 158195 h 276929"/>
                      <a:gd name="connsiteX70" fmla="*/ 252160 w 279517"/>
                      <a:gd name="connsiteY70" fmla="*/ 158195 h 276929"/>
                      <a:gd name="connsiteX71" fmla="*/ 248592 w 279517"/>
                      <a:gd name="connsiteY71" fmla="*/ 168900 h 276929"/>
                      <a:gd name="connsiteX72" fmla="*/ 249781 w 279517"/>
                      <a:gd name="connsiteY72" fmla="*/ 178415 h 276929"/>
                      <a:gd name="connsiteX73" fmla="*/ 249781 w 279517"/>
                      <a:gd name="connsiteY73" fmla="*/ 198635 h 276929"/>
                      <a:gd name="connsiteX74" fmla="*/ 252160 w 279517"/>
                      <a:gd name="connsiteY74" fmla="*/ 209340 h 276929"/>
                      <a:gd name="connsiteX75" fmla="*/ 255729 w 279517"/>
                      <a:gd name="connsiteY75" fmla="*/ 222424 h 276929"/>
                      <a:gd name="connsiteX76" fmla="*/ 261676 w 279517"/>
                      <a:gd name="connsiteY76" fmla="*/ 236698 h 276929"/>
                      <a:gd name="connsiteX77" fmla="*/ 275949 w 279517"/>
                      <a:gd name="connsiteY77" fmla="*/ 243834 h 276929"/>
                      <a:gd name="connsiteX78" fmla="*/ 279517 w 279517"/>
                      <a:gd name="connsiteY78" fmla="*/ 246213 h 276929"/>
                      <a:gd name="connsiteX79" fmla="*/ 279517 w 279517"/>
                      <a:gd name="connsiteY79" fmla="*/ 246213 h 2769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</a:cxnLst>
                    <a:rect l="l" t="t" r="r" b="b"/>
                    <a:pathLst>
                      <a:path w="279517" h="276929">
                        <a:moveTo>
                          <a:pt x="279517" y="246213"/>
                        </a:moveTo>
                        <a:cubicBezTo>
                          <a:pt x="278328" y="246213"/>
                          <a:pt x="278328" y="246213"/>
                          <a:pt x="277138" y="246213"/>
                        </a:cubicBezTo>
                        <a:cubicBezTo>
                          <a:pt x="277138" y="247402"/>
                          <a:pt x="277138" y="249781"/>
                          <a:pt x="277138" y="250971"/>
                        </a:cubicBezTo>
                        <a:cubicBezTo>
                          <a:pt x="271191" y="245023"/>
                          <a:pt x="271191" y="254539"/>
                          <a:pt x="266433" y="256918"/>
                        </a:cubicBezTo>
                        <a:cubicBezTo>
                          <a:pt x="265244" y="258107"/>
                          <a:pt x="260486" y="258107"/>
                          <a:pt x="258108" y="258107"/>
                        </a:cubicBezTo>
                        <a:cubicBezTo>
                          <a:pt x="254539" y="259297"/>
                          <a:pt x="254539" y="261676"/>
                          <a:pt x="249781" y="260486"/>
                        </a:cubicBezTo>
                        <a:cubicBezTo>
                          <a:pt x="249781" y="265244"/>
                          <a:pt x="243834" y="262865"/>
                          <a:pt x="240266" y="264054"/>
                        </a:cubicBezTo>
                        <a:cubicBezTo>
                          <a:pt x="236698" y="264054"/>
                          <a:pt x="234319" y="266433"/>
                          <a:pt x="230750" y="267623"/>
                        </a:cubicBezTo>
                        <a:cubicBezTo>
                          <a:pt x="222424" y="271191"/>
                          <a:pt x="218856" y="264054"/>
                          <a:pt x="211719" y="266433"/>
                        </a:cubicBezTo>
                        <a:cubicBezTo>
                          <a:pt x="212909" y="273570"/>
                          <a:pt x="199825" y="277138"/>
                          <a:pt x="193878" y="275949"/>
                        </a:cubicBezTo>
                        <a:cubicBezTo>
                          <a:pt x="190310" y="274759"/>
                          <a:pt x="189120" y="271191"/>
                          <a:pt x="184362" y="271191"/>
                        </a:cubicBezTo>
                        <a:cubicBezTo>
                          <a:pt x="181983" y="271191"/>
                          <a:pt x="177226" y="274759"/>
                          <a:pt x="174847" y="275949"/>
                        </a:cubicBezTo>
                        <a:cubicBezTo>
                          <a:pt x="165331" y="279517"/>
                          <a:pt x="165331" y="272381"/>
                          <a:pt x="157006" y="270002"/>
                        </a:cubicBezTo>
                        <a:cubicBezTo>
                          <a:pt x="152248" y="268812"/>
                          <a:pt x="149869" y="271191"/>
                          <a:pt x="145111" y="272381"/>
                        </a:cubicBezTo>
                        <a:cubicBezTo>
                          <a:pt x="141543" y="272381"/>
                          <a:pt x="135596" y="272381"/>
                          <a:pt x="132027" y="272381"/>
                        </a:cubicBezTo>
                        <a:cubicBezTo>
                          <a:pt x="132027" y="272381"/>
                          <a:pt x="132027" y="272381"/>
                          <a:pt x="132027" y="272381"/>
                        </a:cubicBezTo>
                        <a:cubicBezTo>
                          <a:pt x="129648" y="267623"/>
                          <a:pt x="127270" y="265244"/>
                          <a:pt x="124891" y="260486"/>
                        </a:cubicBezTo>
                        <a:cubicBezTo>
                          <a:pt x="122512" y="255729"/>
                          <a:pt x="123701" y="249781"/>
                          <a:pt x="122512" y="243834"/>
                        </a:cubicBezTo>
                        <a:cubicBezTo>
                          <a:pt x="121323" y="239076"/>
                          <a:pt x="121323" y="233129"/>
                          <a:pt x="117754" y="229561"/>
                        </a:cubicBezTo>
                        <a:cubicBezTo>
                          <a:pt x="116564" y="228371"/>
                          <a:pt x="112996" y="227182"/>
                          <a:pt x="111807" y="225993"/>
                        </a:cubicBezTo>
                        <a:cubicBezTo>
                          <a:pt x="109428" y="224803"/>
                          <a:pt x="111807" y="221235"/>
                          <a:pt x="107049" y="222424"/>
                        </a:cubicBezTo>
                        <a:cubicBezTo>
                          <a:pt x="107049" y="223614"/>
                          <a:pt x="107049" y="224803"/>
                          <a:pt x="107049" y="225993"/>
                        </a:cubicBezTo>
                        <a:cubicBezTo>
                          <a:pt x="105860" y="225993"/>
                          <a:pt x="105860" y="225993"/>
                          <a:pt x="104670" y="225993"/>
                        </a:cubicBezTo>
                        <a:cubicBezTo>
                          <a:pt x="99912" y="224803"/>
                          <a:pt x="93965" y="220045"/>
                          <a:pt x="89208" y="218856"/>
                        </a:cubicBezTo>
                        <a:cubicBezTo>
                          <a:pt x="88018" y="218856"/>
                          <a:pt x="86829" y="217666"/>
                          <a:pt x="85639" y="217666"/>
                        </a:cubicBezTo>
                        <a:cubicBezTo>
                          <a:pt x="80881" y="215287"/>
                          <a:pt x="78503" y="211719"/>
                          <a:pt x="73745" y="208151"/>
                        </a:cubicBezTo>
                        <a:cubicBezTo>
                          <a:pt x="67798" y="204583"/>
                          <a:pt x="60661" y="204583"/>
                          <a:pt x="54714" y="201014"/>
                        </a:cubicBezTo>
                        <a:cubicBezTo>
                          <a:pt x="47577" y="198635"/>
                          <a:pt x="42820" y="192688"/>
                          <a:pt x="35683" y="192688"/>
                        </a:cubicBezTo>
                        <a:cubicBezTo>
                          <a:pt x="35683" y="192688"/>
                          <a:pt x="35683" y="192688"/>
                          <a:pt x="35683" y="192688"/>
                        </a:cubicBezTo>
                        <a:cubicBezTo>
                          <a:pt x="35683" y="191499"/>
                          <a:pt x="35683" y="192688"/>
                          <a:pt x="34494" y="191499"/>
                        </a:cubicBezTo>
                        <a:cubicBezTo>
                          <a:pt x="33304" y="181983"/>
                          <a:pt x="24978" y="174847"/>
                          <a:pt x="22599" y="164142"/>
                        </a:cubicBezTo>
                        <a:cubicBezTo>
                          <a:pt x="21410" y="158195"/>
                          <a:pt x="21410" y="153437"/>
                          <a:pt x="19031" y="148679"/>
                        </a:cubicBezTo>
                        <a:cubicBezTo>
                          <a:pt x="16652" y="145111"/>
                          <a:pt x="9515" y="143921"/>
                          <a:pt x="8326" y="139164"/>
                        </a:cubicBezTo>
                        <a:cubicBezTo>
                          <a:pt x="5947" y="139164"/>
                          <a:pt x="4758" y="137974"/>
                          <a:pt x="2379" y="137974"/>
                        </a:cubicBezTo>
                        <a:cubicBezTo>
                          <a:pt x="1190" y="132027"/>
                          <a:pt x="3568" y="130838"/>
                          <a:pt x="4758" y="124891"/>
                        </a:cubicBezTo>
                        <a:cubicBezTo>
                          <a:pt x="5947" y="118944"/>
                          <a:pt x="4758" y="114185"/>
                          <a:pt x="3568" y="109428"/>
                        </a:cubicBezTo>
                        <a:cubicBezTo>
                          <a:pt x="2379" y="107049"/>
                          <a:pt x="0" y="97533"/>
                          <a:pt x="0" y="95155"/>
                        </a:cubicBezTo>
                        <a:cubicBezTo>
                          <a:pt x="0" y="93965"/>
                          <a:pt x="1190" y="92776"/>
                          <a:pt x="1190" y="92776"/>
                        </a:cubicBezTo>
                        <a:cubicBezTo>
                          <a:pt x="3568" y="90397"/>
                          <a:pt x="7137" y="92776"/>
                          <a:pt x="10705" y="90397"/>
                        </a:cubicBezTo>
                        <a:cubicBezTo>
                          <a:pt x="16652" y="86829"/>
                          <a:pt x="23789" y="76124"/>
                          <a:pt x="28546" y="70177"/>
                        </a:cubicBezTo>
                        <a:cubicBezTo>
                          <a:pt x="30925" y="67798"/>
                          <a:pt x="35683" y="63040"/>
                          <a:pt x="35683" y="59472"/>
                        </a:cubicBezTo>
                        <a:cubicBezTo>
                          <a:pt x="35683" y="54714"/>
                          <a:pt x="29736" y="52335"/>
                          <a:pt x="27357" y="49956"/>
                        </a:cubicBezTo>
                        <a:cubicBezTo>
                          <a:pt x="26168" y="47577"/>
                          <a:pt x="23789" y="45198"/>
                          <a:pt x="23789" y="42819"/>
                        </a:cubicBezTo>
                        <a:lnTo>
                          <a:pt x="23789" y="42819"/>
                        </a:lnTo>
                        <a:cubicBezTo>
                          <a:pt x="32115" y="41630"/>
                          <a:pt x="35683" y="33304"/>
                          <a:pt x="33304" y="26167"/>
                        </a:cubicBezTo>
                        <a:cubicBezTo>
                          <a:pt x="30925" y="20220"/>
                          <a:pt x="26168" y="10705"/>
                          <a:pt x="22599" y="5947"/>
                        </a:cubicBezTo>
                        <a:cubicBezTo>
                          <a:pt x="22599" y="5947"/>
                          <a:pt x="23789" y="5947"/>
                          <a:pt x="23789" y="5947"/>
                        </a:cubicBezTo>
                        <a:cubicBezTo>
                          <a:pt x="27357" y="5947"/>
                          <a:pt x="29736" y="4758"/>
                          <a:pt x="32115" y="2379"/>
                        </a:cubicBezTo>
                        <a:cubicBezTo>
                          <a:pt x="38062" y="2379"/>
                          <a:pt x="51146" y="1189"/>
                          <a:pt x="58282" y="2379"/>
                        </a:cubicBezTo>
                        <a:cubicBezTo>
                          <a:pt x="58282" y="2379"/>
                          <a:pt x="58282" y="2379"/>
                          <a:pt x="59472" y="2379"/>
                        </a:cubicBezTo>
                        <a:cubicBezTo>
                          <a:pt x="59472" y="2379"/>
                          <a:pt x="58282" y="7136"/>
                          <a:pt x="57093" y="15463"/>
                        </a:cubicBezTo>
                        <a:cubicBezTo>
                          <a:pt x="55904" y="22599"/>
                          <a:pt x="49956" y="54714"/>
                          <a:pt x="65419" y="41630"/>
                        </a:cubicBezTo>
                        <a:cubicBezTo>
                          <a:pt x="61851" y="33304"/>
                          <a:pt x="80881" y="42819"/>
                          <a:pt x="84450" y="44009"/>
                        </a:cubicBezTo>
                        <a:cubicBezTo>
                          <a:pt x="83260" y="38062"/>
                          <a:pt x="99912" y="39251"/>
                          <a:pt x="103481" y="38062"/>
                        </a:cubicBezTo>
                        <a:cubicBezTo>
                          <a:pt x="105860" y="35683"/>
                          <a:pt x="110617" y="34494"/>
                          <a:pt x="110617" y="29736"/>
                        </a:cubicBezTo>
                        <a:cubicBezTo>
                          <a:pt x="104670" y="32115"/>
                          <a:pt x="99912" y="29736"/>
                          <a:pt x="93965" y="29736"/>
                        </a:cubicBezTo>
                        <a:cubicBezTo>
                          <a:pt x="93965" y="24978"/>
                          <a:pt x="99912" y="28546"/>
                          <a:pt x="102291" y="24978"/>
                        </a:cubicBezTo>
                        <a:cubicBezTo>
                          <a:pt x="99912" y="24978"/>
                          <a:pt x="97534" y="23789"/>
                          <a:pt x="96344" y="22599"/>
                        </a:cubicBezTo>
                        <a:cubicBezTo>
                          <a:pt x="97534" y="21410"/>
                          <a:pt x="98723" y="20220"/>
                          <a:pt x="101102" y="20220"/>
                        </a:cubicBezTo>
                        <a:cubicBezTo>
                          <a:pt x="103481" y="11894"/>
                          <a:pt x="110617" y="4758"/>
                          <a:pt x="117754" y="0"/>
                        </a:cubicBezTo>
                        <a:cubicBezTo>
                          <a:pt x="126080" y="4758"/>
                          <a:pt x="191499" y="41630"/>
                          <a:pt x="205772" y="51146"/>
                        </a:cubicBezTo>
                        <a:cubicBezTo>
                          <a:pt x="209341" y="53525"/>
                          <a:pt x="211719" y="58282"/>
                          <a:pt x="212909" y="63040"/>
                        </a:cubicBezTo>
                        <a:cubicBezTo>
                          <a:pt x="215288" y="70177"/>
                          <a:pt x="214098" y="68987"/>
                          <a:pt x="220045" y="73745"/>
                        </a:cubicBezTo>
                        <a:cubicBezTo>
                          <a:pt x="227182" y="78502"/>
                          <a:pt x="233129" y="86829"/>
                          <a:pt x="241455" y="89208"/>
                        </a:cubicBezTo>
                        <a:cubicBezTo>
                          <a:pt x="243834" y="92776"/>
                          <a:pt x="246213" y="93965"/>
                          <a:pt x="248592" y="93965"/>
                        </a:cubicBezTo>
                        <a:cubicBezTo>
                          <a:pt x="248592" y="95155"/>
                          <a:pt x="248592" y="97533"/>
                          <a:pt x="248592" y="98723"/>
                        </a:cubicBezTo>
                        <a:cubicBezTo>
                          <a:pt x="247402" y="101102"/>
                          <a:pt x="245024" y="104670"/>
                          <a:pt x="243834" y="107049"/>
                        </a:cubicBezTo>
                        <a:cubicBezTo>
                          <a:pt x="241455" y="112996"/>
                          <a:pt x="240266" y="120133"/>
                          <a:pt x="239077" y="127269"/>
                        </a:cubicBezTo>
                        <a:cubicBezTo>
                          <a:pt x="237887" y="135596"/>
                          <a:pt x="239077" y="139164"/>
                          <a:pt x="245024" y="143921"/>
                        </a:cubicBezTo>
                        <a:cubicBezTo>
                          <a:pt x="250971" y="148679"/>
                          <a:pt x="258108" y="148679"/>
                          <a:pt x="255729" y="158195"/>
                        </a:cubicBezTo>
                        <a:cubicBezTo>
                          <a:pt x="254539" y="158195"/>
                          <a:pt x="253350" y="158195"/>
                          <a:pt x="252160" y="158195"/>
                        </a:cubicBezTo>
                        <a:cubicBezTo>
                          <a:pt x="249781" y="161763"/>
                          <a:pt x="249781" y="165331"/>
                          <a:pt x="248592" y="168900"/>
                        </a:cubicBezTo>
                        <a:cubicBezTo>
                          <a:pt x="247402" y="173657"/>
                          <a:pt x="249781" y="174847"/>
                          <a:pt x="249781" y="178415"/>
                        </a:cubicBezTo>
                        <a:cubicBezTo>
                          <a:pt x="250971" y="185552"/>
                          <a:pt x="248592" y="191499"/>
                          <a:pt x="249781" y="198635"/>
                        </a:cubicBezTo>
                        <a:cubicBezTo>
                          <a:pt x="250971" y="202204"/>
                          <a:pt x="252160" y="205772"/>
                          <a:pt x="252160" y="209340"/>
                        </a:cubicBezTo>
                        <a:cubicBezTo>
                          <a:pt x="253350" y="212909"/>
                          <a:pt x="255729" y="218856"/>
                          <a:pt x="255729" y="222424"/>
                        </a:cubicBezTo>
                        <a:cubicBezTo>
                          <a:pt x="256918" y="228371"/>
                          <a:pt x="255729" y="235508"/>
                          <a:pt x="261676" y="236698"/>
                        </a:cubicBezTo>
                        <a:cubicBezTo>
                          <a:pt x="265244" y="240266"/>
                          <a:pt x="271191" y="242645"/>
                          <a:pt x="275949" y="243834"/>
                        </a:cubicBezTo>
                        <a:cubicBezTo>
                          <a:pt x="279517" y="243834"/>
                          <a:pt x="279517" y="245023"/>
                          <a:pt x="279517" y="246213"/>
                        </a:cubicBezTo>
                        <a:cubicBezTo>
                          <a:pt x="279517" y="246213"/>
                          <a:pt x="279517" y="246213"/>
                          <a:pt x="279517" y="246213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06" name="Freeform 705">
                    <a:extLst>
                      <a:ext uri="{FF2B5EF4-FFF2-40B4-BE49-F238E27FC236}">
                        <a16:creationId xmlns:a16="http://schemas.microsoft.com/office/drawing/2014/main" id="{80F671A6-C8E4-24FC-C57F-FECA5966FA87}"/>
                      </a:ext>
                    </a:extLst>
                  </p:cNvPr>
                  <p:cNvSpPr/>
                  <p:nvPr/>
                </p:nvSpPr>
                <p:spPr>
                  <a:xfrm>
                    <a:off x="6437080" y="4474732"/>
                    <a:ext cx="52335" cy="61850"/>
                  </a:xfrm>
                  <a:custGeom>
                    <a:avLst/>
                    <a:gdLst>
                      <a:gd name="connsiteX0" fmla="*/ 52335 w 52335"/>
                      <a:gd name="connsiteY0" fmla="*/ 28546 h 61850"/>
                      <a:gd name="connsiteX1" fmla="*/ 45198 w 52335"/>
                      <a:gd name="connsiteY1" fmla="*/ 39251 h 61850"/>
                      <a:gd name="connsiteX2" fmla="*/ 27357 w 52335"/>
                      <a:gd name="connsiteY2" fmla="*/ 59472 h 61850"/>
                      <a:gd name="connsiteX3" fmla="*/ 17842 w 52335"/>
                      <a:gd name="connsiteY3" fmla="*/ 61850 h 61850"/>
                      <a:gd name="connsiteX4" fmla="*/ 9515 w 52335"/>
                      <a:gd name="connsiteY4" fmla="*/ 46388 h 61850"/>
                      <a:gd name="connsiteX5" fmla="*/ 9515 w 52335"/>
                      <a:gd name="connsiteY5" fmla="*/ 46388 h 61850"/>
                      <a:gd name="connsiteX6" fmla="*/ 5947 w 52335"/>
                      <a:gd name="connsiteY6" fmla="*/ 33304 h 61850"/>
                      <a:gd name="connsiteX7" fmla="*/ 4758 w 52335"/>
                      <a:gd name="connsiteY7" fmla="*/ 28546 h 61850"/>
                      <a:gd name="connsiteX8" fmla="*/ 3568 w 52335"/>
                      <a:gd name="connsiteY8" fmla="*/ 26167 h 61850"/>
                      <a:gd name="connsiteX9" fmla="*/ 2379 w 52335"/>
                      <a:gd name="connsiteY9" fmla="*/ 17842 h 61850"/>
                      <a:gd name="connsiteX10" fmla="*/ 2379 w 52335"/>
                      <a:gd name="connsiteY10" fmla="*/ 17842 h 61850"/>
                      <a:gd name="connsiteX11" fmla="*/ 0 w 52335"/>
                      <a:gd name="connsiteY11" fmla="*/ 13084 h 61850"/>
                      <a:gd name="connsiteX12" fmla="*/ 1190 w 52335"/>
                      <a:gd name="connsiteY12" fmla="*/ 7137 h 61850"/>
                      <a:gd name="connsiteX13" fmla="*/ 3568 w 52335"/>
                      <a:gd name="connsiteY13" fmla="*/ 8326 h 61850"/>
                      <a:gd name="connsiteX14" fmla="*/ 9515 w 52335"/>
                      <a:gd name="connsiteY14" fmla="*/ 10705 h 61850"/>
                      <a:gd name="connsiteX15" fmla="*/ 13084 w 52335"/>
                      <a:gd name="connsiteY15" fmla="*/ 14273 h 61850"/>
                      <a:gd name="connsiteX16" fmla="*/ 17842 w 52335"/>
                      <a:gd name="connsiteY16" fmla="*/ 14273 h 61850"/>
                      <a:gd name="connsiteX17" fmla="*/ 21410 w 52335"/>
                      <a:gd name="connsiteY17" fmla="*/ 14273 h 61850"/>
                      <a:gd name="connsiteX18" fmla="*/ 23789 w 52335"/>
                      <a:gd name="connsiteY18" fmla="*/ 16652 h 61850"/>
                      <a:gd name="connsiteX19" fmla="*/ 28546 w 52335"/>
                      <a:gd name="connsiteY19" fmla="*/ 11894 h 61850"/>
                      <a:gd name="connsiteX20" fmla="*/ 30925 w 52335"/>
                      <a:gd name="connsiteY20" fmla="*/ 5947 h 61850"/>
                      <a:gd name="connsiteX21" fmla="*/ 32115 w 52335"/>
                      <a:gd name="connsiteY21" fmla="*/ 3568 h 61850"/>
                      <a:gd name="connsiteX22" fmla="*/ 32115 w 52335"/>
                      <a:gd name="connsiteY22" fmla="*/ 0 h 61850"/>
                      <a:gd name="connsiteX23" fmla="*/ 38062 w 52335"/>
                      <a:gd name="connsiteY23" fmla="*/ 3568 h 61850"/>
                      <a:gd name="connsiteX24" fmla="*/ 41630 w 52335"/>
                      <a:gd name="connsiteY24" fmla="*/ 8326 h 61850"/>
                      <a:gd name="connsiteX25" fmla="*/ 44009 w 52335"/>
                      <a:gd name="connsiteY25" fmla="*/ 11894 h 61850"/>
                      <a:gd name="connsiteX26" fmla="*/ 47577 w 52335"/>
                      <a:gd name="connsiteY26" fmla="*/ 19031 h 61850"/>
                      <a:gd name="connsiteX27" fmla="*/ 52335 w 52335"/>
                      <a:gd name="connsiteY27" fmla="*/ 28546 h 618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2335" h="61850">
                        <a:moveTo>
                          <a:pt x="52335" y="28546"/>
                        </a:moveTo>
                        <a:cubicBezTo>
                          <a:pt x="52335" y="32115"/>
                          <a:pt x="47577" y="36873"/>
                          <a:pt x="45198" y="39251"/>
                        </a:cubicBezTo>
                        <a:cubicBezTo>
                          <a:pt x="40441" y="45198"/>
                          <a:pt x="33304" y="55903"/>
                          <a:pt x="27357" y="59472"/>
                        </a:cubicBezTo>
                        <a:cubicBezTo>
                          <a:pt x="23789" y="61850"/>
                          <a:pt x="19031" y="59472"/>
                          <a:pt x="17842" y="61850"/>
                        </a:cubicBezTo>
                        <a:cubicBezTo>
                          <a:pt x="16652" y="55903"/>
                          <a:pt x="14273" y="48767"/>
                          <a:pt x="9515" y="46388"/>
                        </a:cubicBezTo>
                        <a:cubicBezTo>
                          <a:pt x="9515" y="46388"/>
                          <a:pt x="9515" y="46388"/>
                          <a:pt x="9515" y="46388"/>
                        </a:cubicBezTo>
                        <a:cubicBezTo>
                          <a:pt x="4758" y="42820"/>
                          <a:pt x="4758" y="38062"/>
                          <a:pt x="5947" y="33304"/>
                        </a:cubicBezTo>
                        <a:cubicBezTo>
                          <a:pt x="5947" y="32115"/>
                          <a:pt x="5947" y="30925"/>
                          <a:pt x="4758" y="28546"/>
                        </a:cubicBezTo>
                        <a:cubicBezTo>
                          <a:pt x="4758" y="27357"/>
                          <a:pt x="3568" y="27357"/>
                          <a:pt x="3568" y="26167"/>
                        </a:cubicBezTo>
                        <a:cubicBezTo>
                          <a:pt x="3568" y="23789"/>
                          <a:pt x="2379" y="20220"/>
                          <a:pt x="2379" y="17842"/>
                        </a:cubicBezTo>
                        <a:cubicBezTo>
                          <a:pt x="2379" y="17842"/>
                          <a:pt x="2379" y="17842"/>
                          <a:pt x="2379" y="17842"/>
                        </a:cubicBezTo>
                        <a:cubicBezTo>
                          <a:pt x="2379" y="15463"/>
                          <a:pt x="0" y="15463"/>
                          <a:pt x="0" y="13084"/>
                        </a:cubicBezTo>
                        <a:cubicBezTo>
                          <a:pt x="0" y="11894"/>
                          <a:pt x="0" y="9515"/>
                          <a:pt x="1190" y="7137"/>
                        </a:cubicBezTo>
                        <a:cubicBezTo>
                          <a:pt x="2379" y="7137"/>
                          <a:pt x="2379" y="8326"/>
                          <a:pt x="3568" y="8326"/>
                        </a:cubicBezTo>
                        <a:cubicBezTo>
                          <a:pt x="5947" y="9515"/>
                          <a:pt x="7137" y="9515"/>
                          <a:pt x="9515" y="10705"/>
                        </a:cubicBezTo>
                        <a:cubicBezTo>
                          <a:pt x="10705" y="11894"/>
                          <a:pt x="11894" y="13084"/>
                          <a:pt x="13084" y="14273"/>
                        </a:cubicBezTo>
                        <a:cubicBezTo>
                          <a:pt x="14273" y="15463"/>
                          <a:pt x="17842" y="17842"/>
                          <a:pt x="17842" y="14273"/>
                        </a:cubicBezTo>
                        <a:cubicBezTo>
                          <a:pt x="19031" y="14273"/>
                          <a:pt x="20220" y="14273"/>
                          <a:pt x="21410" y="14273"/>
                        </a:cubicBezTo>
                        <a:cubicBezTo>
                          <a:pt x="22599" y="15463"/>
                          <a:pt x="22599" y="15463"/>
                          <a:pt x="23789" y="16652"/>
                        </a:cubicBezTo>
                        <a:cubicBezTo>
                          <a:pt x="26167" y="16652"/>
                          <a:pt x="27357" y="14273"/>
                          <a:pt x="28546" y="11894"/>
                        </a:cubicBezTo>
                        <a:cubicBezTo>
                          <a:pt x="29736" y="9515"/>
                          <a:pt x="29736" y="7137"/>
                          <a:pt x="30925" y="5947"/>
                        </a:cubicBezTo>
                        <a:cubicBezTo>
                          <a:pt x="32115" y="4758"/>
                          <a:pt x="32115" y="4758"/>
                          <a:pt x="32115" y="3568"/>
                        </a:cubicBezTo>
                        <a:cubicBezTo>
                          <a:pt x="32115" y="2379"/>
                          <a:pt x="32115" y="1190"/>
                          <a:pt x="32115" y="0"/>
                        </a:cubicBezTo>
                        <a:cubicBezTo>
                          <a:pt x="33304" y="0"/>
                          <a:pt x="36873" y="2379"/>
                          <a:pt x="38062" y="3568"/>
                        </a:cubicBezTo>
                        <a:cubicBezTo>
                          <a:pt x="39251" y="4758"/>
                          <a:pt x="39251" y="7137"/>
                          <a:pt x="41630" y="8326"/>
                        </a:cubicBezTo>
                        <a:cubicBezTo>
                          <a:pt x="41630" y="9515"/>
                          <a:pt x="42820" y="10705"/>
                          <a:pt x="44009" y="11894"/>
                        </a:cubicBezTo>
                        <a:cubicBezTo>
                          <a:pt x="44009" y="14273"/>
                          <a:pt x="45198" y="17842"/>
                          <a:pt x="47577" y="19031"/>
                        </a:cubicBezTo>
                        <a:cubicBezTo>
                          <a:pt x="46388" y="21410"/>
                          <a:pt x="52335" y="24978"/>
                          <a:pt x="52335" y="2854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07" name="Freeform 706">
                    <a:extLst>
                      <a:ext uri="{FF2B5EF4-FFF2-40B4-BE49-F238E27FC236}">
                        <a16:creationId xmlns:a16="http://schemas.microsoft.com/office/drawing/2014/main" id="{0DC276DE-BFFF-09E5-434E-1373797168FC}"/>
                      </a:ext>
                    </a:extLst>
                  </p:cNvPr>
                  <p:cNvSpPr/>
                  <p:nvPr/>
                </p:nvSpPr>
                <p:spPr>
                  <a:xfrm>
                    <a:off x="6450164" y="4307022"/>
                    <a:ext cx="153437" cy="153437"/>
                  </a:xfrm>
                  <a:custGeom>
                    <a:avLst/>
                    <a:gdLst>
                      <a:gd name="connsiteX0" fmla="*/ 147490 w 153437"/>
                      <a:gd name="connsiteY0" fmla="*/ 66608 h 153437"/>
                      <a:gd name="connsiteX1" fmla="*/ 143921 w 153437"/>
                      <a:gd name="connsiteY1" fmla="*/ 78503 h 153437"/>
                      <a:gd name="connsiteX2" fmla="*/ 129648 w 153437"/>
                      <a:gd name="connsiteY2" fmla="*/ 89208 h 153437"/>
                      <a:gd name="connsiteX3" fmla="*/ 118944 w 153437"/>
                      <a:gd name="connsiteY3" fmla="*/ 103481 h 153437"/>
                      <a:gd name="connsiteX4" fmla="*/ 117754 w 153437"/>
                      <a:gd name="connsiteY4" fmla="*/ 109428 h 153437"/>
                      <a:gd name="connsiteX5" fmla="*/ 114185 w 153437"/>
                      <a:gd name="connsiteY5" fmla="*/ 108239 h 153437"/>
                      <a:gd name="connsiteX6" fmla="*/ 110617 w 153437"/>
                      <a:gd name="connsiteY6" fmla="*/ 104670 h 153437"/>
                      <a:gd name="connsiteX7" fmla="*/ 98723 w 153437"/>
                      <a:gd name="connsiteY7" fmla="*/ 104670 h 153437"/>
                      <a:gd name="connsiteX8" fmla="*/ 90397 w 153437"/>
                      <a:gd name="connsiteY8" fmla="*/ 108239 h 153437"/>
                      <a:gd name="connsiteX9" fmla="*/ 83260 w 153437"/>
                      <a:gd name="connsiteY9" fmla="*/ 107049 h 153437"/>
                      <a:gd name="connsiteX10" fmla="*/ 73745 w 153437"/>
                      <a:gd name="connsiteY10" fmla="*/ 109428 h 153437"/>
                      <a:gd name="connsiteX11" fmla="*/ 71366 w 153437"/>
                      <a:gd name="connsiteY11" fmla="*/ 108239 h 153437"/>
                      <a:gd name="connsiteX12" fmla="*/ 68987 w 153437"/>
                      <a:gd name="connsiteY12" fmla="*/ 110617 h 153437"/>
                      <a:gd name="connsiteX13" fmla="*/ 63040 w 153437"/>
                      <a:gd name="connsiteY13" fmla="*/ 111807 h 153437"/>
                      <a:gd name="connsiteX14" fmla="*/ 60661 w 153437"/>
                      <a:gd name="connsiteY14" fmla="*/ 111807 h 153437"/>
                      <a:gd name="connsiteX15" fmla="*/ 63040 w 153437"/>
                      <a:gd name="connsiteY15" fmla="*/ 118944 h 153437"/>
                      <a:gd name="connsiteX16" fmla="*/ 63040 w 153437"/>
                      <a:gd name="connsiteY16" fmla="*/ 126080 h 153437"/>
                      <a:gd name="connsiteX17" fmla="*/ 63040 w 153437"/>
                      <a:gd name="connsiteY17" fmla="*/ 140353 h 153437"/>
                      <a:gd name="connsiteX18" fmla="*/ 36872 w 153437"/>
                      <a:gd name="connsiteY18" fmla="*/ 140353 h 153437"/>
                      <a:gd name="connsiteX19" fmla="*/ 28546 w 153437"/>
                      <a:gd name="connsiteY19" fmla="*/ 143922 h 153437"/>
                      <a:gd name="connsiteX20" fmla="*/ 23789 w 153437"/>
                      <a:gd name="connsiteY20" fmla="*/ 143922 h 153437"/>
                      <a:gd name="connsiteX21" fmla="*/ 21410 w 153437"/>
                      <a:gd name="connsiteY21" fmla="*/ 147490 h 153437"/>
                      <a:gd name="connsiteX22" fmla="*/ 17842 w 153437"/>
                      <a:gd name="connsiteY22" fmla="*/ 149869 h 153437"/>
                      <a:gd name="connsiteX23" fmla="*/ 14273 w 153437"/>
                      <a:gd name="connsiteY23" fmla="*/ 147490 h 153437"/>
                      <a:gd name="connsiteX24" fmla="*/ 10705 w 153437"/>
                      <a:gd name="connsiteY24" fmla="*/ 147490 h 153437"/>
                      <a:gd name="connsiteX25" fmla="*/ 2379 w 153437"/>
                      <a:gd name="connsiteY25" fmla="*/ 151058 h 153437"/>
                      <a:gd name="connsiteX26" fmla="*/ 0 w 153437"/>
                      <a:gd name="connsiteY26" fmla="*/ 153437 h 153437"/>
                      <a:gd name="connsiteX27" fmla="*/ 3568 w 153437"/>
                      <a:gd name="connsiteY27" fmla="*/ 141543 h 153437"/>
                      <a:gd name="connsiteX28" fmla="*/ 5947 w 153437"/>
                      <a:gd name="connsiteY28" fmla="*/ 132027 h 153437"/>
                      <a:gd name="connsiteX29" fmla="*/ 7136 w 153437"/>
                      <a:gd name="connsiteY29" fmla="*/ 128459 h 153437"/>
                      <a:gd name="connsiteX30" fmla="*/ 8326 w 153437"/>
                      <a:gd name="connsiteY30" fmla="*/ 122512 h 153437"/>
                      <a:gd name="connsiteX31" fmla="*/ 7136 w 153437"/>
                      <a:gd name="connsiteY31" fmla="*/ 118944 h 153437"/>
                      <a:gd name="connsiteX32" fmla="*/ 7136 w 153437"/>
                      <a:gd name="connsiteY32" fmla="*/ 116564 h 153437"/>
                      <a:gd name="connsiteX33" fmla="*/ 14273 w 153437"/>
                      <a:gd name="connsiteY33" fmla="*/ 104670 h 153437"/>
                      <a:gd name="connsiteX34" fmla="*/ 20220 w 153437"/>
                      <a:gd name="connsiteY34" fmla="*/ 92776 h 153437"/>
                      <a:gd name="connsiteX35" fmla="*/ 28546 w 153437"/>
                      <a:gd name="connsiteY35" fmla="*/ 82071 h 153437"/>
                      <a:gd name="connsiteX36" fmla="*/ 29736 w 153437"/>
                      <a:gd name="connsiteY36" fmla="*/ 76124 h 153437"/>
                      <a:gd name="connsiteX37" fmla="*/ 34494 w 153437"/>
                      <a:gd name="connsiteY37" fmla="*/ 71366 h 153437"/>
                      <a:gd name="connsiteX38" fmla="*/ 42819 w 153437"/>
                      <a:gd name="connsiteY38" fmla="*/ 61851 h 153437"/>
                      <a:gd name="connsiteX39" fmla="*/ 42819 w 153437"/>
                      <a:gd name="connsiteY39" fmla="*/ 60661 h 153437"/>
                      <a:gd name="connsiteX40" fmla="*/ 41630 w 153437"/>
                      <a:gd name="connsiteY40" fmla="*/ 59472 h 153437"/>
                      <a:gd name="connsiteX41" fmla="*/ 38062 w 153437"/>
                      <a:gd name="connsiteY41" fmla="*/ 36873 h 153437"/>
                      <a:gd name="connsiteX42" fmla="*/ 39251 w 153437"/>
                      <a:gd name="connsiteY42" fmla="*/ 26168 h 153437"/>
                      <a:gd name="connsiteX43" fmla="*/ 41630 w 153437"/>
                      <a:gd name="connsiteY43" fmla="*/ 21410 h 153437"/>
                      <a:gd name="connsiteX44" fmla="*/ 40441 w 153437"/>
                      <a:gd name="connsiteY44" fmla="*/ 17842 h 153437"/>
                      <a:gd name="connsiteX45" fmla="*/ 51146 w 153437"/>
                      <a:gd name="connsiteY45" fmla="*/ 11894 h 153437"/>
                      <a:gd name="connsiteX46" fmla="*/ 70177 w 153437"/>
                      <a:gd name="connsiteY46" fmla="*/ 21410 h 153437"/>
                      <a:gd name="connsiteX47" fmla="*/ 74934 w 153437"/>
                      <a:gd name="connsiteY47" fmla="*/ 15463 h 153437"/>
                      <a:gd name="connsiteX48" fmla="*/ 92776 w 153437"/>
                      <a:gd name="connsiteY48" fmla="*/ 11894 h 153437"/>
                      <a:gd name="connsiteX49" fmla="*/ 112996 w 153437"/>
                      <a:gd name="connsiteY49" fmla="*/ 8326 h 153437"/>
                      <a:gd name="connsiteX50" fmla="*/ 123701 w 153437"/>
                      <a:gd name="connsiteY50" fmla="*/ 0 h 153437"/>
                      <a:gd name="connsiteX51" fmla="*/ 129648 w 153437"/>
                      <a:gd name="connsiteY51" fmla="*/ 16652 h 153437"/>
                      <a:gd name="connsiteX52" fmla="*/ 135596 w 153437"/>
                      <a:gd name="connsiteY52" fmla="*/ 26168 h 153437"/>
                      <a:gd name="connsiteX53" fmla="*/ 140353 w 153437"/>
                      <a:gd name="connsiteY53" fmla="*/ 35683 h 153437"/>
                      <a:gd name="connsiteX54" fmla="*/ 153437 w 153437"/>
                      <a:gd name="connsiteY54" fmla="*/ 58282 h 153437"/>
                      <a:gd name="connsiteX55" fmla="*/ 147490 w 153437"/>
                      <a:gd name="connsiteY55" fmla="*/ 66608 h 1534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</a:cxnLst>
                    <a:rect l="l" t="t" r="r" b="b"/>
                    <a:pathLst>
                      <a:path w="153437" h="153437">
                        <a:moveTo>
                          <a:pt x="147490" y="66608"/>
                        </a:moveTo>
                        <a:cubicBezTo>
                          <a:pt x="146300" y="68987"/>
                          <a:pt x="145111" y="74934"/>
                          <a:pt x="143921" y="78503"/>
                        </a:cubicBezTo>
                        <a:cubicBezTo>
                          <a:pt x="134406" y="78503"/>
                          <a:pt x="133217" y="82071"/>
                          <a:pt x="129648" y="89208"/>
                        </a:cubicBezTo>
                        <a:cubicBezTo>
                          <a:pt x="126080" y="93965"/>
                          <a:pt x="121322" y="97534"/>
                          <a:pt x="118944" y="103481"/>
                        </a:cubicBezTo>
                        <a:cubicBezTo>
                          <a:pt x="117754" y="105860"/>
                          <a:pt x="117754" y="107049"/>
                          <a:pt x="117754" y="109428"/>
                        </a:cubicBezTo>
                        <a:cubicBezTo>
                          <a:pt x="116564" y="109428"/>
                          <a:pt x="115375" y="109428"/>
                          <a:pt x="114185" y="108239"/>
                        </a:cubicBezTo>
                        <a:cubicBezTo>
                          <a:pt x="111807" y="107049"/>
                          <a:pt x="111807" y="105860"/>
                          <a:pt x="110617" y="104670"/>
                        </a:cubicBezTo>
                        <a:cubicBezTo>
                          <a:pt x="108238" y="110617"/>
                          <a:pt x="102291" y="104670"/>
                          <a:pt x="98723" y="104670"/>
                        </a:cubicBezTo>
                        <a:cubicBezTo>
                          <a:pt x="98723" y="109428"/>
                          <a:pt x="92776" y="112996"/>
                          <a:pt x="90397" y="108239"/>
                        </a:cubicBezTo>
                        <a:cubicBezTo>
                          <a:pt x="88018" y="108239"/>
                          <a:pt x="83260" y="109428"/>
                          <a:pt x="83260" y="107049"/>
                        </a:cubicBezTo>
                        <a:cubicBezTo>
                          <a:pt x="84450" y="112996"/>
                          <a:pt x="76124" y="110617"/>
                          <a:pt x="73745" y="109428"/>
                        </a:cubicBezTo>
                        <a:cubicBezTo>
                          <a:pt x="72555" y="109428"/>
                          <a:pt x="72555" y="108239"/>
                          <a:pt x="71366" y="108239"/>
                        </a:cubicBezTo>
                        <a:cubicBezTo>
                          <a:pt x="71366" y="108239"/>
                          <a:pt x="68987" y="110617"/>
                          <a:pt x="68987" y="110617"/>
                        </a:cubicBezTo>
                        <a:cubicBezTo>
                          <a:pt x="67798" y="111807"/>
                          <a:pt x="64229" y="114186"/>
                          <a:pt x="63040" y="111807"/>
                        </a:cubicBezTo>
                        <a:cubicBezTo>
                          <a:pt x="63040" y="111807"/>
                          <a:pt x="61850" y="111807"/>
                          <a:pt x="60661" y="111807"/>
                        </a:cubicBezTo>
                        <a:cubicBezTo>
                          <a:pt x="60661" y="114186"/>
                          <a:pt x="61850" y="116564"/>
                          <a:pt x="63040" y="118944"/>
                        </a:cubicBezTo>
                        <a:cubicBezTo>
                          <a:pt x="64229" y="122512"/>
                          <a:pt x="64229" y="122512"/>
                          <a:pt x="63040" y="126080"/>
                        </a:cubicBezTo>
                        <a:cubicBezTo>
                          <a:pt x="61850" y="128459"/>
                          <a:pt x="64229" y="135596"/>
                          <a:pt x="63040" y="140353"/>
                        </a:cubicBezTo>
                        <a:cubicBezTo>
                          <a:pt x="57093" y="139164"/>
                          <a:pt x="44009" y="139164"/>
                          <a:pt x="36872" y="140353"/>
                        </a:cubicBezTo>
                        <a:cubicBezTo>
                          <a:pt x="34494" y="142732"/>
                          <a:pt x="30925" y="143922"/>
                          <a:pt x="28546" y="143922"/>
                        </a:cubicBezTo>
                        <a:cubicBezTo>
                          <a:pt x="26167" y="142732"/>
                          <a:pt x="24978" y="142732"/>
                          <a:pt x="23789" y="143922"/>
                        </a:cubicBezTo>
                        <a:cubicBezTo>
                          <a:pt x="22599" y="145111"/>
                          <a:pt x="22599" y="146300"/>
                          <a:pt x="21410" y="147490"/>
                        </a:cubicBezTo>
                        <a:cubicBezTo>
                          <a:pt x="20220" y="148679"/>
                          <a:pt x="19031" y="149869"/>
                          <a:pt x="17842" y="149869"/>
                        </a:cubicBezTo>
                        <a:cubicBezTo>
                          <a:pt x="16652" y="149869"/>
                          <a:pt x="14273" y="148679"/>
                          <a:pt x="14273" y="147490"/>
                        </a:cubicBezTo>
                        <a:cubicBezTo>
                          <a:pt x="11894" y="146300"/>
                          <a:pt x="11894" y="146300"/>
                          <a:pt x="10705" y="147490"/>
                        </a:cubicBezTo>
                        <a:cubicBezTo>
                          <a:pt x="8326" y="148679"/>
                          <a:pt x="4758" y="149869"/>
                          <a:pt x="2379" y="151058"/>
                        </a:cubicBezTo>
                        <a:cubicBezTo>
                          <a:pt x="1189" y="152248"/>
                          <a:pt x="0" y="152248"/>
                          <a:pt x="0" y="153437"/>
                        </a:cubicBezTo>
                        <a:cubicBezTo>
                          <a:pt x="0" y="148679"/>
                          <a:pt x="2379" y="146300"/>
                          <a:pt x="3568" y="141543"/>
                        </a:cubicBezTo>
                        <a:cubicBezTo>
                          <a:pt x="4758" y="137975"/>
                          <a:pt x="4758" y="134406"/>
                          <a:pt x="5947" y="132027"/>
                        </a:cubicBezTo>
                        <a:cubicBezTo>
                          <a:pt x="5947" y="130838"/>
                          <a:pt x="7136" y="129648"/>
                          <a:pt x="7136" y="128459"/>
                        </a:cubicBezTo>
                        <a:cubicBezTo>
                          <a:pt x="9515" y="126080"/>
                          <a:pt x="9515" y="124891"/>
                          <a:pt x="8326" y="122512"/>
                        </a:cubicBezTo>
                        <a:cubicBezTo>
                          <a:pt x="7136" y="121323"/>
                          <a:pt x="7136" y="120133"/>
                          <a:pt x="7136" y="118944"/>
                        </a:cubicBezTo>
                        <a:cubicBezTo>
                          <a:pt x="7136" y="118944"/>
                          <a:pt x="7136" y="117754"/>
                          <a:pt x="7136" y="116564"/>
                        </a:cubicBezTo>
                        <a:cubicBezTo>
                          <a:pt x="8326" y="111807"/>
                          <a:pt x="10705" y="109428"/>
                          <a:pt x="14273" y="104670"/>
                        </a:cubicBezTo>
                        <a:cubicBezTo>
                          <a:pt x="16652" y="101102"/>
                          <a:pt x="17842" y="96344"/>
                          <a:pt x="20220" y="92776"/>
                        </a:cubicBezTo>
                        <a:cubicBezTo>
                          <a:pt x="22599" y="90397"/>
                          <a:pt x="27357" y="85639"/>
                          <a:pt x="28546" y="82071"/>
                        </a:cubicBezTo>
                        <a:cubicBezTo>
                          <a:pt x="28546" y="78503"/>
                          <a:pt x="27357" y="78503"/>
                          <a:pt x="29736" y="76124"/>
                        </a:cubicBezTo>
                        <a:cubicBezTo>
                          <a:pt x="30925" y="74934"/>
                          <a:pt x="33304" y="72556"/>
                          <a:pt x="34494" y="71366"/>
                        </a:cubicBezTo>
                        <a:cubicBezTo>
                          <a:pt x="36872" y="68987"/>
                          <a:pt x="42819" y="65419"/>
                          <a:pt x="42819" y="61851"/>
                        </a:cubicBezTo>
                        <a:cubicBezTo>
                          <a:pt x="42819" y="61851"/>
                          <a:pt x="42819" y="61851"/>
                          <a:pt x="42819" y="60661"/>
                        </a:cubicBezTo>
                        <a:cubicBezTo>
                          <a:pt x="41630" y="60661"/>
                          <a:pt x="41630" y="59472"/>
                          <a:pt x="41630" y="59472"/>
                        </a:cubicBezTo>
                        <a:cubicBezTo>
                          <a:pt x="39251" y="52335"/>
                          <a:pt x="38062" y="45198"/>
                          <a:pt x="38062" y="36873"/>
                        </a:cubicBezTo>
                        <a:cubicBezTo>
                          <a:pt x="38062" y="32115"/>
                          <a:pt x="38062" y="28546"/>
                          <a:pt x="39251" y="26168"/>
                        </a:cubicBezTo>
                        <a:cubicBezTo>
                          <a:pt x="40441" y="24978"/>
                          <a:pt x="41630" y="23789"/>
                          <a:pt x="41630" y="21410"/>
                        </a:cubicBezTo>
                        <a:cubicBezTo>
                          <a:pt x="41630" y="20221"/>
                          <a:pt x="41630" y="19031"/>
                          <a:pt x="40441" y="17842"/>
                        </a:cubicBezTo>
                        <a:cubicBezTo>
                          <a:pt x="45198" y="10705"/>
                          <a:pt x="40441" y="9515"/>
                          <a:pt x="51146" y="11894"/>
                        </a:cubicBezTo>
                        <a:cubicBezTo>
                          <a:pt x="59472" y="13084"/>
                          <a:pt x="63040" y="17842"/>
                          <a:pt x="70177" y="21410"/>
                        </a:cubicBezTo>
                        <a:cubicBezTo>
                          <a:pt x="72555" y="20221"/>
                          <a:pt x="74934" y="17842"/>
                          <a:pt x="74934" y="15463"/>
                        </a:cubicBezTo>
                        <a:cubicBezTo>
                          <a:pt x="80881" y="14273"/>
                          <a:pt x="85639" y="11894"/>
                          <a:pt x="92776" y="11894"/>
                        </a:cubicBezTo>
                        <a:cubicBezTo>
                          <a:pt x="101102" y="10705"/>
                          <a:pt x="105860" y="13084"/>
                          <a:pt x="112996" y="8326"/>
                        </a:cubicBezTo>
                        <a:cubicBezTo>
                          <a:pt x="117754" y="5947"/>
                          <a:pt x="121322" y="2379"/>
                          <a:pt x="123701" y="0"/>
                        </a:cubicBezTo>
                        <a:cubicBezTo>
                          <a:pt x="124891" y="5947"/>
                          <a:pt x="126080" y="11894"/>
                          <a:pt x="129648" y="16652"/>
                        </a:cubicBezTo>
                        <a:cubicBezTo>
                          <a:pt x="132027" y="20221"/>
                          <a:pt x="134406" y="21410"/>
                          <a:pt x="135596" y="26168"/>
                        </a:cubicBezTo>
                        <a:cubicBezTo>
                          <a:pt x="136785" y="29736"/>
                          <a:pt x="139164" y="32115"/>
                          <a:pt x="140353" y="35683"/>
                        </a:cubicBezTo>
                        <a:cubicBezTo>
                          <a:pt x="143921" y="41630"/>
                          <a:pt x="152248" y="52335"/>
                          <a:pt x="153437" y="58282"/>
                        </a:cubicBezTo>
                        <a:cubicBezTo>
                          <a:pt x="153437" y="61851"/>
                          <a:pt x="149869" y="63040"/>
                          <a:pt x="147490" y="6660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08" name="Freeform 707">
                    <a:extLst>
                      <a:ext uri="{FF2B5EF4-FFF2-40B4-BE49-F238E27FC236}">
                        <a16:creationId xmlns:a16="http://schemas.microsoft.com/office/drawing/2014/main" id="{987A5A08-18B1-C9CD-96D7-7FC34D31003D}"/>
                      </a:ext>
                    </a:extLst>
                  </p:cNvPr>
                  <p:cNvSpPr/>
                  <p:nvPr/>
                </p:nvSpPr>
                <p:spPr>
                  <a:xfrm>
                    <a:off x="6435891" y="4444467"/>
                    <a:ext cx="51720" cy="46916"/>
                  </a:xfrm>
                  <a:custGeom>
                    <a:avLst/>
                    <a:gdLst>
                      <a:gd name="connsiteX0" fmla="*/ 42820 w 51720"/>
                      <a:gd name="connsiteY0" fmla="*/ 42159 h 46916"/>
                      <a:gd name="connsiteX1" fmla="*/ 42820 w 51720"/>
                      <a:gd name="connsiteY1" fmla="*/ 42159 h 46916"/>
                      <a:gd name="connsiteX2" fmla="*/ 40441 w 51720"/>
                      <a:gd name="connsiteY2" fmla="*/ 38590 h 46916"/>
                      <a:gd name="connsiteX3" fmla="*/ 36873 w 51720"/>
                      <a:gd name="connsiteY3" fmla="*/ 33833 h 46916"/>
                      <a:gd name="connsiteX4" fmla="*/ 30925 w 51720"/>
                      <a:gd name="connsiteY4" fmla="*/ 30265 h 46916"/>
                      <a:gd name="connsiteX5" fmla="*/ 30925 w 51720"/>
                      <a:gd name="connsiteY5" fmla="*/ 33833 h 46916"/>
                      <a:gd name="connsiteX6" fmla="*/ 29736 w 51720"/>
                      <a:gd name="connsiteY6" fmla="*/ 36212 h 46916"/>
                      <a:gd name="connsiteX7" fmla="*/ 27357 w 51720"/>
                      <a:gd name="connsiteY7" fmla="*/ 42159 h 46916"/>
                      <a:gd name="connsiteX8" fmla="*/ 22599 w 51720"/>
                      <a:gd name="connsiteY8" fmla="*/ 46917 h 46916"/>
                      <a:gd name="connsiteX9" fmla="*/ 20221 w 51720"/>
                      <a:gd name="connsiteY9" fmla="*/ 44538 h 46916"/>
                      <a:gd name="connsiteX10" fmla="*/ 16652 w 51720"/>
                      <a:gd name="connsiteY10" fmla="*/ 44538 h 46916"/>
                      <a:gd name="connsiteX11" fmla="*/ 11894 w 51720"/>
                      <a:gd name="connsiteY11" fmla="*/ 44538 h 46916"/>
                      <a:gd name="connsiteX12" fmla="*/ 8326 w 51720"/>
                      <a:gd name="connsiteY12" fmla="*/ 40969 h 46916"/>
                      <a:gd name="connsiteX13" fmla="*/ 2379 w 51720"/>
                      <a:gd name="connsiteY13" fmla="*/ 38590 h 46916"/>
                      <a:gd name="connsiteX14" fmla="*/ 0 w 51720"/>
                      <a:gd name="connsiteY14" fmla="*/ 37401 h 46916"/>
                      <a:gd name="connsiteX15" fmla="*/ 0 w 51720"/>
                      <a:gd name="connsiteY15" fmla="*/ 36212 h 46916"/>
                      <a:gd name="connsiteX16" fmla="*/ 1190 w 51720"/>
                      <a:gd name="connsiteY16" fmla="*/ 35022 h 46916"/>
                      <a:gd name="connsiteX17" fmla="*/ 10705 w 51720"/>
                      <a:gd name="connsiteY17" fmla="*/ 24317 h 46916"/>
                      <a:gd name="connsiteX18" fmla="*/ 8326 w 51720"/>
                      <a:gd name="connsiteY18" fmla="*/ 14802 h 46916"/>
                      <a:gd name="connsiteX19" fmla="*/ 8326 w 51720"/>
                      <a:gd name="connsiteY19" fmla="*/ 14802 h 46916"/>
                      <a:gd name="connsiteX20" fmla="*/ 10705 w 51720"/>
                      <a:gd name="connsiteY20" fmla="*/ 11234 h 46916"/>
                      <a:gd name="connsiteX21" fmla="*/ 10705 w 51720"/>
                      <a:gd name="connsiteY21" fmla="*/ 10044 h 46916"/>
                      <a:gd name="connsiteX22" fmla="*/ 13084 w 51720"/>
                      <a:gd name="connsiteY22" fmla="*/ 7665 h 46916"/>
                      <a:gd name="connsiteX23" fmla="*/ 21410 w 51720"/>
                      <a:gd name="connsiteY23" fmla="*/ 4097 h 46916"/>
                      <a:gd name="connsiteX24" fmla="*/ 24978 w 51720"/>
                      <a:gd name="connsiteY24" fmla="*/ 4097 h 46916"/>
                      <a:gd name="connsiteX25" fmla="*/ 28546 w 51720"/>
                      <a:gd name="connsiteY25" fmla="*/ 6476 h 46916"/>
                      <a:gd name="connsiteX26" fmla="*/ 32115 w 51720"/>
                      <a:gd name="connsiteY26" fmla="*/ 4097 h 46916"/>
                      <a:gd name="connsiteX27" fmla="*/ 34494 w 51720"/>
                      <a:gd name="connsiteY27" fmla="*/ 529 h 46916"/>
                      <a:gd name="connsiteX28" fmla="*/ 39251 w 51720"/>
                      <a:gd name="connsiteY28" fmla="*/ 529 h 46916"/>
                      <a:gd name="connsiteX29" fmla="*/ 38062 w 51720"/>
                      <a:gd name="connsiteY29" fmla="*/ 529 h 46916"/>
                      <a:gd name="connsiteX30" fmla="*/ 48767 w 51720"/>
                      <a:gd name="connsiteY30" fmla="*/ 20749 h 46916"/>
                      <a:gd name="connsiteX31" fmla="*/ 42820 w 51720"/>
                      <a:gd name="connsiteY31" fmla="*/ 42159 h 469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51720" h="46916">
                        <a:moveTo>
                          <a:pt x="42820" y="42159"/>
                        </a:moveTo>
                        <a:lnTo>
                          <a:pt x="42820" y="42159"/>
                        </a:lnTo>
                        <a:cubicBezTo>
                          <a:pt x="41630" y="40969"/>
                          <a:pt x="40441" y="39780"/>
                          <a:pt x="40441" y="38590"/>
                        </a:cubicBezTo>
                        <a:cubicBezTo>
                          <a:pt x="38062" y="38590"/>
                          <a:pt x="38062" y="35022"/>
                          <a:pt x="36873" y="33833"/>
                        </a:cubicBezTo>
                        <a:cubicBezTo>
                          <a:pt x="35683" y="32643"/>
                          <a:pt x="32115" y="31454"/>
                          <a:pt x="30925" y="30265"/>
                        </a:cubicBezTo>
                        <a:cubicBezTo>
                          <a:pt x="30925" y="31454"/>
                          <a:pt x="30925" y="32643"/>
                          <a:pt x="30925" y="33833"/>
                        </a:cubicBezTo>
                        <a:cubicBezTo>
                          <a:pt x="30925" y="36212"/>
                          <a:pt x="30925" y="35022"/>
                          <a:pt x="29736" y="36212"/>
                        </a:cubicBezTo>
                        <a:cubicBezTo>
                          <a:pt x="28546" y="37401"/>
                          <a:pt x="28546" y="39780"/>
                          <a:pt x="27357" y="42159"/>
                        </a:cubicBezTo>
                        <a:cubicBezTo>
                          <a:pt x="26168" y="44538"/>
                          <a:pt x="26168" y="46917"/>
                          <a:pt x="22599" y="46917"/>
                        </a:cubicBezTo>
                        <a:cubicBezTo>
                          <a:pt x="21410" y="46917"/>
                          <a:pt x="21410" y="45727"/>
                          <a:pt x="20221" y="44538"/>
                        </a:cubicBezTo>
                        <a:cubicBezTo>
                          <a:pt x="19031" y="44538"/>
                          <a:pt x="17842" y="44538"/>
                          <a:pt x="16652" y="44538"/>
                        </a:cubicBezTo>
                        <a:cubicBezTo>
                          <a:pt x="17842" y="48106"/>
                          <a:pt x="13084" y="45727"/>
                          <a:pt x="11894" y="44538"/>
                        </a:cubicBezTo>
                        <a:cubicBezTo>
                          <a:pt x="10705" y="43348"/>
                          <a:pt x="9515" y="42159"/>
                          <a:pt x="8326" y="40969"/>
                        </a:cubicBezTo>
                        <a:cubicBezTo>
                          <a:pt x="7137" y="39780"/>
                          <a:pt x="4758" y="39780"/>
                          <a:pt x="2379" y="38590"/>
                        </a:cubicBezTo>
                        <a:cubicBezTo>
                          <a:pt x="1190" y="38590"/>
                          <a:pt x="1190" y="38590"/>
                          <a:pt x="0" y="37401"/>
                        </a:cubicBezTo>
                        <a:cubicBezTo>
                          <a:pt x="0" y="37401"/>
                          <a:pt x="0" y="37401"/>
                          <a:pt x="0" y="36212"/>
                        </a:cubicBezTo>
                        <a:cubicBezTo>
                          <a:pt x="1190" y="36212"/>
                          <a:pt x="1190" y="35022"/>
                          <a:pt x="1190" y="35022"/>
                        </a:cubicBezTo>
                        <a:cubicBezTo>
                          <a:pt x="4758" y="32643"/>
                          <a:pt x="9515" y="27886"/>
                          <a:pt x="10705" y="24317"/>
                        </a:cubicBezTo>
                        <a:cubicBezTo>
                          <a:pt x="11894" y="20749"/>
                          <a:pt x="8326" y="18370"/>
                          <a:pt x="8326" y="14802"/>
                        </a:cubicBezTo>
                        <a:cubicBezTo>
                          <a:pt x="8326" y="14802"/>
                          <a:pt x="8326" y="14802"/>
                          <a:pt x="8326" y="14802"/>
                        </a:cubicBezTo>
                        <a:cubicBezTo>
                          <a:pt x="8326" y="13613"/>
                          <a:pt x="9515" y="12423"/>
                          <a:pt x="10705" y="11234"/>
                        </a:cubicBezTo>
                        <a:cubicBezTo>
                          <a:pt x="10705" y="11234"/>
                          <a:pt x="10705" y="11234"/>
                          <a:pt x="10705" y="10044"/>
                        </a:cubicBezTo>
                        <a:cubicBezTo>
                          <a:pt x="11894" y="8854"/>
                          <a:pt x="11894" y="8854"/>
                          <a:pt x="13084" y="7665"/>
                        </a:cubicBezTo>
                        <a:cubicBezTo>
                          <a:pt x="15463" y="6476"/>
                          <a:pt x="19031" y="5286"/>
                          <a:pt x="21410" y="4097"/>
                        </a:cubicBezTo>
                        <a:cubicBezTo>
                          <a:pt x="23789" y="2907"/>
                          <a:pt x="23789" y="4097"/>
                          <a:pt x="24978" y="4097"/>
                        </a:cubicBezTo>
                        <a:cubicBezTo>
                          <a:pt x="26168" y="4097"/>
                          <a:pt x="28546" y="6476"/>
                          <a:pt x="28546" y="6476"/>
                        </a:cubicBezTo>
                        <a:cubicBezTo>
                          <a:pt x="29736" y="6476"/>
                          <a:pt x="32115" y="5286"/>
                          <a:pt x="32115" y="4097"/>
                        </a:cubicBezTo>
                        <a:cubicBezTo>
                          <a:pt x="33304" y="2907"/>
                          <a:pt x="33304" y="1718"/>
                          <a:pt x="34494" y="529"/>
                        </a:cubicBezTo>
                        <a:cubicBezTo>
                          <a:pt x="35683" y="-661"/>
                          <a:pt x="38062" y="529"/>
                          <a:pt x="39251" y="529"/>
                        </a:cubicBezTo>
                        <a:cubicBezTo>
                          <a:pt x="39251" y="529"/>
                          <a:pt x="38062" y="529"/>
                          <a:pt x="38062" y="529"/>
                        </a:cubicBezTo>
                        <a:cubicBezTo>
                          <a:pt x="41630" y="5286"/>
                          <a:pt x="46388" y="14802"/>
                          <a:pt x="48767" y="20749"/>
                        </a:cubicBezTo>
                        <a:cubicBezTo>
                          <a:pt x="54714" y="32643"/>
                          <a:pt x="51146" y="40969"/>
                          <a:pt x="42820" y="4215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09" name="Freeform 708">
                    <a:extLst>
                      <a:ext uri="{FF2B5EF4-FFF2-40B4-BE49-F238E27FC236}">
                        <a16:creationId xmlns:a16="http://schemas.microsoft.com/office/drawing/2014/main" id="{2F5A2301-37B7-DD9E-6D02-9B42C0059591}"/>
                      </a:ext>
                    </a:extLst>
                  </p:cNvPr>
                  <p:cNvSpPr/>
                  <p:nvPr/>
                </p:nvSpPr>
                <p:spPr>
                  <a:xfrm>
                    <a:off x="6002936" y="4285083"/>
                    <a:ext cx="493615" cy="492954"/>
                  </a:xfrm>
                  <a:custGeom>
                    <a:avLst/>
                    <a:gdLst>
                      <a:gd name="connsiteX0" fmla="*/ 490047 w 493615"/>
                      <a:gd name="connsiteY0" fmla="*/ 81410 h 492954"/>
                      <a:gd name="connsiteX1" fmla="*/ 490047 w 493615"/>
                      <a:gd name="connsiteY1" fmla="*/ 81410 h 492954"/>
                      <a:gd name="connsiteX2" fmla="*/ 480532 w 493615"/>
                      <a:gd name="connsiteY2" fmla="*/ 92115 h 492954"/>
                      <a:gd name="connsiteX3" fmla="*/ 475774 w 493615"/>
                      <a:gd name="connsiteY3" fmla="*/ 96873 h 492954"/>
                      <a:gd name="connsiteX4" fmla="*/ 474585 w 493615"/>
                      <a:gd name="connsiteY4" fmla="*/ 102820 h 492954"/>
                      <a:gd name="connsiteX5" fmla="*/ 466258 w 493615"/>
                      <a:gd name="connsiteY5" fmla="*/ 113525 h 492954"/>
                      <a:gd name="connsiteX6" fmla="*/ 460311 w 493615"/>
                      <a:gd name="connsiteY6" fmla="*/ 125419 h 492954"/>
                      <a:gd name="connsiteX7" fmla="*/ 453175 w 493615"/>
                      <a:gd name="connsiteY7" fmla="*/ 137314 h 492954"/>
                      <a:gd name="connsiteX8" fmla="*/ 453175 w 493615"/>
                      <a:gd name="connsiteY8" fmla="*/ 139692 h 492954"/>
                      <a:gd name="connsiteX9" fmla="*/ 444849 w 493615"/>
                      <a:gd name="connsiteY9" fmla="*/ 146829 h 492954"/>
                      <a:gd name="connsiteX10" fmla="*/ 450796 w 493615"/>
                      <a:gd name="connsiteY10" fmla="*/ 152776 h 492954"/>
                      <a:gd name="connsiteX11" fmla="*/ 448417 w 493615"/>
                      <a:gd name="connsiteY11" fmla="*/ 162292 h 492954"/>
                      <a:gd name="connsiteX12" fmla="*/ 444849 w 493615"/>
                      <a:gd name="connsiteY12" fmla="*/ 174186 h 492954"/>
                      <a:gd name="connsiteX13" fmla="*/ 444849 w 493615"/>
                      <a:gd name="connsiteY13" fmla="*/ 175375 h 492954"/>
                      <a:gd name="connsiteX14" fmla="*/ 442470 w 493615"/>
                      <a:gd name="connsiteY14" fmla="*/ 178944 h 492954"/>
                      <a:gd name="connsiteX15" fmla="*/ 437712 w 493615"/>
                      <a:gd name="connsiteY15" fmla="*/ 176565 h 492954"/>
                      <a:gd name="connsiteX16" fmla="*/ 434144 w 493615"/>
                      <a:gd name="connsiteY16" fmla="*/ 188459 h 492954"/>
                      <a:gd name="connsiteX17" fmla="*/ 436522 w 493615"/>
                      <a:gd name="connsiteY17" fmla="*/ 199164 h 492954"/>
                      <a:gd name="connsiteX18" fmla="*/ 435333 w 493615"/>
                      <a:gd name="connsiteY18" fmla="*/ 200354 h 492954"/>
                      <a:gd name="connsiteX19" fmla="*/ 435333 w 493615"/>
                      <a:gd name="connsiteY19" fmla="*/ 201543 h 492954"/>
                      <a:gd name="connsiteX20" fmla="*/ 434144 w 493615"/>
                      <a:gd name="connsiteY20" fmla="*/ 207490 h 492954"/>
                      <a:gd name="connsiteX21" fmla="*/ 436522 w 493615"/>
                      <a:gd name="connsiteY21" fmla="*/ 212248 h 492954"/>
                      <a:gd name="connsiteX22" fmla="*/ 436522 w 493615"/>
                      <a:gd name="connsiteY22" fmla="*/ 212248 h 492954"/>
                      <a:gd name="connsiteX23" fmla="*/ 437712 w 493615"/>
                      <a:gd name="connsiteY23" fmla="*/ 220574 h 492954"/>
                      <a:gd name="connsiteX24" fmla="*/ 438901 w 493615"/>
                      <a:gd name="connsiteY24" fmla="*/ 222953 h 492954"/>
                      <a:gd name="connsiteX25" fmla="*/ 434144 w 493615"/>
                      <a:gd name="connsiteY25" fmla="*/ 253878 h 492954"/>
                      <a:gd name="connsiteX26" fmla="*/ 436522 w 493615"/>
                      <a:gd name="connsiteY26" fmla="*/ 272909 h 492954"/>
                      <a:gd name="connsiteX27" fmla="*/ 442470 w 493615"/>
                      <a:gd name="connsiteY27" fmla="*/ 291940 h 492954"/>
                      <a:gd name="connsiteX28" fmla="*/ 444849 w 493615"/>
                      <a:gd name="connsiteY28" fmla="*/ 308592 h 492954"/>
                      <a:gd name="connsiteX29" fmla="*/ 454364 w 493615"/>
                      <a:gd name="connsiteY29" fmla="*/ 322865 h 492954"/>
                      <a:gd name="connsiteX30" fmla="*/ 466258 w 493615"/>
                      <a:gd name="connsiteY30" fmla="*/ 334760 h 492954"/>
                      <a:gd name="connsiteX31" fmla="*/ 466258 w 493615"/>
                      <a:gd name="connsiteY31" fmla="*/ 345465 h 492954"/>
                      <a:gd name="connsiteX32" fmla="*/ 471016 w 493615"/>
                      <a:gd name="connsiteY32" fmla="*/ 352601 h 492954"/>
                      <a:gd name="connsiteX33" fmla="*/ 469827 w 493615"/>
                      <a:gd name="connsiteY33" fmla="*/ 352601 h 492954"/>
                      <a:gd name="connsiteX34" fmla="*/ 438901 w 493615"/>
                      <a:gd name="connsiteY34" fmla="*/ 362117 h 492954"/>
                      <a:gd name="connsiteX35" fmla="*/ 432954 w 493615"/>
                      <a:gd name="connsiteY35" fmla="*/ 363306 h 492954"/>
                      <a:gd name="connsiteX36" fmla="*/ 424628 w 493615"/>
                      <a:gd name="connsiteY36" fmla="*/ 368064 h 492954"/>
                      <a:gd name="connsiteX37" fmla="*/ 413923 w 493615"/>
                      <a:gd name="connsiteY37" fmla="*/ 381148 h 492954"/>
                      <a:gd name="connsiteX38" fmla="*/ 417492 w 493615"/>
                      <a:gd name="connsiteY38" fmla="*/ 385906 h 492954"/>
                      <a:gd name="connsiteX39" fmla="*/ 424628 w 493615"/>
                      <a:gd name="connsiteY39" fmla="*/ 400179 h 492954"/>
                      <a:gd name="connsiteX40" fmla="*/ 418681 w 493615"/>
                      <a:gd name="connsiteY40" fmla="*/ 423967 h 492954"/>
                      <a:gd name="connsiteX41" fmla="*/ 418681 w 493615"/>
                      <a:gd name="connsiteY41" fmla="*/ 448945 h 492954"/>
                      <a:gd name="connsiteX42" fmla="*/ 431765 w 493615"/>
                      <a:gd name="connsiteY42" fmla="*/ 466787 h 492954"/>
                      <a:gd name="connsiteX43" fmla="*/ 442470 w 493615"/>
                      <a:gd name="connsiteY43" fmla="*/ 469166 h 492954"/>
                      <a:gd name="connsiteX44" fmla="*/ 442470 w 493615"/>
                      <a:gd name="connsiteY44" fmla="*/ 458461 h 492954"/>
                      <a:gd name="connsiteX45" fmla="*/ 448417 w 493615"/>
                      <a:gd name="connsiteY45" fmla="*/ 475113 h 492954"/>
                      <a:gd name="connsiteX46" fmla="*/ 448417 w 493615"/>
                      <a:gd name="connsiteY46" fmla="*/ 492955 h 492954"/>
                      <a:gd name="connsiteX47" fmla="*/ 431765 w 493615"/>
                      <a:gd name="connsiteY47" fmla="*/ 491765 h 492954"/>
                      <a:gd name="connsiteX48" fmla="*/ 404408 w 493615"/>
                      <a:gd name="connsiteY48" fmla="*/ 464408 h 492954"/>
                      <a:gd name="connsiteX49" fmla="*/ 385377 w 493615"/>
                      <a:gd name="connsiteY49" fmla="*/ 441809 h 492954"/>
                      <a:gd name="connsiteX50" fmla="*/ 373483 w 493615"/>
                      <a:gd name="connsiteY50" fmla="*/ 451324 h 492954"/>
                      <a:gd name="connsiteX51" fmla="*/ 355641 w 493615"/>
                      <a:gd name="connsiteY51" fmla="*/ 452514 h 492954"/>
                      <a:gd name="connsiteX52" fmla="*/ 331852 w 493615"/>
                      <a:gd name="connsiteY52" fmla="*/ 431104 h 492954"/>
                      <a:gd name="connsiteX53" fmla="*/ 310443 w 493615"/>
                      <a:gd name="connsiteY53" fmla="*/ 439430 h 492954"/>
                      <a:gd name="connsiteX54" fmla="*/ 310443 w 493615"/>
                      <a:gd name="connsiteY54" fmla="*/ 434672 h 492954"/>
                      <a:gd name="connsiteX55" fmla="*/ 299737 w 493615"/>
                      <a:gd name="connsiteY55" fmla="*/ 431104 h 492954"/>
                      <a:gd name="connsiteX56" fmla="*/ 291412 w 493615"/>
                      <a:gd name="connsiteY56" fmla="*/ 429914 h 492954"/>
                      <a:gd name="connsiteX57" fmla="*/ 268812 w 493615"/>
                      <a:gd name="connsiteY57" fmla="*/ 431104 h 492954"/>
                      <a:gd name="connsiteX58" fmla="*/ 259297 w 493615"/>
                      <a:gd name="connsiteY58" fmla="*/ 432293 h 492954"/>
                      <a:gd name="connsiteX59" fmla="*/ 256918 w 493615"/>
                      <a:gd name="connsiteY59" fmla="*/ 423967 h 492954"/>
                      <a:gd name="connsiteX60" fmla="*/ 253350 w 493615"/>
                      <a:gd name="connsiteY60" fmla="*/ 404937 h 492954"/>
                      <a:gd name="connsiteX61" fmla="*/ 243834 w 493615"/>
                      <a:gd name="connsiteY61" fmla="*/ 381148 h 492954"/>
                      <a:gd name="connsiteX62" fmla="*/ 246213 w 493615"/>
                      <a:gd name="connsiteY62" fmla="*/ 365685 h 492954"/>
                      <a:gd name="connsiteX63" fmla="*/ 245024 w 493615"/>
                      <a:gd name="connsiteY63" fmla="*/ 349033 h 492954"/>
                      <a:gd name="connsiteX64" fmla="*/ 247402 w 493615"/>
                      <a:gd name="connsiteY64" fmla="*/ 335949 h 492954"/>
                      <a:gd name="connsiteX65" fmla="*/ 239077 w 493615"/>
                      <a:gd name="connsiteY65" fmla="*/ 332381 h 492954"/>
                      <a:gd name="connsiteX66" fmla="*/ 217666 w 493615"/>
                      <a:gd name="connsiteY66" fmla="*/ 318108 h 492954"/>
                      <a:gd name="connsiteX67" fmla="*/ 210530 w 493615"/>
                      <a:gd name="connsiteY67" fmla="*/ 321676 h 492954"/>
                      <a:gd name="connsiteX68" fmla="*/ 187931 w 493615"/>
                      <a:gd name="connsiteY68" fmla="*/ 320487 h 492954"/>
                      <a:gd name="connsiteX69" fmla="*/ 185552 w 493615"/>
                      <a:gd name="connsiteY69" fmla="*/ 334760 h 492954"/>
                      <a:gd name="connsiteX70" fmla="*/ 181983 w 493615"/>
                      <a:gd name="connsiteY70" fmla="*/ 346654 h 492954"/>
                      <a:gd name="connsiteX71" fmla="*/ 168900 w 493615"/>
                      <a:gd name="connsiteY71" fmla="*/ 349033 h 492954"/>
                      <a:gd name="connsiteX72" fmla="*/ 157005 w 493615"/>
                      <a:gd name="connsiteY72" fmla="*/ 352601 h 492954"/>
                      <a:gd name="connsiteX73" fmla="*/ 147490 w 493615"/>
                      <a:gd name="connsiteY73" fmla="*/ 349033 h 492954"/>
                      <a:gd name="connsiteX74" fmla="*/ 134406 w 493615"/>
                      <a:gd name="connsiteY74" fmla="*/ 350223 h 492954"/>
                      <a:gd name="connsiteX75" fmla="*/ 129648 w 493615"/>
                      <a:gd name="connsiteY75" fmla="*/ 338328 h 492954"/>
                      <a:gd name="connsiteX76" fmla="*/ 121322 w 493615"/>
                      <a:gd name="connsiteY76" fmla="*/ 330002 h 492954"/>
                      <a:gd name="connsiteX77" fmla="*/ 117754 w 493615"/>
                      <a:gd name="connsiteY77" fmla="*/ 302645 h 492954"/>
                      <a:gd name="connsiteX78" fmla="*/ 115375 w 493615"/>
                      <a:gd name="connsiteY78" fmla="*/ 294319 h 492954"/>
                      <a:gd name="connsiteX79" fmla="*/ 9515 w 493615"/>
                      <a:gd name="connsiteY79" fmla="*/ 295508 h 492954"/>
                      <a:gd name="connsiteX80" fmla="*/ 8326 w 493615"/>
                      <a:gd name="connsiteY80" fmla="*/ 294319 h 492954"/>
                      <a:gd name="connsiteX81" fmla="*/ 7137 w 493615"/>
                      <a:gd name="connsiteY81" fmla="*/ 293129 h 492954"/>
                      <a:gd name="connsiteX82" fmla="*/ 0 w 493615"/>
                      <a:gd name="connsiteY82" fmla="*/ 289561 h 492954"/>
                      <a:gd name="connsiteX83" fmla="*/ 9515 w 493615"/>
                      <a:gd name="connsiteY83" fmla="*/ 280046 h 492954"/>
                      <a:gd name="connsiteX84" fmla="*/ 16652 w 493615"/>
                      <a:gd name="connsiteY84" fmla="*/ 268152 h 492954"/>
                      <a:gd name="connsiteX85" fmla="*/ 24978 w 493615"/>
                      <a:gd name="connsiteY85" fmla="*/ 262204 h 492954"/>
                      <a:gd name="connsiteX86" fmla="*/ 30925 w 493615"/>
                      <a:gd name="connsiteY86" fmla="*/ 262204 h 492954"/>
                      <a:gd name="connsiteX87" fmla="*/ 32115 w 493615"/>
                      <a:gd name="connsiteY87" fmla="*/ 265773 h 492954"/>
                      <a:gd name="connsiteX88" fmla="*/ 47577 w 493615"/>
                      <a:gd name="connsiteY88" fmla="*/ 257446 h 492954"/>
                      <a:gd name="connsiteX89" fmla="*/ 61850 w 493615"/>
                      <a:gd name="connsiteY89" fmla="*/ 252689 h 492954"/>
                      <a:gd name="connsiteX90" fmla="*/ 66608 w 493615"/>
                      <a:gd name="connsiteY90" fmla="*/ 266962 h 492954"/>
                      <a:gd name="connsiteX91" fmla="*/ 83260 w 493615"/>
                      <a:gd name="connsiteY91" fmla="*/ 251499 h 492954"/>
                      <a:gd name="connsiteX92" fmla="*/ 97533 w 493615"/>
                      <a:gd name="connsiteY92" fmla="*/ 237226 h 492954"/>
                      <a:gd name="connsiteX93" fmla="*/ 107049 w 493615"/>
                      <a:gd name="connsiteY93" fmla="*/ 192027 h 492954"/>
                      <a:gd name="connsiteX94" fmla="*/ 130838 w 493615"/>
                      <a:gd name="connsiteY94" fmla="*/ 168239 h 492954"/>
                      <a:gd name="connsiteX95" fmla="*/ 145111 w 493615"/>
                      <a:gd name="connsiteY95" fmla="*/ 144450 h 492954"/>
                      <a:gd name="connsiteX96" fmla="*/ 154627 w 493615"/>
                      <a:gd name="connsiteY96" fmla="*/ 83789 h 492954"/>
                      <a:gd name="connsiteX97" fmla="*/ 167710 w 493615"/>
                      <a:gd name="connsiteY97" fmla="*/ 61190 h 492954"/>
                      <a:gd name="connsiteX98" fmla="*/ 171279 w 493615"/>
                      <a:gd name="connsiteY98" fmla="*/ 49295 h 492954"/>
                      <a:gd name="connsiteX99" fmla="*/ 168900 w 493615"/>
                      <a:gd name="connsiteY99" fmla="*/ 42159 h 492954"/>
                      <a:gd name="connsiteX100" fmla="*/ 170089 w 493615"/>
                      <a:gd name="connsiteY100" fmla="*/ 42159 h 492954"/>
                      <a:gd name="connsiteX101" fmla="*/ 171279 w 493615"/>
                      <a:gd name="connsiteY101" fmla="*/ 27886 h 492954"/>
                      <a:gd name="connsiteX102" fmla="*/ 173658 w 493615"/>
                      <a:gd name="connsiteY102" fmla="*/ 21938 h 492954"/>
                      <a:gd name="connsiteX103" fmla="*/ 177226 w 493615"/>
                      <a:gd name="connsiteY103" fmla="*/ 20749 h 492954"/>
                      <a:gd name="connsiteX104" fmla="*/ 177226 w 493615"/>
                      <a:gd name="connsiteY104" fmla="*/ 17181 h 492954"/>
                      <a:gd name="connsiteX105" fmla="*/ 186741 w 493615"/>
                      <a:gd name="connsiteY105" fmla="*/ 10044 h 492954"/>
                      <a:gd name="connsiteX106" fmla="*/ 198635 w 493615"/>
                      <a:gd name="connsiteY106" fmla="*/ 5286 h 492954"/>
                      <a:gd name="connsiteX107" fmla="*/ 212909 w 493615"/>
                      <a:gd name="connsiteY107" fmla="*/ 14802 h 492954"/>
                      <a:gd name="connsiteX108" fmla="*/ 229561 w 493615"/>
                      <a:gd name="connsiteY108" fmla="*/ 23128 h 492954"/>
                      <a:gd name="connsiteX109" fmla="*/ 237887 w 493615"/>
                      <a:gd name="connsiteY109" fmla="*/ 26696 h 492954"/>
                      <a:gd name="connsiteX110" fmla="*/ 247402 w 493615"/>
                      <a:gd name="connsiteY110" fmla="*/ 26696 h 492954"/>
                      <a:gd name="connsiteX111" fmla="*/ 267623 w 493615"/>
                      <a:gd name="connsiteY111" fmla="*/ 30265 h 492954"/>
                      <a:gd name="connsiteX112" fmla="*/ 270002 w 493615"/>
                      <a:gd name="connsiteY112" fmla="*/ 15991 h 492954"/>
                      <a:gd name="connsiteX113" fmla="*/ 284275 w 493615"/>
                      <a:gd name="connsiteY113" fmla="*/ 17181 h 492954"/>
                      <a:gd name="connsiteX114" fmla="*/ 317579 w 493615"/>
                      <a:gd name="connsiteY114" fmla="*/ 5286 h 492954"/>
                      <a:gd name="connsiteX115" fmla="*/ 324716 w 493615"/>
                      <a:gd name="connsiteY115" fmla="*/ 11234 h 492954"/>
                      <a:gd name="connsiteX116" fmla="*/ 343747 w 493615"/>
                      <a:gd name="connsiteY116" fmla="*/ 7665 h 492954"/>
                      <a:gd name="connsiteX117" fmla="*/ 349694 w 493615"/>
                      <a:gd name="connsiteY117" fmla="*/ 529 h 492954"/>
                      <a:gd name="connsiteX118" fmla="*/ 360399 w 493615"/>
                      <a:gd name="connsiteY118" fmla="*/ 529 h 492954"/>
                      <a:gd name="connsiteX119" fmla="*/ 380619 w 493615"/>
                      <a:gd name="connsiteY119" fmla="*/ 6476 h 492954"/>
                      <a:gd name="connsiteX120" fmla="*/ 398461 w 493615"/>
                      <a:gd name="connsiteY120" fmla="*/ 6476 h 492954"/>
                      <a:gd name="connsiteX121" fmla="*/ 403218 w 493615"/>
                      <a:gd name="connsiteY121" fmla="*/ 12423 h 492954"/>
                      <a:gd name="connsiteX122" fmla="*/ 416302 w 493615"/>
                      <a:gd name="connsiteY122" fmla="*/ 25507 h 492954"/>
                      <a:gd name="connsiteX123" fmla="*/ 427007 w 493615"/>
                      <a:gd name="connsiteY123" fmla="*/ 21938 h 492954"/>
                      <a:gd name="connsiteX124" fmla="*/ 437712 w 493615"/>
                      <a:gd name="connsiteY124" fmla="*/ 20749 h 492954"/>
                      <a:gd name="connsiteX125" fmla="*/ 455553 w 493615"/>
                      <a:gd name="connsiteY125" fmla="*/ 14802 h 492954"/>
                      <a:gd name="connsiteX126" fmla="*/ 463880 w 493615"/>
                      <a:gd name="connsiteY126" fmla="*/ 21938 h 492954"/>
                      <a:gd name="connsiteX127" fmla="*/ 467448 w 493615"/>
                      <a:gd name="connsiteY127" fmla="*/ 26696 h 492954"/>
                      <a:gd name="connsiteX128" fmla="*/ 473395 w 493615"/>
                      <a:gd name="connsiteY128" fmla="*/ 29075 h 492954"/>
                      <a:gd name="connsiteX129" fmla="*/ 491237 w 493615"/>
                      <a:gd name="connsiteY129" fmla="*/ 46917 h 492954"/>
                      <a:gd name="connsiteX130" fmla="*/ 492426 w 493615"/>
                      <a:gd name="connsiteY130" fmla="*/ 45727 h 492954"/>
                      <a:gd name="connsiteX131" fmla="*/ 493616 w 493615"/>
                      <a:gd name="connsiteY131" fmla="*/ 49295 h 492954"/>
                      <a:gd name="connsiteX132" fmla="*/ 491237 w 493615"/>
                      <a:gd name="connsiteY132" fmla="*/ 54053 h 492954"/>
                      <a:gd name="connsiteX133" fmla="*/ 490047 w 493615"/>
                      <a:gd name="connsiteY133" fmla="*/ 64758 h 492954"/>
                      <a:gd name="connsiteX134" fmla="*/ 493616 w 493615"/>
                      <a:gd name="connsiteY134" fmla="*/ 87357 h 492954"/>
                      <a:gd name="connsiteX135" fmla="*/ 490047 w 493615"/>
                      <a:gd name="connsiteY135" fmla="*/ 81410 h 492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</a:cxnLst>
                    <a:rect l="l" t="t" r="r" b="b"/>
                    <a:pathLst>
                      <a:path w="493615" h="492954">
                        <a:moveTo>
                          <a:pt x="490047" y="81410"/>
                        </a:moveTo>
                        <a:cubicBezTo>
                          <a:pt x="490047" y="82600"/>
                          <a:pt x="490047" y="82600"/>
                          <a:pt x="490047" y="81410"/>
                        </a:cubicBezTo>
                        <a:cubicBezTo>
                          <a:pt x="488858" y="84978"/>
                          <a:pt x="482911" y="89736"/>
                          <a:pt x="480532" y="92115"/>
                        </a:cubicBezTo>
                        <a:cubicBezTo>
                          <a:pt x="479342" y="93304"/>
                          <a:pt x="478153" y="95683"/>
                          <a:pt x="475774" y="96873"/>
                        </a:cubicBezTo>
                        <a:cubicBezTo>
                          <a:pt x="473395" y="99252"/>
                          <a:pt x="474585" y="99252"/>
                          <a:pt x="474585" y="102820"/>
                        </a:cubicBezTo>
                        <a:cubicBezTo>
                          <a:pt x="474585" y="106388"/>
                          <a:pt x="468637" y="111146"/>
                          <a:pt x="466258" y="113525"/>
                        </a:cubicBezTo>
                        <a:cubicBezTo>
                          <a:pt x="463880" y="117093"/>
                          <a:pt x="462690" y="121851"/>
                          <a:pt x="460311" y="125419"/>
                        </a:cubicBezTo>
                        <a:cubicBezTo>
                          <a:pt x="457932" y="130177"/>
                          <a:pt x="455553" y="132556"/>
                          <a:pt x="453175" y="137314"/>
                        </a:cubicBezTo>
                        <a:cubicBezTo>
                          <a:pt x="453175" y="138503"/>
                          <a:pt x="453175" y="138503"/>
                          <a:pt x="453175" y="139692"/>
                        </a:cubicBezTo>
                        <a:cubicBezTo>
                          <a:pt x="449606" y="140882"/>
                          <a:pt x="447228" y="144450"/>
                          <a:pt x="444849" y="146829"/>
                        </a:cubicBezTo>
                        <a:cubicBezTo>
                          <a:pt x="438901" y="153966"/>
                          <a:pt x="446038" y="152776"/>
                          <a:pt x="450796" y="152776"/>
                        </a:cubicBezTo>
                        <a:cubicBezTo>
                          <a:pt x="449606" y="156344"/>
                          <a:pt x="449606" y="158723"/>
                          <a:pt x="448417" y="162292"/>
                        </a:cubicBezTo>
                        <a:cubicBezTo>
                          <a:pt x="447228" y="165860"/>
                          <a:pt x="444849" y="169428"/>
                          <a:pt x="444849" y="174186"/>
                        </a:cubicBezTo>
                        <a:cubicBezTo>
                          <a:pt x="444849" y="174186"/>
                          <a:pt x="444849" y="174186"/>
                          <a:pt x="444849" y="175375"/>
                        </a:cubicBezTo>
                        <a:cubicBezTo>
                          <a:pt x="443659" y="176565"/>
                          <a:pt x="442470" y="177754"/>
                          <a:pt x="442470" y="178944"/>
                        </a:cubicBezTo>
                        <a:cubicBezTo>
                          <a:pt x="440091" y="177754"/>
                          <a:pt x="440091" y="176565"/>
                          <a:pt x="437712" y="176565"/>
                        </a:cubicBezTo>
                        <a:cubicBezTo>
                          <a:pt x="437712" y="181323"/>
                          <a:pt x="434144" y="183702"/>
                          <a:pt x="434144" y="188459"/>
                        </a:cubicBezTo>
                        <a:cubicBezTo>
                          <a:pt x="434144" y="192027"/>
                          <a:pt x="435333" y="195596"/>
                          <a:pt x="436522" y="199164"/>
                        </a:cubicBezTo>
                        <a:cubicBezTo>
                          <a:pt x="435333" y="199164"/>
                          <a:pt x="435333" y="200354"/>
                          <a:pt x="435333" y="200354"/>
                        </a:cubicBezTo>
                        <a:cubicBezTo>
                          <a:pt x="435333" y="200354"/>
                          <a:pt x="435333" y="200354"/>
                          <a:pt x="435333" y="201543"/>
                        </a:cubicBezTo>
                        <a:cubicBezTo>
                          <a:pt x="435333" y="203922"/>
                          <a:pt x="434144" y="205111"/>
                          <a:pt x="434144" y="207490"/>
                        </a:cubicBezTo>
                        <a:cubicBezTo>
                          <a:pt x="434144" y="209869"/>
                          <a:pt x="436522" y="209869"/>
                          <a:pt x="436522" y="212248"/>
                        </a:cubicBezTo>
                        <a:cubicBezTo>
                          <a:pt x="436522" y="212248"/>
                          <a:pt x="436522" y="212248"/>
                          <a:pt x="436522" y="212248"/>
                        </a:cubicBezTo>
                        <a:cubicBezTo>
                          <a:pt x="436522" y="214627"/>
                          <a:pt x="436522" y="218195"/>
                          <a:pt x="437712" y="220574"/>
                        </a:cubicBezTo>
                        <a:cubicBezTo>
                          <a:pt x="437712" y="221763"/>
                          <a:pt x="437712" y="222953"/>
                          <a:pt x="438901" y="222953"/>
                        </a:cubicBezTo>
                        <a:cubicBezTo>
                          <a:pt x="434144" y="232469"/>
                          <a:pt x="432954" y="241984"/>
                          <a:pt x="434144" y="253878"/>
                        </a:cubicBezTo>
                        <a:cubicBezTo>
                          <a:pt x="435333" y="261015"/>
                          <a:pt x="435333" y="265773"/>
                          <a:pt x="436522" y="272909"/>
                        </a:cubicBezTo>
                        <a:cubicBezTo>
                          <a:pt x="437712" y="281235"/>
                          <a:pt x="442470" y="282425"/>
                          <a:pt x="442470" y="291940"/>
                        </a:cubicBezTo>
                        <a:cubicBezTo>
                          <a:pt x="442470" y="300266"/>
                          <a:pt x="441280" y="301456"/>
                          <a:pt x="444849" y="308592"/>
                        </a:cubicBezTo>
                        <a:cubicBezTo>
                          <a:pt x="447228" y="313350"/>
                          <a:pt x="450796" y="319297"/>
                          <a:pt x="454364" y="322865"/>
                        </a:cubicBezTo>
                        <a:cubicBezTo>
                          <a:pt x="459122" y="327623"/>
                          <a:pt x="463880" y="327623"/>
                          <a:pt x="466258" y="334760"/>
                        </a:cubicBezTo>
                        <a:cubicBezTo>
                          <a:pt x="467448" y="338328"/>
                          <a:pt x="466258" y="341896"/>
                          <a:pt x="466258" y="345465"/>
                        </a:cubicBezTo>
                        <a:cubicBezTo>
                          <a:pt x="466258" y="347843"/>
                          <a:pt x="469827" y="350223"/>
                          <a:pt x="471016" y="352601"/>
                        </a:cubicBezTo>
                        <a:cubicBezTo>
                          <a:pt x="471016" y="352601"/>
                          <a:pt x="469827" y="352601"/>
                          <a:pt x="469827" y="352601"/>
                        </a:cubicBezTo>
                        <a:cubicBezTo>
                          <a:pt x="459122" y="353791"/>
                          <a:pt x="449606" y="359738"/>
                          <a:pt x="438901" y="362117"/>
                        </a:cubicBezTo>
                        <a:cubicBezTo>
                          <a:pt x="436522" y="362117"/>
                          <a:pt x="435333" y="363306"/>
                          <a:pt x="432954" y="363306"/>
                        </a:cubicBezTo>
                        <a:cubicBezTo>
                          <a:pt x="429386" y="364496"/>
                          <a:pt x="427007" y="364496"/>
                          <a:pt x="424628" y="368064"/>
                        </a:cubicBezTo>
                        <a:cubicBezTo>
                          <a:pt x="421060" y="371632"/>
                          <a:pt x="419870" y="377579"/>
                          <a:pt x="413923" y="381148"/>
                        </a:cubicBezTo>
                        <a:cubicBezTo>
                          <a:pt x="415113" y="383527"/>
                          <a:pt x="416302" y="384716"/>
                          <a:pt x="417492" y="385906"/>
                        </a:cubicBezTo>
                        <a:cubicBezTo>
                          <a:pt x="421060" y="389474"/>
                          <a:pt x="424628" y="391853"/>
                          <a:pt x="424628" y="400179"/>
                        </a:cubicBezTo>
                        <a:cubicBezTo>
                          <a:pt x="424628" y="412073"/>
                          <a:pt x="422249" y="415641"/>
                          <a:pt x="418681" y="423967"/>
                        </a:cubicBezTo>
                        <a:cubicBezTo>
                          <a:pt x="415113" y="431104"/>
                          <a:pt x="415113" y="441809"/>
                          <a:pt x="418681" y="448945"/>
                        </a:cubicBezTo>
                        <a:cubicBezTo>
                          <a:pt x="421060" y="454893"/>
                          <a:pt x="431765" y="458461"/>
                          <a:pt x="431765" y="466787"/>
                        </a:cubicBezTo>
                        <a:cubicBezTo>
                          <a:pt x="435333" y="467976"/>
                          <a:pt x="438901" y="470356"/>
                          <a:pt x="442470" y="469166"/>
                        </a:cubicBezTo>
                        <a:cubicBezTo>
                          <a:pt x="442470" y="465597"/>
                          <a:pt x="440091" y="462029"/>
                          <a:pt x="442470" y="458461"/>
                        </a:cubicBezTo>
                        <a:cubicBezTo>
                          <a:pt x="448417" y="463219"/>
                          <a:pt x="448417" y="466787"/>
                          <a:pt x="448417" y="475113"/>
                        </a:cubicBezTo>
                        <a:cubicBezTo>
                          <a:pt x="448417" y="481060"/>
                          <a:pt x="454364" y="489386"/>
                          <a:pt x="448417" y="492955"/>
                        </a:cubicBezTo>
                        <a:cubicBezTo>
                          <a:pt x="443659" y="487008"/>
                          <a:pt x="438901" y="491765"/>
                          <a:pt x="431765" y="491765"/>
                        </a:cubicBezTo>
                        <a:cubicBezTo>
                          <a:pt x="424628" y="481060"/>
                          <a:pt x="410355" y="475113"/>
                          <a:pt x="404408" y="464408"/>
                        </a:cubicBezTo>
                        <a:cubicBezTo>
                          <a:pt x="391324" y="463219"/>
                          <a:pt x="384187" y="454893"/>
                          <a:pt x="385377" y="441809"/>
                        </a:cubicBezTo>
                        <a:cubicBezTo>
                          <a:pt x="377051" y="440620"/>
                          <a:pt x="378240" y="447756"/>
                          <a:pt x="373483" y="451324"/>
                        </a:cubicBezTo>
                        <a:cubicBezTo>
                          <a:pt x="368725" y="454893"/>
                          <a:pt x="361588" y="453703"/>
                          <a:pt x="355641" y="452514"/>
                        </a:cubicBezTo>
                        <a:cubicBezTo>
                          <a:pt x="344936" y="450135"/>
                          <a:pt x="333042" y="444188"/>
                          <a:pt x="331852" y="431104"/>
                        </a:cubicBezTo>
                        <a:cubicBezTo>
                          <a:pt x="323526" y="431104"/>
                          <a:pt x="318768" y="439430"/>
                          <a:pt x="310443" y="439430"/>
                        </a:cubicBezTo>
                        <a:cubicBezTo>
                          <a:pt x="310443" y="438241"/>
                          <a:pt x="310443" y="435862"/>
                          <a:pt x="310443" y="434672"/>
                        </a:cubicBezTo>
                        <a:cubicBezTo>
                          <a:pt x="305685" y="433483"/>
                          <a:pt x="302116" y="432293"/>
                          <a:pt x="299737" y="431104"/>
                        </a:cubicBezTo>
                        <a:cubicBezTo>
                          <a:pt x="297359" y="429914"/>
                          <a:pt x="294980" y="429914"/>
                          <a:pt x="291412" y="429914"/>
                        </a:cubicBezTo>
                        <a:cubicBezTo>
                          <a:pt x="284275" y="429914"/>
                          <a:pt x="275949" y="431104"/>
                          <a:pt x="268812" y="431104"/>
                        </a:cubicBezTo>
                        <a:cubicBezTo>
                          <a:pt x="267623" y="431104"/>
                          <a:pt x="259297" y="432293"/>
                          <a:pt x="259297" y="432293"/>
                        </a:cubicBezTo>
                        <a:cubicBezTo>
                          <a:pt x="253350" y="429914"/>
                          <a:pt x="256918" y="428725"/>
                          <a:pt x="256918" y="423967"/>
                        </a:cubicBezTo>
                        <a:cubicBezTo>
                          <a:pt x="255729" y="419210"/>
                          <a:pt x="258107" y="406126"/>
                          <a:pt x="253350" y="404937"/>
                        </a:cubicBezTo>
                        <a:cubicBezTo>
                          <a:pt x="256918" y="393042"/>
                          <a:pt x="245024" y="391853"/>
                          <a:pt x="243834" y="381148"/>
                        </a:cubicBezTo>
                        <a:cubicBezTo>
                          <a:pt x="243834" y="376390"/>
                          <a:pt x="246213" y="371632"/>
                          <a:pt x="246213" y="365685"/>
                        </a:cubicBezTo>
                        <a:cubicBezTo>
                          <a:pt x="246213" y="359738"/>
                          <a:pt x="245024" y="354980"/>
                          <a:pt x="245024" y="349033"/>
                        </a:cubicBezTo>
                        <a:cubicBezTo>
                          <a:pt x="245024" y="344275"/>
                          <a:pt x="247402" y="340707"/>
                          <a:pt x="247402" y="335949"/>
                        </a:cubicBezTo>
                        <a:cubicBezTo>
                          <a:pt x="247402" y="328812"/>
                          <a:pt x="245024" y="332381"/>
                          <a:pt x="239077" y="332381"/>
                        </a:cubicBezTo>
                        <a:cubicBezTo>
                          <a:pt x="227182" y="333570"/>
                          <a:pt x="216477" y="331191"/>
                          <a:pt x="217666" y="318108"/>
                        </a:cubicBezTo>
                        <a:cubicBezTo>
                          <a:pt x="214098" y="316918"/>
                          <a:pt x="211719" y="318108"/>
                          <a:pt x="210530" y="321676"/>
                        </a:cubicBezTo>
                        <a:cubicBezTo>
                          <a:pt x="203393" y="322865"/>
                          <a:pt x="195067" y="319297"/>
                          <a:pt x="187931" y="320487"/>
                        </a:cubicBezTo>
                        <a:cubicBezTo>
                          <a:pt x="187931" y="326434"/>
                          <a:pt x="187931" y="328812"/>
                          <a:pt x="185552" y="334760"/>
                        </a:cubicBezTo>
                        <a:cubicBezTo>
                          <a:pt x="184362" y="339518"/>
                          <a:pt x="181983" y="340707"/>
                          <a:pt x="181983" y="346654"/>
                        </a:cubicBezTo>
                        <a:cubicBezTo>
                          <a:pt x="178415" y="347843"/>
                          <a:pt x="172468" y="347843"/>
                          <a:pt x="168900" y="349033"/>
                        </a:cubicBezTo>
                        <a:cubicBezTo>
                          <a:pt x="165331" y="350223"/>
                          <a:pt x="160574" y="351412"/>
                          <a:pt x="157005" y="352601"/>
                        </a:cubicBezTo>
                        <a:cubicBezTo>
                          <a:pt x="151058" y="352601"/>
                          <a:pt x="152248" y="350223"/>
                          <a:pt x="147490" y="349033"/>
                        </a:cubicBezTo>
                        <a:cubicBezTo>
                          <a:pt x="143922" y="347843"/>
                          <a:pt x="139164" y="352601"/>
                          <a:pt x="134406" y="350223"/>
                        </a:cubicBezTo>
                        <a:cubicBezTo>
                          <a:pt x="128459" y="347843"/>
                          <a:pt x="132027" y="343086"/>
                          <a:pt x="129648" y="338328"/>
                        </a:cubicBezTo>
                        <a:cubicBezTo>
                          <a:pt x="127269" y="332381"/>
                          <a:pt x="124891" y="334760"/>
                          <a:pt x="121322" y="330002"/>
                        </a:cubicBezTo>
                        <a:cubicBezTo>
                          <a:pt x="117754" y="325244"/>
                          <a:pt x="115375" y="307403"/>
                          <a:pt x="117754" y="302645"/>
                        </a:cubicBezTo>
                        <a:cubicBezTo>
                          <a:pt x="115375" y="300266"/>
                          <a:pt x="114186" y="297887"/>
                          <a:pt x="115375" y="294319"/>
                        </a:cubicBezTo>
                        <a:cubicBezTo>
                          <a:pt x="79692" y="293129"/>
                          <a:pt x="44009" y="295508"/>
                          <a:pt x="9515" y="295508"/>
                        </a:cubicBezTo>
                        <a:cubicBezTo>
                          <a:pt x="9515" y="295508"/>
                          <a:pt x="8326" y="294319"/>
                          <a:pt x="8326" y="294319"/>
                        </a:cubicBezTo>
                        <a:cubicBezTo>
                          <a:pt x="8326" y="294319"/>
                          <a:pt x="7137" y="293129"/>
                          <a:pt x="7137" y="293129"/>
                        </a:cubicBezTo>
                        <a:cubicBezTo>
                          <a:pt x="4758" y="291940"/>
                          <a:pt x="1190" y="291940"/>
                          <a:pt x="0" y="289561"/>
                        </a:cubicBezTo>
                        <a:cubicBezTo>
                          <a:pt x="4758" y="287182"/>
                          <a:pt x="8326" y="283614"/>
                          <a:pt x="9515" y="280046"/>
                        </a:cubicBezTo>
                        <a:cubicBezTo>
                          <a:pt x="11894" y="275288"/>
                          <a:pt x="11894" y="271720"/>
                          <a:pt x="16652" y="268152"/>
                        </a:cubicBezTo>
                        <a:cubicBezTo>
                          <a:pt x="20220" y="265773"/>
                          <a:pt x="22599" y="263394"/>
                          <a:pt x="24978" y="262204"/>
                        </a:cubicBezTo>
                        <a:cubicBezTo>
                          <a:pt x="26167" y="262204"/>
                          <a:pt x="28546" y="261015"/>
                          <a:pt x="30925" y="262204"/>
                        </a:cubicBezTo>
                        <a:cubicBezTo>
                          <a:pt x="30925" y="263394"/>
                          <a:pt x="32115" y="264583"/>
                          <a:pt x="32115" y="265773"/>
                        </a:cubicBezTo>
                        <a:cubicBezTo>
                          <a:pt x="41630" y="266962"/>
                          <a:pt x="39251" y="257446"/>
                          <a:pt x="47577" y="257446"/>
                        </a:cubicBezTo>
                        <a:cubicBezTo>
                          <a:pt x="49956" y="252689"/>
                          <a:pt x="55903" y="250310"/>
                          <a:pt x="61850" y="252689"/>
                        </a:cubicBezTo>
                        <a:cubicBezTo>
                          <a:pt x="61850" y="259825"/>
                          <a:pt x="63040" y="262204"/>
                          <a:pt x="66608" y="266962"/>
                        </a:cubicBezTo>
                        <a:cubicBezTo>
                          <a:pt x="72556" y="265773"/>
                          <a:pt x="78503" y="256257"/>
                          <a:pt x="83260" y="251499"/>
                        </a:cubicBezTo>
                        <a:cubicBezTo>
                          <a:pt x="88018" y="246742"/>
                          <a:pt x="93965" y="243173"/>
                          <a:pt x="97533" y="237226"/>
                        </a:cubicBezTo>
                        <a:cubicBezTo>
                          <a:pt x="102291" y="228900"/>
                          <a:pt x="96344" y="193217"/>
                          <a:pt x="107049" y="192027"/>
                        </a:cubicBezTo>
                        <a:cubicBezTo>
                          <a:pt x="109428" y="178944"/>
                          <a:pt x="116564" y="169428"/>
                          <a:pt x="130838" y="168239"/>
                        </a:cubicBezTo>
                        <a:cubicBezTo>
                          <a:pt x="139164" y="162292"/>
                          <a:pt x="141543" y="155155"/>
                          <a:pt x="145111" y="144450"/>
                        </a:cubicBezTo>
                        <a:cubicBezTo>
                          <a:pt x="152248" y="125419"/>
                          <a:pt x="153437" y="104009"/>
                          <a:pt x="154627" y="83789"/>
                        </a:cubicBezTo>
                        <a:cubicBezTo>
                          <a:pt x="154627" y="76652"/>
                          <a:pt x="162952" y="68326"/>
                          <a:pt x="167710" y="61190"/>
                        </a:cubicBezTo>
                        <a:cubicBezTo>
                          <a:pt x="171279" y="56432"/>
                          <a:pt x="172468" y="56432"/>
                          <a:pt x="171279" y="49295"/>
                        </a:cubicBezTo>
                        <a:cubicBezTo>
                          <a:pt x="171279" y="46917"/>
                          <a:pt x="170089" y="44538"/>
                          <a:pt x="168900" y="42159"/>
                        </a:cubicBezTo>
                        <a:cubicBezTo>
                          <a:pt x="168900" y="42159"/>
                          <a:pt x="168900" y="42159"/>
                          <a:pt x="170089" y="42159"/>
                        </a:cubicBezTo>
                        <a:cubicBezTo>
                          <a:pt x="171279" y="36212"/>
                          <a:pt x="170089" y="31454"/>
                          <a:pt x="171279" y="27886"/>
                        </a:cubicBezTo>
                        <a:cubicBezTo>
                          <a:pt x="171279" y="24317"/>
                          <a:pt x="171279" y="25507"/>
                          <a:pt x="173658" y="21938"/>
                        </a:cubicBezTo>
                        <a:cubicBezTo>
                          <a:pt x="173658" y="21938"/>
                          <a:pt x="176036" y="20749"/>
                          <a:pt x="177226" y="20749"/>
                        </a:cubicBezTo>
                        <a:cubicBezTo>
                          <a:pt x="178415" y="19559"/>
                          <a:pt x="177226" y="18370"/>
                          <a:pt x="177226" y="17181"/>
                        </a:cubicBezTo>
                        <a:cubicBezTo>
                          <a:pt x="180794" y="12423"/>
                          <a:pt x="183173" y="13612"/>
                          <a:pt x="186741" y="10044"/>
                        </a:cubicBezTo>
                        <a:cubicBezTo>
                          <a:pt x="191499" y="7665"/>
                          <a:pt x="191499" y="4097"/>
                          <a:pt x="198635" y="5286"/>
                        </a:cubicBezTo>
                        <a:cubicBezTo>
                          <a:pt x="199825" y="10044"/>
                          <a:pt x="209341" y="11234"/>
                          <a:pt x="212909" y="14802"/>
                        </a:cubicBezTo>
                        <a:cubicBezTo>
                          <a:pt x="218856" y="19559"/>
                          <a:pt x="222424" y="20749"/>
                          <a:pt x="229561" y="23128"/>
                        </a:cubicBezTo>
                        <a:cubicBezTo>
                          <a:pt x="233129" y="24317"/>
                          <a:pt x="235508" y="25507"/>
                          <a:pt x="237887" y="26696"/>
                        </a:cubicBezTo>
                        <a:cubicBezTo>
                          <a:pt x="242645" y="27886"/>
                          <a:pt x="243834" y="26696"/>
                          <a:pt x="247402" y="26696"/>
                        </a:cubicBezTo>
                        <a:cubicBezTo>
                          <a:pt x="254539" y="26696"/>
                          <a:pt x="261676" y="29075"/>
                          <a:pt x="267623" y="30265"/>
                        </a:cubicBezTo>
                        <a:cubicBezTo>
                          <a:pt x="268812" y="24317"/>
                          <a:pt x="265244" y="19559"/>
                          <a:pt x="270002" y="15991"/>
                        </a:cubicBezTo>
                        <a:cubicBezTo>
                          <a:pt x="273570" y="13612"/>
                          <a:pt x="283085" y="12423"/>
                          <a:pt x="284275" y="17181"/>
                        </a:cubicBezTo>
                        <a:cubicBezTo>
                          <a:pt x="291412" y="20749"/>
                          <a:pt x="310443" y="10044"/>
                          <a:pt x="317579" y="5286"/>
                        </a:cubicBezTo>
                        <a:cubicBezTo>
                          <a:pt x="319958" y="6476"/>
                          <a:pt x="323526" y="8854"/>
                          <a:pt x="324716" y="11234"/>
                        </a:cubicBezTo>
                        <a:cubicBezTo>
                          <a:pt x="328284" y="12423"/>
                          <a:pt x="341368" y="8854"/>
                          <a:pt x="343747" y="7665"/>
                        </a:cubicBezTo>
                        <a:cubicBezTo>
                          <a:pt x="346126" y="6476"/>
                          <a:pt x="346126" y="2907"/>
                          <a:pt x="349694" y="529"/>
                        </a:cubicBezTo>
                        <a:cubicBezTo>
                          <a:pt x="353262" y="-661"/>
                          <a:pt x="356831" y="529"/>
                          <a:pt x="360399" y="529"/>
                        </a:cubicBezTo>
                        <a:cubicBezTo>
                          <a:pt x="367535" y="2907"/>
                          <a:pt x="372293" y="7665"/>
                          <a:pt x="380619" y="6476"/>
                        </a:cubicBezTo>
                        <a:cubicBezTo>
                          <a:pt x="386566" y="5286"/>
                          <a:pt x="393703" y="6476"/>
                          <a:pt x="398461" y="6476"/>
                        </a:cubicBezTo>
                        <a:cubicBezTo>
                          <a:pt x="399650" y="8854"/>
                          <a:pt x="400839" y="10044"/>
                          <a:pt x="403218" y="12423"/>
                        </a:cubicBezTo>
                        <a:cubicBezTo>
                          <a:pt x="407976" y="17181"/>
                          <a:pt x="415113" y="19559"/>
                          <a:pt x="416302" y="25507"/>
                        </a:cubicBezTo>
                        <a:cubicBezTo>
                          <a:pt x="421060" y="25507"/>
                          <a:pt x="422249" y="23128"/>
                          <a:pt x="427007" y="21938"/>
                        </a:cubicBezTo>
                        <a:cubicBezTo>
                          <a:pt x="430575" y="20749"/>
                          <a:pt x="432954" y="20749"/>
                          <a:pt x="437712" y="20749"/>
                        </a:cubicBezTo>
                        <a:cubicBezTo>
                          <a:pt x="444849" y="20749"/>
                          <a:pt x="450796" y="19559"/>
                          <a:pt x="455553" y="14802"/>
                        </a:cubicBezTo>
                        <a:cubicBezTo>
                          <a:pt x="459122" y="15991"/>
                          <a:pt x="461501" y="19559"/>
                          <a:pt x="463880" y="21938"/>
                        </a:cubicBezTo>
                        <a:cubicBezTo>
                          <a:pt x="465069" y="23128"/>
                          <a:pt x="465069" y="25507"/>
                          <a:pt x="467448" y="26696"/>
                        </a:cubicBezTo>
                        <a:cubicBezTo>
                          <a:pt x="469827" y="27886"/>
                          <a:pt x="472205" y="27886"/>
                          <a:pt x="473395" y="29075"/>
                        </a:cubicBezTo>
                        <a:cubicBezTo>
                          <a:pt x="480532" y="35022"/>
                          <a:pt x="481721" y="42159"/>
                          <a:pt x="491237" y="46917"/>
                        </a:cubicBezTo>
                        <a:cubicBezTo>
                          <a:pt x="491237" y="46917"/>
                          <a:pt x="492426" y="45727"/>
                          <a:pt x="492426" y="45727"/>
                        </a:cubicBezTo>
                        <a:cubicBezTo>
                          <a:pt x="492426" y="46917"/>
                          <a:pt x="493616" y="46917"/>
                          <a:pt x="493616" y="49295"/>
                        </a:cubicBezTo>
                        <a:cubicBezTo>
                          <a:pt x="493616" y="50485"/>
                          <a:pt x="492426" y="52864"/>
                          <a:pt x="491237" y="54053"/>
                        </a:cubicBezTo>
                        <a:cubicBezTo>
                          <a:pt x="490047" y="57621"/>
                          <a:pt x="490047" y="61190"/>
                          <a:pt x="490047" y="64758"/>
                        </a:cubicBezTo>
                        <a:cubicBezTo>
                          <a:pt x="490047" y="73084"/>
                          <a:pt x="491237" y="80221"/>
                          <a:pt x="493616" y="87357"/>
                        </a:cubicBezTo>
                        <a:cubicBezTo>
                          <a:pt x="490047" y="81410"/>
                          <a:pt x="490047" y="81410"/>
                          <a:pt x="490047" y="8141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0" name="Freeform 709">
                    <a:extLst>
                      <a:ext uri="{FF2B5EF4-FFF2-40B4-BE49-F238E27FC236}">
                        <a16:creationId xmlns:a16="http://schemas.microsoft.com/office/drawing/2014/main" id="{6800C36A-41B0-E78A-3C95-4A8999291C07}"/>
                      </a:ext>
                    </a:extLst>
                  </p:cNvPr>
                  <p:cNvSpPr/>
                  <p:nvPr/>
                </p:nvSpPr>
                <p:spPr>
                  <a:xfrm>
                    <a:off x="5973201" y="4322151"/>
                    <a:ext cx="197494" cy="229894"/>
                  </a:xfrm>
                  <a:custGeom>
                    <a:avLst/>
                    <a:gdLst>
                      <a:gd name="connsiteX0" fmla="*/ 193878 w 197494"/>
                      <a:gd name="connsiteY0" fmla="*/ 21743 h 229894"/>
                      <a:gd name="connsiteX1" fmla="*/ 180794 w 197494"/>
                      <a:gd name="connsiteY1" fmla="*/ 44342 h 229894"/>
                      <a:gd name="connsiteX2" fmla="*/ 171279 w 197494"/>
                      <a:gd name="connsiteY2" fmla="*/ 105003 h 229894"/>
                      <a:gd name="connsiteX3" fmla="*/ 157005 w 197494"/>
                      <a:gd name="connsiteY3" fmla="*/ 128792 h 229894"/>
                      <a:gd name="connsiteX4" fmla="*/ 133217 w 197494"/>
                      <a:gd name="connsiteY4" fmla="*/ 152581 h 229894"/>
                      <a:gd name="connsiteX5" fmla="*/ 123701 w 197494"/>
                      <a:gd name="connsiteY5" fmla="*/ 197779 h 229894"/>
                      <a:gd name="connsiteX6" fmla="*/ 109428 w 197494"/>
                      <a:gd name="connsiteY6" fmla="*/ 212053 h 229894"/>
                      <a:gd name="connsiteX7" fmla="*/ 92776 w 197494"/>
                      <a:gd name="connsiteY7" fmla="*/ 227515 h 229894"/>
                      <a:gd name="connsiteX8" fmla="*/ 88018 w 197494"/>
                      <a:gd name="connsiteY8" fmla="*/ 213242 h 229894"/>
                      <a:gd name="connsiteX9" fmla="*/ 73745 w 197494"/>
                      <a:gd name="connsiteY9" fmla="*/ 218000 h 229894"/>
                      <a:gd name="connsiteX10" fmla="*/ 58282 w 197494"/>
                      <a:gd name="connsiteY10" fmla="*/ 226326 h 229894"/>
                      <a:gd name="connsiteX11" fmla="*/ 57093 w 197494"/>
                      <a:gd name="connsiteY11" fmla="*/ 222757 h 229894"/>
                      <a:gd name="connsiteX12" fmla="*/ 51146 w 197494"/>
                      <a:gd name="connsiteY12" fmla="*/ 222757 h 229894"/>
                      <a:gd name="connsiteX13" fmla="*/ 46388 w 197494"/>
                      <a:gd name="connsiteY13" fmla="*/ 214431 h 229894"/>
                      <a:gd name="connsiteX14" fmla="*/ 45198 w 197494"/>
                      <a:gd name="connsiteY14" fmla="*/ 212053 h 229894"/>
                      <a:gd name="connsiteX15" fmla="*/ 41630 w 197494"/>
                      <a:gd name="connsiteY15" fmla="*/ 215621 h 229894"/>
                      <a:gd name="connsiteX16" fmla="*/ 34494 w 197494"/>
                      <a:gd name="connsiteY16" fmla="*/ 215621 h 229894"/>
                      <a:gd name="connsiteX17" fmla="*/ 27357 w 197494"/>
                      <a:gd name="connsiteY17" fmla="*/ 222757 h 229894"/>
                      <a:gd name="connsiteX18" fmla="*/ 22599 w 197494"/>
                      <a:gd name="connsiteY18" fmla="*/ 229894 h 229894"/>
                      <a:gd name="connsiteX19" fmla="*/ 21410 w 197494"/>
                      <a:gd name="connsiteY19" fmla="*/ 228705 h 229894"/>
                      <a:gd name="connsiteX20" fmla="*/ 1190 w 197494"/>
                      <a:gd name="connsiteY20" fmla="*/ 200158 h 229894"/>
                      <a:gd name="connsiteX21" fmla="*/ 0 w 197494"/>
                      <a:gd name="connsiteY21" fmla="*/ 200158 h 229894"/>
                      <a:gd name="connsiteX22" fmla="*/ 4758 w 197494"/>
                      <a:gd name="connsiteY22" fmla="*/ 191832 h 229894"/>
                      <a:gd name="connsiteX23" fmla="*/ 10705 w 197494"/>
                      <a:gd name="connsiteY23" fmla="*/ 191832 h 229894"/>
                      <a:gd name="connsiteX24" fmla="*/ 15463 w 197494"/>
                      <a:gd name="connsiteY24" fmla="*/ 189453 h 229894"/>
                      <a:gd name="connsiteX25" fmla="*/ 22599 w 197494"/>
                      <a:gd name="connsiteY25" fmla="*/ 193022 h 229894"/>
                      <a:gd name="connsiteX26" fmla="*/ 22599 w 197494"/>
                      <a:gd name="connsiteY26" fmla="*/ 176370 h 229894"/>
                      <a:gd name="connsiteX27" fmla="*/ 15463 w 197494"/>
                      <a:gd name="connsiteY27" fmla="*/ 172801 h 229894"/>
                      <a:gd name="connsiteX28" fmla="*/ 7137 w 197494"/>
                      <a:gd name="connsiteY28" fmla="*/ 172801 h 229894"/>
                      <a:gd name="connsiteX29" fmla="*/ 8326 w 197494"/>
                      <a:gd name="connsiteY29" fmla="*/ 163286 h 229894"/>
                      <a:gd name="connsiteX30" fmla="*/ 20220 w 197494"/>
                      <a:gd name="connsiteY30" fmla="*/ 164475 h 229894"/>
                      <a:gd name="connsiteX31" fmla="*/ 32115 w 197494"/>
                      <a:gd name="connsiteY31" fmla="*/ 160907 h 229894"/>
                      <a:gd name="connsiteX32" fmla="*/ 35683 w 197494"/>
                      <a:gd name="connsiteY32" fmla="*/ 149012 h 229894"/>
                      <a:gd name="connsiteX33" fmla="*/ 42820 w 197494"/>
                      <a:gd name="connsiteY33" fmla="*/ 149012 h 229894"/>
                      <a:gd name="connsiteX34" fmla="*/ 47577 w 197494"/>
                      <a:gd name="connsiteY34" fmla="*/ 158528 h 229894"/>
                      <a:gd name="connsiteX35" fmla="*/ 57093 w 197494"/>
                      <a:gd name="connsiteY35" fmla="*/ 160907 h 229894"/>
                      <a:gd name="connsiteX36" fmla="*/ 67798 w 197494"/>
                      <a:gd name="connsiteY36" fmla="*/ 159718 h 229894"/>
                      <a:gd name="connsiteX37" fmla="*/ 76124 w 197494"/>
                      <a:gd name="connsiteY37" fmla="*/ 168043 h 229894"/>
                      <a:gd name="connsiteX38" fmla="*/ 77313 w 197494"/>
                      <a:gd name="connsiteY38" fmla="*/ 160907 h 229894"/>
                      <a:gd name="connsiteX39" fmla="*/ 78503 w 197494"/>
                      <a:gd name="connsiteY39" fmla="*/ 151391 h 229894"/>
                      <a:gd name="connsiteX40" fmla="*/ 83260 w 197494"/>
                      <a:gd name="connsiteY40" fmla="*/ 133550 h 229894"/>
                      <a:gd name="connsiteX41" fmla="*/ 82071 w 197494"/>
                      <a:gd name="connsiteY41" fmla="*/ 118087 h 229894"/>
                      <a:gd name="connsiteX42" fmla="*/ 76124 w 197494"/>
                      <a:gd name="connsiteY42" fmla="*/ 112140 h 229894"/>
                      <a:gd name="connsiteX43" fmla="*/ 72556 w 197494"/>
                      <a:gd name="connsiteY43" fmla="*/ 105003 h 229894"/>
                      <a:gd name="connsiteX44" fmla="*/ 76124 w 197494"/>
                      <a:gd name="connsiteY44" fmla="*/ 99056 h 229894"/>
                      <a:gd name="connsiteX45" fmla="*/ 74934 w 197494"/>
                      <a:gd name="connsiteY45" fmla="*/ 94299 h 229894"/>
                      <a:gd name="connsiteX46" fmla="*/ 85639 w 197494"/>
                      <a:gd name="connsiteY46" fmla="*/ 87162 h 229894"/>
                      <a:gd name="connsiteX47" fmla="*/ 84450 w 197494"/>
                      <a:gd name="connsiteY47" fmla="*/ 68131 h 229894"/>
                      <a:gd name="connsiteX48" fmla="*/ 65419 w 197494"/>
                      <a:gd name="connsiteY48" fmla="*/ 69320 h 229894"/>
                      <a:gd name="connsiteX49" fmla="*/ 53525 w 197494"/>
                      <a:gd name="connsiteY49" fmla="*/ 60994 h 229894"/>
                      <a:gd name="connsiteX50" fmla="*/ 53525 w 197494"/>
                      <a:gd name="connsiteY50" fmla="*/ 44342 h 229894"/>
                      <a:gd name="connsiteX51" fmla="*/ 71366 w 197494"/>
                      <a:gd name="connsiteY51" fmla="*/ 45532 h 229894"/>
                      <a:gd name="connsiteX52" fmla="*/ 91586 w 197494"/>
                      <a:gd name="connsiteY52" fmla="*/ 46721 h 229894"/>
                      <a:gd name="connsiteX53" fmla="*/ 99912 w 197494"/>
                      <a:gd name="connsiteY53" fmla="*/ 50289 h 229894"/>
                      <a:gd name="connsiteX54" fmla="*/ 109428 w 197494"/>
                      <a:gd name="connsiteY54" fmla="*/ 50289 h 229894"/>
                      <a:gd name="connsiteX55" fmla="*/ 120133 w 197494"/>
                      <a:gd name="connsiteY55" fmla="*/ 51479 h 229894"/>
                      <a:gd name="connsiteX56" fmla="*/ 128459 w 197494"/>
                      <a:gd name="connsiteY56" fmla="*/ 52668 h 229894"/>
                      <a:gd name="connsiteX57" fmla="*/ 130838 w 197494"/>
                      <a:gd name="connsiteY57" fmla="*/ 39584 h 229894"/>
                      <a:gd name="connsiteX58" fmla="*/ 133217 w 197494"/>
                      <a:gd name="connsiteY58" fmla="*/ 33637 h 229894"/>
                      <a:gd name="connsiteX59" fmla="*/ 134406 w 197494"/>
                      <a:gd name="connsiteY59" fmla="*/ 36016 h 229894"/>
                      <a:gd name="connsiteX60" fmla="*/ 142732 w 197494"/>
                      <a:gd name="connsiteY60" fmla="*/ 20553 h 229894"/>
                      <a:gd name="connsiteX61" fmla="*/ 158195 w 197494"/>
                      <a:gd name="connsiteY61" fmla="*/ 8659 h 229894"/>
                      <a:gd name="connsiteX62" fmla="*/ 177226 w 197494"/>
                      <a:gd name="connsiteY62" fmla="*/ 1522 h 229894"/>
                      <a:gd name="connsiteX63" fmla="*/ 186741 w 197494"/>
                      <a:gd name="connsiteY63" fmla="*/ 333 h 229894"/>
                      <a:gd name="connsiteX64" fmla="*/ 193878 w 197494"/>
                      <a:gd name="connsiteY64" fmla="*/ 5091 h 229894"/>
                      <a:gd name="connsiteX65" fmla="*/ 196257 w 197494"/>
                      <a:gd name="connsiteY65" fmla="*/ 12227 h 229894"/>
                      <a:gd name="connsiteX66" fmla="*/ 193878 w 197494"/>
                      <a:gd name="connsiteY66" fmla="*/ 21743 h 22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</a:cxnLst>
                    <a:rect l="l" t="t" r="r" b="b"/>
                    <a:pathLst>
                      <a:path w="197494" h="229894">
                        <a:moveTo>
                          <a:pt x="193878" y="21743"/>
                        </a:moveTo>
                        <a:cubicBezTo>
                          <a:pt x="189120" y="27690"/>
                          <a:pt x="181983" y="36016"/>
                          <a:pt x="180794" y="44342"/>
                        </a:cubicBezTo>
                        <a:cubicBezTo>
                          <a:pt x="179605" y="64563"/>
                          <a:pt x="178415" y="85972"/>
                          <a:pt x="171279" y="105003"/>
                        </a:cubicBezTo>
                        <a:cubicBezTo>
                          <a:pt x="167710" y="114519"/>
                          <a:pt x="165331" y="122845"/>
                          <a:pt x="157005" y="128792"/>
                        </a:cubicBezTo>
                        <a:cubicBezTo>
                          <a:pt x="142732" y="129982"/>
                          <a:pt x="136785" y="138307"/>
                          <a:pt x="133217" y="152581"/>
                        </a:cubicBezTo>
                        <a:cubicBezTo>
                          <a:pt x="122512" y="153770"/>
                          <a:pt x="128459" y="189453"/>
                          <a:pt x="123701" y="197779"/>
                        </a:cubicBezTo>
                        <a:cubicBezTo>
                          <a:pt x="120133" y="203726"/>
                          <a:pt x="114186" y="207295"/>
                          <a:pt x="109428" y="212053"/>
                        </a:cubicBezTo>
                        <a:cubicBezTo>
                          <a:pt x="104670" y="216810"/>
                          <a:pt x="98723" y="226326"/>
                          <a:pt x="92776" y="227515"/>
                        </a:cubicBezTo>
                        <a:cubicBezTo>
                          <a:pt x="89208" y="222757"/>
                          <a:pt x="88018" y="220378"/>
                          <a:pt x="88018" y="213242"/>
                        </a:cubicBezTo>
                        <a:cubicBezTo>
                          <a:pt x="82071" y="210863"/>
                          <a:pt x="77313" y="213242"/>
                          <a:pt x="73745" y="218000"/>
                        </a:cubicBezTo>
                        <a:cubicBezTo>
                          <a:pt x="65419" y="218000"/>
                          <a:pt x="67798" y="228705"/>
                          <a:pt x="58282" y="226326"/>
                        </a:cubicBezTo>
                        <a:cubicBezTo>
                          <a:pt x="58282" y="225136"/>
                          <a:pt x="57093" y="223947"/>
                          <a:pt x="57093" y="222757"/>
                        </a:cubicBezTo>
                        <a:cubicBezTo>
                          <a:pt x="54714" y="222757"/>
                          <a:pt x="52335" y="222757"/>
                          <a:pt x="51146" y="222757"/>
                        </a:cubicBezTo>
                        <a:cubicBezTo>
                          <a:pt x="49956" y="219189"/>
                          <a:pt x="49956" y="214431"/>
                          <a:pt x="46388" y="214431"/>
                        </a:cubicBezTo>
                        <a:cubicBezTo>
                          <a:pt x="46388" y="213242"/>
                          <a:pt x="45198" y="213242"/>
                          <a:pt x="45198" y="212053"/>
                        </a:cubicBezTo>
                        <a:cubicBezTo>
                          <a:pt x="44009" y="213242"/>
                          <a:pt x="42820" y="214431"/>
                          <a:pt x="41630" y="215621"/>
                        </a:cubicBezTo>
                        <a:cubicBezTo>
                          <a:pt x="39251" y="216810"/>
                          <a:pt x="36873" y="216810"/>
                          <a:pt x="34494" y="215621"/>
                        </a:cubicBezTo>
                        <a:cubicBezTo>
                          <a:pt x="34494" y="220378"/>
                          <a:pt x="30925" y="220378"/>
                          <a:pt x="27357" y="222757"/>
                        </a:cubicBezTo>
                        <a:cubicBezTo>
                          <a:pt x="27357" y="226326"/>
                          <a:pt x="24978" y="228705"/>
                          <a:pt x="22599" y="229894"/>
                        </a:cubicBezTo>
                        <a:cubicBezTo>
                          <a:pt x="22599" y="229894"/>
                          <a:pt x="22599" y="228705"/>
                          <a:pt x="21410" y="228705"/>
                        </a:cubicBezTo>
                        <a:cubicBezTo>
                          <a:pt x="15463" y="216810"/>
                          <a:pt x="10705" y="208484"/>
                          <a:pt x="1190" y="200158"/>
                        </a:cubicBezTo>
                        <a:cubicBezTo>
                          <a:pt x="1190" y="200158"/>
                          <a:pt x="1190" y="200158"/>
                          <a:pt x="0" y="200158"/>
                        </a:cubicBezTo>
                        <a:cubicBezTo>
                          <a:pt x="2379" y="196590"/>
                          <a:pt x="4758" y="194211"/>
                          <a:pt x="4758" y="191832"/>
                        </a:cubicBezTo>
                        <a:cubicBezTo>
                          <a:pt x="7137" y="191832"/>
                          <a:pt x="8326" y="191832"/>
                          <a:pt x="10705" y="191832"/>
                        </a:cubicBezTo>
                        <a:cubicBezTo>
                          <a:pt x="11894" y="191832"/>
                          <a:pt x="14273" y="190643"/>
                          <a:pt x="15463" y="189453"/>
                        </a:cubicBezTo>
                        <a:cubicBezTo>
                          <a:pt x="19031" y="189453"/>
                          <a:pt x="20220" y="190643"/>
                          <a:pt x="22599" y="193022"/>
                        </a:cubicBezTo>
                        <a:cubicBezTo>
                          <a:pt x="24978" y="190643"/>
                          <a:pt x="23789" y="179938"/>
                          <a:pt x="22599" y="176370"/>
                        </a:cubicBezTo>
                        <a:cubicBezTo>
                          <a:pt x="20220" y="175180"/>
                          <a:pt x="17842" y="172801"/>
                          <a:pt x="15463" y="172801"/>
                        </a:cubicBezTo>
                        <a:cubicBezTo>
                          <a:pt x="13084" y="171612"/>
                          <a:pt x="10705" y="172801"/>
                          <a:pt x="7137" y="172801"/>
                        </a:cubicBezTo>
                        <a:cubicBezTo>
                          <a:pt x="7137" y="168043"/>
                          <a:pt x="3568" y="164475"/>
                          <a:pt x="8326" y="163286"/>
                        </a:cubicBezTo>
                        <a:cubicBezTo>
                          <a:pt x="13084" y="162096"/>
                          <a:pt x="16652" y="165665"/>
                          <a:pt x="20220" y="164475"/>
                        </a:cubicBezTo>
                        <a:cubicBezTo>
                          <a:pt x="21410" y="159718"/>
                          <a:pt x="28546" y="162096"/>
                          <a:pt x="32115" y="160907"/>
                        </a:cubicBezTo>
                        <a:cubicBezTo>
                          <a:pt x="36873" y="158528"/>
                          <a:pt x="35683" y="153770"/>
                          <a:pt x="35683" y="149012"/>
                        </a:cubicBezTo>
                        <a:cubicBezTo>
                          <a:pt x="38062" y="149012"/>
                          <a:pt x="40441" y="149012"/>
                          <a:pt x="42820" y="149012"/>
                        </a:cubicBezTo>
                        <a:cubicBezTo>
                          <a:pt x="44009" y="152581"/>
                          <a:pt x="45198" y="156149"/>
                          <a:pt x="47577" y="158528"/>
                        </a:cubicBezTo>
                        <a:cubicBezTo>
                          <a:pt x="51146" y="162096"/>
                          <a:pt x="52335" y="162096"/>
                          <a:pt x="57093" y="160907"/>
                        </a:cubicBezTo>
                        <a:cubicBezTo>
                          <a:pt x="59472" y="160907"/>
                          <a:pt x="65419" y="158528"/>
                          <a:pt x="67798" y="159718"/>
                        </a:cubicBezTo>
                        <a:cubicBezTo>
                          <a:pt x="70177" y="160907"/>
                          <a:pt x="74934" y="165665"/>
                          <a:pt x="76124" y="168043"/>
                        </a:cubicBezTo>
                        <a:cubicBezTo>
                          <a:pt x="79692" y="168043"/>
                          <a:pt x="77313" y="163286"/>
                          <a:pt x="77313" y="160907"/>
                        </a:cubicBezTo>
                        <a:cubicBezTo>
                          <a:pt x="77313" y="157338"/>
                          <a:pt x="77313" y="153770"/>
                          <a:pt x="78503" y="151391"/>
                        </a:cubicBezTo>
                        <a:cubicBezTo>
                          <a:pt x="79692" y="145444"/>
                          <a:pt x="82071" y="139497"/>
                          <a:pt x="83260" y="133550"/>
                        </a:cubicBezTo>
                        <a:cubicBezTo>
                          <a:pt x="84450" y="127603"/>
                          <a:pt x="86829" y="122845"/>
                          <a:pt x="82071" y="118087"/>
                        </a:cubicBezTo>
                        <a:cubicBezTo>
                          <a:pt x="79692" y="115708"/>
                          <a:pt x="78503" y="115708"/>
                          <a:pt x="76124" y="112140"/>
                        </a:cubicBezTo>
                        <a:cubicBezTo>
                          <a:pt x="74934" y="109761"/>
                          <a:pt x="74934" y="106193"/>
                          <a:pt x="72556" y="105003"/>
                        </a:cubicBezTo>
                        <a:cubicBezTo>
                          <a:pt x="72556" y="101435"/>
                          <a:pt x="74934" y="101435"/>
                          <a:pt x="76124" y="99056"/>
                        </a:cubicBezTo>
                        <a:cubicBezTo>
                          <a:pt x="77313" y="95488"/>
                          <a:pt x="74934" y="96677"/>
                          <a:pt x="74934" y="94299"/>
                        </a:cubicBezTo>
                        <a:cubicBezTo>
                          <a:pt x="74934" y="89541"/>
                          <a:pt x="82071" y="87162"/>
                          <a:pt x="85639" y="87162"/>
                        </a:cubicBezTo>
                        <a:cubicBezTo>
                          <a:pt x="88018" y="83593"/>
                          <a:pt x="86829" y="70510"/>
                          <a:pt x="84450" y="68131"/>
                        </a:cubicBezTo>
                        <a:cubicBezTo>
                          <a:pt x="79692" y="64563"/>
                          <a:pt x="70177" y="68131"/>
                          <a:pt x="65419" y="69320"/>
                        </a:cubicBezTo>
                        <a:cubicBezTo>
                          <a:pt x="57093" y="70510"/>
                          <a:pt x="55903" y="69320"/>
                          <a:pt x="53525" y="60994"/>
                        </a:cubicBezTo>
                        <a:cubicBezTo>
                          <a:pt x="52335" y="56237"/>
                          <a:pt x="53525" y="50289"/>
                          <a:pt x="53525" y="44342"/>
                        </a:cubicBezTo>
                        <a:cubicBezTo>
                          <a:pt x="59472" y="45532"/>
                          <a:pt x="65419" y="45532"/>
                          <a:pt x="71366" y="45532"/>
                        </a:cubicBezTo>
                        <a:cubicBezTo>
                          <a:pt x="77313" y="45532"/>
                          <a:pt x="86829" y="45532"/>
                          <a:pt x="91586" y="46721"/>
                        </a:cubicBezTo>
                        <a:cubicBezTo>
                          <a:pt x="93965" y="47910"/>
                          <a:pt x="97533" y="49100"/>
                          <a:pt x="99912" y="50289"/>
                        </a:cubicBezTo>
                        <a:cubicBezTo>
                          <a:pt x="103481" y="50289"/>
                          <a:pt x="105860" y="49100"/>
                          <a:pt x="109428" y="50289"/>
                        </a:cubicBezTo>
                        <a:cubicBezTo>
                          <a:pt x="114186" y="51479"/>
                          <a:pt x="115375" y="51479"/>
                          <a:pt x="120133" y="51479"/>
                        </a:cubicBezTo>
                        <a:cubicBezTo>
                          <a:pt x="123701" y="51479"/>
                          <a:pt x="126080" y="55047"/>
                          <a:pt x="128459" y="52668"/>
                        </a:cubicBezTo>
                        <a:cubicBezTo>
                          <a:pt x="128459" y="46721"/>
                          <a:pt x="129648" y="44342"/>
                          <a:pt x="130838" y="39584"/>
                        </a:cubicBezTo>
                        <a:cubicBezTo>
                          <a:pt x="132027" y="37205"/>
                          <a:pt x="132027" y="36016"/>
                          <a:pt x="133217" y="33637"/>
                        </a:cubicBezTo>
                        <a:cubicBezTo>
                          <a:pt x="133217" y="34827"/>
                          <a:pt x="134406" y="34827"/>
                          <a:pt x="134406" y="36016"/>
                        </a:cubicBezTo>
                        <a:cubicBezTo>
                          <a:pt x="139164" y="32448"/>
                          <a:pt x="139164" y="24122"/>
                          <a:pt x="142732" y="20553"/>
                        </a:cubicBezTo>
                        <a:cubicBezTo>
                          <a:pt x="147490" y="14606"/>
                          <a:pt x="152248" y="12227"/>
                          <a:pt x="158195" y="8659"/>
                        </a:cubicBezTo>
                        <a:cubicBezTo>
                          <a:pt x="164142" y="5091"/>
                          <a:pt x="170089" y="2712"/>
                          <a:pt x="177226" y="1522"/>
                        </a:cubicBezTo>
                        <a:cubicBezTo>
                          <a:pt x="179605" y="1522"/>
                          <a:pt x="184362" y="-856"/>
                          <a:pt x="186741" y="333"/>
                        </a:cubicBezTo>
                        <a:cubicBezTo>
                          <a:pt x="190310" y="1522"/>
                          <a:pt x="189120" y="6280"/>
                          <a:pt x="193878" y="5091"/>
                        </a:cubicBezTo>
                        <a:cubicBezTo>
                          <a:pt x="195067" y="7470"/>
                          <a:pt x="196257" y="9849"/>
                          <a:pt x="196257" y="12227"/>
                        </a:cubicBezTo>
                        <a:cubicBezTo>
                          <a:pt x="198635" y="15796"/>
                          <a:pt x="197446" y="16985"/>
                          <a:pt x="193878" y="21743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1" name="Freeform 710">
                    <a:extLst>
                      <a:ext uri="{FF2B5EF4-FFF2-40B4-BE49-F238E27FC236}">
                        <a16:creationId xmlns:a16="http://schemas.microsoft.com/office/drawing/2014/main" id="{8CCA6640-97D5-DDCB-1695-04C9CB10599F}"/>
                      </a:ext>
                    </a:extLst>
                  </p:cNvPr>
                  <p:cNvSpPr/>
                  <p:nvPr/>
                </p:nvSpPr>
                <p:spPr>
                  <a:xfrm>
                    <a:off x="5994610" y="4534204"/>
                    <a:ext cx="29735" cy="36872"/>
                  </a:xfrm>
                  <a:custGeom>
                    <a:avLst/>
                    <a:gdLst>
                      <a:gd name="connsiteX0" fmla="*/ 29736 w 29735"/>
                      <a:gd name="connsiteY0" fmla="*/ 9515 h 36872"/>
                      <a:gd name="connsiteX1" fmla="*/ 21410 w 29735"/>
                      <a:gd name="connsiteY1" fmla="*/ 15463 h 36872"/>
                      <a:gd name="connsiteX2" fmla="*/ 14273 w 29735"/>
                      <a:gd name="connsiteY2" fmla="*/ 27357 h 36872"/>
                      <a:gd name="connsiteX3" fmla="*/ 4758 w 29735"/>
                      <a:gd name="connsiteY3" fmla="*/ 36873 h 36872"/>
                      <a:gd name="connsiteX4" fmla="*/ 3569 w 29735"/>
                      <a:gd name="connsiteY4" fmla="*/ 35683 h 36872"/>
                      <a:gd name="connsiteX5" fmla="*/ 3569 w 29735"/>
                      <a:gd name="connsiteY5" fmla="*/ 24978 h 36872"/>
                      <a:gd name="connsiteX6" fmla="*/ 0 w 29735"/>
                      <a:gd name="connsiteY6" fmla="*/ 17842 h 36872"/>
                      <a:gd name="connsiteX7" fmla="*/ 4758 w 29735"/>
                      <a:gd name="connsiteY7" fmla="*/ 10705 h 36872"/>
                      <a:gd name="connsiteX8" fmla="*/ 11894 w 29735"/>
                      <a:gd name="connsiteY8" fmla="*/ 3568 h 36872"/>
                      <a:gd name="connsiteX9" fmla="*/ 19031 w 29735"/>
                      <a:gd name="connsiteY9" fmla="*/ 3568 h 36872"/>
                      <a:gd name="connsiteX10" fmla="*/ 22599 w 29735"/>
                      <a:gd name="connsiteY10" fmla="*/ 0 h 36872"/>
                      <a:gd name="connsiteX11" fmla="*/ 23789 w 29735"/>
                      <a:gd name="connsiteY11" fmla="*/ 2379 h 36872"/>
                      <a:gd name="connsiteX12" fmla="*/ 29736 w 29735"/>
                      <a:gd name="connsiteY12" fmla="*/ 9515 h 368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9735" h="36872">
                        <a:moveTo>
                          <a:pt x="29736" y="9515"/>
                        </a:moveTo>
                        <a:cubicBezTo>
                          <a:pt x="27357" y="10705"/>
                          <a:pt x="24978" y="11894"/>
                          <a:pt x="21410" y="15463"/>
                        </a:cubicBezTo>
                        <a:cubicBezTo>
                          <a:pt x="16652" y="19031"/>
                          <a:pt x="17842" y="22599"/>
                          <a:pt x="14273" y="27357"/>
                        </a:cubicBezTo>
                        <a:cubicBezTo>
                          <a:pt x="13084" y="30925"/>
                          <a:pt x="8326" y="34494"/>
                          <a:pt x="4758" y="36873"/>
                        </a:cubicBezTo>
                        <a:cubicBezTo>
                          <a:pt x="4758" y="36873"/>
                          <a:pt x="3569" y="35683"/>
                          <a:pt x="3569" y="35683"/>
                        </a:cubicBezTo>
                        <a:cubicBezTo>
                          <a:pt x="2379" y="32115"/>
                          <a:pt x="4758" y="28546"/>
                          <a:pt x="3569" y="24978"/>
                        </a:cubicBezTo>
                        <a:cubicBezTo>
                          <a:pt x="3569" y="22599"/>
                          <a:pt x="1190" y="20220"/>
                          <a:pt x="0" y="17842"/>
                        </a:cubicBezTo>
                        <a:cubicBezTo>
                          <a:pt x="2379" y="15463"/>
                          <a:pt x="4758" y="13084"/>
                          <a:pt x="4758" y="10705"/>
                        </a:cubicBezTo>
                        <a:cubicBezTo>
                          <a:pt x="8326" y="8326"/>
                          <a:pt x="11894" y="8326"/>
                          <a:pt x="11894" y="3568"/>
                        </a:cubicBezTo>
                        <a:cubicBezTo>
                          <a:pt x="14273" y="3568"/>
                          <a:pt x="16652" y="3568"/>
                          <a:pt x="19031" y="3568"/>
                        </a:cubicBezTo>
                        <a:cubicBezTo>
                          <a:pt x="20221" y="2379"/>
                          <a:pt x="20221" y="1190"/>
                          <a:pt x="22599" y="0"/>
                        </a:cubicBezTo>
                        <a:cubicBezTo>
                          <a:pt x="22599" y="1190"/>
                          <a:pt x="23789" y="1190"/>
                          <a:pt x="23789" y="2379"/>
                        </a:cubicBezTo>
                        <a:cubicBezTo>
                          <a:pt x="28546" y="1190"/>
                          <a:pt x="29736" y="5947"/>
                          <a:pt x="29736" y="951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2" name="Freeform 711">
                    <a:extLst>
                      <a:ext uri="{FF2B5EF4-FFF2-40B4-BE49-F238E27FC236}">
                        <a16:creationId xmlns:a16="http://schemas.microsoft.com/office/drawing/2014/main" id="{CBBB5DB4-5E9D-F16C-C235-2C3B590C958D}"/>
                      </a:ext>
                    </a:extLst>
                  </p:cNvPr>
                  <p:cNvSpPr/>
                  <p:nvPr/>
                </p:nvSpPr>
                <p:spPr>
                  <a:xfrm>
                    <a:off x="5913072" y="4358167"/>
                    <a:ext cx="150632" cy="159384"/>
                  </a:xfrm>
                  <a:custGeom>
                    <a:avLst/>
                    <a:gdLst>
                      <a:gd name="connsiteX0" fmla="*/ 136253 w 150632"/>
                      <a:gd name="connsiteY0" fmla="*/ 53525 h 159384"/>
                      <a:gd name="connsiteX1" fmla="*/ 137442 w 150632"/>
                      <a:gd name="connsiteY1" fmla="*/ 58283 h 159384"/>
                      <a:gd name="connsiteX2" fmla="*/ 133873 w 150632"/>
                      <a:gd name="connsiteY2" fmla="*/ 64230 h 159384"/>
                      <a:gd name="connsiteX3" fmla="*/ 137442 w 150632"/>
                      <a:gd name="connsiteY3" fmla="*/ 71366 h 159384"/>
                      <a:gd name="connsiteX4" fmla="*/ 143389 w 150632"/>
                      <a:gd name="connsiteY4" fmla="*/ 77313 h 159384"/>
                      <a:gd name="connsiteX5" fmla="*/ 144579 w 150632"/>
                      <a:gd name="connsiteY5" fmla="*/ 92776 h 159384"/>
                      <a:gd name="connsiteX6" fmla="*/ 139821 w 150632"/>
                      <a:gd name="connsiteY6" fmla="*/ 110618 h 159384"/>
                      <a:gd name="connsiteX7" fmla="*/ 138632 w 150632"/>
                      <a:gd name="connsiteY7" fmla="*/ 120133 h 159384"/>
                      <a:gd name="connsiteX8" fmla="*/ 137442 w 150632"/>
                      <a:gd name="connsiteY8" fmla="*/ 127270 h 159384"/>
                      <a:gd name="connsiteX9" fmla="*/ 129116 w 150632"/>
                      <a:gd name="connsiteY9" fmla="*/ 118944 h 159384"/>
                      <a:gd name="connsiteX10" fmla="*/ 118411 w 150632"/>
                      <a:gd name="connsiteY10" fmla="*/ 120133 h 159384"/>
                      <a:gd name="connsiteX11" fmla="*/ 108896 w 150632"/>
                      <a:gd name="connsiteY11" fmla="*/ 117754 h 159384"/>
                      <a:gd name="connsiteX12" fmla="*/ 104138 w 150632"/>
                      <a:gd name="connsiteY12" fmla="*/ 108239 h 159384"/>
                      <a:gd name="connsiteX13" fmla="*/ 97001 w 150632"/>
                      <a:gd name="connsiteY13" fmla="*/ 108239 h 159384"/>
                      <a:gd name="connsiteX14" fmla="*/ 93433 w 150632"/>
                      <a:gd name="connsiteY14" fmla="*/ 120133 h 159384"/>
                      <a:gd name="connsiteX15" fmla="*/ 81538 w 150632"/>
                      <a:gd name="connsiteY15" fmla="*/ 123702 h 159384"/>
                      <a:gd name="connsiteX16" fmla="*/ 69644 w 150632"/>
                      <a:gd name="connsiteY16" fmla="*/ 122512 h 159384"/>
                      <a:gd name="connsiteX17" fmla="*/ 68455 w 150632"/>
                      <a:gd name="connsiteY17" fmla="*/ 132027 h 159384"/>
                      <a:gd name="connsiteX18" fmla="*/ 76781 w 150632"/>
                      <a:gd name="connsiteY18" fmla="*/ 132027 h 159384"/>
                      <a:gd name="connsiteX19" fmla="*/ 83917 w 150632"/>
                      <a:gd name="connsiteY19" fmla="*/ 135596 h 159384"/>
                      <a:gd name="connsiteX20" fmla="*/ 83917 w 150632"/>
                      <a:gd name="connsiteY20" fmla="*/ 152248 h 159384"/>
                      <a:gd name="connsiteX21" fmla="*/ 76781 w 150632"/>
                      <a:gd name="connsiteY21" fmla="*/ 148679 h 159384"/>
                      <a:gd name="connsiteX22" fmla="*/ 72023 w 150632"/>
                      <a:gd name="connsiteY22" fmla="*/ 151058 h 159384"/>
                      <a:gd name="connsiteX23" fmla="*/ 66076 w 150632"/>
                      <a:gd name="connsiteY23" fmla="*/ 151058 h 159384"/>
                      <a:gd name="connsiteX24" fmla="*/ 61318 w 150632"/>
                      <a:gd name="connsiteY24" fmla="*/ 159385 h 159384"/>
                      <a:gd name="connsiteX25" fmla="*/ 37530 w 150632"/>
                      <a:gd name="connsiteY25" fmla="*/ 136785 h 159384"/>
                      <a:gd name="connsiteX26" fmla="*/ 30393 w 150632"/>
                      <a:gd name="connsiteY26" fmla="*/ 130838 h 159384"/>
                      <a:gd name="connsiteX27" fmla="*/ 25635 w 150632"/>
                      <a:gd name="connsiteY27" fmla="*/ 123702 h 159384"/>
                      <a:gd name="connsiteX28" fmla="*/ 14930 w 150632"/>
                      <a:gd name="connsiteY28" fmla="*/ 110618 h 159384"/>
                      <a:gd name="connsiteX29" fmla="*/ 4225 w 150632"/>
                      <a:gd name="connsiteY29" fmla="*/ 88018 h 159384"/>
                      <a:gd name="connsiteX30" fmla="*/ 657 w 150632"/>
                      <a:gd name="connsiteY30" fmla="*/ 76124 h 159384"/>
                      <a:gd name="connsiteX31" fmla="*/ 12551 w 150632"/>
                      <a:gd name="connsiteY31" fmla="*/ 73745 h 159384"/>
                      <a:gd name="connsiteX32" fmla="*/ 12551 w 150632"/>
                      <a:gd name="connsiteY32" fmla="*/ 63040 h 159384"/>
                      <a:gd name="connsiteX33" fmla="*/ 13741 w 150632"/>
                      <a:gd name="connsiteY33" fmla="*/ 52335 h 159384"/>
                      <a:gd name="connsiteX34" fmla="*/ 20877 w 150632"/>
                      <a:gd name="connsiteY34" fmla="*/ 52335 h 159384"/>
                      <a:gd name="connsiteX35" fmla="*/ 29203 w 150632"/>
                      <a:gd name="connsiteY35" fmla="*/ 51146 h 159384"/>
                      <a:gd name="connsiteX36" fmla="*/ 17309 w 150632"/>
                      <a:gd name="connsiteY36" fmla="*/ 41630 h 159384"/>
                      <a:gd name="connsiteX37" fmla="*/ 20877 w 150632"/>
                      <a:gd name="connsiteY37" fmla="*/ 33304 h 159384"/>
                      <a:gd name="connsiteX38" fmla="*/ 26824 w 150632"/>
                      <a:gd name="connsiteY38" fmla="*/ 32115 h 159384"/>
                      <a:gd name="connsiteX39" fmla="*/ 39908 w 150632"/>
                      <a:gd name="connsiteY39" fmla="*/ 33304 h 159384"/>
                      <a:gd name="connsiteX40" fmla="*/ 68455 w 150632"/>
                      <a:gd name="connsiteY40" fmla="*/ 33304 h 159384"/>
                      <a:gd name="connsiteX41" fmla="*/ 69644 w 150632"/>
                      <a:gd name="connsiteY41" fmla="*/ 2379 h 159384"/>
                      <a:gd name="connsiteX42" fmla="*/ 70834 w 150632"/>
                      <a:gd name="connsiteY42" fmla="*/ 2379 h 159384"/>
                      <a:gd name="connsiteX43" fmla="*/ 92243 w 150632"/>
                      <a:gd name="connsiteY43" fmla="*/ 0 h 159384"/>
                      <a:gd name="connsiteX44" fmla="*/ 113653 w 150632"/>
                      <a:gd name="connsiteY44" fmla="*/ 1190 h 159384"/>
                      <a:gd name="connsiteX45" fmla="*/ 117221 w 150632"/>
                      <a:gd name="connsiteY45" fmla="*/ 1190 h 159384"/>
                      <a:gd name="connsiteX46" fmla="*/ 117221 w 150632"/>
                      <a:gd name="connsiteY46" fmla="*/ 17842 h 159384"/>
                      <a:gd name="connsiteX47" fmla="*/ 129116 w 150632"/>
                      <a:gd name="connsiteY47" fmla="*/ 26168 h 159384"/>
                      <a:gd name="connsiteX48" fmla="*/ 148147 w 150632"/>
                      <a:gd name="connsiteY48" fmla="*/ 24978 h 159384"/>
                      <a:gd name="connsiteX49" fmla="*/ 149336 w 150632"/>
                      <a:gd name="connsiteY49" fmla="*/ 44009 h 159384"/>
                      <a:gd name="connsiteX50" fmla="*/ 136253 w 150632"/>
                      <a:gd name="connsiteY50" fmla="*/ 53525 h 159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</a:cxnLst>
                    <a:rect l="l" t="t" r="r" b="b"/>
                    <a:pathLst>
                      <a:path w="150632" h="159384">
                        <a:moveTo>
                          <a:pt x="136253" y="53525"/>
                        </a:moveTo>
                        <a:cubicBezTo>
                          <a:pt x="136253" y="55904"/>
                          <a:pt x="138632" y="55904"/>
                          <a:pt x="137442" y="58283"/>
                        </a:cubicBezTo>
                        <a:cubicBezTo>
                          <a:pt x="136253" y="60661"/>
                          <a:pt x="133873" y="60661"/>
                          <a:pt x="133873" y="64230"/>
                        </a:cubicBezTo>
                        <a:cubicBezTo>
                          <a:pt x="136253" y="65419"/>
                          <a:pt x="136253" y="68987"/>
                          <a:pt x="137442" y="71366"/>
                        </a:cubicBezTo>
                        <a:cubicBezTo>
                          <a:pt x="138632" y="74935"/>
                          <a:pt x="141010" y="74935"/>
                          <a:pt x="143389" y="77313"/>
                        </a:cubicBezTo>
                        <a:cubicBezTo>
                          <a:pt x="148147" y="82071"/>
                          <a:pt x="145768" y="86829"/>
                          <a:pt x="144579" y="92776"/>
                        </a:cubicBezTo>
                        <a:cubicBezTo>
                          <a:pt x="143389" y="98723"/>
                          <a:pt x="141010" y="103481"/>
                          <a:pt x="139821" y="110618"/>
                        </a:cubicBezTo>
                        <a:cubicBezTo>
                          <a:pt x="138632" y="112996"/>
                          <a:pt x="138632" y="116565"/>
                          <a:pt x="138632" y="120133"/>
                        </a:cubicBezTo>
                        <a:cubicBezTo>
                          <a:pt x="138632" y="122512"/>
                          <a:pt x="141010" y="127270"/>
                          <a:pt x="137442" y="127270"/>
                        </a:cubicBezTo>
                        <a:cubicBezTo>
                          <a:pt x="136253" y="124891"/>
                          <a:pt x="132684" y="120133"/>
                          <a:pt x="129116" y="118944"/>
                        </a:cubicBezTo>
                        <a:cubicBezTo>
                          <a:pt x="126737" y="118944"/>
                          <a:pt x="120790" y="120133"/>
                          <a:pt x="118411" y="120133"/>
                        </a:cubicBezTo>
                        <a:cubicBezTo>
                          <a:pt x="113653" y="121323"/>
                          <a:pt x="111274" y="121323"/>
                          <a:pt x="108896" y="117754"/>
                        </a:cubicBezTo>
                        <a:cubicBezTo>
                          <a:pt x="106517" y="115375"/>
                          <a:pt x="105327" y="111807"/>
                          <a:pt x="104138" y="108239"/>
                        </a:cubicBezTo>
                        <a:cubicBezTo>
                          <a:pt x="101759" y="108239"/>
                          <a:pt x="99380" y="108239"/>
                          <a:pt x="97001" y="108239"/>
                        </a:cubicBezTo>
                        <a:cubicBezTo>
                          <a:pt x="97001" y="112996"/>
                          <a:pt x="98190" y="117754"/>
                          <a:pt x="93433" y="120133"/>
                        </a:cubicBezTo>
                        <a:cubicBezTo>
                          <a:pt x="89865" y="121323"/>
                          <a:pt x="82728" y="118944"/>
                          <a:pt x="81538" y="123702"/>
                        </a:cubicBezTo>
                        <a:cubicBezTo>
                          <a:pt x="77970" y="124891"/>
                          <a:pt x="73213" y="121323"/>
                          <a:pt x="69644" y="122512"/>
                        </a:cubicBezTo>
                        <a:cubicBezTo>
                          <a:pt x="63697" y="123702"/>
                          <a:pt x="68455" y="127270"/>
                          <a:pt x="68455" y="132027"/>
                        </a:cubicBezTo>
                        <a:cubicBezTo>
                          <a:pt x="72023" y="132027"/>
                          <a:pt x="73213" y="130838"/>
                          <a:pt x="76781" y="132027"/>
                        </a:cubicBezTo>
                        <a:cubicBezTo>
                          <a:pt x="79160" y="133217"/>
                          <a:pt x="81538" y="134406"/>
                          <a:pt x="83917" y="135596"/>
                        </a:cubicBezTo>
                        <a:cubicBezTo>
                          <a:pt x="85107" y="139164"/>
                          <a:pt x="86296" y="148679"/>
                          <a:pt x="83917" y="152248"/>
                        </a:cubicBezTo>
                        <a:cubicBezTo>
                          <a:pt x="80349" y="149869"/>
                          <a:pt x="79160" y="148679"/>
                          <a:pt x="76781" y="148679"/>
                        </a:cubicBezTo>
                        <a:cubicBezTo>
                          <a:pt x="75591" y="148679"/>
                          <a:pt x="74402" y="149869"/>
                          <a:pt x="72023" y="151058"/>
                        </a:cubicBezTo>
                        <a:cubicBezTo>
                          <a:pt x="70834" y="151058"/>
                          <a:pt x="68455" y="151058"/>
                          <a:pt x="66076" y="151058"/>
                        </a:cubicBezTo>
                        <a:cubicBezTo>
                          <a:pt x="66076" y="153437"/>
                          <a:pt x="63697" y="157006"/>
                          <a:pt x="61318" y="159385"/>
                        </a:cubicBezTo>
                        <a:cubicBezTo>
                          <a:pt x="52992" y="152248"/>
                          <a:pt x="45855" y="143922"/>
                          <a:pt x="37530" y="136785"/>
                        </a:cubicBezTo>
                        <a:cubicBezTo>
                          <a:pt x="35151" y="134406"/>
                          <a:pt x="32772" y="132027"/>
                          <a:pt x="30393" y="130838"/>
                        </a:cubicBezTo>
                        <a:cubicBezTo>
                          <a:pt x="29203" y="128459"/>
                          <a:pt x="28014" y="126080"/>
                          <a:pt x="25635" y="123702"/>
                        </a:cubicBezTo>
                        <a:cubicBezTo>
                          <a:pt x="20877" y="118944"/>
                          <a:pt x="17309" y="116565"/>
                          <a:pt x="14930" y="110618"/>
                        </a:cubicBezTo>
                        <a:cubicBezTo>
                          <a:pt x="11362" y="103481"/>
                          <a:pt x="8983" y="95155"/>
                          <a:pt x="4225" y="88018"/>
                        </a:cubicBezTo>
                        <a:cubicBezTo>
                          <a:pt x="3036" y="85639"/>
                          <a:pt x="-1722" y="79692"/>
                          <a:pt x="657" y="76124"/>
                        </a:cubicBezTo>
                        <a:cubicBezTo>
                          <a:pt x="1846" y="73745"/>
                          <a:pt x="8983" y="76124"/>
                          <a:pt x="12551" y="73745"/>
                        </a:cubicBezTo>
                        <a:cubicBezTo>
                          <a:pt x="13741" y="70177"/>
                          <a:pt x="12551" y="66608"/>
                          <a:pt x="12551" y="63040"/>
                        </a:cubicBezTo>
                        <a:cubicBezTo>
                          <a:pt x="12551" y="59472"/>
                          <a:pt x="13741" y="55904"/>
                          <a:pt x="13741" y="52335"/>
                        </a:cubicBezTo>
                        <a:cubicBezTo>
                          <a:pt x="16119" y="53525"/>
                          <a:pt x="17309" y="53525"/>
                          <a:pt x="20877" y="52335"/>
                        </a:cubicBezTo>
                        <a:cubicBezTo>
                          <a:pt x="23256" y="52335"/>
                          <a:pt x="26824" y="51146"/>
                          <a:pt x="29203" y="51146"/>
                        </a:cubicBezTo>
                        <a:cubicBezTo>
                          <a:pt x="23256" y="48767"/>
                          <a:pt x="17309" y="48767"/>
                          <a:pt x="17309" y="41630"/>
                        </a:cubicBezTo>
                        <a:cubicBezTo>
                          <a:pt x="20877" y="41630"/>
                          <a:pt x="20877" y="36873"/>
                          <a:pt x="20877" y="33304"/>
                        </a:cubicBezTo>
                        <a:cubicBezTo>
                          <a:pt x="23256" y="32115"/>
                          <a:pt x="24446" y="32115"/>
                          <a:pt x="26824" y="32115"/>
                        </a:cubicBezTo>
                        <a:cubicBezTo>
                          <a:pt x="30393" y="32115"/>
                          <a:pt x="35151" y="33304"/>
                          <a:pt x="39908" y="33304"/>
                        </a:cubicBezTo>
                        <a:cubicBezTo>
                          <a:pt x="49424" y="33304"/>
                          <a:pt x="58939" y="33304"/>
                          <a:pt x="68455" y="33304"/>
                        </a:cubicBezTo>
                        <a:cubicBezTo>
                          <a:pt x="68455" y="22600"/>
                          <a:pt x="69644" y="11894"/>
                          <a:pt x="69644" y="2379"/>
                        </a:cubicBezTo>
                        <a:cubicBezTo>
                          <a:pt x="69644" y="2379"/>
                          <a:pt x="70834" y="2379"/>
                          <a:pt x="70834" y="2379"/>
                        </a:cubicBezTo>
                        <a:cubicBezTo>
                          <a:pt x="76781" y="0"/>
                          <a:pt x="85107" y="0"/>
                          <a:pt x="92243" y="0"/>
                        </a:cubicBezTo>
                        <a:cubicBezTo>
                          <a:pt x="99380" y="1190"/>
                          <a:pt x="106517" y="0"/>
                          <a:pt x="113653" y="1190"/>
                        </a:cubicBezTo>
                        <a:cubicBezTo>
                          <a:pt x="114843" y="1190"/>
                          <a:pt x="116032" y="1190"/>
                          <a:pt x="117221" y="1190"/>
                        </a:cubicBezTo>
                        <a:cubicBezTo>
                          <a:pt x="117221" y="7137"/>
                          <a:pt x="116032" y="11894"/>
                          <a:pt x="117221" y="17842"/>
                        </a:cubicBezTo>
                        <a:cubicBezTo>
                          <a:pt x="118411" y="26168"/>
                          <a:pt x="120790" y="27357"/>
                          <a:pt x="129116" y="26168"/>
                        </a:cubicBezTo>
                        <a:cubicBezTo>
                          <a:pt x="133873" y="26168"/>
                          <a:pt x="143389" y="21410"/>
                          <a:pt x="148147" y="24978"/>
                        </a:cubicBezTo>
                        <a:cubicBezTo>
                          <a:pt x="150526" y="27357"/>
                          <a:pt x="151715" y="40441"/>
                          <a:pt x="149336" y="44009"/>
                        </a:cubicBezTo>
                        <a:cubicBezTo>
                          <a:pt x="142200" y="47577"/>
                          <a:pt x="136253" y="49956"/>
                          <a:pt x="136253" y="5352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3" name="Freeform 712">
                    <a:extLst>
                      <a:ext uri="{FF2B5EF4-FFF2-40B4-BE49-F238E27FC236}">
                        <a16:creationId xmlns:a16="http://schemas.microsoft.com/office/drawing/2014/main" id="{67D580D6-5161-2B29-F9E8-7CF33D31C9F2}"/>
                      </a:ext>
                    </a:extLst>
                  </p:cNvPr>
                  <p:cNvSpPr/>
                  <p:nvPr/>
                </p:nvSpPr>
                <p:spPr>
                  <a:xfrm>
                    <a:off x="5475496" y="4139311"/>
                    <a:ext cx="157574" cy="167710"/>
                  </a:xfrm>
                  <a:custGeom>
                    <a:avLst/>
                    <a:gdLst>
                      <a:gd name="connsiteX0" fmla="*/ 140874 w 157574"/>
                      <a:gd name="connsiteY0" fmla="*/ 99912 h 167710"/>
                      <a:gd name="connsiteX1" fmla="*/ 138495 w 157574"/>
                      <a:gd name="connsiteY1" fmla="*/ 110618 h 167710"/>
                      <a:gd name="connsiteX2" fmla="*/ 142063 w 157574"/>
                      <a:gd name="connsiteY2" fmla="*/ 120133 h 167710"/>
                      <a:gd name="connsiteX3" fmla="*/ 145631 w 157574"/>
                      <a:gd name="connsiteY3" fmla="*/ 129648 h 167710"/>
                      <a:gd name="connsiteX4" fmla="*/ 152768 w 157574"/>
                      <a:gd name="connsiteY4" fmla="*/ 133217 h 167710"/>
                      <a:gd name="connsiteX5" fmla="*/ 151579 w 157574"/>
                      <a:gd name="connsiteY5" fmla="*/ 145111 h 167710"/>
                      <a:gd name="connsiteX6" fmla="*/ 144442 w 157574"/>
                      <a:gd name="connsiteY6" fmla="*/ 145111 h 167710"/>
                      <a:gd name="connsiteX7" fmla="*/ 142063 w 157574"/>
                      <a:gd name="connsiteY7" fmla="*/ 146301 h 167710"/>
                      <a:gd name="connsiteX8" fmla="*/ 140874 w 157574"/>
                      <a:gd name="connsiteY8" fmla="*/ 141543 h 167710"/>
                      <a:gd name="connsiteX9" fmla="*/ 139684 w 157574"/>
                      <a:gd name="connsiteY9" fmla="*/ 140354 h 167710"/>
                      <a:gd name="connsiteX10" fmla="*/ 132548 w 157574"/>
                      <a:gd name="connsiteY10" fmla="*/ 147490 h 167710"/>
                      <a:gd name="connsiteX11" fmla="*/ 128979 w 157574"/>
                      <a:gd name="connsiteY11" fmla="*/ 145111 h 167710"/>
                      <a:gd name="connsiteX12" fmla="*/ 109948 w 157574"/>
                      <a:gd name="connsiteY12" fmla="*/ 145111 h 167710"/>
                      <a:gd name="connsiteX13" fmla="*/ 89728 w 157574"/>
                      <a:gd name="connsiteY13" fmla="*/ 147490 h 167710"/>
                      <a:gd name="connsiteX14" fmla="*/ 52856 w 157574"/>
                      <a:gd name="connsiteY14" fmla="*/ 158195 h 167710"/>
                      <a:gd name="connsiteX15" fmla="*/ 44530 w 157574"/>
                      <a:gd name="connsiteY15" fmla="*/ 161763 h 167710"/>
                      <a:gd name="connsiteX16" fmla="*/ 36203 w 157574"/>
                      <a:gd name="connsiteY16" fmla="*/ 164142 h 167710"/>
                      <a:gd name="connsiteX17" fmla="*/ 26688 w 157574"/>
                      <a:gd name="connsiteY17" fmla="*/ 167710 h 167710"/>
                      <a:gd name="connsiteX18" fmla="*/ 26688 w 157574"/>
                      <a:gd name="connsiteY18" fmla="*/ 164142 h 167710"/>
                      <a:gd name="connsiteX19" fmla="*/ 26688 w 157574"/>
                      <a:gd name="connsiteY19" fmla="*/ 160574 h 167710"/>
                      <a:gd name="connsiteX20" fmla="*/ 25498 w 157574"/>
                      <a:gd name="connsiteY20" fmla="*/ 157006 h 167710"/>
                      <a:gd name="connsiteX21" fmla="*/ 26688 w 157574"/>
                      <a:gd name="connsiteY21" fmla="*/ 153437 h 167710"/>
                      <a:gd name="connsiteX22" fmla="*/ 25498 w 157574"/>
                      <a:gd name="connsiteY22" fmla="*/ 149869 h 167710"/>
                      <a:gd name="connsiteX23" fmla="*/ 25498 w 157574"/>
                      <a:gd name="connsiteY23" fmla="*/ 145111 h 167710"/>
                      <a:gd name="connsiteX24" fmla="*/ 27877 w 157574"/>
                      <a:gd name="connsiteY24" fmla="*/ 141543 h 167710"/>
                      <a:gd name="connsiteX25" fmla="*/ 29067 w 157574"/>
                      <a:gd name="connsiteY25" fmla="*/ 139164 h 167710"/>
                      <a:gd name="connsiteX26" fmla="*/ 27877 w 157574"/>
                      <a:gd name="connsiteY26" fmla="*/ 136785 h 167710"/>
                      <a:gd name="connsiteX27" fmla="*/ 30256 w 157574"/>
                      <a:gd name="connsiteY27" fmla="*/ 133217 h 167710"/>
                      <a:gd name="connsiteX28" fmla="*/ 25498 w 157574"/>
                      <a:gd name="connsiteY28" fmla="*/ 126080 h 167710"/>
                      <a:gd name="connsiteX29" fmla="*/ 19551 w 157574"/>
                      <a:gd name="connsiteY29" fmla="*/ 120133 h 167710"/>
                      <a:gd name="connsiteX30" fmla="*/ 10036 w 157574"/>
                      <a:gd name="connsiteY30" fmla="*/ 117754 h 167710"/>
                      <a:gd name="connsiteX31" fmla="*/ 1710 w 157574"/>
                      <a:gd name="connsiteY31" fmla="*/ 108239 h 167710"/>
                      <a:gd name="connsiteX32" fmla="*/ 5278 w 157574"/>
                      <a:gd name="connsiteY32" fmla="*/ 89208 h 167710"/>
                      <a:gd name="connsiteX33" fmla="*/ 5278 w 157574"/>
                      <a:gd name="connsiteY33" fmla="*/ 89208 h 167710"/>
                      <a:gd name="connsiteX34" fmla="*/ 17173 w 157574"/>
                      <a:gd name="connsiteY34" fmla="*/ 71366 h 167710"/>
                      <a:gd name="connsiteX35" fmla="*/ 18362 w 157574"/>
                      <a:gd name="connsiteY35" fmla="*/ 54714 h 167710"/>
                      <a:gd name="connsiteX36" fmla="*/ 13604 w 157574"/>
                      <a:gd name="connsiteY36" fmla="*/ 46388 h 167710"/>
                      <a:gd name="connsiteX37" fmla="*/ 12415 w 157574"/>
                      <a:gd name="connsiteY37" fmla="*/ 35683 h 167710"/>
                      <a:gd name="connsiteX38" fmla="*/ 12415 w 157574"/>
                      <a:gd name="connsiteY38" fmla="*/ 23789 h 167710"/>
                      <a:gd name="connsiteX39" fmla="*/ 10036 w 157574"/>
                      <a:gd name="connsiteY39" fmla="*/ 13084 h 167710"/>
                      <a:gd name="connsiteX40" fmla="*/ 24309 w 157574"/>
                      <a:gd name="connsiteY40" fmla="*/ 5947 h 167710"/>
                      <a:gd name="connsiteX41" fmla="*/ 25498 w 157574"/>
                      <a:gd name="connsiteY41" fmla="*/ 7137 h 167710"/>
                      <a:gd name="connsiteX42" fmla="*/ 51666 w 157574"/>
                      <a:gd name="connsiteY42" fmla="*/ 4758 h 167710"/>
                      <a:gd name="connsiteX43" fmla="*/ 67129 w 157574"/>
                      <a:gd name="connsiteY43" fmla="*/ 2379 h 167710"/>
                      <a:gd name="connsiteX44" fmla="*/ 86160 w 157574"/>
                      <a:gd name="connsiteY44" fmla="*/ 0 h 167710"/>
                      <a:gd name="connsiteX45" fmla="*/ 92107 w 157574"/>
                      <a:gd name="connsiteY45" fmla="*/ 4758 h 167710"/>
                      <a:gd name="connsiteX46" fmla="*/ 107569 w 157574"/>
                      <a:gd name="connsiteY46" fmla="*/ 11894 h 167710"/>
                      <a:gd name="connsiteX47" fmla="*/ 123032 w 157574"/>
                      <a:gd name="connsiteY47" fmla="*/ 19031 h 167710"/>
                      <a:gd name="connsiteX48" fmla="*/ 138495 w 157574"/>
                      <a:gd name="connsiteY48" fmla="*/ 19031 h 167710"/>
                      <a:gd name="connsiteX49" fmla="*/ 146821 w 157574"/>
                      <a:gd name="connsiteY49" fmla="*/ 21410 h 167710"/>
                      <a:gd name="connsiteX50" fmla="*/ 151579 w 157574"/>
                      <a:gd name="connsiteY50" fmla="*/ 22599 h 167710"/>
                      <a:gd name="connsiteX51" fmla="*/ 151579 w 157574"/>
                      <a:gd name="connsiteY51" fmla="*/ 29736 h 167710"/>
                      <a:gd name="connsiteX52" fmla="*/ 151579 w 157574"/>
                      <a:gd name="connsiteY52" fmla="*/ 40441 h 167710"/>
                      <a:gd name="connsiteX53" fmla="*/ 156336 w 157574"/>
                      <a:gd name="connsiteY53" fmla="*/ 47577 h 167710"/>
                      <a:gd name="connsiteX54" fmla="*/ 153958 w 157574"/>
                      <a:gd name="connsiteY54" fmla="*/ 66608 h 167710"/>
                      <a:gd name="connsiteX55" fmla="*/ 146821 w 157574"/>
                      <a:gd name="connsiteY55" fmla="*/ 73745 h 167710"/>
                      <a:gd name="connsiteX56" fmla="*/ 143252 w 157574"/>
                      <a:gd name="connsiteY56" fmla="*/ 83260 h 167710"/>
                      <a:gd name="connsiteX57" fmla="*/ 140874 w 157574"/>
                      <a:gd name="connsiteY57" fmla="*/ 99912 h 167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</a:cxnLst>
                    <a:rect l="l" t="t" r="r" b="b"/>
                    <a:pathLst>
                      <a:path w="157574" h="167710">
                        <a:moveTo>
                          <a:pt x="140874" y="99912"/>
                        </a:moveTo>
                        <a:cubicBezTo>
                          <a:pt x="140874" y="102291"/>
                          <a:pt x="138495" y="107049"/>
                          <a:pt x="138495" y="110618"/>
                        </a:cubicBezTo>
                        <a:cubicBezTo>
                          <a:pt x="138495" y="114186"/>
                          <a:pt x="140874" y="116565"/>
                          <a:pt x="142063" y="120133"/>
                        </a:cubicBezTo>
                        <a:cubicBezTo>
                          <a:pt x="143252" y="122512"/>
                          <a:pt x="144442" y="126080"/>
                          <a:pt x="145631" y="129648"/>
                        </a:cubicBezTo>
                        <a:cubicBezTo>
                          <a:pt x="148011" y="130838"/>
                          <a:pt x="150389" y="132027"/>
                          <a:pt x="152768" y="133217"/>
                        </a:cubicBezTo>
                        <a:cubicBezTo>
                          <a:pt x="153958" y="136785"/>
                          <a:pt x="157526" y="142732"/>
                          <a:pt x="151579" y="145111"/>
                        </a:cubicBezTo>
                        <a:cubicBezTo>
                          <a:pt x="149200" y="146301"/>
                          <a:pt x="146821" y="143922"/>
                          <a:pt x="144442" y="145111"/>
                        </a:cubicBezTo>
                        <a:cubicBezTo>
                          <a:pt x="143252" y="145111"/>
                          <a:pt x="143252" y="145111"/>
                          <a:pt x="142063" y="146301"/>
                        </a:cubicBezTo>
                        <a:cubicBezTo>
                          <a:pt x="142063" y="145111"/>
                          <a:pt x="140874" y="142732"/>
                          <a:pt x="140874" y="141543"/>
                        </a:cubicBezTo>
                        <a:cubicBezTo>
                          <a:pt x="140874" y="141543"/>
                          <a:pt x="139684" y="141543"/>
                          <a:pt x="139684" y="140354"/>
                        </a:cubicBezTo>
                        <a:cubicBezTo>
                          <a:pt x="136116" y="139164"/>
                          <a:pt x="133737" y="145111"/>
                          <a:pt x="132548" y="147490"/>
                        </a:cubicBezTo>
                        <a:cubicBezTo>
                          <a:pt x="131358" y="146301"/>
                          <a:pt x="130169" y="146301"/>
                          <a:pt x="128979" y="145111"/>
                        </a:cubicBezTo>
                        <a:cubicBezTo>
                          <a:pt x="123032" y="141543"/>
                          <a:pt x="117085" y="142732"/>
                          <a:pt x="109948" y="145111"/>
                        </a:cubicBezTo>
                        <a:cubicBezTo>
                          <a:pt x="104001" y="146301"/>
                          <a:pt x="95675" y="147490"/>
                          <a:pt x="89728" y="147490"/>
                        </a:cubicBezTo>
                        <a:cubicBezTo>
                          <a:pt x="76644" y="147490"/>
                          <a:pt x="59992" y="146301"/>
                          <a:pt x="52856" y="158195"/>
                        </a:cubicBezTo>
                        <a:cubicBezTo>
                          <a:pt x="48098" y="158195"/>
                          <a:pt x="46909" y="160574"/>
                          <a:pt x="44530" y="161763"/>
                        </a:cubicBezTo>
                        <a:cubicBezTo>
                          <a:pt x="40961" y="162953"/>
                          <a:pt x="39772" y="162953"/>
                          <a:pt x="36203" y="164142"/>
                        </a:cubicBezTo>
                        <a:cubicBezTo>
                          <a:pt x="32635" y="166521"/>
                          <a:pt x="30256" y="167710"/>
                          <a:pt x="26688" y="167710"/>
                        </a:cubicBezTo>
                        <a:cubicBezTo>
                          <a:pt x="26688" y="166521"/>
                          <a:pt x="26688" y="165331"/>
                          <a:pt x="26688" y="164142"/>
                        </a:cubicBezTo>
                        <a:cubicBezTo>
                          <a:pt x="26688" y="161763"/>
                          <a:pt x="26688" y="161763"/>
                          <a:pt x="26688" y="160574"/>
                        </a:cubicBezTo>
                        <a:cubicBezTo>
                          <a:pt x="26688" y="159384"/>
                          <a:pt x="25498" y="158195"/>
                          <a:pt x="25498" y="157006"/>
                        </a:cubicBezTo>
                        <a:cubicBezTo>
                          <a:pt x="25498" y="155816"/>
                          <a:pt x="26688" y="154627"/>
                          <a:pt x="26688" y="153437"/>
                        </a:cubicBezTo>
                        <a:cubicBezTo>
                          <a:pt x="26688" y="153437"/>
                          <a:pt x="25498" y="151058"/>
                          <a:pt x="25498" y="149869"/>
                        </a:cubicBezTo>
                        <a:cubicBezTo>
                          <a:pt x="25498" y="148679"/>
                          <a:pt x="25498" y="146301"/>
                          <a:pt x="25498" y="145111"/>
                        </a:cubicBezTo>
                        <a:cubicBezTo>
                          <a:pt x="25498" y="143922"/>
                          <a:pt x="26688" y="142732"/>
                          <a:pt x="27877" y="141543"/>
                        </a:cubicBezTo>
                        <a:cubicBezTo>
                          <a:pt x="27877" y="141543"/>
                          <a:pt x="27877" y="140354"/>
                          <a:pt x="29067" y="139164"/>
                        </a:cubicBezTo>
                        <a:cubicBezTo>
                          <a:pt x="29067" y="139164"/>
                          <a:pt x="26688" y="137975"/>
                          <a:pt x="27877" y="136785"/>
                        </a:cubicBezTo>
                        <a:cubicBezTo>
                          <a:pt x="27877" y="135596"/>
                          <a:pt x="30256" y="135596"/>
                          <a:pt x="30256" y="133217"/>
                        </a:cubicBezTo>
                        <a:cubicBezTo>
                          <a:pt x="31446" y="129648"/>
                          <a:pt x="29067" y="127270"/>
                          <a:pt x="25498" y="126080"/>
                        </a:cubicBezTo>
                        <a:cubicBezTo>
                          <a:pt x="23120" y="124891"/>
                          <a:pt x="21930" y="122512"/>
                          <a:pt x="19551" y="120133"/>
                        </a:cubicBezTo>
                        <a:cubicBezTo>
                          <a:pt x="17173" y="117754"/>
                          <a:pt x="13604" y="117754"/>
                          <a:pt x="10036" y="117754"/>
                        </a:cubicBezTo>
                        <a:cubicBezTo>
                          <a:pt x="2899" y="116565"/>
                          <a:pt x="-3048" y="116565"/>
                          <a:pt x="1710" y="108239"/>
                        </a:cubicBezTo>
                        <a:cubicBezTo>
                          <a:pt x="5278" y="102291"/>
                          <a:pt x="5278" y="96344"/>
                          <a:pt x="5278" y="89208"/>
                        </a:cubicBezTo>
                        <a:cubicBezTo>
                          <a:pt x="5278" y="89208"/>
                          <a:pt x="5278" y="89208"/>
                          <a:pt x="5278" y="89208"/>
                        </a:cubicBezTo>
                        <a:cubicBezTo>
                          <a:pt x="12415" y="92776"/>
                          <a:pt x="17173" y="74935"/>
                          <a:pt x="17173" y="71366"/>
                        </a:cubicBezTo>
                        <a:cubicBezTo>
                          <a:pt x="17173" y="64229"/>
                          <a:pt x="5278" y="53525"/>
                          <a:pt x="18362" y="54714"/>
                        </a:cubicBezTo>
                        <a:cubicBezTo>
                          <a:pt x="19551" y="49956"/>
                          <a:pt x="15983" y="49956"/>
                          <a:pt x="13604" y="46388"/>
                        </a:cubicBezTo>
                        <a:cubicBezTo>
                          <a:pt x="11225" y="42820"/>
                          <a:pt x="11225" y="39252"/>
                          <a:pt x="12415" y="35683"/>
                        </a:cubicBezTo>
                        <a:cubicBezTo>
                          <a:pt x="12415" y="32115"/>
                          <a:pt x="12415" y="28546"/>
                          <a:pt x="12415" y="23789"/>
                        </a:cubicBezTo>
                        <a:cubicBezTo>
                          <a:pt x="12415" y="20221"/>
                          <a:pt x="10036" y="16652"/>
                          <a:pt x="10036" y="13084"/>
                        </a:cubicBezTo>
                        <a:cubicBezTo>
                          <a:pt x="13604" y="11894"/>
                          <a:pt x="21930" y="9516"/>
                          <a:pt x="24309" y="5947"/>
                        </a:cubicBezTo>
                        <a:cubicBezTo>
                          <a:pt x="24309" y="5947"/>
                          <a:pt x="24309" y="7137"/>
                          <a:pt x="25498" y="7137"/>
                        </a:cubicBezTo>
                        <a:cubicBezTo>
                          <a:pt x="31446" y="-1190"/>
                          <a:pt x="49287" y="13084"/>
                          <a:pt x="51666" y="4758"/>
                        </a:cubicBezTo>
                        <a:cubicBezTo>
                          <a:pt x="57613" y="3569"/>
                          <a:pt x="61182" y="1190"/>
                          <a:pt x="67129" y="2379"/>
                        </a:cubicBezTo>
                        <a:cubicBezTo>
                          <a:pt x="69508" y="10705"/>
                          <a:pt x="80213" y="5947"/>
                          <a:pt x="86160" y="0"/>
                        </a:cubicBezTo>
                        <a:cubicBezTo>
                          <a:pt x="88539" y="1190"/>
                          <a:pt x="90917" y="2379"/>
                          <a:pt x="92107" y="4758"/>
                        </a:cubicBezTo>
                        <a:cubicBezTo>
                          <a:pt x="96865" y="8326"/>
                          <a:pt x="101622" y="9516"/>
                          <a:pt x="107569" y="11894"/>
                        </a:cubicBezTo>
                        <a:cubicBezTo>
                          <a:pt x="114706" y="13084"/>
                          <a:pt x="117085" y="14273"/>
                          <a:pt x="123032" y="19031"/>
                        </a:cubicBezTo>
                        <a:cubicBezTo>
                          <a:pt x="128979" y="23789"/>
                          <a:pt x="132548" y="20221"/>
                          <a:pt x="138495" y="19031"/>
                        </a:cubicBezTo>
                        <a:cubicBezTo>
                          <a:pt x="142063" y="17842"/>
                          <a:pt x="143252" y="19031"/>
                          <a:pt x="146821" y="21410"/>
                        </a:cubicBezTo>
                        <a:cubicBezTo>
                          <a:pt x="148011" y="22599"/>
                          <a:pt x="149200" y="22599"/>
                          <a:pt x="151579" y="22599"/>
                        </a:cubicBezTo>
                        <a:cubicBezTo>
                          <a:pt x="151579" y="24978"/>
                          <a:pt x="151579" y="27357"/>
                          <a:pt x="151579" y="29736"/>
                        </a:cubicBezTo>
                        <a:cubicBezTo>
                          <a:pt x="151579" y="33304"/>
                          <a:pt x="150389" y="38062"/>
                          <a:pt x="151579" y="40441"/>
                        </a:cubicBezTo>
                        <a:cubicBezTo>
                          <a:pt x="152768" y="42820"/>
                          <a:pt x="155147" y="45199"/>
                          <a:pt x="156336" y="47577"/>
                        </a:cubicBezTo>
                        <a:cubicBezTo>
                          <a:pt x="158715" y="53525"/>
                          <a:pt x="157526" y="61851"/>
                          <a:pt x="153958" y="66608"/>
                        </a:cubicBezTo>
                        <a:cubicBezTo>
                          <a:pt x="151579" y="68987"/>
                          <a:pt x="149200" y="70177"/>
                          <a:pt x="146821" y="73745"/>
                        </a:cubicBezTo>
                        <a:cubicBezTo>
                          <a:pt x="145631" y="76124"/>
                          <a:pt x="144442" y="79692"/>
                          <a:pt x="143252" y="83260"/>
                        </a:cubicBezTo>
                        <a:cubicBezTo>
                          <a:pt x="144442" y="86829"/>
                          <a:pt x="142063" y="92776"/>
                          <a:pt x="140874" y="99912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4" name="Freeform 713">
                    <a:extLst>
                      <a:ext uri="{FF2B5EF4-FFF2-40B4-BE49-F238E27FC236}">
                        <a16:creationId xmlns:a16="http://schemas.microsoft.com/office/drawing/2014/main" id="{2ACFCA35-FDF5-83A4-3BE7-B32804E4B3B9}"/>
                      </a:ext>
                    </a:extLst>
                  </p:cNvPr>
                  <p:cNvSpPr/>
                  <p:nvPr/>
                </p:nvSpPr>
                <p:spPr>
                  <a:xfrm>
                    <a:off x="5318955" y="4086447"/>
                    <a:ext cx="182040" cy="140161"/>
                  </a:xfrm>
                  <a:custGeom>
                    <a:avLst/>
                    <a:gdLst>
                      <a:gd name="connsiteX0" fmla="*/ 168956 w 182040"/>
                      <a:gd name="connsiteY0" fmla="*/ 63569 h 140161"/>
                      <a:gd name="connsiteX1" fmla="*/ 171335 w 182040"/>
                      <a:gd name="connsiteY1" fmla="*/ 74274 h 140161"/>
                      <a:gd name="connsiteX2" fmla="*/ 171335 w 182040"/>
                      <a:gd name="connsiteY2" fmla="*/ 86168 h 140161"/>
                      <a:gd name="connsiteX3" fmla="*/ 172525 w 182040"/>
                      <a:gd name="connsiteY3" fmla="*/ 96873 h 140161"/>
                      <a:gd name="connsiteX4" fmla="*/ 177282 w 182040"/>
                      <a:gd name="connsiteY4" fmla="*/ 105199 h 140161"/>
                      <a:gd name="connsiteX5" fmla="*/ 176093 w 182040"/>
                      <a:gd name="connsiteY5" fmla="*/ 121851 h 140161"/>
                      <a:gd name="connsiteX6" fmla="*/ 164199 w 182040"/>
                      <a:gd name="connsiteY6" fmla="*/ 139693 h 140161"/>
                      <a:gd name="connsiteX7" fmla="*/ 159441 w 182040"/>
                      <a:gd name="connsiteY7" fmla="*/ 134935 h 140161"/>
                      <a:gd name="connsiteX8" fmla="*/ 146357 w 182040"/>
                      <a:gd name="connsiteY8" fmla="*/ 139693 h 140161"/>
                      <a:gd name="connsiteX9" fmla="*/ 143978 w 182040"/>
                      <a:gd name="connsiteY9" fmla="*/ 136124 h 140161"/>
                      <a:gd name="connsiteX10" fmla="*/ 140410 w 182040"/>
                      <a:gd name="connsiteY10" fmla="*/ 133746 h 140161"/>
                      <a:gd name="connsiteX11" fmla="*/ 139220 w 182040"/>
                      <a:gd name="connsiteY11" fmla="*/ 123040 h 140161"/>
                      <a:gd name="connsiteX12" fmla="*/ 135652 w 182040"/>
                      <a:gd name="connsiteY12" fmla="*/ 114715 h 140161"/>
                      <a:gd name="connsiteX13" fmla="*/ 130895 w 182040"/>
                      <a:gd name="connsiteY13" fmla="*/ 107578 h 140161"/>
                      <a:gd name="connsiteX14" fmla="*/ 108295 w 182040"/>
                      <a:gd name="connsiteY14" fmla="*/ 109957 h 140161"/>
                      <a:gd name="connsiteX15" fmla="*/ 108295 w 182040"/>
                      <a:gd name="connsiteY15" fmla="*/ 109957 h 140161"/>
                      <a:gd name="connsiteX16" fmla="*/ 107106 w 182040"/>
                      <a:gd name="connsiteY16" fmla="*/ 104010 h 140161"/>
                      <a:gd name="connsiteX17" fmla="*/ 110674 w 182040"/>
                      <a:gd name="connsiteY17" fmla="*/ 102820 h 140161"/>
                      <a:gd name="connsiteX18" fmla="*/ 105916 w 182040"/>
                      <a:gd name="connsiteY18" fmla="*/ 92115 h 140161"/>
                      <a:gd name="connsiteX19" fmla="*/ 99969 w 182040"/>
                      <a:gd name="connsiteY19" fmla="*/ 79031 h 140161"/>
                      <a:gd name="connsiteX20" fmla="*/ 88075 w 182040"/>
                      <a:gd name="connsiteY20" fmla="*/ 68327 h 140161"/>
                      <a:gd name="connsiteX21" fmla="*/ 69044 w 182040"/>
                      <a:gd name="connsiteY21" fmla="*/ 69516 h 140161"/>
                      <a:gd name="connsiteX22" fmla="*/ 54771 w 182040"/>
                      <a:gd name="connsiteY22" fmla="*/ 80221 h 140161"/>
                      <a:gd name="connsiteX23" fmla="*/ 40497 w 182040"/>
                      <a:gd name="connsiteY23" fmla="*/ 88547 h 140161"/>
                      <a:gd name="connsiteX24" fmla="*/ 40497 w 182040"/>
                      <a:gd name="connsiteY24" fmla="*/ 88547 h 140161"/>
                      <a:gd name="connsiteX25" fmla="*/ 36929 w 182040"/>
                      <a:gd name="connsiteY25" fmla="*/ 86168 h 140161"/>
                      <a:gd name="connsiteX26" fmla="*/ 29793 w 182040"/>
                      <a:gd name="connsiteY26" fmla="*/ 80221 h 140161"/>
                      <a:gd name="connsiteX27" fmla="*/ 28603 w 182040"/>
                      <a:gd name="connsiteY27" fmla="*/ 75463 h 140161"/>
                      <a:gd name="connsiteX28" fmla="*/ 25035 w 182040"/>
                      <a:gd name="connsiteY28" fmla="*/ 74274 h 140161"/>
                      <a:gd name="connsiteX29" fmla="*/ 21466 w 182040"/>
                      <a:gd name="connsiteY29" fmla="*/ 67137 h 140161"/>
                      <a:gd name="connsiteX30" fmla="*/ 17898 w 182040"/>
                      <a:gd name="connsiteY30" fmla="*/ 65948 h 140161"/>
                      <a:gd name="connsiteX31" fmla="*/ 16709 w 182040"/>
                      <a:gd name="connsiteY31" fmla="*/ 68327 h 140161"/>
                      <a:gd name="connsiteX32" fmla="*/ 14330 w 182040"/>
                      <a:gd name="connsiteY32" fmla="*/ 68327 h 140161"/>
                      <a:gd name="connsiteX33" fmla="*/ 1246 w 182040"/>
                      <a:gd name="connsiteY33" fmla="*/ 58811 h 140161"/>
                      <a:gd name="connsiteX34" fmla="*/ 57 w 182040"/>
                      <a:gd name="connsiteY34" fmla="*/ 45727 h 140161"/>
                      <a:gd name="connsiteX35" fmla="*/ 57 w 182040"/>
                      <a:gd name="connsiteY35" fmla="*/ 45727 h 140161"/>
                      <a:gd name="connsiteX36" fmla="*/ 22656 w 182040"/>
                      <a:gd name="connsiteY36" fmla="*/ 31454 h 140161"/>
                      <a:gd name="connsiteX37" fmla="*/ 25035 w 182040"/>
                      <a:gd name="connsiteY37" fmla="*/ 529 h 140161"/>
                      <a:gd name="connsiteX38" fmla="*/ 25035 w 182040"/>
                      <a:gd name="connsiteY38" fmla="*/ 529 h 140161"/>
                      <a:gd name="connsiteX39" fmla="*/ 44066 w 182040"/>
                      <a:gd name="connsiteY39" fmla="*/ 529 h 140161"/>
                      <a:gd name="connsiteX40" fmla="*/ 53581 w 182040"/>
                      <a:gd name="connsiteY40" fmla="*/ 5286 h 140161"/>
                      <a:gd name="connsiteX41" fmla="*/ 82128 w 182040"/>
                      <a:gd name="connsiteY41" fmla="*/ 11234 h 140161"/>
                      <a:gd name="connsiteX42" fmla="*/ 94022 w 182040"/>
                      <a:gd name="connsiteY42" fmla="*/ 15991 h 140161"/>
                      <a:gd name="connsiteX43" fmla="*/ 94022 w 182040"/>
                      <a:gd name="connsiteY43" fmla="*/ 15991 h 140161"/>
                      <a:gd name="connsiteX44" fmla="*/ 94022 w 182040"/>
                      <a:gd name="connsiteY44" fmla="*/ 15991 h 140161"/>
                      <a:gd name="connsiteX45" fmla="*/ 108295 w 182040"/>
                      <a:gd name="connsiteY45" fmla="*/ 18370 h 140161"/>
                      <a:gd name="connsiteX46" fmla="*/ 122568 w 182040"/>
                      <a:gd name="connsiteY46" fmla="*/ 20749 h 140161"/>
                      <a:gd name="connsiteX47" fmla="*/ 133273 w 182040"/>
                      <a:gd name="connsiteY47" fmla="*/ 12423 h 140161"/>
                      <a:gd name="connsiteX48" fmla="*/ 152304 w 182040"/>
                      <a:gd name="connsiteY48" fmla="*/ 11234 h 140161"/>
                      <a:gd name="connsiteX49" fmla="*/ 157062 w 182040"/>
                      <a:gd name="connsiteY49" fmla="*/ 27886 h 140161"/>
                      <a:gd name="connsiteX50" fmla="*/ 167767 w 182040"/>
                      <a:gd name="connsiteY50" fmla="*/ 35022 h 140161"/>
                      <a:gd name="connsiteX51" fmla="*/ 161820 w 182040"/>
                      <a:gd name="connsiteY51" fmla="*/ 46917 h 140161"/>
                      <a:gd name="connsiteX52" fmla="*/ 171335 w 182040"/>
                      <a:gd name="connsiteY52" fmla="*/ 56432 h 140161"/>
                      <a:gd name="connsiteX53" fmla="*/ 182040 w 182040"/>
                      <a:gd name="connsiteY53" fmla="*/ 61190 h 140161"/>
                      <a:gd name="connsiteX54" fmla="*/ 168956 w 182040"/>
                      <a:gd name="connsiteY54" fmla="*/ 63569 h 140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</a:cxnLst>
                    <a:rect l="l" t="t" r="r" b="b"/>
                    <a:pathLst>
                      <a:path w="182040" h="140161">
                        <a:moveTo>
                          <a:pt x="168956" y="63569"/>
                        </a:moveTo>
                        <a:cubicBezTo>
                          <a:pt x="167767" y="67137"/>
                          <a:pt x="171335" y="70705"/>
                          <a:pt x="171335" y="74274"/>
                        </a:cubicBezTo>
                        <a:cubicBezTo>
                          <a:pt x="171335" y="77842"/>
                          <a:pt x="171335" y="81410"/>
                          <a:pt x="171335" y="86168"/>
                        </a:cubicBezTo>
                        <a:cubicBezTo>
                          <a:pt x="171335" y="89736"/>
                          <a:pt x="171335" y="94494"/>
                          <a:pt x="172525" y="96873"/>
                        </a:cubicBezTo>
                        <a:cubicBezTo>
                          <a:pt x="174903" y="100441"/>
                          <a:pt x="178472" y="100441"/>
                          <a:pt x="177282" y="105199"/>
                        </a:cubicBezTo>
                        <a:cubicBezTo>
                          <a:pt x="163009" y="105199"/>
                          <a:pt x="176093" y="115904"/>
                          <a:pt x="176093" y="121851"/>
                        </a:cubicBezTo>
                        <a:cubicBezTo>
                          <a:pt x="176093" y="125419"/>
                          <a:pt x="171335" y="143261"/>
                          <a:pt x="164199" y="139693"/>
                        </a:cubicBezTo>
                        <a:cubicBezTo>
                          <a:pt x="163009" y="137314"/>
                          <a:pt x="161820" y="134935"/>
                          <a:pt x="159441" y="134935"/>
                        </a:cubicBezTo>
                        <a:cubicBezTo>
                          <a:pt x="154683" y="133746"/>
                          <a:pt x="151115" y="139693"/>
                          <a:pt x="146357" y="139693"/>
                        </a:cubicBezTo>
                        <a:cubicBezTo>
                          <a:pt x="145168" y="138503"/>
                          <a:pt x="145168" y="137314"/>
                          <a:pt x="143978" y="136124"/>
                        </a:cubicBezTo>
                        <a:cubicBezTo>
                          <a:pt x="142789" y="134935"/>
                          <a:pt x="141599" y="134935"/>
                          <a:pt x="140410" y="133746"/>
                        </a:cubicBezTo>
                        <a:cubicBezTo>
                          <a:pt x="139220" y="131367"/>
                          <a:pt x="139220" y="126609"/>
                          <a:pt x="139220" y="123040"/>
                        </a:cubicBezTo>
                        <a:cubicBezTo>
                          <a:pt x="139220" y="119472"/>
                          <a:pt x="138031" y="117093"/>
                          <a:pt x="135652" y="114715"/>
                        </a:cubicBezTo>
                        <a:cubicBezTo>
                          <a:pt x="134463" y="112335"/>
                          <a:pt x="132084" y="109957"/>
                          <a:pt x="130895" y="107578"/>
                        </a:cubicBezTo>
                        <a:cubicBezTo>
                          <a:pt x="122568" y="104010"/>
                          <a:pt x="115432" y="109957"/>
                          <a:pt x="108295" y="109957"/>
                        </a:cubicBezTo>
                        <a:cubicBezTo>
                          <a:pt x="108295" y="109957"/>
                          <a:pt x="108295" y="109957"/>
                          <a:pt x="108295" y="109957"/>
                        </a:cubicBezTo>
                        <a:cubicBezTo>
                          <a:pt x="107106" y="107578"/>
                          <a:pt x="105916" y="106388"/>
                          <a:pt x="107106" y="104010"/>
                        </a:cubicBezTo>
                        <a:cubicBezTo>
                          <a:pt x="108295" y="104010"/>
                          <a:pt x="109485" y="102820"/>
                          <a:pt x="110674" y="102820"/>
                        </a:cubicBezTo>
                        <a:cubicBezTo>
                          <a:pt x="111864" y="99252"/>
                          <a:pt x="107106" y="94494"/>
                          <a:pt x="105916" y="92115"/>
                        </a:cubicBezTo>
                        <a:cubicBezTo>
                          <a:pt x="108295" y="88547"/>
                          <a:pt x="102348" y="81410"/>
                          <a:pt x="99969" y="79031"/>
                        </a:cubicBezTo>
                        <a:cubicBezTo>
                          <a:pt x="96401" y="73084"/>
                          <a:pt x="95212" y="68327"/>
                          <a:pt x="88075" y="68327"/>
                        </a:cubicBezTo>
                        <a:cubicBezTo>
                          <a:pt x="80938" y="68327"/>
                          <a:pt x="74991" y="65948"/>
                          <a:pt x="69044" y="69516"/>
                        </a:cubicBezTo>
                        <a:cubicBezTo>
                          <a:pt x="63097" y="71895"/>
                          <a:pt x="60718" y="77842"/>
                          <a:pt x="54771" y="80221"/>
                        </a:cubicBezTo>
                        <a:cubicBezTo>
                          <a:pt x="55960" y="86168"/>
                          <a:pt x="48824" y="88547"/>
                          <a:pt x="40497" y="88547"/>
                        </a:cubicBezTo>
                        <a:lnTo>
                          <a:pt x="40497" y="88547"/>
                        </a:lnTo>
                        <a:cubicBezTo>
                          <a:pt x="39308" y="87357"/>
                          <a:pt x="38118" y="87357"/>
                          <a:pt x="36929" y="86168"/>
                        </a:cubicBezTo>
                        <a:cubicBezTo>
                          <a:pt x="34550" y="84979"/>
                          <a:pt x="30982" y="82600"/>
                          <a:pt x="29793" y="80221"/>
                        </a:cubicBezTo>
                        <a:cubicBezTo>
                          <a:pt x="28603" y="79031"/>
                          <a:pt x="29793" y="76652"/>
                          <a:pt x="28603" y="75463"/>
                        </a:cubicBezTo>
                        <a:cubicBezTo>
                          <a:pt x="27414" y="74274"/>
                          <a:pt x="26224" y="74274"/>
                          <a:pt x="25035" y="74274"/>
                        </a:cubicBezTo>
                        <a:cubicBezTo>
                          <a:pt x="20277" y="71895"/>
                          <a:pt x="23845" y="70705"/>
                          <a:pt x="21466" y="67137"/>
                        </a:cubicBezTo>
                        <a:cubicBezTo>
                          <a:pt x="20277" y="64758"/>
                          <a:pt x="20277" y="65948"/>
                          <a:pt x="17898" y="65948"/>
                        </a:cubicBezTo>
                        <a:cubicBezTo>
                          <a:pt x="16709" y="65948"/>
                          <a:pt x="17898" y="68327"/>
                          <a:pt x="16709" y="68327"/>
                        </a:cubicBezTo>
                        <a:cubicBezTo>
                          <a:pt x="15519" y="68327"/>
                          <a:pt x="15519" y="68327"/>
                          <a:pt x="14330" y="68327"/>
                        </a:cubicBezTo>
                        <a:cubicBezTo>
                          <a:pt x="8383" y="68327"/>
                          <a:pt x="3625" y="63569"/>
                          <a:pt x="1246" y="58811"/>
                        </a:cubicBezTo>
                        <a:cubicBezTo>
                          <a:pt x="57" y="56432"/>
                          <a:pt x="2435" y="49296"/>
                          <a:pt x="57" y="45727"/>
                        </a:cubicBezTo>
                        <a:cubicBezTo>
                          <a:pt x="57" y="45727"/>
                          <a:pt x="57" y="45727"/>
                          <a:pt x="57" y="45727"/>
                        </a:cubicBezTo>
                        <a:cubicBezTo>
                          <a:pt x="-1133" y="35022"/>
                          <a:pt x="16709" y="36212"/>
                          <a:pt x="22656" y="31454"/>
                        </a:cubicBezTo>
                        <a:cubicBezTo>
                          <a:pt x="29793" y="25507"/>
                          <a:pt x="21466" y="8855"/>
                          <a:pt x="25035" y="529"/>
                        </a:cubicBezTo>
                        <a:cubicBezTo>
                          <a:pt x="25035" y="529"/>
                          <a:pt x="25035" y="529"/>
                          <a:pt x="25035" y="529"/>
                        </a:cubicBezTo>
                        <a:cubicBezTo>
                          <a:pt x="29793" y="-661"/>
                          <a:pt x="39308" y="529"/>
                          <a:pt x="44066" y="529"/>
                        </a:cubicBezTo>
                        <a:cubicBezTo>
                          <a:pt x="50013" y="529"/>
                          <a:pt x="48824" y="4097"/>
                          <a:pt x="53581" y="5286"/>
                        </a:cubicBezTo>
                        <a:cubicBezTo>
                          <a:pt x="63097" y="7665"/>
                          <a:pt x="71423" y="11234"/>
                          <a:pt x="82128" y="11234"/>
                        </a:cubicBezTo>
                        <a:cubicBezTo>
                          <a:pt x="89264" y="11234"/>
                          <a:pt x="89264" y="13613"/>
                          <a:pt x="94022" y="15991"/>
                        </a:cubicBezTo>
                        <a:lnTo>
                          <a:pt x="94022" y="15991"/>
                        </a:lnTo>
                        <a:cubicBezTo>
                          <a:pt x="94022" y="15991"/>
                          <a:pt x="94022" y="15991"/>
                          <a:pt x="94022" y="15991"/>
                        </a:cubicBezTo>
                        <a:cubicBezTo>
                          <a:pt x="97590" y="18370"/>
                          <a:pt x="103537" y="17181"/>
                          <a:pt x="108295" y="18370"/>
                        </a:cubicBezTo>
                        <a:cubicBezTo>
                          <a:pt x="113053" y="19560"/>
                          <a:pt x="116621" y="23128"/>
                          <a:pt x="122568" y="20749"/>
                        </a:cubicBezTo>
                        <a:cubicBezTo>
                          <a:pt x="126137" y="19560"/>
                          <a:pt x="128516" y="14802"/>
                          <a:pt x="133273" y="12423"/>
                        </a:cubicBezTo>
                        <a:cubicBezTo>
                          <a:pt x="136842" y="11234"/>
                          <a:pt x="148736" y="8855"/>
                          <a:pt x="152304" y="11234"/>
                        </a:cubicBezTo>
                        <a:cubicBezTo>
                          <a:pt x="157062" y="13613"/>
                          <a:pt x="160630" y="24317"/>
                          <a:pt x="157062" y="27886"/>
                        </a:cubicBezTo>
                        <a:cubicBezTo>
                          <a:pt x="159441" y="30265"/>
                          <a:pt x="165388" y="31454"/>
                          <a:pt x="167767" y="35022"/>
                        </a:cubicBezTo>
                        <a:cubicBezTo>
                          <a:pt x="163009" y="36212"/>
                          <a:pt x="161820" y="42159"/>
                          <a:pt x="161820" y="46917"/>
                        </a:cubicBezTo>
                        <a:cubicBezTo>
                          <a:pt x="172525" y="45727"/>
                          <a:pt x="166578" y="51674"/>
                          <a:pt x="171335" y="56432"/>
                        </a:cubicBezTo>
                        <a:cubicBezTo>
                          <a:pt x="174903" y="60000"/>
                          <a:pt x="178472" y="56432"/>
                          <a:pt x="182040" y="61190"/>
                        </a:cubicBezTo>
                        <a:cubicBezTo>
                          <a:pt x="180851" y="61190"/>
                          <a:pt x="172525" y="62379"/>
                          <a:pt x="168956" y="6356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5" name="Freeform 714">
                    <a:extLst>
                      <a:ext uri="{FF2B5EF4-FFF2-40B4-BE49-F238E27FC236}">
                        <a16:creationId xmlns:a16="http://schemas.microsoft.com/office/drawing/2014/main" id="{BE6AB864-5A20-446B-7C1B-034EFA724996}"/>
                      </a:ext>
                    </a:extLst>
                  </p:cNvPr>
                  <p:cNvSpPr/>
                  <p:nvPr/>
                </p:nvSpPr>
                <p:spPr>
                  <a:xfrm>
                    <a:off x="5356749" y="4150429"/>
                    <a:ext cx="73068" cy="87605"/>
                  </a:xfrm>
                  <a:custGeom>
                    <a:avLst/>
                    <a:gdLst>
                      <a:gd name="connsiteX0" fmla="*/ 68122 w 73068"/>
                      <a:gd name="connsiteY0" fmla="*/ 40028 h 87605"/>
                      <a:gd name="connsiteX1" fmla="*/ 69312 w 73068"/>
                      <a:gd name="connsiteY1" fmla="*/ 45975 h 87605"/>
                      <a:gd name="connsiteX2" fmla="*/ 69312 w 73068"/>
                      <a:gd name="connsiteY2" fmla="*/ 45975 h 87605"/>
                      <a:gd name="connsiteX3" fmla="*/ 65743 w 73068"/>
                      <a:gd name="connsiteY3" fmla="*/ 57870 h 87605"/>
                      <a:gd name="connsiteX4" fmla="*/ 59796 w 73068"/>
                      <a:gd name="connsiteY4" fmla="*/ 69764 h 87605"/>
                      <a:gd name="connsiteX5" fmla="*/ 53849 w 73068"/>
                      <a:gd name="connsiteY5" fmla="*/ 73332 h 87605"/>
                      <a:gd name="connsiteX6" fmla="*/ 50280 w 73068"/>
                      <a:gd name="connsiteY6" fmla="*/ 78090 h 87605"/>
                      <a:gd name="connsiteX7" fmla="*/ 46712 w 73068"/>
                      <a:gd name="connsiteY7" fmla="*/ 87606 h 87605"/>
                      <a:gd name="connsiteX8" fmla="*/ 39576 w 73068"/>
                      <a:gd name="connsiteY8" fmla="*/ 85227 h 87605"/>
                      <a:gd name="connsiteX9" fmla="*/ 25302 w 73068"/>
                      <a:gd name="connsiteY9" fmla="*/ 79279 h 87605"/>
                      <a:gd name="connsiteX10" fmla="*/ 21734 w 73068"/>
                      <a:gd name="connsiteY10" fmla="*/ 72143 h 87605"/>
                      <a:gd name="connsiteX11" fmla="*/ 19355 w 73068"/>
                      <a:gd name="connsiteY11" fmla="*/ 63817 h 87605"/>
                      <a:gd name="connsiteX12" fmla="*/ 5082 w 73068"/>
                      <a:gd name="connsiteY12" fmla="*/ 44786 h 87605"/>
                      <a:gd name="connsiteX13" fmla="*/ 324 w 73068"/>
                      <a:gd name="connsiteY13" fmla="*/ 41217 h 87605"/>
                      <a:gd name="connsiteX14" fmla="*/ 2703 w 73068"/>
                      <a:gd name="connsiteY14" fmla="*/ 35270 h 87605"/>
                      <a:gd name="connsiteX15" fmla="*/ 1514 w 73068"/>
                      <a:gd name="connsiteY15" fmla="*/ 28134 h 87605"/>
                      <a:gd name="connsiteX16" fmla="*/ 2703 w 73068"/>
                      <a:gd name="connsiteY16" fmla="*/ 20997 h 87605"/>
                      <a:gd name="connsiteX17" fmla="*/ 2703 w 73068"/>
                      <a:gd name="connsiteY17" fmla="*/ 20997 h 87605"/>
                      <a:gd name="connsiteX18" fmla="*/ 16976 w 73068"/>
                      <a:gd name="connsiteY18" fmla="*/ 12671 h 87605"/>
                      <a:gd name="connsiteX19" fmla="*/ 31249 w 73068"/>
                      <a:gd name="connsiteY19" fmla="*/ 1966 h 87605"/>
                      <a:gd name="connsiteX20" fmla="*/ 50280 w 73068"/>
                      <a:gd name="connsiteY20" fmla="*/ 777 h 87605"/>
                      <a:gd name="connsiteX21" fmla="*/ 62175 w 73068"/>
                      <a:gd name="connsiteY21" fmla="*/ 11482 h 87605"/>
                      <a:gd name="connsiteX22" fmla="*/ 68122 w 73068"/>
                      <a:gd name="connsiteY22" fmla="*/ 24565 h 87605"/>
                      <a:gd name="connsiteX23" fmla="*/ 72880 w 73068"/>
                      <a:gd name="connsiteY23" fmla="*/ 35270 h 87605"/>
                      <a:gd name="connsiteX24" fmla="*/ 68122 w 73068"/>
                      <a:gd name="connsiteY24" fmla="*/ 40028 h 876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3068" h="87605">
                        <a:moveTo>
                          <a:pt x="68122" y="40028"/>
                        </a:moveTo>
                        <a:cubicBezTo>
                          <a:pt x="68122" y="42407"/>
                          <a:pt x="69312" y="43596"/>
                          <a:pt x="69312" y="45975"/>
                        </a:cubicBezTo>
                        <a:cubicBezTo>
                          <a:pt x="69312" y="45975"/>
                          <a:pt x="69312" y="45975"/>
                          <a:pt x="69312" y="45975"/>
                        </a:cubicBezTo>
                        <a:cubicBezTo>
                          <a:pt x="68122" y="49544"/>
                          <a:pt x="66932" y="54301"/>
                          <a:pt x="65743" y="57870"/>
                        </a:cubicBezTo>
                        <a:cubicBezTo>
                          <a:pt x="60985" y="57870"/>
                          <a:pt x="63364" y="67385"/>
                          <a:pt x="59796" y="69764"/>
                        </a:cubicBezTo>
                        <a:cubicBezTo>
                          <a:pt x="58607" y="70953"/>
                          <a:pt x="56228" y="72143"/>
                          <a:pt x="53849" y="73332"/>
                        </a:cubicBezTo>
                        <a:cubicBezTo>
                          <a:pt x="52659" y="75711"/>
                          <a:pt x="52659" y="78090"/>
                          <a:pt x="50280" y="78090"/>
                        </a:cubicBezTo>
                        <a:cubicBezTo>
                          <a:pt x="49091" y="81658"/>
                          <a:pt x="47901" y="84037"/>
                          <a:pt x="46712" y="87606"/>
                        </a:cubicBezTo>
                        <a:cubicBezTo>
                          <a:pt x="44333" y="87606"/>
                          <a:pt x="41954" y="86416"/>
                          <a:pt x="39576" y="85227"/>
                        </a:cubicBezTo>
                        <a:cubicBezTo>
                          <a:pt x="34818" y="82848"/>
                          <a:pt x="27681" y="84037"/>
                          <a:pt x="25302" y="79279"/>
                        </a:cubicBezTo>
                        <a:cubicBezTo>
                          <a:pt x="22924" y="75711"/>
                          <a:pt x="24113" y="74522"/>
                          <a:pt x="21734" y="72143"/>
                        </a:cubicBezTo>
                        <a:cubicBezTo>
                          <a:pt x="18166" y="69764"/>
                          <a:pt x="22924" y="65006"/>
                          <a:pt x="19355" y="63817"/>
                        </a:cubicBezTo>
                        <a:cubicBezTo>
                          <a:pt x="8650" y="59059"/>
                          <a:pt x="9840" y="49544"/>
                          <a:pt x="5082" y="44786"/>
                        </a:cubicBezTo>
                        <a:cubicBezTo>
                          <a:pt x="3893" y="43596"/>
                          <a:pt x="324" y="43596"/>
                          <a:pt x="324" y="41217"/>
                        </a:cubicBezTo>
                        <a:cubicBezTo>
                          <a:pt x="-865" y="38839"/>
                          <a:pt x="1514" y="36460"/>
                          <a:pt x="2703" y="35270"/>
                        </a:cubicBezTo>
                        <a:cubicBezTo>
                          <a:pt x="2703" y="31702"/>
                          <a:pt x="1514" y="31702"/>
                          <a:pt x="1514" y="28134"/>
                        </a:cubicBezTo>
                        <a:cubicBezTo>
                          <a:pt x="1514" y="26944"/>
                          <a:pt x="1514" y="22187"/>
                          <a:pt x="2703" y="20997"/>
                        </a:cubicBezTo>
                        <a:cubicBezTo>
                          <a:pt x="2703" y="20997"/>
                          <a:pt x="2703" y="20997"/>
                          <a:pt x="2703" y="20997"/>
                        </a:cubicBezTo>
                        <a:cubicBezTo>
                          <a:pt x="9840" y="20997"/>
                          <a:pt x="16976" y="18618"/>
                          <a:pt x="16976" y="12671"/>
                        </a:cubicBezTo>
                        <a:cubicBezTo>
                          <a:pt x="22924" y="10292"/>
                          <a:pt x="25302" y="4345"/>
                          <a:pt x="31249" y="1966"/>
                        </a:cubicBezTo>
                        <a:cubicBezTo>
                          <a:pt x="37197" y="-1602"/>
                          <a:pt x="44333" y="777"/>
                          <a:pt x="50280" y="777"/>
                        </a:cubicBezTo>
                        <a:cubicBezTo>
                          <a:pt x="58607" y="777"/>
                          <a:pt x="58607" y="5534"/>
                          <a:pt x="62175" y="11482"/>
                        </a:cubicBezTo>
                        <a:cubicBezTo>
                          <a:pt x="64554" y="15050"/>
                          <a:pt x="70501" y="22187"/>
                          <a:pt x="68122" y="24565"/>
                        </a:cubicBezTo>
                        <a:cubicBezTo>
                          <a:pt x="69312" y="26944"/>
                          <a:pt x="74069" y="31702"/>
                          <a:pt x="72880" y="35270"/>
                        </a:cubicBezTo>
                        <a:cubicBezTo>
                          <a:pt x="70501" y="38839"/>
                          <a:pt x="69312" y="40028"/>
                          <a:pt x="68122" y="4002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6" name="Freeform 715">
                    <a:extLst>
                      <a:ext uri="{FF2B5EF4-FFF2-40B4-BE49-F238E27FC236}">
                        <a16:creationId xmlns:a16="http://schemas.microsoft.com/office/drawing/2014/main" id="{1C80092E-F476-A30F-A0C7-4723C7866F28}"/>
                      </a:ext>
                    </a:extLst>
                  </p:cNvPr>
                  <p:cNvSpPr/>
                  <p:nvPr/>
                </p:nvSpPr>
                <p:spPr>
                  <a:xfrm>
                    <a:off x="5404650" y="4192885"/>
                    <a:ext cx="102291" cy="111757"/>
                  </a:xfrm>
                  <a:custGeom>
                    <a:avLst/>
                    <a:gdLst>
                      <a:gd name="connsiteX0" fmla="*/ 102291 w 102291"/>
                      <a:gd name="connsiteY0" fmla="*/ 77264 h 111757"/>
                      <a:gd name="connsiteX1" fmla="*/ 99913 w 102291"/>
                      <a:gd name="connsiteY1" fmla="*/ 80832 h 111757"/>
                      <a:gd name="connsiteX2" fmla="*/ 101102 w 102291"/>
                      <a:gd name="connsiteY2" fmla="*/ 83211 h 111757"/>
                      <a:gd name="connsiteX3" fmla="*/ 99913 w 102291"/>
                      <a:gd name="connsiteY3" fmla="*/ 85590 h 111757"/>
                      <a:gd name="connsiteX4" fmla="*/ 97534 w 102291"/>
                      <a:gd name="connsiteY4" fmla="*/ 89158 h 111757"/>
                      <a:gd name="connsiteX5" fmla="*/ 97534 w 102291"/>
                      <a:gd name="connsiteY5" fmla="*/ 93916 h 111757"/>
                      <a:gd name="connsiteX6" fmla="*/ 98723 w 102291"/>
                      <a:gd name="connsiteY6" fmla="*/ 97484 h 111757"/>
                      <a:gd name="connsiteX7" fmla="*/ 97534 w 102291"/>
                      <a:gd name="connsiteY7" fmla="*/ 101053 h 111757"/>
                      <a:gd name="connsiteX8" fmla="*/ 98723 w 102291"/>
                      <a:gd name="connsiteY8" fmla="*/ 104621 h 111757"/>
                      <a:gd name="connsiteX9" fmla="*/ 98723 w 102291"/>
                      <a:gd name="connsiteY9" fmla="*/ 108189 h 111757"/>
                      <a:gd name="connsiteX10" fmla="*/ 98723 w 102291"/>
                      <a:gd name="connsiteY10" fmla="*/ 111757 h 111757"/>
                      <a:gd name="connsiteX11" fmla="*/ 92776 w 102291"/>
                      <a:gd name="connsiteY11" fmla="*/ 110568 h 111757"/>
                      <a:gd name="connsiteX12" fmla="*/ 64230 w 102291"/>
                      <a:gd name="connsiteY12" fmla="*/ 92727 h 111757"/>
                      <a:gd name="connsiteX13" fmla="*/ 61851 w 102291"/>
                      <a:gd name="connsiteY13" fmla="*/ 91537 h 111757"/>
                      <a:gd name="connsiteX14" fmla="*/ 54714 w 102291"/>
                      <a:gd name="connsiteY14" fmla="*/ 86780 h 111757"/>
                      <a:gd name="connsiteX15" fmla="*/ 45199 w 102291"/>
                      <a:gd name="connsiteY15" fmla="*/ 83211 h 111757"/>
                      <a:gd name="connsiteX16" fmla="*/ 32115 w 102291"/>
                      <a:gd name="connsiteY16" fmla="*/ 70127 h 111757"/>
                      <a:gd name="connsiteX17" fmla="*/ 16652 w 102291"/>
                      <a:gd name="connsiteY17" fmla="*/ 60612 h 111757"/>
                      <a:gd name="connsiteX18" fmla="*/ 10705 w 102291"/>
                      <a:gd name="connsiteY18" fmla="*/ 54665 h 111757"/>
                      <a:gd name="connsiteX19" fmla="*/ 4758 w 102291"/>
                      <a:gd name="connsiteY19" fmla="*/ 48717 h 111757"/>
                      <a:gd name="connsiteX20" fmla="*/ 9516 w 102291"/>
                      <a:gd name="connsiteY20" fmla="*/ 46338 h 111757"/>
                      <a:gd name="connsiteX21" fmla="*/ 0 w 102291"/>
                      <a:gd name="connsiteY21" fmla="*/ 45149 h 111757"/>
                      <a:gd name="connsiteX22" fmla="*/ 3569 w 102291"/>
                      <a:gd name="connsiteY22" fmla="*/ 35634 h 111757"/>
                      <a:gd name="connsiteX23" fmla="*/ 7137 w 102291"/>
                      <a:gd name="connsiteY23" fmla="*/ 30876 h 111757"/>
                      <a:gd name="connsiteX24" fmla="*/ 13084 w 102291"/>
                      <a:gd name="connsiteY24" fmla="*/ 27308 h 111757"/>
                      <a:gd name="connsiteX25" fmla="*/ 19031 w 102291"/>
                      <a:gd name="connsiteY25" fmla="*/ 15413 h 111757"/>
                      <a:gd name="connsiteX26" fmla="*/ 22600 w 102291"/>
                      <a:gd name="connsiteY26" fmla="*/ 3519 h 111757"/>
                      <a:gd name="connsiteX27" fmla="*/ 45199 w 102291"/>
                      <a:gd name="connsiteY27" fmla="*/ 1140 h 111757"/>
                      <a:gd name="connsiteX28" fmla="*/ 49956 w 102291"/>
                      <a:gd name="connsiteY28" fmla="*/ 8277 h 111757"/>
                      <a:gd name="connsiteX29" fmla="*/ 53525 w 102291"/>
                      <a:gd name="connsiteY29" fmla="*/ 16603 h 111757"/>
                      <a:gd name="connsiteX30" fmla="*/ 54714 w 102291"/>
                      <a:gd name="connsiteY30" fmla="*/ 27308 h 111757"/>
                      <a:gd name="connsiteX31" fmla="*/ 58283 w 102291"/>
                      <a:gd name="connsiteY31" fmla="*/ 29686 h 111757"/>
                      <a:gd name="connsiteX32" fmla="*/ 60661 w 102291"/>
                      <a:gd name="connsiteY32" fmla="*/ 33255 h 111757"/>
                      <a:gd name="connsiteX33" fmla="*/ 73745 w 102291"/>
                      <a:gd name="connsiteY33" fmla="*/ 28497 h 111757"/>
                      <a:gd name="connsiteX34" fmla="*/ 78503 w 102291"/>
                      <a:gd name="connsiteY34" fmla="*/ 33255 h 111757"/>
                      <a:gd name="connsiteX35" fmla="*/ 78503 w 102291"/>
                      <a:gd name="connsiteY35" fmla="*/ 33255 h 111757"/>
                      <a:gd name="connsiteX36" fmla="*/ 74935 w 102291"/>
                      <a:gd name="connsiteY36" fmla="*/ 52286 h 111757"/>
                      <a:gd name="connsiteX37" fmla="*/ 83260 w 102291"/>
                      <a:gd name="connsiteY37" fmla="*/ 61801 h 111757"/>
                      <a:gd name="connsiteX38" fmla="*/ 92776 w 102291"/>
                      <a:gd name="connsiteY38" fmla="*/ 64180 h 111757"/>
                      <a:gd name="connsiteX39" fmla="*/ 98723 w 102291"/>
                      <a:gd name="connsiteY39" fmla="*/ 70127 h 111757"/>
                      <a:gd name="connsiteX40" fmla="*/ 102291 w 102291"/>
                      <a:gd name="connsiteY40" fmla="*/ 77264 h 1117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02291" h="111757">
                        <a:moveTo>
                          <a:pt x="102291" y="77264"/>
                        </a:moveTo>
                        <a:cubicBezTo>
                          <a:pt x="102291" y="78453"/>
                          <a:pt x="99913" y="78453"/>
                          <a:pt x="99913" y="80832"/>
                        </a:cubicBezTo>
                        <a:cubicBezTo>
                          <a:pt x="99913" y="82022"/>
                          <a:pt x="102291" y="82022"/>
                          <a:pt x="101102" y="83211"/>
                        </a:cubicBezTo>
                        <a:cubicBezTo>
                          <a:pt x="101102" y="83211"/>
                          <a:pt x="99913" y="84401"/>
                          <a:pt x="99913" y="85590"/>
                        </a:cubicBezTo>
                        <a:cubicBezTo>
                          <a:pt x="99913" y="86780"/>
                          <a:pt x="98723" y="87969"/>
                          <a:pt x="97534" y="89158"/>
                        </a:cubicBezTo>
                        <a:cubicBezTo>
                          <a:pt x="97534" y="90348"/>
                          <a:pt x="97534" y="92727"/>
                          <a:pt x="97534" y="93916"/>
                        </a:cubicBezTo>
                        <a:cubicBezTo>
                          <a:pt x="97534" y="95105"/>
                          <a:pt x="98723" y="97484"/>
                          <a:pt x="98723" y="97484"/>
                        </a:cubicBezTo>
                        <a:cubicBezTo>
                          <a:pt x="98723" y="98674"/>
                          <a:pt x="97534" y="99863"/>
                          <a:pt x="97534" y="101053"/>
                        </a:cubicBezTo>
                        <a:cubicBezTo>
                          <a:pt x="97534" y="102242"/>
                          <a:pt x="98723" y="103432"/>
                          <a:pt x="98723" y="104621"/>
                        </a:cubicBezTo>
                        <a:cubicBezTo>
                          <a:pt x="98723" y="105810"/>
                          <a:pt x="98723" y="107000"/>
                          <a:pt x="98723" y="108189"/>
                        </a:cubicBezTo>
                        <a:cubicBezTo>
                          <a:pt x="98723" y="109379"/>
                          <a:pt x="98723" y="110568"/>
                          <a:pt x="98723" y="111757"/>
                        </a:cubicBezTo>
                        <a:cubicBezTo>
                          <a:pt x="96344" y="111757"/>
                          <a:pt x="95155" y="111757"/>
                          <a:pt x="92776" y="110568"/>
                        </a:cubicBezTo>
                        <a:cubicBezTo>
                          <a:pt x="83260" y="108189"/>
                          <a:pt x="70177" y="101053"/>
                          <a:pt x="64230" y="92727"/>
                        </a:cubicBezTo>
                        <a:cubicBezTo>
                          <a:pt x="63040" y="92727"/>
                          <a:pt x="63040" y="92727"/>
                          <a:pt x="61851" y="91537"/>
                        </a:cubicBezTo>
                        <a:cubicBezTo>
                          <a:pt x="59472" y="90348"/>
                          <a:pt x="57093" y="87969"/>
                          <a:pt x="54714" y="86780"/>
                        </a:cubicBezTo>
                        <a:cubicBezTo>
                          <a:pt x="51146" y="85590"/>
                          <a:pt x="48767" y="85590"/>
                          <a:pt x="45199" y="83211"/>
                        </a:cubicBezTo>
                        <a:cubicBezTo>
                          <a:pt x="40441" y="79643"/>
                          <a:pt x="36873" y="74885"/>
                          <a:pt x="32115" y="70127"/>
                        </a:cubicBezTo>
                        <a:cubicBezTo>
                          <a:pt x="27357" y="65370"/>
                          <a:pt x="21410" y="65370"/>
                          <a:pt x="16652" y="60612"/>
                        </a:cubicBezTo>
                        <a:cubicBezTo>
                          <a:pt x="14273" y="58233"/>
                          <a:pt x="14273" y="55854"/>
                          <a:pt x="10705" y="54665"/>
                        </a:cubicBezTo>
                        <a:cubicBezTo>
                          <a:pt x="8326" y="53475"/>
                          <a:pt x="3569" y="54665"/>
                          <a:pt x="4758" y="48717"/>
                        </a:cubicBezTo>
                        <a:cubicBezTo>
                          <a:pt x="7137" y="48717"/>
                          <a:pt x="9516" y="48717"/>
                          <a:pt x="9516" y="46338"/>
                        </a:cubicBezTo>
                        <a:cubicBezTo>
                          <a:pt x="5947" y="45149"/>
                          <a:pt x="3569" y="45149"/>
                          <a:pt x="0" y="45149"/>
                        </a:cubicBezTo>
                        <a:cubicBezTo>
                          <a:pt x="1190" y="41581"/>
                          <a:pt x="3569" y="39202"/>
                          <a:pt x="3569" y="35634"/>
                        </a:cubicBezTo>
                        <a:cubicBezTo>
                          <a:pt x="5947" y="34444"/>
                          <a:pt x="5947" y="32065"/>
                          <a:pt x="7137" y="30876"/>
                        </a:cubicBezTo>
                        <a:cubicBezTo>
                          <a:pt x="8326" y="28497"/>
                          <a:pt x="11894" y="28497"/>
                          <a:pt x="13084" y="27308"/>
                        </a:cubicBezTo>
                        <a:cubicBezTo>
                          <a:pt x="15463" y="24929"/>
                          <a:pt x="13084" y="15413"/>
                          <a:pt x="19031" y="15413"/>
                        </a:cubicBezTo>
                        <a:cubicBezTo>
                          <a:pt x="20221" y="11845"/>
                          <a:pt x="21410" y="7087"/>
                          <a:pt x="22600" y="3519"/>
                        </a:cubicBezTo>
                        <a:cubicBezTo>
                          <a:pt x="29736" y="3519"/>
                          <a:pt x="36873" y="-2428"/>
                          <a:pt x="45199" y="1140"/>
                        </a:cubicBezTo>
                        <a:cubicBezTo>
                          <a:pt x="45199" y="3519"/>
                          <a:pt x="47577" y="5898"/>
                          <a:pt x="49956" y="8277"/>
                        </a:cubicBezTo>
                        <a:cubicBezTo>
                          <a:pt x="52335" y="10655"/>
                          <a:pt x="53525" y="13034"/>
                          <a:pt x="53525" y="16603"/>
                        </a:cubicBezTo>
                        <a:cubicBezTo>
                          <a:pt x="53525" y="20171"/>
                          <a:pt x="53525" y="23739"/>
                          <a:pt x="54714" y="27308"/>
                        </a:cubicBezTo>
                        <a:cubicBezTo>
                          <a:pt x="55904" y="28497"/>
                          <a:pt x="57093" y="29686"/>
                          <a:pt x="58283" y="29686"/>
                        </a:cubicBezTo>
                        <a:cubicBezTo>
                          <a:pt x="59472" y="30876"/>
                          <a:pt x="59472" y="32065"/>
                          <a:pt x="60661" y="33255"/>
                        </a:cubicBezTo>
                        <a:cubicBezTo>
                          <a:pt x="65419" y="33255"/>
                          <a:pt x="68987" y="27308"/>
                          <a:pt x="73745" y="28497"/>
                        </a:cubicBezTo>
                        <a:cubicBezTo>
                          <a:pt x="74935" y="29686"/>
                          <a:pt x="77313" y="30876"/>
                          <a:pt x="78503" y="33255"/>
                        </a:cubicBezTo>
                        <a:cubicBezTo>
                          <a:pt x="78503" y="33255"/>
                          <a:pt x="78503" y="33255"/>
                          <a:pt x="78503" y="33255"/>
                        </a:cubicBezTo>
                        <a:cubicBezTo>
                          <a:pt x="78503" y="40391"/>
                          <a:pt x="77313" y="46338"/>
                          <a:pt x="74935" y="52286"/>
                        </a:cubicBezTo>
                        <a:cubicBezTo>
                          <a:pt x="70177" y="60612"/>
                          <a:pt x="77313" y="60612"/>
                          <a:pt x="83260" y="61801"/>
                        </a:cubicBezTo>
                        <a:cubicBezTo>
                          <a:pt x="85639" y="61801"/>
                          <a:pt x="90397" y="62991"/>
                          <a:pt x="92776" y="64180"/>
                        </a:cubicBezTo>
                        <a:cubicBezTo>
                          <a:pt x="95155" y="66559"/>
                          <a:pt x="95155" y="67749"/>
                          <a:pt x="98723" y="70127"/>
                        </a:cubicBezTo>
                        <a:cubicBezTo>
                          <a:pt x="99913" y="72506"/>
                          <a:pt x="102291" y="73696"/>
                          <a:pt x="102291" y="77264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7" name="Freeform 716">
                    <a:extLst>
                      <a:ext uri="{FF2B5EF4-FFF2-40B4-BE49-F238E27FC236}">
                        <a16:creationId xmlns:a16="http://schemas.microsoft.com/office/drawing/2014/main" id="{FB053A3E-9620-C6A2-C326-892616B229E8}"/>
                      </a:ext>
                    </a:extLst>
                  </p:cNvPr>
                  <p:cNvSpPr/>
                  <p:nvPr/>
                </p:nvSpPr>
                <p:spPr>
                  <a:xfrm>
                    <a:off x="5564035" y="4018686"/>
                    <a:ext cx="191987" cy="139656"/>
                  </a:xfrm>
                  <a:custGeom>
                    <a:avLst/>
                    <a:gdLst>
                      <a:gd name="connsiteX0" fmla="*/ 191499 w 191987"/>
                      <a:gd name="connsiteY0" fmla="*/ 76617 h 139656"/>
                      <a:gd name="connsiteX1" fmla="*/ 190310 w 191987"/>
                      <a:gd name="connsiteY1" fmla="*/ 82564 h 139656"/>
                      <a:gd name="connsiteX2" fmla="*/ 183173 w 191987"/>
                      <a:gd name="connsiteY2" fmla="*/ 87322 h 139656"/>
                      <a:gd name="connsiteX3" fmla="*/ 165331 w 191987"/>
                      <a:gd name="connsiteY3" fmla="*/ 92079 h 139656"/>
                      <a:gd name="connsiteX4" fmla="*/ 159384 w 191987"/>
                      <a:gd name="connsiteY4" fmla="*/ 107542 h 139656"/>
                      <a:gd name="connsiteX5" fmla="*/ 157005 w 191987"/>
                      <a:gd name="connsiteY5" fmla="*/ 109921 h 139656"/>
                      <a:gd name="connsiteX6" fmla="*/ 151058 w 191987"/>
                      <a:gd name="connsiteY6" fmla="*/ 108731 h 139656"/>
                      <a:gd name="connsiteX7" fmla="*/ 142732 w 191987"/>
                      <a:gd name="connsiteY7" fmla="*/ 105163 h 139656"/>
                      <a:gd name="connsiteX8" fmla="*/ 134406 w 191987"/>
                      <a:gd name="connsiteY8" fmla="*/ 102784 h 139656"/>
                      <a:gd name="connsiteX9" fmla="*/ 127269 w 191987"/>
                      <a:gd name="connsiteY9" fmla="*/ 103974 h 139656"/>
                      <a:gd name="connsiteX10" fmla="*/ 124891 w 191987"/>
                      <a:gd name="connsiteY10" fmla="*/ 105163 h 139656"/>
                      <a:gd name="connsiteX11" fmla="*/ 84450 w 191987"/>
                      <a:gd name="connsiteY11" fmla="*/ 108731 h 139656"/>
                      <a:gd name="connsiteX12" fmla="*/ 63040 w 191987"/>
                      <a:gd name="connsiteY12" fmla="*/ 109921 h 139656"/>
                      <a:gd name="connsiteX13" fmla="*/ 66608 w 191987"/>
                      <a:gd name="connsiteY13" fmla="*/ 126573 h 139656"/>
                      <a:gd name="connsiteX14" fmla="*/ 68987 w 191987"/>
                      <a:gd name="connsiteY14" fmla="*/ 139657 h 139656"/>
                      <a:gd name="connsiteX15" fmla="*/ 64229 w 191987"/>
                      <a:gd name="connsiteY15" fmla="*/ 138467 h 139656"/>
                      <a:gd name="connsiteX16" fmla="*/ 55903 w 191987"/>
                      <a:gd name="connsiteY16" fmla="*/ 136088 h 139656"/>
                      <a:gd name="connsiteX17" fmla="*/ 40441 w 191987"/>
                      <a:gd name="connsiteY17" fmla="*/ 136088 h 139656"/>
                      <a:gd name="connsiteX18" fmla="*/ 24978 w 191987"/>
                      <a:gd name="connsiteY18" fmla="*/ 128952 h 139656"/>
                      <a:gd name="connsiteX19" fmla="*/ 9515 w 191987"/>
                      <a:gd name="connsiteY19" fmla="*/ 121815 h 139656"/>
                      <a:gd name="connsiteX20" fmla="*/ 3568 w 191987"/>
                      <a:gd name="connsiteY20" fmla="*/ 117057 h 139656"/>
                      <a:gd name="connsiteX21" fmla="*/ 1189 w 191987"/>
                      <a:gd name="connsiteY21" fmla="*/ 113489 h 139656"/>
                      <a:gd name="connsiteX22" fmla="*/ 0 w 191987"/>
                      <a:gd name="connsiteY22" fmla="*/ 105163 h 139656"/>
                      <a:gd name="connsiteX23" fmla="*/ 3568 w 191987"/>
                      <a:gd name="connsiteY23" fmla="*/ 100405 h 139656"/>
                      <a:gd name="connsiteX24" fmla="*/ 3568 w 191987"/>
                      <a:gd name="connsiteY24" fmla="*/ 89700 h 139656"/>
                      <a:gd name="connsiteX25" fmla="*/ 8326 w 191987"/>
                      <a:gd name="connsiteY25" fmla="*/ 82564 h 139656"/>
                      <a:gd name="connsiteX26" fmla="*/ 19031 w 191987"/>
                      <a:gd name="connsiteY26" fmla="*/ 69480 h 139656"/>
                      <a:gd name="connsiteX27" fmla="*/ 27357 w 191987"/>
                      <a:gd name="connsiteY27" fmla="*/ 54017 h 139656"/>
                      <a:gd name="connsiteX28" fmla="*/ 32115 w 191987"/>
                      <a:gd name="connsiteY28" fmla="*/ 45691 h 139656"/>
                      <a:gd name="connsiteX29" fmla="*/ 34494 w 191987"/>
                      <a:gd name="connsiteY29" fmla="*/ 42123 h 139656"/>
                      <a:gd name="connsiteX30" fmla="*/ 36872 w 191987"/>
                      <a:gd name="connsiteY30" fmla="*/ 39744 h 139656"/>
                      <a:gd name="connsiteX31" fmla="*/ 57093 w 191987"/>
                      <a:gd name="connsiteY31" fmla="*/ 37365 h 139656"/>
                      <a:gd name="connsiteX32" fmla="*/ 68987 w 191987"/>
                      <a:gd name="connsiteY32" fmla="*/ 25471 h 139656"/>
                      <a:gd name="connsiteX33" fmla="*/ 85639 w 191987"/>
                      <a:gd name="connsiteY33" fmla="*/ 17145 h 139656"/>
                      <a:gd name="connsiteX34" fmla="*/ 99912 w 191987"/>
                      <a:gd name="connsiteY34" fmla="*/ 7629 h 139656"/>
                      <a:gd name="connsiteX35" fmla="*/ 124891 w 191987"/>
                      <a:gd name="connsiteY35" fmla="*/ 493 h 139656"/>
                      <a:gd name="connsiteX36" fmla="*/ 145111 w 191987"/>
                      <a:gd name="connsiteY36" fmla="*/ 1682 h 139656"/>
                      <a:gd name="connsiteX37" fmla="*/ 141543 w 191987"/>
                      <a:gd name="connsiteY37" fmla="*/ 20713 h 139656"/>
                      <a:gd name="connsiteX38" fmla="*/ 165331 w 191987"/>
                      <a:gd name="connsiteY38" fmla="*/ 43312 h 139656"/>
                      <a:gd name="connsiteX39" fmla="*/ 168900 w 191987"/>
                      <a:gd name="connsiteY39" fmla="*/ 55207 h 139656"/>
                      <a:gd name="connsiteX40" fmla="*/ 191499 w 191987"/>
                      <a:gd name="connsiteY40" fmla="*/ 56396 h 139656"/>
                      <a:gd name="connsiteX41" fmla="*/ 187931 w 191987"/>
                      <a:gd name="connsiteY41" fmla="*/ 70670 h 139656"/>
                      <a:gd name="connsiteX42" fmla="*/ 191499 w 191987"/>
                      <a:gd name="connsiteY42" fmla="*/ 76617 h 1396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</a:cxnLst>
                    <a:rect l="l" t="t" r="r" b="b"/>
                    <a:pathLst>
                      <a:path w="191987" h="139656">
                        <a:moveTo>
                          <a:pt x="191499" y="76617"/>
                        </a:moveTo>
                        <a:cubicBezTo>
                          <a:pt x="191499" y="78995"/>
                          <a:pt x="190310" y="80185"/>
                          <a:pt x="190310" y="82564"/>
                        </a:cubicBezTo>
                        <a:cubicBezTo>
                          <a:pt x="189120" y="86132"/>
                          <a:pt x="186741" y="86132"/>
                          <a:pt x="183173" y="87322"/>
                        </a:cubicBezTo>
                        <a:cubicBezTo>
                          <a:pt x="177226" y="89700"/>
                          <a:pt x="172468" y="92079"/>
                          <a:pt x="165331" y="92079"/>
                        </a:cubicBezTo>
                        <a:cubicBezTo>
                          <a:pt x="165331" y="98026"/>
                          <a:pt x="162952" y="103974"/>
                          <a:pt x="159384" y="107542"/>
                        </a:cubicBezTo>
                        <a:cubicBezTo>
                          <a:pt x="158195" y="108731"/>
                          <a:pt x="157005" y="109921"/>
                          <a:pt x="157005" y="109921"/>
                        </a:cubicBezTo>
                        <a:cubicBezTo>
                          <a:pt x="154627" y="109921"/>
                          <a:pt x="152248" y="109921"/>
                          <a:pt x="151058" y="108731"/>
                        </a:cubicBezTo>
                        <a:cubicBezTo>
                          <a:pt x="147490" y="107542"/>
                          <a:pt x="145111" y="106353"/>
                          <a:pt x="142732" y="105163"/>
                        </a:cubicBezTo>
                        <a:cubicBezTo>
                          <a:pt x="140353" y="103974"/>
                          <a:pt x="136785" y="102784"/>
                          <a:pt x="134406" y="102784"/>
                        </a:cubicBezTo>
                        <a:cubicBezTo>
                          <a:pt x="130838" y="102784"/>
                          <a:pt x="129648" y="102784"/>
                          <a:pt x="127269" y="103974"/>
                        </a:cubicBezTo>
                        <a:cubicBezTo>
                          <a:pt x="126080" y="103974"/>
                          <a:pt x="126080" y="103974"/>
                          <a:pt x="124891" y="105163"/>
                        </a:cubicBezTo>
                        <a:cubicBezTo>
                          <a:pt x="111807" y="108731"/>
                          <a:pt x="97533" y="107542"/>
                          <a:pt x="84450" y="108731"/>
                        </a:cubicBezTo>
                        <a:cubicBezTo>
                          <a:pt x="79692" y="108731"/>
                          <a:pt x="66608" y="106353"/>
                          <a:pt x="63040" y="109921"/>
                        </a:cubicBezTo>
                        <a:cubicBezTo>
                          <a:pt x="59472" y="113489"/>
                          <a:pt x="64229" y="123005"/>
                          <a:pt x="66608" y="126573"/>
                        </a:cubicBezTo>
                        <a:cubicBezTo>
                          <a:pt x="67798" y="131330"/>
                          <a:pt x="68987" y="134899"/>
                          <a:pt x="68987" y="139657"/>
                        </a:cubicBezTo>
                        <a:cubicBezTo>
                          <a:pt x="67798" y="139657"/>
                          <a:pt x="66608" y="139657"/>
                          <a:pt x="64229" y="138467"/>
                        </a:cubicBezTo>
                        <a:cubicBezTo>
                          <a:pt x="60661" y="137278"/>
                          <a:pt x="59472" y="136088"/>
                          <a:pt x="55903" y="136088"/>
                        </a:cubicBezTo>
                        <a:cubicBezTo>
                          <a:pt x="48767" y="137278"/>
                          <a:pt x="46388" y="142036"/>
                          <a:pt x="40441" y="136088"/>
                        </a:cubicBezTo>
                        <a:cubicBezTo>
                          <a:pt x="34494" y="131330"/>
                          <a:pt x="32115" y="130141"/>
                          <a:pt x="24978" y="128952"/>
                        </a:cubicBezTo>
                        <a:cubicBezTo>
                          <a:pt x="19031" y="127762"/>
                          <a:pt x="14273" y="125383"/>
                          <a:pt x="9515" y="121815"/>
                        </a:cubicBezTo>
                        <a:cubicBezTo>
                          <a:pt x="8326" y="119436"/>
                          <a:pt x="5947" y="118247"/>
                          <a:pt x="3568" y="117057"/>
                        </a:cubicBezTo>
                        <a:cubicBezTo>
                          <a:pt x="2379" y="115868"/>
                          <a:pt x="1189" y="114678"/>
                          <a:pt x="1189" y="113489"/>
                        </a:cubicBezTo>
                        <a:cubicBezTo>
                          <a:pt x="1189" y="112300"/>
                          <a:pt x="0" y="106353"/>
                          <a:pt x="0" y="105163"/>
                        </a:cubicBezTo>
                        <a:cubicBezTo>
                          <a:pt x="0" y="101595"/>
                          <a:pt x="2379" y="102784"/>
                          <a:pt x="3568" y="100405"/>
                        </a:cubicBezTo>
                        <a:cubicBezTo>
                          <a:pt x="4758" y="98026"/>
                          <a:pt x="3568" y="93269"/>
                          <a:pt x="3568" y="89700"/>
                        </a:cubicBezTo>
                        <a:cubicBezTo>
                          <a:pt x="4758" y="84943"/>
                          <a:pt x="4758" y="84943"/>
                          <a:pt x="8326" y="82564"/>
                        </a:cubicBezTo>
                        <a:cubicBezTo>
                          <a:pt x="13083" y="78995"/>
                          <a:pt x="15463" y="74238"/>
                          <a:pt x="19031" y="69480"/>
                        </a:cubicBezTo>
                        <a:cubicBezTo>
                          <a:pt x="22599" y="64722"/>
                          <a:pt x="23789" y="58775"/>
                          <a:pt x="27357" y="54017"/>
                        </a:cubicBezTo>
                        <a:cubicBezTo>
                          <a:pt x="28546" y="51638"/>
                          <a:pt x="29736" y="49259"/>
                          <a:pt x="32115" y="45691"/>
                        </a:cubicBezTo>
                        <a:cubicBezTo>
                          <a:pt x="33304" y="44502"/>
                          <a:pt x="33304" y="43312"/>
                          <a:pt x="34494" y="42123"/>
                        </a:cubicBezTo>
                        <a:cubicBezTo>
                          <a:pt x="35683" y="40934"/>
                          <a:pt x="38062" y="43312"/>
                          <a:pt x="36872" y="39744"/>
                        </a:cubicBezTo>
                        <a:cubicBezTo>
                          <a:pt x="44009" y="37365"/>
                          <a:pt x="51146" y="39744"/>
                          <a:pt x="57093" y="37365"/>
                        </a:cubicBezTo>
                        <a:cubicBezTo>
                          <a:pt x="63040" y="34986"/>
                          <a:pt x="64229" y="29039"/>
                          <a:pt x="68987" y="25471"/>
                        </a:cubicBezTo>
                        <a:cubicBezTo>
                          <a:pt x="74934" y="21903"/>
                          <a:pt x="79692" y="19524"/>
                          <a:pt x="85639" y="17145"/>
                        </a:cubicBezTo>
                        <a:cubicBezTo>
                          <a:pt x="90397" y="14766"/>
                          <a:pt x="98723" y="14766"/>
                          <a:pt x="99912" y="7629"/>
                        </a:cubicBezTo>
                        <a:cubicBezTo>
                          <a:pt x="108238" y="4061"/>
                          <a:pt x="115375" y="493"/>
                          <a:pt x="124891" y="493"/>
                        </a:cubicBezTo>
                        <a:cubicBezTo>
                          <a:pt x="132027" y="-697"/>
                          <a:pt x="137974" y="493"/>
                          <a:pt x="145111" y="1682"/>
                        </a:cubicBezTo>
                        <a:cubicBezTo>
                          <a:pt x="143921" y="2872"/>
                          <a:pt x="140353" y="19524"/>
                          <a:pt x="141543" y="20713"/>
                        </a:cubicBezTo>
                        <a:cubicBezTo>
                          <a:pt x="142732" y="30228"/>
                          <a:pt x="160574" y="33797"/>
                          <a:pt x="165331" y="43312"/>
                        </a:cubicBezTo>
                        <a:cubicBezTo>
                          <a:pt x="166521" y="46881"/>
                          <a:pt x="167710" y="51638"/>
                          <a:pt x="168900" y="55207"/>
                        </a:cubicBezTo>
                        <a:cubicBezTo>
                          <a:pt x="174847" y="55207"/>
                          <a:pt x="189120" y="52828"/>
                          <a:pt x="191499" y="56396"/>
                        </a:cubicBezTo>
                        <a:cubicBezTo>
                          <a:pt x="193878" y="58775"/>
                          <a:pt x="186741" y="67101"/>
                          <a:pt x="187931" y="70670"/>
                        </a:cubicBezTo>
                        <a:cubicBezTo>
                          <a:pt x="186741" y="74238"/>
                          <a:pt x="187931" y="77806"/>
                          <a:pt x="191499" y="7661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8" name="Freeform 717">
                    <a:extLst>
                      <a:ext uri="{FF2B5EF4-FFF2-40B4-BE49-F238E27FC236}">
                        <a16:creationId xmlns:a16="http://schemas.microsoft.com/office/drawing/2014/main" id="{0129EBFE-7128-93DA-6895-0E650D3B76B1}"/>
                      </a:ext>
                    </a:extLst>
                  </p:cNvPr>
                  <p:cNvSpPr/>
                  <p:nvPr/>
                </p:nvSpPr>
                <p:spPr>
                  <a:xfrm>
                    <a:off x="5246456" y="3971382"/>
                    <a:ext cx="166520" cy="126298"/>
                  </a:xfrm>
                  <a:custGeom>
                    <a:avLst/>
                    <a:gdLst>
                      <a:gd name="connsiteX0" fmla="*/ 166521 w 166520"/>
                      <a:gd name="connsiteY0" fmla="*/ 126299 h 126298"/>
                      <a:gd name="connsiteX1" fmla="*/ 154627 w 166520"/>
                      <a:gd name="connsiteY1" fmla="*/ 121541 h 126298"/>
                      <a:gd name="connsiteX2" fmla="*/ 126080 w 166520"/>
                      <a:gd name="connsiteY2" fmla="*/ 115594 h 126298"/>
                      <a:gd name="connsiteX3" fmla="*/ 116564 w 166520"/>
                      <a:gd name="connsiteY3" fmla="*/ 110836 h 126298"/>
                      <a:gd name="connsiteX4" fmla="*/ 97534 w 166520"/>
                      <a:gd name="connsiteY4" fmla="*/ 110836 h 126298"/>
                      <a:gd name="connsiteX5" fmla="*/ 97534 w 166520"/>
                      <a:gd name="connsiteY5" fmla="*/ 110836 h 126298"/>
                      <a:gd name="connsiteX6" fmla="*/ 95155 w 166520"/>
                      <a:gd name="connsiteY6" fmla="*/ 110836 h 126298"/>
                      <a:gd name="connsiteX7" fmla="*/ 90397 w 166520"/>
                      <a:gd name="connsiteY7" fmla="*/ 109646 h 126298"/>
                      <a:gd name="connsiteX8" fmla="*/ 79692 w 166520"/>
                      <a:gd name="connsiteY8" fmla="*/ 109646 h 126298"/>
                      <a:gd name="connsiteX9" fmla="*/ 68987 w 166520"/>
                      <a:gd name="connsiteY9" fmla="*/ 109646 h 126298"/>
                      <a:gd name="connsiteX10" fmla="*/ 59472 w 166520"/>
                      <a:gd name="connsiteY10" fmla="*/ 113215 h 126298"/>
                      <a:gd name="connsiteX11" fmla="*/ 55904 w 166520"/>
                      <a:gd name="connsiteY11" fmla="*/ 115594 h 126298"/>
                      <a:gd name="connsiteX12" fmla="*/ 52335 w 166520"/>
                      <a:gd name="connsiteY12" fmla="*/ 119162 h 126298"/>
                      <a:gd name="connsiteX13" fmla="*/ 41630 w 166520"/>
                      <a:gd name="connsiteY13" fmla="*/ 119162 h 126298"/>
                      <a:gd name="connsiteX14" fmla="*/ 35683 w 166520"/>
                      <a:gd name="connsiteY14" fmla="*/ 119162 h 126298"/>
                      <a:gd name="connsiteX15" fmla="*/ 30925 w 166520"/>
                      <a:gd name="connsiteY15" fmla="*/ 120351 h 126298"/>
                      <a:gd name="connsiteX16" fmla="*/ 22599 w 166520"/>
                      <a:gd name="connsiteY16" fmla="*/ 122730 h 126298"/>
                      <a:gd name="connsiteX17" fmla="*/ 20221 w 166520"/>
                      <a:gd name="connsiteY17" fmla="*/ 121541 h 126298"/>
                      <a:gd name="connsiteX18" fmla="*/ 21410 w 166520"/>
                      <a:gd name="connsiteY18" fmla="*/ 115594 h 126298"/>
                      <a:gd name="connsiteX19" fmla="*/ 29736 w 166520"/>
                      <a:gd name="connsiteY19" fmla="*/ 112026 h 126298"/>
                      <a:gd name="connsiteX20" fmla="*/ 23789 w 166520"/>
                      <a:gd name="connsiteY20" fmla="*/ 109646 h 126298"/>
                      <a:gd name="connsiteX21" fmla="*/ 22599 w 166520"/>
                      <a:gd name="connsiteY21" fmla="*/ 107267 h 126298"/>
                      <a:gd name="connsiteX22" fmla="*/ 17842 w 166520"/>
                      <a:gd name="connsiteY22" fmla="*/ 109646 h 126298"/>
                      <a:gd name="connsiteX23" fmla="*/ 17842 w 166520"/>
                      <a:gd name="connsiteY23" fmla="*/ 97752 h 126298"/>
                      <a:gd name="connsiteX24" fmla="*/ 26168 w 166520"/>
                      <a:gd name="connsiteY24" fmla="*/ 97752 h 126298"/>
                      <a:gd name="connsiteX25" fmla="*/ 36873 w 166520"/>
                      <a:gd name="connsiteY25" fmla="*/ 97752 h 126298"/>
                      <a:gd name="connsiteX26" fmla="*/ 40441 w 166520"/>
                      <a:gd name="connsiteY26" fmla="*/ 95373 h 126298"/>
                      <a:gd name="connsiteX27" fmla="*/ 44009 w 166520"/>
                      <a:gd name="connsiteY27" fmla="*/ 92994 h 126298"/>
                      <a:gd name="connsiteX28" fmla="*/ 48767 w 166520"/>
                      <a:gd name="connsiteY28" fmla="*/ 90615 h 126298"/>
                      <a:gd name="connsiteX29" fmla="*/ 52335 w 166520"/>
                      <a:gd name="connsiteY29" fmla="*/ 88237 h 126298"/>
                      <a:gd name="connsiteX30" fmla="*/ 54714 w 166520"/>
                      <a:gd name="connsiteY30" fmla="*/ 88237 h 126298"/>
                      <a:gd name="connsiteX31" fmla="*/ 57093 w 166520"/>
                      <a:gd name="connsiteY31" fmla="*/ 89426 h 126298"/>
                      <a:gd name="connsiteX32" fmla="*/ 59472 w 166520"/>
                      <a:gd name="connsiteY32" fmla="*/ 87047 h 126298"/>
                      <a:gd name="connsiteX33" fmla="*/ 66608 w 166520"/>
                      <a:gd name="connsiteY33" fmla="*/ 88237 h 126298"/>
                      <a:gd name="connsiteX34" fmla="*/ 76124 w 166520"/>
                      <a:gd name="connsiteY34" fmla="*/ 89426 h 126298"/>
                      <a:gd name="connsiteX35" fmla="*/ 80881 w 166520"/>
                      <a:gd name="connsiteY35" fmla="*/ 91805 h 126298"/>
                      <a:gd name="connsiteX36" fmla="*/ 85639 w 166520"/>
                      <a:gd name="connsiteY36" fmla="*/ 92994 h 126298"/>
                      <a:gd name="connsiteX37" fmla="*/ 95155 w 166520"/>
                      <a:gd name="connsiteY37" fmla="*/ 94184 h 126298"/>
                      <a:gd name="connsiteX38" fmla="*/ 91587 w 166520"/>
                      <a:gd name="connsiteY38" fmla="*/ 87047 h 126298"/>
                      <a:gd name="connsiteX39" fmla="*/ 83260 w 166520"/>
                      <a:gd name="connsiteY39" fmla="*/ 82290 h 126298"/>
                      <a:gd name="connsiteX40" fmla="*/ 72556 w 166520"/>
                      <a:gd name="connsiteY40" fmla="*/ 78721 h 126298"/>
                      <a:gd name="connsiteX41" fmla="*/ 64229 w 166520"/>
                      <a:gd name="connsiteY41" fmla="*/ 75153 h 126298"/>
                      <a:gd name="connsiteX42" fmla="*/ 54714 w 166520"/>
                      <a:gd name="connsiteY42" fmla="*/ 71584 h 126298"/>
                      <a:gd name="connsiteX43" fmla="*/ 47577 w 166520"/>
                      <a:gd name="connsiteY43" fmla="*/ 76342 h 126298"/>
                      <a:gd name="connsiteX44" fmla="*/ 39251 w 166520"/>
                      <a:gd name="connsiteY44" fmla="*/ 82290 h 126298"/>
                      <a:gd name="connsiteX45" fmla="*/ 33304 w 166520"/>
                      <a:gd name="connsiteY45" fmla="*/ 83479 h 126298"/>
                      <a:gd name="connsiteX46" fmla="*/ 27357 w 166520"/>
                      <a:gd name="connsiteY46" fmla="*/ 84668 h 126298"/>
                      <a:gd name="connsiteX47" fmla="*/ 22599 w 166520"/>
                      <a:gd name="connsiteY47" fmla="*/ 82290 h 126298"/>
                      <a:gd name="connsiteX48" fmla="*/ 21410 w 166520"/>
                      <a:gd name="connsiteY48" fmla="*/ 81100 h 126298"/>
                      <a:gd name="connsiteX49" fmla="*/ 22599 w 166520"/>
                      <a:gd name="connsiteY49" fmla="*/ 78721 h 126298"/>
                      <a:gd name="connsiteX50" fmla="*/ 19031 w 166520"/>
                      <a:gd name="connsiteY50" fmla="*/ 77532 h 126298"/>
                      <a:gd name="connsiteX51" fmla="*/ 19031 w 166520"/>
                      <a:gd name="connsiteY51" fmla="*/ 69206 h 126298"/>
                      <a:gd name="connsiteX52" fmla="*/ 0 w 166520"/>
                      <a:gd name="connsiteY52" fmla="*/ 50175 h 126298"/>
                      <a:gd name="connsiteX53" fmla="*/ 22599 w 166520"/>
                      <a:gd name="connsiteY53" fmla="*/ 24007 h 126298"/>
                      <a:gd name="connsiteX54" fmla="*/ 26168 w 166520"/>
                      <a:gd name="connsiteY54" fmla="*/ 14492 h 126298"/>
                      <a:gd name="connsiteX55" fmla="*/ 32115 w 166520"/>
                      <a:gd name="connsiteY55" fmla="*/ 13302 h 126298"/>
                      <a:gd name="connsiteX56" fmla="*/ 38062 w 166520"/>
                      <a:gd name="connsiteY56" fmla="*/ 7355 h 126298"/>
                      <a:gd name="connsiteX57" fmla="*/ 48767 w 166520"/>
                      <a:gd name="connsiteY57" fmla="*/ 6166 h 126298"/>
                      <a:gd name="connsiteX58" fmla="*/ 58282 w 166520"/>
                      <a:gd name="connsiteY58" fmla="*/ 3787 h 126298"/>
                      <a:gd name="connsiteX59" fmla="*/ 91587 w 166520"/>
                      <a:gd name="connsiteY59" fmla="*/ 10924 h 126298"/>
                      <a:gd name="connsiteX60" fmla="*/ 97534 w 166520"/>
                      <a:gd name="connsiteY60" fmla="*/ 16871 h 126298"/>
                      <a:gd name="connsiteX61" fmla="*/ 108239 w 166520"/>
                      <a:gd name="connsiteY61" fmla="*/ 18060 h 126298"/>
                      <a:gd name="connsiteX62" fmla="*/ 117754 w 166520"/>
                      <a:gd name="connsiteY62" fmla="*/ 34712 h 126298"/>
                      <a:gd name="connsiteX63" fmla="*/ 124891 w 166520"/>
                      <a:gd name="connsiteY63" fmla="*/ 43038 h 126298"/>
                      <a:gd name="connsiteX64" fmla="*/ 137975 w 166520"/>
                      <a:gd name="connsiteY64" fmla="*/ 52554 h 126298"/>
                      <a:gd name="connsiteX65" fmla="*/ 139164 w 166520"/>
                      <a:gd name="connsiteY65" fmla="*/ 51364 h 126298"/>
                      <a:gd name="connsiteX66" fmla="*/ 140353 w 166520"/>
                      <a:gd name="connsiteY66" fmla="*/ 58501 h 126298"/>
                      <a:gd name="connsiteX67" fmla="*/ 140353 w 166520"/>
                      <a:gd name="connsiteY67" fmla="*/ 76342 h 126298"/>
                      <a:gd name="connsiteX68" fmla="*/ 147490 w 166520"/>
                      <a:gd name="connsiteY68" fmla="*/ 89426 h 126298"/>
                      <a:gd name="connsiteX69" fmla="*/ 159384 w 166520"/>
                      <a:gd name="connsiteY69" fmla="*/ 96563 h 126298"/>
                      <a:gd name="connsiteX70" fmla="*/ 164142 w 166520"/>
                      <a:gd name="connsiteY70" fmla="*/ 103699 h 126298"/>
                      <a:gd name="connsiteX71" fmla="*/ 160574 w 166520"/>
                      <a:gd name="connsiteY71" fmla="*/ 113215 h 126298"/>
                      <a:gd name="connsiteX72" fmla="*/ 166521 w 166520"/>
                      <a:gd name="connsiteY72" fmla="*/ 126299 h 1262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</a:cxnLst>
                    <a:rect l="l" t="t" r="r" b="b"/>
                    <a:pathLst>
                      <a:path w="166520" h="126298">
                        <a:moveTo>
                          <a:pt x="166521" y="126299"/>
                        </a:moveTo>
                        <a:cubicBezTo>
                          <a:pt x="161763" y="123920"/>
                          <a:pt x="161763" y="121541"/>
                          <a:pt x="154627" y="121541"/>
                        </a:cubicBezTo>
                        <a:cubicBezTo>
                          <a:pt x="143922" y="121541"/>
                          <a:pt x="135596" y="117973"/>
                          <a:pt x="126080" y="115594"/>
                        </a:cubicBezTo>
                        <a:cubicBezTo>
                          <a:pt x="121323" y="114404"/>
                          <a:pt x="121323" y="112026"/>
                          <a:pt x="116564" y="110836"/>
                        </a:cubicBezTo>
                        <a:cubicBezTo>
                          <a:pt x="111807" y="110836"/>
                          <a:pt x="102291" y="110836"/>
                          <a:pt x="97534" y="110836"/>
                        </a:cubicBezTo>
                        <a:cubicBezTo>
                          <a:pt x="97534" y="110836"/>
                          <a:pt x="97534" y="110836"/>
                          <a:pt x="97534" y="110836"/>
                        </a:cubicBezTo>
                        <a:cubicBezTo>
                          <a:pt x="96344" y="110836"/>
                          <a:pt x="96344" y="110836"/>
                          <a:pt x="95155" y="110836"/>
                        </a:cubicBezTo>
                        <a:cubicBezTo>
                          <a:pt x="93965" y="110836"/>
                          <a:pt x="91587" y="109646"/>
                          <a:pt x="90397" y="109646"/>
                        </a:cubicBezTo>
                        <a:cubicBezTo>
                          <a:pt x="86829" y="109646"/>
                          <a:pt x="83260" y="109646"/>
                          <a:pt x="79692" y="109646"/>
                        </a:cubicBezTo>
                        <a:cubicBezTo>
                          <a:pt x="76124" y="109646"/>
                          <a:pt x="72556" y="109646"/>
                          <a:pt x="68987" y="109646"/>
                        </a:cubicBezTo>
                        <a:cubicBezTo>
                          <a:pt x="65419" y="109646"/>
                          <a:pt x="63040" y="110836"/>
                          <a:pt x="59472" y="113215"/>
                        </a:cubicBezTo>
                        <a:cubicBezTo>
                          <a:pt x="58282" y="114404"/>
                          <a:pt x="57093" y="115594"/>
                          <a:pt x="55904" y="115594"/>
                        </a:cubicBezTo>
                        <a:cubicBezTo>
                          <a:pt x="54714" y="116783"/>
                          <a:pt x="53525" y="117973"/>
                          <a:pt x="52335" y="119162"/>
                        </a:cubicBezTo>
                        <a:cubicBezTo>
                          <a:pt x="49956" y="120351"/>
                          <a:pt x="44009" y="119162"/>
                          <a:pt x="41630" y="119162"/>
                        </a:cubicBezTo>
                        <a:cubicBezTo>
                          <a:pt x="39251" y="119162"/>
                          <a:pt x="38062" y="119162"/>
                          <a:pt x="35683" y="119162"/>
                        </a:cubicBezTo>
                        <a:cubicBezTo>
                          <a:pt x="33304" y="119162"/>
                          <a:pt x="32115" y="120351"/>
                          <a:pt x="30925" y="120351"/>
                        </a:cubicBezTo>
                        <a:cubicBezTo>
                          <a:pt x="28546" y="121541"/>
                          <a:pt x="24978" y="121541"/>
                          <a:pt x="22599" y="122730"/>
                        </a:cubicBezTo>
                        <a:cubicBezTo>
                          <a:pt x="21410" y="122730"/>
                          <a:pt x="21410" y="122730"/>
                          <a:pt x="20221" y="121541"/>
                        </a:cubicBezTo>
                        <a:cubicBezTo>
                          <a:pt x="20221" y="119162"/>
                          <a:pt x="20221" y="116783"/>
                          <a:pt x="21410" y="115594"/>
                        </a:cubicBezTo>
                        <a:cubicBezTo>
                          <a:pt x="23789" y="113215"/>
                          <a:pt x="30925" y="115594"/>
                          <a:pt x="29736" y="112026"/>
                        </a:cubicBezTo>
                        <a:cubicBezTo>
                          <a:pt x="28546" y="109646"/>
                          <a:pt x="24978" y="110836"/>
                          <a:pt x="23789" y="109646"/>
                        </a:cubicBezTo>
                        <a:cubicBezTo>
                          <a:pt x="22599" y="108457"/>
                          <a:pt x="23789" y="107267"/>
                          <a:pt x="22599" y="107267"/>
                        </a:cubicBezTo>
                        <a:cubicBezTo>
                          <a:pt x="20221" y="107267"/>
                          <a:pt x="19031" y="112026"/>
                          <a:pt x="17842" y="109646"/>
                        </a:cubicBezTo>
                        <a:cubicBezTo>
                          <a:pt x="14273" y="106078"/>
                          <a:pt x="17842" y="101320"/>
                          <a:pt x="17842" y="97752"/>
                        </a:cubicBezTo>
                        <a:cubicBezTo>
                          <a:pt x="20221" y="97752"/>
                          <a:pt x="23789" y="97752"/>
                          <a:pt x="26168" y="97752"/>
                        </a:cubicBezTo>
                        <a:cubicBezTo>
                          <a:pt x="29736" y="98942"/>
                          <a:pt x="33304" y="98942"/>
                          <a:pt x="36873" y="97752"/>
                        </a:cubicBezTo>
                        <a:cubicBezTo>
                          <a:pt x="38062" y="97752"/>
                          <a:pt x="39251" y="96563"/>
                          <a:pt x="40441" y="95373"/>
                        </a:cubicBezTo>
                        <a:cubicBezTo>
                          <a:pt x="41630" y="94184"/>
                          <a:pt x="42820" y="92994"/>
                          <a:pt x="44009" y="92994"/>
                        </a:cubicBezTo>
                        <a:cubicBezTo>
                          <a:pt x="46388" y="91805"/>
                          <a:pt x="46388" y="92994"/>
                          <a:pt x="48767" y="90615"/>
                        </a:cubicBezTo>
                        <a:cubicBezTo>
                          <a:pt x="49956" y="89426"/>
                          <a:pt x="51146" y="88237"/>
                          <a:pt x="52335" y="88237"/>
                        </a:cubicBezTo>
                        <a:cubicBezTo>
                          <a:pt x="53525" y="88237"/>
                          <a:pt x="54714" y="88237"/>
                          <a:pt x="54714" y="88237"/>
                        </a:cubicBezTo>
                        <a:cubicBezTo>
                          <a:pt x="54714" y="89426"/>
                          <a:pt x="55904" y="90615"/>
                          <a:pt x="57093" y="89426"/>
                        </a:cubicBezTo>
                        <a:cubicBezTo>
                          <a:pt x="58282" y="89426"/>
                          <a:pt x="59472" y="88237"/>
                          <a:pt x="59472" y="87047"/>
                        </a:cubicBezTo>
                        <a:cubicBezTo>
                          <a:pt x="63040" y="84668"/>
                          <a:pt x="64229" y="87047"/>
                          <a:pt x="66608" y="88237"/>
                        </a:cubicBezTo>
                        <a:cubicBezTo>
                          <a:pt x="66608" y="90615"/>
                          <a:pt x="73745" y="89426"/>
                          <a:pt x="76124" y="89426"/>
                        </a:cubicBezTo>
                        <a:cubicBezTo>
                          <a:pt x="77313" y="89426"/>
                          <a:pt x="78503" y="90615"/>
                          <a:pt x="80881" y="91805"/>
                        </a:cubicBezTo>
                        <a:cubicBezTo>
                          <a:pt x="82071" y="91805"/>
                          <a:pt x="84450" y="92994"/>
                          <a:pt x="85639" y="92994"/>
                        </a:cubicBezTo>
                        <a:cubicBezTo>
                          <a:pt x="88018" y="94184"/>
                          <a:pt x="93965" y="95373"/>
                          <a:pt x="95155" y="94184"/>
                        </a:cubicBezTo>
                        <a:cubicBezTo>
                          <a:pt x="98723" y="91805"/>
                          <a:pt x="93965" y="88237"/>
                          <a:pt x="91587" y="87047"/>
                        </a:cubicBezTo>
                        <a:cubicBezTo>
                          <a:pt x="89208" y="85858"/>
                          <a:pt x="85639" y="84668"/>
                          <a:pt x="83260" y="82290"/>
                        </a:cubicBezTo>
                        <a:cubicBezTo>
                          <a:pt x="79692" y="79911"/>
                          <a:pt x="76124" y="81100"/>
                          <a:pt x="72556" y="78721"/>
                        </a:cubicBezTo>
                        <a:cubicBezTo>
                          <a:pt x="71366" y="75153"/>
                          <a:pt x="66608" y="75153"/>
                          <a:pt x="64229" y="75153"/>
                        </a:cubicBezTo>
                        <a:cubicBezTo>
                          <a:pt x="60661" y="75153"/>
                          <a:pt x="58282" y="71584"/>
                          <a:pt x="54714" y="71584"/>
                        </a:cubicBezTo>
                        <a:cubicBezTo>
                          <a:pt x="52335" y="71584"/>
                          <a:pt x="49956" y="75153"/>
                          <a:pt x="47577" y="76342"/>
                        </a:cubicBezTo>
                        <a:cubicBezTo>
                          <a:pt x="45198" y="78721"/>
                          <a:pt x="41630" y="81100"/>
                          <a:pt x="39251" y="82290"/>
                        </a:cubicBezTo>
                        <a:cubicBezTo>
                          <a:pt x="36873" y="83479"/>
                          <a:pt x="34494" y="82290"/>
                          <a:pt x="33304" y="83479"/>
                        </a:cubicBezTo>
                        <a:cubicBezTo>
                          <a:pt x="30925" y="83479"/>
                          <a:pt x="28546" y="84668"/>
                          <a:pt x="27357" y="84668"/>
                        </a:cubicBezTo>
                        <a:cubicBezTo>
                          <a:pt x="24978" y="84668"/>
                          <a:pt x="23789" y="84668"/>
                          <a:pt x="22599" y="82290"/>
                        </a:cubicBezTo>
                        <a:cubicBezTo>
                          <a:pt x="22599" y="81100"/>
                          <a:pt x="21410" y="81100"/>
                          <a:pt x="21410" y="81100"/>
                        </a:cubicBezTo>
                        <a:cubicBezTo>
                          <a:pt x="21410" y="79911"/>
                          <a:pt x="21410" y="79911"/>
                          <a:pt x="22599" y="78721"/>
                        </a:cubicBezTo>
                        <a:cubicBezTo>
                          <a:pt x="21410" y="78721"/>
                          <a:pt x="20221" y="77532"/>
                          <a:pt x="19031" y="77532"/>
                        </a:cubicBezTo>
                        <a:cubicBezTo>
                          <a:pt x="20221" y="75153"/>
                          <a:pt x="20221" y="71584"/>
                          <a:pt x="19031" y="69206"/>
                        </a:cubicBezTo>
                        <a:cubicBezTo>
                          <a:pt x="11894" y="68016"/>
                          <a:pt x="5947" y="56122"/>
                          <a:pt x="0" y="50175"/>
                        </a:cubicBezTo>
                        <a:cubicBezTo>
                          <a:pt x="11894" y="44228"/>
                          <a:pt x="16652" y="34712"/>
                          <a:pt x="22599" y="24007"/>
                        </a:cubicBezTo>
                        <a:cubicBezTo>
                          <a:pt x="23789" y="20439"/>
                          <a:pt x="24978" y="16871"/>
                          <a:pt x="26168" y="14492"/>
                        </a:cubicBezTo>
                        <a:cubicBezTo>
                          <a:pt x="28546" y="14492"/>
                          <a:pt x="30925" y="14492"/>
                          <a:pt x="32115" y="13302"/>
                        </a:cubicBezTo>
                        <a:cubicBezTo>
                          <a:pt x="34494" y="12113"/>
                          <a:pt x="35683" y="8545"/>
                          <a:pt x="38062" y="7355"/>
                        </a:cubicBezTo>
                        <a:cubicBezTo>
                          <a:pt x="40441" y="6166"/>
                          <a:pt x="46388" y="7355"/>
                          <a:pt x="48767" y="6166"/>
                        </a:cubicBezTo>
                        <a:cubicBezTo>
                          <a:pt x="52335" y="4976"/>
                          <a:pt x="54714" y="3787"/>
                          <a:pt x="58282" y="3787"/>
                        </a:cubicBezTo>
                        <a:cubicBezTo>
                          <a:pt x="64229" y="-5729"/>
                          <a:pt x="86829" y="4976"/>
                          <a:pt x="91587" y="10924"/>
                        </a:cubicBezTo>
                        <a:cubicBezTo>
                          <a:pt x="93965" y="13302"/>
                          <a:pt x="93965" y="15681"/>
                          <a:pt x="97534" y="16871"/>
                        </a:cubicBezTo>
                        <a:cubicBezTo>
                          <a:pt x="101102" y="18060"/>
                          <a:pt x="105860" y="15681"/>
                          <a:pt x="108239" y="18060"/>
                        </a:cubicBezTo>
                        <a:cubicBezTo>
                          <a:pt x="112996" y="20439"/>
                          <a:pt x="115375" y="31144"/>
                          <a:pt x="117754" y="34712"/>
                        </a:cubicBezTo>
                        <a:cubicBezTo>
                          <a:pt x="122512" y="35901"/>
                          <a:pt x="124891" y="38280"/>
                          <a:pt x="124891" y="43038"/>
                        </a:cubicBezTo>
                        <a:cubicBezTo>
                          <a:pt x="132027" y="45417"/>
                          <a:pt x="135596" y="44228"/>
                          <a:pt x="137975" y="52554"/>
                        </a:cubicBezTo>
                        <a:cubicBezTo>
                          <a:pt x="137975" y="52554"/>
                          <a:pt x="137975" y="51364"/>
                          <a:pt x="139164" y="51364"/>
                        </a:cubicBezTo>
                        <a:cubicBezTo>
                          <a:pt x="139164" y="53743"/>
                          <a:pt x="140353" y="56122"/>
                          <a:pt x="140353" y="58501"/>
                        </a:cubicBezTo>
                        <a:cubicBezTo>
                          <a:pt x="141543" y="64448"/>
                          <a:pt x="139164" y="70395"/>
                          <a:pt x="140353" y="76342"/>
                        </a:cubicBezTo>
                        <a:cubicBezTo>
                          <a:pt x="141543" y="79911"/>
                          <a:pt x="145111" y="87047"/>
                          <a:pt x="147490" y="89426"/>
                        </a:cubicBezTo>
                        <a:cubicBezTo>
                          <a:pt x="151058" y="92994"/>
                          <a:pt x="157006" y="92994"/>
                          <a:pt x="159384" y="96563"/>
                        </a:cubicBezTo>
                        <a:cubicBezTo>
                          <a:pt x="159384" y="100131"/>
                          <a:pt x="161763" y="101320"/>
                          <a:pt x="164142" y="103699"/>
                        </a:cubicBezTo>
                        <a:cubicBezTo>
                          <a:pt x="165331" y="108457"/>
                          <a:pt x="161763" y="109646"/>
                          <a:pt x="160574" y="113215"/>
                        </a:cubicBezTo>
                        <a:cubicBezTo>
                          <a:pt x="165331" y="120351"/>
                          <a:pt x="166521" y="122730"/>
                          <a:pt x="166521" y="12629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9" name="Freeform 718">
                    <a:extLst>
                      <a:ext uri="{FF2B5EF4-FFF2-40B4-BE49-F238E27FC236}">
                        <a16:creationId xmlns:a16="http://schemas.microsoft.com/office/drawing/2014/main" id="{38ADFD04-3BE5-39A0-ED6F-F3D683540A1D}"/>
                      </a:ext>
                    </a:extLst>
                  </p:cNvPr>
                  <p:cNvSpPr/>
                  <p:nvPr/>
                </p:nvSpPr>
                <p:spPr>
                  <a:xfrm>
                    <a:off x="5269055" y="4082218"/>
                    <a:ext cx="75215" cy="49584"/>
                  </a:xfrm>
                  <a:custGeom>
                    <a:avLst/>
                    <a:gdLst>
                      <a:gd name="connsiteX0" fmla="*/ 71366 w 75215"/>
                      <a:gd name="connsiteY0" fmla="*/ 33304 h 49584"/>
                      <a:gd name="connsiteX1" fmla="*/ 48767 w 75215"/>
                      <a:gd name="connsiteY1" fmla="*/ 47577 h 49584"/>
                      <a:gd name="connsiteX2" fmla="*/ 48767 w 75215"/>
                      <a:gd name="connsiteY2" fmla="*/ 47577 h 49584"/>
                      <a:gd name="connsiteX3" fmla="*/ 48767 w 75215"/>
                      <a:gd name="connsiteY3" fmla="*/ 47577 h 49584"/>
                      <a:gd name="connsiteX4" fmla="*/ 40441 w 75215"/>
                      <a:gd name="connsiteY4" fmla="*/ 48767 h 49584"/>
                      <a:gd name="connsiteX5" fmla="*/ 30925 w 75215"/>
                      <a:gd name="connsiteY5" fmla="*/ 42820 h 49584"/>
                      <a:gd name="connsiteX6" fmla="*/ 33304 w 75215"/>
                      <a:gd name="connsiteY6" fmla="*/ 40441 h 49584"/>
                      <a:gd name="connsiteX7" fmla="*/ 26168 w 75215"/>
                      <a:gd name="connsiteY7" fmla="*/ 30925 h 49584"/>
                      <a:gd name="connsiteX8" fmla="*/ 26168 w 75215"/>
                      <a:gd name="connsiteY8" fmla="*/ 29736 h 49584"/>
                      <a:gd name="connsiteX9" fmla="*/ 39252 w 75215"/>
                      <a:gd name="connsiteY9" fmla="*/ 28546 h 49584"/>
                      <a:gd name="connsiteX10" fmla="*/ 23789 w 75215"/>
                      <a:gd name="connsiteY10" fmla="*/ 26167 h 49584"/>
                      <a:gd name="connsiteX11" fmla="*/ 14273 w 75215"/>
                      <a:gd name="connsiteY11" fmla="*/ 24978 h 49584"/>
                      <a:gd name="connsiteX12" fmla="*/ 5947 w 75215"/>
                      <a:gd name="connsiteY12" fmla="*/ 21410 h 49584"/>
                      <a:gd name="connsiteX13" fmla="*/ 9516 w 75215"/>
                      <a:gd name="connsiteY13" fmla="*/ 15463 h 49584"/>
                      <a:gd name="connsiteX14" fmla="*/ 0 w 75215"/>
                      <a:gd name="connsiteY14" fmla="*/ 13084 h 49584"/>
                      <a:gd name="connsiteX15" fmla="*/ 8326 w 75215"/>
                      <a:gd name="connsiteY15" fmla="*/ 10705 h 49584"/>
                      <a:gd name="connsiteX16" fmla="*/ 13084 w 75215"/>
                      <a:gd name="connsiteY16" fmla="*/ 9515 h 49584"/>
                      <a:gd name="connsiteX17" fmla="*/ 19031 w 75215"/>
                      <a:gd name="connsiteY17" fmla="*/ 9515 h 49584"/>
                      <a:gd name="connsiteX18" fmla="*/ 29736 w 75215"/>
                      <a:gd name="connsiteY18" fmla="*/ 9515 h 49584"/>
                      <a:gd name="connsiteX19" fmla="*/ 33304 w 75215"/>
                      <a:gd name="connsiteY19" fmla="*/ 5947 h 49584"/>
                      <a:gd name="connsiteX20" fmla="*/ 36873 w 75215"/>
                      <a:gd name="connsiteY20" fmla="*/ 3568 h 49584"/>
                      <a:gd name="connsiteX21" fmla="*/ 46388 w 75215"/>
                      <a:gd name="connsiteY21" fmla="*/ 0 h 49584"/>
                      <a:gd name="connsiteX22" fmla="*/ 57093 w 75215"/>
                      <a:gd name="connsiteY22" fmla="*/ 0 h 49584"/>
                      <a:gd name="connsiteX23" fmla="*/ 67798 w 75215"/>
                      <a:gd name="connsiteY23" fmla="*/ 0 h 49584"/>
                      <a:gd name="connsiteX24" fmla="*/ 72556 w 75215"/>
                      <a:gd name="connsiteY24" fmla="*/ 1190 h 49584"/>
                      <a:gd name="connsiteX25" fmla="*/ 74935 w 75215"/>
                      <a:gd name="connsiteY25" fmla="*/ 1190 h 49584"/>
                      <a:gd name="connsiteX26" fmla="*/ 71366 w 75215"/>
                      <a:gd name="connsiteY26" fmla="*/ 33304 h 495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5215" h="49584">
                        <a:moveTo>
                          <a:pt x="71366" y="33304"/>
                        </a:moveTo>
                        <a:cubicBezTo>
                          <a:pt x="65419" y="38062"/>
                          <a:pt x="47577" y="36873"/>
                          <a:pt x="48767" y="47577"/>
                        </a:cubicBezTo>
                        <a:cubicBezTo>
                          <a:pt x="48767" y="47577"/>
                          <a:pt x="48767" y="47577"/>
                          <a:pt x="48767" y="47577"/>
                        </a:cubicBezTo>
                        <a:lnTo>
                          <a:pt x="48767" y="47577"/>
                        </a:lnTo>
                        <a:cubicBezTo>
                          <a:pt x="46388" y="47577"/>
                          <a:pt x="41630" y="51146"/>
                          <a:pt x="40441" y="48767"/>
                        </a:cubicBezTo>
                        <a:cubicBezTo>
                          <a:pt x="35683" y="41630"/>
                          <a:pt x="32115" y="47577"/>
                          <a:pt x="30925" y="42820"/>
                        </a:cubicBezTo>
                        <a:cubicBezTo>
                          <a:pt x="30925" y="41630"/>
                          <a:pt x="33304" y="41630"/>
                          <a:pt x="33304" y="40441"/>
                        </a:cubicBezTo>
                        <a:cubicBezTo>
                          <a:pt x="35683" y="36873"/>
                          <a:pt x="32115" y="33304"/>
                          <a:pt x="26168" y="30925"/>
                        </a:cubicBezTo>
                        <a:cubicBezTo>
                          <a:pt x="26168" y="30925"/>
                          <a:pt x="24978" y="29736"/>
                          <a:pt x="26168" y="29736"/>
                        </a:cubicBezTo>
                        <a:cubicBezTo>
                          <a:pt x="28546" y="26167"/>
                          <a:pt x="36873" y="32115"/>
                          <a:pt x="39252" y="28546"/>
                        </a:cubicBezTo>
                        <a:cubicBezTo>
                          <a:pt x="44009" y="21410"/>
                          <a:pt x="27357" y="26167"/>
                          <a:pt x="23789" y="26167"/>
                        </a:cubicBezTo>
                        <a:cubicBezTo>
                          <a:pt x="20221" y="27357"/>
                          <a:pt x="17842" y="26167"/>
                          <a:pt x="14273" y="24978"/>
                        </a:cubicBezTo>
                        <a:cubicBezTo>
                          <a:pt x="10705" y="23789"/>
                          <a:pt x="9516" y="21410"/>
                          <a:pt x="5947" y="21410"/>
                        </a:cubicBezTo>
                        <a:cubicBezTo>
                          <a:pt x="5947" y="19031"/>
                          <a:pt x="8326" y="16652"/>
                          <a:pt x="9516" y="15463"/>
                        </a:cubicBezTo>
                        <a:cubicBezTo>
                          <a:pt x="5947" y="14273"/>
                          <a:pt x="3569" y="14273"/>
                          <a:pt x="0" y="13084"/>
                        </a:cubicBezTo>
                        <a:cubicBezTo>
                          <a:pt x="2379" y="13084"/>
                          <a:pt x="5947" y="11894"/>
                          <a:pt x="8326" y="10705"/>
                        </a:cubicBezTo>
                        <a:cubicBezTo>
                          <a:pt x="9516" y="10705"/>
                          <a:pt x="10705" y="9515"/>
                          <a:pt x="13084" y="9515"/>
                        </a:cubicBezTo>
                        <a:cubicBezTo>
                          <a:pt x="15463" y="9515"/>
                          <a:pt x="16652" y="9515"/>
                          <a:pt x="19031" y="9515"/>
                        </a:cubicBezTo>
                        <a:cubicBezTo>
                          <a:pt x="21410" y="9515"/>
                          <a:pt x="27357" y="11894"/>
                          <a:pt x="29736" y="9515"/>
                        </a:cubicBezTo>
                        <a:cubicBezTo>
                          <a:pt x="30925" y="8326"/>
                          <a:pt x="32115" y="7137"/>
                          <a:pt x="33304" y="5947"/>
                        </a:cubicBezTo>
                        <a:cubicBezTo>
                          <a:pt x="34494" y="4758"/>
                          <a:pt x="35683" y="3568"/>
                          <a:pt x="36873" y="3568"/>
                        </a:cubicBezTo>
                        <a:cubicBezTo>
                          <a:pt x="40441" y="1190"/>
                          <a:pt x="42820" y="0"/>
                          <a:pt x="46388" y="0"/>
                        </a:cubicBezTo>
                        <a:cubicBezTo>
                          <a:pt x="49956" y="0"/>
                          <a:pt x="53525" y="0"/>
                          <a:pt x="57093" y="0"/>
                        </a:cubicBezTo>
                        <a:cubicBezTo>
                          <a:pt x="60661" y="0"/>
                          <a:pt x="64229" y="0"/>
                          <a:pt x="67798" y="0"/>
                        </a:cubicBezTo>
                        <a:cubicBezTo>
                          <a:pt x="68987" y="0"/>
                          <a:pt x="71366" y="1190"/>
                          <a:pt x="72556" y="1190"/>
                        </a:cubicBezTo>
                        <a:cubicBezTo>
                          <a:pt x="73745" y="1190"/>
                          <a:pt x="73745" y="1190"/>
                          <a:pt x="74935" y="1190"/>
                        </a:cubicBezTo>
                        <a:cubicBezTo>
                          <a:pt x="71366" y="10705"/>
                          <a:pt x="79692" y="27357"/>
                          <a:pt x="71366" y="33304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0" name="Freeform 719">
                    <a:extLst>
                      <a:ext uri="{FF2B5EF4-FFF2-40B4-BE49-F238E27FC236}">
                        <a16:creationId xmlns:a16="http://schemas.microsoft.com/office/drawing/2014/main" id="{CC47101B-0040-2196-FB15-2857FAF81196}"/>
                      </a:ext>
                    </a:extLst>
                  </p:cNvPr>
                  <p:cNvSpPr/>
                  <p:nvPr/>
                </p:nvSpPr>
                <p:spPr>
                  <a:xfrm>
                    <a:off x="5264297" y="4048914"/>
                    <a:ext cx="78617" cy="24317"/>
                  </a:xfrm>
                  <a:custGeom>
                    <a:avLst/>
                    <a:gdLst>
                      <a:gd name="connsiteX0" fmla="*/ 77313 w 78617"/>
                      <a:gd name="connsiteY0" fmla="*/ 20221 h 24317"/>
                      <a:gd name="connsiteX1" fmla="*/ 67798 w 78617"/>
                      <a:gd name="connsiteY1" fmla="*/ 19031 h 24317"/>
                      <a:gd name="connsiteX2" fmla="*/ 63040 w 78617"/>
                      <a:gd name="connsiteY2" fmla="*/ 17842 h 24317"/>
                      <a:gd name="connsiteX3" fmla="*/ 58282 w 78617"/>
                      <a:gd name="connsiteY3" fmla="*/ 15463 h 24317"/>
                      <a:gd name="connsiteX4" fmla="*/ 48767 w 78617"/>
                      <a:gd name="connsiteY4" fmla="*/ 14273 h 24317"/>
                      <a:gd name="connsiteX5" fmla="*/ 41630 w 78617"/>
                      <a:gd name="connsiteY5" fmla="*/ 13084 h 24317"/>
                      <a:gd name="connsiteX6" fmla="*/ 39251 w 78617"/>
                      <a:gd name="connsiteY6" fmla="*/ 15463 h 24317"/>
                      <a:gd name="connsiteX7" fmla="*/ 36873 w 78617"/>
                      <a:gd name="connsiteY7" fmla="*/ 14273 h 24317"/>
                      <a:gd name="connsiteX8" fmla="*/ 34494 w 78617"/>
                      <a:gd name="connsiteY8" fmla="*/ 14273 h 24317"/>
                      <a:gd name="connsiteX9" fmla="*/ 30925 w 78617"/>
                      <a:gd name="connsiteY9" fmla="*/ 16652 h 24317"/>
                      <a:gd name="connsiteX10" fmla="*/ 26168 w 78617"/>
                      <a:gd name="connsiteY10" fmla="*/ 19031 h 24317"/>
                      <a:gd name="connsiteX11" fmla="*/ 22599 w 78617"/>
                      <a:gd name="connsiteY11" fmla="*/ 21410 h 24317"/>
                      <a:gd name="connsiteX12" fmla="*/ 19031 w 78617"/>
                      <a:gd name="connsiteY12" fmla="*/ 23789 h 24317"/>
                      <a:gd name="connsiteX13" fmla="*/ 8326 w 78617"/>
                      <a:gd name="connsiteY13" fmla="*/ 23789 h 24317"/>
                      <a:gd name="connsiteX14" fmla="*/ 0 w 78617"/>
                      <a:gd name="connsiteY14" fmla="*/ 23789 h 24317"/>
                      <a:gd name="connsiteX15" fmla="*/ 2379 w 78617"/>
                      <a:gd name="connsiteY15" fmla="*/ 15463 h 24317"/>
                      <a:gd name="connsiteX16" fmla="*/ 4758 w 78617"/>
                      <a:gd name="connsiteY16" fmla="*/ 16652 h 24317"/>
                      <a:gd name="connsiteX17" fmla="*/ 14273 w 78617"/>
                      <a:gd name="connsiteY17" fmla="*/ 22600 h 24317"/>
                      <a:gd name="connsiteX18" fmla="*/ 4758 w 78617"/>
                      <a:gd name="connsiteY18" fmla="*/ 9516 h 24317"/>
                      <a:gd name="connsiteX19" fmla="*/ 5947 w 78617"/>
                      <a:gd name="connsiteY19" fmla="*/ 10705 h 24317"/>
                      <a:gd name="connsiteX20" fmla="*/ 10705 w 78617"/>
                      <a:gd name="connsiteY20" fmla="*/ 13084 h 24317"/>
                      <a:gd name="connsiteX21" fmla="*/ 16652 w 78617"/>
                      <a:gd name="connsiteY21" fmla="*/ 11894 h 24317"/>
                      <a:gd name="connsiteX22" fmla="*/ 22599 w 78617"/>
                      <a:gd name="connsiteY22" fmla="*/ 10705 h 24317"/>
                      <a:gd name="connsiteX23" fmla="*/ 30925 w 78617"/>
                      <a:gd name="connsiteY23" fmla="*/ 4758 h 24317"/>
                      <a:gd name="connsiteX24" fmla="*/ 38062 w 78617"/>
                      <a:gd name="connsiteY24" fmla="*/ 0 h 24317"/>
                      <a:gd name="connsiteX25" fmla="*/ 47577 w 78617"/>
                      <a:gd name="connsiteY25" fmla="*/ 3569 h 24317"/>
                      <a:gd name="connsiteX26" fmla="*/ 55904 w 78617"/>
                      <a:gd name="connsiteY26" fmla="*/ 7137 h 24317"/>
                      <a:gd name="connsiteX27" fmla="*/ 66608 w 78617"/>
                      <a:gd name="connsiteY27" fmla="*/ 10705 h 24317"/>
                      <a:gd name="connsiteX28" fmla="*/ 74934 w 78617"/>
                      <a:gd name="connsiteY28" fmla="*/ 15463 h 24317"/>
                      <a:gd name="connsiteX29" fmla="*/ 77313 w 78617"/>
                      <a:gd name="connsiteY29" fmla="*/ 20221 h 243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78617" h="24317">
                        <a:moveTo>
                          <a:pt x="77313" y="20221"/>
                        </a:moveTo>
                        <a:cubicBezTo>
                          <a:pt x="74934" y="21410"/>
                          <a:pt x="68987" y="19031"/>
                          <a:pt x="67798" y="19031"/>
                        </a:cubicBezTo>
                        <a:cubicBezTo>
                          <a:pt x="66608" y="19031"/>
                          <a:pt x="64229" y="17842"/>
                          <a:pt x="63040" y="17842"/>
                        </a:cubicBezTo>
                        <a:cubicBezTo>
                          <a:pt x="61851" y="16652"/>
                          <a:pt x="60661" y="16652"/>
                          <a:pt x="58282" y="15463"/>
                        </a:cubicBezTo>
                        <a:cubicBezTo>
                          <a:pt x="55904" y="15463"/>
                          <a:pt x="48767" y="16652"/>
                          <a:pt x="48767" y="14273"/>
                        </a:cubicBezTo>
                        <a:cubicBezTo>
                          <a:pt x="45198" y="13084"/>
                          <a:pt x="44009" y="10705"/>
                          <a:pt x="41630" y="13084"/>
                        </a:cubicBezTo>
                        <a:cubicBezTo>
                          <a:pt x="40441" y="14273"/>
                          <a:pt x="39251" y="15463"/>
                          <a:pt x="39251" y="15463"/>
                        </a:cubicBezTo>
                        <a:cubicBezTo>
                          <a:pt x="38062" y="15463"/>
                          <a:pt x="36873" y="15463"/>
                          <a:pt x="36873" y="14273"/>
                        </a:cubicBezTo>
                        <a:cubicBezTo>
                          <a:pt x="35683" y="14273"/>
                          <a:pt x="34494" y="14273"/>
                          <a:pt x="34494" y="14273"/>
                        </a:cubicBezTo>
                        <a:cubicBezTo>
                          <a:pt x="33304" y="14273"/>
                          <a:pt x="32115" y="16652"/>
                          <a:pt x="30925" y="16652"/>
                        </a:cubicBezTo>
                        <a:cubicBezTo>
                          <a:pt x="29736" y="17842"/>
                          <a:pt x="28546" y="17842"/>
                          <a:pt x="26168" y="19031"/>
                        </a:cubicBezTo>
                        <a:cubicBezTo>
                          <a:pt x="24978" y="20221"/>
                          <a:pt x="23789" y="21410"/>
                          <a:pt x="22599" y="21410"/>
                        </a:cubicBezTo>
                        <a:cubicBezTo>
                          <a:pt x="21410" y="22600"/>
                          <a:pt x="20221" y="23789"/>
                          <a:pt x="19031" y="23789"/>
                        </a:cubicBezTo>
                        <a:cubicBezTo>
                          <a:pt x="15463" y="24978"/>
                          <a:pt x="11894" y="23789"/>
                          <a:pt x="8326" y="23789"/>
                        </a:cubicBezTo>
                        <a:cubicBezTo>
                          <a:pt x="5947" y="23789"/>
                          <a:pt x="2379" y="23789"/>
                          <a:pt x="0" y="23789"/>
                        </a:cubicBezTo>
                        <a:cubicBezTo>
                          <a:pt x="0" y="21410"/>
                          <a:pt x="1190" y="19031"/>
                          <a:pt x="2379" y="15463"/>
                        </a:cubicBezTo>
                        <a:cubicBezTo>
                          <a:pt x="3568" y="15463"/>
                          <a:pt x="3568" y="15463"/>
                          <a:pt x="4758" y="16652"/>
                        </a:cubicBezTo>
                        <a:cubicBezTo>
                          <a:pt x="5947" y="19031"/>
                          <a:pt x="10705" y="22600"/>
                          <a:pt x="14273" y="22600"/>
                        </a:cubicBezTo>
                        <a:cubicBezTo>
                          <a:pt x="14273" y="17842"/>
                          <a:pt x="3568" y="16652"/>
                          <a:pt x="4758" y="9516"/>
                        </a:cubicBezTo>
                        <a:cubicBezTo>
                          <a:pt x="4758" y="9516"/>
                          <a:pt x="5947" y="10705"/>
                          <a:pt x="5947" y="10705"/>
                        </a:cubicBezTo>
                        <a:cubicBezTo>
                          <a:pt x="7137" y="13084"/>
                          <a:pt x="8326" y="13084"/>
                          <a:pt x="10705" y="13084"/>
                        </a:cubicBezTo>
                        <a:cubicBezTo>
                          <a:pt x="13084" y="13084"/>
                          <a:pt x="15463" y="13084"/>
                          <a:pt x="16652" y="11894"/>
                        </a:cubicBezTo>
                        <a:cubicBezTo>
                          <a:pt x="19031" y="10705"/>
                          <a:pt x="21410" y="11894"/>
                          <a:pt x="22599" y="10705"/>
                        </a:cubicBezTo>
                        <a:cubicBezTo>
                          <a:pt x="24978" y="9516"/>
                          <a:pt x="28546" y="7137"/>
                          <a:pt x="30925" y="4758"/>
                        </a:cubicBezTo>
                        <a:cubicBezTo>
                          <a:pt x="33304" y="3569"/>
                          <a:pt x="35683" y="0"/>
                          <a:pt x="38062" y="0"/>
                        </a:cubicBezTo>
                        <a:cubicBezTo>
                          <a:pt x="41630" y="0"/>
                          <a:pt x="44009" y="2379"/>
                          <a:pt x="47577" y="3569"/>
                        </a:cubicBezTo>
                        <a:cubicBezTo>
                          <a:pt x="49956" y="3569"/>
                          <a:pt x="54714" y="3569"/>
                          <a:pt x="55904" y="7137"/>
                        </a:cubicBezTo>
                        <a:cubicBezTo>
                          <a:pt x="59472" y="8326"/>
                          <a:pt x="63040" y="8326"/>
                          <a:pt x="66608" y="10705"/>
                        </a:cubicBezTo>
                        <a:cubicBezTo>
                          <a:pt x="68987" y="11894"/>
                          <a:pt x="71366" y="13084"/>
                          <a:pt x="74934" y="15463"/>
                        </a:cubicBezTo>
                        <a:cubicBezTo>
                          <a:pt x="76124" y="14273"/>
                          <a:pt x="80881" y="17842"/>
                          <a:pt x="77313" y="2022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1" name="Freeform 720">
                    <a:extLst>
                      <a:ext uri="{FF2B5EF4-FFF2-40B4-BE49-F238E27FC236}">
                        <a16:creationId xmlns:a16="http://schemas.microsoft.com/office/drawing/2014/main" id="{345A88DF-4C7D-62FA-2CC3-4AC81E5143A9}"/>
                      </a:ext>
                    </a:extLst>
                  </p:cNvPr>
                  <p:cNvSpPr/>
                  <p:nvPr/>
                </p:nvSpPr>
                <p:spPr>
                  <a:xfrm>
                    <a:off x="5386809" y="3751555"/>
                    <a:ext cx="421060" cy="393703"/>
                  </a:xfrm>
                  <a:custGeom>
                    <a:avLst/>
                    <a:gdLst>
                      <a:gd name="connsiteX0" fmla="*/ 421060 w 421060"/>
                      <a:gd name="connsiteY0" fmla="*/ 160574 h 393703"/>
                      <a:gd name="connsiteX1" fmla="*/ 418681 w 421060"/>
                      <a:gd name="connsiteY1" fmla="*/ 161763 h 393703"/>
                      <a:gd name="connsiteX2" fmla="*/ 413924 w 421060"/>
                      <a:gd name="connsiteY2" fmla="*/ 202204 h 393703"/>
                      <a:gd name="connsiteX3" fmla="*/ 409166 w 421060"/>
                      <a:gd name="connsiteY3" fmla="*/ 243834 h 393703"/>
                      <a:gd name="connsiteX4" fmla="*/ 338989 w 421060"/>
                      <a:gd name="connsiteY4" fmla="*/ 268812 h 393703"/>
                      <a:gd name="connsiteX5" fmla="*/ 318769 w 421060"/>
                      <a:gd name="connsiteY5" fmla="*/ 271191 h 393703"/>
                      <a:gd name="connsiteX6" fmla="*/ 318769 w 421060"/>
                      <a:gd name="connsiteY6" fmla="*/ 271191 h 393703"/>
                      <a:gd name="connsiteX7" fmla="*/ 298548 w 421060"/>
                      <a:gd name="connsiteY7" fmla="*/ 270002 h 393703"/>
                      <a:gd name="connsiteX8" fmla="*/ 273570 w 421060"/>
                      <a:gd name="connsiteY8" fmla="*/ 277139 h 393703"/>
                      <a:gd name="connsiteX9" fmla="*/ 259297 w 421060"/>
                      <a:gd name="connsiteY9" fmla="*/ 286654 h 393703"/>
                      <a:gd name="connsiteX10" fmla="*/ 242645 w 421060"/>
                      <a:gd name="connsiteY10" fmla="*/ 294980 h 393703"/>
                      <a:gd name="connsiteX11" fmla="*/ 230751 w 421060"/>
                      <a:gd name="connsiteY11" fmla="*/ 306874 h 393703"/>
                      <a:gd name="connsiteX12" fmla="*/ 210530 w 421060"/>
                      <a:gd name="connsiteY12" fmla="*/ 309253 h 393703"/>
                      <a:gd name="connsiteX13" fmla="*/ 208151 w 421060"/>
                      <a:gd name="connsiteY13" fmla="*/ 311632 h 393703"/>
                      <a:gd name="connsiteX14" fmla="*/ 205772 w 421060"/>
                      <a:gd name="connsiteY14" fmla="*/ 315200 h 393703"/>
                      <a:gd name="connsiteX15" fmla="*/ 201015 w 421060"/>
                      <a:gd name="connsiteY15" fmla="*/ 323526 h 393703"/>
                      <a:gd name="connsiteX16" fmla="*/ 192689 w 421060"/>
                      <a:gd name="connsiteY16" fmla="*/ 338989 h 393703"/>
                      <a:gd name="connsiteX17" fmla="*/ 181984 w 421060"/>
                      <a:gd name="connsiteY17" fmla="*/ 352073 h 393703"/>
                      <a:gd name="connsiteX18" fmla="*/ 177226 w 421060"/>
                      <a:gd name="connsiteY18" fmla="*/ 359210 h 393703"/>
                      <a:gd name="connsiteX19" fmla="*/ 177226 w 421060"/>
                      <a:gd name="connsiteY19" fmla="*/ 369914 h 393703"/>
                      <a:gd name="connsiteX20" fmla="*/ 173658 w 421060"/>
                      <a:gd name="connsiteY20" fmla="*/ 374672 h 393703"/>
                      <a:gd name="connsiteX21" fmla="*/ 174847 w 421060"/>
                      <a:gd name="connsiteY21" fmla="*/ 382998 h 393703"/>
                      <a:gd name="connsiteX22" fmla="*/ 177226 w 421060"/>
                      <a:gd name="connsiteY22" fmla="*/ 386566 h 393703"/>
                      <a:gd name="connsiteX23" fmla="*/ 158195 w 421060"/>
                      <a:gd name="connsiteY23" fmla="*/ 388945 h 393703"/>
                      <a:gd name="connsiteX24" fmla="*/ 142732 w 421060"/>
                      <a:gd name="connsiteY24" fmla="*/ 391324 h 393703"/>
                      <a:gd name="connsiteX25" fmla="*/ 116565 w 421060"/>
                      <a:gd name="connsiteY25" fmla="*/ 393703 h 393703"/>
                      <a:gd name="connsiteX26" fmla="*/ 115375 w 421060"/>
                      <a:gd name="connsiteY26" fmla="*/ 392514 h 393703"/>
                      <a:gd name="connsiteX27" fmla="*/ 104671 w 421060"/>
                      <a:gd name="connsiteY27" fmla="*/ 387756 h 393703"/>
                      <a:gd name="connsiteX28" fmla="*/ 95155 w 421060"/>
                      <a:gd name="connsiteY28" fmla="*/ 378241 h 393703"/>
                      <a:gd name="connsiteX29" fmla="*/ 101102 w 421060"/>
                      <a:gd name="connsiteY29" fmla="*/ 366346 h 393703"/>
                      <a:gd name="connsiteX30" fmla="*/ 90397 w 421060"/>
                      <a:gd name="connsiteY30" fmla="*/ 359210 h 393703"/>
                      <a:gd name="connsiteX31" fmla="*/ 85639 w 421060"/>
                      <a:gd name="connsiteY31" fmla="*/ 342558 h 393703"/>
                      <a:gd name="connsiteX32" fmla="*/ 66608 w 421060"/>
                      <a:gd name="connsiteY32" fmla="*/ 343747 h 393703"/>
                      <a:gd name="connsiteX33" fmla="*/ 55904 w 421060"/>
                      <a:gd name="connsiteY33" fmla="*/ 352073 h 393703"/>
                      <a:gd name="connsiteX34" fmla="*/ 41630 w 421060"/>
                      <a:gd name="connsiteY34" fmla="*/ 349694 h 393703"/>
                      <a:gd name="connsiteX35" fmla="*/ 27357 w 421060"/>
                      <a:gd name="connsiteY35" fmla="*/ 347315 h 393703"/>
                      <a:gd name="connsiteX36" fmla="*/ 27357 w 421060"/>
                      <a:gd name="connsiteY36" fmla="*/ 347315 h 393703"/>
                      <a:gd name="connsiteX37" fmla="*/ 27357 w 421060"/>
                      <a:gd name="connsiteY37" fmla="*/ 347315 h 393703"/>
                      <a:gd name="connsiteX38" fmla="*/ 21410 w 421060"/>
                      <a:gd name="connsiteY38" fmla="*/ 337800 h 393703"/>
                      <a:gd name="connsiteX39" fmla="*/ 24978 w 421060"/>
                      <a:gd name="connsiteY39" fmla="*/ 328284 h 393703"/>
                      <a:gd name="connsiteX40" fmla="*/ 20221 w 421060"/>
                      <a:gd name="connsiteY40" fmla="*/ 321147 h 393703"/>
                      <a:gd name="connsiteX41" fmla="*/ 8326 w 421060"/>
                      <a:gd name="connsiteY41" fmla="*/ 314011 h 393703"/>
                      <a:gd name="connsiteX42" fmla="*/ 1190 w 421060"/>
                      <a:gd name="connsiteY42" fmla="*/ 300927 h 393703"/>
                      <a:gd name="connsiteX43" fmla="*/ 1190 w 421060"/>
                      <a:gd name="connsiteY43" fmla="*/ 283086 h 393703"/>
                      <a:gd name="connsiteX44" fmla="*/ 0 w 421060"/>
                      <a:gd name="connsiteY44" fmla="*/ 275949 h 393703"/>
                      <a:gd name="connsiteX45" fmla="*/ 11894 w 421060"/>
                      <a:gd name="connsiteY45" fmla="*/ 268812 h 393703"/>
                      <a:gd name="connsiteX46" fmla="*/ 14273 w 421060"/>
                      <a:gd name="connsiteY46" fmla="*/ 250971 h 393703"/>
                      <a:gd name="connsiteX47" fmla="*/ 29736 w 421060"/>
                      <a:gd name="connsiteY47" fmla="*/ 250971 h 393703"/>
                      <a:gd name="connsiteX48" fmla="*/ 36873 w 421060"/>
                      <a:gd name="connsiteY48" fmla="*/ 262865 h 393703"/>
                      <a:gd name="connsiteX49" fmla="*/ 61851 w 421060"/>
                      <a:gd name="connsiteY49" fmla="*/ 248592 h 393703"/>
                      <a:gd name="connsiteX50" fmla="*/ 63040 w 421060"/>
                      <a:gd name="connsiteY50" fmla="*/ 258108 h 393703"/>
                      <a:gd name="connsiteX51" fmla="*/ 76124 w 421060"/>
                      <a:gd name="connsiteY51" fmla="*/ 254539 h 393703"/>
                      <a:gd name="connsiteX52" fmla="*/ 96344 w 421060"/>
                      <a:gd name="connsiteY52" fmla="*/ 259297 h 393703"/>
                      <a:gd name="connsiteX53" fmla="*/ 168900 w 421060"/>
                      <a:gd name="connsiteY53" fmla="*/ 256918 h 393703"/>
                      <a:gd name="connsiteX54" fmla="*/ 176037 w 421060"/>
                      <a:gd name="connsiteY54" fmla="*/ 235508 h 393703"/>
                      <a:gd name="connsiteX55" fmla="*/ 168900 w 421060"/>
                      <a:gd name="connsiteY55" fmla="*/ 229561 h 393703"/>
                      <a:gd name="connsiteX56" fmla="*/ 148679 w 421060"/>
                      <a:gd name="connsiteY56" fmla="*/ 2379 h 393703"/>
                      <a:gd name="connsiteX57" fmla="*/ 178415 w 421060"/>
                      <a:gd name="connsiteY57" fmla="*/ 0 h 393703"/>
                      <a:gd name="connsiteX58" fmla="*/ 341368 w 421060"/>
                      <a:gd name="connsiteY58" fmla="*/ 108239 h 393703"/>
                      <a:gd name="connsiteX59" fmla="*/ 350883 w 421060"/>
                      <a:gd name="connsiteY59" fmla="*/ 120133 h 393703"/>
                      <a:gd name="connsiteX60" fmla="*/ 366346 w 421060"/>
                      <a:gd name="connsiteY60" fmla="*/ 130838 h 393703"/>
                      <a:gd name="connsiteX61" fmla="*/ 379430 w 421060"/>
                      <a:gd name="connsiteY61" fmla="*/ 135596 h 393703"/>
                      <a:gd name="connsiteX62" fmla="*/ 390135 w 421060"/>
                      <a:gd name="connsiteY62" fmla="*/ 145111 h 393703"/>
                      <a:gd name="connsiteX63" fmla="*/ 393703 w 421060"/>
                      <a:gd name="connsiteY63" fmla="*/ 162953 h 393703"/>
                      <a:gd name="connsiteX64" fmla="*/ 421060 w 421060"/>
                      <a:gd name="connsiteY64" fmla="*/ 160574 h 3937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421060" h="393703">
                        <a:moveTo>
                          <a:pt x="421060" y="160574"/>
                        </a:moveTo>
                        <a:cubicBezTo>
                          <a:pt x="419871" y="160574"/>
                          <a:pt x="419871" y="161763"/>
                          <a:pt x="418681" y="161763"/>
                        </a:cubicBezTo>
                        <a:cubicBezTo>
                          <a:pt x="413924" y="166521"/>
                          <a:pt x="413924" y="192689"/>
                          <a:pt x="413924" y="202204"/>
                        </a:cubicBezTo>
                        <a:cubicBezTo>
                          <a:pt x="412734" y="216477"/>
                          <a:pt x="413924" y="231940"/>
                          <a:pt x="409166" y="243834"/>
                        </a:cubicBezTo>
                        <a:cubicBezTo>
                          <a:pt x="399650" y="270002"/>
                          <a:pt x="362778" y="266434"/>
                          <a:pt x="338989" y="268812"/>
                        </a:cubicBezTo>
                        <a:cubicBezTo>
                          <a:pt x="335421" y="268812"/>
                          <a:pt x="319958" y="268812"/>
                          <a:pt x="318769" y="271191"/>
                        </a:cubicBezTo>
                        <a:cubicBezTo>
                          <a:pt x="318769" y="271191"/>
                          <a:pt x="318769" y="271191"/>
                          <a:pt x="318769" y="271191"/>
                        </a:cubicBezTo>
                        <a:cubicBezTo>
                          <a:pt x="312822" y="270002"/>
                          <a:pt x="305685" y="268812"/>
                          <a:pt x="298548" y="270002"/>
                        </a:cubicBezTo>
                        <a:cubicBezTo>
                          <a:pt x="289033" y="271191"/>
                          <a:pt x="281896" y="273570"/>
                          <a:pt x="273570" y="277139"/>
                        </a:cubicBezTo>
                        <a:cubicBezTo>
                          <a:pt x="272381" y="284275"/>
                          <a:pt x="264055" y="283086"/>
                          <a:pt x="259297" y="286654"/>
                        </a:cubicBezTo>
                        <a:cubicBezTo>
                          <a:pt x="253350" y="290222"/>
                          <a:pt x="247403" y="291412"/>
                          <a:pt x="242645" y="294980"/>
                        </a:cubicBezTo>
                        <a:cubicBezTo>
                          <a:pt x="236698" y="298548"/>
                          <a:pt x="235508" y="304495"/>
                          <a:pt x="230751" y="306874"/>
                        </a:cubicBezTo>
                        <a:cubicBezTo>
                          <a:pt x="224804" y="310443"/>
                          <a:pt x="217667" y="308064"/>
                          <a:pt x="210530" y="309253"/>
                        </a:cubicBezTo>
                        <a:cubicBezTo>
                          <a:pt x="210530" y="312822"/>
                          <a:pt x="209341" y="310443"/>
                          <a:pt x="208151" y="311632"/>
                        </a:cubicBezTo>
                        <a:cubicBezTo>
                          <a:pt x="206962" y="312822"/>
                          <a:pt x="206962" y="314011"/>
                          <a:pt x="205772" y="315200"/>
                        </a:cubicBezTo>
                        <a:cubicBezTo>
                          <a:pt x="204583" y="317579"/>
                          <a:pt x="203393" y="321147"/>
                          <a:pt x="201015" y="323526"/>
                        </a:cubicBezTo>
                        <a:cubicBezTo>
                          <a:pt x="197446" y="328284"/>
                          <a:pt x="196257" y="334231"/>
                          <a:pt x="192689" y="338989"/>
                        </a:cubicBezTo>
                        <a:cubicBezTo>
                          <a:pt x="190310" y="343747"/>
                          <a:pt x="186741" y="348505"/>
                          <a:pt x="181984" y="352073"/>
                        </a:cubicBezTo>
                        <a:cubicBezTo>
                          <a:pt x="178415" y="354452"/>
                          <a:pt x="177226" y="354452"/>
                          <a:pt x="177226" y="359210"/>
                        </a:cubicBezTo>
                        <a:cubicBezTo>
                          <a:pt x="177226" y="362778"/>
                          <a:pt x="178415" y="366346"/>
                          <a:pt x="177226" y="369914"/>
                        </a:cubicBezTo>
                        <a:cubicBezTo>
                          <a:pt x="176037" y="372293"/>
                          <a:pt x="173658" y="371104"/>
                          <a:pt x="173658" y="374672"/>
                        </a:cubicBezTo>
                        <a:cubicBezTo>
                          <a:pt x="173658" y="375862"/>
                          <a:pt x="173658" y="381809"/>
                          <a:pt x="174847" y="382998"/>
                        </a:cubicBezTo>
                        <a:cubicBezTo>
                          <a:pt x="174847" y="384188"/>
                          <a:pt x="176037" y="385377"/>
                          <a:pt x="177226" y="386566"/>
                        </a:cubicBezTo>
                        <a:cubicBezTo>
                          <a:pt x="170089" y="391324"/>
                          <a:pt x="159385" y="397272"/>
                          <a:pt x="158195" y="388945"/>
                        </a:cubicBezTo>
                        <a:cubicBezTo>
                          <a:pt x="152248" y="388945"/>
                          <a:pt x="148679" y="390135"/>
                          <a:pt x="142732" y="391324"/>
                        </a:cubicBezTo>
                        <a:cubicBezTo>
                          <a:pt x="140354" y="398461"/>
                          <a:pt x="122512" y="384188"/>
                          <a:pt x="116565" y="393703"/>
                        </a:cubicBezTo>
                        <a:cubicBezTo>
                          <a:pt x="116565" y="393703"/>
                          <a:pt x="116565" y="392514"/>
                          <a:pt x="115375" y="392514"/>
                        </a:cubicBezTo>
                        <a:cubicBezTo>
                          <a:pt x="111807" y="388945"/>
                          <a:pt x="108239" y="392514"/>
                          <a:pt x="104671" y="387756"/>
                        </a:cubicBezTo>
                        <a:cubicBezTo>
                          <a:pt x="99913" y="382998"/>
                          <a:pt x="104671" y="377051"/>
                          <a:pt x="95155" y="378241"/>
                        </a:cubicBezTo>
                        <a:cubicBezTo>
                          <a:pt x="95155" y="373483"/>
                          <a:pt x="96344" y="367536"/>
                          <a:pt x="101102" y="366346"/>
                        </a:cubicBezTo>
                        <a:cubicBezTo>
                          <a:pt x="97534" y="363967"/>
                          <a:pt x="92776" y="362778"/>
                          <a:pt x="90397" y="359210"/>
                        </a:cubicBezTo>
                        <a:cubicBezTo>
                          <a:pt x="93966" y="355641"/>
                          <a:pt x="90397" y="344936"/>
                          <a:pt x="85639" y="342558"/>
                        </a:cubicBezTo>
                        <a:cubicBezTo>
                          <a:pt x="82071" y="340178"/>
                          <a:pt x="70177" y="342558"/>
                          <a:pt x="66608" y="343747"/>
                        </a:cubicBezTo>
                        <a:cubicBezTo>
                          <a:pt x="63040" y="344936"/>
                          <a:pt x="59472" y="349694"/>
                          <a:pt x="55904" y="352073"/>
                        </a:cubicBezTo>
                        <a:cubicBezTo>
                          <a:pt x="49956" y="354452"/>
                          <a:pt x="46388" y="352073"/>
                          <a:pt x="41630" y="349694"/>
                        </a:cubicBezTo>
                        <a:cubicBezTo>
                          <a:pt x="36873" y="348505"/>
                          <a:pt x="32115" y="349694"/>
                          <a:pt x="27357" y="347315"/>
                        </a:cubicBezTo>
                        <a:cubicBezTo>
                          <a:pt x="27357" y="347315"/>
                          <a:pt x="27357" y="347315"/>
                          <a:pt x="27357" y="347315"/>
                        </a:cubicBezTo>
                        <a:lnTo>
                          <a:pt x="27357" y="347315"/>
                        </a:lnTo>
                        <a:cubicBezTo>
                          <a:pt x="27357" y="343747"/>
                          <a:pt x="26168" y="340178"/>
                          <a:pt x="21410" y="337800"/>
                        </a:cubicBezTo>
                        <a:cubicBezTo>
                          <a:pt x="22600" y="334231"/>
                          <a:pt x="24978" y="331853"/>
                          <a:pt x="24978" y="328284"/>
                        </a:cubicBezTo>
                        <a:cubicBezTo>
                          <a:pt x="22600" y="327095"/>
                          <a:pt x="20221" y="324716"/>
                          <a:pt x="20221" y="321147"/>
                        </a:cubicBezTo>
                        <a:cubicBezTo>
                          <a:pt x="16652" y="317579"/>
                          <a:pt x="10705" y="318769"/>
                          <a:pt x="8326" y="314011"/>
                        </a:cubicBezTo>
                        <a:cubicBezTo>
                          <a:pt x="5947" y="311632"/>
                          <a:pt x="2379" y="304495"/>
                          <a:pt x="1190" y="300927"/>
                        </a:cubicBezTo>
                        <a:cubicBezTo>
                          <a:pt x="0" y="296170"/>
                          <a:pt x="2379" y="289033"/>
                          <a:pt x="1190" y="283086"/>
                        </a:cubicBezTo>
                        <a:cubicBezTo>
                          <a:pt x="0" y="280707"/>
                          <a:pt x="0" y="278328"/>
                          <a:pt x="0" y="275949"/>
                        </a:cubicBezTo>
                        <a:cubicBezTo>
                          <a:pt x="2379" y="272381"/>
                          <a:pt x="9516" y="273570"/>
                          <a:pt x="11894" y="268812"/>
                        </a:cubicBezTo>
                        <a:cubicBezTo>
                          <a:pt x="14273" y="264055"/>
                          <a:pt x="14273" y="256918"/>
                          <a:pt x="14273" y="250971"/>
                        </a:cubicBezTo>
                        <a:cubicBezTo>
                          <a:pt x="20221" y="250971"/>
                          <a:pt x="26168" y="248592"/>
                          <a:pt x="29736" y="250971"/>
                        </a:cubicBezTo>
                        <a:cubicBezTo>
                          <a:pt x="33304" y="253350"/>
                          <a:pt x="33304" y="260487"/>
                          <a:pt x="36873" y="262865"/>
                        </a:cubicBezTo>
                        <a:cubicBezTo>
                          <a:pt x="41630" y="250971"/>
                          <a:pt x="49956" y="248592"/>
                          <a:pt x="61851" y="248592"/>
                        </a:cubicBezTo>
                        <a:cubicBezTo>
                          <a:pt x="61851" y="252160"/>
                          <a:pt x="61851" y="255729"/>
                          <a:pt x="63040" y="258108"/>
                        </a:cubicBezTo>
                        <a:cubicBezTo>
                          <a:pt x="67798" y="256918"/>
                          <a:pt x="68987" y="253350"/>
                          <a:pt x="76124" y="254539"/>
                        </a:cubicBezTo>
                        <a:cubicBezTo>
                          <a:pt x="76124" y="262865"/>
                          <a:pt x="91587" y="259297"/>
                          <a:pt x="96344" y="259297"/>
                        </a:cubicBezTo>
                        <a:cubicBezTo>
                          <a:pt x="104671" y="259297"/>
                          <a:pt x="153437" y="258108"/>
                          <a:pt x="168900" y="256918"/>
                        </a:cubicBezTo>
                        <a:cubicBezTo>
                          <a:pt x="170089" y="253350"/>
                          <a:pt x="176037" y="237887"/>
                          <a:pt x="176037" y="235508"/>
                        </a:cubicBezTo>
                        <a:lnTo>
                          <a:pt x="168900" y="229561"/>
                        </a:lnTo>
                        <a:lnTo>
                          <a:pt x="148679" y="2379"/>
                        </a:lnTo>
                        <a:cubicBezTo>
                          <a:pt x="148679" y="2379"/>
                          <a:pt x="167710" y="1190"/>
                          <a:pt x="178415" y="0"/>
                        </a:cubicBezTo>
                        <a:cubicBezTo>
                          <a:pt x="250971" y="47577"/>
                          <a:pt x="340178" y="107049"/>
                          <a:pt x="341368" y="108239"/>
                        </a:cubicBezTo>
                        <a:cubicBezTo>
                          <a:pt x="348505" y="114186"/>
                          <a:pt x="349694" y="115375"/>
                          <a:pt x="350883" y="120133"/>
                        </a:cubicBezTo>
                        <a:cubicBezTo>
                          <a:pt x="354452" y="130838"/>
                          <a:pt x="355641" y="129649"/>
                          <a:pt x="366346" y="130838"/>
                        </a:cubicBezTo>
                        <a:cubicBezTo>
                          <a:pt x="372293" y="130838"/>
                          <a:pt x="374672" y="133217"/>
                          <a:pt x="379430" y="135596"/>
                        </a:cubicBezTo>
                        <a:cubicBezTo>
                          <a:pt x="382998" y="137975"/>
                          <a:pt x="386566" y="140354"/>
                          <a:pt x="390135" y="145111"/>
                        </a:cubicBezTo>
                        <a:cubicBezTo>
                          <a:pt x="392514" y="148679"/>
                          <a:pt x="384188" y="159385"/>
                          <a:pt x="393703" y="162953"/>
                        </a:cubicBezTo>
                        <a:cubicBezTo>
                          <a:pt x="402029" y="167710"/>
                          <a:pt x="412734" y="162953"/>
                          <a:pt x="421060" y="160574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2" name="Freeform 721">
                    <a:extLst>
                      <a:ext uri="{FF2B5EF4-FFF2-40B4-BE49-F238E27FC236}">
                        <a16:creationId xmlns:a16="http://schemas.microsoft.com/office/drawing/2014/main" id="{6559E083-9BE0-424F-08FF-FBE6832E9904}"/>
                      </a:ext>
                    </a:extLst>
                  </p:cNvPr>
                  <p:cNvSpPr/>
                  <p:nvPr/>
                </p:nvSpPr>
                <p:spPr>
                  <a:xfrm>
                    <a:off x="6466816" y="4690020"/>
                    <a:ext cx="268283" cy="437711"/>
                  </a:xfrm>
                  <a:custGeom>
                    <a:avLst/>
                    <a:gdLst>
                      <a:gd name="connsiteX0" fmla="*/ 267623 w 268283"/>
                      <a:gd name="connsiteY0" fmla="*/ 114185 h 437711"/>
                      <a:gd name="connsiteX1" fmla="*/ 264054 w 268283"/>
                      <a:gd name="connsiteY1" fmla="*/ 120133 h 437711"/>
                      <a:gd name="connsiteX2" fmla="*/ 261676 w 268283"/>
                      <a:gd name="connsiteY2" fmla="*/ 122512 h 437711"/>
                      <a:gd name="connsiteX3" fmla="*/ 262865 w 268283"/>
                      <a:gd name="connsiteY3" fmla="*/ 124891 h 437711"/>
                      <a:gd name="connsiteX4" fmla="*/ 256918 w 268283"/>
                      <a:gd name="connsiteY4" fmla="*/ 128459 h 437711"/>
                      <a:gd name="connsiteX5" fmla="*/ 260486 w 268283"/>
                      <a:gd name="connsiteY5" fmla="*/ 128459 h 437711"/>
                      <a:gd name="connsiteX6" fmla="*/ 250971 w 268283"/>
                      <a:gd name="connsiteY6" fmla="*/ 139164 h 437711"/>
                      <a:gd name="connsiteX7" fmla="*/ 249781 w 268283"/>
                      <a:gd name="connsiteY7" fmla="*/ 148679 h 437711"/>
                      <a:gd name="connsiteX8" fmla="*/ 242645 w 268283"/>
                      <a:gd name="connsiteY8" fmla="*/ 155816 h 437711"/>
                      <a:gd name="connsiteX9" fmla="*/ 239077 w 268283"/>
                      <a:gd name="connsiteY9" fmla="*/ 154627 h 437711"/>
                      <a:gd name="connsiteX10" fmla="*/ 240266 w 268283"/>
                      <a:gd name="connsiteY10" fmla="*/ 158195 h 437711"/>
                      <a:gd name="connsiteX11" fmla="*/ 225993 w 268283"/>
                      <a:gd name="connsiteY11" fmla="*/ 166521 h 437711"/>
                      <a:gd name="connsiteX12" fmla="*/ 212909 w 268283"/>
                      <a:gd name="connsiteY12" fmla="*/ 176036 h 437711"/>
                      <a:gd name="connsiteX13" fmla="*/ 185552 w 268283"/>
                      <a:gd name="connsiteY13" fmla="*/ 192688 h 437711"/>
                      <a:gd name="connsiteX14" fmla="*/ 162952 w 268283"/>
                      <a:gd name="connsiteY14" fmla="*/ 202204 h 437711"/>
                      <a:gd name="connsiteX15" fmla="*/ 152248 w 268283"/>
                      <a:gd name="connsiteY15" fmla="*/ 217666 h 437711"/>
                      <a:gd name="connsiteX16" fmla="*/ 133217 w 268283"/>
                      <a:gd name="connsiteY16" fmla="*/ 227182 h 437711"/>
                      <a:gd name="connsiteX17" fmla="*/ 121322 w 268283"/>
                      <a:gd name="connsiteY17" fmla="*/ 242645 h 437711"/>
                      <a:gd name="connsiteX18" fmla="*/ 102291 w 268283"/>
                      <a:gd name="connsiteY18" fmla="*/ 245023 h 437711"/>
                      <a:gd name="connsiteX19" fmla="*/ 104670 w 268283"/>
                      <a:gd name="connsiteY19" fmla="*/ 253350 h 437711"/>
                      <a:gd name="connsiteX20" fmla="*/ 103481 w 268283"/>
                      <a:gd name="connsiteY20" fmla="*/ 262865 h 437711"/>
                      <a:gd name="connsiteX21" fmla="*/ 105860 w 268283"/>
                      <a:gd name="connsiteY21" fmla="*/ 272381 h 437711"/>
                      <a:gd name="connsiteX22" fmla="*/ 107049 w 268283"/>
                      <a:gd name="connsiteY22" fmla="*/ 283085 h 437711"/>
                      <a:gd name="connsiteX23" fmla="*/ 112996 w 268283"/>
                      <a:gd name="connsiteY23" fmla="*/ 300927 h 437711"/>
                      <a:gd name="connsiteX24" fmla="*/ 114186 w 268283"/>
                      <a:gd name="connsiteY24" fmla="*/ 321147 h 437711"/>
                      <a:gd name="connsiteX25" fmla="*/ 118944 w 268283"/>
                      <a:gd name="connsiteY25" fmla="*/ 310442 h 437711"/>
                      <a:gd name="connsiteX26" fmla="*/ 117754 w 268283"/>
                      <a:gd name="connsiteY26" fmla="*/ 333042 h 437711"/>
                      <a:gd name="connsiteX27" fmla="*/ 112996 w 268283"/>
                      <a:gd name="connsiteY27" fmla="*/ 355641 h 437711"/>
                      <a:gd name="connsiteX28" fmla="*/ 116564 w 268283"/>
                      <a:gd name="connsiteY28" fmla="*/ 355641 h 437711"/>
                      <a:gd name="connsiteX29" fmla="*/ 99912 w 268283"/>
                      <a:gd name="connsiteY29" fmla="*/ 381808 h 437711"/>
                      <a:gd name="connsiteX30" fmla="*/ 66608 w 268283"/>
                      <a:gd name="connsiteY30" fmla="*/ 391324 h 437711"/>
                      <a:gd name="connsiteX31" fmla="*/ 58282 w 268283"/>
                      <a:gd name="connsiteY31" fmla="*/ 393703 h 437711"/>
                      <a:gd name="connsiteX32" fmla="*/ 47577 w 268283"/>
                      <a:gd name="connsiteY32" fmla="*/ 398461 h 437711"/>
                      <a:gd name="connsiteX33" fmla="*/ 39251 w 268283"/>
                      <a:gd name="connsiteY33" fmla="*/ 423439 h 437711"/>
                      <a:gd name="connsiteX34" fmla="*/ 44009 w 268283"/>
                      <a:gd name="connsiteY34" fmla="*/ 423439 h 437711"/>
                      <a:gd name="connsiteX35" fmla="*/ 46388 w 268283"/>
                      <a:gd name="connsiteY35" fmla="*/ 418681 h 437711"/>
                      <a:gd name="connsiteX36" fmla="*/ 44009 w 268283"/>
                      <a:gd name="connsiteY36" fmla="*/ 437712 h 437711"/>
                      <a:gd name="connsiteX37" fmla="*/ 44009 w 268283"/>
                      <a:gd name="connsiteY37" fmla="*/ 437712 h 437711"/>
                      <a:gd name="connsiteX38" fmla="*/ 36873 w 268283"/>
                      <a:gd name="connsiteY38" fmla="*/ 435333 h 437711"/>
                      <a:gd name="connsiteX39" fmla="*/ 33304 w 268283"/>
                      <a:gd name="connsiteY39" fmla="*/ 434144 h 437711"/>
                      <a:gd name="connsiteX40" fmla="*/ 30925 w 268283"/>
                      <a:gd name="connsiteY40" fmla="*/ 429386 h 437711"/>
                      <a:gd name="connsiteX41" fmla="*/ 29736 w 268283"/>
                      <a:gd name="connsiteY41" fmla="*/ 422249 h 437711"/>
                      <a:gd name="connsiteX42" fmla="*/ 23789 w 268283"/>
                      <a:gd name="connsiteY42" fmla="*/ 416302 h 437711"/>
                      <a:gd name="connsiteX43" fmla="*/ 23789 w 268283"/>
                      <a:gd name="connsiteY43" fmla="*/ 415113 h 437711"/>
                      <a:gd name="connsiteX44" fmla="*/ 24978 w 268283"/>
                      <a:gd name="connsiteY44" fmla="*/ 363967 h 437711"/>
                      <a:gd name="connsiteX45" fmla="*/ 16652 w 268283"/>
                      <a:gd name="connsiteY45" fmla="*/ 319958 h 437711"/>
                      <a:gd name="connsiteX46" fmla="*/ 16652 w 268283"/>
                      <a:gd name="connsiteY46" fmla="*/ 319958 h 437711"/>
                      <a:gd name="connsiteX47" fmla="*/ 29736 w 268283"/>
                      <a:gd name="connsiteY47" fmla="*/ 308064 h 437711"/>
                      <a:gd name="connsiteX48" fmla="*/ 41630 w 268283"/>
                      <a:gd name="connsiteY48" fmla="*/ 294980 h 437711"/>
                      <a:gd name="connsiteX49" fmla="*/ 44009 w 268283"/>
                      <a:gd name="connsiteY49" fmla="*/ 278328 h 437711"/>
                      <a:gd name="connsiteX50" fmla="*/ 47577 w 268283"/>
                      <a:gd name="connsiteY50" fmla="*/ 271191 h 437711"/>
                      <a:gd name="connsiteX51" fmla="*/ 46388 w 268283"/>
                      <a:gd name="connsiteY51" fmla="*/ 264054 h 437711"/>
                      <a:gd name="connsiteX52" fmla="*/ 51146 w 268283"/>
                      <a:gd name="connsiteY52" fmla="*/ 264054 h 437711"/>
                      <a:gd name="connsiteX53" fmla="*/ 53525 w 268283"/>
                      <a:gd name="connsiteY53" fmla="*/ 261676 h 437711"/>
                      <a:gd name="connsiteX54" fmla="*/ 57093 w 268283"/>
                      <a:gd name="connsiteY54" fmla="*/ 254539 h 437711"/>
                      <a:gd name="connsiteX55" fmla="*/ 57093 w 268283"/>
                      <a:gd name="connsiteY55" fmla="*/ 247402 h 437711"/>
                      <a:gd name="connsiteX56" fmla="*/ 58282 w 268283"/>
                      <a:gd name="connsiteY56" fmla="*/ 240266 h 437711"/>
                      <a:gd name="connsiteX57" fmla="*/ 55903 w 268283"/>
                      <a:gd name="connsiteY57" fmla="*/ 225993 h 437711"/>
                      <a:gd name="connsiteX58" fmla="*/ 57093 w 268283"/>
                      <a:gd name="connsiteY58" fmla="*/ 224803 h 437711"/>
                      <a:gd name="connsiteX59" fmla="*/ 59472 w 268283"/>
                      <a:gd name="connsiteY59" fmla="*/ 217666 h 437711"/>
                      <a:gd name="connsiteX60" fmla="*/ 63040 w 268283"/>
                      <a:gd name="connsiteY60" fmla="*/ 211719 h 437711"/>
                      <a:gd name="connsiteX61" fmla="*/ 58282 w 268283"/>
                      <a:gd name="connsiteY61" fmla="*/ 208151 h 437711"/>
                      <a:gd name="connsiteX62" fmla="*/ 60661 w 268283"/>
                      <a:gd name="connsiteY62" fmla="*/ 201014 h 437711"/>
                      <a:gd name="connsiteX63" fmla="*/ 63040 w 268283"/>
                      <a:gd name="connsiteY63" fmla="*/ 185552 h 437711"/>
                      <a:gd name="connsiteX64" fmla="*/ 64229 w 268283"/>
                      <a:gd name="connsiteY64" fmla="*/ 168900 h 437711"/>
                      <a:gd name="connsiteX65" fmla="*/ 57093 w 268283"/>
                      <a:gd name="connsiteY65" fmla="*/ 166521 h 437711"/>
                      <a:gd name="connsiteX66" fmla="*/ 54714 w 268283"/>
                      <a:gd name="connsiteY66" fmla="*/ 162952 h 437711"/>
                      <a:gd name="connsiteX67" fmla="*/ 51146 w 268283"/>
                      <a:gd name="connsiteY67" fmla="*/ 160574 h 437711"/>
                      <a:gd name="connsiteX68" fmla="*/ 36873 w 268283"/>
                      <a:gd name="connsiteY68" fmla="*/ 153437 h 437711"/>
                      <a:gd name="connsiteX69" fmla="*/ 26167 w 268283"/>
                      <a:gd name="connsiteY69" fmla="*/ 148679 h 437711"/>
                      <a:gd name="connsiteX70" fmla="*/ 20220 w 268283"/>
                      <a:gd name="connsiteY70" fmla="*/ 147490 h 437711"/>
                      <a:gd name="connsiteX71" fmla="*/ 16652 w 268283"/>
                      <a:gd name="connsiteY71" fmla="*/ 151058 h 437711"/>
                      <a:gd name="connsiteX72" fmla="*/ 2379 w 268283"/>
                      <a:gd name="connsiteY72" fmla="*/ 145111 h 437711"/>
                      <a:gd name="connsiteX73" fmla="*/ 0 w 268283"/>
                      <a:gd name="connsiteY73" fmla="*/ 136785 h 437711"/>
                      <a:gd name="connsiteX74" fmla="*/ 0 w 268283"/>
                      <a:gd name="connsiteY74" fmla="*/ 136785 h 437711"/>
                      <a:gd name="connsiteX75" fmla="*/ 1190 w 268283"/>
                      <a:gd name="connsiteY75" fmla="*/ 121322 h 437711"/>
                      <a:gd name="connsiteX76" fmla="*/ 11894 w 268283"/>
                      <a:gd name="connsiteY76" fmla="*/ 116564 h 437711"/>
                      <a:gd name="connsiteX77" fmla="*/ 40441 w 268283"/>
                      <a:gd name="connsiteY77" fmla="*/ 108238 h 437711"/>
                      <a:gd name="connsiteX78" fmla="*/ 67798 w 268283"/>
                      <a:gd name="connsiteY78" fmla="*/ 97533 h 437711"/>
                      <a:gd name="connsiteX79" fmla="*/ 67798 w 268283"/>
                      <a:gd name="connsiteY79" fmla="*/ 95155 h 437711"/>
                      <a:gd name="connsiteX80" fmla="*/ 74934 w 268283"/>
                      <a:gd name="connsiteY80" fmla="*/ 93965 h 437711"/>
                      <a:gd name="connsiteX81" fmla="*/ 78503 w 268283"/>
                      <a:gd name="connsiteY81" fmla="*/ 99912 h 437711"/>
                      <a:gd name="connsiteX82" fmla="*/ 89208 w 268283"/>
                      <a:gd name="connsiteY82" fmla="*/ 105860 h 437711"/>
                      <a:gd name="connsiteX83" fmla="*/ 102291 w 268283"/>
                      <a:gd name="connsiteY83" fmla="*/ 105860 h 437711"/>
                      <a:gd name="connsiteX84" fmla="*/ 105860 w 268283"/>
                      <a:gd name="connsiteY84" fmla="*/ 118944 h 437711"/>
                      <a:gd name="connsiteX85" fmla="*/ 99912 w 268283"/>
                      <a:gd name="connsiteY85" fmla="*/ 130838 h 437711"/>
                      <a:gd name="connsiteX86" fmla="*/ 96344 w 268283"/>
                      <a:gd name="connsiteY86" fmla="*/ 143921 h 437711"/>
                      <a:gd name="connsiteX87" fmla="*/ 103481 w 268283"/>
                      <a:gd name="connsiteY87" fmla="*/ 155816 h 437711"/>
                      <a:gd name="connsiteX88" fmla="*/ 114186 w 268283"/>
                      <a:gd name="connsiteY88" fmla="*/ 164142 h 437711"/>
                      <a:gd name="connsiteX89" fmla="*/ 117754 w 268283"/>
                      <a:gd name="connsiteY89" fmla="*/ 168900 h 437711"/>
                      <a:gd name="connsiteX90" fmla="*/ 118944 w 268283"/>
                      <a:gd name="connsiteY90" fmla="*/ 176036 h 437711"/>
                      <a:gd name="connsiteX91" fmla="*/ 122512 w 268283"/>
                      <a:gd name="connsiteY91" fmla="*/ 167710 h 437711"/>
                      <a:gd name="connsiteX92" fmla="*/ 124891 w 268283"/>
                      <a:gd name="connsiteY92" fmla="*/ 154627 h 437711"/>
                      <a:gd name="connsiteX93" fmla="*/ 128459 w 268283"/>
                      <a:gd name="connsiteY93" fmla="*/ 148679 h 437711"/>
                      <a:gd name="connsiteX94" fmla="*/ 134406 w 268283"/>
                      <a:gd name="connsiteY94" fmla="*/ 145111 h 437711"/>
                      <a:gd name="connsiteX95" fmla="*/ 136785 w 268283"/>
                      <a:gd name="connsiteY95" fmla="*/ 130838 h 437711"/>
                      <a:gd name="connsiteX96" fmla="*/ 134406 w 268283"/>
                      <a:gd name="connsiteY96" fmla="*/ 124891 h 437711"/>
                      <a:gd name="connsiteX97" fmla="*/ 137975 w 268283"/>
                      <a:gd name="connsiteY97" fmla="*/ 120133 h 437711"/>
                      <a:gd name="connsiteX98" fmla="*/ 130838 w 268283"/>
                      <a:gd name="connsiteY98" fmla="*/ 96344 h 437711"/>
                      <a:gd name="connsiteX99" fmla="*/ 114186 w 268283"/>
                      <a:gd name="connsiteY99" fmla="*/ 77313 h 437711"/>
                      <a:gd name="connsiteX100" fmla="*/ 112996 w 268283"/>
                      <a:gd name="connsiteY100" fmla="*/ 76124 h 437711"/>
                      <a:gd name="connsiteX101" fmla="*/ 112996 w 268283"/>
                      <a:gd name="connsiteY101" fmla="*/ 76124 h 437711"/>
                      <a:gd name="connsiteX102" fmla="*/ 110617 w 268283"/>
                      <a:gd name="connsiteY102" fmla="*/ 48767 h 437711"/>
                      <a:gd name="connsiteX103" fmla="*/ 115375 w 268283"/>
                      <a:gd name="connsiteY103" fmla="*/ 35683 h 437711"/>
                      <a:gd name="connsiteX104" fmla="*/ 116564 w 268283"/>
                      <a:gd name="connsiteY104" fmla="*/ 26167 h 437711"/>
                      <a:gd name="connsiteX105" fmla="*/ 116564 w 268283"/>
                      <a:gd name="connsiteY105" fmla="*/ 26167 h 437711"/>
                      <a:gd name="connsiteX106" fmla="*/ 129648 w 268283"/>
                      <a:gd name="connsiteY106" fmla="*/ 26167 h 437711"/>
                      <a:gd name="connsiteX107" fmla="*/ 141543 w 268283"/>
                      <a:gd name="connsiteY107" fmla="*/ 23789 h 437711"/>
                      <a:gd name="connsiteX108" fmla="*/ 159384 w 268283"/>
                      <a:gd name="connsiteY108" fmla="*/ 29736 h 437711"/>
                      <a:gd name="connsiteX109" fmla="*/ 168900 w 268283"/>
                      <a:gd name="connsiteY109" fmla="*/ 24978 h 437711"/>
                      <a:gd name="connsiteX110" fmla="*/ 178415 w 268283"/>
                      <a:gd name="connsiteY110" fmla="*/ 29736 h 437711"/>
                      <a:gd name="connsiteX111" fmla="*/ 196257 w 268283"/>
                      <a:gd name="connsiteY111" fmla="*/ 20220 h 437711"/>
                      <a:gd name="connsiteX112" fmla="*/ 215288 w 268283"/>
                      <a:gd name="connsiteY112" fmla="*/ 21410 h 437711"/>
                      <a:gd name="connsiteX113" fmla="*/ 224803 w 268283"/>
                      <a:gd name="connsiteY113" fmla="*/ 17842 h 437711"/>
                      <a:gd name="connsiteX114" fmla="*/ 234318 w 268283"/>
                      <a:gd name="connsiteY114" fmla="*/ 14273 h 437711"/>
                      <a:gd name="connsiteX115" fmla="*/ 242645 w 268283"/>
                      <a:gd name="connsiteY115" fmla="*/ 11894 h 437711"/>
                      <a:gd name="connsiteX116" fmla="*/ 250971 w 268283"/>
                      <a:gd name="connsiteY116" fmla="*/ 10705 h 437711"/>
                      <a:gd name="connsiteX117" fmla="*/ 261676 w 268283"/>
                      <a:gd name="connsiteY117" fmla="*/ 4758 h 437711"/>
                      <a:gd name="connsiteX118" fmla="*/ 261676 w 268283"/>
                      <a:gd name="connsiteY118" fmla="*/ 0 h 437711"/>
                      <a:gd name="connsiteX119" fmla="*/ 264054 w 268283"/>
                      <a:gd name="connsiteY119" fmla="*/ 0 h 437711"/>
                      <a:gd name="connsiteX120" fmla="*/ 267623 w 268283"/>
                      <a:gd name="connsiteY120" fmla="*/ 2379 h 437711"/>
                      <a:gd name="connsiteX121" fmla="*/ 260486 w 268283"/>
                      <a:gd name="connsiteY121" fmla="*/ 20220 h 437711"/>
                      <a:gd name="connsiteX122" fmla="*/ 261676 w 268283"/>
                      <a:gd name="connsiteY122" fmla="*/ 29736 h 437711"/>
                      <a:gd name="connsiteX123" fmla="*/ 256918 w 268283"/>
                      <a:gd name="connsiteY123" fmla="*/ 33304 h 437711"/>
                      <a:gd name="connsiteX124" fmla="*/ 259297 w 268283"/>
                      <a:gd name="connsiteY124" fmla="*/ 41630 h 437711"/>
                      <a:gd name="connsiteX125" fmla="*/ 259297 w 268283"/>
                      <a:gd name="connsiteY125" fmla="*/ 95155 h 437711"/>
                      <a:gd name="connsiteX126" fmla="*/ 255729 w 268283"/>
                      <a:gd name="connsiteY126" fmla="*/ 95155 h 437711"/>
                      <a:gd name="connsiteX127" fmla="*/ 264054 w 268283"/>
                      <a:gd name="connsiteY127" fmla="*/ 102291 h 437711"/>
                      <a:gd name="connsiteX128" fmla="*/ 267623 w 268283"/>
                      <a:gd name="connsiteY128" fmla="*/ 114185 h 437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</a:cxnLst>
                    <a:rect l="l" t="t" r="r" b="b"/>
                    <a:pathLst>
                      <a:path w="268283" h="437711">
                        <a:moveTo>
                          <a:pt x="267623" y="114185"/>
                        </a:moveTo>
                        <a:cubicBezTo>
                          <a:pt x="266433" y="116564"/>
                          <a:pt x="265244" y="116564"/>
                          <a:pt x="264054" y="120133"/>
                        </a:cubicBezTo>
                        <a:cubicBezTo>
                          <a:pt x="264054" y="120133"/>
                          <a:pt x="261676" y="121322"/>
                          <a:pt x="261676" y="122512"/>
                        </a:cubicBezTo>
                        <a:cubicBezTo>
                          <a:pt x="261676" y="123701"/>
                          <a:pt x="262865" y="123701"/>
                          <a:pt x="262865" y="124891"/>
                        </a:cubicBezTo>
                        <a:cubicBezTo>
                          <a:pt x="260486" y="127269"/>
                          <a:pt x="254539" y="126080"/>
                          <a:pt x="256918" y="128459"/>
                        </a:cubicBezTo>
                        <a:cubicBezTo>
                          <a:pt x="258107" y="129648"/>
                          <a:pt x="259297" y="127269"/>
                          <a:pt x="260486" y="128459"/>
                        </a:cubicBezTo>
                        <a:cubicBezTo>
                          <a:pt x="264054" y="133217"/>
                          <a:pt x="259297" y="135596"/>
                          <a:pt x="250971" y="139164"/>
                        </a:cubicBezTo>
                        <a:cubicBezTo>
                          <a:pt x="247402" y="141543"/>
                          <a:pt x="252160" y="146300"/>
                          <a:pt x="249781" y="148679"/>
                        </a:cubicBezTo>
                        <a:cubicBezTo>
                          <a:pt x="248592" y="152248"/>
                          <a:pt x="246213" y="155816"/>
                          <a:pt x="242645" y="155816"/>
                        </a:cubicBezTo>
                        <a:cubicBezTo>
                          <a:pt x="241455" y="155816"/>
                          <a:pt x="240266" y="153437"/>
                          <a:pt x="239077" y="154627"/>
                        </a:cubicBezTo>
                        <a:cubicBezTo>
                          <a:pt x="239077" y="154627"/>
                          <a:pt x="240266" y="157005"/>
                          <a:pt x="240266" y="158195"/>
                        </a:cubicBezTo>
                        <a:cubicBezTo>
                          <a:pt x="240266" y="164142"/>
                          <a:pt x="230750" y="162952"/>
                          <a:pt x="225993" y="166521"/>
                        </a:cubicBezTo>
                        <a:cubicBezTo>
                          <a:pt x="220045" y="171279"/>
                          <a:pt x="218856" y="173657"/>
                          <a:pt x="212909" y="176036"/>
                        </a:cubicBezTo>
                        <a:cubicBezTo>
                          <a:pt x="204583" y="179604"/>
                          <a:pt x="186741" y="180794"/>
                          <a:pt x="185552" y="192688"/>
                        </a:cubicBezTo>
                        <a:cubicBezTo>
                          <a:pt x="173658" y="185552"/>
                          <a:pt x="174847" y="203393"/>
                          <a:pt x="162952" y="202204"/>
                        </a:cubicBezTo>
                        <a:cubicBezTo>
                          <a:pt x="160574" y="206962"/>
                          <a:pt x="154627" y="214098"/>
                          <a:pt x="152248" y="217666"/>
                        </a:cubicBezTo>
                        <a:cubicBezTo>
                          <a:pt x="146300" y="224803"/>
                          <a:pt x="141543" y="222424"/>
                          <a:pt x="133217" y="227182"/>
                        </a:cubicBezTo>
                        <a:cubicBezTo>
                          <a:pt x="127269" y="230750"/>
                          <a:pt x="126080" y="239076"/>
                          <a:pt x="121322" y="242645"/>
                        </a:cubicBezTo>
                        <a:cubicBezTo>
                          <a:pt x="114186" y="248592"/>
                          <a:pt x="110617" y="242645"/>
                          <a:pt x="102291" y="245023"/>
                        </a:cubicBezTo>
                        <a:cubicBezTo>
                          <a:pt x="102291" y="248592"/>
                          <a:pt x="104670" y="250971"/>
                          <a:pt x="104670" y="253350"/>
                        </a:cubicBezTo>
                        <a:cubicBezTo>
                          <a:pt x="104670" y="256918"/>
                          <a:pt x="103481" y="259297"/>
                          <a:pt x="103481" y="262865"/>
                        </a:cubicBezTo>
                        <a:cubicBezTo>
                          <a:pt x="103481" y="267623"/>
                          <a:pt x="104670" y="268812"/>
                          <a:pt x="105860" y="272381"/>
                        </a:cubicBezTo>
                        <a:cubicBezTo>
                          <a:pt x="107049" y="275949"/>
                          <a:pt x="105860" y="279517"/>
                          <a:pt x="107049" y="283085"/>
                        </a:cubicBezTo>
                        <a:cubicBezTo>
                          <a:pt x="109428" y="290222"/>
                          <a:pt x="111807" y="292601"/>
                          <a:pt x="112996" y="300927"/>
                        </a:cubicBezTo>
                        <a:cubicBezTo>
                          <a:pt x="112996" y="306874"/>
                          <a:pt x="111807" y="316389"/>
                          <a:pt x="114186" y="321147"/>
                        </a:cubicBezTo>
                        <a:cubicBezTo>
                          <a:pt x="115375" y="317579"/>
                          <a:pt x="116564" y="311632"/>
                          <a:pt x="118944" y="310442"/>
                        </a:cubicBezTo>
                        <a:cubicBezTo>
                          <a:pt x="117754" y="318768"/>
                          <a:pt x="120133" y="325905"/>
                          <a:pt x="117754" y="333042"/>
                        </a:cubicBezTo>
                        <a:cubicBezTo>
                          <a:pt x="116564" y="340178"/>
                          <a:pt x="112996" y="348504"/>
                          <a:pt x="112996" y="355641"/>
                        </a:cubicBezTo>
                        <a:cubicBezTo>
                          <a:pt x="114186" y="355641"/>
                          <a:pt x="115375" y="355641"/>
                          <a:pt x="116564" y="355641"/>
                        </a:cubicBezTo>
                        <a:cubicBezTo>
                          <a:pt x="118944" y="363967"/>
                          <a:pt x="107049" y="379430"/>
                          <a:pt x="99912" y="381808"/>
                        </a:cubicBezTo>
                        <a:cubicBezTo>
                          <a:pt x="90397" y="385377"/>
                          <a:pt x="76124" y="392514"/>
                          <a:pt x="66608" y="391324"/>
                        </a:cubicBezTo>
                        <a:cubicBezTo>
                          <a:pt x="64229" y="388945"/>
                          <a:pt x="59472" y="391324"/>
                          <a:pt x="58282" y="393703"/>
                        </a:cubicBezTo>
                        <a:cubicBezTo>
                          <a:pt x="60661" y="400839"/>
                          <a:pt x="52335" y="398461"/>
                          <a:pt x="47577" y="398461"/>
                        </a:cubicBezTo>
                        <a:cubicBezTo>
                          <a:pt x="47577" y="409166"/>
                          <a:pt x="35683" y="412734"/>
                          <a:pt x="39251" y="423439"/>
                        </a:cubicBezTo>
                        <a:cubicBezTo>
                          <a:pt x="40441" y="423439"/>
                          <a:pt x="42820" y="423439"/>
                          <a:pt x="44009" y="423439"/>
                        </a:cubicBezTo>
                        <a:cubicBezTo>
                          <a:pt x="44009" y="422249"/>
                          <a:pt x="45198" y="419870"/>
                          <a:pt x="46388" y="418681"/>
                        </a:cubicBezTo>
                        <a:cubicBezTo>
                          <a:pt x="48767" y="424628"/>
                          <a:pt x="46388" y="431765"/>
                          <a:pt x="44009" y="437712"/>
                        </a:cubicBezTo>
                        <a:cubicBezTo>
                          <a:pt x="44009" y="437712"/>
                          <a:pt x="44009" y="437712"/>
                          <a:pt x="44009" y="437712"/>
                        </a:cubicBezTo>
                        <a:cubicBezTo>
                          <a:pt x="41630" y="435333"/>
                          <a:pt x="39251" y="436522"/>
                          <a:pt x="36873" y="435333"/>
                        </a:cubicBezTo>
                        <a:cubicBezTo>
                          <a:pt x="35683" y="434144"/>
                          <a:pt x="34494" y="434144"/>
                          <a:pt x="33304" y="434144"/>
                        </a:cubicBezTo>
                        <a:cubicBezTo>
                          <a:pt x="30925" y="432954"/>
                          <a:pt x="32115" y="435333"/>
                          <a:pt x="30925" y="429386"/>
                        </a:cubicBezTo>
                        <a:cubicBezTo>
                          <a:pt x="30925" y="427007"/>
                          <a:pt x="32115" y="424628"/>
                          <a:pt x="29736" y="422249"/>
                        </a:cubicBezTo>
                        <a:cubicBezTo>
                          <a:pt x="28546" y="419870"/>
                          <a:pt x="26167" y="417491"/>
                          <a:pt x="23789" y="416302"/>
                        </a:cubicBezTo>
                        <a:cubicBezTo>
                          <a:pt x="23789" y="416302"/>
                          <a:pt x="23789" y="416302"/>
                          <a:pt x="23789" y="415113"/>
                        </a:cubicBezTo>
                        <a:cubicBezTo>
                          <a:pt x="22599" y="396082"/>
                          <a:pt x="30925" y="381808"/>
                          <a:pt x="24978" y="363967"/>
                        </a:cubicBezTo>
                        <a:cubicBezTo>
                          <a:pt x="21410" y="353262"/>
                          <a:pt x="22599" y="331852"/>
                          <a:pt x="16652" y="319958"/>
                        </a:cubicBezTo>
                        <a:cubicBezTo>
                          <a:pt x="16652" y="319958"/>
                          <a:pt x="16652" y="319958"/>
                          <a:pt x="16652" y="319958"/>
                        </a:cubicBezTo>
                        <a:cubicBezTo>
                          <a:pt x="21410" y="316389"/>
                          <a:pt x="24978" y="311632"/>
                          <a:pt x="29736" y="308064"/>
                        </a:cubicBezTo>
                        <a:cubicBezTo>
                          <a:pt x="33304" y="304495"/>
                          <a:pt x="38062" y="297359"/>
                          <a:pt x="41630" y="294980"/>
                        </a:cubicBezTo>
                        <a:cubicBezTo>
                          <a:pt x="42820" y="290222"/>
                          <a:pt x="42820" y="284275"/>
                          <a:pt x="44009" y="278328"/>
                        </a:cubicBezTo>
                        <a:cubicBezTo>
                          <a:pt x="45198" y="274759"/>
                          <a:pt x="46388" y="273570"/>
                          <a:pt x="47577" y="271191"/>
                        </a:cubicBezTo>
                        <a:cubicBezTo>
                          <a:pt x="47577" y="268812"/>
                          <a:pt x="45198" y="266433"/>
                          <a:pt x="46388" y="264054"/>
                        </a:cubicBezTo>
                        <a:cubicBezTo>
                          <a:pt x="47577" y="262865"/>
                          <a:pt x="49956" y="264054"/>
                          <a:pt x="51146" y="264054"/>
                        </a:cubicBezTo>
                        <a:cubicBezTo>
                          <a:pt x="52335" y="264054"/>
                          <a:pt x="53525" y="261676"/>
                          <a:pt x="53525" y="261676"/>
                        </a:cubicBezTo>
                        <a:cubicBezTo>
                          <a:pt x="54714" y="259297"/>
                          <a:pt x="55903" y="256918"/>
                          <a:pt x="57093" y="254539"/>
                        </a:cubicBezTo>
                        <a:cubicBezTo>
                          <a:pt x="58282" y="250971"/>
                          <a:pt x="58282" y="252160"/>
                          <a:pt x="57093" y="247402"/>
                        </a:cubicBezTo>
                        <a:cubicBezTo>
                          <a:pt x="57093" y="245023"/>
                          <a:pt x="54714" y="241455"/>
                          <a:pt x="58282" y="240266"/>
                        </a:cubicBezTo>
                        <a:cubicBezTo>
                          <a:pt x="59472" y="236698"/>
                          <a:pt x="49956" y="225993"/>
                          <a:pt x="55903" y="225993"/>
                        </a:cubicBezTo>
                        <a:cubicBezTo>
                          <a:pt x="55903" y="225993"/>
                          <a:pt x="55903" y="225993"/>
                          <a:pt x="57093" y="224803"/>
                        </a:cubicBezTo>
                        <a:cubicBezTo>
                          <a:pt x="58282" y="222424"/>
                          <a:pt x="58282" y="220045"/>
                          <a:pt x="59472" y="217666"/>
                        </a:cubicBezTo>
                        <a:cubicBezTo>
                          <a:pt x="59472" y="216477"/>
                          <a:pt x="63040" y="212909"/>
                          <a:pt x="63040" y="211719"/>
                        </a:cubicBezTo>
                        <a:cubicBezTo>
                          <a:pt x="63040" y="208151"/>
                          <a:pt x="59472" y="210530"/>
                          <a:pt x="58282" y="208151"/>
                        </a:cubicBezTo>
                        <a:cubicBezTo>
                          <a:pt x="57093" y="205772"/>
                          <a:pt x="60661" y="203393"/>
                          <a:pt x="60661" y="201014"/>
                        </a:cubicBezTo>
                        <a:cubicBezTo>
                          <a:pt x="63040" y="196257"/>
                          <a:pt x="61850" y="191499"/>
                          <a:pt x="63040" y="185552"/>
                        </a:cubicBezTo>
                        <a:cubicBezTo>
                          <a:pt x="63040" y="179604"/>
                          <a:pt x="64229" y="174847"/>
                          <a:pt x="64229" y="168900"/>
                        </a:cubicBezTo>
                        <a:cubicBezTo>
                          <a:pt x="60661" y="167710"/>
                          <a:pt x="59472" y="168900"/>
                          <a:pt x="57093" y="166521"/>
                        </a:cubicBezTo>
                        <a:cubicBezTo>
                          <a:pt x="55903" y="165331"/>
                          <a:pt x="55903" y="164142"/>
                          <a:pt x="54714" y="162952"/>
                        </a:cubicBezTo>
                        <a:cubicBezTo>
                          <a:pt x="54714" y="162952"/>
                          <a:pt x="52335" y="161763"/>
                          <a:pt x="51146" y="160574"/>
                        </a:cubicBezTo>
                        <a:cubicBezTo>
                          <a:pt x="45198" y="159384"/>
                          <a:pt x="38062" y="161763"/>
                          <a:pt x="36873" y="153437"/>
                        </a:cubicBezTo>
                        <a:cubicBezTo>
                          <a:pt x="34494" y="151058"/>
                          <a:pt x="29736" y="149869"/>
                          <a:pt x="26167" y="148679"/>
                        </a:cubicBezTo>
                        <a:cubicBezTo>
                          <a:pt x="24978" y="148679"/>
                          <a:pt x="21410" y="146300"/>
                          <a:pt x="20220" y="147490"/>
                        </a:cubicBezTo>
                        <a:cubicBezTo>
                          <a:pt x="17842" y="148679"/>
                          <a:pt x="19031" y="151058"/>
                          <a:pt x="16652" y="151058"/>
                        </a:cubicBezTo>
                        <a:cubicBezTo>
                          <a:pt x="15463" y="146300"/>
                          <a:pt x="7137" y="145111"/>
                          <a:pt x="2379" y="145111"/>
                        </a:cubicBezTo>
                        <a:cubicBezTo>
                          <a:pt x="1190" y="142732"/>
                          <a:pt x="1190" y="139164"/>
                          <a:pt x="0" y="136785"/>
                        </a:cubicBezTo>
                        <a:lnTo>
                          <a:pt x="0" y="136785"/>
                        </a:lnTo>
                        <a:cubicBezTo>
                          <a:pt x="0" y="130838"/>
                          <a:pt x="2379" y="126080"/>
                          <a:pt x="1190" y="121322"/>
                        </a:cubicBezTo>
                        <a:cubicBezTo>
                          <a:pt x="4758" y="121322"/>
                          <a:pt x="8326" y="118944"/>
                          <a:pt x="11894" y="116564"/>
                        </a:cubicBezTo>
                        <a:cubicBezTo>
                          <a:pt x="21410" y="112996"/>
                          <a:pt x="30925" y="110617"/>
                          <a:pt x="40441" y="108238"/>
                        </a:cubicBezTo>
                        <a:cubicBezTo>
                          <a:pt x="46388" y="107049"/>
                          <a:pt x="64229" y="103481"/>
                          <a:pt x="67798" y="97533"/>
                        </a:cubicBezTo>
                        <a:cubicBezTo>
                          <a:pt x="67798" y="96344"/>
                          <a:pt x="67798" y="96344"/>
                          <a:pt x="67798" y="95155"/>
                        </a:cubicBezTo>
                        <a:cubicBezTo>
                          <a:pt x="70177" y="95155"/>
                          <a:pt x="73745" y="93965"/>
                          <a:pt x="74934" y="93965"/>
                        </a:cubicBezTo>
                        <a:cubicBezTo>
                          <a:pt x="74934" y="96344"/>
                          <a:pt x="77313" y="97533"/>
                          <a:pt x="78503" y="99912"/>
                        </a:cubicBezTo>
                        <a:cubicBezTo>
                          <a:pt x="80881" y="105860"/>
                          <a:pt x="82071" y="107049"/>
                          <a:pt x="89208" y="105860"/>
                        </a:cubicBezTo>
                        <a:cubicBezTo>
                          <a:pt x="93965" y="104670"/>
                          <a:pt x="97533" y="102291"/>
                          <a:pt x="102291" y="105860"/>
                        </a:cubicBezTo>
                        <a:cubicBezTo>
                          <a:pt x="105860" y="108238"/>
                          <a:pt x="107049" y="114185"/>
                          <a:pt x="105860" y="118944"/>
                        </a:cubicBezTo>
                        <a:cubicBezTo>
                          <a:pt x="104670" y="123701"/>
                          <a:pt x="101102" y="127269"/>
                          <a:pt x="99912" y="130838"/>
                        </a:cubicBezTo>
                        <a:cubicBezTo>
                          <a:pt x="98723" y="135596"/>
                          <a:pt x="96344" y="139164"/>
                          <a:pt x="96344" y="143921"/>
                        </a:cubicBezTo>
                        <a:cubicBezTo>
                          <a:pt x="96344" y="148679"/>
                          <a:pt x="99912" y="152248"/>
                          <a:pt x="103481" y="155816"/>
                        </a:cubicBezTo>
                        <a:cubicBezTo>
                          <a:pt x="107049" y="159384"/>
                          <a:pt x="110617" y="161763"/>
                          <a:pt x="114186" y="164142"/>
                        </a:cubicBezTo>
                        <a:cubicBezTo>
                          <a:pt x="115375" y="165331"/>
                          <a:pt x="117754" y="167710"/>
                          <a:pt x="117754" y="168900"/>
                        </a:cubicBezTo>
                        <a:cubicBezTo>
                          <a:pt x="118944" y="171279"/>
                          <a:pt x="117754" y="173657"/>
                          <a:pt x="118944" y="176036"/>
                        </a:cubicBezTo>
                        <a:cubicBezTo>
                          <a:pt x="123701" y="177226"/>
                          <a:pt x="123701" y="170089"/>
                          <a:pt x="122512" y="167710"/>
                        </a:cubicBezTo>
                        <a:cubicBezTo>
                          <a:pt x="121322" y="162952"/>
                          <a:pt x="123701" y="159384"/>
                          <a:pt x="124891" y="154627"/>
                        </a:cubicBezTo>
                        <a:cubicBezTo>
                          <a:pt x="126080" y="152248"/>
                          <a:pt x="126080" y="149869"/>
                          <a:pt x="128459" y="148679"/>
                        </a:cubicBezTo>
                        <a:cubicBezTo>
                          <a:pt x="130838" y="147490"/>
                          <a:pt x="132027" y="148679"/>
                          <a:pt x="134406" y="145111"/>
                        </a:cubicBezTo>
                        <a:cubicBezTo>
                          <a:pt x="136785" y="140353"/>
                          <a:pt x="137975" y="135596"/>
                          <a:pt x="136785" y="130838"/>
                        </a:cubicBezTo>
                        <a:cubicBezTo>
                          <a:pt x="136785" y="128459"/>
                          <a:pt x="134406" y="127269"/>
                          <a:pt x="134406" y="124891"/>
                        </a:cubicBezTo>
                        <a:cubicBezTo>
                          <a:pt x="134406" y="121322"/>
                          <a:pt x="136785" y="122512"/>
                          <a:pt x="137975" y="120133"/>
                        </a:cubicBezTo>
                        <a:cubicBezTo>
                          <a:pt x="145111" y="112996"/>
                          <a:pt x="135596" y="102291"/>
                          <a:pt x="130838" y="96344"/>
                        </a:cubicBezTo>
                        <a:cubicBezTo>
                          <a:pt x="126080" y="89208"/>
                          <a:pt x="117754" y="84450"/>
                          <a:pt x="114186" y="77313"/>
                        </a:cubicBezTo>
                        <a:cubicBezTo>
                          <a:pt x="114186" y="77313"/>
                          <a:pt x="114186" y="76124"/>
                          <a:pt x="112996" y="76124"/>
                        </a:cubicBezTo>
                        <a:cubicBezTo>
                          <a:pt x="112996" y="76124"/>
                          <a:pt x="112996" y="76124"/>
                          <a:pt x="112996" y="76124"/>
                        </a:cubicBezTo>
                        <a:cubicBezTo>
                          <a:pt x="108239" y="67798"/>
                          <a:pt x="108239" y="57093"/>
                          <a:pt x="110617" y="48767"/>
                        </a:cubicBezTo>
                        <a:cubicBezTo>
                          <a:pt x="111807" y="44009"/>
                          <a:pt x="114186" y="40441"/>
                          <a:pt x="115375" y="35683"/>
                        </a:cubicBezTo>
                        <a:cubicBezTo>
                          <a:pt x="116564" y="32115"/>
                          <a:pt x="115375" y="28546"/>
                          <a:pt x="116564" y="26167"/>
                        </a:cubicBezTo>
                        <a:cubicBezTo>
                          <a:pt x="116564" y="26167"/>
                          <a:pt x="116564" y="26167"/>
                          <a:pt x="116564" y="26167"/>
                        </a:cubicBezTo>
                        <a:cubicBezTo>
                          <a:pt x="120133" y="26167"/>
                          <a:pt x="126080" y="27357"/>
                          <a:pt x="129648" y="26167"/>
                        </a:cubicBezTo>
                        <a:cubicBezTo>
                          <a:pt x="134406" y="24978"/>
                          <a:pt x="136785" y="22599"/>
                          <a:pt x="141543" y="23789"/>
                        </a:cubicBezTo>
                        <a:cubicBezTo>
                          <a:pt x="149869" y="26167"/>
                          <a:pt x="151058" y="33304"/>
                          <a:pt x="159384" y="29736"/>
                        </a:cubicBezTo>
                        <a:cubicBezTo>
                          <a:pt x="161763" y="28546"/>
                          <a:pt x="166521" y="24978"/>
                          <a:pt x="168900" y="24978"/>
                        </a:cubicBezTo>
                        <a:cubicBezTo>
                          <a:pt x="173658" y="24978"/>
                          <a:pt x="174847" y="28546"/>
                          <a:pt x="178415" y="29736"/>
                        </a:cubicBezTo>
                        <a:cubicBezTo>
                          <a:pt x="184362" y="30925"/>
                          <a:pt x="197446" y="27357"/>
                          <a:pt x="196257" y="20220"/>
                        </a:cubicBezTo>
                        <a:cubicBezTo>
                          <a:pt x="204583" y="16652"/>
                          <a:pt x="208151" y="23789"/>
                          <a:pt x="215288" y="21410"/>
                        </a:cubicBezTo>
                        <a:cubicBezTo>
                          <a:pt x="218856" y="20220"/>
                          <a:pt x="221235" y="19031"/>
                          <a:pt x="224803" y="17842"/>
                        </a:cubicBezTo>
                        <a:cubicBezTo>
                          <a:pt x="228371" y="17842"/>
                          <a:pt x="233129" y="19031"/>
                          <a:pt x="234318" y="14273"/>
                        </a:cubicBezTo>
                        <a:cubicBezTo>
                          <a:pt x="239077" y="14273"/>
                          <a:pt x="239077" y="13083"/>
                          <a:pt x="242645" y="11894"/>
                        </a:cubicBezTo>
                        <a:cubicBezTo>
                          <a:pt x="243834" y="11894"/>
                          <a:pt x="248592" y="11894"/>
                          <a:pt x="250971" y="10705"/>
                        </a:cubicBezTo>
                        <a:cubicBezTo>
                          <a:pt x="255729" y="8326"/>
                          <a:pt x="255729" y="-1190"/>
                          <a:pt x="261676" y="4758"/>
                        </a:cubicBezTo>
                        <a:cubicBezTo>
                          <a:pt x="261676" y="3568"/>
                          <a:pt x="261676" y="1189"/>
                          <a:pt x="261676" y="0"/>
                        </a:cubicBezTo>
                        <a:cubicBezTo>
                          <a:pt x="262865" y="0"/>
                          <a:pt x="262865" y="0"/>
                          <a:pt x="264054" y="0"/>
                        </a:cubicBezTo>
                        <a:cubicBezTo>
                          <a:pt x="265244" y="1189"/>
                          <a:pt x="266433" y="1189"/>
                          <a:pt x="267623" y="2379"/>
                        </a:cubicBezTo>
                        <a:cubicBezTo>
                          <a:pt x="268812" y="8326"/>
                          <a:pt x="264054" y="16652"/>
                          <a:pt x="260486" y="20220"/>
                        </a:cubicBezTo>
                        <a:cubicBezTo>
                          <a:pt x="259297" y="23789"/>
                          <a:pt x="260486" y="27357"/>
                          <a:pt x="261676" y="29736"/>
                        </a:cubicBezTo>
                        <a:cubicBezTo>
                          <a:pt x="259297" y="30925"/>
                          <a:pt x="259297" y="32115"/>
                          <a:pt x="256918" y="33304"/>
                        </a:cubicBezTo>
                        <a:cubicBezTo>
                          <a:pt x="258107" y="35683"/>
                          <a:pt x="259297" y="38062"/>
                          <a:pt x="259297" y="41630"/>
                        </a:cubicBezTo>
                        <a:cubicBezTo>
                          <a:pt x="268812" y="44009"/>
                          <a:pt x="264054" y="86829"/>
                          <a:pt x="259297" y="95155"/>
                        </a:cubicBezTo>
                        <a:cubicBezTo>
                          <a:pt x="259297" y="96344"/>
                          <a:pt x="256918" y="95155"/>
                          <a:pt x="255729" y="95155"/>
                        </a:cubicBezTo>
                        <a:cubicBezTo>
                          <a:pt x="252160" y="98723"/>
                          <a:pt x="261676" y="98723"/>
                          <a:pt x="264054" y="102291"/>
                        </a:cubicBezTo>
                        <a:cubicBezTo>
                          <a:pt x="268812" y="107049"/>
                          <a:pt x="268812" y="111807"/>
                          <a:pt x="267623" y="11418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3" name="Freeform 722">
                    <a:extLst>
                      <a:ext uri="{FF2B5EF4-FFF2-40B4-BE49-F238E27FC236}">
                        <a16:creationId xmlns:a16="http://schemas.microsoft.com/office/drawing/2014/main" id="{04E2CD97-362C-FBA7-1EBA-2C112DC14DFF}"/>
                      </a:ext>
                    </a:extLst>
                  </p:cNvPr>
                  <p:cNvSpPr/>
                  <p:nvPr/>
                </p:nvSpPr>
                <p:spPr>
                  <a:xfrm>
                    <a:off x="6780827" y="4731406"/>
                    <a:ext cx="198945" cy="365765"/>
                  </a:xfrm>
                  <a:custGeom>
                    <a:avLst/>
                    <a:gdLst>
                      <a:gd name="connsiteX0" fmla="*/ 198636 w 198945"/>
                      <a:gd name="connsiteY0" fmla="*/ 94210 h 365765"/>
                      <a:gd name="connsiteX1" fmla="*/ 195067 w 198945"/>
                      <a:gd name="connsiteY1" fmla="*/ 106104 h 365765"/>
                      <a:gd name="connsiteX2" fmla="*/ 190310 w 198945"/>
                      <a:gd name="connsiteY2" fmla="*/ 107294 h 365765"/>
                      <a:gd name="connsiteX3" fmla="*/ 179605 w 198945"/>
                      <a:gd name="connsiteY3" fmla="*/ 96588 h 365765"/>
                      <a:gd name="connsiteX4" fmla="*/ 180794 w 198945"/>
                      <a:gd name="connsiteY4" fmla="*/ 107294 h 365765"/>
                      <a:gd name="connsiteX5" fmla="*/ 181983 w 198945"/>
                      <a:gd name="connsiteY5" fmla="*/ 110862 h 365765"/>
                      <a:gd name="connsiteX6" fmla="*/ 181983 w 198945"/>
                      <a:gd name="connsiteY6" fmla="*/ 115619 h 365765"/>
                      <a:gd name="connsiteX7" fmla="*/ 180794 w 198945"/>
                      <a:gd name="connsiteY7" fmla="*/ 123946 h 365765"/>
                      <a:gd name="connsiteX8" fmla="*/ 177226 w 198945"/>
                      <a:gd name="connsiteY8" fmla="*/ 134650 h 365765"/>
                      <a:gd name="connsiteX9" fmla="*/ 171279 w 198945"/>
                      <a:gd name="connsiteY9" fmla="*/ 162007 h 365765"/>
                      <a:gd name="connsiteX10" fmla="*/ 167710 w 198945"/>
                      <a:gd name="connsiteY10" fmla="*/ 175091 h 365765"/>
                      <a:gd name="connsiteX11" fmla="*/ 162953 w 198945"/>
                      <a:gd name="connsiteY11" fmla="*/ 188175 h 365765"/>
                      <a:gd name="connsiteX12" fmla="*/ 157006 w 198945"/>
                      <a:gd name="connsiteY12" fmla="*/ 200069 h 365765"/>
                      <a:gd name="connsiteX13" fmla="*/ 153437 w 198945"/>
                      <a:gd name="connsiteY13" fmla="*/ 213153 h 365765"/>
                      <a:gd name="connsiteX14" fmla="*/ 147490 w 198945"/>
                      <a:gd name="connsiteY14" fmla="*/ 226237 h 365765"/>
                      <a:gd name="connsiteX15" fmla="*/ 142732 w 198945"/>
                      <a:gd name="connsiteY15" fmla="*/ 239321 h 365765"/>
                      <a:gd name="connsiteX16" fmla="*/ 136785 w 198945"/>
                      <a:gd name="connsiteY16" fmla="*/ 251215 h 365765"/>
                      <a:gd name="connsiteX17" fmla="*/ 132027 w 198945"/>
                      <a:gd name="connsiteY17" fmla="*/ 264299 h 365765"/>
                      <a:gd name="connsiteX18" fmla="*/ 121323 w 198945"/>
                      <a:gd name="connsiteY18" fmla="*/ 289277 h 365765"/>
                      <a:gd name="connsiteX19" fmla="*/ 117754 w 198945"/>
                      <a:gd name="connsiteY19" fmla="*/ 301171 h 365765"/>
                      <a:gd name="connsiteX20" fmla="*/ 112996 w 198945"/>
                      <a:gd name="connsiteY20" fmla="*/ 314255 h 365765"/>
                      <a:gd name="connsiteX21" fmla="*/ 110617 w 198945"/>
                      <a:gd name="connsiteY21" fmla="*/ 321392 h 365765"/>
                      <a:gd name="connsiteX22" fmla="*/ 110617 w 198945"/>
                      <a:gd name="connsiteY22" fmla="*/ 324960 h 365765"/>
                      <a:gd name="connsiteX23" fmla="*/ 107049 w 198945"/>
                      <a:gd name="connsiteY23" fmla="*/ 326149 h 365765"/>
                      <a:gd name="connsiteX24" fmla="*/ 102291 w 198945"/>
                      <a:gd name="connsiteY24" fmla="*/ 340422 h 365765"/>
                      <a:gd name="connsiteX25" fmla="*/ 86829 w 198945"/>
                      <a:gd name="connsiteY25" fmla="*/ 353506 h 365765"/>
                      <a:gd name="connsiteX26" fmla="*/ 63040 w 198945"/>
                      <a:gd name="connsiteY26" fmla="*/ 355885 h 365765"/>
                      <a:gd name="connsiteX27" fmla="*/ 39251 w 198945"/>
                      <a:gd name="connsiteY27" fmla="*/ 364211 h 365765"/>
                      <a:gd name="connsiteX28" fmla="*/ 35683 w 198945"/>
                      <a:gd name="connsiteY28" fmla="*/ 358264 h 365765"/>
                      <a:gd name="connsiteX29" fmla="*/ 28546 w 198945"/>
                      <a:gd name="connsiteY29" fmla="*/ 357075 h 365765"/>
                      <a:gd name="connsiteX30" fmla="*/ 23789 w 198945"/>
                      <a:gd name="connsiteY30" fmla="*/ 353506 h 365765"/>
                      <a:gd name="connsiteX31" fmla="*/ 17842 w 198945"/>
                      <a:gd name="connsiteY31" fmla="*/ 351128 h 365765"/>
                      <a:gd name="connsiteX32" fmla="*/ 9515 w 198945"/>
                      <a:gd name="connsiteY32" fmla="*/ 330907 h 365765"/>
                      <a:gd name="connsiteX33" fmla="*/ 10705 w 198945"/>
                      <a:gd name="connsiteY33" fmla="*/ 319013 h 365765"/>
                      <a:gd name="connsiteX34" fmla="*/ 7137 w 198945"/>
                      <a:gd name="connsiteY34" fmla="*/ 310687 h 365765"/>
                      <a:gd name="connsiteX35" fmla="*/ 13084 w 198945"/>
                      <a:gd name="connsiteY35" fmla="*/ 308308 h 365765"/>
                      <a:gd name="connsiteX36" fmla="*/ 9515 w 198945"/>
                      <a:gd name="connsiteY36" fmla="*/ 304739 h 365765"/>
                      <a:gd name="connsiteX37" fmla="*/ 9515 w 198945"/>
                      <a:gd name="connsiteY37" fmla="*/ 299982 h 365765"/>
                      <a:gd name="connsiteX38" fmla="*/ 5947 w 198945"/>
                      <a:gd name="connsiteY38" fmla="*/ 290466 h 365765"/>
                      <a:gd name="connsiteX39" fmla="*/ 0 w 198945"/>
                      <a:gd name="connsiteY39" fmla="*/ 279762 h 365765"/>
                      <a:gd name="connsiteX40" fmla="*/ 1190 w 198945"/>
                      <a:gd name="connsiteY40" fmla="*/ 263109 h 365765"/>
                      <a:gd name="connsiteX41" fmla="*/ 5947 w 198945"/>
                      <a:gd name="connsiteY41" fmla="*/ 257162 h 365765"/>
                      <a:gd name="connsiteX42" fmla="*/ 7137 w 198945"/>
                      <a:gd name="connsiteY42" fmla="*/ 251215 h 365765"/>
                      <a:gd name="connsiteX43" fmla="*/ 17842 w 198945"/>
                      <a:gd name="connsiteY43" fmla="*/ 242889 h 365765"/>
                      <a:gd name="connsiteX44" fmla="*/ 20221 w 198945"/>
                      <a:gd name="connsiteY44" fmla="*/ 235752 h 365765"/>
                      <a:gd name="connsiteX45" fmla="*/ 22599 w 198945"/>
                      <a:gd name="connsiteY45" fmla="*/ 229805 h 365765"/>
                      <a:gd name="connsiteX46" fmla="*/ 26168 w 198945"/>
                      <a:gd name="connsiteY46" fmla="*/ 225048 h 365765"/>
                      <a:gd name="connsiteX47" fmla="*/ 29736 w 198945"/>
                      <a:gd name="connsiteY47" fmla="*/ 220290 h 365765"/>
                      <a:gd name="connsiteX48" fmla="*/ 36873 w 198945"/>
                      <a:gd name="connsiteY48" fmla="*/ 208395 h 365765"/>
                      <a:gd name="connsiteX49" fmla="*/ 36873 w 198945"/>
                      <a:gd name="connsiteY49" fmla="*/ 201259 h 365765"/>
                      <a:gd name="connsiteX50" fmla="*/ 39251 w 198945"/>
                      <a:gd name="connsiteY50" fmla="*/ 194122 h 365765"/>
                      <a:gd name="connsiteX51" fmla="*/ 36873 w 198945"/>
                      <a:gd name="connsiteY51" fmla="*/ 194122 h 365765"/>
                      <a:gd name="connsiteX52" fmla="*/ 34494 w 198945"/>
                      <a:gd name="connsiteY52" fmla="*/ 182228 h 365765"/>
                      <a:gd name="connsiteX53" fmla="*/ 32115 w 198945"/>
                      <a:gd name="connsiteY53" fmla="*/ 173902 h 365765"/>
                      <a:gd name="connsiteX54" fmla="*/ 24978 w 198945"/>
                      <a:gd name="connsiteY54" fmla="*/ 160818 h 365765"/>
                      <a:gd name="connsiteX55" fmla="*/ 24978 w 198945"/>
                      <a:gd name="connsiteY55" fmla="*/ 147734 h 365765"/>
                      <a:gd name="connsiteX56" fmla="*/ 34494 w 198945"/>
                      <a:gd name="connsiteY56" fmla="*/ 131082 h 365765"/>
                      <a:gd name="connsiteX57" fmla="*/ 39251 w 198945"/>
                      <a:gd name="connsiteY57" fmla="*/ 112051 h 365765"/>
                      <a:gd name="connsiteX58" fmla="*/ 53525 w 198945"/>
                      <a:gd name="connsiteY58" fmla="*/ 110862 h 365765"/>
                      <a:gd name="connsiteX59" fmla="*/ 61851 w 198945"/>
                      <a:gd name="connsiteY59" fmla="*/ 102535 h 365765"/>
                      <a:gd name="connsiteX60" fmla="*/ 63040 w 198945"/>
                      <a:gd name="connsiteY60" fmla="*/ 106104 h 365765"/>
                      <a:gd name="connsiteX61" fmla="*/ 66608 w 198945"/>
                      <a:gd name="connsiteY61" fmla="*/ 106104 h 365765"/>
                      <a:gd name="connsiteX62" fmla="*/ 70177 w 198945"/>
                      <a:gd name="connsiteY62" fmla="*/ 103725 h 365765"/>
                      <a:gd name="connsiteX63" fmla="*/ 71366 w 198945"/>
                      <a:gd name="connsiteY63" fmla="*/ 109672 h 365765"/>
                      <a:gd name="connsiteX64" fmla="*/ 73745 w 198945"/>
                      <a:gd name="connsiteY64" fmla="*/ 98967 h 365765"/>
                      <a:gd name="connsiteX65" fmla="*/ 83260 w 198945"/>
                      <a:gd name="connsiteY65" fmla="*/ 102535 h 365765"/>
                      <a:gd name="connsiteX66" fmla="*/ 91587 w 198945"/>
                      <a:gd name="connsiteY66" fmla="*/ 98967 h 365765"/>
                      <a:gd name="connsiteX67" fmla="*/ 92776 w 198945"/>
                      <a:gd name="connsiteY67" fmla="*/ 107294 h 365765"/>
                      <a:gd name="connsiteX68" fmla="*/ 107049 w 198945"/>
                      <a:gd name="connsiteY68" fmla="*/ 87073 h 365765"/>
                      <a:gd name="connsiteX69" fmla="*/ 108239 w 198945"/>
                      <a:gd name="connsiteY69" fmla="*/ 95399 h 365765"/>
                      <a:gd name="connsiteX70" fmla="*/ 115375 w 198945"/>
                      <a:gd name="connsiteY70" fmla="*/ 89452 h 365765"/>
                      <a:gd name="connsiteX71" fmla="*/ 116564 w 198945"/>
                      <a:gd name="connsiteY71" fmla="*/ 79936 h 365765"/>
                      <a:gd name="connsiteX72" fmla="*/ 115375 w 198945"/>
                      <a:gd name="connsiteY72" fmla="*/ 76368 h 365765"/>
                      <a:gd name="connsiteX73" fmla="*/ 120133 w 198945"/>
                      <a:gd name="connsiteY73" fmla="*/ 73989 h 365765"/>
                      <a:gd name="connsiteX74" fmla="*/ 120133 w 198945"/>
                      <a:gd name="connsiteY74" fmla="*/ 82315 h 365765"/>
                      <a:gd name="connsiteX75" fmla="*/ 126080 w 198945"/>
                      <a:gd name="connsiteY75" fmla="*/ 77558 h 365765"/>
                      <a:gd name="connsiteX76" fmla="*/ 133217 w 198945"/>
                      <a:gd name="connsiteY76" fmla="*/ 73989 h 365765"/>
                      <a:gd name="connsiteX77" fmla="*/ 136785 w 198945"/>
                      <a:gd name="connsiteY77" fmla="*/ 69231 h 365765"/>
                      <a:gd name="connsiteX78" fmla="*/ 133217 w 198945"/>
                      <a:gd name="connsiteY78" fmla="*/ 63284 h 365765"/>
                      <a:gd name="connsiteX79" fmla="*/ 134406 w 198945"/>
                      <a:gd name="connsiteY79" fmla="*/ 62095 h 365765"/>
                      <a:gd name="connsiteX80" fmla="*/ 140353 w 198945"/>
                      <a:gd name="connsiteY80" fmla="*/ 62095 h 365765"/>
                      <a:gd name="connsiteX81" fmla="*/ 135596 w 198945"/>
                      <a:gd name="connsiteY81" fmla="*/ 47822 h 365765"/>
                      <a:gd name="connsiteX82" fmla="*/ 142732 w 198945"/>
                      <a:gd name="connsiteY82" fmla="*/ 50200 h 365765"/>
                      <a:gd name="connsiteX83" fmla="*/ 155816 w 198945"/>
                      <a:gd name="connsiteY83" fmla="*/ 40685 h 365765"/>
                      <a:gd name="connsiteX84" fmla="*/ 157006 w 198945"/>
                      <a:gd name="connsiteY84" fmla="*/ 10949 h 365765"/>
                      <a:gd name="connsiteX85" fmla="*/ 174847 w 198945"/>
                      <a:gd name="connsiteY85" fmla="*/ 2623 h 365765"/>
                      <a:gd name="connsiteX86" fmla="*/ 179605 w 198945"/>
                      <a:gd name="connsiteY86" fmla="*/ 12139 h 365765"/>
                      <a:gd name="connsiteX87" fmla="*/ 184362 w 198945"/>
                      <a:gd name="connsiteY87" fmla="*/ 24033 h 365765"/>
                      <a:gd name="connsiteX88" fmla="*/ 187931 w 198945"/>
                      <a:gd name="connsiteY88" fmla="*/ 35927 h 365765"/>
                      <a:gd name="connsiteX89" fmla="*/ 192689 w 198945"/>
                      <a:gd name="connsiteY89" fmla="*/ 46632 h 365765"/>
                      <a:gd name="connsiteX90" fmla="*/ 191499 w 198945"/>
                      <a:gd name="connsiteY90" fmla="*/ 59716 h 365765"/>
                      <a:gd name="connsiteX91" fmla="*/ 192689 w 198945"/>
                      <a:gd name="connsiteY91" fmla="*/ 71610 h 365765"/>
                      <a:gd name="connsiteX92" fmla="*/ 193878 w 198945"/>
                      <a:gd name="connsiteY92" fmla="*/ 82315 h 365765"/>
                      <a:gd name="connsiteX93" fmla="*/ 198636 w 198945"/>
                      <a:gd name="connsiteY93" fmla="*/ 94210 h 3657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</a:cxnLst>
                    <a:rect l="l" t="t" r="r" b="b"/>
                    <a:pathLst>
                      <a:path w="198945" h="365765">
                        <a:moveTo>
                          <a:pt x="198636" y="94210"/>
                        </a:moveTo>
                        <a:cubicBezTo>
                          <a:pt x="197446" y="98967"/>
                          <a:pt x="195067" y="100157"/>
                          <a:pt x="195067" y="106104"/>
                        </a:cubicBezTo>
                        <a:cubicBezTo>
                          <a:pt x="195067" y="107294"/>
                          <a:pt x="195067" y="112051"/>
                          <a:pt x="190310" y="107294"/>
                        </a:cubicBezTo>
                        <a:cubicBezTo>
                          <a:pt x="189120" y="106104"/>
                          <a:pt x="184362" y="90641"/>
                          <a:pt x="179605" y="96588"/>
                        </a:cubicBezTo>
                        <a:cubicBezTo>
                          <a:pt x="178415" y="97778"/>
                          <a:pt x="180794" y="106104"/>
                          <a:pt x="180794" y="107294"/>
                        </a:cubicBezTo>
                        <a:cubicBezTo>
                          <a:pt x="180794" y="107294"/>
                          <a:pt x="181983" y="110862"/>
                          <a:pt x="181983" y="110862"/>
                        </a:cubicBezTo>
                        <a:cubicBezTo>
                          <a:pt x="181983" y="112051"/>
                          <a:pt x="180794" y="115619"/>
                          <a:pt x="181983" y="115619"/>
                        </a:cubicBezTo>
                        <a:cubicBezTo>
                          <a:pt x="187931" y="120377"/>
                          <a:pt x="181983" y="121567"/>
                          <a:pt x="180794" y="123946"/>
                        </a:cubicBezTo>
                        <a:cubicBezTo>
                          <a:pt x="179605" y="127514"/>
                          <a:pt x="178415" y="131082"/>
                          <a:pt x="177226" y="134650"/>
                        </a:cubicBezTo>
                        <a:cubicBezTo>
                          <a:pt x="172468" y="144166"/>
                          <a:pt x="177226" y="152492"/>
                          <a:pt x="171279" y="162007"/>
                        </a:cubicBezTo>
                        <a:cubicBezTo>
                          <a:pt x="168900" y="166765"/>
                          <a:pt x="168900" y="170333"/>
                          <a:pt x="167710" y="175091"/>
                        </a:cubicBezTo>
                        <a:cubicBezTo>
                          <a:pt x="167710" y="179849"/>
                          <a:pt x="165331" y="183417"/>
                          <a:pt x="162953" y="188175"/>
                        </a:cubicBezTo>
                        <a:cubicBezTo>
                          <a:pt x="160574" y="192933"/>
                          <a:pt x="159384" y="196501"/>
                          <a:pt x="157006" y="200069"/>
                        </a:cubicBezTo>
                        <a:cubicBezTo>
                          <a:pt x="154627" y="204827"/>
                          <a:pt x="154627" y="208395"/>
                          <a:pt x="153437" y="213153"/>
                        </a:cubicBezTo>
                        <a:cubicBezTo>
                          <a:pt x="152248" y="219100"/>
                          <a:pt x="149869" y="221479"/>
                          <a:pt x="147490" y="226237"/>
                        </a:cubicBezTo>
                        <a:cubicBezTo>
                          <a:pt x="146300" y="230995"/>
                          <a:pt x="145111" y="234563"/>
                          <a:pt x="142732" y="239321"/>
                        </a:cubicBezTo>
                        <a:cubicBezTo>
                          <a:pt x="141543" y="242889"/>
                          <a:pt x="139164" y="246457"/>
                          <a:pt x="136785" y="251215"/>
                        </a:cubicBezTo>
                        <a:cubicBezTo>
                          <a:pt x="134406" y="255973"/>
                          <a:pt x="134406" y="259541"/>
                          <a:pt x="132027" y="264299"/>
                        </a:cubicBezTo>
                        <a:cubicBezTo>
                          <a:pt x="129648" y="272625"/>
                          <a:pt x="122512" y="279762"/>
                          <a:pt x="121323" y="289277"/>
                        </a:cubicBezTo>
                        <a:cubicBezTo>
                          <a:pt x="121323" y="295224"/>
                          <a:pt x="121323" y="295224"/>
                          <a:pt x="117754" y="301171"/>
                        </a:cubicBezTo>
                        <a:cubicBezTo>
                          <a:pt x="114186" y="305929"/>
                          <a:pt x="114186" y="309497"/>
                          <a:pt x="112996" y="314255"/>
                        </a:cubicBezTo>
                        <a:cubicBezTo>
                          <a:pt x="112996" y="315445"/>
                          <a:pt x="110617" y="319013"/>
                          <a:pt x="110617" y="321392"/>
                        </a:cubicBezTo>
                        <a:cubicBezTo>
                          <a:pt x="110617" y="322581"/>
                          <a:pt x="110617" y="323770"/>
                          <a:pt x="110617" y="324960"/>
                        </a:cubicBezTo>
                        <a:cubicBezTo>
                          <a:pt x="109428" y="326149"/>
                          <a:pt x="107049" y="326149"/>
                          <a:pt x="107049" y="326149"/>
                        </a:cubicBezTo>
                        <a:cubicBezTo>
                          <a:pt x="104670" y="330907"/>
                          <a:pt x="105860" y="335665"/>
                          <a:pt x="102291" y="340422"/>
                        </a:cubicBezTo>
                        <a:cubicBezTo>
                          <a:pt x="97534" y="346370"/>
                          <a:pt x="95155" y="351128"/>
                          <a:pt x="86829" y="353506"/>
                        </a:cubicBezTo>
                        <a:cubicBezTo>
                          <a:pt x="79692" y="354696"/>
                          <a:pt x="68987" y="349938"/>
                          <a:pt x="63040" y="355885"/>
                        </a:cubicBezTo>
                        <a:cubicBezTo>
                          <a:pt x="57093" y="361833"/>
                          <a:pt x="46388" y="368969"/>
                          <a:pt x="39251" y="364211"/>
                        </a:cubicBezTo>
                        <a:cubicBezTo>
                          <a:pt x="36873" y="363022"/>
                          <a:pt x="36873" y="359454"/>
                          <a:pt x="35683" y="358264"/>
                        </a:cubicBezTo>
                        <a:cubicBezTo>
                          <a:pt x="33304" y="355885"/>
                          <a:pt x="30925" y="357075"/>
                          <a:pt x="28546" y="357075"/>
                        </a:cubicBezTo>
                        <a:cubicBezTo>
                          <a:pt x="26168" y="355885"/>
                          <a:pt x="26168" y="354696"/>
                          <a:pt x="23789" y="353506"/>
                        </a:cubicBezTo>
                        <a:cubicBezTo>
                          <a:pt x="21410" y="352317"/>
                          <a:pt x="21410" y="353506"/>
                          <a:pt x="17842" y="351128"/>
                        </a:cubicBezTo>
                        <a:cubicBezTo>
                          <a:pt x="10705" y="346370"/>
                          <a:pt x="9515" y="340422"/>
                          <a:pt x="9515" y="330907"/>
                        </a:cubicBezTo>
                        <a:cubicBezTo>
                          <a:pt x="9515" y="327339"/>
                          <a:pt x="11894" y="322581"/>
                          <a:pt x="10705" y="319013"/>
                        </a:cubicBezTo>
                        <a:cubicBezTo>
                          <a:pt x="9515" y="315445"/>
                          <a:pt x="4758" y="314255"/>
                          <a:pt x="7137" y="310687"/>
                        </a:cubicBezTo>
                        <a:cubicBezTo>
                          <a:pt x="8326" y="308308"/>
                          <a:pt x="11894" y="310687"/>
                          <a:pt x="13084" y="308308"/>
                        </a:cubicBezTo>
                        <a:cubicBezTo>
                          <a:pt x="14273" y="307118"/>
                          <a:pt x="9515" y="304739"/>
                          <a:pt x="9515" y="304739"/>
                        </a:cubicBezTo>
                        <a:cubicBezTo>
                          <a:pt x="8326" y="303550"/>
                          <a:pt x="9515" y="301171"/>
                          <a:pt x="9515" y="299982"/>
                        </a:cubicBezTo>
                        <a:cubicBezTo>
                          <a:pt x="8326" y="296414"/>
                          <a:pt x="8326" y="292845"/>
                          <a:pt x="5947" y="290466"/>
                        </a:cubicBezTo>
                        <a:cubicBezTo>
                          <a:pt x="3568" y="285709"/>
                          <a:pt x="0" y="285709"/>
                          <a:pt x="0" y="279762"/>
                        </a:cubicBezTo>
                        <a:cubicBezTo>
                          <a:pt x="0" y="277383"/>
                          <a:pt x="0" y="266678"/>
                          <a:pt x="1190" y="263109"/>
                        </a:cubicBezTo>
                        <a:cubicBezTo>
                          <a:pt x="2379" y="260731"/>
                          <a:pt x="4758" y="259541"/>
                          <a:pt x="5947" y="257162"/>
                        </a:cubicBezTo>
                        <a:cubicBezTo>
                          <a:pt x="7137" y="254783"/>
                          <a:pt x="4758" y="253594"/>
                          <a:pt x="7137" y="251215"/>
                        </a:cubicBezTo>
                        <a:cubicBezTo>
                          <a:pt x="9515" y="247647"/>
                          <a:pt x="15463" y="246457"/>
                          <a:pt x="17842" y="242889"/>
                        </a:cubicBezTo>
                        <a:cubicBezTo>
                          <a:pt x="19031" y="240510"/>
                          <a:pt x="19031" y="238131"/>
                          <a:pt x="20221" y="235752"/>
                        </a:cubicBezTo>
                        <a:cubicBezTo>
                          <a:pt x="21410" y="232184"/>
                          <a:pt x="21410" y="232184"/>
                          <a:pt x="22599" y="229805"/>
                        </a:cubicBezTo>
                        <a:cubicBezTo>
                          <a:pt x="23789" y="228616"/>
                          <a:pt x="26168" y="226237"/>
                          <a:pt x="26168" y="225048"/>
                        </a:cubicBezTo>
                        <a:cubicBezTo>
                          <a:pt x="27357" y="223858"/>
                          <a:pt x="29736" y="221479"/>
                          <a:pt x="29736" y="220290"/>
                        </a:cubicBezTo>
                        <a:cubicBezTo>
                          <a:pt x="33304" y="216721"/>
                          <a:pt x="35683" y="214343"/>
                          <a:pt x="36873" y="208395"/>
                        </a:cubicBezTo>
                        <a:cubicBezTo>
                          <a:pt x="36873" y="206016"/>
                          <a:pt x="36873" y="203637"/>
                          <a:pt x="36873" y="201259"/>
                        </a:cubicBezTo>
                        <a:cubicBezTo>
                          <a:pt x="36873" y="198880"/>
                          <a:pt x="40441" y="197690"/>
                          <a:pt x="39251" y="194122"/>
                        </a:cubicBezTo>
                        <a:cubicBezTo>
                          <a:pt x="39251" y="194122"/>
                          <a:pt x="38062" y="194122"/>
                          <a:pt x="36873" y="194122"/>
                        </a:cubicBezTo>
                        <a:cubicBezTo>
                          <a:pt x="34494" y="190554"/>
                          <a:pt x="36873" y="186985"/>
                          <a:pt x="34494" y="182228"/>
                        </a:cubicBezTo>
                        <a:cubicBezTo>
                          <a:pt x="33304" y="178660"/>
                          <a:pt x="34494" y="176281"/>
                          <a:pt x="32115" y="173902"/>
                        </a:cubicBezTo>
                        <a:cubicBezTo>
                          <a:pt x="29736" y="170333"/>
                          <a:pt x="24978" y="164386"/>
                          <a:pt x="24978" y="160818"/>
                        </a:cubicBezTo>
                        <a:cubicBezTo>
                          <a:pt x="24978" y="157250"/>
                          <a:pt x="27357" y="154871"/>
                          <a:pt x="24978" y="147734"/>
                        </a:cubicBezTo>
                        <a:cubicBezTo>
                          <a:pt x="22599" y="141787"/>
                          <a:pt x="32115" y="137029"/>
                          <a:pt x="34494" y="131082"/>
                        </a:cubicBezTo>
                        <a:cubicBezTo>
                          <a:pt x="38062" y="123946"/>
                          <a:pt x="33304" y="117998"/>
                          <a:pt x="39251" y="112051"/>
                        </a:cubicBezTo>
                        <a:cubicBezTo>
                          <a:pt x="42820" y="108483"/>
                          <a:pt x="48767" y="113241"/>
                          <a:pt x="53525" y="110862"/>
                        </a:cubicBezTo>
                        <a:cubicBezTo>
                          <a:pt x="57093" y="109672"/>
                          <a:pt x="59472" y="101346"/>
                          <a:pt x="61851" y="102535"/>
                        </a:cubicBezTo>
                        <a:cubicBezTo>
                          <a:pt x="63040" y="102535"/>
                          <a:pt x="61851" y="104914"/>
                          <a:pt x="63040" y="106104"/>
                        </a:cubicBezTo>
                        <a:cubicBezTo>
                          <a:pt x="64229" y="107294"/>
                          <a:pt x="65419" y="107294"/>
                          <a:pt x="66608" y="106104"/>
                        </a:cubicBezTo>
                        <a:cubicBezTo>
                          <a:pt x="68987" y="104914"/>
                          <a:pt x="68987" y="102535"/>
                          <a:pt x="70177" y="103725"/>
                        </a:cubicBezTo>
                        <a:cubicBezTo>
                          <a:pt x="71366" y="104914"/>
                          <a:pt x="70177" y="108483"/>
                          <a:pt x="71366" y="109672"/>
                        </a:cubicBezTo>
                        <a:cubicBezTo>
                          <a:pt x="76124" y="113241"/>
                          <a:pt x="71366" y="101346"/>
                          <a:pt x="73745" y="98967"/>
                        </a:cubicBezTo>
                        <a:cubicBezTo>
                          <a:pt x="76124" y="96588"/>
                          <a:pt x="79692" y="102535"/>
                          <a:pt x="83260" y="102535"/>
                        </a:cubicBezTo>
                        <a:cubicBezTo>
                          <a:pt x="85639" y="102535"/>
                          <a:pt x="89208" y="96588"/>
                          <a:pt x="91587" y="98967"/>
                        </a:cubicBezTo>
                        <a:cubicBezTo>
                          <a:pt x="93965" y="100157"/>
                          <a:pt x="90397" y="106104"/>
                          <a:pt x="92776" y="107294"/>
                        </a:cubicBezTo>
                        <a:cubicBezTo>
                          <a:pt x="98723" y="108483"/>
                          <a:pt x="98723" y="87073"/>
                          <a:pt x="107049" y="87073"/>
                        </a:cubicBezTo>
                        <a:cubicBezTo>
                          <a:pt x="107049" y="89452"/>
                          <a:pt x="105860" y="93020"/>
                          <a:pt x="108239" y="95399"/>
                        </a:cubicBezTo>
                        <a:cubicBezTo>
                          <a:pt x="110617" y="97778"/>
                          <a:pt x="117754" y="93020"/>
                          <a:pt x="115375" y="89452"/>
                        </a:cubicBezTo>
                        <a:cubicBezTo>
                          <a:pt x="112996" y="84694"/>
                          <a:pt x="112996" y="85883"/>
                          <a:pt x="116564" y="79936"/>
                        </a:cubicBezTo>
                        <a:cubicBezTo>
                          <a:pt x="116564" y="78747"/>
                          <a:pt x="115375" y="77558"/>
                          <a:pt x="115375" y="76368"/>
                        </a:cubicBezTo>
                        <a:cubicBezTo>
                          <a:pt x="115375" y="73989"/>
                          <a:pt x="118944" y="72800"/>
                          <a:pt x="120133" y="73989"/>
                        </a:cubicBezTo>
                        <a:cubicBezTo>
                          <a:pt x="122512" y="76368"/>
                          <a:pt x="117754" y="81126"/>
                          <a:pt x="120133" y="82315"/>
                        </a:cubicBezTo>
                        <a:cubicBezTo>
                          <a:pt x="122512" y="84694"/>
                          <a:pt x="123701" y="78747"/>
                          <a:pt x="126080" y="77558"/>
                        </a:cubicBezTo>
                        <a:cubicBezTo>
                          <a:pt x="129648" y="75179"/>
                          <a:pt x="129648" y="75179"/>
                          <a:pt x="133217" y="73989"/>
                        </a:cubicBezTo>
                        <a:cubicBezTo>
                          <a:pt x="136785" y="72800"/>
                          <a:pt x="137975" y="75179"/>
                          <a:pt x="136785" y="69231"/>
                        </a:cubicBezTo>
                        <a:cubicBezTo>
                          <a:pt x="135596" y="66852"/>
                          <a:pt x="129648" y="68042"/>
                          <a:pt x="133217" y="63284"/>
                        </a:cubicBezTo>
                        <a:cubicBezTo>
                          <a:pt x="133217" y="63284"/>
                          <a:pt x="134406" y="62095"/>
                          <a:pt x="134406" y="62095"/>
                        </a:cubicBezTo>
                        <a:cubicBezTo>
                          <a:pt x="135596" y="62095"/>
                          <a:pt x="139164" y="63284"/>
                          <a:pt x="140353" y="62095"/>
                        </a:cubicBezTo>
                        <a:cubicBezTo>
                          <a:pt x="142732" y="58527"/>
                          <a:pt x="133217" y="52579"/>
                          <a:pt x="135596" y="47822"/>
                        </a:cubicBezTo>
                        <a:cubicBezTo>
                          <a:pt x="141543" y="35927"/>
                          <a:pt x="140353" y="46632"/>
                          <a:pt x="142732" y="50200"/>
                        </a:cubicBezTo>
                        <a:cubicBezTo>
                          <a:pt x="148679" y="56148"/>
                          <a:pt x="148679" y="43064"/>
                          <a:pt x="155816" y="40685"/>
                        </a:cubicBezTo>
                        <a:cubicBezTo>
                          <a:pt x="171279" y="33548"/>
                          <a:pt x="151058" y="16896"/>
                          <a:pt x="157006" y="10949"/>
                        </a:cubicBezTo>
                        <a:cubicBezTo>
                          <a:pt x="167710" y="1434"/>
                          <a:pt x="170089" y="-3324"/>
                          <a:pt x="174847" y="2623"/>
                        </a:cubicBezTo>
                        <a:cubicBezTo>
                          <a:pt x="177226" y="6192"/>
                          <a:pt x="176036" y="8570"/>
                          <a:pt x="179605" y="12139"/>
                        </a:cubicBezTo>
                        <a:cubicBezTo>
                          <a:pt x="183173" y="16896"/>
                          <a:pt x="180794" y="19275"/>
                          <a:pt x="184362" y="24033"/>
                        </a:cubicBezTo>
                        <a:cubicBezTo>
                          <a:pt x="186741" y="28791"/>
                          <a:pt x="185552" y="31169"/>
                          <a:pt x="187931" y="35927"/>
                        </a:cubicBezTo>
                        <a:cubicBezTo>
                          <a:pt x="189120" y="39496"/>
                          <a:pt x="191499" y="41875"/>
                          <a:pt x="192689" y="46632"/>
                        </a:cubicBezTo>
                        <a:cubicBezTo>
                          <a:pt x="193878" y="51390"/>
                          <a:pt x="191499" y="54958"/>
                          <a:pt x="191499" y="59716"/>
                        </a:cubicBezTo>
                        <a:cubicBezTo>
                          <a:pt x="191499" y="64474"/>
                          <a:pt x="193878" y="66852"/>
                          <a:pt x="192689" y="71610"/>
                        </a:cubicBezTo>
                        <a:cubicBezTo>
                          <a:pt x="191499" y="76368"/>
                          <a:pt x="191499" y="76368"/>
                          <a:pt x="193878" y="82315"/>
                        </a:cubicBezTo>
                        <a:cubicBezTo>
                          <a:pt x="197446" y="85883"/>
                          <a:pt x="199825" y="89452"/>
                          <a:pt x="198636" y="9421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4" name="Freeform 723">
                    <a:extLst>
                      <a:ext uri="{FF2B5EF4-FFF2-40B4-BE49-F238E27FC236}">
                        <a16:creationId xmlns:a16="http://schemas.microsoft.com/office/drawing/2014/main" id="{844EDE7D-2E84-8CB0-066D-34E112661B67}"/>
                      </a:ext>
                    </a:extLst>
                  </p:cNvPr>
                  <p:cNvSpPr/>
                  <p:nvPr/>
                </p:nvSpPr>
                <p:spPr>
                  <a:xfrm>
                    <a:off x="6092144" y="5003561"/>
                    <a:ext cx="419337" cy="353834"/>
                  </a:xfrm>
                  <a:custGeom>
                    <a:avLst/>
                    <a:gdLst>
                      <a:gd name="connsiteX0" fmla="*/ 418681 w 419337"/>
                      <a:gd name="connsiteY0" fmla="*/ 124171 h 353834"/>
                      <a:gd name="connsiteX1" fmla="*/ 418681 w 419337"/>
                      <a:gd name="connsiteY1" fmla="*/ 124171 h 353834"/>
                      <a:gd name="connsiteX2" fmla="*/ 411545 w 419337"/>
                      <a:gd name="connsiteY2" fmla="*/ 121792 h 353834"/>
                      <a:gd name="connsiteX3" fmla="*/ 407976 w 419337"/>
                      <a:gd name="connsiteY3" fmla="*/ 120603 h 353834"/>
                      <a:gd name="connsiteX4" fmla="*/ 406787 w 419337"/>
                      <a:gd name="connsiteY4" fmla="*/ 121792 h 353834"/>
                      <a:gd name="connsiteX5" fmla="*/ 402029 w 419337"/>
                      <a:gd name="connsiteY5" fmla="*/ 125361 h 353834"/>
                      <a:gd name="connsiteX6" fmla="*/ 399650 w 419337"/>
                      <a:gd name="connsiteY6" fmla="*/ 130118 h 353834"/>
                      <a:gd name="connsiteX7" fmla="*/ 398461 w 419337"/>
                      <a:gd name="connsiteY7" fmla="*/ 136065 h 353834"/>
                      <a:gd name="connsiteX8" fmla="*/ 390135 w 419337"/>
                      <a:gd name="connsiteY8" fmla="*/ 136065 h 353834"/>
                      <a:gd name="connsiteX9" fmla="*/ 386566 w 419337"/>
                      <a:gd name="connsiteY9" fmla="*/ 136065 h 353834"/>
                      <a:gd name="connsiteX10" fmla="*/ 382998 w 419337"/>
                      <a:gd name="connsiteY10" fmla="*/ 134876 h 353834"/>
                      <a:gd name="connsiteX11" fmla="*/ 378240 w 419337"/>
                      <a:gd name="connsiteY11" fmla="*/ 133686 h 353834"/>
                      <a:gd name="connsiteX12" fmla="*/ 375862 w 419337"/>
                      <a:gd name="connsiteY12" fmla="*/ 131308 h 353834"/>
                      <a:gd name="connsiteX13" fmla="*/ 371104 w 419337"/>
                      <a:gd name="connsiteY13" fmla="*/ 125361 h 353834"/>
                      <a:gd name="connsiteX14" fmla="*/ 369914 w 419337"/>
                      <a:gd name="connsiteY14" fmla="*/ 119413 h 353834"/>
                      <a:gd name="connsiteX15" fmla="*/ 372293 w 419337"/>
                      <a:gd name="connsiteY15" fmla="*/ 113466 h 353834"/>
                      <a:gd name="connsiteX16" fmla="*/ 374672 w 419337"/>
                      <a:gd name="connsiteY16" fmla="*/ 107519 h 353834"/>
                      <a:gd name="connsiteX17" fmla="*/ 375862 w 419337"/>
                      <a:gd name="connsiteY17" fmla="*/ 103951 h 353834"/>
                      <a:gd name="connsiteX18" fmla="*/ 375862 w 419337"/>
                      <a:gd name="connsiteY18" fmla="*/ 100382 h 353834"/>
                      <a:gd name="connsiteX19" fmla="*/ 377051 w 419337"/>
                      <a:gd name="connsiteY19" fmla="*/ 99193 h 353834"/>
                      <a:gd name="connsiteX20" fmla="*/ 381809 w 419337"/>
                      <a:gd name="connsiteY20" fmla="*/ 94435 h 353834"/>
                      <a:gd name="connsiteX21" fmla="*/ 385377 w 419337"/>
                      <a:gd name="connsiteY21" fmla="*/ 95625 h 353834"/>
                      <a:gd name="connsiteX22" fmla="*/ 386566 w 419337"/>
                      <a:gd name="connsiteY22" fmla="*/ 96814 h 353834"/>
                      <a:gd name="connsiteX23" fmla="*/ 387756 w 419337"/>
                      <a:gd name="connsiteY23" fmla="*/ 98003 h 353834"/>
                      <a:gd name="connsiteX24" fmla="*/ 391324 w 419337"/>
                      <a:gd name="connsiteY24" fmla="*/ 100382 h 353834"/>
                      <a:gd name="connsiteX25" fmla="*/ 392514 w 419337"/>
                      <a:gd name="connsiteY25" fmla="*/ 101572 h 353834"/>
                      <a:gd name="connsiteX26" fmla="*/ 393703 w 419337"/>
                      <a:gd name="connsiteY26" fmla="*/ 102761 h 353834"/>
                      <a:gd name="connsiteX27" fmla="*/ 398461 w 419337"/>
                      <a:gd name="connsiteY27" fmla="*/ 102761 h 353834"/>
                      <a:gd name="connsiteX28" fmla="*/ 399650 w 419337"/>
                      <a:gd name="connsiteY28" fmla="*/ 51616 h 353834"/>
                      <a:gd name="connsiteX29" fmla="*/ 391324 w 419337"/>
                      <a:gd name="connsiteY29" fmla="*/ 7607 h 353834"/>
                      <a:gd name="connsiteX30" fmla="*/ 384187 w 419337"/>
                      <a:gd name="connsiteY30" fmla="*/ 6417 h 353834"/>
                      <a:gd name="connsiteX31" fmla="*/ 373483 w 419337"/>
                      <a:gd name="connsiteY31" fmla="*/ 5228 h 353834"/>
                      <a:gd name="connsiteX32" fmla="*/ 362778 w 419337"/>
                      <a:gd name="connsiteY32" fmla="*/ 6417 h 353834"/>
                      <a:gd name="connsiteX33" fmla="*/ 359209 w 419337"/>
                      <a:gd name="connsiteY33" fmla="*/ 4038 h 353834"/>
                      <a:gd name="connsiteX34" fmla="*/ 354452 w 419337"/>
                      <a:gd name="connsiteY34" fmla="*/ 4038 h 353834"/>
                      <a:gd name="connsiteX35" fmla="*/ 353262 w 419337"/>
                      <a:gd name="connsiteY35" fmla="*/ 4038 h 353834"/>
                      <a:gd name="connsiteX36" fmla="*/ 341368 w 419337"/>
                      <a:gd name="connsiteY36" fmla="*/ 470 h 353834"/>
                      <a:gd name="connsiteX37" fmla="*/ 336610 w 419337"/>
                      <a:gd name="connsiteY37" fmla="*/ 470 h 353834"/>
                      <a:gd name="connsiteX38" fmla="*/ 327095 w 419337"/>
                      <a:gd name="connsiteY38" fmla="*/ 4038 h 353834"/>
                      <a:gd name="connsiteX39" fmla="*/ 322337 w 419337"/>
                      <a:gd name="connsiteY39" fmla="*/ 13554 h 353834"/>
                      <a:gd name="connsiteX40" fmla="*/ 309253 w 419337"/>
                      <a:gd name="connsiteY40" fmla="*/ 17122 h 353834"/>
                      <a:gd name="connsiteX41" fmla="*/ 297359 w 419337"/>
                      <a:gd name="connsiteY41" fmla="*/ 24259 h 353834"/>
                      <a:gd name="connsiteX42" fmla="*/ 277138 w 419337"/>
                      <a:gd name="connsiteY42" fmla="*/ 40911 h 353834"/>
                      <a:gd name="connsiteX43" fmla="*/ 272381 w 419337"/>
                      <a:gd name="connsiteY43" fmla="*/ 53995 h 353834"/>
                      <a:gd name="connsiteX44" fmla="*/ 261676 w 419337"/>
                      <a:gd name="connsiteY44" fmla="*/ 62320 h 353834"/>
                      <a:gd name="connsiteX45" fmla="*/ 250971 w 419337"/>
                      <a:gd name="connsiteY45" fmla="*/ 71836 h 353834"/>
                      <a:gd name="connsiteX46" fmla="*/ 242645 w 419337"/>
                      <a:gd name="connsiteY46" fmla="*/ 82541 h 353834"/>
                      <a:gd name="connsiteX47" fmla="*/ 240266 w 419337"/>
                      <a:gd name="connsiteY47" fmla="*/ 86109 h 353834"/>
                      <a:gd name="connsiteX48" fmla="*/ 231940 w 419337"/>
                      <a:gd name="connsiteY48" fmla="*/ 101572 h 353834"/>
                      <a:gd name="connsiteX49" fmla="*/ 222424 w 419337"/>
                      <a:gd name="connsiteY49" fmla="*/ 100382 h 353834"/>
                      <a:gd name="connsiteX50" fmla="*/ 199825 w 419337"/>
                      <a:gd name="connsiteY50" fmla="*/ 94435 h 353834"/>
                      <a:gd name="connsiteX51" fmla="*/ 198635 w 419337"/>
                      <a:gd name="connsiteY51" fmla="*/ 93246 h 353834"/>
                      <a:gd name="connsiteX52" fmla="*/ 191499 w 419337"/>
                      <a:gd name="connsiteY52" fmla="*/ 93246 h 353834"/>
                      <a:gd name="connsiteX53" fmla="*/ 186741 w 419337"/>
                      <a:gd name="connsiteY53" fmla="*/ 89678 h 353834"/>
                      <a:gd name="connsiteX54" fmla="*/ 173658 w 419337"/>
                      <a:gd name="connsiteY54" fmla="*/ 92056 h 353834"/>
                      <a:gd name="connsiteX55" fmla="*/ 157005 w 419337"/>
                      <a:gd name="connsiteY55" fmla="*/ 108709 h 353834"/>
                      <a:gd name="connsiteX56" fmla="*/ 137975 w 419337"/>
                      <a:gd name="connsiteY56" fmla="*/ 121792 h 353834"/>
                      <a:gd name="connsiteX57" fmla="*/ 111807 w 419337"/>
                      <a:gd name="connsiteY57" fmla="*/ 125361 h 353834"/>
                      <a:gd name="connsiteX58" fmla="*/ 110617 w 419337"/>
                      <a:gd name="connsiteY58" fmla="*/ 117034 h 353834"/>
                      <a:gd name="connsiteX59" fmla="*/ 112996 w 419337"/>
                      <a:gd name="connsiteY59" fmla="*/ 109898 h 353834"/>
                      <a:gd name="connsiteX60" fmla="*/ 108239 w 419337"/>
                      <a:gd name="connsiteY60" fmla="*/ 93246 h 353834"/>
                      <a:gd name="connsiteX61" fmla="*/ 95155 w 419337"/>
                      <a:gd name="connsiteY61" fmla="*/ 75404 h 353834"/>
                      <a:gd name="connsiteX62" fmla="*/ 93965 w 419337"/>
                      <a:gd name="connsiteY62" fmla="*/ 131308 h 353834"/>
                      <a:gd name="connsiteX63" fmla="*/ 92776 w 419337"/>
                      <a:gd name="connsiteY63" fmla="*/ 164612 h 353834"/>
                      <a:gd name="connsiteX64" fmla="*/ 83260 w 419337"/>
                      <a:gd name="connsiteY64" fmla="*/ 172938 h 353834"/>
                      <a:gd name="connsiteX65" fmla="*/ 76124 w 419337"/>
                      <a:gd name="connsiteY65" fmla="*/ 171749 h 353834"/>
                      <a:gd name="connsiteX66" fmla="*/ 70177 w 419337"/>
                      <a:gd name="connsiteY66" fmla="*/ 175317 h 353834"/>
                      <a:gd name="connsiteX67" fmla="*/ 70177 w 419337"/>
                      <a:gd name="connsiteY67" fmla="*/ 176506 h 353834"/>
                      <a:gd name="connsiteX68" fmla="*/ 65419 w 419337"/>
                      <a:gd name="connsiteY68" fmla="*/ 177696 h 353834"/>
                      <a:gd name="connsiteX69" fmla="*/ 60661 w 419337"/>
                      <a:gd name="connsiteY69" fmla="*/ 186022 h 353834"/>
                      <a:gd name="connsiteX70" fmla="*/ 53525 w 419337"/>
                      <a:gd name="connsiteY70" fmla="*/ 182453 h 353834"/>
                      <a:gd name="connsiteX71" fmla="*/ 42820 w 419337"/>
                      <a:gd name="connsiteY71" fmla="*/ 183643 h 353834"/>
                      <a:gd name="connsiteX72" fmla="*/ 41630 w 419337"/>
                      <a:gd name="connsiteY72" fmla="*/ 182453 h 353834"/>
                      <a:gd name="connsiteX73" fmla="*/ 34494 w 419337"/>
                      <a:gd name="connsiteY73" fmla="*/ 178885 h 353834"/>
                      <a:gd name="connsiteX74" fmla="*/ 26167 w 419337"/>
                      <a:gd name="connsiteY74" fmla="*/ 172938 h 353834"/>
                      <a:gd name="connsiteX75" fmla="*/ 14273 w 419337"/>
                      <a:gd name="connsiteY75" fmla="*/ 158665 h 353834"/>
                      <a:gd name="connsiteX76" fmla="*/ 4758 w 419337"/>
                      <a:gd name="connsiteY76" fmla="*/ 171749 h 353834"/>
                      <a:gd name="connsiteX77" fmla="*/ 0 w 419337"/>
                      <a:gd name="connsiteY77" fmla="*/ 172938 h 353834"/>
                      <a:gd name="connsiteX78" fmla="*/ 10705 w 419337"/>
                      <a:gd name="connsiteY78" fmla="*/ 193158 h 353834"/>
                      <a:gd name="connsiteX79" fmla="*/ 16652 w 419337"/>
                      <a:gd name="connsiteY79" fmla="*/ 206242 h 353834"/>
                      <a:gd name="connsiteX80" fmla="*/ 20220 w 419337"/>
                      <a:gd name="connsiteY80" fmla="*/ 220515 h 353834"/>
                      <a:gd name="connsiteX81" fmla="*/ 29736 w 419337"/>
                      <a:gd name="connsiteY81" fmla="*/ 246683 h 353834"/>
                      <a:gd name="connsiteX82" fmla="*/ 40441 w 419337"/>
                      <a:gd name="connsiteY82" fmla="*/ 270472 h 353834"/>
                      <a:gd name="connsiteX83" fmla="*/ 41630 w 419337"/>
                      <a:gd name="connsiteY83" fmla="*/ 287124 h 353834"/>
                      <a:gd name="connsiteX84" fmla="*/ 30925 w 419337"/>
                      <a:gd name="connsiteY84" fmla="*/ 296639 h 353834"/>
                      <a:gd name="connsiteX85" fmla="*/ 40441 w 419337"/>
                      <a:gd name="connsiteY85" fmla="*/ 326375 h 353834"/>
                      <a:gd name="connsiteX86" fmla="*/ 40441 w 419337"/>
                      <a:gd name="connsiteY86" fmla="*/ 333512 h 353834"/>
                      <a:gd name="connsiteX87" fmla="*/ 42820 w 419337"/>
                      <a:gd name="connsiteY87" fmla="*/ 341838 h 353834"/>
                      <a:gd name="connsiteX88" fmla="*/ 53525 w 419337"/>
                      <a:gd name="connsiteY88" fmla="*/ 333512 h 353834"/>
                      <a:gd name="connsiteX89" fmla="*/ 53525 w 419337"/>
                      <a:gd name="connsiteY89" fmla="*/ 340648 h 353834"/>
                      <a:gd name="connsiteX90" fmla="*/ 64229 w 419337"/>
                      <a:gd name="connsiteY90" fmla="*/ 343027 h 353834"/>
                      <a:gd name="connsiteX91" fmla="*/ 70177 w 419337"/>
                      <a:gd name="connsiteY91" fmla="*/ 348974 h 353834"/>
                      <a:gd name="connsiteX92" fmla="*/ 79692 w 419337"/>
                      <a:gd name="connsiteY92" fmla="*/ 353732 h 353834"/>
                      <a:gd name="connsiteX93" fmla="*/ 97533 w 419337"/>
                      <a:gd name="connsiteY93" fmla="*/ 343027 h 353834"/>
                      <a:gd name="connsiteX94" fmla="*/ 121322 w 419337"/>
                      <a:gd name="connsiteY94" fmla="*/ 341838 h 353834"/>
                      <a:gd name="connsiteX95" fmla="*/ 140353 w 419337"/>
                      <a:gd name="connsiteY95" fmla="*/ 332322 h 353834"/>
                      <a:gd name="connsiteX96" fmla="*/ 153437 w 419337"/>
                      <a:gd name="connsiteY96" fmla="*/ 331133 h 353834"/>
                      <a:gd name="connsiteX97" fmla="*/ 162952 w 419337"/>
                      <a:gd name="connsiteY97" fmla="*/ 335890 h 353834"/>
                      <a:gd name="connsiteX98" fmla="*/ 173658 w 419337"/>
                      <a:gd name="connsiteY98" fmla="*/ 331133 h 353834"/>
                      <a:gd name="connsiteX99" fmla="*/ 186741 w 419337"/>
                      <a:gd name="connsiteY99" fmla="*/ 329943 h 353834"/>
                      <a:gd name="connsiteX100" fmla="*/ 205772 w 419337"/>
                      <a:gd name="connsiteY100" fmla="*/ 335890 h 353834"/>
                      <a:gd name="connsiteX101" fmla="*/ 209341 w 419337"/>
                      <a:gd name="connsiteY101" fmla="*/ 331133 h 353834"/>
                      <a:gd name="connsiteX102" fmla="*/ 215288 w 419337"/>
                      <a:gd name="connsiteY102" fmla="*/ 329943 h 353834"/>
                      <a:gd name="connsiteX103" fmla="*/ 227182 w 419337"/>
                      <a:gd name="connsiteY103" fmla="*/ 333512 h 353834"/>
                      <a:gd name="connsiteX104" fmla="*/ 228371 w 419337"/>
                      <a:gd name="connsiteY104" fmla="*/ 321617 h 353834"/>
                      <a:gd name="connsiteX105" fmla="*/ 245024 w 419337"/>
                      <a:gd name="connsiteY105" fmla="*/ 321617 h 353834"/>
                      <a:gd name="connsiteX106" fmla="*/ 271191 w 419337"/>
                      <a:gd name="connsiteY106" fmla="*/ 313291 h 353834"/>
                      <a:gd name="connsiteX107" fmla="*/ 292601 w 419337"/>
                      <a:gd name="connsiteY107" fmla="*/ 297829 h 353834"/>
                      <a:gd name="connsiteX108" fmla="*/ 314011 w 419337"/>
                      <a:gd name="connsiteY108" fmla="*/ 279987 h 353834"/>
                      <a:gd name="connsiteX109" fmla="*/ 335420 w 419337"/>
                      <a:gd name="connsiteY109" fmla="*/ 259767 h 353834"/>
                      <a:gd name="connsiteX110" fmla="*/ 341368 w 419337"/>
                      <a:gd name="connsiteY110" fmla="*/ 247872 h 353834"/>
                      <a:gd name="connsiteX111" fmla="*/ 350883 w 419337"/>
                      <a:gd name="connsiteY111" fmla="*/ 238357 h 353834"/>
                      <a:gd name="connsiteX112" fmla="*/ 365156 w 419337"/>
                      <a:gd name="connsiteY112" fmla="*/ 211000 h 353834"/>
                      <a:gd name="connsiteX113" fmla="*/ 373483 w 419337"/>
                      <a:gd name="connsiteY113" fmla="*/ 202674 h 353834"/>
                      <a:gd name="connsiteX114" fmla="*/ 382998 w 419337"/>
                      <a:gd name="connsiteY114" fmla="*/ 191969 h 353834"/>
                      <a:gd name="connsiteX115" fmla="*/ 404408 w 419337"/>
                      <a:gd name="connsiteY115" fmla="*/ 176506 h 353834"/>
                      <a:gd name="connsiteX116" fmla="*/ 415113 w 419337"/>
                      <a:gd name="connsiteY116" fmla="*/ 151528 h 353834"/>
                      <a:gd name="connsiteX117" fmla="*/ 418681 w 419337"/>
                      <a:gd name="connsiteY117" fmla="*/ 124171 h 353834"/>
                      <a:gd name="connsiteX118" fmla="*/ 328284 w 419337"/>
                      <a:gd name="connsiteY118" fmla="*/ 199105 h 353834"/>
                      <a:gd name="connsiteX119" fmla="*/ 325905 w 419337"/>
                      <a:gd name="connsiteY119" fmla="*/ 203863 h 353834"/>
                      <a:gd name="connsiteX120" fmla="*/ 321147 w 419337"/>
                      <a:gd name="connsiteY120" fmla="*/ 206242 h 353834"/>
                      <a:gd name="connsiteX121" fmla="*/ 321147 w 419337"/>
                      <a:gd name="connsiteY121" fmla="*/ 215758 h 353834"/>
                      <a:gd name="connsiteX122" fmla="*/ 316390 w 419337"/>
                      <a:gd name="connsiteY122" fmla="*/ 216947 h 353834"/>
                      <a:gd name="connsiteX123" fmla="*/ 310443 w 419337"/>
                      <a:gd name="connsiteY123" fmla="*/ 218136 h 353834"/>
                      <a:gd name="connsiteX124" fmla="*/ 300927 w 419337"/>
                      <a:gd name="connsiteY124" fmla="*/ 221705 h 353834"/>
                      <a:gd name="connsiteX125" fmla="*/ 299737 w 419337"/>
                      <a:gd name="connsiteY125" fmla="*/ 225273 h 353834"/>
                      <a:gd name="connsiteX126" fmla="*/ 298548 w 419337"/>
                      <a:gd name="connsiteY126" fmla="*/ 227652 h 353834"/>
                      <a:gd name="connsiteX127" fmla="*/ 297359 w 419337"/>
                      <a:gd name="connsiteY127" fmla="*/ 231220 h 353834"/>
                      <a:gd name="connsiteX128" fmla="*/ 291412 w 419337"/>
                      <a:gd name="connsiteY128" fmla="*/ 233599 h 353834"/>
                      <a:gd name="connsiteX129" fmla="*/ 284275 w 419337"/>
                      <a:gd name="connsiteY129" fmla="*/ 230031 h 353834"/>
                      <a:gd name="connsiteX130" fmla="*/ 279517 w 419337"/>
                      <a:gd name="connsiteY130" fmla="*/ 225273 h 353834"/>
                      <a:gd name="connsiteX131" fmla="*/ 280707 w 419337"/>
                      <a:gd name="connsiteY131" fmla="*/ 221705 h 353834"/>
                      <a:gd name="connsiteX132" fmla="*/ 279517 w 419337"/>
                      <a:gd name="connsiteY132" fmla="*/ 218136 h 353834"/>
                      <a:gd name="connsiteX133" fmla="*/ 275949 w 419337"/>
                      <a:gd name="connsiteY133" fmla="*/ 214568 h 353834"/>
                      <a:gd name="connsiteX134" fmla="*/ 273570 w 419337"/>
                      <a:gd name="connsiteY134" fmla="*/ 209811 h 353834"/>
                      <a:gd name="connsiteX135" fmla="*/ 270002 w 419337"/>
                      <a:gd name="connsiteY135" fmla="*/ 205053 h 353834"/>
                      <a:gd name="connsiteX136" fmla="*/ 275949 w 419337"/>
                      <a:gd name="connsiteY136" fmla="*/ 199105 h 353834"/>
                      <a:gd name="connsiteX137" fmla="*/ 279517 w 419337"/>
                      <a:gd name="connsiteY137" fmla="*/ 196727 h 353834"/>
                      <a:gd name="connsiteX138" fmla="*/ 280707 w 419337"/>
                      <a:gd name="connsiteY138" fmla="*/ 191969 h 353834"/>
                      <a:gd name="connsiteX139" fmla="*/ 281896 w 419337"/>
                      <a:gd name="connsiteY139" fmla="*/ 190780 h 353834"/>
                      <a:gd name="connsiteX140" fmla="*/ 283085 w 419337"/>
                      <a:gd name="connsiteY140" fmla="*/ 188401 h 353834"/>
                      <a:gd name="connsiteX141" fmla="*/ 286654 w 419337"/>
                      <a:gd name="connsiteY141" fmla="*/ 184832 h 353834"/>
                      <a:gd name="connsiteX142" fmla="*/ 298548 w 419337"/>
                      <a:gd name="connsiteY142" fmla="*/ 181264 h 353834"/>
                      <a:gd name="connsiteX143" fmla="*/ 308064 w 419337"/>
                      <a:gd name="connsiteY143" fmla="*/ 175317 h 353834"/>
                      <a:gd name="connsiteX144" fmla="*/ 312821 w 419337"/>
                      <a:gd name="connsiteY144" fmla="*/ 176506 h 353834"/>
                      <a:gd name="connsiteX145" fmla="*/ 317579 w 419337"/>
                      <a:gd name="connsiteY145" fmla="*/ 177696 h 353834"/>
                      <a:gd name="connsiteX146" fmla="*/ 325905 w 419337"/>
                      <a:gd name="connsiteY146" fmla="*/ 181264 h 353834"/>
                      <a:gd name="connsiteX147" fmla="*/ 329473 w 419337"/>
                      <a:gd name="connsiteY147" fmla="*/ 188401 h 353834"/>
                      <a:gd name="connsiteX148" fmla="*/ 328284 w 419337"/>
                      <a:gd name="connsiteY148" fmla="*/ 199105 h 353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</a:cxnLst>
                    <a:rect l="l" t="t" r="r" b="b"/>
                    <a:pathLst>
                      <a:path w="419337" h="353834">
                        <a:moveTo>
                          <a:pt x="418681" y="124171"/>
                        </a:moveTo>
                        <a:lnTo>
                          <a:pt x="418681" y="124171"/>
                        </a:lnTo>
                        <a:cubicBezTo>
                          <a:pt x="416302" y="121792"/>
                          <a:pt x="413923" y="122982"/>
                          <a:pt x="411545" y="121792"/>
                        </a:cubicBezTo>
                        <a:cubicBezTo>
                          <a:pt x="410355" y="120603"/>
                          <a:pt x="409166" y="120603"/>
                          <a:pt x="407976" y="120603"/>
                        </a:cubicBezTo>
                        <a:cubicBezTo>
                          <a:pt x="407976" y="120603"/>
                          <a:pt x="407976" y="121792"/>
                          <a:pt x="406787" y="121792"/>
                        </a:cubicBezTo>
                        <a:cubicBezTo>
                          <a:pt x="405597" y="122982"/>
                          <a:pt x="403218" y="122982"/>
                          <a:pt x="402029" y="125361"/>
                        </a:cubicBezTo>
                        <a:cubicBezTo>
                          <a:pt x="400839" y="126550"/>
                          <a:pt x="399650" y="128929"/>
                          <a:pt x="399650" y="130118"/>
                        </a:cubicBezTo>
                        <a:cubicBezTo>
                          <a:pt x="398461" y="132497"/>
                          <a:pt x="399650" y="134876"/>
                          <a:pt x="398461" y="136065"/>
                        </a:cubicBezTo>
                        <a:cubicBezTo>
                          <a:pt x="396082" y="137255"/>
                          <a:pt x="392514" y="136065"/>
                          <a:pt x="390135" y="136065"/>
                        </a:cubicBezTo>
                        <a:cubicBezTo>
                          <a:pt x="388945" y="136065"/>
                          <a:pt x="387756" y="136065"/>
                          <a:pt x="386566" y="136065"/>
                        </a:cubicBezTo>
                        <a:cubicBezTo>
                          <a:pt x="385377" y="136065"/>
                          <a:pt x="384187" y="134876"/>
                          <a:pt x="382998" y="134876"/>
                        </a:cubicBezTo>
                        <a:cubicBezTo>
                          <a:pt x="381809" y="133686"/>
                          <a:pt x="380619" y="133686"/>
                          <a:pt x="378240" y="133686"/>
                        </a:cubicBezTo>
                        <a:cubicBezTo>
                          <a:pt x="377051" y="132497"/>
                          <a:pt x="377051" y="131308"/>
                          <a:pt x="375862" y="131308"/>
                        </a:cubicBezTo>
                        <a:cubicBezTo>
                          <a:pt x="373483" y="128929"/>
                          <a:pt x="373483" y="126550"/>
                          <a:pt x="371104" y="125361"/>
                        </a:cubicBezTo>
                        <a:cubicBezTo>
                          <a:pt x="368725" y="124171"/>
                          <a:pt x="368725" y="121792"/>
                          <a:pt x="369914" y="119413"/>
                        </a:cubicBezTo>
                        <a:cubicBezTo>
                          <a:pt x="371104" y="117034"/>
                          <a:pt x="372293" y="115845"/>
                          <a:pt x="372293" y="113466"/>
                        </a:cubicBezTo>
                        <a:cubicBezTo>
                          <a:pt x="373483" y="111087"/>
                          <a:pt x="374672" y="109898"/>
                          <a:pt x="374672" y="107519"/>
                        </a:cubicBezTo>
                        <a:cubicBezTo>
                          <a:pt x="374672" y="106330"/>
                          <a:pt x="375862" y="105140"/>
                          <a:pt x="375862" y="103951"/>
                        </a:cubicBezTo>
                        <a:cubicBezTo>
                          <a:pt x="375862" y="102761"/>
                          <a:pt x="374672" y="101572"/>
                          <a:pt x="375862" y="100382"/>
                        </a:cubicBezTo>
                        <a:cubicBezTo>
                          <a:pt x="375862" y="100382"/>
                          <a:pt x="377051" y="100382"/>
                          <a:pt x="377051" y="99193"/>
                        </a:cubicBezTo>
                        <a:cubicBezTo>
                          <a:pt x="378240" y="98003"/>
                          <a:pt x="379430" y="95625"/>
                          <a:pt x="381809" y="94435"/>
                        </a:cubicBezTo>
                        <a:cubicBezTo>
                          <a:pt x="382998" y="94435"/>
                          <a:pt x="384187" y="95625"/>
                          <a:pt x="385377" y="95625"/>
                        </a:cubicBezTo>
                        <a:cubicBezTo>
                          <a:pt x="385377" y="96814"/>
                          <a:pt x="385377" y="96814"/>
                          <a:pt x="386566" y="96814"/>
                        </a:cubicBezTo>
                        <a:cubicBezTo>
                          <a:pt x="386566" y="96814"/>
                          <a:pt x="387756" y="96814"/>
                          <a:pt x="387756" y="98003"/>
                        </a:cubicBezTo>
                        <a:cubicBezTo>
                          <a:pt x="388945" y="99193"/>
                          <a:pt x="390135" y="99193"/>
                          <a:pt x="391324" y="100382"/>
                        </a:cubicBezTo>
                        <a:cubicBezTo>
                          <a:pt x="391324" y="100382"/>
                          <a:pt x="392514" y="100382"/>
                          <a:pt x="392514" y="101572"/>
                        </a:cubicBezTo>
                        <a:cubicBezTo>
                          <a:pt x="392514" y="101572"/>
                          <a:pt x="392514" y="102761"/>
                          <a:pt x="393703" y="102761"/>
                        </a:cubicBezTo>
                        <a:cubicBezTo>
                          <a:pt x="394892" y="103951"/>
                          <a:pt x="397271" y="102761"/>
                          <a:pt x="398461" y="102761"/>
                        </a:cubicBezTo>
                        <a:cubicBezTo>
                          <a:pt x="397271" y="83730"/>
                          <a:pt x="405597" y="69457"/>
                          <a:pt x="399650" y="51616"/>
                        </a:cubicBezTo>
                        <a:cubicBezTo>
                          <a:pt x="396082" y="40911"/>
                          <a:pt x="397271" y="19501"/>
                          <a:pt x="391324" y="7607"/>
                        </a:cubicBezTo>
                        <a:cubicBezTo>
                          <a:pt x="387756" y="9985"/>
                          <a:pt x="387756" y="8796"/>
                          <a:pt x="384187" y="6417"/>
                        </a:cubicBezTo>
                        <a:cubicBezTo>
                          <a:pt x="380619" y="5228"/>
                          <a:pt x="377051" y="5228"/>
                          <a:pt x="373483" y="5228"/>
                        </a:cubicBezTo>
                        <a:cubicBezTo>
                          <a:pt x="371104" y="5228"/>
                          <a:pt x="365156" y="6417"/>
                          <a:pt x="362778" y="6417"/>
                        </a:cubicBezTo>
                        <a:cubicBezTo>
                          <a:pt x="361588" y="6417"/>
                          <a:pt x="360399" y="4038"/>
                          <a:pt x="359209" y="4038"/>
                        </a:cubicBezTo>
                        <a:cubicBezTo>
                          <a:pt x="358020" y="4038"/>
                          <a:pt x="355641" y="4038"/>
                          <a:pt x="354452" y="4038"/>
                        </a:cubicBezTo>
                        <a:cubicBezTo>
                          <a:pt x="354452" y="4038"/>
                          <a:pt x="353262" y="4038"/>
                          <a:pt x="353262" y="4038"/>
                        </a:cubicBezTo>
                        <a:cubicBezTo>
                          <a:pt x="354452" y="-1909"/>
                          <a:pt x="344936" y="470"/>
                          <a:pt x="341368" y="470"/>
                        </a:cubicBezTo>
                        <a:cubicBezTo>
                          <a:pt x="338989" y="470"/>
                          <a:pt x="337799" y="470"/>
                          <a:pt x="336610" y="470"/>
                        </a:cubicBezTo>
                        <a:cubicBezTo>
                          <a:pt x="334231" y="2849"/>
                          <a:pt x="331852" y="4038"/>
                          <a:pt x="327095" y="4038"/>
                        </a:cubicBezTo>
                        <a:cubicBezTo>
                          <a:pt x="325905" y="7607"/>
                          <a:pt x="327095" y="13554"/>
                          <a:pt x="322337" y="13554"/>
                        </a:cubicBezTo>
                        <a:cubicBezTo>
                          <a:pt x="321147" y="19501"/>
                          <a:pt x="314011" y="15932"/>
                          <a:pt x="309253" y="17122"/>
                        </a:cubicBezTo>
                        <a:cubicBezTo>
                          <a:pt x="305685" y="18311"/>
                          <a:pt x="300927" y="21880"/>
                          <a:pt x="297359" y="24259"/>
                        </a:cubicBezTo>
                        <a:cubicBezTo>
                          <a:pt x="290222" y="29016"/>
                          <a:pt x="281896" y="33774"/>
                          <a:pt x="277138" y="40911"/>
                        </a:cubicBezTo>
                        <a:cubicBezTo>
                          <a:pt x="274760" y="44479"/>
                          <a:pt x="274760" y="49237"/>
                          <a:pt x="272381" y="53995"/>
                        </a:cubicBezTo>
                        <a:cubicBezTo>
                          <a:pt x="270002" y="58752"/>
                          <a:pt x="266433" y="58752"/>
                          <a:pt x="261676" y="62320"/>
                        </a:cubicBezTo>
                        <a:cubicBezTo>
                          <a:pt x="258107" y="65889"/>
                          <a:pt x="254539" y="68268"/>
                          <a:pt x="250971" y="71836"/>
                        </a:cubicBezTo>
                        <a:cubicBezTo>
                          <a:pt x="245024" y="75404"/>
                          <a:pt x="245024" y="75404"/>
                          <a:pt x="242645" y="82541"/>
                        </a:cubicBezTo>
                        <a:cubicBezTo>
                          <a:pt x="241455" y="84920"/>
                          <a:pt x="242645" y="84920"/>
                          <a:pt x="240266" y="86109"/>
                        </a:cubicBezTo>
                        <a:cubicBezTo>
                          <a:pt x="241455" y="93246"/>
                          <a:pt x="240266" y="101572"/>
                          <a:pt x="231940" y="101572"/>
                        </a:cubicBezTo>
                        <a:cubicBezTo>
                          <a:pt x="229561" y="98003"/>
                          <a:pt x="225993" y="100382"/>
                          <a:pt x="222424" y="100382"/>
                        </a:cubicBezTo>
                        <a:cubicBezTo>
                          <a:pt x="220045" y="92056"/>
                          <a:pt x="198635" y="106330"/>
                          <a:pt x="199825" y="94435"/>
                        </a:cubicBezTo>
                        <a:cubicBezTo>
                          <a:pt x="198635" y="93246"/>
                          <a:pt x="198635" y="94435"/>
                          <a:pt x="198635" y="93246"/>
                        </a:cubicBezTo>
                        <a:cubicBezTo>
                          <a:pt x="196257" y="93246"/>
                          <a:pt x="193878" y="93246"/>
                          <a:pt x="191499" y="93246"/>
                        </a:cubicBezTo>
                        <a:cubicBezTo>
                          <a:pt x="189120" y="92056"/>
                          <a:pt x="189120" y="90867"/>
                          <a:pt x="186741" y="89678"/>
                        </a:cubicBezTo>
                        <a:cubicBezTo>
                          <a:pt x="181983" y="88488"/>
                          <a:pt x="176036" y="89678"/>
                          <a:pt x="173658" y="92056"/>
                        </a:cubicBezTo>
                        <a:cubicBezTo>
                          <a:pt x="167710" y="96814"/>
                          <a:pt x="162952" y="103951"/>
                          <a:pt x="157005" y="108709"/>
                        </a:cubicBezTo>
                        <a:cubicBezTo>
                          <a:pt x="151058" y="113466"/>
                          <a:pt x="146300" y="118224"/>
                          <a:pt x="137975" y="121792"/>
                        </a:cubicBezTo>
                        <a:cubicBezTo>
                          <a:pt x="130838" y="124171"/>
                          <a:pt x="118944" y="126550"/>
                          <a:pt x="111807" y="125361"/>
                        </a:cubicBezTo>
                        <a:cubicBezTo>
                          <a:pt x="111807" y="122982"/>
                          <a:pt x="110617" y="119413"/>
                          <a:pt x="110617" y="117034"/>
                        </a:cubicBezTo>
                        <a:cubicBezTo>
                          <a:pt x="110617" y="114656"/>
                          <a:pt x="112996" y="113466"/>
                          <a:pt x="112996" y="109898"/>
                        </a:cubicBezTo>
                        <a:cubicBezTo>
                          <a:pt x="112996" y="105140"/>
                          <a:pt x="109428" y="96814"/>
                          <a:pt x="108239" y="93246"/>
                        </a:cubicBezTo>
                        <a:cubicBezTo>
                          <a:pt x="105860" y="87299"/>
                          <a:pt x="101102" y="78973"/>
                          <a:pt x="95155" y="75404"/>
                        </a:cubicBezTo>
                        <a:cubicBezTo>
                          <a:pt x="93965" y="93246"/>
                          <a:pt x="93965" y="112277"/>
                          <a:pt x="93965" y="131308"/>
                        </a:cubicBezTo>
                        <a:cubicBezTo>
                          <a:pt x="93965" y="142013"/>
                          <a:pt x="93965" y="153907"/>
                          <a:pt x="92776" y="164612"/>
                        </a:cubicBezTo>
                        <a:cubicBezTo>
                          <a:pt x="91586" y="171749"/>
                          <a:pt x="90397" y="172938"/>
                          <a:pt x="83260" y="172938"/>
                        </a:cubicBezTo>
                        <a:cubicBezTo>
                          <a:pt x="80881" y="172938"/>
                          <a:pt x="78503" y="170559"/>
                          <a:pt x="76124" y="171749"/>
                        </a:cubicBezTo>
                        <a:cubicBezTo>
                          <a:pt x="73745" y="171749"/>
                          <a:pt x="72556" y="175317"/>
                          <a:pt x="70177" y="175317"/>
                        </a:cubicBezTo>
                        <a:cubicBezTo>
                          <a:pt x="70177" y="176506"/>
                          <a:pt x="70177" y="176506"/>
                          <a:pt x="70177" y="176506"/>
                        </a:cubicBezTo>
                        <a:cubicBezTo>
                          <a:pt x="68987" y="176506"/>
                          <a:pt x="67798" y="177696"/>
                          <a:pt x="65419" y="177696"/>
                        </a:cubicBezTo>
                        <a:cubicBezTo>
                          <a:pt x="65419" y="181264"/>
                          <a:pt x="65419" y="186022"/>
                          <a:pt x="60661" y="186022"/>
                        </a:cubicBezTo>
                        <a:cubicBezTo>
                          <a:pt x="59472" y="180075"/>
                          <a:pt x="57093" y="182453"/>
                          <a:pt x="53525" y="182453"/>
                        </a:cubicBezTo>
                        <a:cubicBezTo>
                          <a:pt x="51146" y="182453"/>
                          <a:pt x="45198" y="182453"/>
                          <a:pt x="42820" y="183643"/>
                        </a:cubicBezTo>
                        <a:cubicBezTo>
                          <a:pt x="42820" y="183643"/>
                          <a:pt x="41630" y="182453"/>
                          <a:pt x="41630" y="182453"/>
                        </a:cubicBezTo>
                        <a:cubicBezTo>
                          <a:pt x="36873" y="187211"/>
                          <a:pt x="36873" y="180075"/>
                          <a:pt x="34494" y="178885"/>
                        </a:cubicBezTo>
                        <a:cubicBezTo>
                          <a:pt x="29736" y="176506"/>
                          <a:pt x="28546" y="180075"/>
                          <a:pt x="26167" y="172938"/>
                        </a:cubicBezTo>
                        <a:cubicBezTo>
                          <a:pt x="23789" y="166991"/>
                          <a:pt x="23789" y="157475"/>
                          <a:pt x="14273" y="158665"/>
                        </a:cubicBezTo>
                        <a:cubicBezTo>
                          <a:pt x="14273" y="161044"/>
                          <a:pt x="7137" y="170559"/>
                          <a:pt x="4758" y="171749"/>
                        </a:cubicBezTo>
                        <a:cubicBezTo>
                          <a:pt x="3568" y="172938"/>
                          <a:pt x="1190" y="172938"/>
                          <a:pt x="0" y="172938"/>
                        </a:cubicBezTo>
                        <a:cubicBezTo>
                          <a:pt x="0" y="181264"/>
                          <a:pt x="7137" y="186022"/>
                          <a:pt x="10705" y="193158"/>
                        </a:cubicBezTo>
                        <a:cubicBezTo>
                          <a:pt x="11894" y="197916"/>
                          <a:pt x="15463" y="201484"/>
                          <a:pt x="16652" y="206242"/>
                        </a:cubicBezTo>
                        <a:cubicBezTo>
                          <a:pt x="17842" y="211000"/>
                          <a:pt x="17842" y="215758"/>
                          <a:pt x="20220" y="220515"/>
                        </a:cubicBezTo>
                        <a:cubicBezTo>
                          <a:pt x="23789" y="228841"/>
                          <a:pt x="23789" y="239546"/>
                          <a:pt x="29736" y="246683"/>
                        </a:cubicBezTo>
                        <a:cubicBezTo>
                          <a:pt x="34494" y="253819"/>
                          <a:pt x="36873" y="262146"/>
                          <a:pt x="40441" y="270472"/>
                        </a:cubicBezTo>
                        <a:cubicBezTo>
                          <a:pt x="42820" y="275230"/>
                          <a:pt x="45198" y="282366"/>
                          <a:pt x="41630" y="287124"/>
                        </a:cubicBezTo>
                        <a:cubicBezTo>
                          <a:pt x="38062" y="293071"/>
                          <a:pt x="30925" y="285934"/>
                          <a:pt x="30925" y="296639"/>
                        </a:cubicBezTo>
                        <a:cubicBezTo>
                          <a:pt x="30925" y="307344"/>
                          <a:pt x="52335" y="314481"/>
                          <a:pt x="40441" y="326375"/>
                        </a:cubicBezTo>
                        <a:cubicBezTo>
                          <a:pt x="44009" y="329943"/>
                          <a:pt x="39251" y="329943"/>
                          <a:pt x="40441" y="333512"/>
                        </a:cubicBezTo>
                        <a:cubicBezTo>
                          <a:pt x="40441" y="337080"/>
                          <a:pt x="41630" y="339459"/>
                          <a:pt x="42820" y="341838"/>
                        </a:cubicBezTo>
                        <a:cubicBezTo>
                          <a:pt x="46388" y="337080"/>
                          <a:pt x="46388" y="333512"/>
                          <a:pt x="53525" y="333512"/>
                        </a:cubicBezTo>
                        <a:cubicBezTo>
                          <a:pt x="53525" y="335890"/>
                          <a:pt x="53525" y="338269"/>
                          <a:pt x="53525" y="340648"/>
                        </a:cubicBezTo>
                        <a:cubicBezTo>
                          <a:pt x="58282" y="339459"/>
                          <a:pt x="60661" y="341838"/>
                          <a:pt x="64229" y="343027"/>
                        </a:cubicBezTo>
                        <a:cubicBezTo>
                          <a:pt x="63040" y="350164"/>
                          <a:pt x="65419" y="347785"/>
                          <a:pt x="70177" y="348974"/>
                        </a:cubicBezTo>
                        <a:cubicBezTo>
                          <a:pt x="72556" y="350164"/>
                          <a:pt x="77313" y="353732"/>
                          <a:pt x="79692" y="353732"/>
                        </a:cubicBezTo>
                        <a:cubicBezTo>
                          <a:pt x="86829" y="354921"/>
                          <a:pt x="91586" y="345406"/>
                          <a:pt x="97533" y="343027"/>
                        </a:cubicBezTo>
                        <a:cubicBezTo>
                          <a:pt x="105860" y="339459"/>
                          <a:pt x="112996" y="343027"/>
                          <a:pt x="121322" y="341838"/>
                        </a:cubicBezTo>
                        <a:cubicBezTo>
                          <a:pt x="127269" y="341838"/>
                          <a:pt x="137975" y="339459"/>
                          <a:pt x="140353" y="332322"/>
                        </a:cubicBezTo>
                        <a:cubicBezTo>
                          <a:pt x="143922" y="331133"/>
                          <a:pt x="148679" y="329943"/>
                          <a:pt x="153437" y="331133"/>
                        </a:cubicBezTo>
                        <a:cubicBezTo>
                          <a:pt x="159384" y="332322"/>
                          <a:pt x="158195" y="335890"/>
                          <a:pt x="162952" y="335890"/>
                        </a:cubicBezTo>
                        <a:cubicBezTo>
                          <a:pt x="165331" y="335890"/>
                          <a:pt x="170089" y="332322"/>
                          <a:pt x="173658" y="331133"/>
                        </a:cubicBezTo>
                        <a:cubicBezTo>
                          <a:pt x="177226" y="329943"/>
                          <a:pt x="181983" y="329943"/>
                          <a:pt x="186741" y="329943"/>
                        </a:cubicBezTo>
                        <a:cubicBezTo>
                          <a:pt x="195067" y="331133"/>
                          <a:pt x="201014" y="339459"/>
                          <a:pt x="205772" y="335890"/>
                        </a:cubicBezTo>
                        <a:cubicBezTo>
                          <a:pt x="206962" y="334701"/>
                          <a:pt x="206962" y="332322"/>
                          <a:pt x="209341" y="331133"/>
                        </a:cubicBezTo>
                        <a:cubicBezTo>
                          <a:pt x="211719" y="329943"/>
                          <a:pt x="212909" y="329943"/>
                          <a:pt x="215288" y="329943"/>
                        </a:cubicBezTo>
                        <a:cubicBezTo>
                          <a:pt x="220045" y="329943"/>
                          <a:pt x="222424" y="333512"/>
                          <a:pt x="227182" y="333512"/>
                        </a:cubicBezTo>
                        <a:cubicBezTo>
                          <a:pt x="227182" y="328754"/>
                          <a:pt x="222424" y="323996"/>
                          <a:pt x="228371" y="321617"/>
                        </a:cubicBezTo>
                        <a:cubicBezTo>
                          <a:pt x="231940" y="319238"/>
                          <a:pt x="241455" y="321617"/>
                          <a:pt x="245024" y="321617"/>
                        </a:cubicBezTo>
                        <a:cubicBezTo>
                          <a:pt x="253350" y="321617"/>
                          <a:pt x="264054" y="316860"/>
                          <a:pt x="271191" y="313291"/>
                        </a:cubicBezTo>
                        <a:cubicBezTo>
                          <a:pt x="278328" y="308534"/>
                          <a:pt x="285464" y="302586"/>
                          <a:pt x="292601" y="297829"/>
                        </a:cubicBezTo>
                        <a:cubicBezTo>
                          <a:pt x="299737" y="291882"/>
                          <a:pt x="308064" y="287124"/>
                          <a:pt x="314011" y="279987"/>
                        </a:cubicBezTo>
                        <a:cubicBezTo>
                          <a:pt x="321147" y="272851"/>
                          <a:pt x="328284" y="266903"/>
                          <a:pt x="335420" y="259767"/>
                        </a:cubicBezTo>
                        <a:cubicBezTo>
                          <a:pt x="341368" y="255009"/>
                          <a:pt x="338989" y="255009"/>
                          <a:pt x="341368" y="247872"/>
                        </a:cubicBezTo>
                        <a:cubicBezTo>
                          <a:pt x="342557" y="244304"/>
                          <a:pt x="348504" y="240736"/>
                          <a:pt x="350883" y="238357"/>
                        </a:cubicBezTo>
                        <a:cubicBezTo>
                          <a:pt x="354452" y="228841"/>
                          <a:pt x="361588" y="220515"/>
                          <a:pt x="365156" y="211000"/>
                        </a:cubicBezTo>
                        <a:cubicBezTo>
                          <a:pt x="374672" y="212189"/>
                          <a:pt x="369914" y="207432"/>
                          <a:pt x="373483" y="202674"/>
                        </a:cubicBezTo>
                        <a:cubicBezTo>
                          <a:pt x="374672" y="199105"/>
                          <a:pt x="380619" y="194348"/>
                          <a:pt x="382998" y="191969"/>
                        </a:cubicBezTo>
                        <a:cubicBezTo>
                          <a:pt x="390135" y="186022"/>
                          <a:pt x="400839" y="186022"/>
                          <a:pt x="404408" y="176506"/>
                        </a:cubicBezTo>
                        <a:cubicBezTo>
                          <a:pt x="407976" y="168180"/>
                          <a:pt x="411545" y="159854"/>
                          <a:pt x="415113" y="151528"/>
                        </a:cubicBezTo>
                        <a:cubicBezTo>
                          <a:pt x="416302" y="144392"/>
                          <a:pt x="421060" y="132497"/>
                          <a:pt x="418681" y="124171"/>
                        </a:cubicBezTo>
                        <a:close/>
                        <a:moveTo>
                          <a:pt x="328284" y="199105"/>
                        </a:moveTo>
                        <a:cubicBezTo>
                          <a:pt x="327095" y="200295"/>
                          <a:pt x="327095" y="202674"/>
                          <a:pt x="325905" y="203863"/>
                        </a:cubicBezTo>
                        <a:cubicBezTo>
                          <a:pt x="324716" y="205053"/>
                          <a:pt x="322337" y="205053"/>
                          <a:pt x="321147" y="206242"/>
                        </a:cubicBezTo>
                        <a:cubicBezTo>
                          <a:pt x="317579" y="209811"/>
                          <a:pt x="323526" y="212189"/>
                          <a:pt x="321147" y="215758"/>
                        </a:cubicBezTo>
                        <a:cubicBezTo>
                          <a:pt x="319958" y="216947"/>
                          <a:pt x="317579" y="216947"/>
                          <a:pt x="316390" y="216947"/>
                        </a:cubicBezTo>
                        <a:cubicBezTo>
                          <a:pt x="314011" y="216947"/>
                          <a:pt x="311632" y="216947"/>
                          <a:pt x="310443" y="218136"/>
                        </a:cubicBezTo>
                        <a:cubicBezTo>
                          <a:pt x="308064" y="218136"/>
                          <a:pt x="303306" y="219326"/>
                          <a:pt x="300927" y="221705"/>
                        </a:cubicBezTo>
                        <a:cubicBezTo>
                          <a:pt x="300927" y="221705"/>
                          <a:pt x="298548" y="221705"/>
                          <a:pt x="299737" y="225273"/>
                        </a:cubicBezTo>
                        <a:cubicBezTo>
                          <a:pt x="299737" y="227652"/>
                          <a:pt x="298548" y="226463"/>
                          <a:pt x="298548" y="227652"/>
                        </a:cubicBezTo>
                        <a:cubicBezTo>
                          <a:pt x="297359" y="228841"/>
                          <a:pt x="297359" y="230031"/>
                          <a:pt x="297359" y="231220"/>
                        </a:cubicBezTo>
                        <a:cubicBezTo>
                          <a:pt x="296169" y="233599"/>
                          <a:pt x="293790" y="234788"/>
                          <a:pt x="291412" y="233599"/>
                        </a:cubicBezTo>
                        <a:cubicBezTo>
                          <a:pt x="289033" y="232410"/>
                          <a:pt x="286654" y="231220"/>
                          <a:pt x="284275" y="230031"/>
                        </a:cubicBezTo>
                        <a:cubicBezTo>
                          <a:pt x="283085" y="228841"/>
                          <a:pt x="281896" y="226463"/>
                          <a:pt x="279517" y="225273"/>
                        </a:cubicBezTo>
                        <a:cubicBezTo>
                          <a:pt x="279517" y="224084"/>
                          <a:pt x="280707" y="222894"/>
                          <a:pt x="280707" y="221705"/>
                        </a:cubicBezTo>
                        <a:cubicBezTo>
                          <a:pt x="280707" y="220515"/>
                          <a:pt x="279517" y="219326"/>
                          <a:pt x="279517" y="218136"/>
                        </a:cubicBezTo>
                        <a:cubicBezTo>
                          <a:pt x="278328" y="216947"/>
                          <a:pt x="277138" y="215758"/>
                          <a:pt x="275949" y="214568"/>
                        </a:cubicBezTo>
                        <a:cubicBezTo>
                          <a:pt x="274760" y="213379"/>
                          <a:pt x="274760" y="211000"/>
                          <a:pt x="273570" y="209811"/>
                        </a:cubicBezTo>
                        <a:cubicBezTo>
                          <a:pt x="272381" y="208621"/>
                          <a:pt x="271191" y="207432"/>
                          <a:pt x="270002" y="205053"/>
                        </a:cubicBezTo>
                        <a:cubicBezTo>
                          <a:pt x="268812" y="202674"/>
                          <a:pt x="273570" y="200295"/>
                          <a:pt x="275949" y="199105"/>
                        </a:cubicBezTo>
                        <a:cubicBezTo>
                          <a:pt x="277138" y="197916"/>
                          <a:pt x="278328" y="197916"/>
                          <a:pt x="279517" y="196727"/>
                        </a:cubicBezTo>
                        <a:cubicBezTo>
                          <a:pt x="280707" y="195537"/>
                          <a:pt x="280707" y="193158"/>
                          <a:pt x="280707" y="191969"/>
                        </a:cubicBezTo>
                        <a:cubicBezTo>
                          <a:pt x="280707" y="191969"/>
                          <a:pt x="281896" y="190780"/>
                          <a:pt x="281896" y="190780"/>
                        </a:cubicBezTo>
                        <a:cubicBezTo>
                          <a:pt x="281896" y="189590"/>
                          <a:pt x="281896" y="189590"/>
                          <a:pt x="283085" y="188401"/>
                        </a:cubicBezTo>
                        <a:cubicBezTo>
                          <a:pt x="284275" y="187211"/>
                          <a:pt x="285464" y="186022"/>
                          <a:pt x="286654" y="184832"/>
                        </a:cubicBezTo>
                        <a:cubicBezTo>
                          <a:pt x="290222" y="183643"/>
                          <a:pt x="294980" y="183643"/>
                          <a:pt x="298548" y="181264"/>
                        </a:cubicBezTo>
                        <a:cubicBezTo>
                          <a:pt x="302116" y="180075"/>
                          <a:pt x="303306" y="175317"/>
                          <a:pt x="308064" y="175317"/>
                        </a:cubicBezTo>
                        <a:cubicBezTo>
                          <a:pt x="309253" y="176506"/>
                          <a:pt x="311632" y="176506"/>
                          <a:pt x="312821" y="176506"/>
                        </a:cubicBezTo>
                        <a:cubicBezTo>
                          <a:pt x="314011" y="177696"/>
                          <a:pt x="315200" y="177696"/>
                          <a:pt x="317579" y="177696"/>
                        </a:cubicBezTo>
                        <a:cubicBezTo>
                          <a:pt x="321147" y="177696"/>
                          <a:pt x="323526" y="177696"/>
                          <a:pt x="325905" y="181264"/>
                        </a:cubicBezTo>
                        <a:cubicBezTo>
                          <a:pt x="327095" y="183643"/>
                          <a:pt x="329473" y="186022"/>
                          <a:pt x="329473" y="188401"/>
                        </a:cubicBezTo>
                        <a:cubicBezTo>
                          <a:pt x="328284" y="191969"/>
                          <a:pt x="329473" y="195537"/>
                          <a:pt x="328284" y="199105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5" name="Freeform 724">
                    <a:extLst>
                      <a:ext uri="{FF2B5EF4-FFF2-40B4-BE49-F238E27FC236}">
                        <a16:creationId xmlns:a16="http://schemas.microsoft.com/office/drawing/2014/main" id="{40E4D461-26B1-7000-8912-BAB626358B56}"/>
                      </a:ext>
                    </a:extLst>
                  </p:cNvPr>
                  <p:cNvSpPr/>
                  <p:nvPr/>
                </p:nvSpPr>
                <p:spPr>
                  <a:xfrm>
                    <a:off x="6462467" y="5095617"/>
                    <a:ext cx="38843" cy="42158"/>
                  </a:xfrm>
                  <a:custGeom>
                    <a:avLst/>
                    <a:gdLst>
                      <a:gd name="connsiteX0" fmla="*/ 38843 w 38843"/>
                      <a:gd name="connsiteY0" fmla="*/ 27357 h 42158"/>
                      <a:gd name="connsiteX1" fmla="*/ 38843 w 38843"/>
                      <a:gd name="connsiteY1" fmla="*/ 27357 h 42158"/>
                      <a:gd name="connsiteX2" fmla="*/ 32896 w 38843"/>
                      <a:gd name="connsiteY2" fmla="*/ 30925 h 42158"/>
                      <a:gd name="connsiteX3" fmla="*/ 30517 w 38843"/>
                      <a:gd name="connsiteY3" fmla="*/ 35683 h 42158"/>
                      <a:gd name="connsiteX4" fmla="*/ 29328 w 38843"/>
                      <a:gd name="connsiteY4" fmla="*/ 41630 h 42158"/>
                      <a:gd name="connsiteX5" fmla="*/ 21002 w 38843"/>
                      <a:gd name="connsiteY5" fmla="*/ 41630 h 42158"/>
                      <a:gd name="connsiteX6" fmla="*/ 17433 w 38843"/>
                      <a:gd name="connsiteY6" fmla="*/ 41630 h 42158"/>
                      <a:gd name="connsiteX7" fmla="*/ 13865 w 38843"/>
                      <a:gd name="connsiteY7" fmla="*/ 40441 h 42158"/>
                      <a:gd name="connsiteX8" fmla="*/ 9107 w 38843"/>
                      <a:gd name="connsiteY8" fmla="*/ 39252 h 42158"/>
                      <a:gd name="connsiteX9" fmla="*/ 6728 w 38843"/>
                      <a:gd name="connsiteY9" fmla="*/ 36873 h 42158"/>
                      <a:gd name="connsiteX10" fmla="*/ 1971 w 38843"/>
                      <a:gd name="connsiteY10" fmla="*/ 30925 h 42158"/>
                      <a:gd name="connsiteX11" fmla="*/ 781 w 38843"/>
                      <a:gd name="connsiteY11" fmla="*/ 24978 h 42158"/>
                      <a:gd name="connsiteX12" fmla="*/ 3160 w 38843"/>
                      <a:gd name="connsiteY12" fmla="*/ 19031 h 42158"/>
                      <a:gd name="connsiteX13" fmla="*/ 5539 w 38843"/>
                      <a:gd name="connsiteY13" fmla="*/ 13084 h 42158"/>
                      <a:gd name="connsiteX14" fmla="*/ 6728 w 38843"/>
                      <a:gd name="connsiteY14" fmla="*/ 9516 h 42158"/>
                      <a:gd name="connsiteX15" fmla="*/ 6728 w 38843"/>
                      <a:gd name="connsiteY15" fmla="*/ 5947 h 42158"/>
                      <a:gd name="connsiteX16" fmla="*/ 7918 w 38843"/>
                      <a:gd name="connsiteY16" fmla="*/ 4758 h 42158"/>
                      <a:gd name="connsiteX17" fmla="*/ 12675 w 38843"/>
                      <a:gd name="connsiteY17" fmla="*/ 0 h 42158"/>
                      <a:gd name="connsiteX18" fmla="*/ 16244 w 38843"/>
                      <a:gd name="connsiteY18" fmla="*/ 1190 h 42158"/>
                      <a:gd name="connsiteX19" fmla="*/ 17433 w 38843"/>
                      <a:gd name="connsiteY19" fmla="*/ 2379 h 42158"/>
                      <a:gd name="connsiteX20" fmla="*/ 18623 w 38843"/>
                      <a:gd name="connsiteY20" fmla="*/ 3569 h 42158"/>
                      <a:gd name="connsiteX21" fmla="*/ 22191 w 38843"/>
                      <a:gd name="connsiteY21" fmla="*/ 5947 h 42158"/>
                      <a:gd name="connsiteX22" fmla="*/ 23381 w 38843"/>
                      <a:gd name="connsiteY22" fmla="*/ 7137 h 42158"/>
                      <a:gd name="connsiteX23" fmla="*/ 24570 w 38843"/>
                      <a:gd name="connsiteY23" fmla="*/ 8326 h 42158"/>
                      <a:gd name="connsiteX24" fmla="*/ 29328 w 38843"/>
                      <a:gd name="connsiteY24" fmla="*/ 8326 h 42158"/>
                      <a:gd name="connsiteX25" fmla="*/ 29328 w 38843"/>
                      <a:gd name="connsiteY25" fmla="*/ 9516 h 42158"/>
                      <a:gd name="connsiteX26" fmla="*/ 35275 w 38843"/>
                      <a:gd name="connsiteY26" fmla="*/ 15463 h 42158"/>
                      <a:gd name="connsiteX27" fmla="*/ 36464 w 38843"/>
                      <a:gd name="connsiteY27" fmla="*/ 22600 h 42158"/>
                      <a:gd name="connsiteX28" fmla="*/ 38843 w 38843"/>
                      <a:gd name="connsiteY28" fmla="*/ 27357 h 421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8843" h="42158">
                        <a:moveTo>
                          <a:pt x="38843" y="27357"/>
                        </a:moveTo>
                        <a:cubicBezTo>
                          <a:pt x="38843" y="27357"/>
                          <a:pt x="37654" y="28547"/>
                          <a:pt x="38843" y="27357"/>
                        </a:cubicBezTo>
                        <a:cubicBezTo>
                          <a:pt x="36464" y="29736"/>
                          <a:pt x="34085" y="29736"/>
                          <a:pt x="32896" y="30925"/>
                        </a:cubicBezTo>
                        <a:cubicBezTo>
                          <a:pt x="31706" y="32115"/>
                          <a:pt x="30517" y="34494"/>
                          <a:pt x="30517" y="35683"/>
                        </a:cubicBezTo>
                        <a:cubicBezTo>
                          <a:pt x="29328" y="38062"/>
                          <a:pt x="30517" y="40441"/>
                          <a:pt x="29328" y="41630"/>
                        </a:cubicBezTo>
                        <a:cubicBezTo>
                          <a:pt x="26949" y="42820"/>
                          <a:pt x="23381" y="41630"/>
                          <a:pt x="21002" y="41630"/>
                        </a:cubicBezTo>
                        <a:cubicBezTo>
                          <a:pt x="19812" y="41630"/>
                          <a:pt x="18623" y="41630"/>
                          <a:pt x="17433" y="41630"/>
                        </a:cubicBezTo>
                        <a:cubicBezTo>
                          <a:pt x="16244" y="41630"/>
                          <a:pt x="15054" y="40441"/>
                          <a:pt x="13865" y="40441"/>
                        </a:cubicBezTo>
                        <a:cubicBezTo>
                          <a:pt x="12675" y="39252"/>
                          <a:pt x="11486" y="39252"/>
                          <a:pt x="9107" y="39252"/>
                        </a:cubicBezTo>
                        <a:cubicBezTo>
                          <a:pt x="7918" y="38062"/>
                          <a:pt x="7918" y="36873"/>
                          <a:pt x="6728" y="36873"/>
                        </a:cubicBezTo>
                        <a:cubicBezTo>
                          <a:pt x="4350" y="34494"/>
                          <a:pt x="4350" y="32115"/>
                          <a:pt x="1971" y="30925"/>
                        </a:cubicBezTo>
                        <a:cubicBezTo>
                          <a:pt x="-408" y="29736"/>
                          <a:pt x="-408" y="27357"/>
                          <a:pt x="781" y="24978"/>
                        </a:cubicBezTo>
                        <a:cubicBezTo>
                          <a:pt x="1971" y="22600"/>
                          <a:pt x="3160" y="21410"/>
                          <a:pt x="3160" y="19031"/>
                        </a:cubicBezTo>
                        <a:cubicBezTo>
                          <a:pt x="4350" y="16652"/>
                          <a:pt x="5539" y="15463"/>
                          <a:pt x="5539" y="13084"/>
                        </a:cubicBezTo>
                        <a:cubicBezTo>
                          <a:pt x="5539" y="11894"/>
                          <a:pt x="6728" y="10705"/>
                          <a:pt x="6728" y="9516"/>
                        </a:cubicBezTo>
                        <a:cubicBezTo>
                          <a:pt x="6728" y="8326"/>
                          <a:pt x="5539" y="7137"/>
                          <a:pt x="6728" y="5947"/>
                        </a:cubicBezTo>
                        <a:cubicBezTo>
                          <a:pt x="6728" y="5947"/>
                          <a:pt x="7918" y="5947"/>
                          <a:pt x="7918" y="4758"/>
                        </a:cubicBezTo>
                        <a:cubicBezTo>
                          <a:pt x="9107" y="3569"/>
                          <a:pt x="10297" y="1190"/>
                          <a:pt x="12675" y="0"/>
                        </a:cubicBezTo>
                        <a:cubicBezTo>
                          <a:pt x="13865" y="0"/>
                          <a:pt x="15054" y="1190"/>
                          <a:pt x="16244" y="1190"/>
                        </a:cubicBezTo>
                        <a:cubicBezTo>
                          <a:pt x="16244" y="2379"/>
                          <a:pt x="16244" y="2379"/>
                          <a:pt x="17433" y="2379"/>
                        </a:cubicBezTo>
                        <a:cubicBezTo>
                          <a:pt x="17433" y="2379"/>
                          <a:pt x="18623" y="2379"/>
                          <a:pt x="18623" y="3569"/>
                        </a:cubicBezTo>
                        <a:cubicBezTo>
                          <a:pt x="19812" y="4758"/>
                          <a:pt x="21002" y="4758"/>
                          <a:pt x="22191" y="5947"/>
                        </a:cubicBezTo>
                        <a:cubicBezTo>
                          <a:pt x="22191" y="5947"/>
                          <a:pt x="23381" y="5947"/>
                          <a:pt x="23381" y="7137"/>
                        </a:cubicBezTo>
                        <a:cubicBezTo>
                          <a:pt x="23381" y="7137"/>
                          <a:pt x="23381" y="8326"/>
                          <a:pt x="24570" y="8326"/>
                        </a:cubicBezTo>
                        <a:cubicBezTo>
                          <a:pt x="25759" y="9516"/>
                          <a:pt x="28138" y="8326"/>
                          <a:pt x="29328" y="8326"/>
                        </a:cubicBezTo>
                        <a:cubicBezTo>
                          <a:pt x="29328" y="8326"/>
                          <a:pt x="29328" y="8326"/>
                          <a:pt x="29328" y="9516"/>
                        </a:cubicBezTo>
                        <a:cubicBezTo>
                          <a:pt x="30517" y="10705"/>
                          <a:pt x="34085" y="13084"/>
                          <a:pt x="35275" y="15463"/>
                        </a:cubicBezTo>
                        <a:cubicBezTo>
                          <a:pt x="36464" y="19031"/>
                          <a:pt x="35275" y="21410"/>
                          <a:pt x="36464" y="22600"/>
                        </a:cubicBezTo>
                        <a:cubicBezTo>
                          <a:pt x="37654" y="27357"/>
                          <a:pt x="36464" y="26168"/>
                          <a:pt x="38843" y="2735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6" name="Freeform 725">
                    <a:extLst>
                      <a:ext uri="{FF2B5EF4-FFF2-40B4-BE49-F238E27FC236}">
                        <a16:creationId xmlns:a16="http://schemas.microsoft.com/office/drawing/2014/main" id="{81EB81DB-A302-481B-70CC-D30752EEA6B3}"/>
                      </a:ext>
                    </a:extLst>
                  </p:cNvPr>
                  <p:cNvSpPr/>
                  <p:nvPr/>
                </p:nvSpPr>
                <p:spPr>
                  <a:xfrm>
                    <a:off x="6330031" y="4828655"/>
                    <a:ext cx="202203" cy="182619"/>
                  </a:xfrm>
                  <a:custGeom>
                    <a:avLst/>
                    <a:gdLst>
                      <a:gd name="connsiteX0" fmla="*/ 199825 w 202203"/>
                      <a:gd name="connsiteY0" fmla="*/ 73084 h 182619"/>
                      <a:gd name="connsiteX1" fmla="*/ 196257 w 202203"/>
                      <a:gd name="connsiteY1" fmla="*/ 79031 h 182619"/>
                      <a:gd name="connsiteX2" fmla="*/ 193878 w 202203"/>
                      <a:gd name="connsiteY2" fmla="*/ 86168 h 182619"/>
                      <a:gd name="connsiteX3" fmla="*/ 192688 w 202203"/>
                      <a:gd name="connsiteY3" fmla="*/ 87358 h 182619"/>
                      <a:gd name="connsiteX4" fmla="*/ 195067 w 202203"/>
                      <a:gd name="connsiteY4" fmla="*/ 101631 h 182619"/>
                      <a:gd name="connsiteX5" fmla="*/ 193878 w 202203"/>
                      <a:gd name="connsiteY5" fmla="*/ 108767 h 182619"/>
                      <a:gd name="connsiteX6" fmla="*/ 193878 w 202203"/>
                      <a:gd name="connsiteY6" fmla="*/ 115904 h 182619"/>
                      <a:gd name="connsiteX7" fmla="*/ 190310 w 202203"/>
                      <a:gd name="connsiteY7" fmla="*/ 123041 h 182619"/>
                      <a:gd name="connsiteX8" fmla="*/ 187931 w 202203"/>
                      <a:gd name="connsiteY8" fmla="*/ 125419 h 182619"/>
                      <a:gd name="connsiteX9" fmla="*/ 183173 w 202203"/>
                      <a:gd name="connsiteY9" fmla="*/ 125419 h 182619"/>
                      <a:gd name="connsiteX10" fmla="*/ 184362 w 202203"/>
                      <a:gd name="connsiteY10" fmla="*/ 132556 h 182619"/>
                      <a:gd name="connsiteX11" fmla="*/ 180794 w 202203"/>
                      <a:gd name="connsiteY11" fmla="*/ 139693 h 182619"/>
                      <a:gd name="connsiteX12" fmla="*/ 178415 w 202203"/>
                      <a:gd name="connsiteY12" fmla="*/ 156345 h 182619"/>
                      <a:gd name="connsiteX13" fmla="*/ 166521 w 202203"/>
                      <a:gd name="connsiteY13" fmla="*/ 169429 h 182619"/>
                      <a:gd name="connsiteX14" fmla="*/ 153437 w 202203"/>
                      <a:gd name="connsiteY14" fmla="*/ 181323 h 182619"/>
                      <a:gd name="connsiteX15" fmla="*/ 153437 w 202203"/>
                      <a:gd name="connsiteY15" fmla="*/ 181323 h 182619"/>
                      <a:gd name="connsiteX16" fmla="*/ 146300 w 202203"/>
                      <a:gd name="connsiteY16" fmla="*/ 180133 h 182619"/>
                      <a:gd name="connsiteX17" fmla="*/ 135596 w 202203"/>
                      <a:gd name="connsiteY17" fmla="*/ 178944 h 182619"/>
                      <a:gd name="connsiteX18" fmla="*/ 124891 w 202203"/>
                      <a:gd name="connsiteY18" fmla="*/ 180133 h 182619"/>
                      <a:gd name="connsiteX19" fmla="*/ 121322 w 202203"/>
                      <a:gd name="connsiteY19" fmla="*/ 177754 h 182619"/>
                      <a:gd name="connsiteX20" fmla="*/ 116564 w 202203"/>
                      <a:gd name="connsiteY20" fmla="*/ 177754 h 182619"/>
                      <a:gd name="connsiteX21" fmla="*/ 115375 w 202203"/>
                      <a:gd name="connsiteY21" fmla="*/ 177754 h 182619"/>
                      <a:gd name="connsiteX22" fmla="*/ 103481 w 202203"/>
                      <a:gd name="connsiteY22" fmla="*/ 174186 h 182619"/>
                      <a:gd name="connsiteX23" fmla="*/ 98723 w 202203"/>
                      <a:gd name="connsiteY23" fmla="*/ 174186 h 182619"/>
                      <a:gd name="connsiteX24" fmla="*/ 96344 w 202203"/>
                      <a:gd name="connsiteY24" fmla="*/ 165860 h 182619"/>
                      <a:gd name="connsiteX25" fmla="*/ 83260 w 202203"/>
                      <a:gd name="connsiteY25" fmla="*/ 161102 h 182619"/>
                      <a:gd name="connsiteX26" fmla="*/ 67798 w 202203"/>
                      <a:gd name="connsiteY26" fmla="*/ 159913 h 182619"/>
                      <a:gd name="connsiteX27" fmla="*/ 63040 w 202203"/>
                      <a:gd name="connsiteY27" fmla="*/ 153966 h 182619"/>
                      <a:gd name="connsiteX28" fmla="*/ 59472 w 202203"/>
                      <a:gd name="connsiteY28" fmla="*/ 148019 h 182619"/>
                      <a:gd name="connsiteX29" fmla="*/ 57093 w 202203"/>
                      <a:gd name="connsiteY29" fmla="*/ 139693 h 182619"/>
                      <a:gd name="connsiteX30" fmla="*/ 58282 w 202203"/>
                      <a:gd name="connsiteY30" fmla="*/ 132556 h 182619"/>
                      <a:gd name="connsiteX31" fmla="*/ 57093 w 202203"/>
                      <a:gd name="connsiteY31" fmla="*/ 132556 h 182619"/>
                      <a:gd name="connsiteX32" fmla="*/ 49956 w 202203"/>
                      <a:gd name="connsiteY32" fmla="*/ 128988 h 182619"/>
                      <a:gd name="connsiteX33" fmla="*/ 46388 w 202203"/>
                      <a:gd name="connsiteY33" fmla="*/ 121851 h 182619"/>
                      <a:gd name="connsiteX34" fmla="*/ 33304 w 202203"/>
                      <a:gd name="connsiteY34" fmla="*/ 112335 h 182619"/>
                      <a:gd name="connsiteX35" fmla="*/ 14273 w 202203"/>
                      <a:gd name="connsiteY35" fmla="*/ 82600 h 182619"/>
                      <a:gd name="connsiteX36" fmla="*/ 9515 w 202203"/>
                      <a:gd name="connsiteY36" fmla="*/ 74274 h 182619"/>
                      <a:gd name="connsiteX37" fmla="*/ 3568 w 202203"/>
                      <a:gd name="connsiteY37" fmla="*/ 68327 h 182619"/>
                      <a:gd name="connsiteX38" fmla="*/ 0 w 202203"/>
                      <a:gd name="connsiteY38" fmla="*/ 58811 h 182619"/>
                      <a:gd name="connsiteX39" fmla="*/ 0 w 202203"/>
                      <a:gd name="connsiteY39" fmla="*/ 55243 h 182619"/>
                      <a:gd name="connsiteX40" fmla="*/ 2379 w 202203"/>
                      <a:gd name="connsiteY40" fmla="*/ 56432 h 182619"/>
                      <a:gd name="connsiteX41" fmla="*/ 29736 w 202203"/>
                      <a:gd name="connsiteY41" fmla="*/ 60000 h 182619"/>
                      <a:gd name="connsiteX42" fmla="*/ 35683 w 202203"/>
                      <a:gd name="connsiteY42" fmla="*/ 60000 h 182619"/>
                      <a:gd name="connsiteX43" fmla="*/ 36873 w 202203"/>
                      <a:gd name="connsiteY43" fmla="*/ 63569 h 182619"/>
                      <a:gd name="connsiteX44" fmla="*/ 51146 w 202203"/>
                      <a:gd name="connsiteY44" fmla="*/ 63569 h 182619"/>
                      <a:gd name="connsiteX45" fmla="*/ 58282 w 202203"/>
                      <a:gd name="connsiteY45" fmla="*/ 55243 h 182619"/>
                      <a:gd name="connsiteX46" fmla="*/ 61850 w 202203"/>
                      <a:gd name="connsiteY46" fmla="*/ 50485 h 182619"/>
                      <a:gd name="connsiteX47" fmla="*/ 65419 w 202203"/>
                      <a:gd name="connsiteY47" fmla="*/ 44538 h 182619"/>
                      <a:gd name="connsiteX48" fmla="*/ 73745 w 202203"/>
                      <a:gd name="connsiteY48" fmla="*/ 37401 h 182619"/>
                      <a:gd name="connsiteX49" fmla="*/ 77313 w 202203"/>
                      <a:gd name="connsiteY49" fmla="*/ 35022 h 182619"/>
                      <a:gd name="connsiteX50" fmla="*/ 80881 w 202203"/>
                      <a:gd name="connsiteY50" fmla="*/ 32644 h 182619"/>
                      <a:gd name="connsiteX51" fmla="*/ 89208 w 202203"/>
                      <a:gd name="connsiteY51" fmla="*/ 27886 h 182619"/>
                      <a:gd name="connsiteX52" fmla="*/ 93965 w 202203"/>
                      <a:gd name="connsiteY52" fmla="*/ 26696 h 182619"/>
                      <a:gd name="connsiteX53" fmla="*/ 97533 w 202203"/>
                      <a:gd name="connsiteY53" fmla="*/ 24317 h 182619"/>
                      <a:gd name="connsiteX54" fmla="*/ 96344 w 202203"/>
                      <a:gd name="connsiteY54" fmla="*/ 19560 h 182619"/>
                      <a:gd name="connsiteX55" fmla="*/ 96344 w 202203"/>
                      <a:gd name="connsiteY55" fmla="*/ 19560 h 182619"/>
                      <a:gd name="connsiteX56" fmla="*/ 102291 w 202203"/>
                      <a:gd name="connsiteY56" fmla="*/ 5286 h 182619"/>
                      <a:gd name="connsiteX57" fmla="*/ 110617 w 202203"/>
                      <a:gd name="connsiteY57" fmla="*/ 1718 h 182619"/>
                      <a:gd name="connsiteX58" fmla="*/ 117754 w 202203"/>
                      <a:gd name="connsiteY58" fmla="*/ 529 h 182619"/>
                      <a:gd name="connsiteX59" fmla="*/ 137975 w 202203"/>
                      <a:gd name="connsiteY59" fmla="*/ 529 h 182619"/>
                      <a:gd name="connsiteX60" fmla="*/ 140353 w 202203"/>
                      <a:gd name="connsiteY60" fmla="*/ 8855 h 182619"/>
                      <a:gd name="connsiteX61" fmla="*/ 154627 w 202203"/>
                      <a:gd name="connsiteY61" fmla="*/ 14802 h 182619"/>
                      <a:gd name="connsiteX62" fmla="*/ 158195 w 202203"/>
                      <a:gd name="connsiteY62" fmla="*/ 11234 h 182619"/>
                      <a:gd name="connsiteX63" fmla="*/ 164142 w 202203"/>
                      <a:gd name="connsiteY63" fmla="*/ 12423 h 182619"/>
                      <a:gd name="connsiteX64" fmla="*/ 174847 w 202203"/>
                      <a:gd name="connsiteY64" fmla="*/ 17181 h 182619"/>
                      <a:gd name="connsiteX65" fmla="*/ 189120 w 202203"/>
                      <a:gd name="connsiteY65" fmla="*/ 24317 h 182619"/>
                      <a:gd name="connsiteX66" fmla="*/ 192688 w 202203"/>
                      <a:gd name="connsiteY66" fmla="*/ 26696 h 182619"/>
                      <a:gd name="connsiteX67" fmla="*/ 195067 w 202203"/>
                      <a:gd name="connsiteY67" fmla="*/ 30265 h 182619"/>
                      <a:gd name="connsiteX68" fmla="*/ 202204 w 202203"/>
                      <a:gd name="connsiteY68" fmla="*/ 32644 h 182619"/>
                      <a:gd name="connsiteX69" fmla="*/ 201014 w 202203"/>
                      <a:gd name="connsiteY69" fmla="*/ 49296 h 182619"/>
                      <a:gd name="connsiteX70" fmla="*/ 198635 w 202203"/>
                      <a:gd name="connsiteY70" fmla="*/ 64758 h 182619"/>
                      <a:gd name="connsiteX71" fmla="*/ 196257 w 202203"/>
                      <a:gd name="connsiteY71" fmla="*/ 71895 h 182619"/>
                      <a:gd name="connsiteX72" fmla="*/ 199825 w 202203"/>
                      <a:gd name="connsiteY72" fmla="*/ 73084 h 1826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</a:cxnLst>
                    <a:rect l="l" t="t" r="r" b="b"/>
                    <a:pathLst>
                      <a:path w="202203" h="182619">
                        <a:moveTo>
                          <a:pt x="199825" y="73084"/>
                        </a:moveTo>
                        <a:cubicBezTo>
                          <a:pt x="199825" y="74274"/>
                          <a:pt x="196257" y="77842"/>
                          <a:pt x="196257" y="79031"/>
                        </a:cubicBezTo>
                        <a:cubicBezTo>
                          <a:pt x="195067" y="81410"/>
                          <a:pt x="195067" y="83789"/>
                          <a:pt x="193878" y="86168"/>
                        </a:cubicBezTo>
                        <a:cubicBezTo>
                          <a:pt x="192688" y="86168"/>
                          <a:pt x="193878" y="86168"/>
                          <a:pt x="192688" y="87358"/>
                        </a:cubicBezTo>
                        <a:cubicBezTo>
                          <a:pt x="186741" y="88547"/>
                          <a:pt x="196257" y="98062"/>
                          <a:pt x="195067" y="101631"/>
                        </a:cubicBezTo>
                        <a:cubicBezTo>
                          <a:pt x="191499" y="102820"/>
                          <a:pt x="193878" y="106388"/>
                          <a:pt x="193878" y="108767"/>
                        </a:cubicBezTo>
                        <a:cubicBezTo>
                          <a:pt x="195067" y="112335"/>
                          <a:pt x="195067" y="112335"/>
                          <a:pt x="193878" y="115904"/>
                        </a:cubicBezTo>
                        <a:cubicBezTo>
                          <a:pt x="192688" y="118283"/>
                          <a:pt x="191499" y="120662"/>
                          <a:pt x="190310" y="123041"/>
                        </a:cubicBezTo>
                        <a:cubicBezTo>
                          <a:pt x="190310" y="123041"/>
                          <a:pt x="189120" y="125419"/>
                          <a:pt x="187931" y="125419"/>
                        </a:cubicBezTo>
                        <a:cubicBezTo>
                          <a:pt x="186741" y="126609"/>
                          <a:pt x="184362" y="124230"/>
                          <a:pt x="183173" y="125419"/>
                        </a:cubicBezTo>
                        <a:cubicBezTo>
                          <a:pt x="181983" y="126609"/>
                          <a:pt x="184362" y="130177"/>
                          <a:pt x="184362" y="132556"/>
                        </a:cubicBezTo>
                        <a:cubicBezTo>
                          <a:pt x="184362" y="136124"/>
                          <a:pt x="181983" y="136124"/>
                          <a:pt x="180794" y="139693"/>
                        </a:cubicBezTo>
                        <a:cubicBezTo>
                          <a:pt x="179605" y="144450"/>
                          <a:pt x="180794" y="151587"/>
                          <a:pt x="178415" y="156345"/>
                        </a:cubicBezTo>
                        <a:cubicBezTo>
                          <a:pt x="173658" y="158724"/>
                          <a:pt x="170089" y="165860"/>
                          <a:pt x="166521" y="169429"/>
                        </a:cubicBezTo>
                        <a:cubicBezTo>
                          <a:pt x="161763" y="172997"/>
                          <a:pt x="158195" y="177754"/>
                          <a:pt x="153437" y="181323"/>
                        </a:cubicBezTo>
                        <a:cubicBezTo>
                          <a:pt x="153437" y="181323"/>
                          <a:pt x="153437" y="181323"/>
                          <a:pt x="153437" y="181323"/>
                        </a:cubicBezTo>
                        <a:cubicBezTo>
                          <a:pt x="149869" y="183702"/>
                          <a:pt x="149869" y="182512"/>
                          <a:pt x="146300" y="180133"/>
                        </a:cubicBezTo>
                        <a:cubicBezTo>
                          <a:pt x="142732" y="178944"/>
                          <a:pt x="139164" y="178944"/>
                          <a:pt x="135596" y="178944"/>
                        </a:cubicBezTo>
                        <a:cubicBezTo>
                          <a:pt x="133217" y="178944"/>
                          <a:pt x="127269" y="180133"/>
                          <a:pt x="124891" y="180133"/>
                        </a:cubicBezTo>
                        <a:cubicBezTo>
                          <a:pt x="123701" y="180133"/>
                          <a:pt x="122512" y="177754"/>
                          <a:pt x="121322" y="177754"/>
                        </a:cubicBezTo>
                        <a:cubicBezTo>
                          <a:pt x="120133" y="177754"/>
                          <a:pt x="117754" y="177754"/>
                          <a:pt x="116564" y="177754"/>
                        </a:cubicBezTo>
                        <a:cubicBezTo>
                          <a:pt x="116564" y="177754"/>
                          <a:pt x="115375" y="177754"/>
                          <a:pt x="115375" y="177754"/>
                        </a:cubicBezTo>
                        <a:cubicBezTo>
                          <a:pt x="116564" y="171807"/>
                          <a:pt x="107049" y="174186"/>
                          <a:pt x="103481" y="174186"/>
                        </a:cubicBezTo>
                        <a:cubicBezTo>
                          <a:pt x="101102" y="174186"/>
                          <a:pt x="99912" y="174186"/>
                          <a:pt x="98723" y="174186"/>
                        </a:cubicBezTo>
                        <a:cubicBezTo>
                          <a:pt x="97533" y="172997"/>
                          <a:pt x="97533" y="169429"/>
                          <a:pt x="96344" y="165860"/>
                        </a:cubicBezTo>
                        <a:cubicBezTo>
                          <a:pt x="91586" y="165860"/>
                          <a:pt x="88018" y="161102"/>
                          <a:pt x="83260" y="161102"/>
                        </a:cubicBezTo>
                        <a:cubicBezTo>
                          <a:pt x="78503" y="159913"/>
                          <a:pt x="71366" y="163481"/>
                          <a:pt x="67798" y="159913"/>
                        </a:cubicBezTo>
                        <a:cubicBezTo>
                          <a:pt x="66608" y="158724"/>
                          <a:pt x="64229" y="155155"/>
                          <a:pt x="63040" y="153966"/>
                        </a:cubicBezTo>
                        <a:cubicBezTo>
                          <a:pt x="61850" y="151587"/>
                          <a:pt x="60661" y="150398"/>
                          <a:pt x="59472" y="148019"/>
                        </a:cubicBezTo>
                        <a:cubicBezTo>
                          <a:pt x="58282" y="145640"/>
                          <a:pt x="57093" y="143261"/>
                          <a:pt x="57093" y="139693"/>
                        </a:cubicBezTo>
                        <a:cubicBezTo>
                          <a:pt x="57093" y="137314"/>
                          <a:pt x="59472" y="134935"/>
                          <a:pt x="58282" y="132556"/>
                        </a:cubicBezTo>
                        <a:cubicBezTo>
                          <a:pt x="58282" y="132556"/>
                          <a:pt x="57093" y="132556"/>
                          <a:pt x="57093" y="132556"/>
                        </a:cubicBezTo>
                        <a:cubicBezTo>
                          <a:pt x="55903" y="130177"/>
                          <a:pt x="52335" y="132556"/>
                          <a:pt x="49956" y="128988"/>
                        </a:cubicBezTo>
                        <a:cubicBezTo>
                          <a:pt x="47577" y="126609"/>
                          <a:pt x="48767" y="124230"/>
                          <a:pt x="46388" y="121851"/>
                        </a:cubicBezTo>
                        <a:cubicBezTo>
                          <a:pt x="42820" y="118283"/>
                          <a:pt x="38062" y="113525"/>
                          <a:pt x="33304" y="112335"/>
                        </a:cubicBezTo>
                        <a:cubicBezTo>
                          <a:pt x="27357" y="102820"/>
                          <a:pt x="17842" y="93305"/>
                          <a:pt x="14273" y="82600"/>
                        </a:cubicBezTo>
                        <a:cubicBezTo>
                          <a:pt x="13084" y="79031"/>
                          <a:pt x="13084" y="77842"/>
                          <a:pt x="9515" y="74274"/>
                        </a:cubicBezTo>
                        <a:cubicBezTo>
                          <a:pt x="7137" y="71895"/>
                          <a:pt x="4758" y="70705"/>
                          <a:pt x="3568" y="68327"/>
                        </a:cubicBezTo>
                        <a:cubicBezTo>
                          <a:pt x="1190" y="65948"/>
                          <a:pt x="0" y="62379"/>
                          <a:pt x="0" y="58811"/>
                        </a:cubicBezTo>
                        <a:cubicBezTo>
                          <a:pt x="0" y="57622"/>
                          <a:pt x="0" y="56432"/>
                          <a:pt x="0" y="55243"/>
                        </a:cubicBezTo>
                        <a:cubicBezTo>
                          <a:pt x="0" y="55243"/>
                          <a:pt x="1190" y="56432"/>
                          <a:pt x="2379" y="56432"/>
                        </a:cubicBezTo>
                        <a:cubicBezTo>
                          <a:pt x="10705" y="62379"/>
                          <a:pt x="20220" y="60000"/>
                          <a:pt x="29736" y="60000"/>
                        </a:cubicBezTo>
                        <a:cubicBezTo>
                          <a:pt x="32115" y="60000"/>
                          <a:pt x="34494" y="60000"/>
                          <a:pt x="35683" y="60000"/>
                        </a:cubicBezTo>
                        <a:cubicBezTo>
                          <a:pt x="35683" y="61190"/>
                          <a:pt x="36873" y="62379"/>
                          <a:pt x="36873" y="63569"/>
                        </a:cubicBezTo>
                        <a:cubicBezTo>
                          <a:pt x="41630" y="67137"/>
                          <a:pt x="46388" y="65948"/>
                          <a:pt x="51146" y="63569"/>
                        </a:cubicBezTo>
                        <a:cubicBezTo>
                          <a:pt x="53525" y="61190"/>
                          <a:pt x="55903" y="57622"/>
                          <a:pt x="58282" y="55243"/>
                        </a:cubicBezTo>
                        <a:cubicBezTo>
                          <a:pt x="59472" y="54053"/>
                          <a:pt x="60661" y="51675"/>
                          <a:pt x="61850" y="50485"/>
                        </a:cubicBezTo>
                        <a:cubicBezTo>
                          <a:pt x="63040" y="48106"/>
                          <a:pt x="64229" y="46917"/>
                          <a:pt x="65419" y="44538"/>
                        </a:cubicBezTo>
                        <a:cubicBezTo>
                          <a:pt x="67798" y="42159"/>
                          <a:pt x="70177" y="39780"/>
                          <a:pt x="73745" y="37401"/>
                        </a:cubicBezTo>
                        <a:cubicBezTo>
                          <a:pt x="74934" y="36212"/>
                          <a:pt x="74934" y="35022"/>
                          <a:pt x="77313" y="35022"/>
                        </a:cubicBezTo>
                        <a:cubicBezTo>
                          <a:pt x="78503" y="33833"/>
                          <a:pt x="79692" y="33833"/>
                          <a:pt x="80881" y="32644"/>
                        </a:cubicBezTo>
                        <a:cubicBezTo>
                          <a:pt x="83260" y="31454"/>
                          <a:pt x="86829" y="29075"/>
                          <a:pt x="89208" y="27886"/>
                        </a:cubicBezTo>
                        <a:cubicBezTo>
                          <a:pt x="90397" y="27886"/>
                          <a:pt x="92776" y="27886"/>
                          <a:pt x="93965" y="26696"/>
                        </a:cubicBezTo>
                        <a:cubicBezTo>
                          <a:pt x="95155" y="25507"/>
                          <a:pt x="96344" y="24317"/>
                          <a:pt x="97533" y="24317"/>
                        </a:cubicBezTo>
                        <a:cubicBezTo>
                          <a:pt x="97533" y="23128"/>
                          <a:pt x="97533" y="20749"/>
                          <a:pt x="96344" y="19560"/>
                        </a:cubicBezTo>
                        <a:cubicBezTo>
                          <a:pt x="96344" y="19560"/>
                          <a:pt x="96344" y="19560"/>
                          <a:pt x="96344" y="19560"/>
                        </a:cubicBezTo>
                        <a:cubicBezTo>
                          <a:pt x="97533" y="13613"/>
                          <a:pt x="97533" y="8855"/>
                          <a:pt x="102291" y="5286"/>
                        </a:cubicBezTo>
                        <a:cubicBezTo>
                          <a:pt x="104670" y="5286"/>
                          <a:pt x="108239" y="2908"/>
                          <a:pt x="110617" y="1718"/>
                        </a:cubicBezTo>
                        <a:cubicBezTo>
                          <a:pt x="114186" y="529"/>
                          <a:pt x="114186" y="529"/>
                          <a:pt x="117754" y="529"/>
                        </a:cubicBezTo>
                        <a:cubicBezTo>
                          <a:pt x="123701" y="529"/>
                          <a:pt x="130838" y="-661"/>
                          <a:pt x="137975" y="529"/>
                        </a:cubicBezTo>
                        <a:cubicBezTo>
                          <a:pt x="139164" y="2908"/>
                          <a:pt x="139164" y="6476"/>
                          <a:pt x="140353" y="8855"/>
                        </a:cubicBezTo>
                        <a:cubicBezTo>
                          <a:pt x="145111" y="8855"/>
                          <a:pt x="153437" y="8855"/>
                          <a:pt x="154627" y="14802"/>
                        </a:cubicBezTo>
                        <a:cubicBezTo>
                          <a:pt x="157005" y="14802"/>
                          <a:pt x="155816" y="12423"/>
                          <a:pt x="158195" y="11234"/>
                        </a:cubicBezTo>
                        <a:cubicBezTo>
                          <a:pt x="160574" y="10044"/>
                          <a:pt x="162952" y="12423"/>
                          <a:pt x="164142" y="12423"/>
                        </a:cubicBezTo>
                        <a:cubicBezTo>
                          <a:pt x="167710" y="13613"/>
                          <a:pt x="172468" y="14802"/>
                          <a:pt x="174847" y="17181"/>
                        </a:cubicBezTo>
                        <a:cubicBezTo>
                          <a:pt x="176036" y="25507"/>
                          <a:pt x="183173" y="21939"/>
                          <a:pt x="189120" y="24317"/>
                        </a:cubicBezTo>
                        <a:cubicBezTo>
                          <a:pt x="190310" y="24317"/>
                          <a:pt x="192688" y="25507"/>
                          <a:pt x="192688" y="26696"/>
                        </a:cubicBezTo>
                        <a:cubicBezTo>
                          <a:pt x="193878" y="27886"/>
                          <a:pt x="193878" y="29075"/>
                          <a:pt x="195067" y="30265"/>
                        </a:cubicBezTo>
                        <a:cubicBezTo>
                          <a:pt x="197446" y="32644"/>
                          <a:pt x="198635" y="31454"/>
                          <a:pt x="202204" y="32644"/>
                        </a:cubicBezTo>
                        <a:cubicBezTo>
                          <a:pt x="202204" y="38591"/>
                          <a:pt x="201014" y="43348"/>
                          <a:pt x="201014" y="49296"/>
                        </a:cubicBezTo>
                        <a:cubicBezTo>
                          <a:pt x="201014" y="55243"/>
                          <a:pt x="202204" y="60000"/>
                          <a:pt x="198635" y="64758"/>
                        </a:cubicBezTo>
                        <a:cubicBezTo>
                          <a:pt x="197446" y="65948"/>
                          <a:pt x="195067" y="69516"/>
                          <a:pt x="196257" y="71895"/>
                        </a:cubicBezTo>
                        <a:cubicBezTo>
                          <a:pt x="196257" y="71895"/>
                          <a:pt x="199825" y="69516"/>
                          <a:pt x="199825" y="73084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7" name="Freeform 726">
                    <a:extLst>
                      <a:ext uri="{FF2B5EF4-FFF2-40B4-BE49-F238E27FC236}">
                        <a16:creationId xmlns:a16="http://schemas.microsoft.com/office/drawing/2014/main" id="{D32FC845-28D3-50D7-C120-56E97B5651C8}"/>
                      </a:ext>
                    </a:extLst>
                  </p:cNvPr>
                  <p:cNvSpPr/>
                  <p:nvPr/>
                </p:nvSpPr>
                <p:spPr>
                  <a:xfrm>
                    <a:off x="6188488" y="4885784"/>
                    <a:ext cx="241455" cy="239885"/>
                  </a:xfrm>
                  <a:custGeom>
                    <a:avLst/>
                    <a:gdLst>
                      <a:gd name="connsiteX0" fmla="*/ 241455 w 241455"/>
                      <a:gd name="connsiteY0" fmla="*/ 114678 h 239885"/>
                      <a:gd name="connsiteX1" fmla="*/ 231940 w 241455"/>
                      <a:gd name="connsiteY1" fmla="*/ 118247 h 239885"/>
                      <a:gd name="connsiteX2" fmla="*/ 227182 w 241455"/>
                      <a:gd name="connsiteY2" fmla="*/ 127762 h 239885"/>
                      <a:gd name="connsiteX3" fmla="*/ 214098 w 241455"/>
                      <a:gd name="connsiteY3" fmla="*/ 131331 h 239885"/>
                      <a:gd name="connsiteX4" fmla="*/ 202204 w 241455"/>
                      <a:gd name="connsiteY4" fmla="*/ 138467 h 239885"/>
                      <a:gd name="connsiteX5" fmla="*/ 181983 w 241455"/>
                      <a:gd name="connsiteY5" fmla="*/ 155119 h 239885"/>
                      <a:gd name="connsiteX6" fmla="*/ 177226 w 241455"/>
                      <a:gd name="connsiteY6" fmla="*/ 168203 h 239885"/>
                      <a:gd name="connsiteX7" fmla="*/ 166521 w 241455"/>
                      <a:gd name="connsiteY7" fmla="*/ 176529 h 239885"/>
                      <a:gd name="connsiteX8" fmla="*/ 155816 w 241455"/>
                      <a:gd name="connsiteY8" fmla="*/ 186044 h 239885"/>
                      <a:gd name="connsiteX9" fmla="*/ 147490 w 241455"/>
                      <a:gd name="connsiteY9" fmla="*/ 196750 h 239885"/>
                      <a:gd name="connsiteX10" fmla="*/ 145111 w 241455"/>
                      <a:gd name="connsiteY10" fmla="*/ 200318 h 239885"/>
                      <a:gd name="connsiteX11" fmla="*/ 136785 w 241455"/>
                      <a:gd name="connsiteY11" fmla="*/ 215780 h 239885"/>
                      <a:gd name="connsiteX12" fmla="*/ 127269 w 241455"/>
                      <a:gd name="connsiteY12" fmla="*/ 214591 h 239885"/>
                      <a:gd name="connsiteX13" fmla="*/ 104670 w 241455"/>
                      <a:gd name="connsiteY13" fmla="*/ 208644 h 239885"/>
                      <a:gd name="connsiteX14" fmla="*/ 103481 w 241455"/>
                      <a:gd name="connsiteY14" fmla="*/ 207454 h 239885"/>
                      <a:gd name="connsiteX15" fmla="*/ 96344 w 241455"/>
                      <a:gd name="connsiteY15" fmla="*/ 207454 h 239885"/>
                      <a:gd name="connsiteX16" fmla="*/ 91586 w 241455"/>
                      <a:gd name="connsiteY16" fmla="*/ 203886 h 239885"/>
                      <a:gd name="connsiteX17" fmla="*/ 78502 w 241455"/>
                      <a:gd name="connsiteY17" fmla="*/ 206265 h 239885"/>
                      <a:gd name="connsiteX18" fmla="*/ 61850 w 241455"/>
                      <a:gd name="connsiteY18" fmla="*/ 222917 h 239885"/>
                      <a:gd name="connsiteX19" fmla="*/ 42819 w 241455"/>
                      <a:gd name="connsiteY19" fmla="*/ 236001 h 239885"/>
                      <a:gd name="connsiteX20" fmla="*/ 16652 w 241455"/>
                      <a:gd name="connsiteY20" fmla="*/ 239569 h 239885"/>
                      <a:gd name="connsiteX21" fmla="*/ 15463 w 241455"/>
                      <a:gd name="connsiteY21" fmla="*/ 231243 h 239885"/>
                      <a:gd name="connsiteX22" fmla="*/ 17842 w 241455"/>
                      <a:gd name="connsiteY22" fmla="*/ 224106 h 239885"/>
                      <a:gd name="connsiteX23" fmla="*/ 13083 w 241455"/>
                      <a:gd name="connsiteY23" fmla="*/ 207454 h 239885"/>
                      <a:gd name="connsiteX24" fmla="*/ 0 w 241455"/>
                      <a:gd name="connsiteY24" fmla="*/ 189613 h 239885"/>
                      <a:gd name="connsiteX25" fmla="*/ 1189 w 241455"/>
                      <a:gd name="connsiteY25" fmla="*/ 177718 h 239885"/>
                      <a:gd name="connsiteX26" fmla="*/ 5947 w 241455"/>
                      <a:gd name="connsiteY26" fmla="*/ 109921 h 239885"/>
                      <a:gd name="connsiteX27" fmla="*/ 27357 w 241455"/>
                      <a:gd name="connsiteY27" fmla="*/ 107542 h 239885"/>
                      <a:gd name="connsiteX28" fmla="*/ 29736 w 241455"/>
                      <a:gd name="connsiteY28" fmla="*/ 59964 h 239885"/>
                      <a:gd name="connsiteX29" fmla="*/ 33304 w 241455"/>
                      <a:gd name="connsiteY29" fmla="*/ 37365 h 239885"/>
                      <a:gd name="connsiteX30" fmla="*/ 33304 w 241455"/>
                      <a:gd name="connsiteY30" fmla="*/ 13576 h 239885"/>
                      <a:gd name="connsiteX31" fmla="*/ 51146 w 241455"/>
                      <a:gd name="connsiteY31" fmla="*/ 15955 h 239885"/>
                      <a:gd name="connsiteX32" fmla="*/ 68987 w 241455"/>
                      <a:gd name="connsiteY32" fmla="*/ 12387 h 239885"/>
                      <a:gd name="connsiteX33" fmla="*/ 86829 w 241455"/>
                      <a:gd name="connsiteY33" fmla="*/ 8819 h 239885"/>
                      <a:gd name="connsiteX34" fmla="*/ 96344 w 241455"/>
                      <a:gd name="connsiteY34" fmla="*/ 19523 h 239885"/>
                      <a:gd name="connsiteX35" fmla="*/ 118944 w 241455"/>
                      <a:gd name="connsiteY35" fmla="*/ 2871 h 239885"/>
                      <a:gd name="connsiteX36" fmla="*/ 126080 w 241455"/>
                      <a:gd name="connsiteY36" fmla="*/ 4061 h 239885"/>
                      <a:gd name="connsiteX37" fmla="*/ 133217 w 241455"/>
                      <a:gd name="connsiteY37" fmla="*/ 1682 h 239885"/>
                      <a:gd name="connsiteX38" fmla="*/ 141543 w 241455"/>
                      <a:gd name="connsiteY38" fmla="*/ 493 h 239885"/>
                      <a:gd name="connsiteX39" fmla="*/ 145111 w 241455"/>
                      <a:gd name="connsiteY39" fmla="*/ 10008 h 239885"/>
                      <a:gd name="connsiteX40" fmla="*/ 151058 w 241455"/>
                      <a:gd name="connsiteY40" fmla="*/ 15955 h 239885"/>
                      <a:gd name="connsiteX41" fmla="*/ 155816 w 241455"/>
                      <a:gd name="connsiteY41" fmla="*/ 24281 h 239885"/>
                      <a:gd name="connsiteX42" fmla="*/ 174847 w 241455"/>
                      <a:gd name="connsiteY42" fmla="*/ 54017 h 239885"/>
                      <a:gd name="connsiteX43" fmla="*/ 187931 w 241455"/>
                      <a:gd name="connsiteY43" fmla="*/ 63533 h 239885"/>
                      <a:gd name="connsiteX44" fmla="*/ 191499 w 241455"/>
                      <a:gd name="connsiteY44" fmla="*/ 70669 h 239885"/>
                      <a:gd name="connsiteX45" fmla="*/ 198635 w 241455"/>
                      <a:gd name="connsiteY45" fmla="*/ 74237 h 239885"/>
                      <a:gd name="connsiteX46" fmla="*/ 199825 w 241455"/>
                      <a:gd name="connsiteY46" fmla="*/ 74237 h 239885"/>
                      <a:gd name="connsiteX47" fmla="*/ 198635 w 241455"/>
                      <a:gd name="connsiteY47" fmla="*/ 81374 h 239885"/>
                      <a:gd name="connsiteX48" fmla="*/ 201014 w 241455"/>
                      <a:gd name="connsiteY48" fmla="*/ 89700 h 239885"/>
                      <a:gd name="connsiteX49" fmla="*/ 204583 w 241455"/>
                      <a:gd name="connsiteY49" fmla="*/ 95648 h 239885"/>
                      <a:gd name="connsiteX50" fmla="*/ 209340 w 241455"/>
                      <a:gd name="connsiteY50" fmla="*/ 101595 h 239885"/>
                      <a:gd name="connsiteX51" fmla="*/ 224803 w 241455"/>
                      <a:gd name="connsiteY51" fmla="*/ 102784 h 239885"/>
                      <a:gd name="connsiteX52" fmla="*/ 237887 w 241455"/>
                      <a:gd name="connsiteY52" fmla="*/ 107542 h 239885"/>
                      <a:gd name="connsiteX53" fmla="*/ 241455 w 241455"/>
                      <a:gd name="connsiteY53" fmla="*/ 114678 h 2398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</a:cxnLst>
                    <a:rect l="l" t="t" r="r" b="b"/>
                    <a:pathLst>
                      <a:path w="241455" h="239885">
                        <a:moveTo>
                          <a:pt x="241455" y="114678"/>
                        </a:moveTo>
                        <a:cubicBezTo>
                          <a:pt x="239076" y="117057"/>
                          <a:pt x="236698" y="118247"/>
                          <a:pt x="231940" y="118247"/>
                        </a:cubicBezTo>
                        <a:cubicBezTo>
                          <a:pt x="230750" y="121815"/>
                          <a:pt x="231940" y="127762"/>
                          <a:pt x="227182" y="127762"/>
                        </a:cubicBezTo>
                        <a:cubicBezTo>
                          <a:pt x="225993" y="133709"/>
                          <a:pt x="218856" y="130141"/>
                          <a:pt x="214098" y="131331"/>
                        </a:cubicBezTo>
                        <a:cubicBezTo>
                          <a:pt x="210530" y="132520"/>
                          <a:pt x="205772" y="136088"/>
                          <a:pt x="202204" y="138467"/>
                        </a:cubicBezTo>
                        <a:cubicBezTo>
                          <a:pt x="195067" y="143225"/>
                          <a:pt x="186741" y="147983"/>
                          <a:pt x="181983" y="155119"/>
                        </a:cubicBezTo>
                        <a:cubicBezTo>
                          <a:pt x="179604" y="158687"/>
                          <a:pt x="179604" y="163445"/>
                          <a:pt x="177226" y="168203"/>
                        </a:cubicBezTo>
                        <a:cubicBezTo>
                          <a:pt x="174847" y="172961"/>
                          <a:pt x="171279" y="172961"/>
                          <a:pt x="166521" y="176529"/>
                        </a:cubicBezTo>
                        <a:cubicBezTo>
                          <a:pt x="162952" y="180097"/>
                          <a:pt x="159384" y="182476"/>
                          <a:pt x="155816" y="186044"/>
                        </a:cubicBezTo>
                        <a:cubicBezTo>
                          <a:pt x="149869" y="189613"/>
                          <a:pt x="149869" y="189613"/>
                          <a:pt x="147490" y="196750"/>
                        </a:cubicBezTo>
                        <a:cubicBezTo>
                          <a:pt x="146300" y="199128"/>
                          <a:pt x="147490" y="199128"/>
                          <a:pt x="145111" y="200318"/>
                        </a:cubicBezTo>
                        <a:cubicBezTo>
                          <a:pt x="146300" y="207454"/>
                          <a:pt x="145111" y="215780"/>
                          <a:pt x="136785" y="215780"/>
                        </a:cubicBezTo>
                        <a:cubicBezTo>
                          <a:pt x="134406" y="212212"/>
                          <a:pt x="130838" y="214591"/>
                          <a:pt x="127269" y="214591"/>
                        </a:cubicBezTo>
                        <a:cubicBezTo>
                          <a:pt x="124891" y="206265"/>
                          <a:pt x="103481" y="220538"/>
                          <a:pt x="104670" y="208644"/>
                        </a:cubicBezTo>
                        <a:cubicBezTo>
                          <a:pt x="103481" y="207454"/>
                          <a:pt x="103481" y="208644"/>
                          <a:pt x="103481" y="207454"/>
                        </a:cubicBezTo>
                        <a:cubicBezTo>
                          <a:pt x="101102" y="207454"/>
                          <a:pt x="98723" y="207454"/>
                          <a:pt x="96344" y="207454"/>
                        </a:cubicBezTo>
                        <a:cubicBezTo>
                          <a:pt x="93965" y="206265"/>
                          <a:pt x="93965" y="205075"/>
                          <a:pt x="91586" y="203886"/>
                        </a:cubicBezTo>
                        <a:cubicBezTo>
                          <a:pt x="86829" y="202697"/>
                          <a:pt x="80881" y="203886"/>
                          <a:pt x="78502" y="206265"/>
                        </a:cubicBezTo>
                        <a:cubicBezTo>
                          <a:pt x="72555" y="211023"/>
                          <a:pt x="67798" y="218159"/>
                          <a:pt x="61850" y="222917"/>
                        </a:cubicBezTo>
                        <a:cubicBezTo>
                          <a:pt x="55903" y="227675"/>
                          <a:pt x="51146" y="232433"/>
                          <a:pt x="42819" y="236001"/>
                        </a:cubicBezTo>
                        <a:cubicBezTo>
                          <a:pt x="35683" y="238380"/>
                          <a:pt x="23789" y="240758"/>
                          <a:pt x="16652" y="239569"/>
                        </a:cubicBezTo>
                        <a:cubicBezTo>
                          <a:pt x="16652" y="237190"/>
                          <a:pt x="15463" y="233622"/>
                          <a:pt x="15463" y="231243"/>
                        </a:cubicBezTo>
                        <a:cubicBezTo>
                          <a:pt x="15463" y="228864"/>
                          <a:pt x="17842" y="227675"/>
                          <a:pt x="17842" y="224106"/>
                        </a:cubicBezTo>
                        <a:cubicBezTo>
                          <a:pt x="17842" y="219349"/>
                          <a:pt x="14273" y="211023"/>
                          <a:pt x="13083" y="207454"/>
                        </a:cubicBezTo>
                        <a:cubicBezTo>
                          <a:pt x="10705" y="201507"/>
                          <a:pt x="5947" y="193181"/>
                          <a:pt x="0" y="189613"/>
                        </a:cubicBezTo>
                        <a:cubicBezTo>
                          <a:pt x="0" y="186044"/>
                          <a:pt x="1189" y="181287"/>
                          <a:pt x="1189" y="177718"/>
                        </a:cubicBezTo>
                        <a:cubicBezTo>
                          <a:pt x="4758" y="155119"/>
                          <a:pt x="4758" y="132520"/>
                          <a:pt x="5947" y="109921"/>
                        </a:cubicBezTo>
                        <a:cubicBezTo>
                          <a:pt x="13083" y="109921"/>
                          <a:pt x="20220" y="106352"/>
                          <a:pt x="27357" y="107542"/>
                        </a:cubicBezTo>
                        <a:cubicBezTo>
                          <a:pt x="30925" y="93269"/>
                          <a:pt x="28546" y="75427"/>
                          <a:pt x="29736" y="59964"/>
                        </a:cubicBezTo>
                        <a:cubicBezTo>
                          <a:pt x="30925" y="51638"/>
                          <a:pt x="32115" y="45691"/>
                          <a:pt x="33304" y="37365"/>
                        </a:cubicBezTo>
                        <a:cubicBezTo>
                          <a:pt x="33304" y="29039"/>
                          <a:pt x="32115" y="20713"/>
                          <a:pt x="33304" y="13576"/>
                        </a:cubicBezTo>
                        <a:cubicBezTo>
                          <a:pt x="39251" y="13576"/>
                          <a:pt x="44009" y="17145"/>
                          <a:pt x="51146" y="15955"/>
                        </a:cubicBezTo>
                        <a:cubicBezTo>
                          <a:pt x="57093" y="15955"/>
                          <a:pt x="63040" y="13576"/>
                          <a:pt x="68987" y="12387"/>
                        </a:cubicBezTo>
                        <a:cubicBezTo>
                          <a:pt x="74934" y="11198"/>
                          <a:pt x="80881" y="8819"/>
                          <a:pt x="86829" y="8819"/>
                        </a:cubicBezTo>
                        <a:cubicBezTo>
                          <a:pt x="95155" y="7629"/>
                          <a:pt x="92776" y="13576"/>
                          <a:pt x="96344" y="19523"/>
                        </a:cubicBezTo>
                        <a:cubicBezTo>
                          <a:pt x="102291" y="14766"/>
                          <a:pt x="111807" y="4061"/>
                          <a:pt x="118944" y="2871"/>
                        </a:cubicBezTo>
                        <a:cubicBezTo>
                          <a:pt x="120133" y="2871"/>
                          <a:pt x="123701" y="4061"/>
                          <a:pt x="126080" y="4061"/>
                        </a:cubicBezTo>
                        <a:cubicBezTo>
                          <a:pt x="128459" y="4061"/>
                          <a:pt x="130838" y="2871"/>
                          <a:pt x="133217" y="1682"/>
                        </a:cubicBezTo>
                        <a:cubicBezTo>
                          <a:pt x="137974" y="493"/>
                          <a:pt x="139164" y="-697"/>
                          <a:pt x="141543" y="493"/>
                        </a:cubicBezTo>
                        <a:cubicBezTo>
                          <a:pt x="141543" y="4061"/>
                          <a:pt x="142732" y="7629"/>
                          <a:pt x="145111" y="10008"/>
                        </a:cubicBezTo>
                        <a:cubicBezTo>
                          <a:pt x="147490" y="12387"/>
                          <a:pt x="148679" y="13576"/>
                          <a:pt x="151058" y="15955"/>
                        </a:cubicBezTo>
                        <a:cubicBezTo>
                          <a:pt x="153437" y="18334"/>
                          <a:pt x="153437" y="20713"/>
                          <a:pt x="155816" y="24281"/>
                        </a:cubicBezTo>
                        <a:cubicBezTo>
                          <a:pt x="160574" y="34986"/>
                          <a:pt x="170089" y="44502"/>
                          <a:pt x="174847" y="54017"/>
                        </a:cubicBezTo>
                        <a:cubicBezTo>
                          <a:pt x="179604" y="55206"/>
                          <a:pt x="184362" y="59964"/>
                          <a:pt x="187931" y="63533"/>
                        </a:cubicBezTo>
                        <a:cubicBezTo>
                          <a:pt x="190310" y="65912"/>
                          <a:pt x="189120" y="68290"/>
                          <a:pt x="191499" y="70669"/>
                        </a:cubicBezTo>
                        <a:cubicBezTo>
                          <a:pt x="193878" y="73048"/>
                          <a:pt x="197446" y="71859"/>
                          <a:pt x="198635" y="74237"/>
                        </a:cubicBezTo>
                        <a:cubicBezTo>
                          <a:pt x="198635" y="74237"/>
                          <a:pt x="199825" y="74237"/>
                          <a:pt x="199825" y="74237"/>
                        </a:cubicBezTo>
                        <a:cubicBezTo>
                          <a:pt x="199825" y="76616"/>
                          <a:pt x="198635" y="78995"/>
                          <a:pt x="198635" y="81374"/>
                        </a:cubicBezTo>
                        <a:cubicBezTo>
                          <a:pt x="198635" y="84942"/>
                          <a:pt x="199825" y="87321"/>
                          <a:pt x="201014" y="89700"/>
                        </a:cubicBezTo>
                        <a:cubicBezTo>
                          <a:pt x="202204" y="90889"/>
                          <a:pt x="203393" y="93269"/>
                          <a:pt x="204583" y="95648"/>
                        </a:cubicBezTo>
                        <a:cubicBezTo>
                          <a:pt x="205772" y="96837"/>
                          <a:pt x="208151" y="101595"/>
                          <a:pt x="209340" y="101595"/>
                        </a:cubicBezTo>
                        <a:cubicBezTo>
                          <a:pt x="212909" y="103973"/>
                          <a:pt x="220045" y="101595"/>
                          <a:pt x="224803" y="102784"/>
                        </a:cubicBezTo>
                        <a:cubicBezTo>
                          <a:pt x="229561" y="103973"/>
                          <a:pt x="233129" y="108731"/>
                          <a:pt x="237887" y="107542"/>
                        </a:cubicBezTo>
                        <a:cubicBezTo>
                          <a:pt x="240266" y="109921"/>
                          <a:pt x="239076" y="113489"/>
                          <a:pt x="241455" y="11467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8" name="Freeform 727">
                    <a:extLst>
                      <a:ext uri="{FF2B5EF4-FFF2-40B4-BE49-F238E27FC236}">
                        <a16:creationId xmlns:a16="http://schemas.microsoft.com/office/drawing/2014/main" id="{D6C1920A-4F10-565B-77EB-58E67BCC76BF}"/>
                      </a:ext>
                    </a:extLst>
                  </p:cNvPr>
                  <p:cNvSpPr/>
                  <p:nvPr/>
                </p:nvSpPr>
                <p:spPr>
                  <a:xfrm>
                    <a:off x="5983124" y="4858919"/>
                    <a:ext cx="345717" cy="327094"/>
                  </a:xfrm>
                  <a:custGeom>
                    <a:avLst/>
                    <a:gdLst>
                      <a:gd name="connsiteX0" fmla="*/ 345717 w 345717"/>
                      <a:gd name="connsiteY0" fmla="*/ 27357 h 327094"/>
                      <a:gd name="connsiteX1" fmla="*/ 337391 w 345717"/>
                      <a:gd name="connsiteY1" fmla="*/ 28546 h 327094"/>
                      <a:gd name="connsiteX2" fmla="*/ 330255 w 345717"/>
                      <a:gd name="connsiteY2" fmla="*/ 30925 h 327094"/>
                      <a:gd name="connsiteX3" fmla="*/ 323118 w 345717"/>
                      <a:gd name="connsiteY3" fmla="*/ 29736 h 327094"/>
                      <a:gd name="connsiteX4" fmla="*/ 300519 w 345717"/>
                      <a:gd name="connsiteY4" fmla="*/ 46388 h 327094"/>
                      <a:gd name="connsiteX5" fmla="*/ 291003 w 345717"/>
                      <a:gd name="connsiteY5" fmla="*/ 35683 h 327094"/>
                      <a:gd name="connsiteX6" fmla="*/ 273162 w 345717"/>
                      <a:gd name="connsiteY6" fmla="*/ 39252 h 327094"/>
                      <a:gd name="connsiteX7" fmla="*/ 255320 w 345717"/>
                      <a:gd name="connsiteY7" fmla="*/ 42820 h 327094"/>
                      <a:gd name="connsiteX8" fmla="*/ 237479 w 345717"/>
                      <a:gd name="connsiteY8" fmla="*/ 40441 h 327094"/>
                      <a:gd name="connsiteX9" fmla="*/ 237479 w 345717"/>
                      <a:gd name="connsiteY9" fmla="*/ 64229 h 327094"/>
                      <a:gd name="connsiteX10" fmla="*/ 233911 w 345717"/>
                      <a:gd name="connsiteY10" fmla="*/ 86829 h 327094"/>
                      <a:gd name="connsiteX11" fmla="*/ 231532 w 345717"/>
                      <a:gd name="connsiteY11" fmla="*/ 134406 h 327094"/>
                      <a:gd name="connsiteX12" fmla="*/ 210122 w 345717"/>
                      <a:gd name="connsiteY12" fmla="*/ 136785 h 327094"/>
                      <a:gd name="connsiteX13" fmla="*/ 205364 w 345717"/>
                      <a:gd name="connsiteY13" fmla="*/ 204583 h 327094"/>
                      <a:gd name="connsiteX14" fmla="*/ 204175 w 345717"/>
                      <a:gd name="connsiteY14" fmla="*/ 216477 h 327094"/>
                      <a:gd name="connsiteX15" fmla="*/ 202985 w 345717"/>
                      <a:gd name="connsiteY15" fmla="*/ 272381 h 327094"/>
                      <a:gd name="connsiteX16" fmla="*/ 201796 w 345717"/>
                      <a:gd name="connsiteY16" fmla="*/ 305685 h 327094"/>
                      <a:gd name="connsiteX17" fmla="*/ 192280 w 345717"/>
                      <a:gd name="connsiteY17" fmla="*/ 314011 h 327094"/>
                      <a:gd name="connsiteX18" fmla="*/ 185144 w 345717"/>
                      <a:gd name="connsiteY18" fmla="*/ 312822 h 327094"/>
                      <a:gd name="connsiteX19" fmla="*/ 179197 w 345717"/>
                      <a:gd name="connsiteY19" fmla="*/ 316390 h 327094"/>
                      <a:gd name="connsiteX20" fmla="*/ 179197 w 345717"/>
                      <a:gd name="connsiteY20" fmla="*/ 317579 h 327094"/>
                      <a:gd name="connsiteX21" fmla="*/ 174439 w 345717"/>
                      <a:gd name="connsiteY21" fmla="*/ 318769 h 327094"/>
                      <a:gd name="connsiteX22" fmla="*/ 169681 w 345717"/>
                      <a:gd name="connsiteY22" fmla="*/ 327095 h 327094"/>
                      <a:gd name="connsiteX23" fmla="*/ 162545 w 345717"/>
                      <a:gd name="connsiteY23" fmla="*/ 323526 h 327094"/>
                      <a:gd name="connsiteX24" fmla="*/ 151840 w 345717"/>
                      <a:gd name="connsiteY24" fmla="*/ 324716 h 327094"/>
                      <a:gd name="connsiteX25" fmla="*/ 150650 w 345717"/>
                      <a:gd name="connsiteY25" fmla="*/ 323526 h 327094"/>
                      <a:gd name="connsiteX26" fmla="*/ 143514 w 345717"/>
                      <a:gd name="connsiteY26" fmla="*/ 319958 h 327094"/>
                      <a:gd name="connsiteX27" fmla="*/ 135187 w 345717"/>
                      <a:gd name="connsiteY27" fmla="*/ 314011 h 327094"/>
                      <a:gd name="connsiteX28" fmla="*/ 123293 w 345717"/>
                      <a:gd name="connsiteY28" fmla="*/ 299738 h 327094"/>
                      <a:gd name="connsiteX29" fmla="*/ 113778 w 345717"/>
                      <a:gd name="connsiteY29" fmla="*/ 312822 h 327094"/>
                      <a:gd name="connsiteX30" fmla="*/ 109020 w 345717"/>
                      <a:gd name="connsiteY30" fmla="*/ 314011 h 327094"/>
                      <a:gd name="connsiteX31" fmla="*/ 100694 w 345717"/>
                      <a:gd name="connsiteY31" fmla="*/ 303306 h 327094"/>
                      <a:gd name="connsiteX32" fmla="*/ 94747 w 345717"/>
                      <a:gd name="connsiteY32" fmla="*/ 297359 h 327094"/>
                      <a:gd name="connsiteX33" fmla="*/ 89989 w 345717"/>
                      <a:gd name="connsiteY33" fmla="*/ 290222 h 327094"/>
                      <a:gd name="connsiteX34" fmla="*/ 82852 w 345717"/>
                      <a:gd name="connsiteY34" fmla="*/ 271191 h 327094"/>
                      <a:gd name="connsiteX35" fmla="*/ 81663 w 345717"/>
                      <a:gd name="connsiteY35" fmla="*/ 271191 h 327094"/>
                      <a:gd name="connsiteX36" fmla="*/ 79284 w 345717"/>
                      <a:gd name="connsiteY36" fmla="*/ 265244 h 327094"/>
                      <a:gd name="connsiteX37" fmla="*/ 80474 w 345717"/>
                      <a:gd name="connsiteY37" fmla="*/ 258108 h 327094"/>
                      <a:gd name="connsiteX38" fmla="*/ 74526 w 345717"/>
                      <a:gd name="connsiteY38" fmla="*/ 245024 h 327094"/>
                      <a:gd name="connsiteX39" fmla="*/ 74526 w 345717"/>
                      <a:gd name="connsiteY39" fmla="*/ 237887 h 327094"/>
                      <a:gd name="connsiteX40" fmla="*/ 72147 w 345717"/>
                      <a:gd name="connsiteY40" fmla="*/ 235508 h 327094"/>
                      <a:gd name="connsiteX41" fmla="*/ 74526 w 345717"/>
                      <a:gd name="connsiteY41" fmla="*/ 231940 h 327094"/>
                      <a:gd name="connsiteX42" fmla="*/ 74526 w 345717"/>
                      <a:gd name="connsiteY42" fmla="*/ 216477 h 327094"/>
                      <a:gd name="connsiteX43" fmla="*/ 68579 w 345717"/>
                      <a:gd name="connsiteY43" fmla="*/ 202204 h 327094"/>
                      <a:gd name="connsiteX44" fmla="*/ 66200 w 345717"/>
                      <a:gd name="connsiteY44" fmla="*/ 187931 h 327094"/>
                      <a:gd name="connsiteX45" fmla="*/ 62632 w 345717"/>
                      <a:gd name="connsiteY45" fmla="*/ 159384 h 327094"/>
                      <a:gd name="connsiteX46" fmla="*/ 65011 w 345717"/>
                      <a:gd name="connsiteY46" fmla="*/ 159384 h 327094"/>
                      <a:gd name="connsiteX47" fmla="*/ 65011 w 345717"/>
                      <a:gd name="connsiteY47" fmla="*/ 147490 h 327094"/>
                      <a:gd name="connsiteX48" fmla="*/ 50738 w 345717"/>
                      <a:gd name="connsiteY48" fmla="*/ 124891 h 327094"/>
                      <a:gd name="connsiteX49" fmla="*/ 50738 w 345717"/>
                      <a:gd name="connsiteY49" fmla="*/ 117754 h 327094"/>
                      <a:gd name="connsiteX50" fmla="*/ 44791 w 345717"/>
                      <a:gd name="connsiteY50" fmla="*/ 112996 h 327094"/>
                      <a:gd name="connsiteX51" fmla="*/ 38843 w 345717"/>
                      <a:gd name="connsiteY51" fmla="*/ 101102 h 327094"/>
                      <a:gd name="connsiteX52" fmla="*/ 34085 w 345717"/>
                      <a:gd name="connsiteY52" fmla="*/ 86829 h 327094"/>
                      <a:gd name="connsiteX53" fmla="*/ 28138 w 345717"/>
                      <a:gd name="connsiteY53" fmla="*/ 73745 h 327094"/>
                      <a:gd name="connsiteX54" fmla="*/ 15055 w 345717"/>
                      <a:gd name="connsiteY54" fmla="*/ 49956 h 327094"/>
                      <a:gd name="connsiteX55" fmla="*/ 1971 w 345717"/>
                      <a:gd name="connsiteY55" fmla="*/ 34494 h 327094"/>
                      <a:gd name="connsiteX56" fmla="*/ 781 w 345717"/>
                      <a:gd name="connsiteY56" fmla="*/ 16652 h 327094"/>
                      <a:gd name="connsiteX57" fmla="*/ 781 w 345717"/>
                      <a:gd name="connsiteY57" fmla="*/ 10705 h 327094"/>
                      <a:gd name="connsiteX58" fmla="*/ 12676 w 345717"/>
                      <a:gd name="connsiteY58" fmla="*/ 9516 h 327094"/>
                      <a:gd name="connsiteX59" fmla="*/ 24570 w 345717"/>
                      <a:gd name="connsiteY59" fmla="*/ 5947 h 327094"/>
                      <a:gd name="connsiteX60" fmla="*/ 34085 w 345717"/>
                      <a:gd name="connsiteY60" fmla="*/ 0 h 327094"/>
                      <a:gd name="connsiteX61" fmla="*/ 38843 w 345717"/>
                      <a:gd name="connsiteY61" fmla="*/ 2379 h 327094"/>
                      <a:gd name="connsiteX62" fmla="*/ 44791 w 345717"/>
                      <a:gd name="connsiteY62" fmla="*/ 0 h 327094"/>
                      <a:gd name="connsiteX63" fmla="*/ 51927 w 345717"/>
                      <a:gd name="connsiteY63" fmla="*/ 10705 h 327094"/>
                      <a:gd name="connsiteX64" fmla="*/ 65011 w 345717"/>
                      <a:gd name="connsiteY64" fmla="*/ 13084 h 327094"/>
                      <a:gd name="connsiteX65" fmla="*/ 95936 w 345717"/>
                      <a:gd name="connsiteY65" fmla="*/ 10705 h 327094"/>
                      <a:gd name="connsiteX66" fmla="*/ 162545 w 345717"/>
                      <a:gd name="connsiteY66" fmla="*/ 11894 h 327094"/>
                      <a:gd name="connsiteX67" fmla="*/ 178007 w 345717"/>
                      <a:gd name="connsiteY67" fmla="*/ 19031 h 327094"/>
                      <a:gd name="connsiteX68" fmla="*/ 194659 w 345717"/>
                      <a:gd name="connsiteY68" fmla="*/ 22599 h 327094"/>
                      <a:gd name="connsiteX69" fmla="*/ 216069 w 345717"/>
                      <a:gd name="connsiteY69" fmla="*/ 21410 h 327094"/>
                      <a:gd name="connsiteX70" fmla="*/ 236289 w 345717"/>
                      <a:gd name="connsiteY70" fmla="*/ 28546 h 327094"/>
                      <a:gd name="connsiteX71" fmla="*/ 248184 w 345717"/>
                      <a:gd name="connsiteY71" fmla="*/ 26168 h 327094"/>
                      <a:gd name="connsiteX72" fmla="*/ 260078 w 345717"/>
                      <a:gd name="connsiteY72" fmla="*/ 28546 h 327094"/>
                      <a:gd name="connsiteX73" fmla="*/ 283867 w 345717"/>
                      <a:gd name="connsiteY73" fmla="*/ 23789 h 327094"/>
                      <a:gd name="connsiteX74" fmla="*/ 298140 w 345717"/>
                      <a:gd name="connsiteY74" fmla="*/ 17842 h 327094"/>
                      <a:gd name="connsiteX75" fmla="*/ 298140 w 345717"/>
                      <a:gd name="connsiteY75" fmla="*/ 17842 h 327094"/>
                      <a:gd name="connsiteX76" fmla="*/ 324308 w 345717"/>
                      <a:gd name="connsiteY76" fmla="*/ 14273 h 327094"/>
                      <a:gd name="connsiteX77" fmla="*/ 338581 w 345717"/>
                      <a:gd name="connsiteY77" fmla="*/ 14273 h 327094"/>
                      <a:gd name="connsiteX78" fmla="*/ 345717 w 345717"/>
                      <a:gd name="connsiteY78" fmla="*/ 19031 h 327094"/>
                      <a:gd name="connsiteX79" fmla="*/ 345717 w 345717"/>
                      <a:gd name="connsiteY79" fmla="*/ 27357 h 3270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</a:cxnLst>
                    <a:rect l="l" t="t" r="r" b="b"/>
                    <a:pathLst>
                      <a:path w="345717" h="327094">
                        <a:moveTo>
                          <a:pt x="345717" y="27357"/>
                        </a:moveTo>
                        <a:cubicBezTo>
                          <a:pt x="343338" y="27357"/>
                          <a:pt x="340960" y="27357"/>
                          <a:pt x="337391" y="28546"/>
                        </a:cubicBezTo>
                        <a:cubicBezTo>
                          <a:pt x="335013" y="29736"/>
                          <a:pt x="332634" y="29736"/>
                          <a:pt x="330255" y="30925"/>
                        </a:cubicBezTo>
                        <a:cubicBezTo>
                          <a:pt x="327876" y="30925"/>
                          <a:pt x="324308" y="29736"/>
                          <a:pt x="323118" y="29736"/>
                        </a:cubicBezTo>
                        <a:cubicBezTo>
                          <a:pt x="317171" y="29736"/>
                          <a:pt x="306466" y="41630"/>
                          <a:pt x="300519" y="46388"/>
                        </a:cubicBezTo>
                        <a:cubicBezTo>
                          <a:pt x="296951" y="41630"/>
                          <a:pt x="299330" y="35683"/>
                          <a:pt x="291003" y="35683"/>
                        </a:cubicBezTo>
                        <a:cubicBezTo>
                          <a:pt x="286246" y="35683"/>
                          <a:pt x="279109" y="39252"/>
                          <a:pt x="273162" y="39252"/>
                        </a:cubicBezTo>
                        <a:cubicBezTo>
                          <a:pt x="267215" y="40441"/>
                          <a:pt x="261268" y="41630"/>
                          <a:pt x="255320" y="42820"/>
                        </a:cubicBezTo>
                        <a:cubicBezTo>
                          <a:pt x="248184" y="44009"/>
                          <a:pt x="243426" y="40441"/>
                          <a:pt x="237479" y="40441"/>
                        </a:cubicBezTo>
                        <a:cubicBezTo>
                          <a:pt x="237479" y="47577"/>
                          <a:pt x="238668" y="55904"/>
                          <a:pt x="237479" y="64229"/>
                        </a:cubicBezTo>
                        <a:cubicBezTo>
                          <a:pt x="237479" y="72556"/>
                          <a:pt x="235100" y="78503"/>
                          <a:pt x="233911" y="86829"/>
                        </a:cubicBezTo>
                        <a:cubicBezTo>
                          <a:pt x="232721" y="102291"/>
                          <a:pt x="235100" y="120133"/>
                          <a:pt x="231532" y="134406"/>
                        </a:cubicBezTo>
                        <a:cubicBezTo>
                          <a:pt x="224395" y="133217"/>
                          <a:pt x="217259" y="136785"/>
                          <a:pt x="210122" y="136785"/>
                        </a:cubicBezTo>
                        <a:cubicBezTo>
                          <a:pt x="208932" y="159384"/>
                          <a:pt x="208932" y="181984"/>
                          <a:pt x="205364" y="204583"/>
                        </a:cubicBezTo>
                        <a:cubicBezTo>
                          <a:pt x="205364" y="208151"/>
                          <a:pt x="204175" y="211720"/>
                          <a:pt x="204175" y="216477"/>
                        </a:cubicBezTo>
                        <a:cubicBezTo>
                          <a:pt x="202985" y="234319"/>
                          <a:pt x="202985" y="253350"/>
                          <a:pt x="202985" y="272381"/>
                        </a:cubicBezTo>
                        <a:cubicBezTo>
                          <a:pt x="202985" y="283086"/>
                          <a:pt x="202985" y="294980"/>
                          <a:pt x="201796" y="305685"/>
                        </a:cubicBezTo>
                        <a:cubicBezTo>
                          <a:pt x="200606" y="312822"/>
                          <a:pt x="199417" y="314011"/>
                          <a:pt x="192280" y="314011"/>
                        </a:cubicBezTo>
                        <a:cubicBezTo>
                          <a:pt x="189901" y="314011"/>
                          <a:pt x="187523" y="311632"/>
                          <a:pt x="185144" y="312822"/>
                        </a:cubicBezTo>
                        <a:cubicBezTo>
                          <a:pt x="182765" y="312822"/>
                          <a:pt x="181576" y="316390"/>
                          <a:pt x="179197" y="316390"/>
                        </a:cubicBezTo>
                        <a:cubicBezTo>
                          <a:pt x="179197" y="317579"/>
                          <a:pt x="179197" y="317579"/>
                          <a:pt x="179197" y="317579"/>
                        </a:cubicBezTo>
                        <a:cubicBezTo>
                          <a:pt x="178007" y="317579"/>
                          <a:pt x="176818" y="318769"/>
                          <a:pt x="174439" y="318769"/>
                        </a:cubicBezTo>
                        <a:cubicBezTo>
                          <a:pt x="174439" y="322337"/>
                          <a:pt x="174439" y="327095"/>
                          <a:pt x="169681" y="327095"/>
                        </a:cubicBezTo>
                        <a:cubicBezTo>
                          <a:pt x="168492" y="321147"/>
                          <a:pt x="166113" y="323526"/>
                          <a:pt x="162545" y="323526"/>
                        </a:cubicBezTo>
                        <a:cubicBezTo>
                          <a:pt x="160166" y="323526"/>
                          <a:pt x="154218" y="323526"/>
                          <a:pt x="151840" y="324716"/>
                        </a:cubicBezTo>
                        <a:cubicBezTo>
                          <a:pt x="151840" y="324716"/>
                          <a:pt x="150650" y="323526"/>
                          <a:pt x="150650" y="323526"/>
                        </a:cubicBezTo>
                        <a:cubicBezTo>
                          <a:pt x="145893" y="328284"/>
                          <a:pt x="145893" y="321147"/>
                          <a:pt x="143514" y="319958"/>
                        </a:cubicBezTo>
                        <a:cubicBezTo>
                          <a:pt x="138756" y="317579"/>
                          <a:pt x="137566" y="321147"/>
                          <a:pt x="135187" y="314011"/>
                        </a:cubicBezTo>
                        <a:cubicBezTo>
                          <a:pt x="132809" y="308064"/>
                          <a:pt x="132809" y="298548"/>
                          <a:pt x="123293" y="299738"/>
                        </a:cubicBezTo>
                        <a:cubicBezTo>
                          <a:pt x="123293" y="302116"/>
                          <a:pt x="116157" y="311632"/>
                          <a:pt x="113778" y="312822"/>
                        </a:cubicBezTo>
                        <a:cubicBezTo>
                          <a:pt x="112588" y="314011"/>
                          <a:pt x="110210" y="314011"/>
                          <a:pt x="109020" y="314011"/>
                        </a:cubicBezTo>
                        <a:cubicBezTo>
                          <a:pt x="104262" y="312822"/>
                          <a:pt x="103073" y="305685"/>
                          <a:pt x="100694" y="303306"/>
                        </a:cubicBezTo>
                        <a:cubicBezTo>
                          <a:pt x="99504" y="302116"/>
                          <a:pt x="95936" y="299738"/>
                          <a:pt x="94747" y="297359"/>
                        </a:cubicBezTo>
                        <a:cubicBezTo>
                          <a:pt x="92368" y="294980"/>
                          <a:pt x="91178" y="292601"/>
                          <a:pt x="89989" y="290222"/>
                        </a:cubicBezTo>
                        <a:cubicBezTo>
                          <a:pt x="86421" y="284275"/>
                          <a:pt x="85231" y="278328"/>
                          <a:pt x="82852" y="271191"/>
                        </a:cubicBezTo>
                        <a:cubicBezTo>
                          <a:pt x="82852" y="271191"/>
                          <a:pt x="81663" y="271191"/>
                          <a:pt x="81663" y="271191"/>
                        </a:cubicBezTo>
                        <a:cubicBezTo>
                          <a:pt x="80474" y="268812"/>
                          <a:pt x="79284" y="267623"/>
                          <a:pt x="79284" y="265244"/>
                        </a:cubicBezTo>
                        <a:cubicBezTo>
                          <a:pt x="79284" y="262865"/>
                          <a:pt x="80474" y="260486"/>
                          <a:pt x="80474" y="258108"/>
                        </a:cubicBezTo>
                        <a:cubicBezTo>
                          <a:pt x="79284" y="253350"/>
                          <a:pt x="75716" y="250971"/>
                          <a:pt x="74526" y="245024"/>
                        </a:cubicBezTo>
                        <a:cubicBezTo>
                          <a:pt x="74526" y="242645"/>
                          <a:pt x="74526" y="239077"/>
                          <a:pt x="74526" y="237887"/>
                        </a:cubicBezTo>
                        <a:cubicBezTo>
                          <a:pt x="74526" y="236698"/>
                          <a:pt x="72147" y="236698"/>
                          <a:pt x="72147" y="235508"/>
                        </a:cubicBezTo>
                        <a:cubicBezTo>
                          <a:pt x="72147" y="234319"/>
                          <a:pt x="74526" y="233129"/>
                          <a:pt x="74526" y="231940"/>
                        </a:cubicBezTo>
                        <a:cubicBezTo>
                          <a:pt x="74526" y="227182"/>
                          <a:pt x="74526" y="222424"/>
                          <a:pt x="74526" y="216477"/>
                        </a:cubicBezTo>
                        <a:cubicBezTo>
                          <a:pt x="74526" y="210530"/>
                          <a:pt x="70958" y="206962"/>
                          <a:pt x="68579" y="202204"/>
                        </a:cubicBezTo>
                        <a:cubicBezTo>
                          <a:pt x="66200" y="197446"/>
                          <a:pt x="66200" y="193878"/>
                          <a:pt x="66200" y="187931"/>
                        </a:cubicBezTo>
                        <a:cubicBezTo>
                          <a:pt x="65011" y="179605"/>
                          <a:pt x="60253" y="166521"/>
                          <a:pt x="62632" y="159384"/>
                        </a:cubicBezTo>
                        <a:cubicBezTo>
                          <a:pt x="62632" y="159384"/>
                          <a:pt x="65011" y="159384"/>
                          <a:pt x="65011" y="159384"/>
                        </a:cubicBezTo>
                        <a:cubicBezTo>
                          <a:pt x="65011" y="155816"/>
                          <a:pt x="65011" y="151058"/>
                          <a:pt x="65011" y="147490"/>
                        </a:cubicBezTo>
                        <a:cubicBezTo>
                          <a:pt x="57874" y="145111"/>
                          <a:pt x="50738" y="132027"/>
                          <a:pt x="50738" y="124891"/>
                        </a:cubicBezTo>
                        <a:cubicBezTo>
                          <a:pt x="50738" y="122512"/>
                          <a:pt x="51927" y="120133"/>
                          <a:pt x="50738" y="117754"/>
                        </a:cubicBezTo>
                        <a:cubicBezTo>
                          <a:pt x="49548" y="116565"/>
                          <a:pt x="45980" y="115375"/>
                          <a:pt x="44791" y="112996"/>
                        </a:cubicBezTo>
                        <a:cubicBezTo>
                          <a:pt x="42412" y="110618"/>
                          <a:pt x="40033" y="104671"/>
                          <a:pt x="38843" y="101102"/>
                        </a:cubicBezTo>
                        <a:cubicBezTo>
                          <a:pt x="36464" y="96344"/>
                          <a:pt x="36464" y="91587"/>
                          <a:pt x="34085" y="86829"/>
                        </a:cubicBezTo>
                        <a:cubicBezTo>
                          <a:pt x="31707" y="82071"/>
                          <a:pt x="30517" y="78503"/>
                          <a:pt x="28138" y="73745"/>
                        </a:cubicBezTo>
                        <a:cubicBezTo>
                          <a:pt x="24570" y="65419"/>
                          <a:pt x="19812" y="57093"/>
                          <a:pt x="15055" y="49956"/>
                        </a:cubicBezTo>
                        <a:cubicBezTo>
                          <a:pt x="11486" y="45199"/>
                          <a:pt x="4349" y="40441"/>
                          <a:pt x="1971" y="34494"/>
                        </a:cubicBezTo>
                        <a:cubicBezTo>
                          <a:pt x="-408" y="29736"/>
                          <a:pt x="-408" y="23789"/>
                          <a:pt x="781" y="16652"/>
                        </a:cubicBezTo>
                        <a:cubicBezTo>
                          <a:pt x="781" y="14273"/>
                          <a:pt x="781" y="13084"/>
                          <a:pt x="781" y="10705"/>
                        </a:cubicBezTo>
                        <a:cubicBezTo>
                          <a:pt x="4349" y="13084"/>
                          <a:pt x="7918" y="9516"/>
                          <a:pt x="12676" y="9516"/>
                        </a:cubicBezTo>
                        <a:cubicBezTo>
                          <a:pt x="18623" y="9516"/>
                          <a:pt x="21002" y="9516"/>
                          <a:pt x="24570" y="5947"/>
                        </a:cubicBezTo>
                        <a:cubicBezTo>
                          <a:pt x="26949" y="3569"/>
                          <a:pt x="29328" y="0"/>
                          <a:pt x="34085" y="0"/>
                        </a:cubicBezTo>
                        <a:cubicBezTo>
                          <a:pt x="36464" y="0"/>
                          <a:pt x="36464" y="2379"/>
                          <a:pt x="38843" y="2379"/>
                        </a:cubicBezTo>
                        <a:cubicBezTo>
                          <a:pt x="40033" y="2379"/>
                          <a:pt x="43601" y="1190"/>
                          <a:pt x="44791" y="0"/>
                        </a:cubicBezTo>
                        <a:cubicBezTo>
                          <a:pt x="45980" y="3569"/>
                          <a:pt x="49548" y="8326"/>
                          <a:pt x="51927" y="10705"/>
                        </a:cubicBezTo>
                        <a:cubicBezTo>
                          <a:pt x="56685" y="14273"/>
                          <a:pt x="60253" y="14273"/>
                          <a:pt x="65011" y="13084"/>
                        </a:cubicBezTo>
                        <a:cubicBezTo>
                          <a:pt x="74526" y="10705"/>
                          <a:pt x="85231" y="10705"/>
                          <a:pt x="95936" y="10705"/>
                        </a:cubicBezTo>
                        <a:cubicBezTo>
                          <a:pt x="118535" y="10705"/>
                          <a:pt x="141135" y="13084"/>
                          <a:pt x="162545" y="11894"/>
                        </a:cubicBezTo>
                        <a:cubicBezTo>
                          <a:pt x="170870" y="11894"/>
                          <a:pt x="170870" y="15463"/>
                          <a:pt x="178007" y="19031"/>
                        </a:cubicBezTo>
                        <a:cubicBezTo>
                          <a:pt x="183954" y="22599"/>
                          <a:pt x="187523" y="22599"/>
                          <a:pt x="194659" y="22599"/>
                        </a:cubicBezTo>
                        <a:cubicBezTo>
                          <a:pt x="195849" y="27357"/>
                          <a:pt x="216069" y="24978"/>
                          <a:pt x="216069" y="21410"/>
                        </a:cubicBezTo>
                        <a:cubicBezTo>
                          <a:pt x="222016" y="20221"/>
                          <a:pt x="230342" y="28546"/>
                          <a:pt x="236289" y="28546"/>
                        </a:cubicBezTo>
                        <a:cubicBezTo>
                          <a:pt x="239858" y="28546"/>
                          <a:pt x="243426" y="26168"/>
                          <a:pt x="248184" y="26168"/>
                        </a:cubicBezTo>
                        <a:cubicBezTo>
                          <a:pt x="251752" y="26168"/>
                          <a:pt x="256510" y="27357"/>
                          <a:pt x="260078" y="28546"/>
                        </a:cubicBezTo>
                        <a:cubicBezTo>
                          <a:pt x="269594" y="29736"/>
                          <a:pt x="276730" y="26168"/>
                          <a:pt x="283867" y="23789"/>
                        </a:cubicBezTo>
                        <a:cubicBezTo>
                          <a:pt x="288625" y="22599"/>
                          <a:pt x="293382" y="19031"/>
                          <a:pt x="298140" y="17842"/>
                        </a:cubicBezTo>
                        <a:cubicBezTo>
                          <a:pt x="298140" y="17842"/>
                          <a:pt x="298140" y="17842"/>
                          <a:pt x="298140" y="17842"/>
                        </a:cubicBezTo>
                        <a:cubicBezTo>
                          <a:pt x="306466" y="21410"/>
                          <a:pt x="317171" y="15463"/>
                          <a:pt x="324308" y="14273"/>
                        </a:cubicBezTo>
                        <a:cubicBezTo>
                          <a:pt x="327876" y="13084"/>
                          <a:pt x="335013" y="13084"/>
                          <a:pt x="338581" y="14273"/>
                        </a:cubicBezTo>
                        <a:cubicBezTo>
                          <a:pt x="342149" y="15463"/>
                          <a:pt x="343338" y="16652"/>
                          <a:pt x="345717" y="19031"/>
                        </a:cubicBezTo>
                        <a:cubicBezTo>
                          <a:pt x="345717" y="24978"/>
                          <a:pt x="345717" y="26168"/>
                          <a:pt x="345717" y="2735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9" name="Freeform 728">
                    <a:extLst>
                      <a:ext uri="{FF2B5EF4-FFF2-40B4-BE49-F238E27FC236}">
                        <a16:creationId xmlns:a16="http://schemas.microsoft.com/office/drawing/2014/main" id="{F25C5FB7-6255-DFB5-20EC-A7523C82B46B}"/>
                      </a:ext>
                    </a:extLst>
                  </p:cNvPr>
                  <p:cNvSpPr/>
                  <p:nvPr/>
                </p:nvSpPr>
                <p:spPr>
                  <a:xfrm>
                    <a:off x="6533235" y="4662663"/>
                    <a:ext cx="77731" cy="207094"/>
                  </a:xfrm>
                  <a:custGeom>
                    <a:avLst/>
                    <a:gdLst>
                      <a:gd name="connsiteX0" fmla="*/ 75124 w 77731"/>
                      <a:gd name="connsiteY0" fmla="*/ 151058 h 207094"/>
                      <a:gd name="connsiteX1" fmla="*/ 71555 w 77731"/>
                      <a:gd name="connsiteY1" fmla="*/ 155816 h 207094"/>
                      <a:gd name="connsiteX2" fmla="*/ 73934 w 77731"/>
                      <a:gd name="connsiteY2" fmla="*/ 161763 h 207094"/>
                      <a:gd name="connsiteX3" fmla="*/ 71555 w 77731"/>
                      <a:gd name="connsiteY3" fmla="*/ 176037 h 207094"/>
                      <a:gd name="connsiteX4" fmla="*/ 65608 w 77731"/>
                      <a:gd name="connsiteY4" fmla="*/ 179605 h 207094"/>
                      <a:gd name="connsiteX5" fmla="*/ 62040 w 77731"/>
                      <a:gd name="connsiteY5" fmla="*/ 185552 h 207094"/>
                      <a:gd name="connsiteX6" fmla="*/ 59661 w 77731"/>
                      <a:gd name="connsiteY6" fmla="*/ 198636 h 207094"/>
                      <a:gd name="connsiteX7" fmla="*/ 56093 w 77731"/>
                      <a:gd name="connsiteY7" fmla="*/ 206962 h 207094"/>
                      <a:gd name="connsiteX8" fmla="*/ 54903 w 77731"/>
                      <a:gd name="connsiteY8" fmla="*/ 199825 h 207094"/>
                      <a:gd name="connsiteX9" fmla="*/ 51335 w 77731"/>
                      <a:gd name="connsiteY9" fmla="*/ 195067 h 207094"/>
                      <a:gd name="connsiteX10" fmla="*/ 40630 w 77731"/>
                      <a:gd name="connsiteY10" fmla="*/ 186741 h 207094"/>
                      <a:gd name="connsiteX11" fmla="*/ 33493 w 77731"/>
                      <a:gd name="connsiteY11" fmla="*/ 174847 h 207094"/>
                      <a:gd name="connsiteX12" fmla="*/ 37062 w 77731"/>
                      <a:gd name="connsiteY12" fmla="*/ 161763 h 207094"/>
                      <a:gd name="connsiteX13" fmla="*/ 43009 w 77731"/>
                      <a:gd name="connsiteY13" fmla="*/ 149869 h 207094"/>
                      <a:gd name="connsiteX14" fmla="*/ 39441 w 77731"/>
                      <a:gd name="connsiteY14" fmla="*/ 136785 h 207094"/>
                      <a:gd name="connsiteX15" fmla="*/ 26357 w 77731"/>
                      <a:gd name="connsiteY15" fmla="*/ 136785 h 207094"/>
                      <a:gd name="connsiteX16" fmla="*/ 15652 w 77731"/>
                      <a:gd name="connsiteY16" fmla="*/ 130838 h 207094"/>
                      <a:gd name="connsiteX17" fmla="*/ 12084 w 77731"/>
                      <a:gd name="connsiteY17" fmla="*/ 124891 h 207094"/>
                      <a:gd name="connsiteX18" fmla="*/ 4947 w 77731"/>
                      <a:gd name="connsiteY18" fmla="*/ 126080 h 207094"/>
                      <a:gd name="connsiteX19" fmla="*/ 189 w 77731"/>
                      <a:gd name="connsiteY19" fmla="*/ 117754 h 207094"/>
                      <a:gd name="connsiteX20" fmla="*/ 4947 w 77731"/>
                      <a:gd name="connsiteY20" fmla="*/ 105860 h 207094"/>
                      <a:gd name="connsiteX21" fmla="*/ 8515 w 77731"/>
                      <a:gd name="connsiteY21" fmla="*/ 91587 h 207094"/>
                      <a:gd name="connsiteX22" fmla="*/ 18031 w 77731"/>
                      <a:gd name="connsiteY22" fmla="*/ 82071 h 207094"/>
                      <a:gd name="connsiteX23" fmla="*/ 15652 w 77731"/>
                      <a:gd name="connsiteY23" fmla="*/ 63040 h 207094"/>
                      <a:gd name="connsiteX24" fmla="*/ 15652 w 77731"/>
                      <a:gd name="connsiteY24" fmla="*/ 44009 h 207094"/>
                      <a:gd name="connsiteX25" fmla="*/ 18031 w 77731"/>
                      <a:gd name="connsiteY25" fmla="*/ 27357 h 207094"/>
                      <a:gd name="connsiteX26" fmla="*/ 14462 w 77731"/>
                      <a:gd name="connsiteY26" fmla="*/ 20221 h 207094"/>
                      <a:gd name="connsiteX27" fmla="*/ 16841 w 77731"/>
                      <a:gd name="connsiteY27" fmla="*/ 11894 h 207094"/>
                      <a:gd name="connsiteX28" fmla="*/ 6136 w 77731"/>
                      <a:gd name="connsiteY28" fmla="*/ 0 h 207094"/>
                      <a:gd name="connsiteX29" fmla="*/ 9705 w 77731"/>
                      <a:gd name="connsiteY29" fmla="*/ 1190 h 207094"/>
                      <a:gd name="connsiteX30" fmla="*/ 25167 w 77731"/>
                      <a:gd name="connsiteY30" fmla="*/ 8326 h 207094"/>
                      <a:gd name="connsiteX31" fmla="*/ 26357 w 77731"/>
                      <a:gd name="connsiteY31" fmla="*/ 15463 h 207094"/>
                      <a:gd name="connsiteX32" fmla="*/ 31114 w 77731"/>
                      <a:gd name="connsiteY32" fmla="*/ 21410 h 207094"/>
                      <a:gd name="connsiteX33" fmla="*/ 32304 w 77731"/>
                      <a:gd name="connsiteY33" fmla="*/ 38062 h 207094"/>
                      <a:gd name="connsiteX34" fmla="*/ 31114 w 77731"/>
                      <a:gd name="connsiteY34" fmla="*/ 39252 h 207094"/>
                      <a:gd name="connsiteX35" fmla="*/ 32304 w 77731"/>
                      <a:gd name="connsiteY35" fmla="*/ 60661 h 207094"/>
                      <a:gd name="connsiteX36" fmla="*/ 27546 w 77731"/>
                      <a:gd name="connsiteY36" fmla="*/ 78503 h 207094"/>
                      <a:gd name="connsiteX37" fmla="*/ 29925 w 77731"/>
                      <a:gd name="connsiteY37" fmla="*/ 84450 h 207094"/>
                      <a:gd name="connsiteX38" fmla="*/ 31114 w 77731"/>
                      <a:gd name="connsiteY38" fmla="*/ 91587 h 207094"/>
                      <a:gd name="connsiteX39" fmla="*/ 33493 w 77731"/>
                      <a:gd name="connsiteY39" fmla="*/ 98723 h 207094"/>
                      <a:gd name="connsiteX40" fmla="*/ 37062 w 77731"/>
                      <a:gd name="connsiteY40" fmla="*/ 104671 h 207094"/>
                      <a:gd name="connsiteX41" fmla="*/ 38251 w 77731"/>
                      <a:gd name="connsiteY41" fmla="*/ 111807 h 207094"/>
                      <a:gd name="connsiteX42" fmla="*/ 40630 w 77731"/>
                      <a:gd name="connsiteY42" fmla="*/ 118944 h 207094"/>
                      <a:gd name="connsiteX43" fmla="*/ 44198 w 77731"/>
                      <a:gd name="connsiteY43" fmla="*/ 124891 h 207094"/>
                      <a:gd name="connsiteX44" fmla="*/ 50145 w 77731"/>
                      <a:gd name="connsiteY44" fmla="*/ 121323 h 207094"/>
                      <a:gd name="connsiteX45" fmla="*/ 59661 w 77731"/>
                      <a:gd name="connsiteY45" fmla="*/ 128459 h 207094"/>
                      <a:gd name="connsiteX46" fmla="*/ 54903 w 77731"/>
                      <a:gd name="connsiteY46" fmla="*/ 112996 h 207094"/>
                      <a:gd name="connsiteX47" fmla="*/ 51335 w 77731"/>
                      <a:gd name="connsiteY47" fmla="*/ 107049 h 207094"/>
                      <a:gd name="connsiteX48" fmla="*/ 52524 w 77731"/>
                      <a:gd name="connsiteY48" fmla="*/ 103481 h 207094"/>
                      <a:gd name="connsiteX49" fmla="*/ 53714 w 77731"/>
                      <a:gd name="connsiteY49" fmla="*/ 104671 h 207094"/>
                      <a:gd name="connsiteX50" fmla="*/ 70366 w 77731"/>
                      <a:gd name="connsiteY50" fmla="*/ 123701 h 207094"/>
                      <a:gd name="connsiteX51" fmla="*/ 75124 w 77731"/>
                      <a:gd name="connsiteY51" fmla="*/ 151058 h 2070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</a:cxnLst>
                    <a:rect l="l" t="t" r="r" b="b"/>
                    <a:pathLst>
                      <a:path w="77731" h="207094">
                        <a:moveTo>
                          <a:pt x="75124" y="151058"/>
                        </a:moveTo>
                        <a:cubicBezTo>
                          <a:pt x="72745" y="152248"/>
                          <a:pt x="71555" y="152248"/>
                          <a:pt x="71555" y="155816"/>
                        </a:cubicBezTo>
                        <a:cubicBezTo>
                          <a:pt x="71555" y="158195"/>
                          <a:pt x="72745" y="159384"/>
                          <a:pt x="73934" y="161763"/>
                        </a:cubicBezTo>
                        <a:cubicBezTo>
                          <a:pt x="73934" y="166521"/>
                          <a:pt x="73934" y="172468"/>
                          <a:pt x="71555" y="176037"/>
                        </a:cubicBezTo>
                        <a:cubicBezTo>
                          <a:pt x="69176" y="178415"/>
                          <a:pt x="67987" y="178415"/>
                          <a:pt x="65608" y="179605"/>
                        </a:cubicBezTo>
                        <a:cubicBezTo>
                          <a:pt x="63229" y="180794"/>
                          <a:pt x="63229" y="183173"/>
                          <a:pt x="62040" y="185552"/>
                        </a:cubicBezTo>
                        <a:cubicBezTo>
                          <a:pt x="60850" y="190310"/>
                          <a:pt x="58472" y="193878"/>
                          <a:pt x="59661" y="198636"/>
                        </a:cubicBezTo>
                        <a:cubicBezTo>
                          <a:pt x="59661" y="201014"/>
                          <a:pt x="60850" y="208151"/>
                          <a:pt x="56093" y="206962"/>
                        </a:cubicBezTo>
                        <a:cubicBezTo>
                          <a:pt x="54903" y="204583"/>
                          <a:pt x="54903" y="202204"/>
                          <a:pt x="54903" y="199825"/>
                        </a:cubicBezTo>
                        <a:cubicBezTo>
                          <a:pt x="53714" y="198636"/>
                          <a:pt x="52524" y="196257"/>
                          <a:pt x="51335" y="195067"/>
                        </a:cubicBezTo>
                        <a:cubicBezTo>
                          <a:pt x="47767" y="191499"/>
                          <a:pt x="44198" y="190310"/>
                          <a:pt x="40630" y="186741"/>
                        </a:cubicBezTo>
                        <a:cubicBezTo>
                          <a:pt x="37062" y="183173"/>
                          <a:pt x="33493" y="179605"/>
                          <a:pt x="33493" y="174847"/>
                        </a:cubicBezTo>
                        <a:cubicBezTo>
                          <a:pt x="33493" y="168900"/>
                          <a:pt x="35872" y="166521"/>
                          <a:pt x="37062" y="161763"/>
                        </a:cubicBezTo>
                        <a:cubicBezTo>
                          <a:pt x="38251" y="157006"/>
                          <a:pt x="41820" y="153437"/>
                          <a:pt x="43009" y="149869"/>
                        </a:cubicBezTo>
                        <a:cubicBezTo>
                          <a:pt x="44198" y="145111"/>
                          <a:pt x="44198" y="139164"/>
                          <a:pt x="39441" y="136785"/>
                        </a:cubicBezTo>
                        <a:cubicBezTo>
                          <a:pt x="34683" y="133217"/>
                          <a:pt x="31114" y="136785"/>
                          <a:pt x="26357" y="136785"/>
                        </a:cubicBezTo>
                        <a:cubicBezTo>
                          <a:pt x="19220" y="137975"/>
                          <a:pt x="18031" y="136785"/>
                          <a:pt x="15652" y="130838"/>
                        </a:cubicBezTo>
                        <a:cubicBezTo>
                          <a:pt x="14462" y="128459"/>
                          <a:pt x="13273" y="127270"/>
                          <a:pt x="12084" y="124891"/>
                        </a:cubicBezTo>
                        <a:cubicBezTo>
                          <a:pt x="10894" y="124891"/>
                          <a:pt x="7326" y="126080"/>
                          <a:pt x="4947" y="126080"/>
                        </a:cubicBezTo>
                        <a:cubicBezTo>
                          <a:pt x="4947" y="122512"/>
                          <a:pt x="1378" y="121323"/>
                          <a:pt x="189" y="117754"/>
                        </a:cubicBezTo>
                        <a:cubicBezTo>
                          <a:pt x="-1000" y="111807"/>
                          <a:pt x="3757" y="111807"/>
                          <a:pt x="4947" y="105860"/>
                        </a:cubicBezTo>
                        <a:cubicBezTo>
                          <a:pt x="6136" y="101102"/>
                          <a:pt x="4947" y="96344"/>
                          <a:pt x="8515" y="91587"/>
                        </a:cubicBezTo>
                        <a:cubicBezTo>
                          <a:pt x="10894" y="88018"/>
                          <a:pt x="15652" y="85639"/>
                          <a:pt x="18031" y="82071"/>
                        </a:cubicBezTo>
                        <a:cubicBezTo>
                          <a:pt x="12084" y="77313"/>
                          <a:pt x="15652" y="68987"/>
                          <a:pt x="15652" y="63040"/>
                        </a:cubicBezTo>
                        <a:cubicBezTo>
                          <a:pt x="15652" y="55904"/>
                          <a:pt x="12084" y="51146"/>
                          <a:pt x="15652" y="44009"/>
                        </a:cubicBezTo>
                        <a:cubicBezTo>
                          <a:pt x="19220" y="38062"/>
                          <a:pt x="20410" y="34494"/>
                          <a:pt x="18031" y="27357"/>
                        </a:cubicBezTo>
                        <a:cubicBezTo>
                          <a:pt x="16841" y="23789"/>
                          <a:pt x="14462" y="24978"/>
                          <a:pt x="14462" y="20221"/>
                        </a:cubicBezTo>
                        <a:cubicBezTo>
                          <a:pt x="14462" y="17842"/>
                          <a:pt x="18031" y="15463"/>
                          <a:pt x="16841" y="11894"/>
                        </a:cubicBezTo>
                        <a:cubicBezTo>
                          <a:pt x="10894" y="13084"/>
                          <a:pt x="7326" y="7137"/>
                          <a:pt x="6136" y="0"/>
                        </a:cubicBezTo>
                        <a:cubicBezTo>
                          <a:pt x="7326" y="0"/>
                          <a:pt x="8515" y="1190"/>
                          <a:pt x="9705" y="1190"/>
                        </a:cubicBezTo>
                        <a:cubicBezTo>
                          <a:pt x="14462" y="2379"/>
                          <a:pt x="20410" y="8326"/>
                          <a:pt x="25167" y="8326"/>
                        </a:cubicBezTo>
                        <a:cubicBezTo>
                          <a:pt x="25167" y="10705"/>
                          <a:pt x="25167" y="14273"/>
                          <a:pt x="26357" y="15463"/>
                        </a:cubicBezTo>
                        <a:cubicBezTo>
                          <a:pt x="27546" y="17842"/>
                          <a:pt x="28736" y="20221"/>
                          <a:pt x="31114" y="21410"/>
                        </a:cubicBezTo>
                        <a:cubicBezTo>
                          <a:pt x="35872" y="24978"/>
                          <a:pt x="32304" y="33304"/>
                          <a:pt x="32304" y="38062"/>
                        </a:cubicBezTo>
                        <a:cubicBezTo>
                          <a:pt x="32304" y="38062"/>
                          <a:pt x="32304" y="38062"/>
                          <a:pt x="31114" y="39252"/>
                        </a:cubicBezTo>
                        <a:cubicBezTo>
                          <a:pt x="33493" y="45199"/>
                          <a:pt x="34683" y="54714"/>
                          <a:pt x="32304" y="60661"/>
                        </a:cubicBezTo>
                        <a:cubicBezTo>
                          <a:pt x="31114" y="65419"/>
                          <a:pt x="25167" y="73745"/>
                          <a:pt x="27546" y="78503"/>
                        </a:cubicBezTo>
                        <a:cubicBezTo>
                          <a:pt x="28736" y="80882"/>
                          <a:pt x="29925" y="82071"/>
                          <a:pt x="29925" y="84450"/>
                        </a:cubicBezTo>
                        <a:cubicBezTo>
                          <a:pt x="29925" y="86829"/>
                          <a:pt x="29925" y="89208"/>
                          <a:pt x="31114" y="91587"/>
                        </a:cubicBezTo>
                        <a:cubicBezTo>
                          <a:pt x="32304" y="93965"/>
                          <a:pt x="32304" y="96344"/>
                          <a:pt x="33493" y="98723"/>
                        </a:cubicBezTo>
                        <a:cubicBezTo>
                          <a:pt x="33493" y="102291"/>
                          <a:pt x="34683" y="102291"/>
                          <a:pt x="37062" y="104671"/>
                        </a:cubicBezTo>
                        <a:cubicBezTo>
                          <a:pt x="38251" y="107049"/>
                          <a:pt x="38251" y="109428"/>
                          <a:pt x="38251" y="111807"/>
                        </a:cubicBezTo>
                        <a:cubicBezTo>
                          <a:pt x="38251" y="114186"/>
                          <a:pt x="39441" y="116565"/>
                          <a:pt x="40630" y="118944"/>
                        </a:cubicBezTo>
                        <a:cubicBezTo>
                          <a:pt x="40630" y="121323"/>
                          <a:pt x="40630" y="124891"/>
                          <a:pt x="44198" y="124891"/>
                        </a:cubicBezTo>
                        <a:cubicBezTo>
                          <a:pt x="46577" y="124891"/>
                          <a:pt x="48956" y="122512"/>
                          <a:pt x="50145" y="121323"/>
                        </a:cubicBezTo>
                        <a:cubicBezTo>
                          <a:pt x="53714" y="121323"/>
                          <a:pt x="57282" y="127270"/>
                          <a:pt x="59661" y="128459"/>
                        </a:cubicBezTo>
                        <a:cubicBezTo>
                          <a:pt x="58472" y="124891"/>
                          <a:pt x="58472" y="116565"/>
                          <a:pt x="54903" y="112996"/>
                        </a:cubicBezTo>
                        <a:cubicBezTo>
                          <a:pt x="52524" y="110618"/>
                          <a:pt x="50145" y="111807"/>
                          <a:pt x="51335" y="107049"/>
                        </a:cubicBezTo>
                        <a:cubicBezTo>
                          <a:pt x="51335" y="105860"/>
                          <a:pt x="52524" y="104671"/>
                          <a:pt x="52524" y="103481"/>
                        </a:cubicBezTo>
                        <a:cubicBezTo>
                          <a:pt x="52524" y="103481"/>
                          <a:pt x="52524" y="104671"/>
                          <a:pt x="53714" y="104671"/>
                        </a:cubicBezTo>
                        <a:cubicBezTo>
                          <a:pt x="58472" y="111807"/>
                          <a:pt x="65608" y="116565"/>
                          <a:pt x="70366" y="123701"/>
                        </a:cubicBezTo>
                        <a:cubicBezTo>
                          <a:pt x="72745" y="133217"/>
                          <a:pt x="82260" y="143922"/>
                          <a:pt x="75124" y="15105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0" name="Freeform 729">
                    <a:extLst>
                      <a:ext uri="{FF2B5EF4-FFF2-40B4-BE49-F238E27FC236}">
                        <a16:creationId xmlns:a16="http://schemas.microsoft.com/office/drawing/2014/main" id="{DAEF85FE-4A87-630A-E659-40EFD4283305}"/>
                      </a:ext>
                    </a:extLst>
                  </p:cNvPr>
                  <p:cNvSpPr/>
                  <p:nvPr/>
                </p:nvSpPr>
                <p:spPr>
                  <a:xfrm>
                    <a:off x="6249810" y="4630548"/>
                    <a:ext cx="303220" cy="257480"/>
                  </a:xfrm>
                  <a:custGeom>
                    <a:avLst/>
                    <a:gdLst>
                      <a:gd name="connsiteX0" fmla="*/ 300266 w 303220"/>
                      <a:gd name="connsiteY0" fmla="*/ 112996 h 257480"/>
                      <a:gd name="connsiteX1" fmla="*/ 290751 w 303220"/>
                      <a:gd name="connsiteY1" fmla="*/ 122512 h 257480"/>
                      <a:gd name="connsiteX2" fmla="*/ 287183 w 303220"/>
                      <a:gd name="connsiteY2" fmla="*/ 136785 h 257480"/>
                      <a:gd name="connsiteX3" fmla="*/ 282425 w 303220"/>
                      <a:gd name="connsiteY3" fmla="*/ 148679 h 257480"/>
                      <a:gd name="connsiteX4" fmla="*/ 287183 w 303220"/>
                      <a:gd name="connsiteY4" fmla="*/ 157005 h 257480"/>
                      <a:gd name="connsiteX5" fmla="*/ 287183 w 303220"/>
                      <a:gd name="connsiteY5" fmla="*/ 159384 h 257480"/>
                      <a:gd name="connsiteX6" fmla="*/ 259826 w 303220"/>
                      <a:gd name="connsiteY6" fmla="*/ 170089 h 257480"/>
                      <a:gd name="connsiteX7" fmla="*/ 231279 w 303220"/>
                      <a:gd name="connsiteY7" fmla="*/ 178415 h 257480"/>
                      <a:gd name="connsiteX8" fmla="*/ 220574 w 303220"/>
                      <a:gd name="connsiteY8" fmla="*/ 183173 h 257480"/>
                      <a:gd name="connsiteX9" fmla="*/ 219385 w 303220"/>
                      <a:gd name="connsiteY9" fmla="*/ 198635 h 257480"/>
                      <a:gd name="connsiteX10" fmla="*/ 219385 w 303220"/>
                      <a:gd name="connsiteY10" fmla="*/ 198635 h 257480"/>
                      <a:gd name="connsiteX11" fmla="*/ 199164 w 303220"/>
                      <a:gd name="connsiteY11" fmla="*/ 198635 h 257480"/>
                      <a:gd name="connsiteX12" fmla="*/ 192028 w 303220"/>
                      <a:gd name="connsiteY12" fmla="*/ 199825 h 257480"/>
                      <a:gd name="connsiteX13" fmla="*/ 183702 w 303220"/>
                      <a:gd name="connsiteY13" fmla="*/ 203393 h 257480"/>
                      <a:gd name="connsiteX14" fmla="*/ 177754 w 303220"/>
                      <a:gd name="connsiteY14" fmla="*/ 217666 h 257480"/>
                      <a:gd name="connsiteX15" fmla="*/ 177754 w 303220"/>
                      <a:gd name="connsiteY15" fmla="*/ 217666 h 257480"/>
                      <a:gd name="connsiteX16" fmla="*/ 162292 w 303220"/>
                      <a:gd name="connsiteY16" fmla="*/ 218856 h 257480"/>
                      <a:gd name="connsiteX17" fmla="*/ 153966 w 303220"/>
                      <a:gd name="connsiteY17" fmla="*/ 227182 h 257480"/>
                      <a:gd name="connsiteX18" fmla="*/ 136124 w 303220"/>
                      <a:gd name="connsiteY18" fmla="*/ 249781 h 257480"/>
                      <a:gd name="connsiteX19" fmla="*/ 117094 w 303220"/>
                      <a:gd name="connsiteY19" fmla="*/ 256918 h 257480"/>
                      <a:gd name="connsiteX20" fmla="*/ 111146 w 303220"/>
                      <a:gd name="connsiteY20" fmla="*/ 256918 h 257480"/>
                      <a:gd name="connsiteX21" fmla="*/ 83789 w 303220"/>
                      <a:gd name="connsiteY21" fmla="*/ 253350 h 257480"/>
                      <a:gd name="connsiteX22" fmla="*/ 81410 w 303220"/>
                      <a:gd name="connsiteY22" fmla="*/ 252160 h 257480"/>
                      <a:gd name="connsiteX23" fmla="*/ 74274 w 303220"/>
                      <a:gd name="connsiteY23" fmla="*/ 247402 h 257480"/>
                      <a:gd name="connsiteX24" fmla="*/ 60000 w 303220"/>
                      <a:gd name="connsiteY24" fmla="*/ 247402 h 257480"/>
                      <a:gd name="connsiteX25" fmla="*/ 33833 w 303220"/>
                      <a:gd name="connsiteY25" fmla="*/ 250971 h 257480"/>
                      <a:gd name="connsiteX26" fmla="*/ 33833 w 303220"/>
                      <a:gd name="connsiteY26" fmla="*/ 250971 h 257480"/>
                      <a:gd name="connsiteX27" fmla="*/ 529 w 303220"/>
                      <a:gd name="connsiteY27" fmla="*/ 217666 h 257480"/>
                      <a:gd name="connsiteX28" fmla="*/ 529 w 303220"/>
                      <a:gd name="connsiteY28" fmla="*/ 128459 h 257480"/>
                      <a:gd name="connsiteX29" fmla="*/ 56432 w 303220"/>
                      <a:gd name="connsiteY29" fmla="*/ 128459 h 257480"/>
                      <a:gd name="connsiteX30" fmla="*/ 60000 w 303220"/>
                      <a:gd name="connsiteY30" fmla="*/ 111807 h 257480"/>
                      <a:gd name="connsiteX31" fmla="*/ 55243 w 303220"/>
                      <a:gd name="connsiteY31" fmla="*/ 92776 h 257480"/>
                      <a:gd name="connsiteX32" fmla="*/ 54053 w 303220"/>
                      <a:gd name="connsiteY32" fmla="*/ 78502 h 257480"/>
                      <a:gd name="connsiteX33" fmla="*/ 64758 w 303220"/>
                      <a:gd name="connsiteY33" fmla="*/ 82071 h 257480"/>
                      <a:gd name="connsiteX34" fmla="*/ 64758 w 303220"/>
                      <a:gd name="connsiteY34" fmla="*/ 86829 h 257480"/>
                      <a:gd name="connsiteX35" fmla="*/ 86168 w 303220"/>
                      <a:gd name="connsiteY35" fmla="*/ 78502 h 257480"/>
                      <a:gd name="connsiteX36" fmla="*/ 109957 w 303220"/>
                      <a:gd name="connsiteY36" fmla="*/ 99912 h 257480"/>
                      <a:gd name="connsiteX37" fmla="*/ 127798 w 303220"/>
                      <a:gd name="connsiteY37" fmla="*/ 98723 h 257480"/>
                      <a:gd name="connsiteX38" fmla="*/ 139693 w 303220"/>
                      <a:gd name="connsiteY38" fmla="*/ 89208 h 257480"/>
                      <a:gd name="connsiteX39" fmla="*/ 158724 w 303220"/>
                      <a:gd name="connsiteY39" fmla="*/ 111807 h 257480"/>
                      <a:gd name="connsiteX40" fmla="*/ 186081 w 303220"/>
                      <a:gd name="connsiteY40" fmla="*/ 139164 h 257480"/>
                      <a:gd name="connsiteX41" fmla="*/ 202733 w 303220"/>
                      <a:gd name="connsiteY41" fmla="*/ 140353 h 257480"/>
                      <a:gd name="connsiteX42" fmla="*/ 202733 w 303220"/>
                      <a:gd name="connsiteY42" fmla="*/ 122512 h 257480"/>
                      <a:gd name="connsiteX43" fmla="*/ 196785 w 303220"/>
                      <a:gd name="connsiteY43" fmla="*/ 105860 h 257480"/>
                      <a:gd name="connsiteX44" fmla="*/ 196785 w 303220"/>
                      <a:gd name="connsiteY44" fmla="*/ 116564 h 257480"/>
                      <a:gd name="connsiteX45" fmla="*/ 186081 w 303220"/>
                      <a:gd name="connsiteY45" fmla="*/ 114185 h 257480"/>
                      <a:gd name="connsiteX46" fmla="*/ 172997 w 303220"/>
                      <a:gd name="connsiteY46" fmla="*/ 96344 h 257480"/>
                      <a:gd name="connsiteX47" fmla="*/ 172997 w 303220"/>
                      <a:gd name="connsiteY47" fmla="*/ 71366 h 257480"/>
                      <a:gd name="connsiteX48" fmla="*/ 178944 w 303220"/>
                      <a:gd name="connsiteY48" fmla="*/ 47577 h 257480"/>
                      <a:gd name="connsiteX49" fmla="*/ 171807 w 303220"/>
                      <a:gd name="connsiteY49" fmla="*/ 33304 h 257480"/>
                      <a:gd name="connsiteX50" fmla="*/ 175376 w 303220"/>
                      <a:gd name="connsiteY50" fmla="*/ 32115 h 257480"/>
                      <a:gd name="connsiteX51" fmla="*/ 181323 w 303220"/>
                      <a:gd name="connsiteY51" fmla="*/ 24978 h 257480"/>
                      <a:gd name="connsiteX52" fmla="*/ 186081 w 303220"/>
                      <a:gd name="connsiteY52" fmla="*/ 16652 h 257480"/>
                      <a:gd name="connsiteX53" fmla="*/ 186081 w 303220"/>
                      <a:gd name="connsiteY53" fmla="*/ 10705 h 257480"/>
                      <a:gd name="connsiteX54" fmla="*/ 192028 w 303220"/>
                      <a:gd name="connsiteY54" fmla="*/ 9515 h 257480"/>
                      <a:gd name="connsiteX55" fmla="*/ 222953 w 303220"/>
                      <a:gd name="connsiteY55" fmla="*/ 0 h 257480"/>
                      <a:gd name="connsiteX56" fmla="*/ 222953 w 303220"/>
                      <a:gd name="connsiteY56" fmla="*/ 3568 h 257480"/>
                      <a:gd name="connsiteX57" fmla="*/ 226521 w 303220"/>
                      <a:gd name="connsiteY57" fmla="*/ 9515 h 257480"/>
                      <a:gd name="connsiteX58" fmla="*/ 233658 w 303220"/>
                      <a:gd name="connsiteY58" fmla="*/ 10705 h 257480"/>
                      <a:gd name="connsiteX59" fmla="*/ 238416 w 303220"/>
                      <a:gd name="connsiteY59" fmla="*/ 16652 h 257480"/>
                      <a:gd name="connsiteX60" fmla="*/ 239605 w 303220"/>
                      <a:gd name="connsiteY60" fmla="*/ 7136 h 257480"/>
                      <a:gd name="connsiteX61" fmla="*/ 239605 w 303220"/>
                      <a:gd name="connsiteY61" fmla="*/ 7136 h 257480"/>
                      <a:gd name="connsiteX62" fmla="*/ 258636 w 303220"/>
                      <a:gd name="connsiteY62" fmla="*/ 15463 h 257480"/>
                      <a:gd name="connsiteX63" fmla="*/ 277667 w 303220"/>
                      <a:gd name="connsiteY63" fmla="*/ 22599 h 257480"/>
                      <a:gd name="connsiteX64" fmla="*/ 289562 w 303220"/>
                      <a:gd name="connsiteY64" fmla="*/ 32115 h 257480"/>
                      <a:gd name="connsiteX65" fmla="*/ 300266 w 303220"/>
                      <a:gd name="connsiteY65" fmla="*/ 44009 h 257480"/>
                      <a:gd name="connsiteX66" fmla="*/ 297887 w 303220"/>
                      <a:gd name="connsiteY66" fmla="*/ 52335 h 257480"/>
                      <a:gd name="connsiteX67" fmla="*/ 301456 w 303220"/>
                      <a:gd name="connsiteY67" fmla="*/ 59472 h 257480"/>
                      <a:gd name="connsiteX68" fmla="*/ 299077 w 303220"/>
                      <a:gd name="connsiteY68" fmla="*/ 76124 h 257480"/>
                      <a:gd name="connsiteX69" fmla="*/ 299077 w 303220"/>
                      <a:gd name="connsiteY69" fmla="*/ 95155 h 257480"/>
                      <a:gd name="connsiteX70" fmla="*/ 300266 w 303220"/>
                      <a:gd name="connsiteY70" fmla="*/ 112996 h 2574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303220" h="257480">
                        <a:moveTo>
                          <a:pt x="300266" y="112996"/>
                        </a:moveTo>
                        <a:cubicBezTo>
                          <a:pt x="296698" y="116564"/>
                          <a:pt x="293130" y="118944"/>
                          <a:pt x="290751" y="122512"/>
                        </a:cubicBezTo>
                        <a:cubicBezTo>
                          <a:pt x="287183" y="127269"/>
                          <a:pt x="289562" y="130838"/>
                          <a:pt x="287183" y="136785"/>
                        </a:cubicBezTo>
                        <a:cubicBezTo>
                          <a:pt x="285993" y="142732"/>
                          <a:pt x="281235" y="142732"/>
                          <a:pt x="282425" y="148679"/>
                        </a:cubicBezTo>
                        <a:cubicBezTo>
                          <a:pt x="283614" y="153437"/>
                          <a:pt x="287183" y="154627"/>
                          <a:pt x="287183" y="157005"/>
                        </a:cubicBezTo>
                        <a:cubicBezTo>
                          <a:pt x="287183" y="157005"/>
                          <a:pt x="287183" y="158195"/>
                          <a:pt x="287183" y="159384"/>
                        </a:cubicBezTo>
                        <a:cubicBezTo>
                          <a:pt x="283614" y="165331"/>
                          <a:pt x="265773" y="167710"/>
                          <a:pt x="259826" y="170089"/>
                        </a:cubicBezTo>
                        <a:cubicBezTo>
                          <a:pt x="250310" y="172468"/>
                          <a:pt x="240795" y="176036"/>
                          <a:pt x="231279" y="178415"/>
                        </a:cubicBezTo>
                        <a:cubicBezTo>
                          <a:pt x="227711" y="179604"/>
                          <a:pt x="224143" y="181983"/>
                          <a:pt x="220574" y="183173"/>
                        </a:cubicBezTo>
                        <a:cubicBezTo>
                          <a:pt x="220574" y="187931"/>
                          <a:pt x="219385" y="193878"/>
                          <a:pt x="219385" y="198635"/>
                        </a:cubicBezTo>
                        <a:lnTo>
                          <a:pt x="219385" y="198635"/>
                        </a:lnTo>
                        <a:cubicBezTo>
                          <a:pt x="213437" y="198635"/>
                          <a:pt x="206301" y="198635"/>
                          <a:pt x="199164" y="198635"/>
                        </a:cubicBezTo>
                        <a:cubicBezTo>
                          <a:pt x="195596" y="198635"/>
                          <a:pt x="195596" y="198635"/>
                          <a:pt x="192028" y="199825"/>
                        </a:cubicBezTo>
                        <a:cubicBezTo>
                          <a:pt x="189649" y="201014"/>
                          <a:pt x="186081" y="203393"/>
                          <a:pt x="183702" y="203393"/>
                        </a:cubicBezTo>
                        <a:cubicBezTo>
                          <a:pt x="178944" y="206962"/>
                          <a:pt x="177754" y="211719"/>
                          <a:pt x="177754" y="217666"/>
                        </a:cubicBezTo>
                        <a:cubicBezTo>
                          <a:pt x="177754" y="217666"/>
                          <a:pt x="177754" y="217666"/>
                          <a:pt x="177754" y="217666"/>
                        </a:cubicBezTo>
                        <a:cubicBezTo>
                          <a:pt x="172997" y="217666"/>
                          <a:pt x="165860" y="216477"/>
                          <a:pt x="162292" y="218856"/>
                        </a:cubicBezTo>
                        <a:cubicBezTo>
                          <a:pt x="158724" y="221235"/>
                          <a:pt x="156345" y="224803"/>
                          <a:pt x="153966" y="227182"/>
                        </a:cubicBezTo>
                        <a:cubicBezTo>
                          <a:pt x="146829" y="233129"/>
                          <a:pt x="140882" y="241455"/>
                          <a:pt x="136124" y="249781"/>
                        </a:cubicBezTo>
                        <a:cubicBezTo>
                          <a:pt x="131367" y="258107"/>
                          <a:pt x="125419" y="258107"/>
                          <a:pt x="117094" y="256918"/>
                        </a:cubicBezTo>
                        <a:cubicBezTo>
                          <a:pt x="114715" y="256918"/>
                          <a:pt x="113525" y="256918"/>
                          <a:pt x="111146" y="256918"/>
                        </a:cubicBezTo>
                        <a:cubicBezTo>
                          <a:pt x="101631" y="256918"/>
                          <a:pt x="92115" y="258107"/>
                          <a:pt x="83789" y="253350"/>
                        </a:cubicBezTo>
                        <a:cubicBezTo>
                          <a:pt x="82600" y="253350"/>
                          <a:pt x="82600" y="252160"/>
                          <a:pt x="81410" y="252160"/>
                        </a:cubicBezTo>
                        <a:cubicBezTo>
                          <a:pt x="79031" y="249781"/>
                          <a:pt x="79031" y="248592"/>
                          <a:pt x="74274" y="247402"/>
                        </a:cubicBezTo>
                        <a:cubicBezTo>
                          <a:pt x="70705" y="246213"/>
                          <a:pt x="63569" y="246213"/>
                          <a:pt x="60000" y="247402"/>
                        </a:cubicBezTo>
                        <a:cubicBezTo>
                          <a:pt x="52864" y="248592"/>
                          <a:pt x="43348" y="255729"/>
                          <a:pt x="33833" y="250971"/>
                        </a:cubicBezTo>
                        <a:cubicBezTo>
                          <a:pt x="33833" y="250971"/>
                          <a:pt x="33833" y="250971"/>
                          <a:pt x="33833" y="250971"/>
                        </a:cubicBezTo>
                        <a:cubicBezTo>
                          <a:pt x="29075" y="248592"/>
                          <a:pt x="12423" y="228371"/>
                          <a:pt x="529" y="217666"/>
                        </a:cubicBezTo>
                        <a:cubicBezTo>
                          <a:pt x="529" y="217666"/>
                          <a:pt x="-661" y="143921"/>
                          <a:pt x="529" y="128459"/>
                        </a:cubicBezTo>
                        <a:cubicBezTo>
                          <a:pt x="10044" y="126080"/>
                          <a:pt x="56432" y="128459"/>
                          <a:pt x="56432" y="128459"/>
                        </a:cubicBezTo>
                        <a:cubicBezTo>
                          <a:pt x="57622" y="122512"/>
                          <a:pt x="56432" y="116564"/>
                          <a:pt x="60000" y="111807"/>
                        </a:cubicBezTo>
                        <a:cubicBezTo>
                          <a:pt x="55243" y="109428"/>
                          <a:pt x="56432" y="98723"/>
                          <a:pt x="55243" y="92776"/>
                        </a:cubicBezTo>
                        <a:cubicBezTo>
                          <a:pt x="55243" y="88018"/>
                          <a:pt x="55243" y="83260"/>
                          <a:pt x="54053" y="78502"/>
                        </a:cubicBezTo>
                        <a:cubicBezTo>
                          <a:pt x="57622" y="79692"/>
                          <a:pt x="60000" y="80881"/>
                          <a:pt x="64758" y="82071"/>
                        </a:cubicBezTo>
                        <a:cubicBezTo>
                          <a:pt x="64758" y="83260"/>
                          <a:pt x="64758" y="85639"/>
                          <a:pt x="64758" y="86829"/>
                        </a:cubicBezTo>
                        <a:cubicBezTo>
                          <a:pt x="73084" y="86829"/>
                          <a:pt x="77842" y="79692"/>
                          <a:pt x="86168" y="78502"/>
                        </a:cubicBezTo>
                        <a:cubicBezTo>
                          <a:pt x="86168" y="91586"/>
                          <a:pt x="98062" y="97533"/>
                          <a:pt x="109957" y="99912"/>
                        </a:cubicBezTo>
                        <a:cubicBezTo>
                          <a:pt x="115904" y="101102"/>
                          <a:pt x="123041" y="102291"/>
                          <a:pt x="127798" y="98723"/>
                        </a:cubicBezTo>
                        <a:cubicBezTo>
                          <a:pt x="132556" y="95155"/>
                          <a:pt x="132556" y="88018"/>
                          <a:pt x="139693" y="89208"/>
                        </a:cubicBezTo>
                        <a:cubicBezTo>
                          <a:pt x="139693" y="102291"/>
                          <a:pt x="146829" y="110617"/>
                          <a:pt x="158724" y="111807"/>
                        </a:cubicBezTo>
                        <a:cubicBezTo>
                          <a:pt x="165860" y="122512"/>
                          <a:pt x="180133" y="128459"/>
                          <a:pt x="186081" y="139164"/>
                        </a:cubicBezTo>
                        <a:cubicBezTo>
                          <a:pt x="193217" y="139164"/>
                          <a:pt x="197975" y="134406"/>
                          <a:pt x="202733" y="140353"/>
                        </a:cubicBezTo>
                        <a:cubicBezTo>
                          <a:pt x="207490" y="136785"/>
                          <a:pt x="202733" y="128459"/>
                          <a:pt x="202733" y="122512"/>
                        </a:cubicBezTo>
                        <a:cubicBezTo>
                          <a:pt x="202733" y="115375"/>
                          <a:pt x="202733" y="111807"/>
                          <a:pt x="196785" y="105860"/>
                        </a:cubicBezTo>
                        <a:cubicBezTo>
                          <a:pt x="194407" y="109428"/>
                          <a:pt x="195596" y="112996"/>
                          <a:pt x="196785" y="116564"/>
                        </a:cubicBezTo>
                        <a:cubicBezTo>
                          <a:pt x="193217" y="117754"/>
                          <a:pt x="189649" y="115375"/>
                          <a:pt x="186081" y="114185"/>
                        </a:cubicBezTo>
                        <a:cubicBezTo>
                          <a:pt x="187270" y="105860"/>
                          <a:pt x="176565" y="103481"/>
                          <a:pt x="172997" y="96344"/>
                        </a:cubicBezTo>
                        <a:cubicBezTo>
                          <a:pt x="169429" y="89208"/>
                          <a:pt x="169429" y="78502"/>
                          <a:pt x="172997" y="71366"/>
                        </a:cubicBezTo>
                        <a:cubicBezTo>
                          <a:pt x="176565" y="61850"/>
                          <a:pt x="180133" y="59472"/>
                          <a:pt x="178944" y="47577"/>
                        </a:cubicBezTo>
                        <a:cubicBezTo>
                          <a:pt x="178944" y="39251"/>
                          <a:pt x="175376" y="36872"/>
                          <a:pt x="171807" y="33304"/>
                        </a:cubicBezTo>
                        <a:cubicBezTo>
                          <a:pt x="172997" y="33304"/>
                          <a:pt x="174186" y="32115"/>
                          <a:pt x="175376" y="32115"/>
                        </a:cubicBezTo>
                        <a:cubicBezTo>
                          <a:pt x="177754" y="30925"/>
                          <a:pt x="180133" y="27357"/>
                          <a:pt x="181323" y="24978"/>
                        </a:cubicBezTo>
                        <a:cubicBezTo>
                          <a:pt x="182512" y="22599"/>
                          <a:pt x="184891" y="20220"/>
                          <a:pt x="186081" y="16652"/>
                        </a:cubicBezTo>
                        <a:cubicBezTo>
                          <a:pt x="187270" y="14273"/>
                          <a:pt x="186081" y="11894"/>
                          <a:pt x="186081" y="10705"/>
                        </a:cubicBezTo>
                        <a:cubicBezTo>
                          <a:pt x="188460" y="10705"/>
                          <a:pt x="189649" y="9515"/>
                          <a:pt x="192028" y="9515"/>
                        </a:cubicBezTo>
                        <a:cubicBezTo>
                          <a:pt x="202733" y="7136"/>
                          <a:pt x="211059" y="1189"/>
                          <a:pt x="222953" y="0"/>
                        </a:cubicBezTo>
                        <a:cubicBezTo>
                          <a:pt x="222953" y="1189"/>
                          <a:pt x="222953" y="2379"/>
                          <a:pt x="222953" y="3568"/>
                        </a:cubicBezTo>
                        <a:cubicBezTo>
                          <a:pt x="222953" y="5947"/>
                          <a:pt x="222953" y="8326"/>
                          <a:pt x="226521" y="9515"/>
                        </a:cubicBezTo>
                        <a:cubicBezTo>
                          <a:pt x="228900" y="10705"/>
                          <a:pt x="232469" y="9515"/>
                          <a:pt x="233658" y="10705"/>
                        </a:cubicBezTo>
                        <a:cubicBezTo>
                          <a:pt x="236037" y="11894"/>
                          <a:pt x="236037" y="14273"/>
                          <a:pt x="238416" y="16652"/>
                        </a:cubicBezTo>
                        <a:cubicBezTo>
                          <a:pt x="241984" y="13083"/>
                          <a:pt x="240795" y="10705"/>
                          <a:pt x="239605" y="7136"/>
                        </a:cubicBezTo>
                        <a:cubicBezTo>
                          <a:pt x="239605" y="7136"/>
                          <a:pt x="239605" y="7136"/>
                          <a:pt x="239605" y="7136"/>
                        </a:cubicBezTo>
                        <a:cubicBezTo>
                          <a:pt x="247931" y="7136"/>
                          <a:pt x="251500" y="13083"/>
                          <a:pt x="258636" y="15463"/>
                        </a:cubicBezTo>
                        <a:cubicBezTo>
                          <a:pt x="264583" y="17842"/>
                          <a:pt x="271720" y="19031"/>
                          <a:pt x="277667" y="22599"/>
                        </a:cubicBezTo>
                        <a:cubicBezTo>
                          <a:pt x="282425" y="26167"/>
                          <a:pt x="284804" y="29736"/>
                          <a:pt x="289562" y="32115"/>
                        </a:cubicBezTo>
                        <a:cubicBezTo>
                          <a:pt x="289562" y="38062"/>
                          <a:pt x="293130" y="44009"/>
                          <a:pt x="300266" y="44009"/>
                        </a:cubicBezTo>
                        <a:cubicBezTo>
                          <a:pt x="301456" y="48767"/>
                          <a:pt x="297887" y="49956"/>
                          <a:pt x="297887" y="52335"/>
                        </a:cubicBezTo>
                        <a:cubicBezTo>
                          <a:pt x="297887" y="57093"/>
                          <a:pt x="300266" y="55903"/>
                          <a:pt x="301456" y="59472"/>
                        </a:cubicBezTo>
                        <a:cubicBezTo>
                          <a:pt x="305024" y="66608"/>
                          <a:pt x="302645" y="70177"/>
                          <a:pt x="299077" y="76124"/>
                        </a:cubicBezTo>
                        <a:cubicBezTo>
                          <a:pt x="295509" y="83260"/>
                          <a:pt x="299077" y="86829"/>
                          <a:pt x="299077" y="95155"/>
                        </a:cubicBezTo>
                        <a:cubicBezTo>
                          <a:pt x="299077" y="99912"/>
                          <a:pt x="295509" y="108238"/>
                          <a:pt x="300266" y="11299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1" name="Freeform 730">
                    <a:extLst>
                      <a:ext uri="{FF2B5EF4-FFF2-40B4-BE49-F238E27FC236}">
                        <a16:creationId xmlns:a16="http://schemas.microsoft.com/office/drawing/2014/main" id="{B6A276B3-1208-7A82-7F67-88B2446A76EC}"/>
                      </a:ext>
                    </a:extLst>
                  </p:cNvPr>
                  <p:cNvSpPr/>
                  <p:nvPr/>
                </p:nvSpPr>
                <p:spPr>
                  <a:xfrm>
                    <a:off x="5982848" y="4576006"/>
                    <a:ext cx="326962" cy="316454"/>
                  </a:xfrm>
                  <a:custGeom>
                    <a:avLst/>
                    <a:gdLst>
                      <a:gd name="connsiteX0" fmla="*/ 265112 w 326962"/>
                      <a:gd name="connsiteY0" fmla="*/ 183001 h 316454"/>
                      <a:gd name="connsiteX1" fmla="*/ 265112 w 326962"/>
                      <a:gd name="connsiteY1" fmla="*/ 272209 h 316454"/>
                      <a:gd name="connsiteX2" fmla="*/ 298416 w 326962"/>
                      <a:gd name="connsiteY2" fmla="*/ 305513 h 316454"/>
                      <a:gd name="connsiteX3" fmla="*/ 284143 w 326962"/>
                      <a:gd name="connsiteY3" fmla="*/ 311460 h 316454"/>
                      <a:gd name="connsiteX4" fmla="*/ 260354 w 326962"/>
                      <a:gd name="connsiteY4" fmla="*/ 316218 h 316454"/>
                      <a:gd name="connsiteX5" fmla="*/ 248460 w 326962"/>
                      <a:gd name="connsiteY5" fmla="*/ 313839 h 316454"/>
                      <a:gd name="connsiteX6" fmla="*/ 236565 w 326962"/>
                      <a:gd name="connsiteY6" fmla="*/ 316218 h 316454"/>
                      <a:gd name="connsiteX7" fmla="*/ 216345 w 326962"/>
                      <a:gd name="connsiteY7" fmla="*/ 309082 h 316454"/>
                      <a:gd name="connsiteX8" fmla="*/ 194935 w 326962"/>
                      <a:gd name="connsiteY8" fmla="*/ 310271 h 316454"/>
                      <a:gd name="connsiteX9" fmla="*/ 178283 w 326962"/>
                      <a:gd name="connsiteY9" fmla="*/ 306703 h 316454"/>
                      <a:gd name="connsiteX10" fmla="*/ 162821 w 326962"/>
                      <a:gd name="connsiteY10" fmla="*/ 299566 h 316454"/>
                      <a:gd name="connsiteX11" fmla="*/ 96212 w 326962"/>
                      <a:gd name="connsiteY11" fmla="*/ 298377 h 316454"/>
                      <a:gd name="connsiteX12" fmla="*/ 65287 w 326962"/>
                      <a:gd name="connsiteY12" fmla="*/ 300755 h 316454"/>
                      <a:gd name="connsiteX13" fmla="*/ 52203 w 326962"/>
                      <a:gd name="connsiteY13" fmla="*/ 298377 h 316454"/>
                      <a:gd name="connsiteX14" fmla="*/ 45067 w 326962"/>
                      <a:gd name="connsiteY14" fmla="*/ 287671 h 316454"/>
                      <a:gd name="connsiteX15" fmla="*/ 39119 w 326962"/>
                      <a:gd name="connsiteY15" fmla="*/ 290051 h 316454"/>
                      <a:gd name="connsiteX16" fmla="*/ 34361 w 326962"/>
                      <a:gd name="connsiteY16" fmla="*/ 287671 h 316454"/>
                      <a:gd name="connsiteX17" fmla="*/ 24846 w 326962"/>
                      <a:gd name="connsiteY17" fmla="*/ 293619 h 316454"/>
                      <a:gd name="connsiteX18" fmla="*/ 12952 w 326962"/>
                      <a:gd name="connsiteY18" fmla="*/ 297187 h 316454"/>
                      <a:gd name="connsiteX19" fmla="*/ 1057 w 326962"/>
                      <a:gd name="connsiteY19" fmla="*/ 298377 h 316454"/>
                      <a:gd name="connsiteX20" fmla="*/ 1057 w 326962"/>
                      <a:gd name="connsiteY20" fmla="*/ 304324 h 316454"/>
                      <a:gd name="connsiteX21" fmla="*/ 1057 w 326962"/>
                      <a:gd name="connsiteY21" fmla="*/ 274588 h 316454"/>
                      <a:gd name="connsiteX22" fmla="*/ 9384 w 326962"/>
                      <a:gd name="connsiteY22" fmla="*/ 247231 h 316454"/>
                      <a:gd name="connsiteX23" fmla="*/ 11762 w 326962"/>
                      <a:gd name="connsiteY23" fmla="*/ 237715 h 316454"/>
                      <a:gd name="connsiteX24" fmla="*/ 16520 w 326962"/>
                      <a:gd name="connsiteY24" fmla="*/ 229389 h 316454"/>
                      <a:gd name="connsiteX25" fmla="*/ 20088 w 326962"/>
                      <a:gd name="connsiteY25" fmla="*/ 209169 h 316454"/>
                      <a:gd name="connsiteX26" fmla="*/ 26036 w 326962"/>
                      <a:gd name="connsiteY26" fmla="*/ 193706 h 316454"/>
                      <a:gd name="connsiteX27" fmla="*/ 31983 w 326962"/>
                      <a:gd name="connsiteY27" fmla="*/ 190138 h 316454"/>
                      <a:gd name="connsiteX28" fmla="*/ 34361 w 326962"/>
                      <a:gd name="connsiteY28" fmla="*/ 181812 h 316454"/>
                      <a:gd name="connsiteX29" fmla="*/ 47445 w 326962"/>
                      <a:gd name="connsiteY29" fmla="*/ 173486 h 316454"/>
                      <a:gd name="connsiteX30" fmla="*/ 55771 w 326962"/>
                      <a:gd name="connsiteY30" fmla="*/ 163970 h 316454"/>
                      <a:gd name="connsiteX31" fmla="*/ 61719 w 326962"/>
                      <a:gd name="connsiteY31" fmla="*/ 135424 h 316454"/>
                      <a:gd name="connsiteX32" fmla="*/ 49824 w 326962"/>
                      <a:gd name="connsiteY32" fmla="*/ 111635 h 316454"/>
                      <a:gd name="connsiteX33" fmla="*/ 46256 w 326962"/>
                      <a:gd name="connsiteY33" fmla="*/ 97362 h 316454"/>
                      <a:gd name="connsiteX34" fmla="*/ 43877 w 326962"/>
                      <a:gd name="connsiteY34" fmla="*/ 90226 h 316454"/>
                      <a:gd name="connsiteX35" fmla="*/ 43877 w 326962"/>
                      <a:gd name="connsiteY35" fmla="*/ 86657 h 316454"/>
                      <a:gd name="connsiteX36" fmla="*/ 41498 w 326962"/>
                      <a:gd name="connsiteY36" fmla="*/ 84278 h 316454"/>
                      <a:gd name="connsiteX37" fmla="*/ 48635 w 326962"/>
                      <a:gd name="connsiteY37" fmla="*/ 59300 h 316454"/>
                      <a:gd name="connsiteX38" fmla="*/ 40309 w 326962"/>
                      <a:gd name="connsiteY38" fmla="*/ 29564 h 316454"/>
                      <a:gd name="connsiteX39" fmla="*/ 30793 w 326962"/>
                      <a:gd name="connsiteY39" fmla="*/ 21238 h 316454"/>
                      <a:gd name="connsiteX40" fmla="*/ 24846 w 326962"/>
                      <a:gd name="connsiteY40" fmla="*/ 6965 h 316454"/>
                      <a:gd name="connsiteX41" fmla="*/ 30793 w 326962"/>
                      <a:gd name="connsiteY41" fmla="*/ 4586 h 316454"/>
                      <a:gd name="connsiteX42" fmla="*/ 29604 w 326962"/>
                      <a:gd name="connsiteY42" fmla="*/ 2207 h 316454"/>
                      <a:gd name="connsiteX43" fmla="*/ 30793 w 326962"/>
                      <a:gd name="connsiteY43" fmla="*/ 2207 h 316454"/>
                      <a:gd name="connsiteX44" fmla="*/ 136653 w 326962"/>
                      <a:gd name="connsiteY44" fmla="*/ 1018 h 316454"/>
                      <a:gd name="connsiteX45" fmla="*/ 139032 w 326962"/>
                      <a:gd name="connsiteY45" fmla="*/ 9344 h 316454"/>
                      <a:gd name="connsiteX46" fmla="*/ 142600 w 326962"/>
                      <a:gd name="connsiteY46" fmla="*/ 36701 h 316454"/>
                      <a:gd name="connsiteX47" fmla="*/ 150926 w 326962"/>
                      <a:gd name="connsiteY47" fmla="*/ 45027 h 316454"/>
                      <a:gd name="connsiteX48" fmla="*/ 155684 w 326962"/>
                      <a:gd name="connsiteY48" fmla="*/ 56921 h 316454"/>
                      <a:gd name="connsiteX49" fmla="*/ 168768 w 326962"/>
                      <a:gd name="connsiteY49" fmla="*/ 55732 h 316454"/>
                      <a:gd name="connsiteX50" fmla="*/ 178283 w 326962"/>
                      <a:gd name="connsiteY50" fmla="*/ 59300 h 316454"/>
                      <a:gd name="connsiteX51" fmla="*/ 190177 w 326962"/>
                      <a:gd name="connsiteY51" fmla="*/ 55732 h 316454"/>
                      <a:gd name="connsiteX52" fmla="*/ 203261 w 326962"/>
                      <a:gd name="connsiteY52" fmla="*/ 53353 h 316454"/>
                      <a:gd name="connsiteX53" fmla="*/ 206829 w 326962"/>
                      <a:gd name="connsiteY53" fmla="*/ 41459 h 316454"/>
                      <a:gd name="connsiteX54" fmla="*/ 209208 w 326962"/>
                      <a:gd name="connsiteY54" fmla="*/ 27185 h 316454"/>
                      <a:gd name="connsiteX55" fmla="*/ 231808 w 326962"/>
                      <a:gd name="connsiteY55" fmla="*/ 28375 h 316454"/>
                      <a:gd name="connsiteX56" fmla="*/ 238944 w 326962"/>
                      <a:gd name="connsiteY56" fmla="*/ 24807 h 316454"/>
                      <a:gd name="connsiteX57" fmla="*/ 260354 w 326962"/>
                      <a:gd name="connsiteY57" fmla="*/ 39080 h 316454"/>
                      <a:gd name="connsiteX58" fmla="*/ 268680 w 326962"/>
                      <a:gd name="connsiteY58" fmla="*/ 42648 h 316454"/>
                      <a:gd name="connsiteX59" fmla="*/ 266301 w 326962"/>
                      <a:gd name="connsiteY59" fmla="*/ 55732 h 316454"/>
                      <a:gd name="connsiteX60" fmla="*/ 267491 w 326962"/>
                      <a:gd name="connsiteY60" fmla="*/ 72384 h 316454"/>
                      <a:gd name="connsiteX61" fmla="*/ 265112 w 326962"/>
                      <a:gd name="connsiteY61" fmla="*/ 87847 h 316454"/>
                      <a:gd name="connsiteX62" fmla="*/ 274627 w 326962"/>
                      <a:gd name="connsiteY62" fmla="*/ 111635 h 316454"/>
                      <a:gd name="connsiteX63" fmla="*/ 278196 w 326962"/>
                      <a:gd name="connsiteY63" fmla="*/ 130666 h 316454"/>
                      <a:gd name="connsiteX64" fmla="*/ 280575 w 326962"/>
                      <a:gd name="connsiteY64" fmla="*/ 138992 h 316454"/>
                      <a:gd name="connsiteX65" fmla="*/ 290090 w 326962"/>
                      <a:gd name="connsiteY65" fmla="*/ 137803 h 316454"/>
                      <a:gd name="connsiteX66" fmla="*/ 312689 w 326962"/>
                      <a:gd name="connsiteY66" fmla="*/ 136613 h 316454"/>
                      <a:gd name="connsiteX67" fmla="*/ 321015 w 326962"/>
                      <a:gd name="connsiteY67" fmla="*/ 137803 h 316454"/>
                      <a:gd name="connsiteX68" fmla="*/ 322205 w 326962"/>
                      <a:gd name="connsiteY68" fmla="*/ 152076 h 316454"/>
                      <a:gd name="connsiteX69" fmla="*/ 326962 w 326962"/>
                      <a:gd name="connsiteY69" fmla="*/ 171107 h 316454"/>
                      <a:gd name="connsiteX70" fmla="*/ 323394 w 326962"/>
                      <a:gd name="connsiteY70" fmla="*/ 187759 h 316454"/>
                      <a:gd name="connsiteX71" fmla="*/ 265112 w 326962"/>
                      <a:gd name="connsiteY71" fmla="*/ 183001 h 3164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326962" h="316454">
                        <a:moveTo>
                          <a:pt x="265112" y="183001"/>
                        </a:moveTo>
                        <a:cubicBezTo>
                          <a:pt x="263923" y="198464"/>
                          <a:pt x="265112" y="272209"/>
                          <a:pt x="265112" y="272209"/>
                        </a:cubicBezTo>
                        <a:cubicBezTo>
                          <a:pt x="277006" y="282914"/>
                          <a:pt x="293658" y="303134"/>
                          <a:pt x="298416" y="305513"/>
                        </a:cubicBezTo>
                        <a:cubicBezTo>
                          <a:pt x="293658" y="306703"/>
                          <a:pt x="287711" y="310271"/>
                          <a:pt x="284143" y="311460"/>
                        </a:cubicBezTo>
                        <a:cubicBezTo>
                          <a:pt x="275817" y="313839"/>
                          <a:pt x="269870" y="317407"/>
                          <a:pt x="260354" y="316218"/>
                        </a:cubicBezTo>
                        <a:cubicBezTo>
                          <a:pt x="256786" y="316218"/>
                          <a:pt x="252028" y="313839"/>
                          <a:pt x="248460" y="313839"/>
                        </a:cubicBezTo>
                        <a:cubicBezTo>
                          <a:pt x="243702" y="313839"/>
                          <a:pt x="241323" y="316218"/>
                          <a:pt x="236565" y="316218"/>
                        </a:cubicBezTo>
                        <a:cubicBezTo>
                          <a:pt x="229429" y="316218"/>
                          <a:pt x="222292" y="307892"/>
                          <a:pt x="216345" y="309082"/>
                        </a:cubicBezTo>
                        <a:cubicBezTo>
                          <a:pt x="216345" y="312650"/>
                          <a:pt x="196125" y="315029"/>
                          <a:pt x="194935" y="310271"/>
                        </a:cubicBezTo>
                        <a:cubicBezTo>
                          <a:pt x="187799" y="310271"/>
                          <a:pt x="184230" y="310271"/>
                          <a:pt x="178283" y="306703"/>
                        </a:cubicBezTo>
                        <a:cubicBezTo>
                          <a:pt x="172336" y="303134"/>
                          <a:pt x="172336" y="299566"/>
                          <a:pt x="162821" y="299566"/>
                        </a:cubicBezTo>
                        <a:cubicBezTo>
                          <a:pt x="140221" y="300755"/>
                          <a:pt x="118811" y="298377"/>
                          <a:pt x="96212" y="298377"/>
                        </a:cubicBezTo>
                        <a:cubicBezTo>
                          <a:pt x="85507" y="298377"/>
                          <a:pt x="74802" y="298377"/>
                          <a:pt x="65287" y="300755"/>
                        </a:cubicBezTo>
                        <a:cubicBezTo>
                          <a:pt x="60529" y="301945"/>
                          <a:pt x="56961" y="301945"/>
                          <a:pt x="52203" y="298377"/>
                        </a:cubicBezTo>
                        <a:cubicBezTo>
                          <a:pt x="48635" y="295998"/>
                          <a:pt x="45067" y="291240"/>
                          <a:pt x="45067" y="287671"/>
                        </a:cubicBezTo>
                        <a:cubicBezTo>
                          <a:pt x="43877" y="287671"/>
                          <a:pt x="40309" y="290051"/>
                          <a:pt x="39119" y="290051"/>
                        </a:cubicBezTo>
                        <a:cubicBezTo>
                          <a:pt x="36740" y="290051"/>
                          <a:pt x="35551" y="287671"/>
                          <a:pt x="34361" y="287671"/>
                        </a:cubicBezTo>
                        <a:cubicBezTo>
                          <a:pt x="29604" y="287671"/>
                          <a:pt x="27225" y="291240"/>
                          <a:pt x="24846" y="293619"/>
                        </a:cubicBezTo>
                        <a:cubicBezTo>
                          <a:pt x="21278" y="297187"/>
                          <a:pt x="18899" y="295998"/>
                          <a:pt x="12952" y="297187"/>
                        </a:cubicBezTo>
                        <a:cubicBezTo>
                          <a:pt x="8194" y="297187"/>
                          <a:pt x="4626" y="300755"/>
                          <a:pt x="1057" y="298377"/>
                        </a:cubicBezTo>
                        <a:cubicBezTo>
                          <a:pt x="1057" y="299566"/>
                          <a:pt x="1057" y="301945"/>
                          <a:pt x="1057" y="304324"/>
                        </a:cubicBezTo>
                        <a:cubicBezTo>
                          <a:pt x="-1322" y="297187"/>
                          <a:pt x="1057" y="280535"/>
                          <a:pt x="1057" y="274588"/>
                        </a:cubicBezTo>
                        <a:cubicBezTo>
                          <a:pt x="1057" y="263883"/>
                          <a:pt x="1057" y="254367"/>
                          <a:pt x="9384" y="247231"/>
                        </a:cubicBezTo>
                        <a:cubicBezTo>
                          <a:pt x="9384" y="242473"/>
                          <a:pt x="9384" y="241284"/>
                          <a:pt x="11762" y="237715"/>
                        </a:cubicBezTo>
                        <a:cubicBezTo>
                          <a:pt x="12952" y="234147"/>
                          <a:pt x="15331" y="232958"/>
                          <a:pt x="16520" y="229389"/>
                        </a:cubicBezTo>
                        <a:cubicBezTo>
                          <a:pt x="17709" y="224632"/>
                          <a:pt x="11762" y="210358"/>
                          <a:pt x="20088" y="209169"/>
                        </a:cubicBezTo>
                        <a:cubicBezTo>
                          <a:pt x="20088" y="202032"/>
                          <a:pt x="20088" y="198464"/>
                          <a:pt x="26036" y="193706"/>
                        </a:cubicBezTo>
                        <a:cubicBezTo>
                          <a:pt x="27225" y="192517"/>
                          <a:pt x="31983" y="191328"/>
                          <a:pt x="31983" y="190138"/>
                        </a:cubicBezTo>
                        <a:cubicBezTo>
                          <a:pt x="34361" y="186570"/>
                          <a:pt x="31983" y="185380"/>
                          <a:pt x="34361" y="181812"/>
                        </a:cubicBezTo>
                        <a:cubicBezTo>
                          <a:pt x="36740" y="178244"/>
                          <a:pt x="43877" y="175865"/>
                          <a:pt x="47445" y="173486"/>
                        </a:cubicBezTo>
                        <a:cubicBezTo>
                          <a:pt x="52203" y="171107"/>
                          <a:pt x="53392" y="167539"/>
                          <a:pt x="55771" y="163970"/>
                        </a:cubicBezTo>
                        <a:cubicBezTo>
                          <a:pt x="61719" y="154455"/>
                          <a:pt x="62908" y="146129"/>
                          <a:pt x="61719" y="135424"/>
                        </a:cubicBezTo>
                        <a:cubicBezTo>
                          <a:pt x="59340" y="125909"/>
                          <a:pt x="52203" y="119961"/>
                          <a:pt x="49824" y="111635"/>
                        </a:cubicBezTo>
                        <a:cubicBezTo>
                          <a:pt x="48635" y="106878"/>
                          <a:pt x="47445" y="102120"/>
                          <a:pt x="46256" y="97362"/>
                        </a:cubicBezTo>
                        <a:cubicBezTo>
                          <a:pt x="45067" y="94983"/>
                          <a:pt x="45067" y="92604"/>
                          <a:pt x="43877" y="90226"/>
                        </a:cubicBezTo>
                        <a:cubicBezTo>
                          <a:pt x="43877" y="89036"/>
                          <a:pt x="43877" y="87847"/>
                          <a:pt x="43877" y="86657"/>
                        </a:cubicBezTo>
                        <a:cubicBezTo>
                          <a:pt x="43877" y="85468"/>
                          <a:pt x="41498" y="85468"/>
                          <a:pt x="41498" y="84278"/>
                        </a:cubicBezTo>
                        <a:cubicBezTo>
                          <a:pt x="39119" y="73573"/>
                          <a:pt x="53392" y="72384"/>
                          <a:pt x="48635" y="59300"/>
                        </a:cubicBezTo>
                        <a:cubicBezTo>
                          <a:pt x="39119" y="54543"/>
                          <a:pt x="43877" y="37890"/>
                          <a:pt x="40309" y="29564"/>
                        </a:cubicBezTo>
                        <a:cubicBezTo>
                          <a:pt x="39119" y="24807"/>
                          <a:pt x="33172" y="23617"/>
                          <a:pt x="30793" y="21238"/>
                        </a:cubicBezTo>
                        <a:cubicBezTo>
                          <a:pt x="28414" y="18859"/>
                          <a:pt x="23657" y="9344"/>
                          <a:pt x="24846" y="6965"/>
                        </a:cubicBezTo>
                        <a:cubicBezTo>
                          <a:pt x="27225" y="6965"/>
                          <a:pt x="29604" y="5776"/>
                          <a:pt x="30793" y="4586"/>
                        </a:cubicBezTo>
                        <a:cubicBezTo>
                          <a:pt x="30793" y="4586"/>
                          <a:pt x="29604" y="3397"/>
                          <a:pt x="29604" y="2207"/>
                        </a:cubicBezTo>
                        <a:cubicBezTo>
                          <a:pt x="29604" y="2207"/>
                          <a:pt x="30793" y="2207"/>
                          <a:pt x="30793" y="2207"/>
                        </a:cubicBezTo>
                        <a:cubicBezTo>
                          <a:pt x="66476" y="1018"/>
                          <a:pt x="100970" y="-1361"/>
                          <a:pt x="136653" y="1018"/>
                        </a:cubicBezTo>
                        <a:cubicBezTo>
                          <a:pt x="135463" y="4586"/>
                          <a:pt x="136653" y="6965"/>
                          <a:pt x="139032" y="9344"/>
                        </a:cubicBezTo>
                        <a:cubicBezTo>
                          <a:pt x="136653" y="14101"/>
                          <a:pt x="140221" y="31943"/>
                          <a:pt x="142600" y="36701"/>
                        </a:cubicBezTo>
                        <a:cubicBezTo>
                          <a:pt x="146169" y="41459"/>
                          <a:pt x="148547" y="39080"/>
                          <a:pt x="150926" y="45027"/>
                        </a:cubicBezTo>
                        <a:cubicBezTo>
                          <a:pt x="152116" y="49784"/>
                          <a:pt x="149737" y="54543"/>
                          <a:pt x="155684" y="56921"/>
                        </a:cubicBezTo>
                        <a:cubicBezTo>
                          <a:pt x="160442" y="59300"/>
                          <a:pt x="165199" y="54543"/>
                          <a:pt x="168768" y="55732"/>
                        </a:cubicBezTo>
                        <a:cubicBezTo>
                          <a:pt x="173525" y="56921"/>
                          <a:pt x="172336" y="59300"/>
                          <a:pt x="178283" y="59300"/>
                        </a:cubicBezTo>
                        <a:cubicBezTo>
                          <a:pt x="181852" y="59300"/>
                          <a:pt x="185420" y="56921"/>
                          <a:pt x="190177" y="55732"/>
                        </a:cubicBezTo>
                        <a:cubicBezTo>
                          <a:pt x="194935" y="54543"/>
                          <a:pt x="199693" y="55732"/>
                          <a:pt x="203261" y="53353"/>
                        </a:cubicBezTo>
                        <a:cubicBezTo>
                          <a:pt x="203261" y="47406"/>
                          <a:pt x="205640" y="45027"/>
                          <a:pt x="206829" y="41459"/>
                        </a:cubicBezTo>
                        <a:cubicBezTo>
                          <a:pt x="209208" y="35511"/>
                          <a:pt x="208019" y="33132"/>
                          <a:pt x="209208" y="27185"/>
                        </a:cubicBezTo>
                        <a:cubicBezTo>
                          <a:pt x="217535" y="27185"/>
                          <a:pt x="224671" y="29564"/>
                          <a:pt x="231808" y="28375"/>
                        </a:cubicBezTo>
                        <a:cubicBezTo>
                          <a:pt x="232997" y="24807"/>
                          <a:pt x="235376" y="23617"/>
                          <a:pt x="238944" y="24807"/>
                        </a:cubicBezTo>
                        <a:cubicBezTo>
                          <a:pt x="237755" y="37890"/>
                          <a:pt x="248460" y="40269"/>
                          <a:pt x="260354" y="39080"/>
                        </a:cubicBezTo>
                        <a:cubicBezTo>
                          <a:pt x="266301" y="39080"/>
                          <a:pt x="268680" y="35511"/>
                          <a:pt x="268680" y="42648"/>
                        </a:cubicBezTo>
                        <a:cubicBezTo>
                          <a:pt x="268680" y="47406"/>
                          <a:pt x="266301" y="50974"/>
                          <a:pt x="266301" y="55732"/>
                        </a:cubicBezTo>
                        <a:cubicBezTo>
                          <a:pt x="266301" y="60490"/>
                          <a:pt x="267491" y="66437"/>
                          <a:pt x="267491" y="72384"/>
                        </a:cubicBezTo>
                        <a:cubicBezTo>
                          <a:pt x="267491" y="77142"/>
                          <a:pt x="265112" y="83089"/>
                          <a:pt x="265112" y="87847"/>
                        </a:cubicBezTo>
                        <a:cubicBezTo>
                          <a:pt x="266301" y="98551"/>
                          <a:pt x="278196" y="100930"/>
                          <a:pt x="274627" y="111635"/>
                        </a:cubicBezTo>
                        <a:cubicBezTo>
                          <a:pt x="279385" y="112825"/>
                          <a:pt x="278196" y="125909"/>
                          <a:pt x="278196" y="130666"/>
                        </a:cubicBezTo>
                        <a:cubicBezTo>
                          <a:pt x="279385" y="135424"/>
                          <a:pt x="275817" y="136613"/>
                          <a:pt x="280575" y="138992"/>
                        </a:cubicBezTo>
                        <a:cubicBezTo>
                          <a:pt x="281764" y="138992"/>
                          <a:pt x="288901" y="137803"/>
                          <a:pt x="290090" y="137803"/>
                        </a:cubicBezTo>
                        <a:cubicBezTo>
                          <a:pt x="297227" y="137803"/>
                          <a:pt x="305553" y="136613"/>
                          <a:pt x="312689" y="136613"/>
                        </a:cubicBezTo>
                        <a:cubicBezTo>
                          <a:pt x="316258" y="136613"/>
                          <a:pt x="318637" y="136613"/>
                          <a:pt x="321015" y="137803"/>
                        </a:cubicBezTo>
                        <a:cubicBezTo>
                          <a:pt x="321015" y="142561"/>
                          <a:pt x="321015" y="147318"/>
                          <a:pt x="322205" y="152076"/>
                        </a:cubicBezTo>
                        <a:cubicBezTo>
                          <a:pt x="322205" y="156834"/>
                          <a:pt x="322205" y="167539"/>
                          <a:pt x="326962" y="171107"/>
                        </a:cubicBezTo>
                        <a:cubicBezTo>
                          <a:pt x="323394" y="175865"/>
                          <a:pt x="324584" y="181812"/>
                          <a:pt x="323394" y="187759"/>
                        </a:cubicBezTo>
                        <a:cubicBezTo>
                          <a:pt x="321015" y="183001"/>
                          <a:pt x="274627" y="181812"/>
                          <a:pt x="265112" y="183001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2" name="Freeform 731">
                    <a:extLst>
                      <a:ext uri="{FF2B5EF4-FFF2-40B4-BE49-F238E27FC236}">
                        <a16:creationId xmlns:a16="http://schemas.microsoft.com/office/drawing/2014/main" id="{31225639-2173-C4BE-4EFF-867C99B6EC49}"/>
                      </a:ext>
                    </a:extLst>
                  </p:cNvPr>
                  <p:cNvSpPr/>
                  <p:nvPr/>
                </p:nvSpPr>
                <p:spPr>
                  <a:xfrm>
                    <a:off x="6361958" y="5178877"/>
                    <a:ext cx="59659" cy="58749"/>
                  </a:xfrm>
                  <a:custGeom>
                    <a:avLst/>
                    <a:gdLst>
                      <a:gd name="connsiteX0" fmla="*/ 58470 w 59659"/>
                      <a:gd name="connsiteY0" fmla="*/ 23789 h 58749"/>
                      <a:gd name="connsiteX1" fmla="*/ 56091 w 59659"/>
                      <a:gd name="connsiteY1" fmla="*/ 28547 h 58749"/>
                      <a:gd name="connsiteX2" fmla="*/ 51334 w 59659"/>
                      <a:gd name="connsiteY2" fmla="*/ 30925 h 58749"/>
                      <a:gd name="connsiteX3" fmla="*/ 51334 w 59659"/>
                      <a:gd name="connsiteY3" fmla="*/ 40441 h 58749"/>
                      <a:gd name="connsiteX4" fmla="*/ 46576 w 59659"/>
                      <a:gd name="connsiteY4" fmla="*/ 41630 h 58749"/>
                      <a:gd name="connsiteX5" fmla="*/ 40629 w 59659"/>
                      <a:gd name="connsiteY5" fmla="*/ 42820 h 58749"/>
                      <a:gd name="connsiteX6" fmla="*/ 31113 w 59659"/>
                      <a:gd name="connsiteY6" fmla="*/ 46388 h 58749"/>
                      <a:gd name="connsiteX7" fmla="*/ 29924 w 59659"/>
                      <a:gd name="connsiteY7" fmla="*/ 49956 h 58749"/>
                      <a:gd name="connsiteX8" fmla="*/ 28734 w 59659"/>
                      <a:gd name="connsiteY8" fmla="*/ 52335 h 58749"/>
                      <a:gd name="connsiteX9" fmla="*/ 27545 w 59659"/>
                      <a:gd name="connsiteY9" fmla="*/ 55904 h 58749"/>
                      <a:gd name="connsiteX10" fmla="*/ 21598 w 59659"/>
                      <a:gd name="connsiteY10" fmla="*/ 58283 h 58749"/>
                      <a:gd name="connsiteX11" fmla="*/ 14461 w 59659"/>
                      <a:gd name="connsiteY11" fmla="*/ 54714 h 58749"/>
                      <a:gd name="connsiteX12" fmla="*/ 9703 w 59659"/>
                      <a:gd name="connsiteY12" fmla="*/ 49956 h 58749"/>
                      <a:gd name="connsiteX13" fmla="*/ 10893 w 59659"/>
                      <a:gd name="connsiteY13" fmla="*/ 46388 h 58749"/>
                      <a:gd name="connsiteX14" fmla="*/ 9703 w 59659"/>
                      <a:gd name="connsiteY14" fmla="*/ 42820 h 58749"/>
                      <a:gd name="connsiteX15" fmla="*/ 6135 w 59659"/>
                      <a:gd name="connsiteY15" fmla="*/ 39252 h 58749"/>
                      <a:gd name="connsiteX16" fmla="*/ 3756 w 59659"/>
                      <a:gd name="connsiteY16" fmla="*/ 34494 h 58749"/>
                      <a:gd name="connsiteX17" fmla="*/ 188 w 59659"/>
                      <a:gd name="connsiteY17" fmla="*/ 29736 h 58749"/>
                      <a:gd name="connsiteX18" fmla="*/ 6135 w 59659"/>
                      <a:gd name="connsiteY18" fmla="*/ 23789 h 58749"/>
                      <a:gd name="connsiteX19" fmla="*/ 9703 w 59659"/>
                      <a:gd name="connsiteY19" fmla="*/ 21410 h 58749"/>
                      <a:gd name="connsiteX20" fmla="*/ 10893 w 59659"/>
                      <a:gd name="connsiteY20" fmla="*/ 16652 h 58749"/>
                      <a:gd name="connsiteX21" fmla="*/ 12082 w 59659"/>
                      <a:gd name="connsiteY21" fmla="*/ 15463 h 58749"/>
                      <a:gd name="connsiteX22" fmla="*/ 13272 w 59659"/>
                      <a:gd name="connsiteY22" fmla="*/ 13084 h 58749"/>
                      <a:gd name="connsiteX23" fmla="*/ 16840 w 59659"/>
                      <a:gd name="connsiteY23" fmla="*/ 9516 h 58749"/>
                      <a:gd name="connsiteX24" fmla="*/ 28734 w 59659"/>
                      <a:gd name="connsiteY24" fmla="*/ 5947 h 58749"/>
                      <a:gd name="connsiteX25" fmla="*/ 38250 w 59659"/>
                      <a:gd name="connsiteY25" fmla="*/ 0 h 58749"/>
                      <a:gd name="connsiteX26" fmla="*/ 43007 w 59659"/>
                      <a:gd name="connsiteY26" fmla="*/ 1190 h 58749"/>
                      <a:gd name="connsiteX27" fmla="*/ 47765 w 59659"/>
                      <a:gd name="connsiteY27" fmla="*/ 2379 h 58749"/>
                      <a:gd name="connsiteX28" fmla="*/ 56091 w 59659"/>
                      <a:gd name="connsiteY28" fmla="*/ 5947 h 58749"/>
                      <a:gd name="connsiteX29" fmla="*/ 59659 w 59659"/>
                      <a:gd name="connsiteY29" fmla="*/ 13084 h 58749"/>
                      <a:gd name="connsiteX30" fmla="*/ 58470 w 59659"/>
                      <a:gd name="connsiteY30" fmla="*/ 23789 h 587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9659" h="58749">
                        <a:moveTo>
                          <a:pt x="58470" y="23789"/>
                        </a:moveTo>
                        <a:cubicBezTo>
                          <a:pt x="57281" y="24978"/>
                          <a:pt x="57281" y="27357"/>
                          <a:pt x="56091" y="28547"/>
                        </a:cubicBezTo>
                        <a:cubicBezTo>
                          <a:pt x="54902" y="29736"/>
                          <a:pt x="52523" y="29736"/>
                          <a:pt x="51334" y="30925"/>
                        </a:cubicBezTo>
                        <a:cubicBezTo>
                          <a:pt x="47765" y="34494"/>
                          <a:pt x="53712" y="36873"/>
                          <a:pt x="51334" y="40441"/>
                        </a:cubicBezTo>
                        <a:cubicBezTo>
                          <a:pt x="50144" y="41630"/>
                          <a:pt x="47765" y="41630"/>
                          <a:pt x="46576" y="41630"/>
                        </a:cubicBezTo>
                        <a:cubicBezTo>
                          <a:pt x="44197" y="41630"/>
                          <a:pt x="41818" y="41630"/>
                          <a:pt x="40629" y="42820"/>
                        </a:cubicBezTo>
                        <a:cubicBezTo>
                          <a:pt x="38250" y="42820"/>
                          <a:pt x="33492" y="44009"/>
                          <a:pt x="31113" y="46388"/>
                        </a:cubicBezTo>
                        <a:cubicBezTo>
                          <a:pt x="31113" y="46388"/>
                          <a:pt x="28734" y="46388"/>
                          <a:pt x="29924" y="49956"/>
                        </a:cubicBezTo>
                        <a:cubicBezTo>
                          <a:pt x="29924" y="52335"/>
                          <a:pt x="28734" y="51146"/>
                          <a:pt x="28734" y="52335"/>
                        </a:cubicBezTo>
                        <a:cubicBezTo>
                          <a:pt x="27545" y="53525"/>
                          <a:pt x="27545" y="54714"/>
                          <a:pt x="27545" y="55904"/>
                        </a:cubicBezTo>
                        <a:cubicBezTo>
                          <a:pt x="26355" y="58283"/>
                          <a:pt x="23976" y="59472"/>
                          <a:pt x="21598" y="58283"/>
                        </a:cubicBezTo>
                        <a:cubicBezTo>
                          <a:pt x="19219" y="57093"/>
                          <a:pt x="16840" y="55904"/>
                          <a:pt x="14461" y="54714"/>
                        </a:cubicBezTo>
                        <a:cubicBezTo>
                          <a:pt x="13272" y="53525"/>
                          <a:pt x="12082" y="51146"/>
                          <a:pt x="9703" y="49956"/>
                        </a:cubicBezTo>
                        <a:cubicBezTo>
                          <a:pt x="9703" y="48767"/>
                          <a:pt x="10893" y="47577"/>
                          <a:pt x="10893" y="46388"/>
                        </a:cubicBezTo>
                        <a:cubicBezTo>
                          <a:pt x="10893" y="45199"/>
                          <a:pt x="9703" y="44009"/>
                          <a:pt x="9703" y="42820"/>
                        </a:cubicBezTo>
                        <a:cubicBezTo>
                          <a:pt x="8514" y="41630"/>
                          <a:pt x="7324" y="40441"/>
                          <a:pt x="6135" y="39252"/>
                        </a:cubicBezTo>
                        <a:cubicBezTo>
                          <a:pt x="4946" y="38062"/>
                          <a:pt x="4946" y="35683"/>
                          <a:pt x="3756" y="34494"/>
                        </a:cubicBezTo>
                        <a:cubicBezTo>
                          <a:pt x="2567" y="33304"/>
                          <a:pt x="1377" y="32115"/>
                          <a:pt x="188" y="29736"/>
                        </a:cubicBezTo>
                        <a:cubicBezTo>
                          <a:pt x="-1001" y="27357"/>
                          <a:pt x="3756" y="24978"/>
                          <a:pt x="6135" y="23789"/>
                        </a:cubicBezTo>
                        <a:cubicBezTo>
                          <a:pt x="7324" y="22600"/>
                          <a:pt x="8514" y="22600"/>
                          <a:pt x="9703" y="21410"/>
                        </a:cubicBezTo>
                        <a:cubicBezTo>
                          <a:pt x="10893" y="20221"/>
                          <a:pt x="10893" y="17842"/>
                          <a:pt x="10893" y="16652"/>
                        </a:cubicBezTo>
                        <a:cubicBezTo>
                          <a:pt x="10893" y="16652"/>
                          <a:pt x="12082" y="15463"/>
                          <a:pt x="12082" y="15463"/>
                        </a:cubicBezTo>
                        <a:cubicBezTo>
                          <a:pt x="12082" y="14273"/>
                          <a:pt x="12082" y="14273"/>
                          <a:pt x="13272" y="13084"/>
                        </a:cubicBezTo>
                        <a:cubicBezTo>
                          <a:pt x="14461" y="11894"/>
                          <a:pt x="15651" y="10705"/>
                          <a:pt x="16840" y="9516"/>
                        </a:cubicBezTo>
                        <a:cubicBezTo>
                          <a:pt x="20408" y="8326"/>
                          <a:pt x="25166" y="8326"/>
                          <a:pt x="28734" y="5947"/>
                        </a:cubicBezTo>
                        <a:cubicBezTo>
                          <a:pt x="32303" y="4758"/>
                          <a:pt x="33492" y="0"/>
                          <a:pt x="38250" y="0"/>
                        </a:cubicBezTo>
                        <a:cubicBezTo>
                          <a:pt x="39439" y="1190"/>
                          <a:pt x="41818" y="1190"/>
                          <a:pt x="43007" y="1190"/>
                        </a:cubicBezTo>
                        <a:cubicBezTo>
                          <a:pt x="44197" y="2379"/>
                          <a:pt x="45386" y="2379"/>
                          <a:pt x="47765" y="2379"/>
                        </a:cubicBezTo>
                        <a:cubicBezTo>
                          <a:pt x="51334" y="2379"/>
                          <a:pt x="53712" y="2379"/>
                          <a:pt x="56091" y="5947"/>
                        </a:cubicBezTo>
                        <a:cubicBezTo>
                          <a:pt x="57281" y="8326"/>
                          <a:pt x="59659" y="10705"/>
                          <a:pt x="59659" y="13084"/>
                        </a:cubicBezTo>
                        <a:cubicBezTo>
                          <a:pt x="58470" y="16652"/>
                          <a:pt x="59659" y="20221"/>
                          <a:pt x="58470" y="2378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3" name="Freeform 732">
                    <a:extLst>
                      <a:ext uri="{FF2B5EF4-FFF2-40B4-BE49-F238E27FC236}">
                        <a16:creationId xmlns:a16="http://schemas.microsoft.com/office/drawing/2014/main" id="{909A1418-6151-AB2E-3E35-6CF4C5F7F0F3}"/>
                      </a:ext>
                    </a:extLst>
                  </p:cNvPr>
                  <p:cNvSpPr/>
                  <p:nvPr/>
                </p:nvSpPr>
                <p:spPr>
                  <a:xfrm>
                    <a:off x="7155308" y="4945632"/>
                    <a:ext cx="15526" cy="19332"/>
                  </a:xfrm>
                  <a:custGeom>
                    <a:avLst/>
                    <a:gdLst>
                      <a:gd name="connsiteX0" fmla="*/ 7328 w 15526"/>
                      <a:gd name="connsiteY0" fmla="*/ 19147 h 19332"/>
                      <a:gd name="connsiteX1" fmla="*/ 13275 w 15526"/>
                      <a:gd name="connsiteY1" fmla="*/ 14389 h 19332"/>
                      <a:gd name="connsiteX2" fmla="*/ 13275 w 15526"/>
                      <a:gd name="connsiteY2" fmla="*/ 8442 h 19332"/>
                      <a:gd name="connsiteX3" fmla="*/ 13275 w 15526"/>
                      <a:gd name="connsiteY3" fmla="*/ 116 h 19332"/>
                      <a:gd name="connsiteX4" fmla="*/ 6138 w 15526"/>
                      <a:gd name="connsiteY4" fmla="*/ 2495 h 19332"/>
                      <a:gd name="connsiteX5" fmla="*/ 3759 w 15526"/>
                      <a:gd name="connsiteY5" fmla="*/ 6063 h 19332"/>
                      <a:gd name="connsiteX6" fmla="*/ 191 w 15526"/>
                      <a:gd name="connsiteY6" fmla="*/ 12010 h 19332"/>
                      <a:gd name="connsiteX7" fmla="*/ 7328 w 15526"/>
                      <a:gd name="connsiteY7" fmla="*/ 19147 h 1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526" h="19332">
                        <a:moveTo>
                          <a:pt x="7328" y="19147"/>
                        </a:moveTo>
                        <a:cubicBezTo>
                          <a:pt x="7328" y="19147"/>
                          <a:pt x="13275" y="16768"/>
                          <a:pt x="13275" y="14389"/>
                        </a:cubicBezTo>
                        <a:cubicBezTo>
                          <a:pt x="12085" y="13199"/>
                          <a:pt x="10896" y="9631"/>
                          <a:pt x="13275" y="8442"/>
                        </a:cubicBezTo>
                        <a:cubicBezTo>
                          <a:pt x="15653" y="7252"/>
                          <a:pt x="16843" y="-1074"/>
                          <a:pt x="13275" y="116"/>
                        </a:cubicBezTo>
                        <a:cubicBezTo>
                          <a:pt x="9706" y="116"/>
                          <a:pt x="8517" y="2495"/>
                          <a:pt x="6138" y="2495"/>
                        </a:cubicBezTo>
                        <a:cubicBezTo>
                          <a:pt x="3759" y="2495"/>
                          <a:pt x="3759" y="3684"/>
                          <a:pt x="3759" y="6063"/>
                        </a:cubicBezTo>
                        <a:cubicBezTo>
                          <a:pt x="3759" y="7252"/>
                          <a:pt x="-999" y="9631"/>
                          <a:pt x="191" y="12010"/>
                        </a:cubicBezTo>
                        <a:cubicBezTo>
                          <a:pt x="1380" y="15578"/>
                          <a:pt x="191" y="20336"/>
                          <a:pt x="7328" y="19147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4" name="Freeform 733">
                    <a:extLst>
                      <a:ext uri="{FF2B5EF4-FFF2-40B4-BE49-F238E27FC236}">
                        <a16:creationId xmlns:a16="http://schemas.microsoft.com/office/drawing/2014/main" id="{8BD287AC-C4A5-11FF-B94F-930DCDC5F1E7}"/>
                      </a:ext>
                    </a:extLst>
                  </p:cNvPr>
                  <p:cNvSpPr/>
                  <p:nvPr/>
                </p:nvSpPr>
                <p:spPr>
                  <a:xfrm>
                    <a:off x="7102671" y="4969353"/>
                    <a:ext cx="16378" cy="16197"/>
                  </a:xfrm>
                  <a:custGeom>
                    <a:avLst/>
                    <a:gdLst>
                      <a:gd name="connsiteX0" fmla="*/ 12387 w 16378"/>
                      <a:gd name="connsiteY0" fmla="*/ 7320 h 16197"/>
                      <a:gd name="connsiteX1" fmla="*/ 8819 w 16378"/>
                      <a:gd name="connsiteY1" fmla="*/ 1373 h 16197"/>
                      <a:gd name="connsiteX2" fmla="*/ 1682 w 16378"/>
                      <a:gd name="connsiteY2" fmla="*/ 1373 h 16197"/>
                      <a:gd name="connsiteX3" fmla="*/ 493 w 16378"/>
                      <a:gd name="connsiteY3" fmla="*/ 9699 h 16197"/>
                      <a:gd name="connsiteX4" fmla="*/ 7629 w 16378"/>
                      <a:gd name="connsiteY4" fmla="*/ 15647 h 16197"/>
                      <a:gd name="connsiteX5" fmla="*/ 15955 w 16378"/>
                      <a:gd name="connsiteY5" fmla="*/ 10889 h 16197"/>
                      <a:gd name="connsiteX6" fmla="*/ 12387 w 16378"/>
                      <a:gd name="connsiteY6" fmla="*/ 7320 h 16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378" h="16197">
                        <a:moveTo>
                          <a:pt x="12387" y="7320"/>
                        </a:moveTo>
                        <a:cubicBezTo>
                          <a:pt x="12387" y="7320"/>
                          <a:pt x="11198" y="2563"/>
                          <a:pt x="8819" y="1373"/>
                        </a:cubicBezTo>
                        <a:cubicBezTo>
                          <a:pt x="6440" y="184"/>
                          <a:pt x="2871" y="-1005"/>
                          <a:pt x="1682" y="1373"/>
                        </a:cubicBezTo>
                        <a:cubicBezTo>
                          <a:pt x="493" y="3752"/>
                          <a:pt x="-697" y="7320"/>
                          <a:pt x="493" y="9699"/>
                        </a:cubicBezTo>
                        <a:cubicBezTo>
                          <a:pt x="1682" y="12078"/>
                          <a:pt x="5250" y="18026"/>
                          <a:pt x="7629" y="15647"/>
                        </a:cubicBezTo>
                        <a:cubicBezTo>
                          <a:pt x="10008" y="14457"/>
                          <a:pt x="18334" y="10889"/>
                          <a:pt x="15955" y="10889"/>
                        </a:cubicBezTo>
                        <a:cubicBezTo>
                          <a:pt x="13577" y="9699"/>
                          <a:pt x="12387" y="8510"/>
                          <a:pt x="12387" y="7320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5" name="Freeform 734">
                    <a:extLst>
                      <a:ext uri="{FF2B5EF4-FFF2-40B4-BE49-F238E27FC236}">
                        <a16:creationId xmlns:a16="http://schemas.microsoft.com/office/drawing/2014/main" id="{932F4553-F785-7D67-BEFB-760D1E581729}"/>
                      </a:ext>
                    </a:extLst>
                  </p:cNvPr>
                  <p:cNvSpPr/>
                  <p:nvPr/>
                </p:nvSpPr>
                <p:spPr>
                  <a:xfrm>
                    <a:off x="7121005" y="4541340"/>
                    <a:ext cx="8325" cy="8325"/>
                  </a:xfrm>
                  <a:custGeom>
                    <a:avLst/>
                    <a:gdLst>
                      <a:gd name="connsiteX0" fmla="*/ 8326 w 8325"/>
                      <a:gd name="connsiteY0" fmla="*/ 3568 h 8325"/>
                      <a:gd name="connsiteX1" fmla="*/ 3568 w 8325"/>
                      <a:gd name="connsiteY1" fmla="*/ 8326 h 8325"/>
                      <a:gd name="connsiteX2" fmla="*/ 0 w 8325"/>
                      <a:gd name="connsiteY2" fmla="*/ 3568 h 8325"/>
                      <a:gd name="connsiteX3" fmla="*/ 3568 w 8325"/>
                      <a:gd name="connsiteY3" fmla="*/ 0 h 8325"/>
                      <a:gd name="connsiteX4" fmla="*/ 8326 w 8325"/>
                      <a:gd name="connsiteY4" fmla="*/ 3568 h 8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325" h="8325">
                        <a:moveTo>
                          <a:pt x="8326" y="3568"/>
                        </a:moveTo>
                        <a:cubicBezTo>
                          <a:pt x="8326" y="5947"/>
                          <a:pt x="5947" y="8326"/>
                          <a:pt x="3568" y="8326"/>
                        </a:cubicBezTo>
                        <a:cubicBezTo>
                          <a:pt x="1190" y="8326"/>
                          <a:pt x="0" y="5947"/>
                          <a:pt x="0" y="3568"/>
                        </a:cubicBezTo>
                        <a:cubicBezTo>
                          <a:pt x="0" y="1189"/>
                          <a:pt x="0" y="0"/>
                          <a:pt x="3568" y="0"/>
                        </a:cubicBezTo>
                        <a:cubicBezTo>
                          <a:pt x="5947" y="0"/>
                          <a:pt x="8326" y="1189"/>
                          <a:pt x="8326" y="3568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6" name="Freeform 735">
                    <a:extLst>
                      <a:ext uri="{FF2B5EF4-FFF2-40B4-BE49-F238E27FC236}">
                        <a16:creationId xmlns:a16="http://schemas.microsoft.com/office/drawing/2014/main" id="{4B9007BB-24D2-DA90-BEC8-6D1375E20799}"/>
                      </a:ext>
                    </a:extLst>
                  </p:cNvPr>
                  <p:cNvSpPr/>
                  <p:nvPr/>
                </p:nvSpPr>
                <p:spPr>
                  <a:xfrm>
                    <a:off x="6848625" y="4749301"/>
                    <a:ext cx="6413" cy="11137"/>
                  </a:xfrm>
                  <a:custGeom>
                    <a:avLst/>
                    <a:gdLst>
                      <a:gd name="connsiteX0" fmla="*/ 3568 w 6413"/>
                      <a:gd name="connsiteY0" fmla="*/ 9706 h 11137"/>
                      <a:gd name="connsiteX1" fmla="*/ 5947 w 6413"/>
                      <a:gd name="connsiteY1" fmla="*/ 4948 h 11137"/>
                      <a:gd name="connsiteX2" fmla="*/ 3568 w 6413"/>
                      <a:gd name="connsiteY2" fmla="*/ 190 h 11137"/>
                      <a:gd name="connsiteX3" fmla="*/ 0 w 6413"/>
                      <a:gd name="connsiteY3" fmla="*/ 2569 h 11137"/>
                      <a:gd name="connsiteX4" fmla="*/ 3568 w 6413"/>
                      <a:gd name="connsiteY4" fmla="*/ 9706 h 11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413" h="11137">
                        <a:moveTo>
                          <a:pt x="3568" y="9706"/>
                        </a:moveTo>
                        <a:cubicBezTo>
                          <a:pt x="3568" y="9706"/>
                          <a:pt x="4758" y="7327"/>
                          <a:pt x="5947" y="4948"/>
                        </a:cubicBezTo>
                        <a:cubicBezTo>
                          <a:pt x="7136" y="3759"/>
                          <a:pt x="5947" y="190"/>
                          <a:pt x="3568" y="190"/>
                        </a:cubicBezTo>
                        <a:cubicBezTo>
                          <a:pt x="1189" y="190"/>
                          <a:pt x="0" y="-999"/>
                          <a:pt x="0" y="2569"/>
                        </a:cubicBezTo>
                        <a:cubicBezTo>
                          <a:pt x="0" y="6138"/>
                          <a:pt x="0" y="14463"/>
                          <a:pt x="3568" y="9706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737" name="Graphic 27">
                    <a:extLst>
                      <a:ext uri="{FF2B5EF4-FFF2-40B4-BE49-F238E27FC236}">
                        <a16:creationId xmlns:a16="http://schemas.microsoft.com/office/drawing/2014/main" id="{FFAD72CD-A4B5-806B-BED3-0708B655A0A4}"/>
                      </a:ext>
                    </a:extLst>
                  </p:cNvPr>
                  <p:cNvGrpSpPr/>
                  <p:nvPr/>
                </p:nvGrpSpPr>
                <p:grpSpPr>
                  <a:xfrm>
                    <a:off x="6797479" y="4659817"/>
                    <a:ext cx="94156" cy="83910"/>
                    <a:chOff x="6797479" y="4659817"/>
                    <a:chExt cx="94156" cy="83910"/>
                  </a:xfrm>
                  <a:grpFill/>
                </p:grpSpPr>
                <p:sp>
                  <p:nvSpPr>
                    <p:cNvPr id="738" name="Freeform 737">
                      <a:extLst>
                        <a:ext uri="{FF2B5EF4-FFF2-40B4-BE49-F238E27FC236}">
                          <a16:creationId xmlns:a16="http://schemas.microsoft.com/office/drawing/2014/main" id="{70B98895-A8A5-9C0F-7AA1-AD395A57D9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97479" y="4714998"/>
                      <a:ext cx="10008" cy="16767"/>
                    </a:xfrm>
                    <a:custGeom>
                      <a:avLst/>
                      <a:gdLst>
                        <a:gd name="connsiteX0" fmla="*/ 9516 w 10008"/>
                        <a:gd name="connsiteY0" fmla="*/ 11894 h 16767"/>
                        <a:gd name="connsiteX1" fmla="*/ 8326 w 10008"/>
                        <a:gd name="connsiteY1" fmla="*/ 7137 h 16767"/>
                        <a:gd name="connsiteX2" fmla="*/ 9516 w 10008"/>
                        <a:gd name="connsiteY2" fmla="*/ 3569 h 16767"/>
                        <a:gd name="connsiteX3" fmla="*/ 5947 w 10008"/>
                        <a:gd name="connsiteY3" fmla="*/ 0 h 16767"/>
                        <a:gd name="connsiteX4" fmla="*/ 1190 w 10008"/>
                        <a:gd name="connsiteY4" fmla="*/ 2379 h 16767"/>
                        <a:gd name="connsiteX5" fmla="*/ 0 w 10008"/>
                        <a:gd name="connsiteY5" fmla="*/ 7137 h 16767"/>
                        <a:gd name="connsiteX6" fmla="*/ 5947 w 10008"/>
                        <a:gd name="connsiteY6" fmla="*/ 16652 h 16767"/>
                        <a:gd name="connsiteX7" fmla="*/ 9516 w 10008"/>
                        <a:gd name="connsiteY7" fmla="*/ 11894 h 167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008" h="16767">
                          <a:moveTo>
                            <a:pt x="9516" y="11894"/>
                          </a:moveTo>
                          <a:cubicBezTo>
                            <a:pt x="8326" y="10705"/>
                            <a:pt x="7137" y="7137"/>
                            <a:pt x="8326" y="7137"/>
                          </a:cubicBezTo>
                          <a:cubicBezTo>
                            <a:pt x="9516" y="5947"/>
                            <a:pt x="10705" y="4758"/>
                            <a:pt x="9516" y="3569"/>
                          </a:cubicBezTo>
                          <a:cubicBezTo>
                            <a:pt x="8326" y="2379"/>
                            <a:pt x="7137" y="0"/>
                            <a:pt x="5947" y="0"/>
                          </a:cubicBezTo>
                          <a:cubicBezTo>
                            <a:pt x="4758" y="0"/>
                            <a:pt x="2379" y="1190"/>
                            <a:pt x="1190" y="2379"/>
                          </a:cubicBezTo>
                          <a:cubicBezTo>
                            <a:pt x="0" y="3569"/>
                            <a:pt x="0" y="4758"/>
                            <a:pt x="0" y="7137"/>
                          </a:cubicBezTo>
                          <a:cubicBezTo>
                            <a:pt x="1190" y="9516"/>
                            <a:pt x="1190" y="17842"/>
                            <a:pt x="5947" y="16652"/>
                          </a:cubicBezTo>
                          <a:cubicBezTo>
                            <a:pt x="7137" y="15463"/>
                            <a:pt x="10705" y="13084"/>
                            <a:pt x="9516" y="1189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9" name="Freeform 738">
                      <a:extLst>
                        <a:ext uri="{FF2B5EF4-FFF2-40B4-BE49-F238E27FC236}">
                          <a16:creationId xmlns:a16="http://schemas.microsoft.com/office/drawing/2014/main" id="{FAE71D12-2830-3970-9FB8-ABDF408B4F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6528" y="4739976"/>
                      <a:ext cx="5224" cy="3752"/>
                    </a:xfrm>
                    <a:custGeom>
                      <a:avLst/>
                      <a:gdLst>
                        <a:gd name="connsiteX0" fmla="*/ 2845 w 5224"/>
                        <a:gd name="connsiteY0" fmla="*/ 0 h 3752"/>
                        <a:gd name="connsiteX1" fmla="*/ 467 w 5224"/>
                        <a:gd name="connsiteY1" fmla="*/ 2379 h 3752"/>
                        <a:gd name="connsiteX2" fmla="*/ 5224 w 5224"/>
                        <a:gd name="connsiteY2" fmla="*/ 2379 h 3752"/>
                        <a:gd name="connsiteX3" fmla="*/ 2845 w 5224"/>
                        <a:gd name="connsiteY3" fmla="*/ 0 h 3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224" h="3752">
                          <a:moveTo>
                            <a:pt x="2845" y="0"/>
                          </a:moveTo>
                          <a:cubicBezTo>
                            <a:pt x="467" y="0"/>
                            <a:pt x="-723" y="2379"/>
                            <a:pt x="467" y="2379"/>
                          </a:cubicBezTo>
                          <a:cubicBezTo>
                            <a:pt x="1656" y="3569"/>
                            <a:pt x="4035" y="4758"/>
                            <a:pt x="5224" y="2379"/>
                          </a:cubicBezTo>
                          <a:cubicBezTo>
                            <a:pt x="5224" y="2379"/>
                            <a:pt x="5224" y="0"/>
                            <a:pt x="2845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0" name="Freeform 739">
                      <a:extLst>
                        <a:ext uri="{FF2B5EF4-FFF2-40B4-BE49-F238E27FC236}">
                          <a16:creationId xmlns:a16="http://schemas.microsoft.com/office/drawing/2014/main" id="{295E96A5-5198-61BF-B506-050667FE5E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7059" y="4735218"/>
                      <a:ext cx="9263" cy="6244"/>
                    </a:xfrm>
                    <a:custGeom>
                      <a:avLst/>
                      <a:gdLst>
                        <a:gd name="connsiteX0" fmla="*/ 7292 w 9263"/>
                        <a:gd name="connsiteY0" fmla="*/ 0 h 6244"/>
                        <a:gd name="connsiteX1" fmla="*/ 156 w 9263"/>
                        <a:gd name="connsiteY1" fmla="*/ 2379 h 6244"/>
                        <a:gd name="connsiteX2" fmla="*/ 3724 w 9263"/>
                        <a:gd name="connsiteY2" fmla="*/ 5947 h 6244"/>
                        <a:gd name="connsiteX3" fmla="*/ 8482 w 9263"/>
                        <a:gd name="connsiteY3" fmla="*/ 4758 h 6244"/>
                        <a:gd name="connsiteX4" fmla="*/ 7292 w 9263"/>
                        <a:gd name="connsiteY4" fmla="*/ 0 h 62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263" h="6244">
                          <a:moveTo>
                            <a:pt x="7292" y="0"/>
                          </a:moveTo>
                          <a:cubicBezTo>
                            <a:pt x="4913" y="0"/>
                            <a:pt x="-1034" y="1190"/>
                            <a:pt x="156" y="2379"/>
                          </a:cubicBezTo>
                          <a:cubicBezTo>
                            <a:pt x="1345" y="3568"/>
                            <a:pt x="2535" y="5947"/>
                            <a:pt x="3724" y="5947"/>
                          </a:cubicBezTo>
                          <a:cubicBezTo>
                            <a:pt x="4913" y="5947"/>
                            <a:pt x="7292" y="7137"/>
                            <a:pt x="8482" y="4758"/>
                          </a:cubicBezTo>
                          <a:cubicBezTo>
                            <a:pt x="9671" y="5947"/>
                            <a:pt x="9671" y="1190"/>
                            <a:pt x="7292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1" name="Freeform 740">
                      <a:extLst>
                        <a:ext uri="{FF2B5EF4-FFF2-40B4-BE49-F238E27FC236}">
                          <a16:creationId xmlns:a16="http://schemas.microsoft.com/office/drawing/2014/main" id="{76CEAAAA-B39D-7AAE-EDA5-F7058BEBF5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1129" y="4659817"/>
                      <a:ext cx="10506" cy="5224"/>
                    </a:xfrm>
                    <a:custGeom>
                      <a:avLst/>
                      <a:gdLst>
                        <a:gd name="connsiteX0" fmla="*/ 10316 w 10506"/>
                        <a:gd name="connsiteY0" fmla="*/ 2845 h 5224"/>
                        <a:gd name="connsiteX1" fmla="*/ 3179 w 10506"/>
                        <a:gd name="connsiteY1" fmla="*/ 467 h 5224"/>
                        <a:gd name="connsiteX2" fmla="*/ 800 w 10506"/>
                        <a:gd name="connsiteY2" fmla="*/ 5224 h 5224"/>
                        <a:gd name="connsiteX3" fmla="*/ 6747 w 10506"/>
                        <a:gd name="connsiteY3" fmla="*/ 5224 h 5224"/>
                        <a:gd name="connsiteX4" fmla="*/ 10316 w 10506"/>
                        <a:gd name="connsiteY4" fmla="*/ 2845 h 52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506" h="5224">
                          <a:moveTo>
                            <a:pt x="10316" y="2845"/>
                          </a:moveTo>
                          <a:cubicBezTo>
                            <a:pt x="7937" y="467"/>
                            <a:pt x="5558" y="-723"/>
                            <a:pt x="3179" y="467"/>
                          </a:cubicBezTo>
                          <a:cubicBezTo>
                            <a:pt x="1990" y="1656"/>
                            <a:pt x="-1579" y="5224"/>
                            <a:pt x="800" y="5224"/>
                          </a:cubicBezTo>
                          <a:cubicBezTo>
                            <a:pt x="3179" y="5224"/>
                            <a:pt x="5558" y="5224"/>
                            <a:pt x="6747" y="5224"/>
                          </a:cubicBezTo>
                          <a:cubicBezTo>
                            <a:pt x="6747" y="5224"/>
                            <a:pt x="11505" y="5224"/>
                            <a:pt x="10316" y="284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2" name="Freeform 741">
                      <a:extLst>
                        <a:ext uri="{FF2B5EF4-FFF2-40B4-BE49-F238E27FC236}">
                          <a16:creationId xmlns:a16="http://schemas.microsoft.com/office/drawing/2014/main" id="{126BF63A-AEA2-E9EC-3045-BB204130F1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8537" y="4670656"/>
                      <a:ext cx="2907" cy="3901"/>
                    </a:xfrm>
                    <a:custGeom>
                      <a:avLst/>
                      <a:gdLst>
                        <a:gd name="connsiteX0" fmla="*/ 529 w 2907"/>
                        <a:gd name="connsiteY0" fmla="*/ 333 h 3901"/>
                        <a:gd name="connsiteX1" fmla="*/ 529 w 2907"/>
                        <a:gd name="connsiteY1" fmla="*/ 3901 h 3901"/>
                        <a:gd name="connsiteX2" fmla="*/ 2907 w 2907"/>
                        <a:gd name="connsiteY2" fmla="*/ 1523 h 3901"/>
                        <a:gd name="connsiteX3" fmla="*/ 529 w 2907"/>
                        <a:gd name="connsiteY3" fmla="*/ 333 h 39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907" h="3901">
                          <a:moveTo>
                            <a:pt x="529" y="333"/>
                          </a:moveTo>
                          <a:cubicBezTo>
                            <a:pt x="529" y="1523"/>
                            <a:pt x="-661" y="3901"/>
                            <a:pt x="529" y="3901"/>
                          </a:cubicBezTo>
                          <a:cubicBezTo>
                            <a:pt x="1718" y="3901"/>
                            <a:pt x="2907" y="1523"/>
                            <a:pt x="2907" y="1523"/>
                          </a:cubicBezTo>
                          <a:cubicBezTo>
                            <a:pt x="2907" y="1523"/>
                            <a:pt x="1718" y="-856"/>
                            <a:pt x="529" y="3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743" name="Graphic 27">
                    <a:extLst>
                      <a:ext uri="{FF2B5EF4-FFF2-40B4-BE49-F238E27FC236}">
                        <a16:creationId xmlns:a16="http://schemas.microsoft.com/office/drawing/2014/main" id="{5FAC8C2E-C244-E2BE-CAF8-E8C941B783A7}"/>
                      </a:ext>
                    </a:extLst>
                  </p:cNvPr>
                  <p:cNvGrpSpPr/>
                  <p:nvPr/>
                </p:nvGrpSpPr>
                <p:grpSpPr>
                  <a:xfrm>
                    <a:off x="3802109" y="4282043"/>
                    <a:ext cx="1009987" cy="1060976"/>
                    <a:chOff x="3802109" y="4282043"/>
                    <a:chExt cx="1009987" cy="1060976"/>
                  </a:xfrm>
                  <a:grpFill/>
                </p:grpSpPr>
                <p:sp>
                  <p:nvSpPr>
                    <p:cNvPr id="744" name="Freeform 743">
                      <a:extLst>
                        <a:ext uri="{FF2B5EF4-FFF2-40B4-BE49-F238E27FC236}">
                          <a16:creationId xmlns:a16="http://schemas.microsoft.com/office/drawing/2014/main" id="{50243486-8188-2E2E-2BF2-CFCD401F7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2109" y="4282043"/>
                      <a:ext cx="1009987" cy="1060976"/>
                    </a:xfrm>
                    <a:custGeom>
                      <a:avLst/>
                      <a:gdLst>
                        <a:gd name="connsiteX0" fmla="*/ 1003067 w 1009987"/>
                        <a:gd name="connsiteY0" fmla="*/ 303306 h 1060976"/>
                        <a:gd name="connsiteX1" fmla="*/ 991172 w 1009987"/>
                        <a:gd name="connsiteY1" fmla="*/ 277139 h 1060976"/>
                        <a:gd name="connsiteX2" fmla="*/ 961437 w 1009987"/>
                        <a:gd name="connsiteY2" fmla="*/ 272381 h 1060976"/>
                        <a:gd name="connsiteX3" fmla="*/ 954300 w 1009987"/>
                        <a:gd name="connsiteY3" fmla="*/ 265244 h 1060976"/>
                        <a:gd name="connsiteX4" fmla="*/ 943595 w 1009987"/>
                        <a:gd name="connsiteY4" fmla="*/ 260486 h 1060976"/>
                        <a:gd name="connsiteX5" fmla="*/ 903154 w 1009987"/>
                        <a:gd name="connsiteY5" fmla="*/ 225993 h 1060976"/>
                        <a:gd name="connsiteX6" fmla="*/ 879366 w 1009987"/>
                        <a:gd name="connsiteY6" fmla="*/ 214098 h 1060976"/>
                        <a:gd name="connsiteX7" fmla="*/ 848440 w 1009987"/>
                        <a:gd name="connsiteY7" fmla="*/ 212909 h 1060976"/>
                        <a:gd name="connsiteX8" fmla="*/ 829409 w 1009987"/>
                        <a:gd name="connsiteY8" fmla="*/ 209341 h 1060976"/>
                        <a:gd name="connsiteX9" fmla="*/ 818704 w 1009987"/>
                        <a:gd name="connsiteY9" fmla="*/ 208151 h 1060976"/>
                        <a:gd name="connsiteX10" fmla="*/ 818704 w 1009987"/>
                        <a:gd name="connsiteY10" fmla="*/ 210530 h 1060976"/>
                        <a:gd name="connsiteX11" fmla="*/ 786590 w 1009987"/>
                        <a:gd name="connsiteY11" fmla="*/ 201014 h 1060976"/>
                        <a:gd name="connsiteX12" fmla="*/ 777074 w 1009987"/>
                        <a:gd name="connsiteY12" fmla="*/ 209341 h 1060976"/>
                        <a:gd name="connsiteX13" fmla="*/ 768748 w 1009987"/>
                        <a:gd name="connsiteY13" fmla="*/ 217667 h 1060976"/>
                        <a:gd name="connsiteX14" fmla="*/ 763990 w 1009987"/>
                        <a:gd name="connsiteY14" fmla="*/ 209341 h 1060976"/>
                        <a:gd name="connsiteX15" fmla="*/ 761612 w 1009987"/>
                        <a:gd name="connsiteY15" fmla="*/ 229561 h 1060976"/>
                        <a:gd name="connsiteX16" fmla="*/ 759233 w 1009987"/>
                        <a:gd name="connsiteY16" fmla="*/ 214098 h 1060976"/>
                        <a:gd name="connsiteX17" fmla="*/ 762801 w 1009987"/>
                        <a:gd name="connsiteY17" fmla="*/ 199825 h 1060976"/>
                        <a:gd name="connsiteX18" fmla="*/ 758043 w 1009987"/>
                        <a:gd name="connsiteY18" fmla="*/ 196257 h 1060976"/>
                        <a:gd name="connsiteX19" fmla="*/ 761612 w 1009987"/>
                        <a:gd name="connsiteY19" fmla="*/ 193878 h 1060976"/>
                        <a:gd name="connsiteX20" fmla="*/ 756854 w 1009987"/>
                        <a:gd name="connsiteY20" fmla="*/ 189120 h 1060976"/>
                        <a:gd name="connsiteX21" fmla="*/ 753285 w 1009987"/>
                        <a:gd name="connsiteY21" fmla="*/ 181984 h 1060976"/>
                        <a:gd name="connsiteX22" fmla="*/ 737823 w 1009987"/>
                        <a:gd name="connsiteY22" fmla="*/ 185552 h 1060976"/>
                        <a:gd name="connsiteX23" fmla="*/ 728307 w 1009987"/>
                        <a:gd name="connsiteY23" fmla="*/ 173658 h 1060976"/>
                        <a:gd name="connsiteX24" fmla="*/ 712845 w 1009987"/>
                        <a:gd name="connsiteY24" fmla="*/ 168900 h 1060976"/>
                        <a:gd name="connsiteX25" fmla="*/ 683109 w 1009987"/>
                        <a:gd name="connsiteY25" fmla="*/ 161763 h 1060976"/>
                        <a:gd name="connsiteX26" fmla="*/ 680730 w 1009987"/>
                        <a:gd name="connsiteY26" fmla="*/ 165331 h 1060976"/>
                        <a:gd name="connsiteX27" fmla="*/ 678351 w 1009987"/>
                        <a:gd name="connsiteY27" fmla="*/ 164142 h 1060976"/>
                        <a:gd name="connsiteX28" fmla="*/ 678351 w 1009987"/>
                        <a:gd name="connsiteY28" fmla="*/ 161763 h 1060976"/>
                        <a:gd name="connsiteX29" fmla="*/ 668836 w 1009987"/>
                        <a:gd name="connsiteY29" fmla="*/ 162953 h 1060976"/>
                        <a:gd name="connsiteX30" fmla="*/ 656941 w 1009987"/>
                        <a:gd name="connsiteY30" fmla="*/ 180794 h 1060976"/>
                        <a:gd name="connsiteX31" fmla="*/ 656941 w 1009987"/>
                        <a:gd name="connsiteY31" fmla="*/ 181984 h 1060976"/>
                        <a:gd name="connsiteX32" fmla="*/ 635531 w 1009987"/>
                        <a:gd name="connsiteY32" fmla="*/ 201014 h 1060976"/>
                        <a:gd name="connsiteX33" fmla="*/ 627205 w 1009987"/>
                        <a:gd name="connsiteY33" fmla="*/ 227182 h 1060976"/>
                        <a:gd name="connsiteX34" fmla="*/ 626016 w 1009987"/>
                        <a:gd name="connsiteY34" fmla="*/ 210530 h 1060976"/>
                        <a:gd name="connsiteX35" fmla="*/ 630774 w 1009987"/>
                        <a:gd name="connsiteY35" fmla="*/ 193878 h 1060976"/>
                        <a:gd name="connsiteX36" fmla="*/ 602227 w 1009987"/>
                        <a:gd name="connsiteY36" fmla="*/ 192689 h 1060976"/>
                        <a:gd name="connsiteX37" fmla="*/ 621258 w 1009987"/>
                        <a:gd name="connsiteY37" fmla="*/ 187931 h 1060976"/>
                        <a:gd name="connsiteX38" fmla="*/ 629584 w 1009987"/>
                        <a:gd name="connsiteY38" fmla="*/ 183173 h 1060976"/>
                        <a:gd name="connsiteX39" fmla="*/ 640289 w 1009987"/>
                        <a:gd name="connsiteY39" fmla="*/ 180794 h 1060976"/>
                        <a:gd name="connsiteX40" fmla="*/ 655752 w 1009987"/>
                        <a:gd name="connsiteY40" fmla="*/ 149869 h 1060976"/>
                        <a:gd name="connsiteX41" fmla="*/ 639100 w 1009987"/>
                        <a:gd name="connsiteY41" fmla="*/ 146301 h 1060976"/>
                        <a:gd name="connsiteX42" fmla="*/ 622448 w 1009987"/>
                        <a:gd name="connsiteY42" fmla="*/ 147490 h 1060976"/>
                        <a:gd name="connsiteX43" fmla="*/ 606985 w 1009987"/>
                        <a:gd name="connsiteY43" fmla="*/ 148679 h 1060976"/>
                        <a:gd name="connsiteX44" fmla="*/ 606985 w 1009987"/>
                        <a:gd name="connsiteY44" fmla="*/ 161763 h 1060976"/>
                        <a:gd name="connsiteX45" fmla="*/ 598659 w 1009987"/>
                        <a:gd name="connsiteY45" fmla="*/ 164142 h 1060976"/>
                        <a:gd name="connsiteX46" fmla="*/ 590333 w 1009987"/>
                        <a:gd name="connsiteY46" fmla="*/ 164142 h 1060976"/>
                        <a:gd name="connsiteX47" fmla="*/ 578439 w 1009987"/>
                        <a:gd name="connsiteY47" fmla="*/ 176037 h 1060976"/>
                        <a:gd name="connsiteX48" fmla="*/ 580817 w 1009987"/>
                        <a:gd name="connsiteY48" fmla="*/ 161763 h 1060976"/>
                        <a:gd name="connsiteX49" fmla="*/ 572492 w 1009987"/>
                        <a:gd name="connsiteY49" fmla="*/ 177226 h 1060976"/>
                        <a:gd name="connsiteX50" fmla="*/ 567734 w 1009987"/>
                        <a:gd name="connsiteY50" fmla="*/ 179605 h 1060976"/>
                        <a:gd name="connsiteX51" fmla="*/ 578439 w 1009987"/>
                        <a:gd name="connsiteY51" fmla="*/ 158195 h 1060976"/>
                        <a:gd name="connsiteX52" fmla="*/ 593901 w 1009987"/>
                        <a:gd name="connsiteY52" fmla="*/ 136785 h 1060976"/>
                        <a:gd name="connsiteX53" fmla="*/ 610553 w 1009987"/>
                        <a:gd name="connsiteY53" fmla="*/ 120133 h 1060976"/>
                        <a:gd name="connsiteX54" fmla="*/ 617690 w 1009987"/>
                        <a:gd name="connsiteY54" fmla="*/ 110618 h 1060976"/>
                        <a:gd name="connsiteX55" fmla="*/ 622448 w 1009987"/>
                        <a:gd name="connsiteY55" fmla="*/ 98723 h 1060976"/>
                        <a:gd name="connsiteX56" fmla="*/ 605796 w 1009987"/>
                        <a:gd name="connsiteY56" fmla="*/ 92776 h 1060976"/>
                        <a:gd name="connsiteX57" fmla="*/ 599848 w 1009987"/>
                        <a:gd name="connsiteY57" fmla="*/ 77313 h 1060976"/>
                        <a:gd name="connsiteX58" fmla="*/ 587954 w 1009987"/>
                        <a:gd name="connsiteY58" fmla="*/ 45199 h 1060976"/>
                        <a:gd name="connsiteX59" fmla="*/ 585575 w 1009987"/>
                        <a:gd name="connsiteY59" fmla="*/ 38062 h 1060976"/>
                        <a:gd name="connsiteX60" fmla="*/ 582007 w 1009987"/>
                        <a:gd name="connsiteY60" fmla="*/ 26168 h 1060976"/>
                        <a:gd name="connsiteX61" fmla="*/ 578439 w 1009987"/>
                        <a:gd name="connsiteY61" fmla="*/ 33304 h 1060976"/>
                        <a:gd name="connsiteX62" fmla="*/ 577249 w 1009987"/>
                        <a:gd name="connsiteY62" fmla="*/ 33304 h 1060976"/>
                        <a:gd name="connsiteX63" fmla="*/ 567734 w 1009987"/>
                        <a:gd name="connsiteY63" fmla="*/ 41630 h 1060976"/>
                        <a:gd name="connsiteX64" fmla="*/ 557029 w 1009987"/>
                        <a:gd name="connsiteY64" fmla="*/ 60661 h 1060976"/>
                        <a:gd name="connsiteX65" fmla="*/ 546324 w 1009987"/>
                        <a:gd name="connsiteY65" fmla="*/ 80882 h 1060976"/>
                        <a:gd name="connsiteX66" fmla="*/ 537998 w 1009987"/>
                        <a:gd name="connsiteY66" fmla="*/ 86829 h 1060976"/>
                        <a:gd name="connsiteX67" fmla="*/ 530861 w 1009987"/>
                        <a:gd name="connsiteY67" fmla="*/ 95155 h 1060976"/>
                        <a:gd name="connsiteX68" fmla="*/ 524914 w 1009987"/>
                        <a:gd name="connsiteY68" fmla="*/ 86829 h 1060976"/>
                        <a:gd name="connsiteX69" fmla="*/ 513020 w 1009987"/>
                        <a:gd name="connsiteY69" fmla="*/ 89208 h 1060976"/>
                        <a:gd name="connsiteX70" fmla="*/ 504694 w 1009987"/>
                        <a:gd name="connsiteY70" fmla="*/ 74935 h 1060976"/>
                        <a:gd name="connsiteX71" fmla="*/ 497557 w 1009987"/>
                        <a:gd name="connsiteY71" fmla="*/ 68987 h 1060976"/>
                        <a:gd name="connsiteX72" fmla="*/ 478526 w 1009987"/>
                        <a:gd name="connsiteY72" fmla="*/ 71366 h 1060976"/>
                        <a:gd name="connsiteX73" fmla="*/ 461874 w 1009987"/>
                        <a:gd name="connsiteY73" fmla="*/ 72556 h 1060976"/>
                        <a:gd name="connsiteX74" fmla="*/ 470200 w 1009987"/>
                        <a:gd name="connsiteY74" fmla="*/ 91587 h 1060976"/>
                        <a:gd name="connsiteX75" fmla="*/ 452359 w 1009987"/>
                        <a:gd name="connsiteY75" fmla="*/ 89208 h 1060976"/>
                        <a:gd name="connsiteX76" fmla="*/ 434517 w 1009987"/>
                        <a:gd name="connsiteY76" fmla="*/ 86829 h 1060976"/>
                        <a:gd name="connsiteX77" fmla="*/ 423812 w 1009987"/>
                        <a:gd name="connsiteY77" fmla="*/ 95155 h 1060976"/>
                        <a:gd name="connsiteX78" fmla="*/ 409539 w 1009987"/>
                        <a:gd name="connsiteY78" fmla="*/ 97534 h 1060976"/>
                        <a:gd name="connsiteX79" fmla="*/ 398834 w 1009987"/>
                        <a:gd name="connsiteY79" fmla="*/ 103481 h 1060976"/>
                        <a:gd name="connsiteX80" fmla="*/ 385750 w 1009987"/>
                        <a:gd name="connsiteY80" fmla="*/ 107049 h 1060976"/>
                        <a:gd name="connsiteX81" fmla="*/ 375045 w 1009987"/>
                        <a:gd name="connsiteY81" fmla="*/ 98723 h 1060976"/>
                        <a:gd name="connsiteX82" fmla="*/ 366719 w 1009987"/>
                        <a:gd name="connsiteY82" fmla="*/ 86829 h 1060976"/>
                        <a:gd name="connsiteX83" fmla="*/ 359583 w 1009987"/>
                        <a:gd name="connsiteY83" fmla="*/ 74935 h 1060976"/>
                        <a:gd name="connsiteX84" fmla="*/ 364340 w 1009987"/>
                        <a:gd name="connsiteY84" fmla="*/ 45199 h 1060976"/>
                        <a:gd name="connsiteX85" fmla="*/ 371477 w 1009987"/>
                        <a:gd name="connsiteY85" fmla="*/ 28546 h 1060976"/>
                        <a:gd name="connsiteX86" fmla="*/ 361961 w 1009987"/>
                        <a:gd name="connsiteY86" fmla="*/ 22599 h 1060976"/>
                        <a:gd name="connsiteX87" fmla="*/ 357204 w 1009987"/>
                        <a:gd name="connsiteY87" fmla="*/ 13084 h 1060976"/>
                        <a:gd name="connsiteX88" fmla="*/ 342930 w 1009987"/>
                        <a:gd name="connsiteY88" fmla="*/ 0 h 1060976"/>
                        <a:gd name="connsiteX89" fmla="*/ 342930 w 1009987"/>
                        <a:gd name="connsiteY89" fmla="*/ 1190 h 1060976"/>
                        <a:gd name="connsiteX90" fmla="*/ 323900 w 1009987"/>
                        <a:gd name="connsiteY90" fmla="*/ 19031 h 1060976"/>
                        <a:gd name="connsiteX91" fmla="*/ 310816 w 1009987"/>
                        <a:gd name="connsiteY91" fmla="*/ 23789 h 1060976"/>
                        <a:gd name="connsiteX92" fmla="*/ 296542 w 1009987"/>
                        <a:gd name="connsiteY92" fmla="*/ 24978 h 1060976"/>
                        <a:gd name="connsiteX93" fmla="*/ 269185 w 1009987"/>
                        <a:gd name="connsiteY93" fmla="*/ 34494 h 1060976"/>
                        <a:gd name="connsiteX94" fmla="*/ 252533 w 1009987"/>
                        <a:gd name="connsiteY94" fmla="*/ 35683 h 1060976"/>
                        <a:gd name="connsiteX95" fmla="*/ 239450 w 1009987"/>
                        <a:gd name="connsiteY95" fmla="*/ 29736 h 1060976"/>
                        <a:gd name="connsiteX96" fmla="*/ 233502 w 1009987"/>
                        <a:gd name="connsiteY96" fmla="*/ 34494 h 1060976"/>
                        <a:gd name="connsiteX97" fmla="*/ 244207 w 1009987"/>
                        <a:gd name="connsiteY97" fmla="*/ 41630 h 1060976"/>
                        <a:gd name="connsiteX98" fmla="*/ 244207 w 1009987"/>
                        <a:gd name="connsiteY98" fmla="*/ 70177 h 1060976"/>
                        <a:gd name="connsiteX99" fmla="*/ 269185 w 1009987"/>
                        <a:gd name="connsiteY99" fmla="*/ 78503 h 1060976"/>
                        <a:gd name="connsiteX100" fmla="*/ 256102 w 1009987"/>
                        <a:gd name="connsiteY100" fmla="*/ 83260 h 1060976"/>
                        <a:gd name="connsiteX101" fmla="*/ 245397 w 1009987"/>
                        <a:gd name="connsiteY101" fmla="*/ 91587 h 1060976"/>
                        <a:gd name="connsiteX102" fmla="*/ 237071 w 1009987"/>
                        <a:gd name="connsiteY102" fmla="*/ 102291 h 1060976"/>
                        <a:gd name="connsiteX103" fmla="*/ 229934 w 1009987"/>
                        <a:gd name="connsiteY103" fmla="*/ 103481 h 1060976"/>
                        <a:gd name="connsiteX104" fmla="*/ 225176 w 1009987"/>
                        <a:gd name="connsiteY104" fmla="*/ 108239 h 1060976"/>
                        <a:gd name="connsiteX105" fmla="*/ 204956 w 1009987"/>
                        <a:gd name="connsiteY105" fmla="*/ 122512 h 1060976"/>
                        <a:gd name="connsiteX106" fmla="*/ 189493 w 1009987"/>
                        <a:gd name="connsiteY106" fmla="*/ 118944 h 1060976"/>
                        <a:gd name="connsiteX107" fmla="*/ 177599 w 1009987"/>
                        <a:gd name="connsiteY107" fmla="*/ 110618 h 1060976"/>
                        <a:gd name="connsiteX108" fmla="*/ 176409 w 1009987"/>
                        <a:gd name="connsiteY108" fmla="*/ 108239 h 1060976"/>
                        <a:gd name="connsiteX109" fmla="*/ 166894 w 1009987"/>
                        <a:gd name="connsiteY109" fmla="*/ 107049 h 1060976"/>
                        <a:gd name="connsiteX110" fmla="*/ 165705 w 1009987"/>
                        <a:gd name="connsiteY110" fmla="*/ 95155 h 1060976"/>
                        <a:gd name="connsiteX111" fmla="*/ 162136 w 1009987"/>
                        <a:gd name="connsiteY111" fmla="*/ 90397 h 1060976"/>
                        <a:gd name="connsiteX112" fmla="*/ 159757 w 1009987"/>
                        <a:gd name="connsiteY112" fmla="*/ 85639 h 1060976"/>
                        <a:gd name="connsiteX113" fmla="*/ 151431 w 1009987"/>
                        <a:gd name="connsiteY113" fmla="*/ 89208 h 1060976"/>
                        <a:gd name="connsiteX114" fmla="*/ 143105 w 1009987"/>
                        <a:gd name="connsiteY114" fmla="*/ 93965 h 1060976"/>
                        <a:gd name="connsiteX115" fmla="*/ 135969 w 1009987"/>
                        <a:gd name="connsiteY115" fmla="*/ 92776 h 1060976"/>
                        <a:gd name="connsiteX116" fmla="*/ 126453 w 1009987"/>
                        <a:gd name="connsiteY116" fmla="*/ 95155 h 1060976"/>
                        <a:gd name="connsiteX117" fmla="*/ 103854 w 1009987"/>
                        <a:gd name="connsiteY117" fmla="*/ 95155 h 1060976"/>
                        <a:gd name="connsiteX118" fmla="*/ 103854 w 1009987"/>
                        <a:gd name="connsiteY118" fmla="*/ 105860 h 1060976"/>
                        <a:gd name="connsiteX119" fmla="*/ 110991 w 1009987"/>
                        <a:gd name="connsiteY119" fmla="*/ 111807 h 1060976"/>
                        <a:gd name="connsiteX120" fmla="*/ 115748 w 1009987"/>
                        <a:gd name="connsiteY120" fmla="*/ 122512 h 1060976"/>
                        <a:gd name="connsiteX121" fmla="*/ 118127 w 1009987"/>
                        <a:gd name="connsiteY121" fmla="*/ 129648 h 1060976"/>
                        <a:gd name="connsiteX122" fmla="*/ 110991 w 1009987"/>
                        <a:gd name="connsiteY122" fmla="*/ 126080 h 1060976"/>
                        <a:gd name="connsiteX123" fmla="*/ 94339 w 1009987"/>
                        <a:gd name="connsiteY123" fmla="*/ 133217 h 1060976"/>
                        <a:gd name="connsiteX124" fmla="*/ 99096 w 1009987"/>
                        <a:gd name="connsiteY124" fmla="*/ 151058 h 1060976"/>
                        <a:gd name="connsiteX125" fmla="*/ 106233 w 1009987"/>
                        <a:gd name="connsiteY125" fmla="*/ 155816 h 1060976"/>
                        <a:gd name="connsiteX126" fmla="*/ 112180 w 1009987"/>
                        <a:gd name="connsiteY126" fmla="*/ 162953 h 1060976"/>
                        <a:gd name="connsiteX127" fmla="*/ 110991 w 1009987"/>
                        <a:gd name="connsiteY127" fmla="*/ 202204 h 1060976"/>
                        <a:gd name="connsiteX128" fmla="*/ 105043 w 1009987"/>
                        <a:gd name="connsiteY128" fmla="*/ 227182 h 1060976"/>
                        <a:gd name="connsiteX129" fmla="*/ 96717 w 1009987"/>
                        <a:gd name="connsiteY129" fmla="*/ 250971 h 1060976"/>
                        <a:gd name="connsiteX130" fmla="*/ 96717 w 1009987"/>
                        <a:gd name="connsiteY130" fmla="*/ 249781 h 1060976"/>
                        <a:gd name="connsiteX131" fmla="*/ 88391 w 1009987"/>
                        <a:gd name="connsiteY131" fmla="*/ 255729 h 1060976"/>
                        <a:gd name="connsiteX132" fmla="*/ 83634 w 1009987"/>
                        <a:gd name="connsiteY132" fmla="*/ 250971 h 1060976"/>
                        <a:gd name="connsiteX133" fmla="*/ 76497 w 1009987"/>
                        <a:gd name="connsiteY133" fmla="*/ 253350 h 1060976"/>
                        <a:gd name="connsiteX134" fmla="*/ 62224 w 1009987"/>
                        <a:gd name="connsiteY134" fmla="*/ 258108 h 1060976"/>
                        <a:gd name="connsiteX135" fmla="*/ 47951 w 1009987"/>
                        <a:gd name="connsiteY135" fmla="*/ 261676 h 1060976"/>
                        <a:gd name="connsiteX136" fmla="*/ 36056 w 1009987"/>
                        <a:gd name="connsiteY136" fmla="*/ 268812 h 1060976"/>
                        <a:gd name="connsiteX137" fmla="*/ 24162 w 1009987"/>
                        <a:gd name="connsiteY137" fmla="*/ 277139 h 1060976"/>
                        <a:gd name="connsiteX138" fmla="*/ 18215 w 1009987"/>
                        <a:gd name="connsiteY138" fmla="*/ 291412 h 1060976"/>
                        <a:gd name="connsiteX139" fmla="*/ 13457 w 1009987"/>
                        <a:gd name="connsiteY139" fmla="*/ 316390 h 1060976"/>
                        <a:gd name="connsiteX140" fmla="*/ 3941 w 1009987"/>
                        <a:gd name="connsiteY140" fmla="*/ 322337 h 1060976"/>
                        <a:gd name="connsiteX141" fmla="*/ 1563 w 1009987"/>
                        <a:gd name="connsiteY141" fmla="*/ 334231 h 1060976"/>
                        <a:gd name="connsiteX142" fmla="*/ 3941 w 1009987"/>
                        <a:gd name="connsiteY142" fmla="*/ 358020 h 1060976"/>
                        <a:gd name="connsiteX143" fmla="*/ 19404 w 1009987"/>
                        <a:gd name="connsiteY143" fmla="*/ 375862 h 1060976"/>
                        <a:gd name="connsiteX144" fmla="*/ 14646 w 1009987"/>
                        <a:gd name="connsiteY144" fmla="*/ 385377 h 1060976"/>
                        <a:gd name="connsiteX145" fmla="*/ 30109 w 1009987"/>
                        <a:gd name="connsiteY145" fmla="*/ 385377 h 1060976"/>
                        <a:gd name="connsiteX146" fmla="*/ 40814 w 1009987"/>
                        <a:gd name="connsiteY146" fmla="*/ 392514 h 1060976"/>
                        <a:gd name="connsiteX147" fmla="*/ 66981 w 1009987"/>
                        <a:gd name="connsiteY147" fmla="*/ 399650 h 1060976"/>
                        <a:gd name="connsiteX148" fmla="*/ 76497 w 1009987"/>
                        <a:gd name="connsiteY148" fmla="*/ 390135 h 1060976"/>
                        <a:gd name="connsiteX149" fmla="*/ 90770 w 1009987"/>
                        <a:gd name="connsiteY149" fmla="*/ 386566 h 1060976"/>
                        <a:gd name="connsiteX150" fmla="*/ 86013 w 1009987"/>
                        <a:gd name="connsiteY150" fmla="*/ 410355 h 1060976"/>
                        <a:gd name="connsiteX151" fmla="*/ 96717 w 1009987"/>
                        <a:gd name="connsiteY151" fmla="*/ 429386 h 1060976"/>
                        <a:gd name="connsiteX152" fmla="*/ 107422 w 1009987"/>
                        <a:gd name="connsiteY152" fmla="*/ 428197 h 1060976"/>
                        <a:gd name="connsiteX153" fmla="*/ 113370 w 1009987"/>
                        <a:gd name="connsiteY153" fmla="*/ 428197 h 1060976"/>
                        <a:gd name="connsiteX154" fmla="*/ 178788 w 1009987"/>
                        <a:gd name="connsiteY154" fmla="*/ 399650 h 1060976"/>
                        <a:gd name="connsiteX155" fmla="*/ 202577 w 1009987"/>
                        <a:gd name="connsiteY155" fmla="*/ 393703 h 1060976"/>
                        <a:gd name="connsiteX156" fmla="*/ 216850 w 1009987"/>
                        <a:gd name="connsiteY156" fmla="*/ 392514 h 1060976"/>
                        <a:gd name="connsiteX157" fmla="*/ 222798 w 1009987"/>
                        <a:gd name="connsiteY157" fmla="*/ 402029 h 1060976"/>
                        <a:gd name="connsiteX158" fmla="*/ 223987 w 1009987"/>
                        <a:gd name="connsiteY158" fmla="*/ 442470 h 1060976"/>
                        <a:gd name="connsiteX159" fmla="*/ 250155 w 1009987"/>
                        <a:gd name="connsiteY159" fmla="*/ 465069 h 1060976"/>
                        <a:gd name="connsiteX160" fmla="*/ 260859 w 1009987"/>
                        <a:gd name="connsiteY160" fmla="*/ 465069 h 1060976"/>
                        <a:gd name="connsiteX161" fmla="*/ 267996 w 1009987"/>
                        <a:gd name="connsiteY161" fmla="*/ 469827 h 1060976"/>
                        <a:gd name="connsiteX162" fmla="*/ 278701 w 1009987"/>
                        <a:gd name="connsiteY162" fmla="*/ 472206 h 1060976"/>
                        <a:gd name="connsiteX163" fmla="*/ 284648 w 1009987"/>
                        <a:gd name="connsiteY163" fmla="*/ 478153 h 1060976"/>
                        <a:gd name="connsiteX164" fmla="*/ 315574 w 1009987"/>
                        <a:gd name="connsiteY164" fmla="*/ 493616 h 1060976"/>
                        <a:gd name="connsiteX165" fmla="*/ 323900 w 1009987"/>
                        <a:gd name="connsiteY165" fmla="*/ 495995 h 1060976"/>
                        <a:gd name="connsiteX166" fmla="*/ 353635 w 1009987"/>
                        <a:gd name="connsiteY166" fmla="*/ 512647 h 1060976"/>
                        <a:gd name="connsiteX167" fmla="*/ 352446 w 1009987"/>
                        <a:gd name="connsiteY167" fmla="*/ 534056 h 1060976"/>
                        <a:gd name="connsiteX168" fmla="*/ 358393 w 1009987"/>
                        <a:gd name="connsiteY168" fmla="*/ 551898 h 1060976"/>
                        <a:gd name="connsiteX169" fmla="*/ 369098 w 1009987"/>
                        <a:gd name="connsiteY169" fmla="*/ 563792 h 1060976"/>
                        <a:gd name="connsiteX170" fmla="*/ 389318 w 1009987"/>
                        <a:gd name="connsiteY170" fmla="*/ 567361 h 1060976"/>
                        <a:gd name="connsiteX171" fmla="*/ 405970 w 1009987"/>
                        <a:gd name="connsiteY171" fmla="*/ 570929 h 1060976"/>
                        <a:gd name="connsiteX172" fmla="*/ 407160 w 1009987"/>
                        <a:gd name="connsiteY172" fmla="*/ 591149 h 1060976"/>
                        <a:gd name="connsiteX173" fmla="*/ 422623 w 1009987"/>
                        <a:gd name="connsiteY173" fmla="*/ 598286 h 1060976"/>
                        <a:gd name="connsiteX174" fmla="*/ 433328 w 1009987"/>
                        <a:gd name="connsiteY174" fmla="*/ 612559 h 1060976"/>
                        <a:gd name="connsiteX175" fmla="*/ 427380 w 1009987"/>
                        <a:gd name="connsiteY175" fmla="*/ 649432 h 1060976"/>
                        <a:gd name="connsiteX176" fmla="*/ 422623 w 1009987"/>
                        <a:gd name="connsiteY176" fmla="*/ 667273 h 1060976"/>
                        <a:gd name="connsiteX177" fmla="*/ 426191 w 1009987"/>
                        <a:gd name="connsiteY177" fmla="*/ 683925 h 1060976"/>
                        <a:gd name="connsiteX178" fmla="*/ 430949 w 1009987"/>
                        <a:gd name="connsiteY178" fmla="*/ 724366 h 1060976"/>
                        <a:gd name="connsiteX179" fmla="*/ 471389 w 1009987"/>
                        <a:gd name="connsiteY179" fmla="*/ 727934 h 1060976"/>
                        <a:gd name="connsiteX180" fmla="*/ 492799 w 1009987"/>
                        <a:gd name="connsiteY180" fmla="*/ 751723 h 1060976"/>
                        <a:gd name="connsiteX181" fmla="*/ 497557 w 1009987"/>
                        <a:gd name="connsiteY181" fmla="*/ 770754 h 1060976"/>
                        <a:gd name="connsiteX182" fmla="*/ 513020 w 1009987"/>
                        <a:gd name="connsiteY182" fmla="*/ 774322 h 1060976"/>
                        <a:gd name="connsiteX183" fmla="*/ 521346 w 1009987"/>
                        <a:gd name="connsiteY183" fmla="*/ 806437 h 1060976"/>
                        <a:gd name="connsiteX184" fmla="*/ 521346 w 1009987"/>
                        <a:gd name="connsiteY184" fmla="*/ 817142 h 1060976"/>
                        <a:gd name="connsiteX185" fmla="*/ 534429 w 1009987"/>
                        <a:gd name="connsiteY185" fmla="*/ 815953 h 1060976"/>
                        <a:gd name="connsiteX186" fmla="*/ 537998 w 1009987"/>
                        <a:gd name="connsiteY186" fmla="*/ 820710 h 1060976"/>
                        <a:gd name="connsiteX187" fmla="*/ 540377 w 1009987"/>
                        <a:gd name="connsiteY187" fmla="*/ 827847 h 1060976"/>
                        <a:gd name="connsiteX188" fmla="*/ 542756 w 1009987"/>
                        <a:gd name="connsiteY188" fmla="*/ 863530 h 1060976"/>
                        <a:gd name="connsiteX189" fmla="*/ 534429 w 1009987"/>
                        <a:gd name="connsiteY189" fmla="*/ 867098 h 1060976"/>
                        <a:gd name="connsiteX190" fmla="*/ 528482 w 1009987"/>
                        <a:gd name="connsiteY190" fmla="*/ 871856 h 1060976"/>
                        <a:gd name="connsiteX191" fmla="*/ 521346 w 1009987"/>
                        <a:gd name="connsiteY191" fmla="*/ 876614 h 1060976"/>
                        <a:gd name="connsiteX192" fmla="*/ 514209 w 1009987"/>
                        <a:gd name="connsiteY192" fmla="*/ 882561 h 1060976"/>
                        <a:gd name="connsiteX193" fmla="*/ 498746 w 1009987"/>
                        <a:gd name="connsiteY193" fmla="*/ 892076 h 1060976"/>
                        <a:gd name="connsiteX194" fmla="*/ 493989 w 1009987"/>
                        <a:gd name="connsiteY194" fmla="*/ 899213 h 1060976"/>
                        <a:gd name="connsiteX195" fmla="*/ 485663 w 1009987"/>
                        <a:gd name="connsiteY195" fmla="*/ 902781 h 1060976"/>
                        <a:gd name="connsiteX196" fmla="*/ 478526 w 1009987"/>
                        <a:gd name="connsiteY196" fmla="*/ 917054 h 1060976"/>
                        <a:gd name="connsiteX197" fmla="*/ 469011 w 1009987"/>
                        <a:gd name="connsiteY197" fmla="*/ 930138 h 1060976"/>
                        <a:gd name="connsiteX198" fmla="*/ 455927 w 1009987"/>
                        <a:gd name="connsiteY198" fmla="*/ 951548 h 1060976"/>
                        <a:gd name="connsiteX199" fmla="*/ 457116 w 1009987"/>
                        <a:gd name="connsiteY199" fmla="*/ 951548 h 1060976"/>
                        <a:gd name="connsiteX200" fmla="*/ 467821 w 1009987"/>
                        <a:gd name="connsiteY200" fmla="*/ 950359 h 1060976"/>
                        <a:gd name="connsiteX201" fmla="*/ 477337 w 1009987"/>
                        <a:gd name="connsiteY201" fmla="*/ 951548 h 1060976"/>
                        <a:gd name="connsiteX202" fmla="*/ 482094 w 1009987"/>
                        <a:gd name="connsiteY202" fmla="*/ 958685 h 1060976"/>
                        <a:gd name="connsiteX203" fmla="*/ 489231 w 1009987"/>
                        <a:gd name="connsiteY203" fmla="*/ 964632 h 1060976"/>
                        <a:gd name="connsiteX204" fmla="*/ 493989 w 1009987"/>
                        <a:gd name="connsiteY204" fmla="*/ 971769 h 1060976"/>
                        <a:gd name="connsiteX205" fmla="*/ 498746 w 1009987"/>
                        <a:gd name="connsiteY205" fmla="*/ 978905 h 1060976"/>
                        <a:gd name="connsiteX206" fmla="*/ 507073 w 1009987"/>
                        <a:gd name="connsiteY206" fmla="*/ 975337 h 1060976"/>
                        <a:gd name="connsiteX207" fmla="*/ 513020 w 1009987"/>
                        <a:gd name="connsiteY207" fmla="*/ 982473 h 1060976"/>
                        <a:gd name="connsiteX208" fmla="*/ 528482 w 1009987"/>
                        <a:gd name="connsiteY208" fmla="*/ 990800 h 1060976"/>
                        <a:gd name="connsiteX209" fmla="*/ 533240 w 1009987"/>
                        <a:gd name="connsiteY209" fmla="*/ 999125 h 1060976"/>
                        <a:gd name="connsiteX210" fmla="*/ 541566 w 1009987"/>
                        <a:gd name="connsiteY210" fmla="*/ 1002694 h 1060976"/>
                        <a:gd name="connsiteX211" fmla="*/ 554650 w 1009987"/>
                        <a:gd name="connsiteY211" fmla="*/ 1013399 h 1060976"/>
                        <a:gd name="connsiteX212" fmla="*/ 566544 w 1009987"/>
                        <a:gd name="connsiteY212" fmla="*/ 1026483 h 1060976"/>
                        <a:gd name="connsiteX213" fmla="*/ 559408 w 1009987"/>
                        <a:gd name="connsiteY213" fmla="*/ 1041945 h 1060976"/>
                        <a:gd name="connsiteX214" fmla="*/ 561786 w 1009987"/>
                        <a:gd name="connsiteY214" fmla="*/ 1047892 h 1060976"/>
                        <a:gd name="connsiteX215" fmla="*/ 566544 w 1009987"/>
                        <a:gd name="connsiteY215" fmla="*/ 1053840 h 1060976"/>
                        <a:gd name="connsiteX216" fmla="*/ 572492 w 1009987"/>
                        <a:gd name="connsiteY216" fmla="*/ 1060976 h 1060976"/>
                        <a:gd name="connsiteX217" fmla="*/ 578439 w 1009987"/>
                        <a:gd name="connsiteY217" fmla="*/ 1053840 h 1060976"/>
                        <a:gd name="connsiteX218" fmla="*/ 587954 w 1009987"/>
                        <a:gd name="connsiteY218" fmla="*/ 1026483 h 1060976"/>
                        <a:gd name="connsiteX219" fmla="*/ 591522 w 1009987"/>
                        <a:gd name="connsiteY219" fmla="*/ 1013399 h 1060976"/>
                        <a:gd name="connsiteX220" fmla="*/ 586765 w 1009987"/>
                        <a:gd name="connsiteY220" fmla="*/ 1000315 h 1060976"/>
                        <a:gd name="connsiteX221" fmla="*/ 596280 w 1009987"/>
                        <a:gd name="connsiteY221" fmla="*/ 990800 h 1060976"/>
                        <a:gd name="connsiteX222" fmla="*/ 605796 w 1009987"/>
                        <a:gd name="connsiteY222" fmla="*/ 986042 h 1060976"/>
                        <a:gd name="connsiteX223" fmla="*/ 615311 w 1009987"/>
                        <a:gd name="connsiteY223" fmla="*/ 963442 h 1060976"/>
                        <a:gd name="connsiteX224" fmla="*/ 616500 w 1009987"/>
                        <a:gd name="connsiteY224" fmla="*/ 944411 h 1060976"/>
                        <a:gd name="connsiteX225" fmla="*/ 629584 w 1009987"/>
                        <a:gd name="connsiteY225" fmla="*/ 957495 h 1060976"/>
                        <a:gd name="connsiteX226" fmla="*/ 615311 w 1009987"/>
                        <a:gd name="connsiteY226" fmla="*/ 981284 h 1060976"/>
                        <a:gd name="connsiteX227" fmla="*/ 615311 w 1009987"/>
                        <a:gd name="connsiteY227" fmla="*/ 987231 h 1060976"/>
                        <a:gd name="connsiteX228" fmla="*/ 603417 w 1009987"/>
                        <a:gd name="connsiteY228" fmla="*/ 999125 h 1060976"/>
                        <a:gd name="connsiteX229" fmla="*/ 597469 w 1009987"/>
                        <a:gd name="connsiteY229" fmla="*/ 1000315 h 1060976"/>
                        <a:gd name="connsiteX230" fmla="*/ 606985 w 1009987"/>
                        <a:gd name="connsiteY230" fmla="*/ 1003883 h 1060976"/>
                        <a:gd name="connsiteX231" fmla="*/ 618879 w 1009987"/>
                        <a:gd name="connsiteY231" fmla="*/ 991989 h 1060976"/>
                        <a:gd name="connsiteX232" fmla="*/ 636721 w 1009987"/>
                        <a:gd name="connsiteY232" fmla="*/ 964632 h 1060976"/>
                        <a:gd name="connsiteX233" fmla="*/ 650994 w 1009987"/>
                        <a:gd name="connsiteY233" fmla="*/ 930138 h 1060976"/>
                        <a:gd name="connsiteX234" fmla="*/ 670025 w 1009987"/>
                        <a:gd name="connsiteY234" fmla="*/ 898023 h 1060976"/>
                        <a:gd name="connsiteX235" fmla="*/ 673594 w 1009987"/>
                        <a:gd name="connsiteY235" fmla="*/ 889698 h 1060976"/>
                        <a:gd name="connsiteX236" fmla="*/ 674783 w 1009987"/>
                        <a:gd name="connsiteY236" fmla="*/ 836173 h 1060976"/>
                        <a:gd name="connsiteX237" fmla="*/ 675972 w 1009987"/>
                        <a:gd name="connsiteY237" fmla="*/ 824279 h 1060976"/>
                        <a:gd name="connsiteX238" fmla="*/ 675972 w 1009987"/>
                        <a:gd name="connsiteY238" fmla="*/ 820710 h 1060976"/>
                        <a:gd name="connsiteX239" fmla="*/ 671215 w 1009987"/>
                        <a:gd name="connsiteY239" fmla="*/ 820710 h 1060976"/>
                        <a:gd name="connsiteX240" fmla="*/ 689056 w 1009987"/>
                        <a:gd name="connsiteY240" fmla="*/ 808816 h 1060976"/>
                        <a:gd name="connsiteX241" fmla="*/ 704519 w 1009987"/>
                        <a:gd name="connsiteY241" fmla="*/ 793353 h 1060976"/>
                        <a:gd name="connsiteX242" fmla="*/ 723550 w 1009987"/>
                        <a:gd name="connsiteY242" fmla="*/ 779080 h 1060976"/>
                        <a:gd name="connsiteX243" fmla="*/ 739012 w 1009987"/>
                        <a:gd name="connsiteY243" fmla="*/ 765996 h 1060976"/>
                        <a:gd name="connsiteX244" fmla="*/ 754475 w 1009987"/>
                        <a:gd name="connsiteY244" fmla="*/ 768375 h 1060976"/>
                        <a:gd name="connsiteX245" fmla="*/ 752096 w 1009987"/>
                        <a:gd name="connsiteY245" fmla="*/ 767186 h 1060976"/>
                        <a:gd name="connsiteX246" fmla="*/ 769937 w 1009987"/>
                        <a:gd name="connsiteY246" fmla="*/ 751723 h 1060976"/>
                        <a:gd name="connsiteX247" fmla="*/ 769937 w 1009987"/>
                        <a:gd name="connsiteY247" fmla="*/ 749344 h 1060976"/>
                        <a:gd name="connsiteX248" fmla="*/ 761612 w 1009987"/>
                        <a:gd name="connsiteY248" fmla="*/ 746965 h 1060976"/>
                        <a:gd name="connsiteX249" fmla="*/ 763990 w 1009987"/>
                        <a:gd name="connsiteY249" fmla="*/ 744586 h 1060976"/>
                        <a:gd name="connsiteX250" fmla="*/ 786590 w 1009987"/>
                        <a:gd name="connsiteY250" fmla="*/ 739829 h 1060976"/>
                        <a:gd name="connsiteX251" fmla="*/ 777074 w 1009987"/>
                        <a:gd name="connsiteY251" fmla="*/ 748155 h 1060976"/>
                        <a:gd name="connsiteX252" fmla="*/ 799673 w 1009987"/>
                        <a:gd name="connsiteY252" fmla="*/ 736260 h 1060976"/>
                        <a:gd name="connsiteX253" fmla="*/ 802052 w 1009987"/>
                        <a:gd name="connsiteY253" fmla="*/ 743397 h 1060976"/>
                        <a:gd name="connsiteX254" fmla="*/ 815136 w 1009987"/>
                        <a:gd name="connsiteY254" fmla="*/ 741018 h 1060976"/>
                        <a:gd name="connsiteX255" fmla="*/ 828220 w 1009987"/>
                        <a:gd name="connsiteY255" fmla="*/ 741018 h 1060976"/>
                        <a:gd name="connsiteX256" fmla="*/ 837735 w 1009987"/>
                        <a:gd name="connsiteY256" fmla="*/ 732692 h 1060976"/>
                        <a:gd name="connsiteX257" fmla="*/ 849630 w 1009987"/>
                        <a:gd name="connsiteY257" fmla="*/ 725555 h 1060976"/>
                        <a:gd name="connsiteX258" fmla="*/ 861524 w 1009987"/>
                        <a:gd name="connsiteY258" fmla="*/ 719608 h 1060976"/>
                        <a:gd name="connsiteX259" fmla="*/ 857956 w 1009987"/>
                        <a:gd name="connsiteY259" fmla="*/ 704146 h 1060976"/>
                        <a:gd name="connsiteX260" fmla="*/ 873418 w 1009987"/>
                        <a:gd name="connsiteY260" fmla="*/ 683925 h 1060976"/>
                        <a:gd name="connsiteX261" fmla="*/ 887692 w 1009987"/>
                        <a:gd name="connsiteY261" fmla="*/ 653000 h 1060976"/>
                        <a:gd name="connsiteX262" fmla="*/ 892450 w 1009987"/>
                        <a:gd name="connsiteY262" fmla="*/ 613749 h 1060976"/>
                        <a:gd name="connsiteX263" fmla="*/ 901965 w 1009987"/>
                        <a:gd name="connsiteY263" fmla="*/ 531678 h 1060976"/>
                        <a:gd name="connsiteX264" fmla="*/ 903154 w 1009987"/>
                        <a:gd name="connsiteY264" fmla="*/ 511457 h 1060976"/>
                        <a:gd name="connsiteX265" fmla="*/ 904344 w 1009987"/>
                        <a:gd name="connsiteY265" fmla="*/ 501942 h 1060976"/>
                        <a:gd name="connsiteX266" fmla="*/ 897207 w 1009987"/>
                        <a:gd name="connsiteY266" fmla="*/ 498373 h 1060976"/>
                        <a:gd name="connsiteX267" fmla="*/ 904344 w 1009987"/>
                        <a:gd name="connsiteY267" fmla="*/ 480532 h 1060976"/>
                        <a:gd name="connsiteX268" fmla="*/ 894828 w 1009987"/>
                        <a:gd name="connsiteY268" fmla="*/ 467448 h 1060976"/>
                        <a:gd name="connsiteX269" fmla="*/ 905533 w 1009987"/>
                        <a:gd name="connsiteY269" fmla="*/ 466259 h 1060976"/>
                        <a:gd name="connsiteX270" fmla="*/ 906723 w 1009987"/>
                        <a:gd name="connsiteY270" fmla="*/ 461501 h 1060976"/>
                        <a:gd name="connsiteX271" fmla="*/ 911481 w 1009987"/>
                        <a:gd name="connsiteY271" fmla="*/ 462690 h 1060976"/>
                        <a:gd name="connsiteX272" fmla="*/ 909102 w 1009987"/>
                        <a:gd name="connsiteY272" fmla="*/ 476964 h 1060976"/>
                        <a:gd name="connsiteX273" fmla="*/ 938837 w 1009987"/>
                        <a:gd name="connsiteY273" fmla="*/ 432954 h 1060976"/>
                        <a:gd name="connsiteX274" fmla="*/ 956679 w 1009987"/>
                        <a:gd name="connsiteY274" fmla="*/ 411545 h 1060976"/>
                        <a:gd name="connsiteX275" fmla="*/ 974520 w 1009987"/>
                        <a:gd name="connsiteY275" fmla="*/ 394893 h 1060976"/>
                        <a:gd name="connsiteX276" fmla="*/ 985225 w 1009987"/>
                        <a:gd name="connsiteY276" fmla="*/ 385377 h 1060976"/>
                        <a:gd name="connsiteX277" fmla="*/ 985225 w 1009987"/>
                        <a:gd name="connsiteY277" fmla="*/ 387756 h 1060976"/>
                        <a:gd name="connsiteX278" fmla="*/ 1003067 w 1009987"/>
                        <a:gd name="connsiteY278" fmla="*/ 355641 h 1060976"/>
                        <a:gd name="connsiteX279" fmla="*/ 1001877 w 1009987"/>
                        <a:gd name="connsiteY279" fmla="*/ 341368 h 1060976"/>
                        <a:gd name="connsiteX280" fmla="*/ 1006635 w 1009987"/>
                        <a:gd name="connsiteY280" fmla="*/ 327095 h 1060976"/>
                        <a:gd name="connsiteX281" fmla="*/ 1003067 w 1009987"/>
                        <a:gd name="connsiteY281" fmla="*/ 303306 h 10609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</a:cxnLst>
                      <a:rect l="l" t="t" r="r" b="b"/>
                      <a:pathLst>
                        <a:path w="1009987" h="1060976">
                          <a:moveTo>
                            <a:pt x="1003067" y="303306"/>
                          </a:moveTo>
                          <a:cubicBezTo>
                            <a:pt x="1000688" y="293791"/>
                            <a:pt x="1000688" y="283086"/>
                            <a:pt x="991172" y="277139"/>
                          </a:cubicBezTo>
                          <a:cubicBezTo>
                            <a:pt x="982847" y="271191"/>
                            <a:pt x="970952" y="275949"/>
                            <a:pt x="961437" y="272381"/>
                          </a:cubicBezTo>
                          <a:cubicBezTo>
                            <a:pt x="959058" y="271191"/>
                            <a:pt x="956679" y="267623"/>
                            <a:pt x="954300" y="265244"/>
                          </a:cubicBezTo>
                          <a:cubicBezTo>
                            <a:pt x="950732" y="262865"/>
                            <a:pt x="945974" y="262865"/>
                            <a:pt x="943595" y="260486"/>
                          </a:cubicBezTo>
                          <a:cubicBezTo>
                            <a:pt x="928133" y="250971"/>
                            <a:pt x="918617" y="234319"/>
                            <a:pt x="903154" y="225993"/>
                          </a:cubicBezTo>
                          <a:cubicBezTo>
                            <a:pt x="896018" y="221235"/>
                            <a:pt x="887692" y="216477"/>
                            <a:pt x="879366" y="214098"/>
                          </a:cubicBezTo>
                          <a:cubicBezTo>
                            <a:pt x="868661" y="211720"/>
                            <a:pt x="857956" y="205772"/>
                            <a:pt x="848440" y="212909"/>
                          </a:cubicBezTo>
                          <a:cubicBezTo>
                            <a:pt x="842493" y="216477"/>
                            <a:pt x="834167" y="205772"/>
                            <a:pt x="829409" y="209341"/>
                          </a:cubicBezTo>
                          <a:cubicBezTo>
                            <a:pt x="824652" y="214098"/>
                            <a:pt x="821083" y="206962"/>
                            <a:pt x="818704" y="208151"/>
                          </a:cubicBezTo>
                          <a:cubicBezTo>
                            <a:pt x="817515" y="208151"/>
                            <a:pt x="818704" y="210530"/>
                            <a:pt x="818704" y="210530"/>
                          </a:cubicBezTo>
                          <a:cubicBezTo>
                            <a:pt x="810379" y="217667"/>
                            <a:pt x="791348" y="191499"/>
                            <a:pt x="786590" y="201014"/>
                          </a:cubicBezTo>
                          <a:cubicBezTo>
                            <a:pt x="784211" y="205772"/>
                            <a:pt x="780643" y="206962"/>
                            <a:pt x="777074" y="209341"/>
                          </a:cubicBezTo>
                          <a:cubicBezTo>
                            <a:pt x="773506" y="211720"/>
                            <a:pt x="772316" y="221235"/>
                            <a:pt x="768748" y="217667"/>
                          </a:cubicBezTo>
                          <a:cubicBezTo>
                            <a:pt x="766369" y="215288"/>
                            <a:pt x="766369" y="208151"/>
                            <a:pt x="763990" y="209341"/>
                          </a:cubicBezTo>
                          <a:cubicBezTo>
                            <a:pt x="758043" y="212909"/>
                            <a:pt x="767559" y="230750"/>
                            <a:pt x="761612" y="229561"/>
                          </a:cubicBezTo>
                          <a:cubicBezTo>
                            <a:pt x="756854" y="228372"/>
                            <a:pt x="759233" y="220045"/>
                            <a:pt x="759233" y="214098"/>
                          </a:cubicBezTo>
                          <a:cubicBezTo>
                            <a:pt x="759233" y="208151"/>
                            <a:pt x="765180" y="204583"/>
                            <a:pt x="762801" y="199825"/>
                          </a:cubicBezTo>
                          <a:cubicBezTo>
                            <a:pt x="761612" y="197446"/>
                            <a:pt x="756854" y="197446"/>
                            <a:pt x="758043" y="196257"/>
                          </a:cubicBezTo>
                          <a:cubicBezTo>
                            <a:pt x="759233" y="195067"/>
                            <a:pt x="761612" y="195067"/>
                            <a:pt x="761612" y="193878"/>
                          </a:cubicBezTo>
                          <a:cubicBezTo>
                            <a:pt x="761612" y="191499"/>
                            <a:pt x="758043" y="190310"/>
                            <a:pt x="756854" y="189120"/>
                          </a:cubicBezTo>
                          <a:cubicBezTo>
                            <a:pt x="755664" y="187931"/>
                            <a:pt x="754475" y="183173"/>
                            <a:pt x="753285" y="181984"/>
                          </a:cubicBezTo>
                          <a:cubicBezTo>
                            <a:pt x="748528" y="179605"/>
                            <a:pt x="742581" y="185552"/>
                            <a:pt x="737823" y="185552"/>
                          </a:cubicBezTo>
                          <a:cubicBezTo>
                            <a:pt x="731876" y="185552"/>
                            <a:pt x="731876" y="177226"/>
                            <a:pt x="728307" y="173658"/>
                          </a:cubicBezTo>
                          <a:cubicBezTo>
                            <a:pt x="724739" y="171279"/>
                            <a:pt x="717602" y="171279"/>
                            <a:pt x="712845" y="168900"/>
                          </a:cubicBezTo>
                          <a:cubicBezTo>
                            <a:pt x="702140" y="164142"/>
                            <a:pt x="692624" y="154627"/>
                            <a:pt x="683109" y="161763"/>
                          </a:cubicBezTo>
                          <a:cubicBezTo>
                            <a:pt x="681919" y="162953"/>
                            <a:pt x="681919" y="165331"/>
                            <a:pt x="680730" y="165331"/>
                          </a:cubicBezTo>
                          <a:cubicBezTo>
                            <a:pt x="679541" y="165331"/>
                            <a:pt x="679541" y="165331"/>
                            <a:pt x="678351" y="164142"/>
                          </a:cubicBezTo>
                          <a:cubicBezTo>
                            <a:pt x="678351" y="162953"/>
                            <a:pt x="678351" y="161763"/>
                            <a:pt x="678351" y="161763"/>
                          </a:cubicBezTo>
                          <a:cubicBezTo>
                            <a:pt x="675972" y="159384"/>
                            <a:pt x="671215" y="160574"/>
                            <a:pt x="668836" y="162953"/>
                          </a:cubicBezTo>
                          <a:cubicBezTo>
                            <a:pt x="665267" y="166521"/>
                            <a:pt x="661699" y="176037"/>
                            <a:pt x="656941" y="180794"/>
                          </a:cubicBezTo>
                          <a:cubicBezTo>
                            <a:pt x="656941" y="180794"/>
                            <a:pt x="656941" y="181984"/>
                            <a:pt x="656941" y="181984"/>
                          </a:cubicBezTo>
                          <a:cubicBezTo>
                            <a:pt x="649805" y="189120"/>
                            <a:pt x="639100" y="192689"/>
                            <a:pt x="635531" y="201014"/>
                          </a:cubicBezTo>
                          <a:cubicBezTo>
                            <a:pt x="631963" y="210530"/>
                            <a:pt x="636721" y="225993"/>
                            <a:pt x="627205" y="227182"/>
                          </a:cubicBezTo>
                          <a:cubicBezTo>
                            <a:pt x="621258" y="228372"/>
                            <a:pt x="624827" y="217667"/>
                            <a:pt x="626016" y="210530"/>
                          </a:cubicBezTo>
                          <a:cubicBezTo>
                            <a:pt x="627205" y="205772"/>
                            <a:pt x="633152" y="198636"/>
                            <a:pt x="630774" y="193878"/>
                          </a:cubicBezTo>
                          <a:cubicBezTo>
                            <a:pt x="626016" y="185552"/>
                            <a:pt x="604606" y="202204"/>
                            <a:pt x="602227" y="192689"/>
                          </a:cubicBezTo>
                          <a:cubicBezTo>
                            <a:pt x="599848" y="186741"/>
                            <a:pt x="614122" y="189120"/>
                            <a:pt x="621258" y="187931"/>
                          </a:cubicBezTo>
                          <a:cubicBezTo>
                            <a:pt x="624827" y="186741"/>
                            <a:pt x="627205" y="184362"/>
                            <a:pt x="629584" y="183173"/>
                          </a:cubicBezTo>
                          <a:cubicBezTo>
                            <a:pt x="633152" y="181984"/>
                            <a:pt x="636721" y="181984"/>
                            <a:pt x="640289" y="180794"/>
                          </a:cubicBezTo>
                          <a:cubicBezTo>
                            <a:pt x="650994" y="176037"/>
                            <a:pt x="662888" y="159384"/>
                            <a:pt x="655752" y="149869"/>
                          </a:cubicBezTo>
                          <a:cubicBezTo>
                            <a:pt x="652183" y="145111"/>
                            <a:pt x="645047" y="145111"/>
                            <a:pt x="639100" y="146301"/>
                          </a:cubicBezTo>
                          <a:cubicBezTo>
                            <a:pt x="631963" y="147490"/>
                            <a:pt x="629584" y="149869"/>
                            <a:pt x="622448" y="147490"/>
                          </a:cubicBezTo>
                          <a:cubicBezTo>
                            <a:pt x="616500" y="146301"/>
                            <a:pt x="612932" y="143922"/>
                            <a:pt x="606985" y="148679"/>
                          </a:cubicBezTo>
                          <a:cubicBezTo>
                            <a:pt x="599848" y="153437"/>
                            <a:pt x="610553" y="155816"/>
                            <a:pt x="606985" y="161763"/>
                          </a:cubicBezTo>
                          <a:cubicBezTo>
                            <a:pt x="605796" y="165331"/>
                            <a:pt x="602227" y="164142"/>
                            <a:pt x="598659" y="164142"/>
                          </a:cubicBezTo>
                          <a:cubicBezTo>
                            <a:pt x="596280" y="164142"/>
                            <a:pt x="592712" y="161763"/>
                            <a:pt x="590333" y="164142"/>
                          </a:cubicBezTo>
                          <a:cubicBezTo>
                            <a:pt x="585575" y="167710"/>
                            <a:pt x="583196" y="181984"/>
                            <a:pt x="578439" y="176037"/>
                          </a:cubicBezTo>
                          <a:cubicBezTo>
                            <a:pt x="576060" y="172468"/>
                            <a:pt x="584386" y="165331"/>
                            <a:pt x="580817" y="161763"/>
                          </a:cubicBezTo>
                          <a:cubicBezTo>
                            <a:pt x="576060" y="158195"/>
                            <a:pt x="573681" y="172468"/>
                            <a:pt x="572492" y="177226"/>
                          </a:cubicBezTo>
                          <a:cubicBezTo>
                            <a:pt x="571302" y="179605"/>
                            <a:pt x="568923" y="181984"/>
                            <a:pt x="567734" y="179605"/>
                          </a:cubicBezTo>
                          <a:cubicBezTo>
                            <a:pt x="559408" y="172468"/>
                            <a:pt x="572492" y="165331"/>
                            <a:pt x="578439" y="158195"/>
                          </a:cubicBezTo>
                          <a:cubicBezTo>
                            <a:pt x="584386" y="152248"/>
                            <a:pt x="586765" y="143922"/>
                            <a:pt x="593901" y="136785"/>
                          </a:cubicBezTo>
                          <a:cubicBezTo>
                            <a:pt x="599848" y="130838"/>
                            <a:pt x="605796" y="126080"/>
                            <a:pt x="610553" y="120133"/>
                          </a:cubicBezTo>
                          <a:cubicBezTo>
                            <a:pt x="612932" y="116565"/>
                            <a:pt x="616500" y="114186"/>
                            <a:pt x="617690" y="110618"/>
                          </a:cubicBezTo>
                          <a:cubicBezTo>
                            <a:pt x="618879" y="105860"/>
                            <a:pt x="621258" y="104671"/>
                            <a:pt x="622448" y="98723"/>
                          </a:cubicBezTo>
                          <a:cubicBezTo>
                            <a:pt x="623637" y="91587"/>
                            <a:pt x="610553" y="96344"/>
                            <a:pt x="605796" y="92776"/>
                          </a:cubicBezTo>
                          <a:cubicBezTo>
                            <a:pt x="601038" y="89208"/>
                            <a:pt x="601038" y="82071"/>
                            <a:pt x="599848" y="77313"/>
                          </a:cubicBezTo>
                          <a:cubicBezTo>
                            <a:pt x="596280" y="66608"/>
                            <a:pt x="590333" y="57093"/>
                            <a:pt x="587954" y="45199"/>
                          </a:cubicBezTo>
                          <a:cubicBezTo>
                            <a:pt x="586765" y="41630"/>
                            <a:pt x="585575" y="40441"/>
                            <a:pt x="585575" y="38062"/>
                          </a:cubicBezTo>
                          <a:cubicBezTo>
                            <a:pt x="585575" y="33304"/>
                            <a:pt x="585575" y="26168"/>
                            <a:pt x="582007" y="26168"/>
                          </a:cubicBezTo>
                          <a:cubicBezTo>
                            <a:pt x="579628" y="26168"/>
                            <a:pt x="580817" y="32115"/>
                            <a:pt x="578439" y="33304"/>
                          </a:cubicBezTo>
                          <a:cubicBezTo>
                            <a:pt x="577249" y="34494"/>
                            <a:pt x="577249" y="34494"/>
                            <a:pt x="577249" y="33304"/>
                          </a:cubicBezTo>
                          <a:cubicBezTo>
                            <a:pt x="574870" y="36873"/>
                            <a:pt x="571302" y="40441"/>
                            <a:pt x="567734" y="41630"/>
                          </a:cubicBezTo>
                          <a:cubicBezTo>
                            <a:pt x="567734" y="48767"/>
                            <a:pt x="559408" y="53525"/>
                            <a:pt x="557029" y="60661"/>
                          </a:cubicBezTo>
                          <a:cubicBezTo>
                            <a:pt x="554650" y="67798"/>
                            <a:pt x="551082" y="74935"/>
                            <a:pt x="546324" y="80882"/>
                          </a:cubicBezTo>
                          <a:cubicBezTo>
                            <a:pt x="543945" y="84450"/>
                            <a:pt x="541566" y="84450"/>
                            <a:pt x="537998" y="86829"/>
                          </a:cubicBezTo>
                          <a:cubicBezTo>
                            <a:pt x="536809" y="88018"/>
                            <a:pt x="535619" y="95155"/>
                            <a:pt x="530861" y="95155"/>
                          </a:cubicBezTo>
                          <a:cubicBezTo>
                            <a:pt x="528482" y="95155"/>
                            <a:pt x="527293" y="88018"/>
                            <a:pt x="524914" y="86829"/>
                          </a:cubicBezTo>
                          <a:cubicBezTo>
                            <a:pt x="522535" y="85639"/>
                            <a:pt x="515398" y="88018"/>
                            <a:pt x="513020" y="89208"/>
                          </a:cubicBezTo>
                          <a:cubicBezTo>
                            <a:pt x="509451" y="85639"/>
                            <a:pt x="508262" y="79692"/>
                            <a:pt x="504694" y="74935"/>
                          </a:cubicBezTo>
                          <a:cubicBezTo>
                            <a:pt x="503504" y="72556"/>
                            <a:pt x="501125" y="70177"/>
                            <a:pt x="497557" y="68987"/>
                          </a:cubicBezTo>
                          <a:cubicBezTo>
                            <a:pt x="491610" y="66608"/>
                            <a:pt x="485663" y="71366"/>
                            <a:pt x="478526" y="71366"/>
                          </a:cubicBezTo>
                          <a:cubicBezTo>
                            <a:pt x="472579" y="71366"/>
                            <a:pt x="465442" y="67798"/>
                            <a:pt x="461874" y="72556"/>
                          </a:cubicBezTo>
                          <a:cubicBezTo>
                            <a:pt x="460685" y="79692"/>
                            <a:pt x="477337" y="88018"/>
                            <a:pt x="470200" y="91587"/>
                          </a:cubicBezTo>
                          <a:cubicBezTo>
                            <a:pt x="466632" y="92776"/>
                            <a:pt x="459495" y="91587"/>
                            <a:pt x="452359" y="89208"/>
                          </a:cubicBezTo>
                          <a:cubicBezTo>
                            <a:pt x="446411" y="88018"/>
                            <a:pt x="440464" y="86829"/>
                            <a:pt x="434517" y="86829"/>
                          </a:cubicBezTo>
                          <a:cubicBezTo>
                            <a:pt x="429759" y="88018"/>
                            <a:pt x="427380" y="92776"/>
                            <a:pt x="423812" y="95155"/>
                          </a:cubicBezTo>
                          <a:cubicBezTo>
                            <a:pt x="420244" y="97534"/>
                            <a:pt x="413107" y="95155"/>
                            <a:pt x="409539" y="97534"/>
                          </a:cubicBezTo>
                          <a:cubicBezTo>
                            <a:pt x="404781" y="101102"/>
                            <a:pt x="404781" y="103481"/>
                            <a:pt x="398834" y="103481"/>
                          </a:cubicBezTo>
                          <a:cubicBezTo>
                            <a:pt x="395266" y="104671"/>
                            <a:pt x="389318" y="108239"/>
                            <a:pt x="385750" y="107049"/>
                          </a:cubicBezTo>
                          <a:cubicBezTo>
                            <a:pt x="382182" y="107049"/>
                            <a:pt x="377424" y="101102"/>
                            <a:pt x="375045" y="98723"/>
                          </a:cubicBezTo>
                          <a:cubicBezTo>
                            <a:pt x="371477" y="95155"/>
                            <a:pt x="370287" y="90397"/>
                            <a:pt x="366719" y="86829"/>
                          </a:cubicBezTo>
                          <a:cubicBezTo>
                            <a:pt x="363151" y="83260"/>
                            <a:pt x="360772" y="82071"/>
                            <a:pt x="359583" y="74935"/>
                          </a:cubicBezTo>
                          <a:cubicBezTo>
                            <a:pt x="358393" y="66608"/>
                            <a:pt x="361961" y="53525"/>
                            <a:pt x="364340" y="45199"/>
                          </a:cubicBezTo>
                          <a:cubicBezTo>
                            <a:pt x="366719" y="40441"/>
                            <a:pt x="372666" y="34494"/>
                            <a:pt x="371477" y="28546"/>
                          </a:cubicBezTo>
                          <a:cubicBezTo>
                            <a:pt x="365530" y="29736"/>
                            <a:pt x="364340" y="24978"/>
                            <a:pt x="361961" y="22599"/>
                          </a:cubicBezTo>
                          <a:cubicBezTo>
                            <a:pt x="357204" y="17842"/>
                            <a:pt x="356014" y="20221"/>
                            <a:pt x="357204" y="13084"/>
                          </a:cubicBezTo>
                          <a:cubicBezTo>
                            <a:pt x="358393" y="-4758"/>
                            <a:pt x="353635" y="5947"/>
                            <a:pt x="342930" y="0"/>
                          </a:cubicBezTo>
                          <a:cubicBezTo>
                            <a:pt x="342930" y="0"/>
                            <a:pt x="342930" y="0"/>
                            <a:pt x="342930" y="1190"/>
                          </a:cubicBezTo>
                          <a:cubicBezTo>
                            <a:pt x="342930" y="10705"/>
                            <a:pt x="332226" y="15463"/>
                            <a:pt x="323900" y="19031"/>
                          </a:cubicBezTo>
                          <a:cubicBezTo>
                            <a:pt x="320331" y="21410"/>
                            <a:pt x="315574" y="22599"/>
                            <a:pt x="310816" y="23789"/>
                          </a:cubicBezTo>
                          <a:cubicBezTo>
                            <a:pt x="304868" y="26168"/>
                            <a:pt x="302490" y="24978"/>
                            <a:pt x="296542" y="24978"/>
                          </a:cubicBezTo>
                          <a:cubicBezTo>
                            <a:pt x="290595" y="32115"/>
                            <a:pt x="278701" y="33304"/>
                            <a:pt x="269185" y="34494"/>
                          </a:cubicBezTo>
                          <a:cubicBezTo>
                            <a:pt x="264428" y="34494"/>
                            <a:pt x="257291" y="36873"/>
                            <a:pt x="252533" y="35683"/>
                          </a:cubicBezTo>
                          <a:cubicBezTo>
                            <a:pt x="247776" y="34494"/>
                            <a:pt x="244207" y="29736"/>
                            <a:pt x="239450" y="29736"/>
                          </a:cubicBezTo>
                          <a:cubicBezTo>
                            <a:pt x="234692" y="28546"/>
                            <a:pt x="227555" y="28546"/>
                            <a:pt x="233502" y="34494"/>
                          </a:cubicBezTo>
                          <a:cubicBezTo>
                            <a:pt x="237071" y="38062"/>
                            <a:pt x="241828" y="38062"/>
                            <a:pt x="244207" y="41630"/>
                          </a:cubicBezTo>
                          <a:cubicBezTo>
                            <a:pt x="248965" y="49956"/>
                            <a:pt x="235881" y="63040"/>
                            <a:pt x="244207" y="70177"/>
                          </a:cubicBezTo>
                          <a:cubicBezTo>
                            <a:pt x="248965" y="73745"/>
                            <a:pt x="272754" y="68987"/>
                            <a:pt x="269185" y="78503"/>
                          </a:cubicBezTo>
                          <a:cubicBezTo>
                            <a:pt x="267996" y="83260"/>
                            <a:pt x="260859" y="82071"/>
                            <a:pt x="256102" y="83260"/>
                          </a:cubicBezTo>
                          <a:cubicBezTo>
                            <a:pt x="252533" y="85639"/>
                            <a:pt x="248965" y="88018"/>
                            <a:pt x="245397" y="91587"/>
                          </a:cubicBezTo>
                          <a:cubicBezTo>
                            <a:pt x="243018" y="93965"/>
                            <a:pt x="240639" y="99912"/>
                            <a:pt x="237071" y="102291"/>
                          </a:cubicBezTo>
                          <a:cubicBezTo>
                            <a:pt x="234692" y="103481"/>
                            <a:pt x="232313" y="102291"/>
                            <a:pt x="229934" y="103481"/>
                          </a:cubicBezTo>
                          <a:cubicBezTo>
                            <a:pt x="229934" y="103481"/>
                            <a:pt x="226366" y="108239"/>
                            <a:pt x="225176" y="108239"/>
                          </a:cubicBezTo>
                          <a:cubicBezTo>
                            <a:pt x="219229" y="114186"/>
                            <a:pt x="213282" y="123701"/>
                            <a:pt x="204956" y="122512"/>
                          </a:cubicBezTo>
                          <a:cubicBezTo>
                            <a:pt x="200198" y="121323"/>
                            <a:pt x="193062" y="120133"/>
                            <a:pt x="189493" y="118944"/>
                          </a:cubicBezTo>
                          <a:cubicBezTo>
                            <a:pt x="184736" y="116565"/>
                            <a:pt x="181167" y="111807"/>
                            <a:pt x="177599" y="110618"/>
                          </a:cubicBezTo>
                          <a:cubicBezTo>
                            <a:pt x="177599" y="109428"/>
                            <a:pt x="177599" y="108239"/>
                            <a:pt x="176409" y="108239"/>
                          </a:cubicBezTo>
                          <a:cubicBezTo>
                            <a:pt x="172841" y="108239"/>
                            <a:pt x="169273" y="108239"/>
                            <a:pt x="166894" y="107049"/>
                          </a:cubicBezTo>
                          <a:cubicBezTo>
                            <a:pt x="166894" y="103481"/>
                            <a:pt x="168083" y="98723"/>
                            <a:pt x="165705" y="95155"/>
                          </a:cubicBezTo>
                          <a:cubicBezTo>
                            <a:pt x="164515" y="93965"/>
                            <a:pt x="163326" y="92776"/>
                            <a:pt x="162136" y="90397"/>
                          </a:cubicBezTo>
                          <a:cubicBezTo>
                            <a:pt x="160947" y="89208"/>
                            <a:pt x="160947" y="86829"/>
                            <a:pt x="159757" y="85639"/>
                          </a:cubicBezTo>
                          <a:cubicBezTo>
                            <a:pt x="157379" y="86829"/>
                            <a:pt x="153810" y="88018"/>
                            <a:pt x="151431" y="89208"/>
                          </a:cubicBezTo>
                          <a:cubicBezTo>
                            <a:pt x="149053" y="90397"/>
                            <a:pt x="146674" y="95155"/>
                            <a:pt x="143105" y="93965"/>
                          </a:cubicBezTo>
                          <a:cubicBezTo>
                            <a:pt x="138348" y="92776"/>
                            <a:pt x="140726" y="90397"/>
                            <a:pt x="135969" y="92776"/>
                          </a:cubicBezTo>
                          <a:cubicBezTo>
                            <a:pt x="132400" y="93965"/>
                            <a:pt x="131211" y="95155"/>
                            <a:pt x="126453" y="95155"/>
                          </a:cubicBezTo>
                          <a:cubicBezTo>
                            <a:pt x="122885" y="95155"/>
                            <a:pt x="107422" y="92776"/>
                            <a:pt x="103854" y="95155"/>
                          </a:cubicBezTo>
                          <a:cubicBezTo>
                            <a:pt x="102665" y="96344"/>
                            <a:pt x="103854" y="104671"/>
                            <a:pt x="103854" y="105860"/>
                          </a:cubicBezTo>
                          <a:cubicBezTo>
                            <a:pt x="105043" y="110618"/>
                            <a:pt x="106233" y="110618"/>
                            <a:pt x="110991" y="111807"/>
                          </a:cubicBezTo>
                          <a:cubicBezTo>
                            <a:pt x="115748" y="112996"/>
                            <a:pt x="124074" y="120133"/>
                            <a:pt x="115748" y="122512"/>
                          </a:cubicBezTo>
                          <a:cubicBezTo>
                            <a:pt x="116938" y="123701"/>
                            <a:pt x="120506" y="128459"/>
                            <a:pt x="118127" y="129648"/>
                          </a:cubicBezTo>
                          <a:cubicBezTo>
                            <a:pt x="115748" y="130838"/>
                            <a:pt x="113370" y="126080"/>
                            <a:pt x="110991" y="126080"/>
                          </a:cubicBezTo>
                          <a:cubicBezTo>
                            <a:pt x="106233" y="126080"/>
                            <a:pt x="100286" y="130838"/>
                            <a:pt x="94339" y="133217"/>
                          </a:cubicBezTo>
                          <a:cubicBezTo>
                            <a:pt x="93149" y="137975"/>
                            <a:pt x="96717" y="147490"/>
                            <a:pt x="99096" y="151058"/>
                          </a:cubicBezTo>
                          <a:cubicBezTo>
                            <a:pt x="100286" y="153437"/>
                            <a:pt x="103854" y="154627"/>
                            <a:pt x="106233" y="155816"/>
                          </a:cubicBezTo>
                          <a:cubicBezTo>
                            <a:pt x="108612" y="158195"/>
                            <a:pt x="110991" y="160574"/>
                            <a:pt x="112180" y="162953"/>
                          </a:cubicBezTo>
                          <a:cubicBezTo>
                            <a:pt x="120506" y="174847"/>
                            <a:pt x="113370" y="190310"/>
                            <a:pt x="110991" y="202204"/>
                          </a:cubicBezTo>
                          <a:cubicBezTo>
                            <a:pt x="108612" y="210530"/>
                            <a:pt x="107422" y="218856"/>
                            <a:pt x="105043" y="227182"/>
                          </a:cubicBezTo>
                          <a:cubicBezTo>
                            <a:pt x="102665" y="234319"/>
                            <a:pt x="101475" y="245024"/>
                            <a:pt x="96717" y="250971"/>
                          </a:cubicBezTo>
                          <a:cubicBezTo>
                            <a:pt x="96717" y="250971"/>
                            <a:pt x="96717" y="250971"/>
                            <a:pt x="96717" y="249781"/>
                          </a:cubicBezTo>
                          <a:cubicBezTo>
                            <a:pt x="94339" y="253350"/>
                            <a:pt x="91960" y="256918"/>
                            <a:pt x="88391" y="255729"/>
                          </a:cubicBezTo>
                          <a:cubicBezTo>
                            <a:pt x="87202" y="255729"/>
                            <a:pt x="84823" y="250971"/>
                            <a:pt x="83634" y="250971"/>
                          </a:cubicBezTo>
                          <a:cubicBezTo>
                            <a:pt x="80065" y="249781"/>
                            <a:pt x="78876" y="252160"/>
                            <a:pt x="76497" y="253350"/>
                          </a:cubicBezTo>
                          <a:cubicBezTo>
                            <a:pt x="71739" y="254539"/>
                            <a:pt x="66981" y="256918"/>
                            <a:pt x="62224" y="258108"/>
                          </a:cubicBezTo>
                          <a:cubicBezTo>
                            <a:pt x="56277" y="259297"/>
                            <a:pt x="52708" y="259297"/>
                            <a:pt x="47951" y="261676"/>
                          </a:cubicBezTo>
                          <a:cubicBezTo>
                            <a:pt x="44382" y="264055"/>
                            <a:pt x="39624" y="266433"/>
                            <a:pt x="36056" y="268812"/>
                          </a:cubicBezTo>
                          <a:cubicBezTo>
                            <a:pt x="33677" y="270002"/>
                            <a:pt x="25351" y="275949"/>
                            <a:pt x="24162" y="277139"/>
                          </a:cubicBezTo>
                          <a:cubicBezTo>
                            <a:pt x="20594" y="281896"/>
                            <a:pt x="25351" y="289033"/>
                            <a:pt x="18215" y="291412"/>
                          </a:cubicBezTo>
                          <a:cubicBezTo>
                            <a:pt x="18215" y="299738"/>
                            <a:pt x="19404" y="310443"/>
                            <a:pt x="13457" y="316390"/>
                          </a:cubicBezTo>
                          <a:cubicBezTo>
                            <a:pt x="11078" y="318769"/>
                            <a:pt x="6320" y="318769"/>
                            <a:pt x="3941" y="322337"/>
                          </a:cubicBezTo>
                          <a:cubicBezTo>
                            <a:pt x="1563" y="325905"/>
                            <a:pt x="1563" y="330663"/>
                            <a:pt x="1563" y="334231"/>
                          </a:cubicBezTo>
                          <a:cubicBezTo>
                            <a:pt x="-816" y="342558"/>
                            <a:pt x="-816" y="349694"/>
                            <a:pt x="3941" y="358020"/>
                          </a:cubicBezTo>
                          <a:cubicBezTo>
                            <a:pt x="7510" y="362778"/>
                            <a:pt x="14646" y="371104"/>
                            <a:pt x="19404" y="375862"/>
                          </a:cubicBezTo>
                          <a:cubicBezTo>
                            <a:pt x="15836" y="377051"/>
                            <a:pt x="12268" y="380619"/>
                            <a:pt x="14646" y="385377"/>
                          </a:cubicBezTo>
                          <a:cubicBezTo>
                            <a:pt x="19404" y="385377"/>
                            <a:pt x="26541" y="384188"/>
                            <a:pt x="30109" y="385377"/>
                          </a:cubicBezTo>
                          <a:cubicBezTo>
                            <a:pt x="34867" y="386566"/>
                            <a:pt x="36056" y="391324"/>
                            <a:pt x="40814" y="392514"/>
                          </a:cubicBezTo>
                          <a:cubicBezTo>
                            <a:pt x="38435" y="400840"/>
                            <a:pt x="61034" y="403218"/>
                            <a:pt x="66981" y="399650"/>
                          </a:cubicBezTo>
                          <a:cubicBezTo>
                            <a:pt x="70550" y="397271"/>
                            <a:pt x="71739" y="392514"/>
                            <a:pt x="76497" y="390135"/>
                          </a:cubicBezTo>
                          <a:cubicBezTo>
                            <a:pt x="81255" y="387756"/>
                            <a:pt x="86013" y="388945"/>
                            <a:pt x="90770" y="386566"/>
                          </a:cubicBezTo>
                          <a:cubicBezTo>
                            <a:pt x="91960" y="394893"/>
                            <a:pt x="84823" y="400840"/>
                            <a:pt x="86013" y="410355"/>
                          </a:cubicBezTo>
                          <a:cubicBezTo>
                            <a:pt x="86013" y="415113"/>
                            <a:pt x="90770" y="430576"/>
                            <a:pt x="96717" y="429386"/>
                          </a:cubicBezTo>
                          <a:cubicBezTo>
                            <a:pt x="105043" y="427007"/>
                            <a:pt x="107422" y="428197"/>
                            <a:pt x="107422" y="428197"/>
                          </a:cubicBezTo>
                          <a:cubicBezTo>
                            <a:pt x="109801" y="428197"/>
                            <a:pt x="110991" y="428197"/>
                            <a:pt x="113370" y="428197"/>
                          </a:cubicBezTo>
                          <a:cubicBezTo>
                            <a:pt x="135969" y="428197"/>
                            <a:pt x="174031" y="424628"/>
                            <a:pt x="178788" y="399650"/>
                          </a:cubicBezTo>
                          <a:cubicBezTo>
                            <a:pt x="187114" y="397271"/>
                            <a:pt x="195440" y="394893"/>
                            <a:pt x="202577" y="393703"/>
                          </a:cubicBezTo>
                          <a:cubicBezTo>
                            <a:pt x="206145" y="392514"/>
                            <a:pt x="213282" y="392514"/>
                            <a:pt x="216850" y="392514"/>
                          </a:cubicBezTo>
                          <a:cubicBezTo>
                            <a:pt x="225176" y="393703"/>
                            <a:pt x="222798" y="394893"/>
                            <a:pt x="222798" y="402029"/>
                          </a:cubicBezTo>
                          <a:cubicBezTo>
                            <a:pt x="222798" y="415113"/>
                            <a:pt x="218040" y="430576"/>
                            <a:pt x="223987" y="442470"/>
                          </a:cubicBezTo>
                          <a:cubicBezTo>
                            <a:pt x="229934" y="451985"/>
                            <a:pt x="239450" y="463880"/>
                            <a:pt x="250155" y="465069"/>
                          </a:cubicBezTo>
                          <a:cubicBezTo>
                            <a:pt x="253723" y="466259"/>
                            <a:pt x="257291" y="463880"/>
                            <a:pt x="260859" y="465069"/>
                          </a:cubicBezTo>
                          <a:cubicBezTo>
                            <a:pt x="264428" y="466259"/>
                            <a:pt x="265617" y="468637"/>
                            <a:pt x="267996" y="469827"/>
                          </a:cubicBezTo>
                          <a:cubicBezTo>
                            <a:pt x="271564" y="471016"/>
                            <a:pt x="275133" y="469827"/>
                            <a:pt x="278701" y="472206"/>
                          </a:cubicBezTo>
                          <a:cubicBezTo>
                            <a:pt x="281080" y="473395"/>
                            <a:pt x="282269" y="476964"/>
                            <a:pt x="284648" y="478153"/>
                          </a:cubicBezTo>
                          <a:cubicBezTo>
                            <a:pt x="291785" y="481721"/>
                            <a:pt x="315574" y="482911"/>
                            <a:pt x="315574" y="493616"/>
                          </a:cubicBezTo>
                          <a:cubicBezTo>
                            <a:pt x="317952" y="494805"/>
                            <a:pt x="320331" y="495995"/>
                            <a:pt x="323900" y="495995"/>
                          </a:cubicBezTo>
                          <a:cubicBezTo>
                            <a:pt x="335794" y="500752"/>
                            <a:pt x="354825" y="495995"/>
                            <a:pt x="353635" y="512647"/>
                          </a:cubicBezTo>
                          <a:cubicBezTo>
                            <a:pt x="353635" y="519783"/>
                            <a:pt x="351257" y="526920"/>
                            <a:pt x="352446" y="534056"/>
                          </a:cubicBezTo>
                          <a:cubicBezTo>
                            <a:pt x="353635" y="541193"/>
                            <a:pt x="357204" y="545951"/>
                            <a:pt x="358393" y="551898"/>
                          </a:cubicBezTo>
                          <a:cubicBezTo>
                            <a:pt x="360772" y="560224"/>
                            <a:pt x="359583" y="561413"/>
                            <a:pt x="369098" y="563792"/>
                          </a:cubicBezTo>
                          <a:cubicBezTo>
                            <a:pt x="375045" y="564982"/>
                            <a:pt x="383371" y="567361"/>
                            <a:pt x="389318" y="567361"/>
                          </a:cubicBezTo>
                          <a:cubicBezTo>
                            <a:pt x="396455" y="567361"/>
                            <a:pt x="401213" y="562603"/>
                            <a:pt x="405970" y="570929"/>
                          </a:cubicBezTo>
                          <a:cubicBezTo>
                            <a:pt x="409539" y="576876"/>
                            <a:pt x="404781" y="586392"/>
                            <a:pt x="407160" y="591149"/>
                          </a:cubicBezTo>
                          <a:cubicBezTo>
                            <a:pt x="409539" y="595907"/>
                            <a:pt x="419054" y="594718"/>
                            <a:pt x="422623" y="598286"/>
                          </a:cubicBezTo>
                          <a:cubicBezTo>
                            <a:pt x="426191" y="601854"/>
                            <a:pt x="430949" y="607801"/>
                            <a:pt x="433328" y="612559"/>
                          </a:cubicBezTo>
                          <a:cubicBezTo>
                            <a:pt x="439275" y="625643"/>
                            <a:pt x="432138" y="637537"/>
                            <a:pt x="427380" y="649432"/>
                          </a:cubicBezTo>
                          <a:cubicBezTo>
                            <a:pt x="423812" y="656568"/>
                            <a:pt x="422623" y="661326"/>
                            <a:pt x="422623" y="667273"/>
                          </a:cubicBezTo>
                          <a:cubicBezTo>
                            <a:pt x="422623" y="672031"/>
                            <a:pt x="423812" y="677978"/>
                            <a:pt x="426191" y="683925"/>
                          </a:cubicBezTo>
                          <a:cubicBezTo>
                            <a:pt x="429759" y="693441"/>
                            <a:pt x="425001" y="718419"/>
                            <a:pt x="430949" y="724366"/>
                          </a:cubicBezTo>
                          <a:cubicBezTo>
                            <a:pt x="436896" y="730313"/>
                            <a:pt x="464253" y="729124"/>
                            <a:pt x="471389" y="727934"/>
                          </a:cubicBezTo>
                          <a:cubicBezTo>
                            <a:pt x="485663" y="726745"/>
                            <a:pt x="489231" y="738639"/>
                            <a:pt x="492799" y="751723"/>
                          </a:cubicBezTo>
                          <a:cubicBezTo>
                            <a:pt x="493989" y="757670"/>
                            <a:pt x="493989" y="764807"/>
                            <a:pt x="497557" y="770754"/>
                          </a:cubicBezTo>
                          <a:cubicBezTo>
                            <a:pt x="502315" y="779080"/>
                            <a:pt x="505883" y="774322"/>
                            <a:pt x="513020" y="774322"/>
                          </a:cubicBezTo>
                          <a:cubicBezTo>
                            <a:pt x="530861" y="774322"/>
                            <a:pt x="521346" y="795732"/>
                            <a:pt x="521346" y="806437"/>
                          </a:cubicBezTo>
                          <a:cubicBezTo>
                            <a:pt x="521346" y="811195"/>
                            <a:pt x="521346" y="813573"/>
                            <a:pt x="521346" y="817142"/>
                          </a:cubicBezTo>
                          <a:cubicBezTo>
                            <a:pt x="526103" y="817142"/>
                            <a:pt x="529672" y="815953"/>
                            <a:pt x="534429" y="815953"/>
                          </a:cubicBezTo>
                          <a:cubicBezTo>
                            <a:pt x="539187" y="815953"/>
                            <a:pt x="537998" y="815953"/>
                            <a:pt x="537998" y="820710"/>
                          </a:cubicBezTo>
                          <a:cubicBezTo>
                            <a:pt x="537998" y="824279"/>
                            <a:pt x="539187" y="824279"/>
                            <a:pt x="540377" y="827847"/>
                          </a:cubicBezTo>
                          <a:cubicBezTo>
                            <a:pt x="545134" y="838552"/>
                            <a:pt x="543945" y="851636"/>
                            <a:pt x="542756" y="863530"/>
                          </a:cubicBezTo>
                          <a:cubicBezTo>
                            <a:pt x="537998" y="863530"/>
                            <a:pt x="537998" y="863530"/>
                            <a:pt x="534429" y="867098"/>
                          </a:cubicBezTo>
                          <a:cubicBezTo>
                            <a:pt x="532050" y="869477"/>
                            <a:pt x="529672" y="870667"/>
                            <a:pt x="528482" y="871856"/>
                          </a:cubicBezTo>
                          <a:cubicBezTo>
                            <a:pt x="526103" y="874235"/>
                            <a:pt x="523725" y="875424"/>
                            <a:pt x="521346" y="876614"/>
                          </a:cubicBezTo>
                          <a:cubicBezTo>
                            <a:pt x="517777" y="877803"/>
                            <a:pt x="516588" y="878992"/>
                            <a:pt x="514209" y="882561"/>
                          </a:cubicBezTo>
                          <a:cubicBezTo>
                            <a:pt x="510641" y="886129"/>
                            <a:pt x="503504" y="888508"/>
                            <a:pt x="498746" y="892076"/>
                          </a:cubicBezTo>
                          <a:cubicBezTo>
                            <a:pt x="496368" y="894455"/>
                            <a:pt x="496368" y="896834"/>
                            <a:pt x="493989" y="899213"/>
                          </a:cubicBezTo>
                          <a:cubicBezTo>
                            <a:pt x="491610" y="901592"/>
                            <a:pt x="488042" y="900402"/>
                            <a:pt x="485663" y="902781"/>
                          </a:cubicBezTo>
                          <a:cubicBezTo>
                            <a:pt x="482094" y="906350"/>
                            <a:pt x="480905" y="913486"/>
                            <a:pt x="478526" y="917054"/>
                          </a:cubicBezTo>
                          <a:cubicBezTo>
                            <a:pt x="476147" y="921812"/>
                            <a:pt x="472579" y="925381"/>
                            <a:pt x="469011" y="930138"/>
                          </a:cubicBezTo>
                          <a:cubicBezTo>
                            <a:pt x="464253" y="937275"/>
                            <a:pt x="458306" y="944411"/>
                            <a:pt x="455927" y="951548"/>
                          </a:cubicBezTo>
                          <a:cubicBezTo>
                            <a:pt x="455927" y="951548"/>
                            <a:pt x="457116" y="951548"/>
                            <a:pt x="457116" y="951548"/>
                          </a:cubicBezTo>
                          <a:cubicBezTo>
                            <a:pt x="460685" y="950359"/>
                            <a:pt x="464253" y="951548"/>
                            <a:pt x="467821" y="950359"/>
                          </a:cubicBezTo>
                          <a:cubicBezTo>
                            <a:pt x="471389" y="950359"/>
                            <a:pt x="473768" y="949169"/>
                            <a:pt x="477337" y="951548"/>
                          </a:cubicBezTo>
                          <a:cubicBezTo>
                            <a:pt x="479715" y="953927"/>
                            <a:pt x="479715" y="956306"/>
                            <a:pt x="482094" y="958685"/>
                          </a:cubicBezTo>
                          <a:cubicBezTo>
                            <a:pt x="484473" y="961064"/>
                            <a:pt x="486852" y="961064"/>
                            <a:pt x="489231" y="964632"/>
                          </a:cubicBezTo>
                          <a:cubicBezTo>
                            <a:pt x="491610" y="967011"/>
                            <a:pt x="492799" y="969390"/>
                            <a:pt x="493989" y="971769"/>
                          </a:cubicBezTo>
                          <a:cubicBezTo>
                            <a:pt x="495178" y="974147"/>
                            <a:pt x="495178" y="977716"/>
                            <a:pt x="498746" y="978905"/>
                          </a:cubicBezTo>
                          <a:cubicBezTo>
                            <a:pt x="502315" y="980094"/>
                            <a:pt x="504694" y="975337"/>
                            <a:pt x="507073" y="975337"/>
                          </a:cubicBezTo>
                          <a:cubicBezTo>
                            <a:pt x="510641" y="975337"/>
                            <a:pt x="510641" y="980094"/>
                            <a:pt x="513020" y="982473"/>
                          </a:cubicBezTo>
                          <a:cubicBezTo>
                            <a:pt x="517777" y="987231"/>
                            <a:pt x="523725" y="987231"/>
                            <a:pt x="528482" y="990800"/>
                          </a:cubicBezTo>
                          <a:cubicBezTo>
                            <a:pt x="532050" y="993178"/>
                            <a:pt x="532050" y="995557"/>
                            <a:pt x="533240" y="999125"/>
                          </a:cubicBezTo>
                          <a:cubicBezTo>
                            <a:pt x="535619" y="1002694"/>
                            <a:pt x="537998" y="1001504"/>
                            <a:pt x="541566" y="1002694"/>
                          </a:cubicBezTo>
                          <a:cubicBezTo>
                            <a:pt x="548703" y="1003883"/>
                            <a:pt x="551082" y="1007452"/>
                            <a:pt x="554650" y="1013399"/>
                          </a:cubicBezTo>
                          <a:cubicBezTo>
                            <a:pt x="557029" y="1016967"/>
                            <a:pt x="561786" y="1026483"/>
                            <a:pt x="566544" y="1026483"/>
                          </a:cubicBezTo>
                          <a:cubicBezTo>
                            <a:pt x="567734" y="1033619"/>
                            <a:pt x="559408" y="1035998"/>
                            <a:pt x="559408" y="1041945"/>
                          </a:cubicBezTo>
                          <a:cubicBezTo>
                            <a:pt x="561786" y="1043135"/>
                            <a:pt x="560597" y="1045513"/>
                            <a:pt x="561786" y="1047892"/>
                          </a:cubicBezTo>
                          <a:cubicBezTo>
                            <a:pt x="562976" y="1050271"/>
                            <a:pt x="565355" y="1051461"/>
                            <a:pt x="566544" y="1053840"/>
                          </a:cubicBezTo>
                          <a:cubicBezTo>
                            <a:pt x="567734" y="1056219"/>
                            <a:pt x="570113" y="1058597"/>
                            <a:pt x="572492" y="1060976"/>
                          </a:cubicBezTo>
                          <a:cubicBezTo>
                            <a:pt x="574870" y="1059787"/>
                            <a:pt x="577249" y="1057408"/>
                            <a:pt x="578439" y="1053840"/>
                          </a:cubicBezTo>
                          <a:cubicBezTo>
                            <a:pt x="583196" y="1045513"/>
                            <a:pt x="585575" y="1035998"/>
                            <a:pt x="587954" y="1026483"/>
                          </a:cubicBezTo>
                          <a:cubicBezTo>
                            <a:pt x="589144" y="1022914"/>
                            <a:pt x="591522" y="1016967"/>
                            <a:pt x="591522" y="1013399"/>
                          </a:cubicBezTo>
                          <a:cubicBezTo>
                            <a:pt x="591522" y="1007452"/>
                            <a:pt x="585575" y="1005073"/>
                            <a:pt x="586765" y="1000315"/>
                          </a:cubicBezTo>
                          <a:cubicBezTo>
                            <a:pt x="587954" y="996747"/>
                            <a:pt x="593901" y="993178"/>
                            <a:pt x="596280" y="990800"/>
                          </a:cubicBezTo>
                          <a:cubicBezTo>
                            <a:pt x="599848" y="987231"/>
                            <a:pt x="599848" y="982473"/>
                            <a:pt x="605796" y="986042"/>
                          </a:cubicBezTo>
                          <a:cubicBezTo>
                            <a:pt x="610553" y="980094"/>
                            <a:pt x="608175" y="965821"/>
                            <a:pt x="615311" y="963442"/>
                          </a:cubicBezTo>
                          <a:cubicBezTo>
                            <a:pt x="614122" y="958685"/>
                            <a:pt x="610553" y="947980"/>
                            <a:pt x="616500" y="944411"/>
                          </a:cubicBezTo>
                          <a:cubicBezTo>
                            <a:pt x="620069" y="949169"/>
                            <a:pt x="621258" y="959874"/>
                            <a:pt x="629584" y="957495"/>
                          </a:cubicBezTo>
                          <a:cubicBezTo>
                            <a:pt x="629584" y="963442"/>
                            <a:pt x="622448" y="982473"/>
                            <a:pt x="615311" y="981284"/>
                          </a:cubicBezTo>
                          <a:cubicBezTo>
                            <a:pt x="615311" y="982473"/>
                            <a:pt x="614122" y="986042"/>
                            <a:pt x="615311" y="987231"/>
                          </a:cubicBezTo>
                          <a:cubicBezTo>
                            <a:pt x="610553" y="990800"/>
                            <a:pt x="604606" y="993178"/>
                            <a:pt x="603417" y="999125"/>
                          </a:cubicBezTo>
                          <a:cubicBezTo>
                            <a:pt x="603417" y="999125"/>
                            <a:pt x="597469" y="1000315"/>
                            <a:pt x="597469" y="1000315"/>
                          </a:cubicBezTo>
                          <a:cubicBezTo>
                            <a:pt x="591522" y="1008641"/>
                            <a:pt x="602227" y="1006262"/>
                            <a:pt x="606985" y="1003883"/>
                          </a:cubicBezTo>
                          <a:cubicBezTo>
                            <a:pt x="612932" y="1001504"/>
                            <a:pt x="615311" y="996747"/>
                            <a:pt x="618879" y="991989"/>
                          </a:cubicBezTo>
                          <a:cubicBezTo>
                            <a:pt x="626016" y="983663"/>
                            <a:pt x="630774" y="974147"/>
                            <a:pt x="636721" y="964632"/>
                          </a:cubicBezTo>
                          <a:cubicBezTo>
                            <a:pt x="642668" y="953927"/>
                            <a:pt x="645047" y="940843"/>
                            <a:pt x="650994" y="930138"/>
                          </a:cubicBezTo>
                          <a:cubicBezTo>
                            <a:pt x="656941" y="919434"/>
                            <a:pt x="665267" y="908728"/>
                            <a:pt x="670025" y="898023"/>
                          </a:cubicBezTo>
                          <a:cubicBezTo>
                            <a:pt x="670025" y="898023"/>
                            <a:pt x="670025" y="893266"/>
                            <a:pt x="673594" y="889698"/>
                          </a:cubicBezTo>
                          <a:cubicBezTo>
                            <a:pt x="685488" y="880182"/>
                            <a:pt x="649805" y="840931"/>
                            <a:pt x="674783" y="836173"/>
                          </a:cubicBezTo>
                          <a:cubicBezTo>
                            <a:pt x="674783" y="831415"/>
                            <a:pt x="671215" y="826657"/>
                            <a:pt x="675972" y="824279"/>
                          </a:cubicBezTo>
                          <a:cubicBezTo>
                            <a:pt x="675972" y="823089"/>
                            <a:pt x="675972" y="821900"/>
                            <a:pt x="675972" y="820710"/>
                          </a:cubicBezTo>
                          <a:cubicBezTo>
                            <a:pt x="674783" y="820710"/>
                            <a:pt x="672404" y="820710"/>
                            <a:pt x="671215" y="820710"/>
                          </a:cubicBezTo>
                          <a:cubicBezTo>
                            <a:pt x="673594" y="812384"/>
                            <a:pt x="683109" y="812384"/>
                            <a:pt x="689056" y="808816"/>
                          </a:cubicBezTo>
                          <a:cubicBezTo>
                            <a:pt x="696193" y="805248"/>
                            <a:pt x="698571" y="799300"/>
                            <a:pt x="704519" y="793353"/>
                          </a:cubicBezTo>
                          <a:cubicBezTo>
                            <a:pt x="709277" y="787406"/>
                            <a:pt x="716413" y="782648"/>
                            <a:pt x="723550" y="779080"/>
                          </a:cubicBezTo>
                          <a:cubicBezTo>
                            <a:pt x="730686" y="775512"/>
                            <a:pt x="735444" y="775512"/>
                            <a:pt x="739012" y="765996"/>
                          </a:cubicBezTo>
                          <a:cubicBezTo>
                            <a:pt x="743770" y="767186"/>
                            <a:pt x="749717" y="776701"/>
                            <a:pt x="754475" y="768375"/>
                          </a:cubicBezTo>
                          <a:cubicBezTo>
                            <a:pt x="753285" y="768375"/>
                            <a:pt x="753285" y="767186"/>
                            <a:pt x="752096" y="767186"/>
                          </a:cubicBezTo>
                          <a:cubicBezTo>
                            <a:pt x="752096" y="762428"/>
                            <a:pt x="766369" y="755291"/>
                            <a:pt x="769937" y="751723"/>
                          </a:cubicBezTo>
                          <a:cubicBezTo>
                            <a:pt x="769937" y="751723"/>
                            <a:pt x="769937" y="749344"/>
                            <a:pt x="769937" y="749344"/>
                          </a:cubicBezTo>
                          <a:cubicBezTo>
                            <a:pt x="767559" y="749344"/>
                            <a:pt x="763990" y="748155"/>
                            <a:pt x="761612" y="746965"/>
                          </a:cubicBezTo>
                          <a:cubicBezTo>
                            <a:pt x="762801" y="745776"/>
                            <a:pt x="762801" y="745776"/>
                            <a:pt x="763990" y="744586"/>
                          </a:cubicBezTo>
                          <a:cubicBezTo>
                            <a:pt x="771127" y="743397"/>
                            <a:pt x="779453" y="736260"/>
                            <a:pt x="786590" y="739829"/>
                          </a:cubicBezTo>
                          <a:cubicBezTo>
                            <a:pt x="781832" y="741018"/>
                            <a:pt x="779453" y="744586"/>
                            <a:pt x="777074" y="748155"/>
                          </a:cubicBezTo>
                          <a:cubicBezTo>
                            <a:pt x="785400" y="748155"/>
                            <a:pt x="793726" y="741018"/>
                            <a:pt x="799673" y="736260"/>
                          </a:cubicBezTo>
                          <a:cubicBezTo>
                            <a:pt x="800863" y="738639"/>
                            <a:pt x="802052" y="739829"/>
                            <a:pt x="802052" y="743397"/>
                          </a:cubicBezTo>
                          <a:cubicBezTo>
                            <a:pt x="806810" y="743397"/>
                            <a:pt x="810379" y="741018"/>
                            <a:pt x="815136" y="741018"/>
                          </a:cubicBezTo>
                          <a:cubicBezTo>
                            <a:pt x="819894" y="741018"/>
                            <a:pt x="823462" y="743397"/>
                            <a:pt x="828220" y="741018"/>
                          </a:cubicBezTo>
                          <a:cubicBezTo>
                            <a:pt x="832978" y="738639"/>
                            <a:pt x="834167" y="736260"/>
                            <a:pt x="837735" y="732692"/>
                          </a:cubicBezTo>
                          <a:cubicBezTo>
                            <a:pt x="842493" y="727934"/>
                            <a:pt x="843683" y="727934"/>
                            <a:pt x="849630" y="725555"/>
                          </a:cubicBezTo>
                          <a:cubicBezTo>
                            <a:pt x="853198" y="724366"/>
                            <a:pt x="860335" y="721987"/>
                            <a:pt x="861524" y="719608"/>
                          </a:cubicBezTo>
                          <a:cubicBezTo>
                            <a:pt x="863903" y="714851"/>
                            <a:pt x="857956" y="708903"/>
                            <a:pt x="857956" y="704146"/>
                          </a:cubicBezTo>
                          <a:cubicBezTo>
                            <a:pt x="857956" y="698199"/>
                            <a:pt x="866282" y="683925"/>
                            <a:pt x="873418" y="683925"/>
                          </a:cubicBezTo>
                          <a:cubicBezTo>
                            <a:pt x="872229" y="673220"/>
                            <a:pt x="885313" y="663705"/>
                            <a:pt x="887692" y="653000"/>
                          </a:cubicBezTo>
                          <a:cubicBezTo>
                            <a:pt x="891260" y="638727"/>
                            <a:pt x="885313" y="628022"/>
                            <a:pt x="892450" y="613749"/>
                          </a:cubicBezTo>
                          <a:cubicBezTo>
                            <a:pt x="904344" y="592339"/>
                            <a:pt x="901965" y="557845"/>
                            <a:pt x="901965" y="531678"/>
                          </a:cubicBezTo>
                          <a:cubicBezTo>
                            <a:pt x="901965" y="524541"/>
                            <a:pt x="901965" y="517404"/>
                            <a:pt x="903154" y="511457"/>
                          </a:cubicBezTo>
                          <a:cubicBezTo>
                            <a:pt x="904344" y="507889"/>
                            <a:pt x="905533" y="505510"/>
                            <a:pt x="904344" y="501942"/>
                          </a:cubicBezTo>
                          <a:cubicBezTo>
                            <a:pt x="903154" y="499563"/>
                            <a:pt x="898397" y="500752"/>
                            <a:pt x="897207" y="498373"/>
                          </a:cubicBezTo>
                          <a:cubicBezTo>
                            <a:pt x="896018" y="494805"/>
                            <a:pt x="904344" y="485290"/>
                            <a:pt x="904344" y="480532"/>
                          </a:cubicBezTo>
                          <a:cubicBezTo>
                            <a:pt x="905533" y="472206"/>
                            <a:pt x="898397" y="473395"/>
                            <a:pt x="894828" y="467448"/>
                          </a:cubicBezTo>
                          <a:cubicBezTo>
                            <a:pt x="887692" y="457932"/>
                            <a:pt x="903154" y="468637"/>
                            <a:pt x="905533" y="466259"/>
                          </a:cubicBezTo>
                          <a:cubicBezTo>
                            <a:pt x="906723" y="465069"/>
                            <a:pt x="905533" y="462690"/>
                            <a:pt x="906723" y="461501"/>
                          </a:cubicBezTo>
                          <a:cubicBezTo>
                            <a:pt x="907912" y="460312"/>
                            <a:pt x="910291" y="461501"/>
                            <a:pt x="911481" y="462690"/>
                          </a:cubicBezTo>
                          <a:cubicBezTo>
                            <a:pt x="916238" y="468637"/>
                            <a:pt x="906723" y="471016"/>
                            <a:pt x="909102" y="476964"/>
                          </a:cubicBezTo>
                          <a:cubicBezTo>
                            <a:pt x="916238" y="493616"/>
                            <a:pt x="932890" y="442470"/>
                            <a:pt x="938837" y="432954"/>
                          </a:cubicBezTo>
                          <a:cubicBezTo>
                            <a:pt x="943595" y="423439"/>
                            <a:pt x="947164" y="416302"/>
                            <a:pt x="956679" y="411545"/>
                          </a:cubicBezTo>
                          <a:cubicBezTo>
                            <a:pt x="962626" y="407976"/>
                            <a:pt x="970952" y="403218"/>
                            <a:pt x="974520" y="394893"/>
                          </a:cubicBezTo>
                          <a:cubicBezTo>
                            <a:pt x="979278" y="384188"/>
                            <a:pt x="982847" y="382998"/>
                            <a:pt x="985225" y="385377"/>
                          </a:cubicBezTo>
                          <a:cubicBezTo>
                            <a:pt x="985225" y="386566"/>
                            <a:pt x="984036" y="387756"/>
                            <a:pt x="985225" y="387756"/>
                          </a:cubicBezTo>
                          <a:cubicBezTo>
                            <a:pt x="993551" y="392514"/>
                            <a:pt x="1000688" y="363967"/>
                            <a:pt x="1003067" y="355641"/>
                          </a:cubicBezTo>
                          <a:cubicBezTo>
                            <a:pt x="1005446" y="349694"/>
                            <a:pt x="1001877" y="347315"/>
                            <a:pt x="1001877" y="341368"/>
                          </a:cubicBezTo>
                          <a:cubicBezTo>
                            <a:pt x="1001877" y="335421"/>
                            <a:pt x="1005446" y="333042"/>
                            <a:pt x="1006635" y="327095"/>
                          </a:cubicBezTo>
                          <a:cubicBezTo>
                            <a:pt x="1014961" y="322337"/>
                            <a:pt x="1005446" y="311632"/>
                            <a:pt x="1003067" y="30330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5" name="Freeform 744">
                      <a:extLst>
                        <a:ext uri="{FF2B5EF4-FFF2-40B4-BE49-F238E27FC236}">
                          <a16:creationId xmlns:a16="http://schemas.microsoft.com/office/drawing/2014/main" id="{63B9F6EE-A020-A02C-FB7C-AA6D4B7216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29846" y="4419551"/>
                      <a:ext cx="9173" cy="5224"/>
                    </a:xfrm>
                    <a:custGeom>
                      <a:avLst/>
                      <a:gdLst>
                        <a:gd name="connsiteX0" fmla="*/ 657 w 9173"/>
                        <a:gd name="connsiteY0" fmla="*/ 4035 h 5224"/>
                        <a:gd name="connsiteX1" fmla="*/ 5414 w 9173"/>
                        <a:gd name="connsiteY1" fmla="*/ 5224 h 5224"/>
                        <a:gd name="connsiteX2" fmla="*/ 8983 w 9173"/>
                        <a:gd name="connsiteY2" fmla="*/ 2846 h 5224"/>
                        <a:gd name="connsiteX3" fmla="*/ 4225 w 9173"/>
                        <a:gd name="connsiteY3" fmla="*/ 467 h 5224"/>
                        <a:gd name="connsiteX4" fmla="*/ 657 w 9173"/>
                        <a:gd name="connsiteY4" fmla="*/ 4035 h 52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73" h="5224">
                          <a:moveTo>
                            <a:pt x="657" y="4035"/>
                          </a:moveTo>
                          <a:cubicBezTo>
                            <a:pt x="3036" y="5224"/>
                            <a:pt x="4225" y="5224"/>
                            <a:pt x="5414" y="5224"/>
                          </a:cubicBezTo>
                          <a:cubicBezTo>
                            <a:pt x="5414" y="5224"/>
                            <a:pt x="10173" y="5224"/>
                            <a:pt x="8983" y="2846"/>
                          </a:cubicBezTo>
                          <a:cubicBezTo>
                            <a:pt x="7793" y="467"/>
                            <a:pt x="5414" y="-723"/>
                            <a:pt x="4225" y="467"/>
                          </a:cubicBezTo>
                          <a:cubicBezTo>
                            <a:pt x="3036" y="467"/>
                            <a:pt x="-1722" y="2846"/>
                            <a:pt x="657" y="403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6" name="Freeform 745">
                      <a:extLst>
                        <a:ext uri="{FF2B5EF4-FFF2-40B4-BE49-F238E27FC236}">
                          <a16:creationId xmlns:a16="http://schemas.microsoft.com/office/drawing/2014/main" id="{356AF2D8-4192-2C87-EA57-F49233150C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4685" y="4414071"/>
                      <a:ext cx="14257" cy="6131"/>
                    </a:xfrm>
                    <a:custGeom>
                      <a:avLst/>
                      <a:gdLst>
                        <a:gd name="connsiteX0" fmla="*/ 2734 w 14257"/>
                        <a:gd name="connsiteY0" fmla="*/ 1190 h 6131"/>
                        <a:gd name="connsiteX1" fmla="*/ 1545 w 14257"/>
                        <a:gd name="connsiteY1" fmla="*/ 4758 h 6131"/>
                        <a:gd name="connsiteX2" fmla="*/ 12250 w 14257"/>
                        <a:gd name="connsiteY2" fmla="*/ 4758 h 6131"/>
                        <a:gd name="connsiteX3" fmla="*/ 13440 w 14257"/>
                        <a:gd name="connsiteY3" fmla="*/ 0 h 6131"/>
                        <a:gd name="connsiteX4" fmla="*/ 2734 w 14257"/>
                        <a:gd name="connsiteY4" fmla="*/ 1190 h 61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4257" h="6131">
                          <a:moveTo>
                            <a:pt x="2734" y="1190"/>
                          </a:moveTo>
                          <a:cubicBezTo>
                            <a:pt x="1545" y="2379"/>
                            <a:pt x="-2023" y="2379"/>
                            <a:pt x="1545" y="4758"/>
                          </a:cubicBezTo>
                          <a:cubicBezTo>
                            <a:pt x="5113" y="7137"/>
                            <a:pt x="9871" y="5947"/>
                            <a:pt x="12250" y="4758"/>
                          </a:cubicBezTo>
                          <a:cubicBezTo>
                            <a:pt x="12250" y="4758"/>
                            <a:pt x="15818" y="1190"/>
                            <a:pt x="13440" y="0"/>
                          </a:cubicBezTo>
                          <a:cubicBezTo>
                            <a:pt x="11061" y="0"/>
                            <a:pt x="3924" y="0"/>
                            <a:pt x="2734" y="119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7" name="Freeform 746">
                      <a:extLst>
                        <a:ext uri="{FF2B5EF4-FFF2-40B4-BE49-F238E27FC236}">
                          <a16:creationId xmlns:a16="http://schemas.microsoft.com/office/drawing/2014/main" id="{0075CCFD-B9EB-3D80-3F24-A7790640B2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1605" y="4403366"/>
                      <a:ext cx="9939" cy="10892"/>
                    </a:xfrm>
                    <a:custGeom>
                      <a:avLst/>
                      <a:gdLst>
                        <a:gd name="connsiteX0" fmla="*/ 9383 w 9939"/>
                        <a:gd name="connsiteY0" fmla="*/ 0 h 10892"/>
                        <a:gd name="connsiteX1" fmla="*/ 1057 w 9939"/>
                        <a:gd name="connsiteY1" fmla="*/ 4758 h 10892"/>
                        <a:gd name="connsiteX2" fmla="*/ 1057 w 9939"/>
                        <a:gd name="connsiteY2" fmla="*/ 10705 h 10892"/>
                        <a:gd name="connsiteX3" fmla="*/ 4626 w 9939"/>
                        <a:gd name="connsiteY3" fmla="*/ 5947 h 10892"/>
                        <a:gd name="connsiteX4" fmla="*/ 9383 w 9939"/>
                        <a:gd name="connsiteY4" fmla="*/ 0 h 108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939" h="10892">
                          <a:moveTo>
                            <a:pt x="9383" y="0"/>
                          </a:moveTo>
                          <a:cubicBezTo>
                            <a:pt x="7004" y="0"/>
                            <a:pt x="1057" y="2379"/>
                            <a:pt x="1057" y="4758"/>
                          </a:cubicBezTo>
                          <a:cubicBezTo>
                            <a:pt x="1057" y="7137"/>
                            <a:pt x="-1321" y="11894"/>
                            <a:pt x="1057" y="10705"/>
                          </a:cubicBezTo>
                          <a:cubicBezTo>
                            <a:pt x="2247" y="10705"/>
                            <a:pt x="2247" y="8326"/>
                            <a:pt x="4626" y="5947"/>
                          </a:cubicBezTo>
                          <a:cubicBezTo>
                            <a:pt x="5815" y="5947"/>
                            <a:pt x="11762" y="0"/>
                            <a:pt x="9383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8" name="Freeform 747">
                      <a:extLst>
                        <a:ext uri="{FF2B5EF4-FFF2-40B4-BE49-F238E27FC236}">
                          <a16:creationId xmlns:a16="http://schemas.microsoft.com/office/drawing/2014/main" id="{CB997DD2-4DA6-3C02-5F80-688069B016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07411" y="4417323"/>
                      <a:ext cx="4385" cy="5258"/>
                    </a:xfrm>
                    <a:custGeom>
                      <a:avLst/>
                      <a:gdLst>
                        <a:gd name="connsiteX0" fmla="*/ 1682 w 4385"/>
                        <a:gd name="connsiteY0" fmla="*/ 316 h 5258"/>
                        <a:gd name="connsiteX1" fmla="*/ 493 w 4385"/>
                        <a:gd name="connsiteY1" fmla="*/ 3885 h 5258"/>
                        <a:gd name="connsiteX2" fmla="*/ 4061 w 4385"/>
                        <a:gd name="connsiteY2" fmla="*/ 3885 h 5258"/>
                        <a:gd name="connsiteX3" fmla="*/ 1682 w 4385"/>
                        <a:gd name="connsiteY3" fmla="*/ 316 h 52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385" h="5258">
                          <a:moveTo>
                            <a:pt x="1682" y="316"/>
                          </a:moveTo>
                          <a:cubicBezTo>
                            <a:pt x="493" y="316"/>
                            <a:pt x="-697" y="1506"/>
                            <a:pt x="493" y="3885"/>
                          </a:cubicBezTo>
                          <a:cubicBezTo>
                            <a:pt x="1682" y="5074"/>
                            <a:pt x="4061" y="6263"/>
                            <a:pt x="4061" y="3885"/>
                          </a:cubicBezTo>
                          <a:cubicBezTo>
                            <a:pt x="5250" y="1506"/>
                            <a:pt x="2872" y="-873"/>
                            <a:pt x="1682" y="3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9" name="Freeform 748">
                      <a:extLst>
                        <a:ext uri="{FF2B5EF4-FFF2-40B4-BE49-F238E27FC236}">
                          <a16:creationId xmlns:a16="http://schemas.microsoft.com/office/drawing/2014/main" id="{D74A5C65-F6D3-5D14-5127-0F4CCE4435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9506" y="4423396"/>
                      <a:ext cx="14829" cy="12084"/>
                    </a:xfrm>
                    <a:custGeom>
                      <a:avLst/>
                      <a:gdLst>
                        <a:gd name="connsiteX0" fmla="*/ 14830 w 14829"/>
                        <a:gd name="connsiteY0" fmla="*/ 2569 h 12084"/>
                        <a:gd name="connsiteX1" fmla="*/ 11261 w 14829"/>
                        <a:gd name="connsiteY1" fmla="*/ 190 h 12084"/>
                        <a:gd name="connsiteX2" fmla="*/ 5314 w 14829"/>
                        <a:gd name="connsiteY2" fmla="*/ 2569 h 12084"/>
                        <a:gd name="connsiteX3" fmla="*/ 556 w 14829"/>
                        <a:gd name="connsiteY3" fmla="*/ 12085 h 12084"/>
                        <a:gd name="connsiteX4" fmla="*/ 6504 w 14829"/>
                        <a:gd name="connsiteY4" fmla="*/ 7327 h 12084"/>
                        <a:gd name="connsiteX5" fmla="*/ 14830 w 14829"/>
                        <a:gd name="connsiteY5" fmla="*/ 2569 h 1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4829" h="12084">
                          <a:moveTo>
                            <a:pt x="14830" y="2569"/>
                          </a:moveTo>
                          <a:cubicBezTo>
                            <a:pt x="14830" y="2569"/>
                            <a:pt x="13640" y="190"/>
                            <a:pt x="11261" y="190"/>
                          </a:cubicBezTo>
                          <a:cubicBezTo>
                            <a:pt x="8883" y="190"/>
                            <a:pt x="7693" y="-999"/>
                            <a:pt x="5314" y="2569"/>
                          </a:cubicBezTo>
                          <a:cubicBezTo>
                            <a:pt x="4125" y="6137"/>
                            <a:pt x="-1823" y="12085"/>
                            <a:pt x="556" y="12085"/>
                          </a:cubicBezTo>
                          <a:cubicBezTo>
                            <a:pt x="2935" y="12085"/>
                            <a:pt x="4125" y="8516"/>
                            <a:pt x="6504" y="7327"/>
                          </a:cubicBezTo>
                          <a:cubicBezTo>
                            <a:pt x="8883" y="6137"/>
                            <a:pt x="14830" y="6137"/>
                            <a:pt x="14830" y="256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0" name="Freeform 749">
                      <a:extLst>
                        <a:ext uri="{FF2B5EF4-FFF2-40B4-BE49-F238E27FC236}">
                          <a16:creationId xmlns:a16="http://schemas.microsoft.com/office/drawing/2014/main" id="{91A778D0-45C6-D919-2039-00C3E5C77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7199" y="4434052"/>
                      <a:ext cx="4460" cy="4274"/>
                    </a:xfrm>
                    <a:custGeom>
                      <a:avLst/>
                      <a:gdLst>
                        <a:gd name="connsiteX0" fmla="*/ 0 w 4460"/>
                        <a:gd name="connsiteY0" fmla="*/ 1429 h 4274"/>
                        <a:gd name="connsiteX1" fmla="*/ 3568 w 4460"/>
                        <a:gd name="connsiteY1" fmla="*/ 3808 h 4274"/>
                        <a:gd name="connsiteX2" fmla="*/ 3568 w 4460"/>
                        <a:gd name="connsiteY2" fmla="*/ 239 h 4274"/>
                        <a:gd name="connsiteX3" fmla="*/ 0 w 4460"/>
                        <a:gd name="connsiteY3" fmla="*/ 1429 h 42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60" h="4274">
                          <a:moveTo>
                            <a:pt x="0" y="1429"/>
                          </a:moveTo>
                          <a:cubicBezTo>
                            <a:pt x="0" y="3808"/>
                            <a:pt x="1190" y="4997"/>
                            <a:pt x="3568" y="3808"/>
                          </a:cubicBezTo>
                          <a:cubicBezTo>
                            <a:pt x="4758" y="2618"/>
                            <a:pt x="4758" y="-950"/>
                            <a:pt x="3568" y="239"/>
                          </a:cubicBezTo>
                          <a:cubicBezTo>
                            <a:pt x="3568" y="239"/>
                            <a:pt x="0" y="239"/>
                            <a:pt x="0" y="14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1" name="Freeform 750">
                      <a:extLst>
                        <a:ext uri="{FF2B5EF4-FFF2-40B4-BE49-F238E27FC236}">
                          <a16:creationId xmlns:a16="http://schemas.microsoft.com/office/drawing/2014/main" id="{882502F8-50F9-6995-132C-B6CC0E21EA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08565" y="4357979"/>
                      <a:ext cx="6968" cy="12082"/>
                    </a:xfrm>
                    <a:custGeom>
                      <a:avLst/>
                      <a:gdLst>
                        <a:gd name="connsiteX0" fmla="*/ 5286 w 6968"/>
                        <a:gd name="connsiteY0" fmla="*/ 12082 h 12082"/>
                        <a:gd name="connsiteX1" fmla="*/ 6476 w 6968"/>
                        <a:gd name="connsiteY1" fmla="*/ 6135 h 12082"/>
                        <a:gd name="connsiteX2" fmla="*/ 529 w 6968"/>
                        <a:gd name="connsiteY2" fmla="*/ 188 h 12082"/>
                        <a:gd name="connsiteX3" fmla="*/ 529 w 6968"/>
                        <a:gd name="connsiteY3" fmla="*/ 4946 h 12082"/>
                        <a:gd name="connsiteX4" fmla="*/ 5286 w 6968"/>
                        <a:gd name="connsiteY4" fmla="*/ 12082 h 1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968" h="12082">
                          <a:moveTo>
                            <a:pt x="5286" y="12082"/>
                          </a:moveTo>
                          <a:cubicBezTo>
                            <a:pt x="6476" y="12082"/>
                            <a:pt x="7665" y="8514"/>
                            <a:pt x="6476" y="6135"/>
                          </a:cubicBezTo>
                          <a:cubicBezTo>
                            <a:pt x="4097" y="3756"/>
                            <a:pt x="1718" y="-1001"/>
                            <a:pt x="529" y="188"/>
                          </a:cubicBezTo>
                          <a:cubicBezTo>
                            <a:pt x="-661" y="1377"/>
                            <a:pt x="529" y="2567"/>
                            <a:pt x="529" y="4946"/>
                          </a:cubicBezTo>
                          <a:cubicBezTo>
                            <a:pt x="1718" y="7324"/>
                            <a:pt x="1718" y="12082"/>
                            <a:pt x="5286" y="1208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752" name="Graphic 27">
                    <a:extLst>
                      <a:ext uri="{FF2B5EF4-FFF2-40B4-BE49-F238E27FC236}">
                        <a16:creationId xmlns:a16="http://schemas.microsoft.com/office/drawing/2014/main" id="{41DD0984-8228-D399-6CC3-F16930472D38}"/>
                      </a:ext>
                    </a:extLst>
                  </p:cNvPr>
                  <p:cNvGrpSpPr/>
                  <p:nvPr/>
                </p:nvGrpSpPr>
                <p:grpSpPr>
                  <a:xfrm>
                    <a:off x="1805420" y="1134711"/>
                    <a:ext cx="7538234" cy="3585828"/>
                    <a:chOff x="1805420" y="1134711"/>
                    <a:chExt cx="7538234" cy="3585828"/>
                  </a:xfrm>
                  <a:grpFill/>
                </p:grpSpPr>
                <p:sp>
                  <p:nvSpPr>
                    <p:cNvPr id="753" name="Freeform 752">
                      <a:extLst>
                        <a:ext uri="{FF2B5EF4-FFF2-40B4-BE49-F238E27FC236}">
                          <a16:creationId xmlns:a16="http://schemas.microsoft.com/office/drawing/2014/main" id="{D6C22A5F-AFD4-A3AC-3B3C-C6E7FF026E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9655" y="2859479"/>
                      <a:ext cx="9176" cy="7136"/>
                    </a:xfrm>
                    <a:custGeom>
                      <a:avLst/>
                      <a:gdLst>
                        <a:gd name="connsiteX0" fmla="*/ 1373 w 9176"/>
                        <a:gd name="connsiteY0" fmla="*/ 7137 h 7136"/>
                        <a:gd name="connsiteX1" fmla="*/ 6131 w 9176"/>
                        <a:gd name="connsiteY1" fmla="*/ 5947 h 7136"/>
                        <a:gd name="connsiteX2" fmla="*/ 8510 w 9176"/>
                        <a:gd name="connsiteY2" fmla="*/ 1189 h 7136"/>
                        <a:gd name="connsiteX3" fmla="*/ 1373 w 9176"/>
                        <a:gd name="connsiteY3" fmla="*/ 2379 h 7136"/>
                        <a:gd name="connsiteX4" fmla="*/ 1373 w 9176"/>
                        <a:gd name="connsiteY4" fmla="*/ 7137 h 71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76" h="7136">
                          <a:moveTo>
                            <a:pt x="1373" y="7137"/>
                          </a:moveTo>
                          <a:cubicBezTo>
                            <a:pt x="2563" y="7137"/>
                            <a:pt x="3752" y="7137"/>
                            <a:pt x="6131" y="5947"/>
                          </a:cubicBezTo>
                          <a:cubicBezTo>
                            <a:pt x="6131" y="5947"/>
                            <a:pt x="10889" y="1189"/>
                            <a:pt x="8510" y="1189"/>
                          </a:cubicBezTo>
                          <a:cubicBezTo>
                            <a:pt x="6131" y="0"/>
                            <a:pt x="1373" y="-1189"/>
                            <a:pt x="1373" y="2379"/>
                          </a:cubicBezTo>
                          <a:cubicBezTo>
                            <a:pt x="184" y="4758"/>
                            <a:pt x="-1005" y="5947"/>
                            <a:pt x="1373" y="7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4" name="Freeform 753">
                      <a:extLst>
                        <a:ext uri="{FF2B5EF4-FFF2-40B4-BE49-F238E27FC236}">
                          <a16:creationId xmlns:a16="http://schemas.microsoft.com/office/drawing/2014/main" id="{BC2B16C4-E6F9-F1C3-99C5-89104B827B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41215" y="2783620"/>
                      <a:ext cx="96425" cy="125006"/>
                    </a:xfrm>
                    <a:custGeom>
                      <a:avLst/>
                      <a:gdLst>
                        <a:gd name="connsiteX0" fmla="*/ 95533 w 96425"/>
                        <a:gd name="connsiteY0" fmla="*/ 112732 h 125006"/>
                        <a:gd name="connsiteX1" fmla="*/ 91965 w 96425"/>
                        <a:gd name="connsiteY1" fmla="*/ 84186 h 125006"/>
                        <a:gd name="connsiteX2" fmla="*/ 78881 w 96425"/>
                        <a:gd name="connsiteY2" fmla="*/ 72291 h 125006"/>
                        <a:gd name="connsiteX3" fmla="*/ 76502 w 96425"/>
                        <a:gd name="connsiteY3" fmla="*/ 55639 h 125006"/>
                        <a:gd name="connsiteX4" fmla="*/ 69366 w 96425"/>
                        <a:gd name="connsiteY4" fmla="*/ 46124 h 125006"/>
                        <a:gd name="connsiteX5" fmla="*/ 69366 w 96425"/>
                        <a:gd name="connsiteY5" fmla="*/ 36608 h 125006"/>
                        <a:gd name="connsiteX6" fmla="*/ 56282 w 96425"/>
                        <a:gd name="connsiteY6" fmla="*/ 33040 h 125006"/>
                        <a:gd name="connsiteX7" fmla="*/ 43198 w 96425"/>
                        <a:gd name="connsiteY7" fmla="*/ 28282 h 125006"/>
                        <a:gd name="connsiteX8" fmla="*/ 30114 w 96425"/>
                        <a:gd name="connsiteY8" fmla="*/ 16388 h 125006"/>
                        <a:gd name="connsiteX9" fmla="*/ 25357 w 96425"/>
                        <a:gd name="connsiteY9" fmla="*/ 9251 h 125006"/>
                        <a:gd name="connsiteX10" fmla="*/ 17031 w 96425"/>
                        <a:gd name="connsiteY10" fmla="*/ 5683 h 125006"/>
                        <a:gd name="connsiteX11" fmla="*/ 9894 w 96425"/>
                        <a:gd name="connsiteY11" fmla="*/ 2115 h 125006"/>
                        <a:gd name="connsiteX12" fmla="*/ 379 w 96425"/>
                        <a:gd name="connsiteY12" fmla="*/ 2115 h 125006"/>
                        <a:gd name="connsiteX13" fmla="*/ 7515 w 96425"/>
                        <a:gd name="connsiteY13" fmla="*/ 14009 h 125006"/>
                        <a:gd name="connsiteX14" fmla="*/ 11084 w 96425"/>
                        <a:gd name="connsiteY14" fmla="*/ 17577 h 125006"/>
                        <a:gd name="connsiteX15" fmla="*/ 20599 w 96425"/>
                        <a:gd name="connsiteY15" fmla="*/ 19956 h 125006"/>
                        <a:gd name="connsiteX16" fmla="*/ 7515 w 96425"/>
                        <a:gd name="connsiteY16" fmla="*/ 23524 h 125006"/>
                        <a:gd name="connsiteX17" fmla="*/ 9894 w 96425"/>
                        <a:gd name="connsiteY17" fmla="*/ 35419 h 125006"/>
                        <a:gd name="connsiteX18" fmla="*/ 14652 w 96425"/>
                        <a:gd name="connsiteY18" fmla="*/ 40176 h 125006"/>
                        <a:gd name="connsiteX19" fmla="*/ 20599 w 96425"/>
                        <a:gd name="connsiteY19" fmla="*/ 43745 h 125006"/>
                        <a:gd name="connsiteX20" fmla="*/ 25357 w 96425"/>
                        <a:gd name="connsiteY20" fmla="*/ 48502 h 125006"/>
                        <a:gd name="connsiteX21" fmla="*/ 30114 w 96425"/>
                        <a:gd name="connsiteY21" fmla="*/ 48502 h 125006"/>
                        <a:gd name="connsiteX22" fmla="*/ 25357 w 96425"/>
                        <a:gd name="connsiteY22" fmla="*/ 56829 h 125006"/>
                        <a:gd name="connsiteX23" fmla="*/ 37251 w 96425"/>
                        <a:gd name="connsiteY23" fmla="*/ 53260 h 125006"/>
                        <a:gd name="connsiteX24" fmla="*/ 32493 w 96425"/>
                        <a:gd name="connsiteY24" fmla="*/ 65155 h 125006"/>
                        <a:gd name="connsiteX25" fmla="*/ 39630 w 96425"/>
                        <a:gd name="connsiteY25" fmla="*/ 72291 h 125006"/>
                        <a:gd name="connsiteX26" fmla="*/ 47956 w 96425"/>
                        <a:gd name="connsiteY26" fmla="*/ 72291 h 125006"/>
                        <a:gd name="connsiteX27" fmla="*/ 50335 w 96425"/>
                        <a:gd name="connsiteY27" fmla="*/ 80617 h 125006"/>
                        <a:gd name="connsiteX28" fmla="*/ 50335 w 96425"/>
                        <a:gd name="connsiteY28" fmla="*/ 87754 h 125006"/>
                        <a:gd name="connsiteX29" fmla="*/ 62229 w 96425"/>
                        <a:gd name="connsiteY29" fmla="*/ 90133 h 125006"/>
                        <a:gd name="connsiteX30" fmla="*/ 58661 w 96425"/>
                        <a:gd name="connsiteY30" fmla="*/ 99648 h 125006"/>
                        <a:gd name="connsiteX31" fmla="*/ 86018 w 96425"/>
                        <a:gd name="connsiteY31" fmla="*/ 119869 h 125006"/>
                        <a:gd name="connsiteX32" fmla="*/ 95533 w 96425"/>
                        <a:gd name="connsiteY32" fmla="*/ 119869 h 125006"/>
                        <a:gd name="connsiteX33" fmla="*/ 95533 w 96425"/>
                        <a:gd name="connsiteY33" fmla="*/ 112732 h 1250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96425" h="125006">
                          <a:moveTo>
                            <a:pt x="95533" y="112732"/>
                          </a:moveTo>
                          <a:cubicBezTo>
                            <a:pt x="94344" y="106785"/>
                            <a:pt x="96723" y="87754"/>
                            <a:pt x="91965" y="84186"/>
                          </a:cubicBezTo>
                          <a:cubicBezTo>
                            <a:pt x="87207" y="80617"/>
                            <a:pt x="80071" y="80617"/>
                            <a:pt x="78881" y="72291"/>
                          </a:cubicBezTo>
                          <a:cubicBezTo>
                            <a:pt x="77692" y="63965"/>
                            <a:pt x="80071" y="58018"/>
                            <a:pt x="76502" y="55639"/>
                          </a:cubicBezTo>
                          <a:cubicBezTo>
                            <a:pt x="74124" y="53260"/>
                            <a:pt x="69366" y="49692"/>
                            <a:pt x="69366" y="46124"/>
                          </a:cubicBezTo>
                          <a:cubicBezTo>
                            <a:pt x="69366" y="42555"/>
                            <a:pt x="72934" y="37798"/>
                            <a:pt x="69366" y="36608"/>
                          </a:cubicBezTo>
                          <a:cubicBezTo>
                            <a:pt x="65798" y="35419"/>
                            <a:pt x="59850" y="35419"/>
                            <a:pt x="56282" y="33040"/>
                          </a:cubicBezTo>
                          <a:cubicBezTo>
                            <a:pt x="52714" y="30661"/>
                            <a:pt x="47956" y="30661"/>
                            <a:pt x="43198" y="28282"/>
                          </a:cubicBezTo>
                          <a:cubicBezTo>
                            <a:pt x="38440" y="25903"/>
                            <a:pt x="32493" y="18767"/>
                            <a:pt x="30114" y="16388"/>
                          </a:cubicBezTo>
                          <a:cubicBezTo>
                            <a:pt x="27736" y="15198"/>
                            <a:pt x="28925" y="10441"/>
                            <a:pt x="25357" y="9251"/>
                          </a:cubicBezTo>
                          <a:cubicBezTo>
                            <a:pt x="21788" y="8062"/>
                            <a:pt x="19410" y="9251"/>
                            <a:pt x="17031" y="5683"/>
                          </a:cubicBezTo>
                          <a:cubicBezTo>
                            <a:pt x="14652" y="2115"/>
                            <a:pt x="12273" y="2115"/>
                            <a:pt x="9894" y="2115"/>
                          </a:cubicBezTo>
                          <a:cubicBezTo>
                            <a:pt x="7515" y="2115"/>
                            <a:pt x="-2000" y="-2643"/>
                            <a:pt x="379" y="2115"/>
                          </a:cubicBezTo>
                          <a:cubicBezTo>
                            <a:pt x="2757" y="6872"/>
                            <a:pt x="7515" y="11630"/>
                            <a:pt x="7515" y="14009"/>
                          </a:cubicBezTo>
                          <a:cubicBezTo>
                            <a:pt x="7515" y="16388"/>
                            <a:pt x="8705" y="17577"/>
                            <a:pt x="11084" y="17577"/>
                          </a:cubicBezTo>
                          <a:cubicBezTo>
                            <a:pt x="14652" y="17577"/>
                            <a:pt x="22978" y="18767"/>
                            <a:pt x="20599" y="19956"/>
                          </a:cubicBezTo>
                          <a:cubicBezTo>
                            <a:pt x="19410" y="21145"/>
                            <a:pt x="7515" y="19956"/>
                            <a:pt x="7515" y="23524"/>
                          </a:cubicBezTo>
                          <a:cubicBezTo>
                            <a:pt x="6326" y="27093"/>
                            <a:pt x="6326" y="35419"/>
                            <a:pt x="9894" y="35419"/>
                          </a:cubicBezTo>
                          <a:cubicBezTo>
                            <a:pt x="12273" y="35419"/>
                            <a:pt x="12273" y="40176"/>
                            <a:pt x="14652" y="40176"/>
                          </a:cubicBezTo>
                          <a:cubicBezTo>
                            <a:pt x="17031" y="41366"/>
                            <a:pt x="18220" y="41366"/>
                            <a:pt x="20599" y="43745"/>
                          </a:cubicBezTo>
                          <a:cubicBezTo>
                            <a:pt x="21788" y="46124"/>
                            <a:pt x="24167" y="48502"/>
                            <a:pt x="25357" y="48502"/>
                          </a:cubicBezTo>
                          <a:cubicBezTo>
                            <a:pt x="26546" y="48502"/>
                            <a:pt x="32493" y="46124"/>
                            <a:pt x="30114" y="48502"/>
                          </a:cubicBezTo>
                          <a:cubicBezTo>
                            <a:pt x="28925" y="50881"/>
                            <a:pt x="21788" y="54450"/>
                            <a:pt x="25357" y="56829"/>
                          </a:cubicBezTo>
                          <a:cubicBezTo>
                            <a:pt x="28925" y="59207"/>
                            <a:pt x="36062" y="49692"/>
                            <a:pt x="37251" y="53260"/>
                          </a:cubicBezTo>
                          <a:cubicBezTo>
                            <a:pt x="38440" y="56829"/>
                            <a:pt x="28925" y="62776"/>
                            <a:pt x="32493" y="65155"/>
                          </a:cubicBezTo>
                          <a:cubicBezTo>
                            <a:pt x="36062" y="67534"/>
                            <a:pt x="37251" y="73481"/>
                            <a:pt x="39630" y="72291"/>
                          </a:cubicBezTo>
                          <a:cubicBezTo>
                            <a:pt x="43198" y="71102"/>
                            <a:pt x="47956" y="68723"/>
                            <a:pt x="47956" y="72291"/>
                          </a:cubicBezTo>
                          <a:cubicBezTo>
                            <a:pt x="47956" y="75860"/>
                            <a:pt x="51524" y="78238"/>
                            <a:pt x="50335" y="80617"/>
                          </a:cubicBezTo>
                          <a:cubicBezTo>
                            <a:pt x="49145" y="82996"/>
                            <a:pt x="46767" y="85375"/>
                            <a:pt x="50335" y="87754"/>
                          </a:cubicBezTo>
                          <a:cubicBezTo>
                            <a:pt x="53903" y="90133"/>
                            <a:pt x="62229" y="86564"/>
                            <a:pt x="62229" y="90133"/>
                          </a:cubicBezTo>
                          <a:cubicBezTo>
                            <a:pt x="62229" y="94890"/>
                            <a:pt x="56282" y="94890"/>
                            <a:pt x="58661" y="99648"/>
                          </a:cubicBezTo>
                          <a:cubicBezTo>
                            <a:pt x="62229" y="104406"/>
                            <a:pt x="78881" y="116300"/>
                            <a:pt x="86018" y="119869"/>
                          </a:cubicBezTo>
                          <a:cubicBezTo>
                            <a:pt x="93155" y="123437"/>
                            <a:pt x="96723" y="129384"/>
                            <a:pt x="95533" y="119869"/>
                          </a:cubicBezTo>
                          <a:cubicBezTo>
                            <a:pt x="96723" y="118679"/>
                            <a:pt x="96723" y="118679"/>
                            <a:pt x="95533" y="112732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5" name="Freeform 754">
                      <a:extLst>
                        <a:ext uri="{FF2B5EF4-FFF2-40B4-BE49-F238E27FC236}">
                          <a16:creationId xmlns:a16="http://schemas.microsoft.com/office/drawing/2014/main" id="{EDBD4057-14E4-1C52-2E82-8E442D754A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5151" y="2845747"/>
                      <a:ext cx="9408" cy="12676"/>
                    </a:xfrm>
                    <a:custGeom>
                      <a:avLst/>
                      <a:gdLst>
                        <a:gd name="connsiteX0" fmla="*/ 9218 w 9408"/>
                        <a:gd name="connsiteY0" fmla="*/ 11353 h 12676"/>
                        <a:gd name="connsiteX1" fmla="*/ 6839 w 9408"/>
                        <a:gd name="connsiteY1" fmla="*/ 5406 h 12676"/>
                        <a:gd name="connsiteX2" fmla="*/ 892 w 9408"/>
                        <a:gd name="connsiteY2" fmla="*/ 648 h 12676"/>
                        <a:gd name="connsiteX3" fmla="*/ 892 w 9408"/>
                        <a:gd name="connsiteY3" fmla="*/ 5406 h 12676"/>
                        <a:gd name="connsiteX4" fmla="*/ 9218 w 9408"/>
                        <a:gd name="connsiteY4" fmla="*/ 11353 h 126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08" h="12676">
                          <a:moveTo>
                            <a:pt x="9218" y="11353"/>
                          </a:moveTo>
                          <a:cubicBezTo>
                            <a:pt x="9218" y="11353"/>
                            <a:pt x="10408" y="7785"/>
                            <a:pt x="6839" y="5406"/>
                          </a:cubicBezTo>
                          <a:cubicBezTo>
                            <a:pt x="4460" y="3027"/>
                            <a:pt x="2081" y="-1731"/>
                            <a:pt x="892" y="648"/>
                          </a:cubicBezTo>
                          <a:cubicBezTo>
                            <a:pt x="-297" y="3027"/>
                            <a:pt x="-297" y="3027"/>
                            <a:pt x="892" y="5406"/>
                          </a:cubicBezTo>
                          <a:cubicBezTo>
                            <a:pt x="3271" y="6596"/>
                            <a:pt x="9218" y="16111"/>
                            <a:pt x="9218" y="1135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6" name="Freeform 755">
                      <a:extLst>
                        <a:ext uri="{FF2B5EF4-FFF2-40B4-BE49-F238E27FC236}">
                          <a16:creationId xmlns:a16="http://schemas.microsoft.com/office/drawing/2014/main" id="{7A7B5E05-30EE-2400-8CA4-978BC7C4C0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0204" y="2798037"/>
                      <a:ext cx="8109" cy="5587"/>
                    </a:xfrm>
                    <a:custGeom>
                      <a:avLst/>
                      <a:gdLst>
                        <a:gd name="connsiteX0" fmla="*/ 6103 w 8109"/>
                        <a:gd name="connsiteY0" fmla="*/ 4350 h 5587"/>
                        <a:gd name="connsiteX1" fmla="*/ 7292 w 8109"/>
                        <a:gd name="connsiteY1" fmla="*/ 781 h 5587"/>
                        <a:gd name="connsiteX2" fmla="*/ 156 w 8109"/>
                        <a:gd name="connsiteY2" fmla="*/ 1971 h 5587"/>
                        <a:gd name="connsiteX3" fmla="*/ 6103 w 8109"/>
                        <a:gd name="connsiteY3" fmla="*/ 4350 h 55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109" h="5587">
                          <a:moveTo>
                            <a:pt x="6103" y="4350"/>
                          </a:moveTo>
                          <a:cubicBezTo>
                            <a:pt x="6103" y="4350"/>
                            <a:pt x="9671" y="1971"/>
                            <a:pt x="7292" y="781"/>
                          </a:cubicBezTo>
                          <a:cubicBezTo>
                            <a:pt x="4913" y="-408"/>
                            <a:pt x="-1034" y="-408"/>
                            <a:pt x="156" y="1971"/>
                          </a:cubicBezTo>
                          <a:cubicBezTo>
                            <a:pt x="2534" y="5539"/>
                            <a:pt x="4913" y="6728"/>
                            <a:pt x="6103" y="435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7" name="Freeform 756">
                      <a:extLst>
                        <a:ext uri="{FF2B5EF4-FFF2-40B4-BE49-F238E27FC236}">
                          <a16:creationId xmlns:a16="http://schemas.microsoft.com/office/drawing/2014/main" id="{E11467C9-C824-C99E-89C7-E47C37C52F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0360" y="2807805"/>
                      <a:ext cx="5243" cy="2933"/>
                    </a:xfrm>
                    <a:custGeom>
                      <a:avLst/>
                      <a:gdLst>
                        <a:gd name="connsiteX0" fmla="*/ 0 w 5243"/>
                        <a:gd name="connsiteY0" fmla="*/ 529 h 2933"/>
                        <a:gd name="connsiteX1" fmla="*/ 4758 w 5243"/>
                        <a:gd name="connsiteY1" fmla="*/ 529 h 2933"/>
                        <a:gd name="connsiteX2" fmla="*/ 0 w 5243"/>
                        <a:gd name="connsiteY2" fmla="*/ 529 h 29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243" h="2933">
                          <a:moveTo>
                            <a:pt x="0" y="529"/>
                          </a:moveTo>
                          <a:cubicBezTo>
                            <a:pt x="0" y="1718"/>
                            <a:pt x="7137" y="5286"/>
                            <a:pt x="4758" y="529"/>
                          </a:cubicBezTo>
                          <a:cubicBezTo>
                            <a:pt x="4758" y="529"/>
                            <a:pt x="0" y="-661"/>
                            <a:pt x="0" y="5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8" name="Freeform 757">
                      <a:extLst>
                        <a:ext uri="{FF2B5EF4-FFF2-40B4-BE49-F238E27FC236}">
                          <a16:creationId xmlns:a16="http://schemas.microsoft.com/office/drawing/2014/main" id="{9BC81BB2-7804-3F85-57DA-73DFAF0D2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5382" y="2752430"/>
                      <a:ext cx="6084" cy="9994"/>
                    </a:xfrm>
                    <a:custGeom>
                      <a:avLst/>
                      <a:gdLst>
                        <a:gd name="connsiteX0" fmla="*/ 3568 w 6084"/>
                        <a:gd name="connsiteY0" fmla="*/ 9516 h 9994"/>
                        <a:gd name="connsiteX1" fmla="*/ 4758 w 6084"/>
                        <a:gd name="connsiteY1" fmla="*/ 0 h 9994"/>
                        <a:gd name="connsiteX2" fmla="*/ 0 w 6084"/>
                        <a:gd name="connsiteY2" fmla="*/ 2379 h 9994"/>
                        <a:gd name="connsiteX3" fmla="*/ 3568 w 6084"/>
                        <a:gd name="connsiteY3" fmla="*/ 9516 h 99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084" h="9994">
                          <a:moveTo>
                            <a:pt x="3568" y="9516"/>
                          </a:moveTo>
                          <a:cubicBezTo>
                            <a:pt x="3568" y="9516"/>
                            <a:pt x="8326" y="1189"/>
                            <a:pt x="4758" y="0"/>
                          </a:cubicBezTo>
                          <a:cubicBezTo>
                            <a:pt x="2379" y="0"/>
                            <a:pt x="0" y="0"/>
                            <a:pt x="0" y="2379"/>
                          </a:cubicBezTo>
                          <a:cubicBezTo>
                            <a:pt x="0" y="4758"/>
                            <a:pt x="1189" y="11894"/>
                            <a:pt x="3568" y="95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9" name="Freeform 758">
                      <a:extLst>
                        <a:ext uri="{FF2B5EF4-FFF2-40B4-BE49-F238E27FC236}">
                          <a16:creationId xmlns:a16="http://schemas.microsoft.com/office/drawing/2014/main" id="{FDC421A3-2C7B-5686-F070-9541AB467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7232" y="2738157"/>
                      <a:ext cx="8483" cy="8681"/>
                    </a:xfrm>
                    <a:custGeom>
                      <a:avLst/>
                      <a:gdLst>
                        <a:gd name="connsiteX0" fmla="*/ 6476 w 8483"/>
                        <a:gd name="connsiteY0" fmla="*/ 7137 h 8681"/>
                        <a:gd name="connsiteX1" fmla="*/ 7665 w 8483"/>
                        <a:gd name="connsiteY1" fmla="*/ 0 h 8681"/>
                        <a:gd name="connsiteX2" fmla="*/ 529 w 8483"/>
                        <a:gd name="connsiteY2" fmla="*/ 2379 h 8681"/>
                        <a:gd name="connsiteX3" fmla="*/ 529 w 8483"/>
                        <a:gd name="connsiteY3" fmla="*/ 5947 h 8681"/>
                        <a:gd name="connsiteX4" fmla="*/ 6476 w 8483"/>
                        <a:gd name="connsiteY4" fmla="*/ 7137 h 86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483" h="8681">
                          <a:moveTo>
                            <a:pt x="6476" y="7137"/>
                          </a:moveTo>
                          <a:cubicBezTo>
                            <a:pt x="6476" y="7137"/>
                            <a:pt x="10044" y="1189"/>
                            <a:pt x="7665" y="0"/>
                          </a:cubicBezTo>
                          <a:cubicBezTo>
                            <a:pt x="5286" y="0"/>
                            <a:pt x="529" y="1189"/>
                            <a:pt x="529" y="2379"/>
                          </a:cubicBezTo>
                          <a:cubicBezTo>
                            <a:pt x="529" y="3568"/>
                            <a:pt x="-661" y="5947"/>
                            <a:pt x="529" y="5947"/>
                          </a:cubicBezTo>
                          <a:cubicBezTo>
                            <a:pt x="2908" y="7137"/>
                            <a:pt x="5286" y="10705"/>
                            <a:pt x="6476" y="7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0" name="Freeform 759">
                      <a:extLst>
                        <a:ext uri="{FF2B5EF4-FFF2-40B4-BE49-F238E27FC236}">
                          <a16:creationId xmlns:a16="http://schemas.microsoft.com/office/drawing/2014/main" id="{465734DE-B458-F7DC-4086-D7189469D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1005" y="2730913"/>
                      <a:ext cx="3027" cy="3782"/>
                    </a:xfrm>
                    <a:custGeom>
                      <a:avLst/>
                      <a:gdLst>
                        <a:gd name="connsiteX0" fmla="*/ 324 w 3027"/>
                        <a:gd name="connsiteY0" fmla="*/ 1297 h 3782"/>
                        <a:gd name="connsiteX1" fmla="*/ 2703 w 3027"/>
                        <a:gd name="connsiteY1" fmla="*/ 2486 h 3782"/>
                        <a:gd name="connsiteX2" fmla="*/ 324 w 3027"/>
                        <a:gd name="connsiteY2" fmla="*/ 1297 h 37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3027" h="3782">
                          <a:moveTo>
                            <a:pt x="324" y="1297"/>
                          </a:moveTo>
                          <a:cubicBezTo>
                            <a:pt x="-865" y="3676"/>
                            <a:pt x="1514" y="4865"/>
                            <a:pt x="2703" y="2486"/>
                          </a:cubicBezTo>
                          <a:cubicBezTo>
                            <a:pt x="3893" y="107"/>
                            <a:pt x="1514" y="-1082"/>
                            <a:pt x="324" y="12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1" name="Freeform 760">
                      <a:extLst>
                        <a:ext uri="{FF2B5EF4-FFF2-40B4-BE49-F238E27FC236}">
                          <a16:creationId xmlns:a16="http://schemas.microsoft.com/office/drawing/2014/main" id="{CF0D5455-1D90-9054-36FB-E87F7D9353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8466" y="2727452"/>
                      <a:ext cx="18186" cy="14273"/>
                    </a:xfrm>
                    <a:custGeom>
                      <a:avLst/>
                      <a:gdLst>
                        <a:gd name="connsiteX0" fmla="*/ 9516 w 18186"/>
                        <a:gd name="connsiteY0" fmla="*/ 8326 h 14273"/>
                        <a:gd name="connsiteX1" fmla="*/ 17842 w 18186"/>
                        <a:gd name="connsiteY1" fmla="*/ 0 h 14273"/>
                        <a:gd name="connsiteX2" fmla="*/ 4758 w 18186"/>
                        <a:gd name="connsiteY2" fmla="*/ 7137 h 14273"/>
                        <a:gd name="connsiteX3" fmla="*/ 0 w 18186"/>
                        <a:gd name="connsiteY3" fmla="*/ 14273 h 14273"/>
                        <a:gd name="connsiteX4" fmla="*/ 9516 w 18186"/>
                        <a:gd name="connsiteY4" fmla="*/ 8326 h 142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186" h="14273">
                          <a:moveTo>
                            <a:pt x="9516" y="8326"/>
                          </a:moveTo>
                          <a:cubicBezTo>
                            <a:pt x="9516" y="8326"/>
                            <a:pt x="20220" y="0"/>
                            <a:pt x="17842" y="0"/>
                          </a:cubicBezTo>
                          <a:cubicBezTo>
                            <a:pt x="15463" y="0"/>
                            <a:pt x="7137" y="4758"/>
                            <a:pt x="4758" y="7137"/>
                          </a:cubicBezTo>
                          <a:cubicBezTo>
                            <a:pt x="2379" y="8326"/>
                            <a:pt x="0" y="14273"/>
                            <a:pt x="0" y="14273"/>
                          </a:cubicBezTo>
                          <a:cubicBezTo>
                            <a:pt x="2379" y="13084"/>
                            <a:pt x="7137" y="10705"/>
                            <a:pt x="9516" y="832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2" name="Freeform 761">
                      <a:extLst>
                        <a:ext uri="{FF2B5EF4-FFF2-40B4-BE49-F238E27FC236}">
                          <a16:creationId xmlns:a16="http://schemas.microsoft.com/office/drawing/2014/main" id="{BD56D2CE-6DA5-70D4-481D-BB33FA98B8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2474" y="2684632"/>
                      <a:ext cx="13612" cy="17841"/>
                    </a:xfrm>
                    <a:custGeom>
                      <a:avLst/>
                      <a:gdLst>
                        <a:gd name="connsiteX0" fmla="*/ 529 w 13612"/>
                        <a:gd name="connsiteY0" fmla="*/ 3568 h 17841"/>
                        <a:gd name="connsiteX1" fmla="*/ 529 w 13612"/>
                        <a:gd name="connsiteY1" fmla="*/ 8326 h 17841"/>
                        <a:gd name="connsiteX2" fmla="*/ 1718 w 13612"/>
                        <a:gd name="connsiteY2" fmla="*/ 14273 h 17841"/>
                        <a:gd name="connsiteX3" fmla="*/ 7665 w 13612"/>
                        <a:gd name="connsiteY3" fmla="*/ 11894 h 17841"/>
                        <a:gd name="connsiteX4" fmla="*/ 8855 w 13612"/>
                        <a:gd name="connsiteY4" fmla="*/ 17842 h 17841"/>
                        <a:gd name="connsiteX5" fmla="*/ 13612 w 13612"/>
                        <a:gd name="connsiteY5" fmla="*/ 14273 h 17841"/>
                        <a:gd name="connsiteX6" fmla="*/ 11234 w 13612"/>
                        <a:gd name="connsiteY6" fmla="*/ 4758 h 17841"/>
                        <a:gd name="connsiteX7" fmla="*/ 7665 w 13612"/>
                        <a:gd name="connsiteY7" fmla="*/ 0 h 17841"/>
                        <a:gd name="connsiteX8" fmla="*/ 529 w 13612"/>
                        <a:gd name="connsiteY8" fmla="*/ 3568 h 178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612" h="17841">
                          <a:moveTo>
                            <a:pt x="529" y="3568"/>
                          </a:moveTo>
                          <a:cubicBezTo>
                            <a:pt x="-661" y="5947"/>
                            <a:pt x="529" y="7137"/>
                            <a:pt x="529" y="8326"/>
                          </a:cubicBezTo>
                          <a:cubicBezTo>
                            <a:pt x="529" y="9515"/>
                            <a:pt x="529" y="13084"/>
                            <a:pt x="1718" y="14273"/>
                          </a:cubicBezTo>
                          <a:cubicBezTo>
                            <a:pt x="2908" y="14273"/>
                            <a:pt x="5286" y="11894"/>
                            <a:pt x="7665" y="11894"/>
                          </a:cubicBezTo>
                          <a:cubicBezTo>
                            <a:pt x="10044" y="13084"/>
                            <a:pt x="6476" y="17842"/>
                            <a:pt x="8855" y="17842"/>
                          </a:cubicBezTo>
                          <a:cubicBezTo>
                            <a:pt x="11234" y="17842"/>
                            <a:pt x="13612" y="17842"/>
                            <a:pt x="13612" y="14273"/>
                          </a:cubicBezTo>
                          <a:cubicBezTo>
                            <a:pt x="13612" y="11894"/>
                            <a:pt x="12423" y="7137"/>
                            <a:pt x="11234" y="4758"/>
                          </a:cubicBezTo>
                          <a:cubicBezTo>
                            <a:pt x="11234" y="4758"/>
                            <a:pt x="10044" y="0"/>
                            <a:pt x="7665" y="0"/>
                          </a:cubicBezTo>
                          <a:cubicBezTo>
                            <a:pt x="6476" y="1189"/>
                            <a:pt x="1718" y="1189"/>
                            <a:pt x="529" y="35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3" name="Freeform 762">
                      <a:extLst>
                        <a:ext uri="{FF2B5EF4-FFF2-40B4-BE49-F238E27FC236}">
                          <a16:creationId xmlns:a16="http://schemas.microsoft.com/office/drawing/2014/main" id="{542B9933-DCC4-42BD-CD5C-82D66437E1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4897" y="2704853"/>
                      <a:ext cx="4460" cy="6731"/>
                    </a:xfrm>
                    <a:custGeom>
                      <a:avLst/>
                      <a:gdLst>
                        <a:gd name="connsiteX0" fmla="*/ 0 w 4460"/>
                        <a:gd name="connsiteY0" fmla="*/ 2379 h 6731"/>
                        <a:gd name="connsiteX1" fmla="*/ 3568 w 4460"/>
                        <a:gd name="connsiteY1" fmla="*/ 5947 h 6731"/>
                        <a:gd name="connsiteX2" fmla="*/ 3568 w 4460"/>
                        <a:gd name="connsiteY2" fmla="*/ 0 h 6731"/>
                        <a:gd name="connsiteX3" fmla="*/ 0 w 4460"/>
                        <a:gd name="connsiteY3" fmla="*/ 2379 h 67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60" h="6731">
                          <a:moveTo>
                            <a:pt x="0" y="2379"/>
                          </a:moveTo>
                          <a:cubicBezTo>
                            <a:pt x="0" y="4758"/>
                            <a:pt x="2379" y="8326"/>
                            <a:pt x="3568" y="5947"/>
                          </a:cubicBezTo>
                          <a:cubicBezTo>
                            <a:pt x="4758" y="3568"/>
                            <a:pt x="4758" y="0"/>
                            <a:pt x="3568" y="0"/>
                          </a:cubicBezTo>
                          <a:cubicBezTo>
                            <a:pt x="1189" y="0"/>
                            <a:pt x="0" y="0"/>
                            <a:pt x="0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4" name="Freeform 763">
                      <a:extLst>
                        <a:ext uri="{FF2B5EF4-FFF2-40B4-BE49-F238E27FC236}">
                          <a16:creationId xmlns:a16="http://schemas.microsoft.com/office/drawing/2014/main" id="{06018B00-ED97-6EE4-6C26-0C8598BE22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3876" y="2708810"/>
                      <a:ext cx="7586" cy="5149"/>
                    </a:xfrm>
                    <a:custGeom>
                      <a:avLst/>
                      <a:gdLst>
                        <a:gd name="connsiteX0" fmla="*/ 7453 w 7586"/>
                        <a:gd name="connsiteY0" fmla="*/ 3179 h 5149"/>
                        <a:gd name="connsiteX1" fmla="*/ 3885 w 7586"/>
                        <a:gd name="connsiteY1" fmla="*/ 800 h 5149"/>
                        <a:gd name="connsiteX2" fmla="*/ 316 w 7586"/>
                        <a:gd name="connsiteY2" fmla="*/ 4369 h 5149"/>
                        <a:gd name="connsiteX3" fmla="*/ 7453 w 7586"/>
                        <a:gd name="connsiteY3" fmla="*/ 3179 h 51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586" h="5149">
                          <a:moveTo>
                            <a:pt x="7453" y="3179"/>
                          </a:moveTo>
                          <a:cubicBezTo>
                            <a:pt x="6264" y="1990"/>
                            <a:pt x="6264" y="-1579"/>
                            <a:pt x="3885" y="800"/>
                          </a:cubicBezTo>
                          <a:cubicBezTo>
                            <a:pt x="1506" y="1990"/>
                            <a:pt x="-873" y="4369"/>
                            <a:pt x="316" y="4369"/>
                          </a:cubicBezTo>
                          <a:cubicBezTo>
                            <a:pt x="1506" y="5558"/>
                            <a:pt x="8642" y="5558"/>
                            <a:pt x="7453" y="31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5" name="Freeform 764">
                      <a:extLst>
                        <a:ext uri="{FF2B5EF4-FFF2-40B4-BE49-F238E27FC236}">
                          <a16:creationId xmlns:a16="http://schemas.microsoft.com/office/drawing/2014/main" id="{209496AC-BB6A-08A9-27B5-CE90D41660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54677" y="2697716"/>
                      <a:ext cx="7325" cy="13504"/>
                    </a:xfrm>
                    <a:custGeom>
                      <a:avLst/>
                      <a:gdLst>
                        <a:gd name="connsiteX0" fmla="*/ 3568 w 7325"/>
                        <a:gd name="connsiteY0" fmla="*/ 0 h 13504"/>
                        <a:gd name="connsiteX1" fmla="*/ 0 w 7325"/>
                        <a:gd name="connsiteY1" fmla="*/ 3568 h 13504"/>
                        <a:gd name="connsiteX2" fmla="*/ 2379 w 7325"/>
                        <a:gd name="connsiteY2" fmla="*/ 13084 h 13504"/>
                        <a:gd name="connsiteX3" fmla="*/ 7137 w 7325"/>
                        <a:gd name="connsiteY3" fmla="*/ 7137 h 13504"/>
                        <a:gd name="connsiteX4" fmla="*/ 3568 w 7325"/>
                        <a:gd name="connsiteY4" fmla="*/ 0 h 135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25" h="13504">
                          <a:moveTo>
                            <a:pt x="3568" y="0"/>
                          </a:moveTo>
                          <a:cubicBezTo>
                            <a:pt x="1189" y="0"/>
                            <a:pt x="0" y="1190"/>
                            <a:pt x="0" y="3568"/>
                          </a:cubicBezTo>
                          <a:cubicBezTo>
                            <a:pt x="0" y="7137"/>
                            <a:pt x="1189" y="15463"/>
                            <a:pt x="2379" y="13084"/>
                          </a:cubicBezTo>
                          <a:cubicBezTo>
                            <a:pt x="3568" y="10705"/>
                            <a:pt x="8326" y="10705"/>
                            <a:pt x="7137" y="7137"/>
                          </a:cubicBezTo>
                          <a:cubicBezTo>
                            <a:pt x="7137" y="5947"/>
                            <a:pt x="5947" y="0"/>
                            <a:pt x="356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6" name="Freeform 765">
                      <a:extLst>
                        <a:ext uri="{FF2B5EF4-FFF2-40B4-BE49-F238E27FC236}">
                          <a16:creationId xmlns:a16="http://schemas.microsoft.com/office/drawing/2014/main" id="{33F3AB86-E910-B565-6F73-9F7B7AE56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48546" y="2650007"/>
                      <a:ext cx="10166" cy="24108"/>
                    </a:xfrm>
                    <a:custGeom>
                      <a:avLst/>
                      <a:gdLst>
                        <a:gd name="connsiteX0" fmla="*/ 1373 w 10166"/>
                        <a:gd name="connsiteY0" fmla="*/ 132 h 24108"/>
                        <a:gd name="connsiteX1" fmla="*/ 1373 w 10166"/>
                        <a:gd name="connsiteY1" fmla="*/ 10837 h 24108"/>
                        <a:gd name="connsiteX2" fmla="*/ 6131 w 10166"/>
                        <a:gd name="connsiteY2" fmla="*/ 17973 h 24108"/>
                        <a:gd name="connsiteX3" fmla="*/ 9700 w 10166"/>
                        <a:gd name="connsiteY3" fmla="*/ 23920 h 24108"/>
                        <a:gd name="connsiteX4" fmla="*/ 7321 w 10166"/>
                        <a:gd name="connsiteY4" fmla="*/ 10837 h 24108"/>
                        <a:gd name="connsiteX5" fmla="*/ 1373 w 10166"/>
                        <a:gd name="connsiteY5" fmla="*/ 132 h 241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166" h="24108">
                          <a:moveTo>
                            <a:pt x="1373" y="132"/>
                          </a:moveTo>
                          <a:cubicBezTo>
                            <a:pt x="184" y="1321"/>
                            <a:pt x="-1005" y="9647"/>
                            <a:pt x="1373" y="10837"/>
                          </a:cubicBezTo>
                          <a:cubicBezTo>
                            <a:pt x="3752" y="12026"/>
                            <a:pt x="6131" y="15594"/>
                            <a:pt x="6131" y="17973"/>
                          </a:cubicBezTo>
                          <a:cubicBezTo>
                            <a:pt x="6131" y="20352"/>
                            <a:pt x="6131" y="25110"/>
                            <a:pt x="9700" y="23920"/>
                          </a:cubicBezTo>
                          <a:cubicBezTo>
                            <a:pt x="10889" y="23920"/>
                            <a:pt x="9700" y="16784"/>
                            <a:pt x="7321" y="10837"/>
                          </a:cubicBezTo>
                          <a:cubicBezTo>
                            <a:pt x="6131" y="6079"/>
                            <a:pt x="3752" y="-1058"/>
                            <a:pt x="1373" y="13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7" name="Freeform 766">
                      <a:extLst>
                        <a:ext uri="{FF2B5EF4-FFF2-40B4-BE49-F238E27FC236}">
                          <a16:creationId xmlns:a16="http://schemas.microsoft.com/office/drawing/2014/main" id="{E1B9012C-CED6-0680-19A3-28C2901665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37841" y="2656635"/>
                      <a:ext cx="13425" cy="24150"/>
                    </a:xfrm>
                    <a:custGeom>
                      <a:avLst/>
                      <a:gdLst>
                        <a:gd name="connsiteX0" fmla="*/ 8510 w 13425"/>
                        <a:gd name="connsiteY0" fmla="*/ 17292 h 24150"/>
                        <a:gd name="connsiteX1" fmla="*/ 13268 w 13425"/>
                        <a:gd name="connsiteY1" fmla="*/ 22050 h 24150"/>
                        <a:gd name="connsiteX2" fmla="*/ 8510 w 13425"/>
                        <a:gd name="connsiteY2" fmla="*/ 6587 h 24150"/>
                        <a:gd name="connsiteX3" fmla="*/ 1373 w 13425"/>
                        <a:gd name="connsiteY3" fmla="*/ 640 h 24150"/>
                        <a:gd name="connsiteX4" fmla="*/ 1373 w 13425"/>
                        <a:gd name="connsiteY4" fmla="*/ 8966 h 24150"/>
                        <a:gd name="connsiteX5" fmla="*/ 8510 w 13425"/>
                        <a:gd name="connsiteY5" fmla="*/ 17292 h 241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425" h="24150">
                          <a:moveTo>
                            <a:pt x="8510" y="17292"/>
                          </a:moveTo>
                          <a:cubicBezTo>
                            <a:pt x="8510" y="19671"/>
                            <a:pt x="14457" y="27997"/>
                            <a:pt x="13268" y="22050"/>
                          </a:cubicBezTo>
                          <a:cubicBezTo>
                            <a:pt x="13268" y="20861"/>
                            <a:pt x="12078" y="10156"/>
                            <a:pt x="8510" y="6587"/>
                          </a:cubicBezTo>
                          <a:cubicBezTo>
                            <a:pt x="4942" y="3019"/>
                            <a:pt x="2563" y="-1739"/>
                            <a:pt x="1373" y="640"/>
                          </a:cubicBezTo>
                          <a:cubicBezTo>
                            <a:pt x="184" y="3019"/>
                            <a:pt x="-1005" y="6587"/>
                            <a:pt x="1373" y="8966"/>
                          </a:cubicBezTo>
                          <a:cubicBezTo>
                            <a:pt x="3752" y="11345"/>
                            <a:pt x="9699" y="16103"/>
                            <a:pt x="8510" y="172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8" name="Freeform 767">
                      <a:extLst>
                        <a:ext uri="{FF2B5EF4-FFF2-40B4-BE49-F238E27FC236}">
                          <a16:creationId xmlns:a16="http://schemas.microsoft.com/office/drawing/2014/main" id="{3EBD697E-FACF-6751-86CC-0D530714BF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0381" y="2677904"/>
                      <a:ext cx="3811" cy="5539"/>
                    </a:xfrm>
                    <a:custGeom>
                      <a:avLst/>
                      <a:gdLst>
                        <a:gd name="connsiteX0" fmla="*/ 243 w 3811"/>
                        <a:gd name="connsiteY0" fmla="*/ 1971 h 5539"/>
                        <a:gd name="connsiteX1" fmla="*/ 3811 w 3811"/>
                        <a:gd name="connsiteY1" fmla="*/ 5539 h 5539"/>
                        <a:gd name="connsiteX2" fmla="*/ 2622 w 3811"/>
                        <a:gd name="connsiteY2" fmla="*/ 781 h 5539"/>
                        <a:gd name="connsiteX3" fmla="*/ 243 w 3811"/>
                        <a:gd name="connsiteY3" fmla="*/ 1971 h 55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811" h="5539">
                          <a:moveTo>
                            <a:pt x="243" y="1971"/>
                          </a:moveTo>
                          <a:cubicBezTo>
                            <a:pt x="1432" y="4350"/>
                            <a:pt x="3811" y="5539"/>
                            <a:pt x="3811" y="5539"/>
                          </a:cubicBezTo>
                          <a:cubicBezTo>
                            <a:pt x="3811" y="5539"/>
                            <a:pt x="3811" y="1971"/>
                            <a:pt x="2622" y="781"/>
                          </a:cubicBezTo>
                          <a:cubicBezTo>
                            <a:pt x="2622" y="-408"/>
                            <a:pt x="-947" y="-408"/>
                            <a:pt x="243" y="197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9" name="Freeform 768">
                      <a:extLst>
                        <a:ext uri="{FF2B5EF4-FFF2-40B4-BE49-F238E27FC236}">
                          <a16:creationId xmlns:a16="http://schemas.microsoft.com/office/drawing/2014/main" id="{CB4B5561-781B-9117-FC25-C10BBB1A1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40271" y="2638244"/>
                      <a:ext cx="10837" cy="8694"/>
                    </a:xfrm>
                    <a:custGeom>
                      <a:avLst/>
                      <a:gdLst>
                        <a:gd name="connsiteX0" fmla="*/ 133 w 10837"/>
                        <a:gd name="connsiteY0" fmla="*/ 2379 h 8694"/>
                        <a:gd name="connsiteX1" fmla="*/ 2511 w 10837"/>
                        <a:gd name="connsiteY1" fmla="*/ 5947 h 8694"/>
                        <a:gd name="connsiteX2" fmla="*/ 10838 w 10837"/>
                        <a:gd name="connsiteY2" fmla="*/ 5947 h 8694"/>
                        <a:gd name="connsiteX3" fmla="*/ 8459 w 10837"/>
                        <a:gd name="connsiteY3" fmla="*/ 0 h 8694"/>
                        <a:gd name="connsiteX4" fmla="*/ 133 w 10837"/>
                        <a:gd name="connsiteY4" fmla="*/ 2379 h 86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837" h="8694">
                          <a:moveTo>
                            <a:pt x="133" y="2379"/>
                          </a:moveTo>
                          <a:cubicBezTo>
                            <a:pt x="1322" y="3568"/>
                            <a:pt x="1322" y="3568"/>
                            <a:pt x="2511" y="5947"/>
                          </a:cubicBezTo>
                          <a:cubicBezTo>
                            <a:pt x="4890" y="8326"/>
                            <a:pt x="8459" y="10705"/>
                            <a:pt x="10838" y="5947"/>
                          </a:cubicBezTo>
                          <a:cubicBezTo>
                            <a:pt x="10838" y="5947"/>
                            <a:pt x="10838" y="0"/>
                            <a:pt x="8459" y="0"/>
                          </a:cubicBezTo>
                          <a:cubicBezTo>
                            <a:pt x="6080" y="0"/>
                            <a:pt x="-1057" y="1190"/>
                            <a:pt x="133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0" name="Freeform 769">
                      <a:extLst>
                        <a:ext uri="{FF2B5EF4-FFF2-40B4-BE49-F238E27FC236}">
                          <a16:creationId xmlns:a16="http://schemas.microsoft.com/office/drawing/2014/main" id="{ED4321D6-9779-58F6-B265-18C22B1CD8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0933" y="2664221"/>
                      <a:ext cx="9540" cy="6328"/>
                    </a:xfrm>
                    <a:custGeom>
                      <a:avLst/>
                      <a:gdLst>
                        <a:gd name="connsiteX0" fmla="*/ 1586 w 9540"/>
                        <a:gd name="connsiteY0" fmla="*/ 6138 h 6328"/>
                        <a:gd name="connsiteX1" fmla="*/ 7533 w 9540"/>
                        <a:gd name="connsiteY1" fmla="*/ 3759 h 6328"/>
                        <a:gd name="connsiteX2" fmla="*/ 8722 w 9540"/>
                        <a:gd name="connsiteY2" fmla="*/ 191 h 6328"/>
                        <a:gd name="connsiteX3" fmla="*/ 1586 w 9540"/>
                        <a:gd name="connsiteY3" fmla="*/ 3759 h 6328"/>
                        <a:gd name="connsiteX4" fmla="*/ 1586 w 9540"/>
                        <a:gd name="connsiteY4" fmla="*/ 6138 h 63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540" h="6328">
                          <a:moveTo>
                            <a:pt x="1586" y="6138"/>
                          </a:moveTo>
                          <a:cubicBezTo>
                            <a:pt x="5154" y="6138"/>
                            <a:pt x="6344" y="7328"/>
                            <a:pt x="7533" y="3759"/>
                          </a:cubicBezTo>
                          <a:cubicBezTo>
                            <a:pt x="7533" y="3759"/>
                            <a:pt x="11101" y="191"/>
                            <a:pt x="8722" y="191"/>
                          </a:cubicBezTo>
                          <a:cubicBezTo>
                            <a:pt x="6344" y="-998"/>
                            <a:pt x="2775" y="3759"/>
                            <a:pt x="1586" y="3759"/>
                          </a:cubicBezTo>
                          <a:cubicBezTo>
                            <a:pt x="1586" y="3759"/>
                            <a:pt x="-1982" y="6138"/>
                            <a:pt x="1586" y="613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1" name="Freeform 770">
                      <a:extLst>
                        <a:ext uri="{FF2B5EF4-FFF2-40B4-BE49-F238E27FC236}">
                          <a16:creationId xmlns:a16="http://schemas.microsoft.com/office/drawing/2014/main" id="{228C8030-8E6E-48A9-F820-8E24FCB3F5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46351" y="2614456"/>
                      <a:ext cx="4757" cy="6302"/>
                    </a:xfrm>
                    <a:custGeom>
                      <a:avLst/>
                      <a:gdLst>
                        <a:gd name="connsiteX0" fmla="*/ 4758 w 4757"/>
                        <a:gd name="connsiteY0" fmla="*/ 4758 h 6302"/>
                        <a:gd name="connsiteX1" fmla="*/ 3568 w 4757"/>
                        <a:gd name="connsiteY1" fmla="*/ 0 h 6302"/>
                        <a:gd name="connsiteX2" fmla="*/ 0 w 4757"/>
                        <a:gd name="connsiteY2" fmla="*/ 3568 h 6302"/>
                        <a:gd name="connsiteX3" fmla="*/ 4758 w 4757"/>
                        <a:gd name="connsiteY3" fmla="*/ 4758 h 63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757" h="6302">
                          <a:moveTo>
                            <a:pt x="4758" y="4758"/>
                          </a:moveTo>
                          <a:cubicBezTo>
                            <a:pt x="4758" y="4758"/>
                            <a:pt x="4758" y="0"/>
                            <a:pt x="3568" y="0"/>
                          </a:cubicBezTo>
                          <a:cubicBezTo>
                            <a:pt x="1189" y="0"/>
                            <a:pt x="0" y="1190"/>
                            <a:pt x="0" y="3568"/>
                          </a:cubicBezTo>
                          <a:cubicBezTo>
                            <a:pt x="0" y="4758"/>
                            <a:pt x="1189" y="8326"/>
                            <a:pt x="4758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2" name="Freeform 771">
                      <a:extLst>
                        <a:ext uri="{FF2B5EF4-FFF2-40B4-BE49-F238E27FC236}">
                          <a16:creationId xmlns:a16="http://schemas.microsoft.com/office/drawing/2014/main" id="{62A65E64-F18B-269A-93CB-317FD45A36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82987" y="2625161"/>
                      <a:ext cx="41311" cy="94627"/>
                    </a:xfrm>
                    <a:custGeom>
                      <a:avLst/>
                      <a:gdLst>
                        <a:gd name="connsiteX0" fmla="*/ 40765 w 41311"/>
                        <a:gd name="connsiteY0" fmla="*/ 8326 h 94627"/>
                        <a:gd name="connsiteX1" fmla="*/ 33628 w 41311"/>
                        <a:gd name="connsiteY1" fmla="*/ 9515 h 94627"/>
                        <a:gd name="connsiteX2" fmla="*/ 24113 w 41311"/>
                        <a:gd name="connsiteY2" fmla="*/ 23789 h 94627"/>
                        <a:gd name="connsiteX3" fmla="*/ 16976 w 41311"/>
                        <a:gd name="connsiteY3" fmla="*/ 28546 h 94627"/>
                        <a:gd name="connsiteX4" fmla="*/ 14597 w 41311"/>
                        <a:gd name="connsiteY4" fmla="*/ 22599 h 94627"/>
                        <a:gd name="connsiteX5" fmla="*/ 26492 w 41311"/>
                        <a:gd name="connsiteY5" fmla="*/ 15463 h 94627"/>
                        <a:gd name="connsiteX6" fmla="*/ 24113 w 41311"/>
                        <a:gd name="connsiteY6" fmla="*/ 5947 h 94627"/>
                        <a:gd name="connsiteX7" fmla="*/ 16976 w 41311"/>
                        <a:gd name="connsiteY7" fmla="*/ 8326 h 94627"/>
                        <a:gd name="connsiteX8" fmla="*/ 13408 w 41311"/>
                        <a:gd name="connsiteY8" fmla="*/ 0 h 94627"/>
                        <a:gd name="connsiteX9" fmla="*/ 6271 w 41311"/>
                        <a:gd name="connsiteY9" fmla="*/ 2379 h 94627"/>
                        <a:gd name="connsiteX10" fmla="*/ 2703 w 41311"/>
                        <a:gd name="connsiteY10" fmla="*/ 14273 h 94627"/>
                        <a:gd name="connsiteX11" fmla="*/ 2703 w 41311"/>
                        <a:gd name="connsiteY11" fmla="*/ 22599 h 94627"/>
                        <a:gd name="connsiteX12" fmla="*/ 324 w 41311"/>
                        <a:gd name="connsiteY12" fmla="*/ 27357 h 94627"/>
                        <a:gd name="connsiteX13" fmla="*/ 8650 w 41311"/>
                        <a:gd name="connsiteY13" fmla="*/ 35683 h 94627"/>
                        <a:gd name="connsiteX14" fmla="*/ 8650 w 41311"/>
                        <a:gd name="connsiteY14" fmla="*/ 41630 h 94627"/>
                        <a:gd name="connsiteX15" fmla="*/ 1514 w 41311"/>
                        <a:gd name="connsiteY15" fmla="*/ 39251 h 94627"/>
                        <a:gd name="connsiteX16" fmla="*/ 5082 w 41311"/>
                        <a:gd name="connsiteY16" fmla="*/ 46388 h 94627"/>
                        <a:gd name="connsiteX17" fmla="*/ 2703 w 41311"/>
                        <a:gd name="connsiteY17" fmla="*/ 49956 h 94627"/>
                        <a:gd name="connsiteX18" fmla="*/ 8650 w 41311"/>
                        <a:gd name="connsiteY18" fmla="*/ 57093 h 94627"/>
                        <a:gd name="connsiteX19" fmla="*/ 1514 w 41311"/>
                        <a:gd name="connsiteY19" fmla="*/ 60661 h 94627"/>
                        <a:gd name="connsiteX20" fmla="*/ 7461 w 41311"/>
                        <a:gd name="connsiteY20" fmla="*/ 65419 h 94627"/>
                        <a:gd name="connsiteX21" fmla="*/ 8650 w 41311"/>
                        <a:gd name="connsiteY21" fmla="*/ 79692 h 94627"/>
                        <a:gd name="connsiteX22" fmla="*/ 22923 w 41311"/>
                        <a:gd name="connsiteY22" fmla="*/ 92776 h 94627"/>
                        <a:gd name="connsiteX23" fmla="*/ 21734 w 41311"/>
                        <a:gd name="connsiteY23" fmla="*/ 86829 h 94627"/>
                        <a:gd name="connsiteX24" fmla="*/ 15787 w 41311"/>
                        <a:gd name="connsiteY24" fmla="*/ 80881 h 94627"/>
                        <a:gd name="connsiteX25" fmla="*/ 14597 w 41311"/>
                        <a:gd name="connsiteY25" fmla="*/ 54714 h 94627"/>
                        <a:gd name="connsiteX26" fmla="*/ 24113 w 41311"/>
                        <a:gd name="connsiteY26" fmla="*/ 51146 h 94627"/>
                        <a:gd name="connsiteX27" fmla="*/ 19355 w 41311"/>
                        <a:gd name="connsiteY27" fmla="*/ 46388 h 94627"/>
                        <a:gd name="connsiteX28" fmla="*/ 11029 w 41311"/>
                        <a:gd name="connsiteY28" fmla="*/ 46388 h 94627"/>
                        <a:gd name="connsiteX29" fmla="*/ 22923 w 41311"/>
                        <a:gd name="connsiteY29" fmla="*/ 40441 h 94627"/>
                        <a:gd name="connsiteX30" fmla="*/ 25302 w 41311"/>
                        <a:gd name="connsiteY30" fmla="*/ 29736 h 94627"/>
                        <a:gd name="connsiteX31" fmla="*/ 30060 w 41311"/>
                        <a:gd name="connsiteY31" fmla="*/ 22599 h 94627"/>
                        <a:gd name="connsiteX32" fmla="*/ 33628 w 41311"/>
                        <a:gd name="connsiteY32" fmla="*/ 13084 h 94627"/>
                        <a:gd name="connsiteX33" fmla="*/ 40765 w 41311"/>
                        <a:gd name="connsiteY33" fmla="*/ 8326 h 946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41311" h="94627">
                          <a:moveTo>
                            <a:pt x="40765" y="8326"/>
                          </a:moveTo>
                          <a:cubicBezTo>
                            <a:pt x="39576" y="7137"/>
                            <a:pt x="36007" y="7137"/>
                            <a:pt x="33628" y="9515"/>
                          </a:cubicBezTo>
                          <a:cubicBezTo>
                            <a:pt x="31249" y="11894"/>
                            <a:pt x="25302" y="20220"/>
                            <a:pt x="24113" y="23789"/>
                          </a:cubicBezTo>
                          <a:cubicBezTo>
                            <a:pt x="22923" y="27357"/>
                            <a:pt x="19355" y="29736"/>
                            <a:pt x="16976" y="28546"/>
                          </a:cubicBezTo>
                          <a:cubicBezTo>
                            <a:pt x="14597" y="27357"/>
                            <a:pt x="12219" y="22599"/>
                            <a:pt x="14597" y="22599"/>
                          </a:cubicBezTo>
                          <a:cubicBezTo>
                            <a:pt x="16976" y="22599"/>
                            <a:pt x="27681" y="19031"/>
                            <a:pt x="26492" y="15463"/>
                          </a:cubicBezTo>
                          <a:cubicBezTo>
                            <a:pt x="25302" y="10705"/>
                            <a:pt x="26492" y="5947"/>
                            <a:pt x="24113" y="5947"/>
                          </a:cubicBezTo>
                          <a:cubicBezTo>
                            <a:pt x="21734" y="7137"/>
                            <a:pt x="16976" y="10705"/>
                            <a:pt x="16976" y="8326"/>
                          </a:cubicBezTo>
                          <a:cubicBezTo>
                            <a:pt x="16976" y="5947"/>
                            <a:pt x="16976" y="1189"/>
                            <a:pt x="13408" y="0"/>
                          </a:cubicBezTo>
                          <a:cubicBezTo>
                            <a:pt x="11029" y="0"/>
                            <a:pt x="7461" y="0"/>
                            <a:pt x="6271" y="2379"/>
                          </a:cubicBezTo>
                          <a:cubicBezTo>
                            <a:pt x="5082" y="4758"/>
                            <a:pt x="1514" y="11894"/>
                            <a:pt x="2703" y="14273"/>
                          </a:cubicBezTo>
                          <a:cubicBezTo>
                            <a:pt x="3893" y="17842"/>
                            <a:pt x="3893" y="21410"/>
                            <a:pt x="2703" y="22599"/>
                          </a:cubicBezTo>
                          <a:cubicBezTo>
                            <a:pt x="1514" y="23789"/>
                            <a:pt x="-865" y="24978"/>
                            <a:pt x="324" y="27357"/>
                          </a:cubicBezTo>
                          <a:cubicBezTo>
                            <a:pt x="1514" y="29736"/>
                            <a:pt x="7461" y="32115"/>
                            <a:pt x="8650" y="35683"/>
                          </a:cubicBezTo>
                          <a:cubicBezTo>
                            <a:pt x="8650" y="38062"/>
                            <a:pt x="11029" y="42820"/>
                            <a:pt x="8650" y="41630"/>
                          </a:cubicBezTo>
                          <a:cubicBezTo>
                            <a:pt x="6271" y="40441"/>
                            <a:pt x="1514" y="35683"/>
                            <a:pt x="1514" y="39251"/>
                          </a:cubicBezTo>
                          <a:cubicBezTo>
                            <a:pt x="1514" y="42820"/>
                            <a:pt x="6271" y="45198"/>
                            <a:pt x="5082" y="46388"/>
                          </a:cubicBezTo>
                          <a:cubicBezTo>
                            <a:pt x="3893" y="47577"/>
                            <a:pt x="1514" y="48767"/>
                            <a:pt x="2703" y="49956"/>
                          </a:cubicBezTo>
                          <a:cubicBezTo>
                            <a:pt x="5082" y="52335"/>
                            <a:pt x="9840" y="57093"/>
                            <a:pt x="8650" y="57093"/>
                          </a:cubicBezTo>
                          <a:cubicBezTo>
                            <a:pt x="7461" y="57093"/>
                            <a:pt x="324" y="58282"/>
                            <a:pt x="1514" y="60661"/>
                          </a:cubicBezTo>
                          <a:cubicBezTo>
                            <a:pt x="2703" y="63040"/>
                            <a:pt x="7461" y="61851"/>
                            <a:pt x="7461" y="65419"/>
                          </a:cubicBezTo>
                          <a:cubicBezTo>
                            <a:pt x="7461" y="68987"/>
                            <a:pt x="6271" y="74934"/>
                            <a:pt x="8650" y="79692"/>
                          </a:cubicBezTo>
                          <a:cubicBezTo>
                            <a:pt x="11029" y="84450"/>
                            <a:pt x="18166" y="99912"/>
                            <a:pt x="22923" y="92776"/>
                          </a:cubicBezTo>
                          <a:cubicBezTo>
                            <a:pt x="22923" y="92776"/>
                            <a:pt x="24113" y="86829"/>
                            <a:pt x="21734" y="86829"/>
                          </a:cubicBezTo>
                          <a:cubicBezTo>
                            <a:pt x="18166" y="85639"/>
                            <a:pt x="16976" y="86829"/>
                            <a:pt x="15787" y="80881"/>
                          </a:cubicBezTo>
                          <a:cubicBezTo>
                            <a:pt x="14597" y="74934"/>
                            <a:pt x="11029" y="54714"/>
                            <a:pt x="14597" y="54714"/>
                          </a:cubicBezTo>
                          <a:cubicBezTo>
                            <a:pt x="18166" y="54714"/>
                            <a:pt x="24113" y="53525"/>
                            <a:pt x="24113" y="51146"/>
                          </a:cubicBezTo>
                          <a:cubicBezTo>
                            <a:pt x="22923" y="47577"/>
                            <a:pt x="21734" y="46388"/>
                            <a:pt x="19355" y="46388"/>
                          </a:cubicBezTo>
                          <a:cubicBezTo>
                            <a:pt x="16976" y="46388"/>
                            <a:pt x="8650" y="47577"/>
                            <a:pt x="11029" y="46388"/>
                          </a:cubicBezTo>
                          <a:cubicBezTo>
                            <a:pt x="13408" y="45198"/>
                            <a:pt x="21734" y="42820"/>
                            <a:pt x="22923" y="40441"/>
                          </a:cubicBezTo>
                          <a:cubicBezTo>
                            <a:pt x="24113" y="38062"/>
                            <a:pt x="22923" y="32115"/>
                            <a:pt x="25302" y="29736"/>
                          </a:cubicBezTo>
                          <a:cubicBezTo>
                            <a:pt x="27681" y="28546"/>
                            <a:pt x="30060" y="26168"/>
                            <a:pt x="30060" y="22599"/>
                          </a:cubicBezTo>
                          <a:cubicBezTo>
                            <a:pt x="30060" y="19031"/>
                            <a:pt x="31249" y="16652"/>
                            <a:pt x="33628" y="13084"/>
                          </a:cubicBezTo>
                          <a:cubicBezTo>
                            <a:pt x="37197" y="13084"/>
                            <a:pt x="43144" y="9515"/>
                            <a:pt x="40765" y="8326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3" name="Freeform 772">
                      <a:extLst>
                        <a:ext uri="{FF2B5EF4-FFF2-40B4-BE49-F238E27FC236}">
                          <a16:creationId xmlns:a16="http://schemas.microsoft.com/office/drawing/2014/main" id="{CB2E1897-1191-3C80-073A-8477DF7E09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9808" y="1806516"/>
                      <a:ext cx="40236" cy="32663"/>
                    </a:xfrm>
                    <a:custGeom>
                      <a:avLst/>
                      <a:gdLst>
                        <a:gd name="connsiteX0" fmla="*/ 818 w 40236"/>
                        <a:gd name="connsiteY0" fmla="*/ 32428 h 32663"/>
                        <a:gd name="connsiteX1" fmla="*/ 18659 w 40236"/>
                        <a:gd name="connsiteY1" fmla="*/ 27670 h 32663"/>
                        <a:gd name="connsiteX2" fmla="*/ 40069 w 40236"/>
                        <a:gd name="connsiteY2" fmla="*/ 12207 h 32663"/>
                        <a:gd name="connsiteX3" fmla="*/ 32932 w 40236"/>
                        <a:gd name="connsiteY3" fmla="*/ 313 h 32663"/>
                        <a:gd name="connsiteX4" fmla="*/ 24606 w 40236"/>
                        <a:gd name="connsiteY4" fmla="*/ 9828 h 32663"/>
                        <a:gd name="connsiteX5" fmla="*/ 13901 w 40236"/>
                        <a:gd name="connsiteY5" fmla="*/ 15775 h 32663"/>
                        <a:gd name="connsiteX6" fmla="*/ 13901 w 40236"/>
                        <a:gd name="connsiteY6" fmla="*/ 8639 h 32663"/>
                        <a:gd name="connsiteX7" fmla="*/ 5575 w 40236"/>
                        <a:gd name="connsiteY7" fmla="*/ 13397 h 32663"/>
                        <a:gd name="connsiteX8" fmla="*/ 2007 w 40236"/>
                        <a:gd name="connsiteY8" fmla="*/ 21723 h 32663"/>
                        <a:gd name="connsiteX9" fmla="*/ 818 w 40236"/>
                        <a:gd name="connsiteY9" fmla="*/ 32428 h 326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0236" h="32663">
                          <a:moveTo>
                            <a:pt x="818" y="32428"/>
                          </a:moveTo>
                          <a:cubicBezTo>
                            <a:pt x="3197" y="33617"/>
                            <a:pt x="13901" y="30049"/>
                            <a:pt x="18659" y="27670"/>
                          </a:cubicBezTo>
                          <a:cubicBezTo>
                            <a:pt x="18659" y="27670"/>
                            <a:pt x="42448" y="13397"/>
                            <a:pt x="40069" y="12207"/>
                          </a:cubicBezTo>
                          <a:cubicBezTo>
                            <a:pt x="37690" y="9828"/>
                            <a:pt x="37690" y="-2066"/>
                            <a:pt x="32932" y="313"/>
                          </a:cubicBezTo>
                          <a:cubicBezTo>
                            <a:pt x="29364" y="3881"/>
                            <a:pt x="29364" y="7449"/>
                            <a:pt x="24606" y="9828"/>
                          </a:cubicBezTo>
                          <a:cubicBezTo>
                            <a:pt x="19849" y="13397"/>
                            <a:pt x="13901" y="16965"/>
                            <a:pt x="13901" y="15775"/>
                          </a:cubicBezTo>
                          <a:cubicBezTo>
                            <a:pt x="13901" y="14586"/>
                            <a:pt x="17470" y="6260"/>
                            <a:pt x="13901" y="8639"/>
                          </a:cubicBezTo>
                          <a:cubicBezTo>
                            <a:pt x="10333" y="11018"/>
                            <a:pt x="5575" y="13397"/>
                            <a:pt x="5575" y="13397"/>
                          </a:cubicBezTo>
                          <a:cubicBezTo>
                            <a:pt x="5575" y="13397"/>
                            <a:pt x="818" y="16965"/>
                            <a:pt x="2007" y="21723"/>
                          </a:cubicBezTo>
                          <a:cubicBezTo>
                            <a:pt x="2007" y="25291"/>
                            <a:pt x="-1561" y="30049"/>
                            <a:pt x="818" y="3242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4" name="Freeform 773">
                      <a:extLst>
                        <a:ext uri="{FF2B5EF4-FFF2-40B4-BE49-F238E27FC236}">
                          <a16:creationId xmlns:a16="http://schemas.microsoft.com/office/drawing/2014/main" id="{A1B6ED80-7FF7-6937-B076-035D02A114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16028" y="1819799"/>
                      <a:ext cx="12614" cy="27470"/>
                    </a:xfrm>
                    <a:custGeom>
                      <a:avLst/>
                      <a:gdLst>
                        <a:gd name="connsiteX0" fmla="*/ 324 w 12614"/>
                        <a:gd name="connsiteY0" fmla="*/ 25092 h 27470"/>
                        <a:gd name="connsiteX1" fmla="*/ 6271 w 12614"/>
                        <a:gd name="connsiteY1" fmla="*/ 27471 h 27470"/>
                        <a:gd name="connsiteX2" fmla="*/ 11029 w 12614"/>
                        <a:gd name="connsiteY2" fmla="*/ 16766 h 27470"/>
                        <a:gd name="connsiteX3" fmla="*/ 11029 w 12614"/>
                        <a:gd name="connsiteY3" fmla="*/ 114 h 27470"/>
                        <a:gd name="connsiteX4" fmla="*/ 6271 w 12614"/>
                        <a:gd name="connsiteY4" fmla="*/ 3682 h 27470"/>
                        <a:gd name="connsiteX5" fmla="*/ 2703 w 12614"/>
                        <a:gd name="connsiteY5" fmla="*/ 3682 h 27470"/>
                        <a:gd name="connsiteX6" fmla="*/ 2703 w 12614"/>
                        <a:gd name="connsiteY6" fmla="*/ 14387 h 27470"/>
                        <a:gd name="connsiteX7" fmla="*/ 324 w 12614"/>
                        <a:gd name="connsiteY7" fmla="*/ 25092 h 274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2614" h="27470">
                          <a:moveTo>
                            <a:pt x="324" y="25092"/>
                          </a:moveTo>
                          <a:cubicBezTo>
                            <a:pt x="1514" y="27471"/>
                            <a:pt x="6271" y="27471"/>
                            <a:pt x="6271" y="27471"/>
                          </a:cubicBezTo>
                          <a:cubicBezTo>
                            <a:pt x="7461" y="26281"/>
                            <a:pt x="9840" y="26281"/>
                            <a:pt x="11029" y="16766"/>
                          </a:cubicBezTo>
                          <a:cubicBezTo>
                            <a:pt x="11029" y="7250"/>
                            <a:pt x="14597" y="-1076"/>
                            <a:pt x="11029" y="114"/>
                          </a:cubicBezTo>
                          <a:cubicBezTo>
                            <a:pt x="7461" y="1303"/>
                            <a:pt x="8650" y="3682"/>
                            <a:pt x="6271" y="3682"/>
                          </a:cubicBezTo>
                          <a:cubicBezTo>
                            <a:pt x="3892" y="3682"/>
                            <a:pt x="2703" y="114"/>
                            <a:pt x="2703" y="3682"/>
                          </a:cubicBezTo>
                          <a:cubicBezTo>
                            <a:pt x="2703" y="7250"/>
                            <a:pt x="2703" y="10819"/>
                            <a:pt x="2703" y="14387"/>
                          </a:cubicBezTo>
                          <a:cubicBezTo>
                            <a:pt x="1514" y="16766"/>
                            <a:pt x="-865" y="22713"/>
                            <a:pt x="324" y="250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5" name="Freeform 774">
                      <a:extLst>
                        <a:ext uri="{FF2B5EF4-FFF2-40B4-BE49-F238E27FC236}">
                          <a16:creationId xmlns:a16="http://schemas.microsoft.com/office/drawing/2014/main" id="{860FAD4B-40E7-BA85-EDB1-D3CD1D0C5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07911" y="1841636"/>
                      <a:ext cx="16960" cy="27656"/>
                    </a:xfrm>
                    <a:custGeom>
                      <a:avLst/>
                      <a:gdLst>
                        <a:gd name="connsiteX0" fmla="*/ 7253 w 16960"/>
                        <a:gd name="connsiteY0" fmla="*/ 12771 h 27656"/>
                        <a:gd name="connsiteX1" fmla="*/ 3684 w 16960"/>
                        <a:gd name="connsiteY1" fmla="*/ 15150 h 27656"/>
                        <a:gd name="connsiteX2" fmla="*/ 16768 w 16960"/>
                        <a:gd name="connsiteY2" fmla="*/ 27044 h 27656"/>
                        <a:gd name="connsiteX3" fmla="*/ 14389 w 16960"/>
                        <a:gd name="connsiteY3" fmla="*/ 16339 h 27656"/>
                        <a:gd name="connsiteX4" fmla="*/ 14389 w 16960"/>
                        <a:gd name="connsiteY4" fmla="*/ 8013 h 27656"/>
                        <a:gd name="connsiteX5" fmla="*/ 8442 w 16960"/>
                        <a:gd name="connsiteY5" fmla="*/ 8013 h 27656"/>
                        <a:gd name="connsiteX6" fmla="*/ 116 w 16960"/>
                        <a:gd name="connsiteY6" fmla="*/ 876 h 27656"/>
                        <a:gd name="connsiteX7" fmla="*/ 7253 w 16960"/>
                        <a:gd name="connsiteY7" fmla="*/ 12771 h 276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6960" h="27656">
                          <a:moveTo>
                            <a:pt x="7253" y="12771"/>
                          </a:moveTo>
                          <a:cubicBezTo>
                            <a:pt x="7253" y="15150"/>
                            <a:pt x="2495" y="12771"/>
                            <a:pt x="3684" y="15150"/>
                          </a:cubicBezTo>
                          <a:cubicBezTo>
                            <a:pt x="4874" y="17528"/>
                            <a:pt x="15579" y="30612"/>
                            <a:pt x="16768" y="27044"/>
                          </a:cubicBezTo>
                          <a:cubicBezTo>
                            <a:pt x="17957" y="24665"/>
                            <a:pt x="13200" y="21097"/>
                            <a:pt x="14389" y="16339"/>
                          </a:cubicBezTo>
                          <a:cubicBezTo>
                            <a:pt x="14389" y="13960"/>
                            <a:pt x="15579" y="8013"/>
                            <a:pt x="14389" y="8013"/>
                          </a:cubicBezTo>
                          <a:cubicBezTo>
                            <a:pt x="13200" y="8013"/>
                            <a:pt x="9631" y="10392"/>
                            <a:pt x="8442" y="8013"/>
                          </a:cubicBezTo>
                          <a:cubicBezTo>
                            <a:pt x="7253" y="5634"/>
                            <a:pt x="-1073" y="-2692"/>
                            <a:pt x="116" y="876"/>
                          </a:cubicBezTo>
                          <a:cubicBezTo>
                            <a:pt x="1305" y="5634"/>
                            <a:pt x="7253" y="10392"/>
                            <a:pt x="7253" y="1277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6" name="Freeform 775">
                      <a:extLst>
                        <a:ext uri="{FF2B5EF4-FFF2-40B4-BE49-F238E27FC236}">
                          <a16:creationId xmlns:a16="http://schemas.microsoft.com/office/drawing/2014/main" id="{8D547EA2-FD41-C5D7-001A-463E565555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07580" y="1827050"/>
                      <a:ext cx="6530" cy="11593"/>
                    </a:xfrm>
                    <a:custGeom>
                      <a:avLst/>
                      <a:gdLst>
                        <a:gd name="connsiteX0" fmla="*/ 4014 w 6530"/>
                        <a:gd name="connsiteY0" fmla="*/ 10705 h 11593"/>
                        <a:gd name="connsiteX1" fmla="*/ 5204 w 6530"/>
                        <a:gd name="connsiteY1" fmla="*/ 0 h 11593"/>
                        <a:gd name="connsiteX2" fmla="*/ 446 w 6530"/>
                        <a:gd name="connsiteY2" fmla="*/ 5947 h 11593"/>
                        <a:gd name="connsiteX3" fmla="*/ 4014 w 6530"/>
                        <a:gd name="connsiteY3" fmla="*/ 10705 h 115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530" h="11593">
                          <a:moveTo>
                            <a:pt x="4014" y="10705"/>
                          </a:moveTo>
                          <a:cubicBezTo>
                            <a:pt x="4014" y="10705"/>
                            <a:pt x="8772" y="0"/>
                            <a:pt x="5204" y="0"/>
                          </a:cubicBezTo>
                          <a:cubicBezTo>
                            <a:pt x="2825" y="0"/>
                            <a:pt x="2825" y="4758"/>
                            <a:pt x="446" y="5947"/>
                          </a:cubicBezTo>
                          <a:cubicBezTo>
                            <a:pt x="-743" y="5947"/>
                            <a:pt x="446" y="14273"/>
                            <a:pt x="4014" y="1070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7" name="Freeform 776">
                      <a:extLst>
                        <a:ext uri="{FF2B5EF4-FFF2-40B4-BE49-F238E27FC236}">
                          <a16:creationId xmlns:a16="http://schemas.microsoft.com/office/drawing/2014/main" id="{C5CC759B-74B1-BE51-06D5-86198498B5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7526" y="1804450"/>
                      <a:ext cx="6051" cy="4586"/>
                    </a:xfrm>
                    <a:custGeom>
                      <a:avLst/>
                      <a:gdLst>
                        <a:gd name="connsiteX0" fmla="*/ 236 w 6051"/>
                        <a:gd name="connsiteY0" fmla="*/ 2379 h 4586"/>
                        <a:gd name="connsiteX1" fmla="*/ 4994 w 6051"/>
                        <a:gd name="connsiteY1" fmla="*/ 3568 h 4586"/>
                        <a:gd name="connsiteX2" fmla="*/ 4994 w 6051"/>
                        <a:gd name="connsiteY2" fmla="*/ 0 h 4586"/>
                        <a:gd name="connsiteX3" fmla="*/ 236 w 6051"/>
                        <a:gd name="connsiteY3" fmla="*/ 2379 h 45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051" h="4586">
                          <a:moveTo>
                            <a:pt x="236" y="2379"/>
                          </a:moveTo>
                          <a:cubicBezTo>
                            <a:pt x="1426" y="3568"/>
                            <a:pt x="3805" y="5947"/>
                            <a:pt x="4994" y="3568"/>
                          </a:cubicBezTo>
                          <a:cubicBezTo>
                            <a:pt x="4994" y="2379"/>
                            <a:pt x="7373" y="0"/>
                            <a:pt x="4994" y="0"/>
                          </a:cubicBezTo>
                          <a:cubicBezTo>
                            <a:pt x="2615" y="1189"/>
                            <a:pt x="-953" y="1189"/>
                            <a:pt x="236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8" name="Freeform 777">
                      <a:extLst>
                        <a:ext uri="{FF2B5EF4-FFF2-40B4-BE49-F238E27FC236}">
                          <a16:creationId xmlns:a16="http://schemas.microsoft.com/office/drawing/2014/main" id="{3925F449-962B-84F8-C0CE-73B2785C71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2818" y="1797130"/>
                      <a:ext cx="4460" cy="3752"/>
                    </a:xfrm>
                    <a:custGeom>
                      <a:avLst/>
                      <a:gdLst>
                        <a:gd name="connsiteX0" fmla="*/ 892 w 4460"/>
                        <a:gd name="connsiteY0" fmla="*/ 3752 h 3752"/>
                        <a:gd name="connsiteX1" fmla="*/ 4460 w 4460"/>
                        <a:gd name="connsiteY1" fmla="*/ 1373 h 3752"/>
                        <a:gd name="connsiteX2" fmla="*/ 892 w 4460"/>
                        <a:gd name="connsiteY2" fmla="*/ 1373 h 3752"/>
                        <a:gd name="connsiteX3" fmla="*/ 892 w 4460"/>
                        <a:gd name="connsiteY3" fmla="*/ 3752 h 3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60" h="3752">
                          <a:moveTo>
                            <a:pt x="892" y="3752"/>
                          </a:moveTo>
                          <a:cubicBezTo>
                            <a:pt x="2082" y="3752"/>
                            <a:pt x="4460" y="1373"/>
                            <a:pt x="4460" y="1373"/>
                          </a:cubicBezTo>
                          <a:cubicBezTo>
                            <a:pt x="3271" y="-1005"/>
                            <a:pt x="892" y="184"/>
                            <a:pt x="892" y="1373"/>
                          </a:cubicBezTo>
                          <a:cubicBezTo>
                            <a:pt x="-297" y="1373"/>
                            <a:pt x="-297" y="2563"/>
                            <a:pt x="892" y="375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9" name="Freeform 778">
                      <a:extLst>
                        <a:ext uri="{FF2B5EF4-FFF2-40B4-BE49-F238E27FC236}">
                          <a16:creationId xmlns:a16="http://schemas.microsoft.com/office/drawing/2014/main" id="{1400B843-BE20-028B-4BFA-598BDD5CA8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3833" y="1772864"/>
                      <a:ext cx="15647" cy="14023"/>
                    </a:xfrm>
                    <a:custGeom>
                      <a:avLst/>
                      <a:gdLst>
                        <a:gd name="connsiteX0" fmla="*/ 8511 w 15647"/>
                        <a:gd name="connsiteY0" fmla="*/ 8987 h 14023"/>
                        <a:gd name="connsiteX1" fmla="*/ 15648 w 15647"/>
                        <a:gd name="connsiteY1" fmla="*/ 12555 h 14023"/>
                        <a:gd name="connsiteX2" fmla="*/ 8511 w 15647"/>
                        <a:gd name="connsiteY2" fmla="*/ 661 h 14023"/>
                        <a:gd name="connsiteX3" fmla="*/ 185 w 15647"/>
                        <a:gd name="connsiteY3" fmla="*/ 4229 h 14023"/>
                        <a:gd name="connsiteX4" fmla="*/ 8511 w 15647"/>
                        <a:gd name="connsiteY4" fmla="*/ 8987 h 140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647" h="14023">
                          <a:moveTo>
                            <a:pt x="8511" y="8987"/>
                          </a:moveTo>
                          <a:cubicBezTo>
                            <a:pt x="8511" y="8987"/>
                            <a:pt x="15648" y="17313"/>
                            <a:pt x="15648" y="12555"/>
                          </a:cubicBezTo>
                          <a:cubicBezTo>
                            <a:pt x="15648" y="7797"/>
                            <a:pt x="14458" y="661"/>
                            <a:pt x="8511" y="661"/>
                          </a:cubicBezTo>
                          <a:cubicBezTo>
                            <a:pt x="3753" y="-529"/>
                            <a:pt x="-1004" y="-529"/>
                            <a:pt x="185" y="4229"/>
                          </a:cubicBezTo>
                          <a:cubicBezTo>
                            <a:pt x="2564" y="7797"/>
                            <a:pt x="2564" y="12555"/>
                            <a:pt x="8511" y="898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0" name="Freeform 779">
                      <a:extLst>
                        <a:ext uri="{FF2B5EF4-FFF2-40B4-BE49-F238E27FC236}">
                          <a16:creationId xmlns:a16="http://schemas.microsoft.com/office/drawing/2014/main" id="{329FEF3F-D482-B92F-5F10-8BFE88BDC9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6202" y="2217068"/>
                      <a:ext cx="8882" cy="9459"/>
                    </a:xfrm>
                    <a:custGeom>
                      <a:avLst/>
                      <a:gdLst>
                        <a:gd name="connsiteX0" fmla="*/ 8882 w 8882"/>
                        <a:gd name="connsiteY0" fmla="*/ 8442 h 9459"/>
                        <a:gd name="connsiteX1" fmla="*/ 5314 w 8882"/>
                        <a:gd name="connsiteY1" fmla="*/ 116 h 9459"/>
                        <a:gd name="connsiteX2" fmla="*/ 556 w 8882"/>
                        <a:gd name="connsiteY2" fmla="*/ 7252 h 9459"/>
                        <a:gd name="connsiteX3" fmla="*/ 8882 w 8882"/>
                        <a:gd name="connsiteY3" fmla="*/ 8442 h 94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882" h="9459">
                          <a:moveTo>
                            <a:pt x="8882" y="8442"/>
                          </a:moveTo>
                          <a:cubicBezTo>
                            <a:pt x="8882" y="7252"/>
                            <a:pt x="7693" y="-1074"/>
                            <a:pt x="5314" y="116"/>
                          </a:cubicBezTo>
                          <a:cubicBezTo>
                            <a:pt x="4125" y="1305"/>
                            <a:pt x="-1823" y="3684"/>
                            <a:pt x="556" y="7252"/>
                          </a:cubicBezTo>
                          <a:cubicBezTo>
                            <a:pt x="2935" y="8442"/>
                            <a:pt x="8882" y="10821"/>
                            <a:pt x="8882" y="844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1" name="Freeform 780">
                      <a:extLst>
                        <a:ext uri="{FF2B5EF4-FFF2-40B4-BE49-F238E27FC236}">
                          <a16:creationId xmlns:a16="http://schemas.microsoft.com/office/drawing/2014/main" id="{861274A3-7227-1052-BE3F-B7635DD645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0311" y="2243112"/>
                      <a:ext cx="6051" cy="6059"/>
                    </a:xfrm>
                    <a:custGeom>
                      <a:avLst/>
                      <a:gdLst>
                        <a:gd name="connsiteX0" fmla="*/ 4994 w 6051"/>
                        <a:gd name="connsiteY0" fmla="*/ 3808 h 6059"/>
                        <a:gd name="connsiteX1" fmla="*/ 4994 w 6051"/>
                        <a:gd name="connsiteY1" fmla="*/ 239 h 6059"/>
                        <a:gd name="connsiteX2" fmla="*/ 236 w 6051"/>
                        <a:gd name="connsiteY2" fmla="*/ 3808 h 6059"/>
                        <a:gd name="connsiteX3" fmla="*/ 4994 w 6051"/>
                        <a:gd name="connsiteY3" fmla="*/ 3808 h 60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051" h="6059">
                          <a:moveTo>
                            <a:pt x="4994" y="3808"/>
                          </a:moveTo>
                          <a:cubicBezTo>
                            <a:pt x="4994" y="2618"/>
                            <a:pt x="7373" y="-950"/>
                            <a:pt x="4994" y="239"/>
                          </a:cubicBezTo>
                          <a:cubicBezTo>
                            <a:pt x="2615" y="239"/>
                            <a:pt x="-953" y="1429"/>
                            <a:pt x="236" y="3808"/>
                          </a:cubicBezTo>
                          <a:cubicBezTo>
                            <a:pt x="236" y="7376"/>
                            <a:pt x="3804" y="6187"/>
                            <a:pt x="4994" y="380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2" name="Freeform 781">
                      <a:extLst>
                        <a:ext uri="{FF2B5EF4-FFF2-40B4-BE49-F238E27FC236}">
                          <a16:creationId xmlns:a16="http://schemas.microsoft.com/office/drawing/2014/main" id="{CDF20663-8635-805F-E06E-14B72C5FE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3843" y="2108706"/>
                      <a:ext cx="5557" cy="5181"/>
                    </a:xfrm>
                    <a:custGeom>
                      <a:avLst/>
                      <a:gdLst>
                        <a:gd name="connsiteX0" fmla="*/ 3179 w 5557"/>
                        <a:gd name="connsiteY0" fmla="*/ 239 h 5181"/>
                        <a:gd name="connsiteX1" fmla="*/ 800 w 5557"/>
                        <a:gd name="connsiteY1" fmla="*/ 3808 h 5181"/>
                        <a:gd name="connsiteX2" fmla="*/ 5558 w 5557"/>
                        <a:gd name="connsiteY2" fmla="*/ 3808 h 5181"/>
                        <a:gd name="connsiteX3" fmla="*/ 3179 w 5557"/>
                        <a:gd name="connsiteY3" fmla="*/ 239 h 51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557" h="5181">
                          <a:moveTo>
                            <a:pt x="3179" y="239"/>
                          </a:moveTo>
                          <a:cubicBezTo>
                            <a:pt x="1990" y="1429"/>
                            <a:pt x="-1579" y="1429"/>
                            <a:pt x="800" y="3808"/>
                          </a:cubicBezTo>
                          <a:cubicBezTo>
                            <a:pt x="3179" y="4997"/>
                            <a:pt x="1990" y="6187"/>
                            <a:pt x="5558" y="3808"/>
                          </a:cubicBezTo>
                          <a:cubicBezTo>
                            <a:pt x="5558" y="2618"/>
                            <a:pt x="4368" y="-950"/>
                            <a:pt x="3179" y="2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3" name="Freeform 782">
                      <a:extLst>
                        <a:ext uri="{FF2B5EF4-FFF2-40B4-BE49-F238E27FC236}">
                          <a16:creationId xmlns:a16="http://schemas.microsoft.com/office/drawing/2014/main" id="{C9AC8A5B-467B-A911-8BD1-8DB47760D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2289" y="2960025"/>
                      <a:ext cx="59893" cy="36332"/>
                    </a:xfrm>
                    <a:custGeom>
                      <a:avLst/>
                      <a:gdLst>
                        <a:gd name="connsiteX0" fmla="*/ 40548 w 59893"/>
                        <a:gd name="connsiteY0" fmla="*/ 31481 h 36332"/>
                        <a:gd name="connsiteX1" fmla="*/ 59579 w 59893"/>
                        <a:gd name="connsiteY1" fmla="*/ 35050 h 36332"/>
                        <a:gd name="connsiteX2" fmla="*/ 53632 w 59893"/>
                        <a:gd name="connsiteY2" fmla="*/ 23155 h 36332"/>
                        <a:gd name="connsiteX3" fmla="*/ 28654 w 59893"/>
                        <a:gd name="connsiteY3" fmla="*/ 6503 h 36332"/>
                        <a:gd name="connsiteX4" fmla="*/ 16759 w 59893"/>
                        <a:gd name="connsiteY4" fmla="*/ 5314 h 36332"/>
                        <a:gd name="connsiteX5" fmla="*/ 2486 w 59893"/>
                        <a:gd name="connsiteY5" fmla="*/ 556 h 36332"/>
                        <a:gd name="connsiteX6" fmla="*/ 1297 w 59893"/>
                        <a:gd name="connsiteY6" fmla="*/ 6503 h 36332"/>
                        <a:gd name="connsiteX7" fmla="*/ 14380 w 59893"/>
                        <a:gd name="connsiteY7" fmla="*/ 16019 h 36332"/>
                        <a:gd name="connsiteX8" fmla="*/ 15570 w 59893"/>
                        <a:gd name="connsiteY8" fmla="*/ 23155 h 36332"/>
                        <a:gd name="connsiteX9" fmla="*/ 23896 w 59893"/>
                        <a:gd name="connsiteY9" fmla="*/ 26724 h 36332"/>
                        <a:gd name="connsiteX10" fmla="*/ 32222 w 59893"/>
                        <a:gd name="connsiteY10" fmla="*/ 30292 h 36332"/>
                        <a:gd name="connsiteX11" fmla="*/ 40548 w 59893"/>
                        <a:gd name="connsiteY11" fmla="*/ 31481 h 36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59893" h="36332">
                          <a:moveTo>
                            <a:pt x="40548" y="31481"/>
                          </a:moveTo>
                          <a:cubicBezTo>
                            <a:pt x="44116" y="33861"/>
                            <a:pt x="58390" y="38618"/>
                            <a:pt x="59579" y="35050"/>
                          </a:cubicBezTo>
                          <a:cubicBezTo>
                            <a:pt x="59579" y="35050"/>
                            <a:pt x="61958" y="27913"/>
                            <a:pt x="53632" y="23155"/>
                          </a:cubicBezTo>
                          <a:cubicBezTo>
                            <a:pt x="45306" y="18398"/>
                            <a:pt x="34601" y="6503"/>
                            <a:pt x="28654" y="6503"/>
                          </a:cubicBezTo>
                          <a:cubicBezTo>
                            <a:pt x="23896" y="6503"/>
                            <a:pt x="20328" y="6503"/>
                            <a:pt x="16759" y="5314"/>
                          </a:cubicBezTo>
                          <a:cubicBezTo>
                            <a:pt x="13191" y="4125"/>
                            <a:pt x="4865" y="-1823"/>
                            <a:pt x="2486" y="556"/>
                          </a:cubicBezTo>
                          <a:cubicBezTo>
                            <a:pt x="107" y="1746"/>
                            <a:pt x="-1082" y="5314"/>
                            <a:pt x="1297" y="6503"/>
                          </a:cubicBezTo>
                          <a:cubicBezTo>
                            <a:pt x="2486" y="7693"/>
                            <a:pt x="15570" y="11261"/>
                            <a:pt x="14380" y="16019"/>
                          </a:cubicBezTo>
                          <a:cubicBezTo>
                            <a:pt x="14380" y="20777"/>
                            <a:pt x="13191" y="23155"/>
                            <a:pt x="15570" y="23155"/>
                          </a:cubicBezTo>
                          <a:cubicBezTo>
                            <a:pt x="17949" y="24345"/>
                            <a:pt x="21517" y="24345"/>
                            <a:pt x="23896" y="26724"/>
                          </a:cubicBezTo>
                          <a:cubicBezTo>
                            <a:pt x="26275" y="29103"/>
                            <a:pt x="27464" y="30292"/>
                            <a:pt x="32222" y="30292"/>
                          </a:cubicBezTo>
                          <a:cubicBezTo>
                            <a:pt x="36980" y="30292"/>
                            <a:pt x="36980" y="29103"/>
                            <a:pt x="40548" y="31481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4" name="Freeform 783">
                      <a:extLst>
                        <a:ext uri="{FF2B5EF4-FFF2-40B4-BE49-F238E27FC236}">
                          <a16:creationId xmlns:a16="http://schemas.microsoft.com/office/drawing/2014/main" id="{1EAD1DF6-75D9-8B6E-8F1C-C4BC13AE1D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3052" y="3062716"/>
                      <a:ext cx="52546" cy="38218"/>
                    </a:xfrm>
                    <a:custGeom>
                      <a:avLst/>
                      <a:gdLst>
                        <a:gd name="connsiteX0" fmla="*/ 44322 w 52546"/>
                        <a:gd name="connsiteY0" fmla="*/ 23945 h 38218"/>
                        <a:gd name="connsiteX1" fmla="*/ 51458 w 52546"/>
                        <a:gd name="connsiteY1" fmla="*/ 20377 h 38218"/>
                        <a:gd name="connsiteX2" fmla="*/ 40754 w 52546"/>
                        <a:gd name="connsiteY2" fmla="*/ 19187 h 38218"/>
                        <a:gd name="connsiteX3" fmla="*/ 28859 w 52546"/>
                        <a:gd name="connsiteY3" fmla="*/ 20377 h 38218"/>
                        <a:gd name="connsiteX4" fmla="*/ 16965 w 52546"/>
                        <a:gd name="connsiteY4" fmla="*/ 13240 h 38218"/>
                        <a:gd name="connsiteX5" fmla="*/ 12207 w 52546"/>
                        <a:gd name="connsiteY5" fmla="*/ 16809 h 38218"/>
                        <a:gd name="connsiteX6" fmla="*/ 11018 w 52546"/>
                        <a:gd name="connsiteY6" fmla="*/ 9672 h 38218"/>
                        <a:gd name="connsiteX7" fmla="*/ 9828 w 52546"/>
                        <a:gd name="connsiteY7" fmla="*/ 6104 h 38218"/>
                        <a:gd name="connsiteX8" fmla="*/ 12207 w 52546"/>
                        <a:gd name="connsiteY8" fmla="*/ 156 h 38218"/>
                        <a:gd name="connsiteX9" fmla="*/ 313 w 52546"/>
                        <a:gd name="connsiteY9" fmla="*/ 10861 h 38218"/>
                        <a:gd name="connsiteX10" fmla="*/ 6260 w 52546"/>
                        <a:gd name="connsiteY10" fmla="*/ 13240 h 38218"/>
                        <a:gd name="connsiteX11" fmla="*/ 7449 w 52546"/>
                        <a:gd name="connsiteY11" fmla="*/ 19187 h 38218"/>
                        <a:gd name="connsiteX12" fmla="*/ 14586 w 52546"/>
                        <a:gd name="connsiteY12" fmla="*/ 23945 h 38218"/>
                        <a:gd name="connsiteX13" fmla="*/ 18154 w 52546"/>
                        <a:gd name="connsiteY13" fmla="*/ 28703 h 38218"/>
                        <a:gd name="connsiteX14" fmla="*/ 31238 w 52546"/>
                        <a:gd name="connsiteY14" fmla="*/ 29892 h 38218"/>
                        <a:gd name="connsiteX15" fmla="*/ 39564 w 52546"/>
                        <a:gd name="connsiteY15" fmla="*/ 38218 h 38218"/>
                        <a:gd name="connsiteX16" fmla="*/ 43132 w 52546"/>
                        <a:gd name="connsiteY16" fmla="*/ 33461 h 38218"/>
                        <a:gd name="connsiteX17" fmla="*/ 44322 w 52546"/>
                        <a:gd name="connsiteY17" fmla="*/ 23945 h 382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52546" h="38218">
                          <a:moveTo>
                            <a:pt x="44322" y="23945"/>
                          </a:moveTo>
                          <a:cubicBezTo>
                            <a:pt x="49080" y="23945"/>
                            <a:pt x="55027" y="21566"/>
                            <a:pt x="51458" y="20377"/>
                          </a:cubicBezTo>
                          <a:cubicBezTo>
                            <a:pt x="47890" y="19187"/>
                            <a:pt x="44322" y="17998"/>
                            <a:pt x="40754" y="19187"/>
                          </a:cubicBezTo>
                          <a:cubicBezTo>
                            <a:pt x="37185" y="20377"/>
                            <a:pt x="31238" y="22756"/>
                            <a:pt x="28859" y="20377"/>
                          </a:cubicBezTo>
                          <a:cubicBezTo>
                            <a:pt x="26480" y="17998"/>
                            <a:pt x="19344" y="10861"/>
                            <a:pt x="16965" y="13240"/>
                          </a:cubicBezTo>
                          <a:cubicBezTo>
                            <a:pt x="14586" y="15619"/>
                            <a:pt x="12207" y="20377"/>
                            <a:pt x="12207" y="16809"/>
                          </a:cubicBezTo>
                          <a:cubicBezTo>
                            <a:pt x="11018" y="13240"/>
                            <a:pt x="12207" y="10861"/>
                            <a:pt x="11018" y="9672"/>
                          </a:cubicBezTo>
                          <a:cubicBezTo>
                            <a:pt x="9828" y="8483"/>
                            <a:pt x="8639" y="7293"/>
                            <a:pt x="9828" y="6104"/>
                          </a:cubicBezTo>
                          <a:cubicBezTo>
                            <a:pt x="11018" y="4914"/>
                            <a:pt x="14586" y="-1033"/>
                            <a:pt x="12207" y="156"/>
                          </a:cubicBezTo>
                          <a:cubicBezTo>
                            <a:pt x="9828" y="1346"/>
                            <a:pt x="-2066" y="9672"/>
                            <a:pt x="313" y="10861"/>
                          </a:cubicBezTo>
                          <a:cubicBezTo>
                            <a:pt x="2692" y="12051"/>
                            <a:pt x="6260" y="9672"/>
                            <a:pt x="6260" y="13240"/>
                          </a:cubicBezTo>
                          <a:cubicBezTo>
                            <a:pt x="6260" y="16809"/>
                            <a:pt x="6260" y="17998"/>
                            <a:pt x="7449" y="19187"/>
                          </a:cubicBezTo>
                          <a:cubicBezTo>
                            <a:pt x="9828" y="20377"/>
                            <a:pt x="13397" y="21566"/>
                            <a:pt x="14586" y="23945"/>
                          </a:cubicBezTo>
                          <a:cubicBezTo>
                            <a:pt x="14586" y="26324"/>
                            <a:pt x="13397" y="28703"/>
                            <a:pt x="18154" y="28703"/>
                          </a:cubicBezTo>
                          <a:cubicBezTo>
                            <a:pt x="22912" y="29892"/>
                            <a:pt x="30049" y="26324"/>
                            <a:pt x="31238" y="29892"/>
                          </a:cubicBezTo>
                          <a:cubicBezTo>
                            <a:pt x="33617" y="33461"/>
                            <a:pt x="37185" y="38218"/>
                            <a:pt x="39564" y="38218"/>
                          </a:cubicBezTo>
                          <a:cubicBezTo>
                            <a:pt x="41943" y="37029"/>
                            <a:pt x="45511" y="37029"/>
                            <a:pt x="43132" y="33461"/>
                          </a:cubicBezTo>
                          <a:cubicBezTo>
                            <a:pt x="44322" y="32271"/>
                            <a:pt x="39564" y="25135"/>
                            <a:pt x="44322" y="23945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5" name="Freeform 784">
                      <a:extLst>
                        <a:ext uri="{FF2B5EF4-FFF2-40B4-BE49-F238E27FC236}">
                          <a16:creationId xmlns:a16="http://schemas.microsoft.com/office/drawing/2014/main" id="{FCCA41CE-3662-476E-1493-AEA6F4CA1C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5141" y="3066256"/>
                      <a:ext cx="46857" cy="51886"/>
                    </a:xfrm>
                    <a:custGeom>
                      <a:avLst/>
                      <a:gdLst>
                        <a:gd name="connsiteX0" fmla="*/ 39326 w 46857"/>
                        <a:gd name="connsiteY0" fmla="*/ 26352 h 51886"/>
                        <a:gd name="connsiteX1" fmla="*/ 33379 w 46857"/>
                        <a:gd name="connsiteY1" fmla="*/ 34678 h 51886"/>
                        <a:gd name="connsiteX2" fmla="*/ 33379 w 46857"/>
                        <a:gd name="connsiteY2" fmla="*/ 27542 h 51886"/>
                        <a:gd name="connsiteX3" fmla="*/ 28621 w 46857"/>
                        <a:gd name="connsiteY3" fmla="*/ 23973 h 51886"/>
                        <a:gd name="connsiteX4" fmla="*/ 36947 w 46857"/>
                        <a:gd name="connsiteY4" fmla="*/ 10890 h 51886"/>
                        <a:gd name="connsiteX5" fmla="*/ 31000 w 46857"/>
                        <a:gd name="connsiteY5" fmla="*/ 7321 h 51886"/>
                        <a:gd name="connsiteX6" fmla="*/ 31000 w 46857"/>
                        <a:gd name="connsiteY6" fmla="*/ 185 h 51886"/>
                        <a:gd name="connsiteX7" fmla="*/ 15537 w 46857"/>
                        <a:gd name="connsiteY7" fmla="*/ 19216 h 51886"/>
                        <a:gd name="connsiteX8" fmla="*/ 1264 w 46857"/>
                        <a:gd name="connsiteY8" fmla="*/ 32299 h 51886"/>
                        <a:gd name="connsiteX9" fmla="*/ 6022 w 46857"/>
                        <a:gd name="connsiteY9" fmla="*/ 45383 h 51886"/>
                        <a:gd name="connsiteX10" fmla="*/ 13158 w 46857"/>
                        <a:gd name="connsiteY10" fmla="*/ 51330 h 51886"/>
                        <a:gd name="connsiteX11" fmla="*/ 16726 w 46857"/>
                        <a:gd name="connsiteY11" fmla="*/ 46573 h 51886"/>
                        <a:gd name="connsiteX12" fmla="*/ 22674 w 46857"/>
                        <a:gd name="connsiteY12" fmla="*/ 48951 h 51886"/>
                        <a:gd name="connsiteX13" fmla="*/ 29810 w 46857"/>
                        <a:gd name="connsiteY13" fmla="*/ 44194 h 51886"/>
                        <a:gd name="connsiteX14" fmla="*/ 45273 w 46857"/>
                        <a:gd name="connsiteY14" fmla="*/ 35868 h 51886"/>
                        <a:gd name="connsiteX15" fmla="*/ 39326 w 46857"/>
                        <a:gd name="connsiteY15" fmla="*/ 26352 h 518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6857" h="51886">
                          <a:moveTo>
                            <a:pt x="39326" y="26352"/>
                          </a:moveTo>
                          <a:cubicBezTo>
                            <a:pt x="35757" y="23973"/>
                            <a:pt x="35757" y="34678"/>
                            <a:pt x="33379" y="34678"/>
                          </a:cubicBezTo>
                          <a:cubicBezTo>
                            <a:pt x="31000" y="34678"/>
                            <a:pt x="33379" y="29920"/>
                            <a:pt x="33379" y="27542"/>
                          </a:cubicBezTo>
                          <a:cubicBezTo>
                            <a:pt x="33379" y="25163"/>
                            <a:pt x="31000" y="25163"/>
                            <a:pt x="28621" y="23973"/>
                          </a:cubicBezTo>
                          <a:cubicBezTo>
                            <a:pt x="27431" y="22784"/>
                            <a:pt x="35757" y="13268"/>
                            <a:pt x="36947" y="10890"/>
                          </a:cubicBezTo>
                          <a:cubicBezTo>
                            <a:pt x="36947" y="8511"/>
                            <a:pt x="34568" y="8511"/>
                            <a:pt x="31000" y="7321"/>
                          </a:cubicBezTo>
                          <a:cubicBezTo>
                            <a:pt x="27431" y="7321"/>
                            <a:pt x="34568" y="2563"/>
                            <a:pt x="31000" y="185"/>
                          </a:cubicBezTo>
                          <a:cubicBezTo>
                            <a:pt x="27431" y="-2194"/>
                            <a:pt x="15537" y="19216"/>
                            <a:pt x="15537" y="19216"/>
                          </a:cubicBezTo>
                          <a:cubicBezTo>
                            <a:pt x="14348" y="21594"/>
                            <a:pt x="4832" y="28731"/>
                            <a:pt x="1264" y="32299"/>
                          </a:cubicBezTo>
                          <a:cubicBezTo>
                            <a:pt x="-2304" y="35868"/>
                            <a:pt x="2453" y="44194"/>
                            <a:pt x="6022" y="45383"/>
                          </a:cubicBezTo>
                          <a:cubicBezTo>
                            <a:pt x="8400" y="46573"/>
                            <a:pt x="10779" y="48951"/>
                            <a:pt x="13158" y="51330"/>
                          </a:cubicBezTo>
                          <a:cubicBezTo>
                            <a:pt x="15537" y="53709"/>
                            <a:pt x="15537" y="47762"/>
                            <a:pt x="16726" y="46573"/>
                          </a:cubicBezTo>
                          <a:cubicBezTo>
                            <a:pt x="17916" y="45383"/>
                            <a:pt x="20295" y="47762"/>
                            <a:pt x="22674" y="48951"/>
                          </a:cubicBezTo>
                          <a:cubicBezTo>
                            <a:pt x="25052" y="48951"/>
                            <a:pt x="27431" y="45383"/>
                            <a:pt x="29810" y="44194"/>
                          </a:cubicBezTo>
                          <a:cubicBezTo>
                            <a:pt x="32189" y="43004"/>
                            <a:pt x="41705" y="40625"/>
                            <a:pt x="45273" y="35868"/>
                          </a:cubicBezTo>
                          <a:cubicBezTo>
                            <a:pt x="50031" y="28731"/>
                            <a:pt x="42894" y="28731"/>
                            <a:pt x="39326" y="26352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6" name="Freeform 785">
                      <a:extLst>
                        <a:ext uri="{FF2B5EF4-FFF2-40B4-BE49-F238E27FC236}">
                          <a16:creationId xmlns:a16="http://schemas.microsoft.com/office/drawing/2014/main" id="{84EBB971-6E02-F2B7-22B7-9F31ECA023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77066" y="2910392"/>
                      <a:ext cx="163894" cy="181129"/>
                    </a:xfrm>
                    <a:custGeom>
                      <a:avLst/>
                      <a:gdLst>
                        <a:gd name="connsiteX0" fmla="*/ 162953 w 163894"/>
                        <a:gd name="connsiteY0" fmla="*/ 134639 h 181129"/>
                        <a:gd name="connsiteX1" fmla="*/ 152248 w 163894"/>
                        <a:gd name="connsiteY1" fmla="*/ 145344 h 181129"/>
                        <a:gd name="connsiteX2" fmla="*/ 151058 w 163894"/>
                        <a:gd name="connsiteY2" fmla="*/ 134639 h 181129"/>
                        <a:gd name="connsiteX3" fmla="*/ 159384 w 163894"/>
                        <a:gd name="connsiteY3" fmla="*/ 125124 h 181129"/>
                        <a:gd name="connsiteX4" fmla="*/ 147490 w 163894"/>
                        <a:gd name="connsiteY4" fmla="*/ 129882 h 181129"/>
                        <a:gd name="connsiteX5" fmla="*/ 137975 w 163894"/>
                        <a:gd name="connsiteY5" fmla="*/ 140587 h 181129"/>
                        <a:gd name="connsiteX6" fmla="*/ 134406 w 163894"/>
                        <a:gd name="connsiteY6" fmla="*/ 132261 h 181129"/>
                        <a:gd name="connsiteX7" fmla="*/ 137975 w 163894"/>
                        <a:gd name="connsiteY7" fmla="*/ 128692 h 181129"/>
                        <a:gd name="connsiteX8" fmla="*/ 133217 w 163894"/>
                        <a:gd name="connsiteY8" fmla="*/ 120366 h 181129"/>
                        <a:gd name="connsiteX9" fmla="*/ 145111 w 163894"/>
                        <a:gd name="connsiteY9" fmla="*/ 112040 h 181129"/>
                        <a:gd name="connsiteX10" fmla="*/ 157006 w 163894"/>
                        <a:gd name="connsiteY10" fmla="*/ 102525 h 181129"/>
                        <a:gd name="connsiteX11" fmla="*/ 146300 w 163894"/>
                        <a:gd name="connsiteY11" fmla="*/ 106093 h 181129"/>
                        <a:gd name="connsiteX12" fmla="*/ 135596 w 163894"/>
                        <a:gd name="connsiteY12" fmla="*/ 110851 h 181129"/>
                        <a:gd name="connsiteX13" fmla="*/ 136785 w 163894"/>
                        <a:gd name="connsiteY13" fmla="*/ 101335 h 181129"/>
                        <a:gd name="connsiteX14" fmla="*/ 133217 w 163894"/>
                        <a:gd name="connsiteY14" fmla="*/ 96577 h 181129"/>
                        <a:gd name="connsiteX15" fmla="*/ 148679 w 163894"/>
                        <a:gd name="connsiteY15" fmla="*/ 84683 h 181129"/>
                        <a:gd name="connsiteX16" fmla="*/ 135596 w 163894"/>
                        <a:gd name="connsiteY16" fmla="*/ 77547 h 181129"/>
                        <a:gd name="connsiteX17" fmla="*/ 127270 w 163894"/>
                        <a:gd name="connsiteY17" fmla="*/ 85873 h 181129"/>
                        <a:gd name="connsiteX18" fmla="*/ 124891 w 163894"/>
                        <a:gd name="connsiteY18" fmla="*/ 77547 h 181129"/>
                        <a:gd name="connsiteX19" fmla="*/ 110617 w 163894"/>
                        <a:gd name="connsiteY19" fmla="*/ 84683 h 181129"/>
                        <a:gd name="connsiteX20" fmla="*/ 105860 w 163894"/>
                        <a:gd name="connsiteY20" fmla="*/ 79925 h 181129"/>
                        <a:gd name="connsiteX21" fmla="*/ 98723 w 163894"/>
                        <a:gd name="connsiteY21" fmla="*/ 79925 h 181129"/>
                        <a:gd name="connsiteX22" fmla="*/ 93965 w 163894"/>
                        <a:gd name="connsiteY22" fmla="*/ 77547 h 181129"/>
                        <a:gd name="connsiteX23" fmla="*/ 90397 w 163894"/>
                        <a:gd name="connsiteY23" fmla="*/ 78736 h 181129"/>
                        <a:gd name="connsiteX24" fmla="*/ 93965 w 163894"/>
                        <a:gd name="connsiteY24" fmla="*/ 70410 h 181129"/>
                        <a:gd name="connsiteX25" fmla="*/ 90397 w 163894"/>
                        <a:gd name="connsiteY25" fmla="*/ 68031 h 181129"/>
                        <a:gd name="connsiteX26" fmla="*/ 107049 w 163894"/>
                        <a:gd name="connsiteY26" fmla="*/ 58516 h 181129"/>
                        <a:gd name="connsiteX27" fmla="*/ 97534 w 163894"/>
                        <a:gd name="connsiteY27" fmla="*/ 58516 h 181129"/>
                        <a:gd name="connsiteX28" fmla="*/ 91587 w 163894"/>
                        <a:gd name="connsiteY28" fmla="*/ 56137 h 181129"/>
                        <a:gd name="connsiteX29" fmla="*/ 91587 w 163894"/>
                        <a:gd name="connsiteY29" fmla="*/ 50190 h 181129"/>
                        <a:gd name="connsiteX30" fmla="*/ 72556 w 163894"/>
                        <a:gd name="connsiteY30" fmla="*/ 70410 h 181129"/>
                        <a:gd name="connsiteX31" fmla="*/ 82071 w 163894"/>
                        <a:gd name="connsiteY31" fmla="*/ 44242 h 181129"/>
                        <a:gd name="connsiteX32" fmla="*/ 95155 w 163894"/>
                        <a:gd name="connsiteY32" fmla="*/ 33537 h 181129"/>
                        <a:gd name="connsiteX33" fmla="*/ 97534 w 163894"/>
                        <a:gd name="connsiteY33" fmla="*/ 24022 h 181129"/>
                        <a:gd name="connsiteX34" fmla="*/ 99912 w 163894"/>
                        <a:gd name="connsiteY34" fmla="*/ 27590 h 181129"/>
                        <a:gd name="connsiteX35" fmla="*/ 107049 w 163894"/>
                        <a:gd name="connsiteY35" fmla="*/ 18075 h 181129"/>
                        <a:gd name="connsiteX36" fmla="*/ 101102 w 163894"/>
                        <a:gd name="connsiteY36" fmla="*/ 10938 h 181129"/>
                        <a:gd name="connsiteX37" fmla="*/ 115375 w 163894"/>
                        <a:gd name="connsiteY37" fmla="*/ 6181 h 181129"/>
                        <a:gd name="connsiteX38" fmla="*/ 104670 w 163894"/>
                        <a:gd name="connsiteY38" fmla="*/ 233 h 181129"/>
                        <a:gd name="connsiteX39" fmla="*/ 93965 w 163894"/>
                        <a:gd name="connsiteY39" fmla="*/ 7370 h 181129"/>
                        <a:gd name="connsiteX40" fmla="*/ 85639 w 163894"/>
                        <a:gd name="connsiteY40" fmla="*/ 9749 h 181129"/>
                        <a:gd name="connsiteX41" fmla="*/ 80881 w 163894"/>
                        <a:gd name="connsiteY41" fmla="*/ 18075 h 181129"/>
                        <a:gd name="connsiteX42" fmla="*/ 76124 w 163894"/>
                        <a:gd name="connsiteY42" fmla="*/ 20454 h 181129"/>
                        <a:gd name="connsiteX43" fmla="*/ 72556 w 163894"/>
                        <a:gd name="connsiteY43" fmla="*/ 26401 h 181129"/>
                        <a:gd name="connsiteX44" fmla="*/ 64229 w 163894"/>
                        <a:gd name="connsiteY44" fmla="*/ 34727 h 181129"/>
                        <a:gd name="connsiteX45" fmla="*/ 64229 w 163894"/>
                        <a:gd name="connsiteY45" fmla="*/ 41864 h 181129"/>
                        <a:gd name="connsiteX46" fmla="*/ 57093 w 163894"/>
                        <a:gd name="connsiteY46" fmla="*/ 47811 h 181129"/>
                        <a:gd name="connsiteX47" fmla="*/ 54714 w 163894"/>
                        <a:gd name="connsiteY47" fmla="*/ 52568 h 181129"/>
                        <a:gd name="connsiteX48" fmla="*/ 47577 w 163894"/>
                        <a:gd name="connsiteY48" fmla="*/ 68031 h 181129"/>
                        <a:gd name="connsiteX49" fmla="*/ 48767 w 163894"/>
                        <a:gd name="connsiteY49" fmla="*/ 71599 h 181129"/>
                        <a:gd name="connsiteX50" fmla="*/ 40441 w 163894"/>
                        <a:gd name="connsiteY50" fmla="*/ 75168 h 181129"/>
                        <a:gd name="connsiteX51" fmla="*/ 40441 w 163894"/>
                        <a:gd name="connsiteY51" fmla="*/ 82304 h 181129"/>
                        <a:gd name="connsiteX52" fmla="*/ 30925 w 163894"/>
                        <a:gd name="connsiteY52" fmla="*/ 87062 h 181129"/>
                        <a:gd name="connsiteX53" fmla="*/ 23789 w 163894"/>
                        <a:gd name="connsiteY53" fmla="*/ 100146 h 181129"/>
                        <a:gd name="connsiteX54" fmla="*/ 17842 w 163894"/>
                        <a:gd name="connsiteY54" fmla="*/ 96577 h 181129"/>
                        <a:gd name="connsiteX55" fmla="*/ 8326 w 163894"/>
                        <a:gd name="connsiteY55" fmla="*/ 106093 h 181129"/>
                        <a:gd name="connsiteX56" fmla="*/ 26168 w 163894"/>
                        <a:gd name="connsiteY56" fmla="*/ 106093 h 181129"/>
                        <a:gd name="connsiteX57" fmla="*/ 15463 w 163894"/>
                        <a:gd name="connsiteY57" fmla="*/ 116798 h 181129"/>
                        <a:gd name="connsiteX58" fmla="*/ 0 w 163894"/>
                        <a:gd name="connsiteY58" fmla="*/ 128692 h 181129"/>
                        <a:gd name="connsiteX59" fmla="*/ 8326 w 163894"/>
                        <a:gd name="connsiteY59" fmla="*/ 139397 h 181129"/>
                        <a:gd name="connsiteX60" fmla="*/ 19031 w 163894"/>
                        <a:gd name="connsiteY60" fmla="*/ 135829 h 181129"/>
                        <a:gd name="connsiteX61" fmla="*/ 27357 w 163894"/>
                        <a:gd name="connsiteY61" fmla="*/ 129882 h 181129"/>
                        <a:gd name="connsiteX62" fmla="*/ 30925 w 163894"/>
                        <a:gd name="connsiteY62" fmla="*/ 135829 h 181129"/>
                        <a:gd name="connsiteX63" fmla="*/ 39251 w 163894"/>
                        <a:gd name="connsiteY63" fmla="*/ 135829 h 181129"/>
                        <a:gd name="connsiteX64" fmla="*/ 48767 w 163894"/>
                        <a:gd name="connsiteY64" fmla="*/ 139397 h 181129"/>
                        <a:gd name="connsiteX65" fmla="*/ 60661 w 163894"/>
                        <a:gd name="connsiteY65" fmla="*/ 139397 h 181129"/>
                        <a:gd name="connsiteX66" fmla="*/ 67798 w 163894"/>
                        <a:gd name="connsiteY66" fmla="*/ 137018 h 181129"/>
                        <a:gd name="connsiteX67" fmla="*/ 78503 w 163894"/>
                        <a:gd name="connsiteY67" fmla="*/ 128692 h 181129"/>
                        <a:gd name="connsiteX68" fmla="*/ 85639 w 163894"/>
                        <a:gd name="connsiteY68" fmla="*/ 132261 h 181129"/>
                        <a:gd name="connsiteX69" fmla="*/ 83260 w 163894"/>
                        <a:gd name="connsiteY69" fmla="*/ 137018 h 181129"/>
                        <a:gd name="connsiteX70" fmla="*/ 79692 w 163894"/>
                        <a:gd name="connsiteY70" fmla="*/ 141776 h 181129"/>
                        <a:gd name="connsiteX71" fmla="*/ 90397 w 163894"/>
                        <a:gd name="connsiteY71" fmla="*/ 144155 h 181129"/>
                        <a:gd name="connsiteX72" fmla="*/ 96344 w 163894"/>
                        <a:gd name="connsiteY72" fmla="*/ 137018 h 181129"/>
                        <a:gd name="connsiteX73" fmla="*/ 102291 w 163894"/>
                        <a:gd name="connsiteY73" fmla="*/ 140587 h 181129"/>
                        <a:gd name="connsiteX74" fmla="*/ 109428 w 163894"/>
                        <a:gd name="connsiteY74" fmla="*/ 139397 h 181129"/>
                        <a:gd name="connsiteX75" fmla="*/ 97534 w 163894"/>
                        <a:gd name="connsiteY75" fmla="*/ 146534 h 181129"/>
                        <a:gd name="connsiteX76" fmla="*/ 91587 w 163894"/>
                        <a:gd name="connsiteY76" fmla="*/ 152481 h 181129"/>
                        <a:gd name="connsiteX77" fmla="*/ 76124 w 163894"/>
                        <a:gd name="connsiteY77" fmla="*/ 163186 h 181129"/>
                        <a:gd name="connsiteX78" fmla="*/ 85639 w 163894"/>
                        <a:gd name="connsiteY78" fmla="*/ 163186 h 181129"/>
                        <a:gd name="connsiteX79" fmla="*/ 91587 w 163894"/>
                        <a:gd name="connsiteY79" fmla="*/ 166754 h 181129"/>
                        <a:gd name="connsiteX80" fmla="*/ 103481 w 163894"/>
                        <a:gd name="connsiteY80" fmla="*/ 150102 h 181129"/>
                        <a:gd name="connsiteX81" fmla="*/ 112996 w 163894"/>
                        <a:gd name="connsiteY81" fmla="*/ 150102 h 181129"/>
                        <a:gd name="connsiteX82" fmla="*/ 117754 w 163894"/>
                        <a:gd name="connsiteY82" fmla="*/ 134639 h 181129"/>
                        <a:gd name="connsiteX83" fmla="*/ 126080 w 163894"/>
                        <a:gd name="connsiteY83" fmla="*/ 141776 h 181129"/>
                        <a:gd name="connsiteX84" fmla="*/ 123701 w 163894"/>
                        <a:gd name="connsiteY84" fmla="*/ 158428 h 181129"/>
                        <a:gd name="connsiteX85" fmla="*/ 117754 w 163894"/>
                        <a:gd name="connsiteY85" fmla="*/ 169133 h 181129"/>
                        <a:gd name="connsiteX86" fmla="*/ 126080 w 163894"/>
                        <a:gd name="connsiteY86" fmla="*/ 163186 h 181129"/>
                        <a:gd name="connsiteX87" fmla="*/ 139164 w 163894"/>
                        <a:gd name="connsiteY87" fmla="*/ 158428 h 181129"/>
                        <a:gd name="connsiteX88" fmla="*/ 132027 w 163894"/>
                        <a:gd name="connsiteY88" fmla="*/ 167944 h 181129"/>
                        <a:gd name="connsiteX89" fmla="*/ 134406 w 163894"/>
                        <a:gd name="connsiteY89" fmla="*/ 181027 h 181129"/>
                        <a:gd name="connsiteX90" fmla="*/ 139164 w 163894"/>
                        <a:gd name="connsiteY90" fmla="*/ 173891 h 181129"/>
                        <a:gd name="connsiteX91" fmla="*/ 148679 w 163894"/>
                        <a:gd name="connsiteY91" fmla="*/ 177459 h 181129"/>
                        <a:gd name="connsiteX92" fmla="*/ 151058 w 163894"/>
                        <a:gd name="connsiteY92" fmla="*/ 158428 h 181129"/>
                        <a:gd name="connsiteX93" fmla="*/ 162953 w 163894"/>
                        <a:gd name="connsiteY93" fmla="*/ 134639 h 1811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</a:cxnLst>
                      <a:rect l="l" t="t" r="r" b="b"/>
                      <a:pathLst>
                        <a:path w="163894" h="181129">
                          <a:moveTo>
                            <a:pt x="162953" y="134639"/>
                          </a:moveTo>
                          <a:cubicBezTo>
                            <a:pt x="159384" y="138208"/>
                            <a:pt x="154627" y="148913"/>
                            <a:pt x="152248" y="145344"/>
                          </a:cubicBezTo>
                          <a:cubicBezTo>
                            <a:pt x="149869" y="141776"/>
                            <a:pt x="148679" y="137018"/>
                            <a:pt x="151058" y="134639"/>
                          </a:cubicBezTo>
                          <a:cubicBezTo>
                            <a:pt x="153437" y="133450"/>
                            <a:pt x="161763" y="125124"/>
                            <a:pt x="159384" y="125124"/>
                          </a:cubicBezTo>
                          <a:cubicBezTo>
                            <a:pt x="158195" y="125124"/>
                            <a:pt x="149869" y="128692"/>
                            <a:pt x="147490" y="129882"/>
                          </a:cubicBezTo>
                          <a:cubicBezTo>
                            <a:pt x="145111" y="131071"/>
                            <a:pt x="140353" y="144155"/>
                            <a:pt x="137975" y="140587"/>
                          </a:cubicBezTo>
                          <a:cubicBezTo>
                            <a:pt x="135596" y="137018"/>
                            <a:pt x="132027" y="133450"/>
                            <a:pt x="134406" y="132261"/>
                          </a:cubicBezTo>
                          <a:cubicBezTo>
                            <a:pt x="136785" y="131071"/>
                            <a:pt x="141543" y="129882"/>
                            <a:pt x="137975" y="128692"/>
                          </a:cubicBezTo>
                          <a:cubicBezTo>
                            <a:pt x="134406" y="127503"/>
                            <a:pt x="129648" y="120366"/>
                            <a:pt x="133217" y="120366"/>
                          </a:cubicBezTo>
                          <a:cubicBezTo>
                            <a:pt x="137975" y="120366"/>
                            <a:pt x="142732" y="112040"/>
                            <a:pt x="145111" y="112040"/>
                          </a:cubicBezTo>
                          <a:cubicBezTo>
                            <a:pt x="147490" y="112040"/>
                            <a:pt x="160574" y="103714"/>
                            <a:pt x="157006" y="102525"/>
                          </a:cubicBezTo>
                          <a:cubicBezTo>
                            <a:pt x="153437" y="101335"/>
                            <a:pt x="149869" y="103714"/>
                            <a:pt x="146300" y="106093"/>
                          </a:cubicBezTo>
                          <a:cubicBezTo>
                            <a:pt x="142732" y="108472"/>
                            <a:pt x="136785" y="115608"/>
                            <a:pt x="135596" y="110851"/>
                          </a:cubicBezTo>
                          <a:cubicBezTo>
                            <a:pt x="134406" y="107282"/>
                            <a:pt x="139164" y="102525"/>
                            <a:pt x="136785" y="101335"/>
                          </a:cubicBezTo>
                          <a:cubicBezTo>
                            <a:pt x="135596" y="100146"/>
                            <a:pt x="132027" y="96577"/>
                            <a:pt x="133217" y="96577"/>
                          </a:cubicBezTo>
                          <a:cubicBezTo>
                            <a:pt x="134406" y="96577"/>
                            <a:pt x="154627" y="89441"/>
                            <a:pt x="148679" y="84683"/>
                          </a:cubicBezTo>
                          <a:cubicBezTo>
                            <a:pt x="143922" y="79925"/>
                            <a:pt x="137975" y="75168"/>
                            <a:pt x="135596" y="77547"/>
                          </a:cubicBezTo>
                          <a:cubicBezTo>
                            <a:pt x="132027" y="78736"/>
                            <a:pt x="128459" y="87062"/>
                            <a:pt x="127270" y="85873"/>
                          </a:cubicBezTo>
                          <a:cubicBezTo>
                            <a:pt x="124891" y="84683"/>
                            <a:pt x="128459" y="76357"/>
                            <a:pt x="124891" y="77547"/>
                          </a:cubicBezTo>
                          <a:cubicBezTo>
                            <a:pt x="122512" y="78736"/>
                            <a:pt x="111807" y="83494"/>
                            <a:pt x="110617" y="84683"/>
                          </a:cubicBezTo>
                          <a:cubicBezTo>
                            <a:pt x="109428" y="85873"/>
                            <a:pt x="107049" y="82304"/>
                            <a:pt x="105860" y="79925"/>
                          </a:cubicBezTo>
                          <a:cubicBezTo>
                            <a:pt x="104670" y="77547"/>
                            <a:pt x="102291" y="78736"/>
                            <a:pt x="98723" y="79925"/>
                          </a:cubicBezTo>
                          <a:cubicBezTo>
                            <a:pt x="93965" y="81115"/>
                            <a:pt x="93965" y="77547"/>
                            <a:pt x="93965" y="77547"/>
                          </a:cubicBezTo>
                          <a:cubicBezTo>
                            <a:pt x="93965" y="77547"/>
                            <a:pt x="92776" y="82304"/>
                            <a:pt x="90397" y="78736"/>
                          </a:cubicBezTo>
                          <a:cubicBezTo>
                            <a:pt x="88018" y="76357"/>
                            <a:pt x="95155" y="71599"/>
                            <a:pt x="93965" y="70410"/>
                          </a:cubicBezTo>
                          <a:cubicBezTo>
                            <a:pt x="92776" y="69220"/>
                            <a:pt x="86829" y="70410"/>
                            <a:pt x="90397" y="68031"/>
                          </a:cubicBezTo>
                          <a:cubicBezTo>
                            <a:pt x="93965" y="65652"/>
                            <a:pt x="109428" y="59705"/>
                            <a:pt x="107049" y="58516"/>
                          </a:cubicBezTo>
                          <a:cubicBezTo>
                            <a:pt x="104670" y="57326"/>
                            <a:pt x="98723" y="59705"/>
                            <a:pt x="97534" y="58516"/>
                          </a:cubicBezTo>
                          <a:cubicBezTo>
                            <a:pt x="96344" y="57326"/>
                            <a:pt x="93965" y="56137"/>
                            <a:pt x="91587" y="56137"/>
                          </a:cubicBezTo>
                          <a:cubicBezTo>
                            <a:pt x="90397" y="56137"/>
                            <a:pt x="93965" y="47811"/>
                            <a:pt x="91587" y="50190"/>
                          </a:cubicBezTo>
                          <a:cubicBezTo>
                            <a:pt x="88018" y="51379"/>
                            <a:pt x="72556" y="79925"/>
                            <a:pt x="72556" y="70410"/>
                          </a:cubicBezTo>
                          <a:cubicBezTo>
                            <a:pt x="72556" y="70410"/>
                            <a:pt x="78503" y="47811"/>
                            <a:pt x="82071" y="44242"/>
                          </a:cubicBezTo>
                          <a:cubicBezTo>
                            <a:pt x="86829" y="40674"/>
                            <a:pt x="95155" y="35916"/>
                            <a:pt x="95155" y="33537"/>
                          </a:cubicBezTo>
                          <a:cubicBezTo>
                            <a:pt x="95155" y="31159"/>
                            <a:pt x="97534" y="24022"/>
                            <a:pt x="97534" y="24022"/>
                          </a:cubicBezTo>
                          <a:lnTo>
                            <a:pt x="99912" y="27590"/>
                          </a:lnTo>
                          <a:cubicBezTo>
                            <a:pt x="99912" y="27590"/>
                            <a:pt x="108239" y="19264"/>
                            <a:pt x="107049" y="18075"/>
                          </a:cubicBezTo>
                          <a:cubicBezTo>
                            <a:pt x="104670" y="16885"/>
                            <a:pt x="97534" y="12128"/>
                            <a:pt x="101102" y="10938"/>
                          </a:cubicBezTo>
                          <a:cubicBezTo>
                            <a:pt x="105860" y="9749"/>
                            <a:pt x="115375" y="9749"/>
                            <a:pt x="115375" y="6181"/>
                          </a:cubicBezTo>
                          <a:cubicBezTo>
                            <a:pt x="115375" y="2612"/>
                            <a:pt x="107049" y="-956"/>
                            <a:pt x="104670" y="233"/>
                          </a:cubicBezTo>
                          <a:cubicBezTo>
                            <a:pt x="102291" y="233"/>
                            <a:pt x="97534" y="7370"/>
                            <a:pt x="93965" y="7370"/>
                          </a:cubicBezTo>
                          <a:cubicBezTo>
                            <a:pt x="89208" y="7370"/>
                            <a:pt x="88018" y="6181"/>
                            <a:pt x="85639" y="9749"/>
                          </a:cubicBezTo>
                          <a:cubicBezTo>
                            <a:pt x="84450" y="13317"/>
                            <a:pt x="83260" y="16885"/>
                            <a:pt x="80881" y="18075"/>
                          </a:cubicBezTo>
                          <a:cubicBezTo>
                            <a:pt x="78503" y="19264"/>
                            <a:pt x="76124" y="20454"/>
                            <a:pt x="76124" y="20454"/>
                          </a:cubicBezTo>
                          <a:cubicBezTo>
                            <a:pt x="76124" y="20454"/>
                            <a:pt x="73745" y="25211"/>
                            <a:pt x="72556" y="26401"/>
                          </a:cubicBezTo>
                          <a:cubicBezTo>
                            <a:pt x="71366" y="27590"/>
                            <a:pt x="64229" y="33537"/>
                            <a:pt x="64229" y="34727"/>
                          </a:cubicBezTo>
                          <a:cubicBezTo>
                            <a:pt x="64229" y="37106"/>
                            <a:pt x="67798" y="39485"/>
                            <a:pt x="64229" y="41864"/>
                          </a:cubicBezTo>
                          <a:cubicBezTo>
                            <a:pt x="60661" y="44242"/>
                            <a:pt x="57093" y="46621"/>
                            <a:pt x="57093" y="47811"/>
                          </a:cubicBezTo>
                          <a:cubicBezTo>
                            <a:pt x="57093" y="49000"/>
                            <a:pt x="55904" y="50190"/>
                            <a:pt x="54714" y="52568"/>
                          </a:cubicBezTo>
                          <a:cubicBezTo>
                            <a:pt x="53525" y="54947"/>
                            <a:pt x="46388" y="66842"/>
                            <a:pt x="47577" y="68031"/>
                          </a:cubicBezTo>
                          <a:cubicBezTo>
                            <a:pt x="47577" y="69220"/>
                            <a:pt x="52335" y="70410"/>
                            <a:pt x="48767" y="71599"/>
                          </a:cubicBezTo>
                          <a:cubicBezTo>
                            <a:pt x="45198" y="72789"/>
                            <a:pt x="41630" y="71599"/>
                            <a:pt x="40441" y="75168"/>
                          </a:cubicBezTo>
                          <a:cubicBezTo>
                            <a:pt x="39251" y="78736"/>
                            <a:pt x="41630" y="78736"/>
                            <a:pt x="40441" y="82304"/>
                          </a:cubicBezTo>
                          <a:cubicBezTo>
                            <a:pt x="39251" y="85873"/>
                            <a:pt x="34494" y="78736"/>
                            <a:pt x="30925" y="87062"/>
                          </a:cubicBezTo>
                          <a:cubicBezTo>
                            <a:pt x="28546" y="94199"/>
                            <a:pt x="27357" y="101335"/>
                            <a:pt x="23789" y="100146"/>
                          </a:cubicBezTo>
                          <a:cubicBezTo>
                            <a:pt x="20220" y="98956"/>
                            <a:pt x="20220" y="95388"/>
                            <a:pt x="17842" y="96577"/>
                          </a:cubicBezTo>
                          <a:cubicBezTo>
                            <a:pt x="15463" y="97767"/>
                            <a:pt x="4758" y="104903"/>
                            <a:pt x="8326" y="106093"/>
                          </a:cubicBezTo>
                          <a:cubicBezTo>
                            <a:pt x="11894" y="106093"/>
                            <a:pt x="29736" y="103714"/>
                            <a:pt x="26168" y="106093"/>
                          </a:cubicBezTo>
                          <a:cubicBezTo>
                            <a:pt x="22599" y="108472"/>
                            <a:pt x="21410" y="113230"/>
                            <a:pt x="15463" y="116798"/>
                          </a:cubicBezTo>
                          <a:cubicBezTo>
                            <a:pt x="9516" y="120366"/>
                            <a:pt x="0" y="123935"/>
                            <a:pt x="0" y="128692"/>
                          </a:cubicBezTo>
                          <a:cubicBezTo>
                            <a:pt x="0" y="133450"/>
                            <a:pt x="4758" y="141776"/>
                            <a:pt x="8326" y="139397"/>
                          </a:cubicBezTo>
                          <a:cubicBezTo>
                            <a:pt x="11894" y="138208"/>
                            <a:pt x="16652" y="134639"/>
                            <a:pt x="19031" y="135829"/>
                          </a:cubicBezTo>
                          <a:cubicBezTo>
                            <a:pt x="21410" y="137018"/>
                            <a:pt x="27357" y="127503"/>
                            <a:pt x="27357" y="129882"/>
                          </a:cubicBezTo>
                          <a:cubicBezTo>
                            <a:pt x="27357" y="132261"/>
                            <a:pt x="30925" y="135829"/>
                            <a:pt x="30925" y="135829"/>
                          </a:cubicBezTo>
                          <a:cubicBezTo>
                            <a:pt x="30925" y="135829"/>
                            <a:pt x="34494" y="134639"/>
                            <a:pt x="39251" y="135829"/>
                          </a:cubicBezTo>
                          <a:cubicBezTo>
                            <a:pt x="42820" y="137018"/>
                            <a:pt x="46388" y="139397"/>
                            <a:pt x="48767" y="139397"/>
                          </a:cubicBezTo>
                          <a:cubicBezTo>
                            <a:pt x="51146" y="140587"/>
                            <a:pt x="60661" y="139397"/>
                            <a:pt x="60661" y="139397"/>
                          </a:cubicBezTo>
                          <a:cubicBezTo>
                            <a:pt x="60661" y="139397"/>
                            <a:pt x="65419" y="137018"/>
                            <a:pt x="67798" y="137018"/>
                          </a:cubicBezTo>
                          <a:cubicBezTo>
                            <a:pt x="68987" y="137018"/>
                            <a:pt x="76124" y="126313"/>
                            <a:pt x="78503" y="128692"/>
                          </a:cubicBezTo>
                          <a:cubicBezTo>
                            <a:pt x="80881" y="129882"/>
                            <a:pt x="88018" y="131071"/>
                            <a:pt x="85639" y="132261"/>
                          </a:cubicBezTo>
                          <a:cubicBezTo>
                            <a:pt x="83260" y="134639"/>
                            <a:pt x="80881" y="137018"/>
                            <a:pt x="83260" y="137018"/>
                          </a:cubicBezTo>
                          <a:cubicBezTo>
                            <a:pt x="85639" y="137018"/>
                            <a:pt x="76124" y="139397"/>
                            <a:pt x="79692" y="141776"/>
                          </a:cubicBezTo>
                          <a:cubicBezTo>
                            <a:pt x="83260" y="142966"/>
                            <a:pt x="86829" y="146534"/>
                            <a:pt x="90397" y="144155"/>
                          </a:cubicBezTo>
                          <a:cubicBezTo>
                            <a:pt x="92776" y="141776"/>
                            <a:pt x="93965" y="134639"/>
                            <a:pt x="96344" y="137018"/>
                          </a:cubicBezTo>
                          <a:cubicBezTo>
                            <a:pt x="98723" y="138208"/>
                            <a:pt x="99912" y="140587"/>
                            <a:pt x="102291" y="140587"/>
                          </a:cubicBezTo>
                          <a:cubicBezTo>
                            <a:pt x="105860" y="140587"/>
                            <a:pt x="110617" y="135829"/>
                            <a:pt x="109428" y="139397"/>
                          </a:cubicBezTo>
                          <a:cubicBezTo>
                            <a:pt x="108239" y="142966"/>
                            <a:pt x="99912" y="142966"/>
                            <a:pt x="97534" y="146534"/>
                          </a:cubicBezTo>
                          <a:cubicBezTo>
                            <a:pt x="95155" y="148913"/>
                            <a:pt x="95155" y="151292"/>
                            <a:pt x="91587" y="152481"/>
                          </a:cubicBezTo>
                          <a:cubicBezTo>
                            <a:pt x="89208" y="154860"/>
                            <a:pt x="73745" y="160807"/>
                            <a:pt x="76124" y="163186"/>
                          </a:cubicBezTo>
                          <a:cubicBezTo>
                            <a:pt x="78503" y="165565"/>
                            <a:pt x="85639" y="159618"/>
                            <a:pt x="85639" y="163186"/>
                          </a:cubicBezTo>
                          <a:cubicBezTo>
                            <a:pt x="85639" y="166754"/>
                            <a:pt x="86829" y="170322"/>
                            <a:pt x="91587" y="166754"/>
                          </a:cubicBezTo>
                          <a:cubicBezTo>
                            <a:pt x="96344" y="163186"/>
                            <a:pt x="98723" y="148913"/>
                            <a:pt x="103481" y="150102"/>
                          </a:cubicBezTo>
                          <a:cubicBezTo>
                            <a:pt x="109428" y="150102"/>
                            <a:pt x="111807" y="152481"/>
                            <a:pt x="112996" y="150102"/>
                          </a:cubicBezTo>
                          <a:cubicBezTo>
                            <a:pt x="114186" y="146534"/>
                            <a:pt x="112996" y="133450"/>
                            <a:pt x="117754" y="134639"/>
                          </a:cubicBezTo>
                          <a:cubicBezTo>
                            <a:pt x="122512" y="135829"/>
                            <a:pt x="124891" y="135829"/>
                            <a:pt x="126080" y="141776"/>
                          </a:cubicBezTo>
                          <a:cubicBezTo>
                            <a:pt x="126080" y="147723"/>
                            <a:pt x="127270" y="154860"/>
                            <a:pt x="123701" y="158428"/>
                          </a:cubicBezTo>
                          <a:cubicBezTo>
                            <a:pt x="120133" y="160807"/>
                            <a:pt x="114186" y="166754"/>
                            <a:pt x="117754" y="169133"/>
                          </a:cubicBezTo>
                          <a:cubicBezTo>
                            <a:pt x="121323" y="171512"/>
                            <a:pt x="122512" y="166754"/>
                            <a:pt x="126080" y="163186"/>
                          </a:cubicBezTo>
                          <a:cubicBezTo>
                            <a:pt x="129648" y="159618"/>
                            <a:pt x="140353" y="156049"/>
                            <a:pt x="139164" y="158428"/>
                          </a:cubicBezTo>
                          <a:cubicBezTo>
                            <a:pt x="137975" y="159618"/>
                            <a:pt x="130838" y="163186"/>
                            <a:pt x="132027" y="167944"/>
                          </a:cubicBezTo>
                          <a:cubicBezTo>
                            <a:pt x="133217" y="172701"/>
                            <a:pt x="133217" y="182217"/>
                            <a:pt x="134406" y="181027"/>
                          </a:cubicBezTo>
                          <a:cubicBezTo>
                            <a:pt x="135596" y="179838"/>
                            <a:pt x="137975" y="171512"/>
                            <a:pt x="139164" y="173891"/>
                          </a:cubicBezTo>
                          <a:cubicBezTo>
                            <a:pt x="141543" y="176270"/>
                            <a:pt x="148679" y="182217"/>
                            <a:pt x="148679" y="177459"/>
                          </a:cubicBezTo>
                          <a:cubicBezTo>
                            <a:pt x="148679" y="172701"/>
                            <a:pt x="147490" y="163186"/>
                            <a:pt x="151058" y="158428"/>
                          </a:cubicBezTo>
                          <a:cubicBezTo>
                            <a:pt x="159384" y="151292"/>
                            <a:pt x="166521" y="132261"/>
                            <a:pt x="162953" y="134639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787" name="Freeform 786">
                      <a:extLst>
                        <a:ext uri="{FF2B5EF4-FFF2-40B4-BE49-F238E27FC236}">
                          <a16:creationId xmlns:a16="http://schemas.microsoft.com/office/drawing/2014/main" id="{F5119B9F-6DE6-8BB6-1DEC-2DAD68E16F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1239" y="2977049"/>
                      <a:ext cx="7507" cy="7320"/>
                    </a:xfrm>
                    <a:custGeom>
                      <a:avLst/>
                      <a:gdLst>
                        <a:gd name="connsiteX0" fmla="*/ 6180 w 7507"/>
                        <a:gd name="connsiteY0" fmla="*/ 1373 h 7320"/>
                        <a:gd name="connsiteX1" fmla="*/ 233 w 7507"/>
                        <a:gd name="connsiteY1" fmla="*/ 1373 h 7320"/>
                        <a:gd name="connsiteX2" fmla="*/ 4991 w 7507"/>
                        <a:gd name="connsiteY2" fmla="*/ 7321 h 7320"/>
                        <a:gd name="connsiteX3" fmla="*/ 6180 w 7507"/>
                        <a:gd name="connsiteY3" fmla="*/ 1373 h 73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507" h="7320">
                          <a:moveTo>
                            <a:pt x="6180" y="1373"/>
                          </a:moveTo>
                          <a:cubicBezTo>
                            <a:pt x="2612" y="184"/>
                            <a:pt x="-956" y="-1005"/>
                            <a:pt x="233" y="1373"/>
                          </a:cubicBezTo>
                          <a:cubicBezTo>
                            <a:pt x="1423" y="3752"/>
                            <a:pt x="4991" y="7321"/>
                            <a:pt x="4991" y="7321"/>
                          </a:cubicBezTo>
                          <a:cubicBezTo>
                            <a:pt x="4991" y="7321"/>
                            <a:pt x="9749" y="2563"/>
                            <a:pt x="6180" y="137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8" name="Freeform 787">
                      <a:extLst>
                        <a:ext uri="{FF2B5EF4-FFF2-40B4-BE49-F238E27FC236}">
                          <a16:creationId xmlns:a16="http://schemas.microsoft.com/office/drawing/2014/main" id="{EDCDE48F-3AE2-F655-96F0-F55A3143D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8233" y="2979612"/>
                      <a:ext cx="8109" cy="5452"/>
                    </a:xfrm>
                    <a:custGeom>
                      <a:avLst/>
                      <a:gdLst>
                        <a:gd name="connsiteX0" fmla="*/ 156 w 8109"/>
                        <a:gd name="connsiteY0" fmla="*/ 3568 h 5452"/>
                        <a:gd name="connsiteX1" fmla="*/ 6103 w 8109"/>
                        <a:gd name="connsiteY1" fmla="*/ 3568 h 5452"/>
                        <a:gd name="connsiteX2" fmla="*/ 7292 w 8109"/>
                        <a:gd name="connsiteY2" fmla="*/ 0 h 5452"/>
                        <a:gd name="connsiteX3" fmla="*/ 156 w 8109"/>
                        <a:gd name="connsiteY3" fmla="*/ 3568 h 54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109" h="5452">
                          <a:moveTo>
                            <a:pt x="156" y="3568"/>
                          </a:moveTo>
                          <a:cubicBezTo>
                            <a:pt x="1345" y="4758"/>
                            <a:pt x="3724" y="7137"/>
                            <a:pt x="6103" y="3568"/>
                          </a:cubicBezTo>
                          <a:cubicBezTo>
                            <a:pt x="6103" y="2379"/>
                            <a:pt x="9671" y="0"/>
                            <a:pt x="7292" y="0"/>
                          </a:cubicBezTo>
                          <a:cubicBezTo>
                            <a:pt x="4913" y="1190"/>
                            <a:pt x="-1034" y="2379"/>
                            <a:pt x="156" y="35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9" name="Freeform 788">
                      <a:extLst>
                        <a:ext uri="{FF2B5EF4-FFF2-40B4-BE49-F238E27FC236}">
                          <a16:creationId xmlns:a16="http://schemas.microsoft.com/office/drawing/2014/main" id="{6ECF405C-F003-A722-C5EE-A3463A33C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43350" y="3065252"/>
                      <a:ext cx="5081" cy="5286"/>
                    </a:xfrm>
                    <a:custGeom>
                      <a:avLst/>
                      <a:gdLst>
                        <a:gd name="connsiteX0" fmla="*/ 5082 w 5081"/>
                        <a:gd name="connsiteY0" fmla="*/ 4758 h 5286"/>
                        <a:gd name="connsiteX1" fmla="*/ 2703 w 5081"/>
                        <a:gd name="connsiteY1" fmla="*/ 0 h 5286"/>
                        <a:gd name="connsiteX2" fmla="*/ 324 w 5081"/>
                        <a:gd name="connsiteY2" fmla="*/ 4758 h 5286"/>
                        <a:gd name="connsiteX3" fmla="*/ 5082 w 5081"/>
                        <a:gd name="connsiteY3" fmla="*/ 4758 h 5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081" h="5286">
                          <a:moveTo>
                            <a:pt x="5082" y="4758"/>
                          </a:moveTo>
                          <a:cubicBezTo>
                            <a:pt x="5082" y="4758"/>
                            <a:pt x="3892" y="1189"/>
                            <a:pt x="2703" y="0"/>
                          </a:cubicBezTo>
                          <a:cubicBezTo>
                            <a:pt x="1514" y="0"/>
                            <a:pt x="-865" y="3568"/>
                            <a:pt x="324" y="4758"/>
                          </a:cubicBezTo>
                          <a:cubicBezTo>
                            <a:pt x="2703" y="4758"/>
                            <a:pt x="3892" y="5947"/>
                            <a:pt x="5082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0" name="Freeform 789">
                      <a:extLst>
                        <a:ext uri="{FF2B5EF4-FFF2-40B4-BE49-F238E27FC236}">
                          <a16:creationId xmlns:a16="http://schemas.microsoft.com/office/drawing/2014/main" id="{A6F3206E-367A-78E3-0605-4B7C10C52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45720" y="3075623"/>
                      <a:ext cx="4140" cy="5330"/>
                    </a:xfrm>
                    <a:custGeom>
                      <a:avLst/>
                      <a:gdLst>
                        <a:gd name="connsiteX0" fmla="*/ 3901 w 4140"/>
                        <a:gd name="connsiteY0" fmla="*/ 1523 h 5330"/>
                        <a:gd name="connsiteX1" fmla="*/ 1522 w 4140"/>
                        <a:gd name="connsiteY1" fmla="*/ 333 h 5330"/>
                        <a:gd name="connsiteX2" fmla="*/ 333 w 4140"/>
                        <a:gd name="connsiteY2" fmla="*/ 5091 h 5330"/>
                        <a:gd name="connsiteX3" fmla="*/ 3901 w 4140"/>
                        <a:gd name="connsiteY3" fmla="*/ 1523 h 53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140" h="5330">
                          <a:moveTo>
                            <a:pt x="3901" y="1523"/>
                          </a:moveTo>
                          <a:cubicBezTo>
                            <a:pt x="3901" y="1523"/>
                            <a:pt x="1522" y="-856"/>
                            <a:pt x="1522" y="333"/>
                          </a:cubicBezTo>
                          <a:cubicBezTo>
                            <a:pt x="1522" y="1523"/>
                            <a:pt x="-856" y="3901"/>
                            <a:pt x="333" y="5091"/>
                          </a:cubicBezTo>
                          <a:cubicBezTo>
                            <a:pt x="1522" y="6280"/>
                            <a:pt x="5091" y="2712"/>
                            <a:pt x="3901" y="152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1" name="Freeform 790">
                      <a:extLst>
                        <a:ext uri="{FF2B5EF4-FFF2-40B4-BE49-F238E27FC236}">
                          <a16:creationId xmlns:a16="http://schemas.microsoft.com/office/drawing/2014/main" id="{EA50EF66-37AC-A1F3-5BF6-6A86BDBEE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0011" y="3080714"/>
                      <a:ext cx="5557" cy="3271"/>
                    </a:xfrm>
                    <a:custGeom>
                      <a:avLst/>
                      <a:gdLst>
                        <a:gd name="connsiteX0" fmla="*/ 3179 w 5557"/>
                        <a:gd name="connsiteY0" fmla="*/ 0 h 3271"/>
                        <a:gd name="connsiteX1" fmla="*/ 800 w 5557"/>
                        <a:gd name="connsiteY1" fmla="*/ 2379 h 3271"/>
                        <a:gd name="connsiteX2" fmla="*/ 5558 w 5557"/>
                        <a:gd name="connsiteY2" fmla="*/ 2379 h 3271"/>
                        <a:gd name="connsiteX3" fmla="*/ 3179 w 5557"/>
                        <a:gd name="connsiteY3" fmla="*/ 0 h 32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557" h="3271">
                          <a:moveTo>
                            <a:pt x="3179" y="0"/>
                          </a:moveTo>
                          <a:cubicBezTo>
                            <a:pt x="1989" y="0"/>
                            <a:pt x="-1579" y="1190"/>
                            <a:pt x="800" y="2379"/>
                          </a:cubicBezTo>
                          <a:cubicBezTo>
                            <a:pt x="1989" y="3568"/>
                            <a:pt x="5558" y="3568"/>
                            <a:pt x="5558" y="2379"/>
                          </a:cubicBezTo>
                          <a:cubicBezTo>
                            <a:pt x="5558" y="2379"/>
                            <a:pt x="4368" y="0"/>
                            <a:pt x="3179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2" name="Freeform 791">
                      <a:extLst>
                        <a:ext uri="{FF2B5EF4-FFF2-40B4-BE49-F238E27FC236}">
                          <a16:creationId xmlns:a16="http://schemas.microsoft.com/office/drawing/2014/main" id="{22AFE140-4368-C3A7-87F5-322E1A6955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0105" y="1134711"/>
                      <a:ext cx="696508" cy="538900"/>
                    </a:xfrm>
                    <a:custGeom>
                      <a:avLst/>
                      <a:gdLst>
                        <a:gd name="connsiteX0" fmla="*/ 695820 w 696508"/>
                        <a:gd name="connsiteY0" fmla="*/ 120220 h 538900"/>
                        <a:gd name="connsiteX1" fmla="*/ 685115 w 696508"/>
                        <a:gd name="connsiteY1" fmla="*/ 111894 h 538900"/>
                        <a:gd name="connsiteX2" fmla="*/ 668462 w 696508"/>
                        <a:gd name="connsiteY2" fmla="*/ 119030 h 538900"/>
                        <a:gd name="connsiteX3" fmla="*/ 681546 w 696508"/>
                        <a:gd name="connsiteY3" fmla="*/ 77400 h 538900"/>
                        <a:gd name="connsiteX4" fmla="*/ 672031 w 696508"/>
                        <a:gd name="connsiteY4" fmla="*/ 77400 h 538900"/>
                        <a:gd name="connsiteX5" fmla="*/ 662515 w 696508"/>
                        <a:gd name="connsiteY5" fmla="*/ 84537 h 538900"/>
                        <a:gd name="connsiteX6" fmla="*/ 667273 w 696508"/>
                        <a:gd name="connsiteY6" fmla="*/ 72643 h 538900"/>
                        <a:gd name="connsiteX7" fmla="*/ 654189 w 696508"/>
                        <a:gd name="connsiteY7" fmla="*/ 80969 h 538900"/>
                        <a:gd name="connsiteX8" fmla="*/ 654189 w 696508"/>
                        <a:gd name="connsiteY8" fmla="*/ 70264 h 538900"/>
                        <a:gd name="connsiteX9" fmla="*/ 641105 w 696508"/>
                        <a:gd name="connsiteY9" fmla="*/ 72643 h 538900"/>
                        <a:gd name="connsiteX10" fmla="*/ 626832 w 696508"/>
                        <a:gd name="connsiteY10" fmla="*/ 85726 h 538900"/>
                        <a:gd name="connsiteX11" fmla="*/ 607801 w 696508"/>
                        <a:gd name="connsiteY11" fmla="*/ 78590 h 538900"/>
                        <a:gd name="connsiteX12" fmla="*/ 647053 w 696508"/>
                        <a:gd name="connsiteY12" fmla="*/ 64316 h 538900"/>
                        <a:gd name="connsiteX13" fmla="*/ 647053 w 696508"/>
                        <a:gd name="connsiteY13" fmla="*/ 57180 h 538900"/>
                        <a:gd name="connsiteX14" fmla="*/ 631590 w 696508"/>
                        <a:gd name="connsiteY14" fmla="*/ 47664 h 538900"/>
                        <a:gd name="connsiteX15" fmla="*/ 622074 w 696508"/>
                        <a:gd name="connsiteY15" fmla="*/ 52422 h 538900"/>
                        <a:gd name="connsiteX16" fmla="*/ 618506 w 696508"/>
                        <a:gd name="connsiteY16" fmla="*/ 48854 h 538900"/>
                        <a:gd name="connsiteX17" fmla="*/ 620885 w 696508"/>
                        <a:gd name="connsiteY17" fmla="*/ 41717 h 538900"/>
                        <a:gd name="connsiteX18" fmla="*/ 607801 w 696508"/>
                        <a:gd name="connsiteY18" fmla="*/ 45285 h 538900"/>
                        <a:gd name="connsiteX19" fmla="*/ 604233 w 696508"/>
                        <a:gd name="connsiteY19" fmla="*/ 38149 h 538900"/>
                        <a:gd name="connsiteX20" fmla="*/ 597096 w 696508"/>
                        <a:gd name="connsiteY20" fmla="*/ 44096 h 538900"/>
                        <a:gd name="connsiteX21" fmla="*/ 603043 w 696508"/>
                        <a:gd name="connsiteY21" fmla="*/ 31012 h 538900"/>
                        <a:gd name="connsiteX22" fmla="*/ 569739 w 696508"/>
                        <a:gd name="connsiteY22" fmla="*/ 33391 h 538900"/>
                        <a:gd name="connsiteX23" fmla="*/ 566171 w 696508"/>
                        <a:gd name="connsiteY23" fmla="*/ 29823 h 538900"/>
                        <a:gd name="connsiteX24" fmla="*/ 570929 w 696508"/>
                        <a:gd name="connsiteY24" fmla="*/ 20307 h 538900"/>
                        <a:gd name="connsiteX25" fmla="*/ 555466 w 696508"/>
                        <a:gd name="connsiteY25" fmla="*/ 16739 h 538900"/>
                        <a:gd name="connsiteX26" fmla="*/ 534056 w 696508"/>
                        <a:gd name="connsiteY26" fmla="*/ 34581 h 538900"/>
                        <a:gd name="connsiteX27" fmla="*/ 525730 w 696508"/>
                        <a:gd name="connsiteY27" fmla="*/ 8413 h 538900"/>
                        <a:gd name="connsiteX28" fmla="*/ 515025 w 696508"/>
                        <a:gd name="connsiteY28" fmla="*/ 10792 h 538900"/>
                        <a:gd name="connsiteX29" fmla="*/ 480532 w 696508"/>
                        <a:gd name="connsiteY29" fmla="*/ 6034 h 538900"/>
                        <a:gd name="connsiteX30" fmla="*/ 479342 w 696508"/>
                        <a:gd name="connsiteY30" fmla="*/ 40528 h 538900"/>
                        <a:gd name="connsiteX31" fmla="*/ 469827 w 696508"/>
                        <a:gd name="connsiteY31" fmla="*/ 39338 h 538900"/>
                        <a:gd name="connsiteX32" fmla="*/ 472205 w 696508"/>
                        <a:gd name="connsiteY32" fmla="*/ 14360 h 538900"/>
                        <a:gd name="connsiteX33" fmla="*/ 459122 w 696508"/>
                        <a:gd name="connsiteY33" fmla="*/ 22686 h 538900"/>
                        <a:gd name="connsiteX34" fmla="*/ 456743 w 696508"/>
                        <a:gd name="connsiteY34" fmla="*/ 11981 h 538900"/>
                        <a:gd name="connsiteX35" fmla="*/ 448417 w 696508"/>
                        <a:gd name="connsiteY35" fmla="*/ 20307 h 538900"/>
                        <a:gd name="connsiteX36" fmla="*/ 448417 w 696508"/>
                        <a:gd name="connsiteY36" fmla="*/ 4845 h 538900"/>
                        <a:gd name="connsiteX37" fmla="*/ 424628 w 696508"/>
                        <a:gd name="connsiteY37" fmla="*/ 11981 h 538900"/>
                        <a:gd name="connsiteX38" fmla="*/ 432954 w 696508"/>
                        <a:gd name="connsiteY38" fmla="*/ 16739 h 538900"/>
                        <a:gd name="connsiteX39" fmla="*/ 428197 w 696508"/>
                        <a:gd name="connsiteY39" fmla="*/ 22686 h 538900"/>
                        <a:gd name="connsiteX40" fmla="*/ 441280 w 696508"/>
                        <a:gd name="connsiteY40" fmla="*/ 42907 h 538900"/>
                        <a:gd name="connsiteX41" fmla="*/ 434144 w 696508"/>
                        <a:gd name="connsiteY41" fmla="*/ 44096 h 538900"/>
                        <a:gd name="connsiteX42" fmla="*/ 427007 w 696508"/>
                        <a:gd name="connsiteY42" fmla="*/ 34581 h 538900"/>
                        <a:gd name="connsiteX43" fmla="*/ 418681 w 696508"/>
                        <a:gd name="connsiteY43" fmla="*/ 42907 h 538900"/>
                        <a:gd name="connsiteX44" fmla="*/ 416302 w 696508"/>
                        <a:gd name="connsiteY44" fmla="*/ 13171 h 538900"/>
                        <a:gd name="connsiteX45" fmla="*/ 403218 w 696508"/>
                        <a:gd name="connsiteY45" fmla="*/ 8413 h 538900"/>
                        <a:gd name="connsiteX46" fmla="*/ 403218 w 696508"/>
                        <a:gd name="connsiteY46" fmla="*/ 11981 h 538900"/>
                        <a:gd name="connsiteX47" fmla="*/ 403218 w 696508"/>
                        <a:gd name="connsiteY47" fmla="*/ 34581 h 538900"/>
                        <a:gd name="connsiteX48" fmla="*/ 404408 w 696508"/>
                        <a:gd name="connsiteY48" fmla="*/ 55990 h 538900"/>
                        <a:gd name="connsiteX49" fmla="*/ 400839 w 696508"/>
                        <a:gd name="connsiteY49" fmla="*/ 55990 h 538900"/>
                        <a:gd name="connsiteX50" fmla="*/ 381809 w 696508"/>
                        <a:gd name="connsiteY50" fmla="*/ 19118 h 538900"/>
                        <a:gd name="connsiteX51" fmla="*/ 388945 w 696508"/>
                        <a:gd name="connsiteY51" fmla="*/ 42907 h 538900"/>
                        <a:gd name="connsiteX52" fmla="*/ 375862 w 696508"/>
                        <a:gd name="connsiteY52" fmla="*/ 40528 h 538900"/>
                        <a:gd name="connsiteX53" fmla="*/ 372293 w 696508"/>
                        <a:gd name="connsiteY53" fmla="*/ 42907 h 538900"/>
                        <a:gd name="connsiteX54" fmla="*/ 374672 w 696508"/>
                        <a:gd name="connsiteY54" fmla="*/ 55990 h 538900"/>
                        <a:gd name="connsiteX55" fmla="*/ 363967 w 696508"/>
                        <a:gd name="connsiteY55" fmla="*/ 64316 h 538900"/>
                        <a:gd name="connsiteX56" fmla="*/ 356831 w 696508"/>
                        <a:gd name="connsiteY56" fmla="*/ 59559 h 538900"/>
                        <a:gd name="connsiteX57" fmla="*/ 349694 w 696508"/>
                        <a:gd name="connsiteY57" fmla="*/ 64316 h 538900"/>
                        <a:gd name="connsiteX58" fmla="*/ 349694 w 696508"/>
                        <a:gd name="connsiteY58" fmla="*/ 42907 h 538900"/>
                        <a:gd name="connsiteX59" fmla="*/ 338989 w 696508"/>
                        <a:gd name="connsiteY59" fmla="*/ 39338 h 538900"/>
                        <a:gd name="connsiteX60" fmla="*/ 343747 w 696508"/>
                        <a:gd name="connsiteY60" fmla="*/ 31012 h 538900"/>
                        <a:gd name="connsiteX61" fmla="*/ 319958 w 696508"/>
                        <a:gd name="connsiteY61" fmla="*/ 29823 h 538900"/>
                        <a:gd name="connsiteX62" fmla="*/ 321147 w 696508"/>
                        <a:gd name="connsiteY62" fmla="*/ 45285 h 538900"/>
                        <a:gd name="connsiteX63" fmla="*/ 309253 w 696508"/>
                        <a:gd name="connsiteY63" fmla="*/ 45285 h 538900"/>
                        <a:gd name="connsiteX64" fmla="*/ 304495 w 696508"/>
                        <a:gd name="connsiteY64" fmla="*/ 51233 h 538900"/>
                        <a:gd name="connsiteX65" fmla="*/ 318768 w 696508"/>
                        <a:gd name="connsiteY65" fmla="*/ 83347 h 538900"/>
                        <a:gd name="connsiteX66" fmla="*/ 309253 w 696508"/>
                        <a:gd name="connsiteY66" fmla="*/ 83347 h 538900"/>
                        <a:gd name="connsiteX67" fmla="*/ 309253 w 696508"/>
                        <a:gd name="connsiteY67" fmla="*/ 72643 h 538900"/>
                        <a:gd name="connsiteX68" fmla="*/ 302116 w 696508"/>
                        <a:gd name="connsiteY68" fmla="*/ 83347 h 538900"/>
                        <a:gd name="connsiteX69" fmla="*/ 298548 w 696508"/>
                        <a:gd name="connsiteY69" fmla="*/ 83347 h 538900"/>
                        <a:gd name="connsiteX70" fmla="*/ 291412 w 696508"/>
                        <a:gd name="connsiteY70" fmla="*/ 60748 h 538900"/>
                        <a:gd name="connsiteX71" fmla="*/ 284275 w 696508"/>
                        <a:gd name="connsiteY71" fmla="*/ 70264 h 538900"/>
                        <a:gd name="connsiteX72" fmla="*/ 283085 w 696508"/>
                        <a:gd name="connsiteY72" fmla="*/ 80969 h 538900"/>
                        <a:gd name="connsiteX73" fmla="*/ 279517 w 696508"/>
                        <a:gd name="connsiteY73" fmla="*/ 61938 h 538900"/>
                        <a:gd name="connsiteX74" fmla="*/ 273570 w 696508"/>
                        <a:gd name="connsiteY74" fmla="*/ 48854 h 538900"/>
                        <a:gd name="connsiteX75" fmla="*/ 254539 w 696508"/>
                        <a:gd name="connsiteY75" fmla="*/ 71453 h 538900"/>
                        <a:gd name="connsiteX76" fmla="*/ 252160 w 696508"/>
                        <a:gd name="connsiteY76" fmla="*/ 64316 h 538900"/>
                        <a:gd name="connsiteX77" fmla="*/ 245024 w 696508"/>
                        <a:gd name="connsiteY77" fmla="*/ 75021 h 538900"/>
                        <a:gd name="connsiteX78" fmla="*/ 245024 w 696508"/>
                        <a:gd name="connsiteY78" fmla="*/ 64316 h 538900"/>
                        <a:gd name="connsiteX79" fmla="*/ 246213 w 696508"/>
                        <a:gd name="connsiteY79" fmla="*/ 55990 h 538900"/>
                        <a:gd name="connsiteX80" fmla="*/ 206962 w 696508"/>
                        <a:gd name="connsiteY80" fmla="*/ 69074 h 538900"/>
                        <a:gd name="connsiteX81" fmla="*/ 197446 w 696508"/>
                        <a:gd name="connsiteY81" fmla="*/ 69074 h 538900"/>
                        <a:gd name="connsiteX82" fmla="*/ 191499 w 696508"/>
                        <a:gd name="connsiteY82" fmla="*/ 75021 h 538900"/>
                        <a:gd name="connsiteX83" fmla="*/ 193878 w 696508"/>
                        <a:gd name="connsiteY83" fmla="*/ 90484 h 538900"/>
                        <a:gd name="connsiteX84" fmla="*/ 202204 w 696508"/>
                        <a:gd name="connsiteY84" fmla="*/ 90484 h 538900"/>
                        <a:gd name="connsiteX85" fmla="*/ 202204 w 696508"/>
                        <a:gd name="connsiteY85" fmla="*/ 82158 h 538900"/>
                        <a:gd name="connsiteX86" fmla="*/ 221235 w 696508"/>
                        <a:gd name="connsiteY86" fmla="*/ 76211 h 538900"/>
                        <a:gd name="connsiteX87" fmla="*/ 225993 w 696508"/>
                        <a:gd name="connsiteY87" fmla="*/ 86916 h 538900"/>
                        <a:gd name="connsiteX88" fmla="*/ 202204 w 696508"/>
                        <a:gd name="connsiteY88" fmla="*/ 95242 h 538900"/>
                        <a:gd name="connsiteX89" fmla="*/ 204583 w 696508"/>
                        <a:gd name="connsiteY89" fmla="*/ 105947 h 538900"/>
                        <a:gd name="connsiteX90" fmla="*/ 245024 w 696508"/>
                        <a:gd name="connsiteY90" fmla="*/ 101189 h 538900"/>
                        <a:gd name="connsiteX91" fmla="*/ 218856 w 696508"/>
                        <a:gd name="connsiteY91" fmla="*/ 103568 h 538900"/>
                        <a:gd name="connsiteX92" fmla="*/ 205772 w 696508"/>
                        <a:gd name="connsiteY92" fmla="*/ 109515 h 538900"/>
                        <a:gd name="connsiteX93" fmla="*/ 216477 w 696508"/>
                        <a:gd name="connsiteY93" fmla="*/ 120220 h 538900"/>
                        <a:gd name="connsiteX94" fmla="*/ 201014 w 696508"/>
                        <a:gd name="connsiteY94" fmla="*/ 117841 h 538900"/>
                        <a:gd name="connsiteX95" fmla="*/ 196257 w 696508"/>
                        <a:gd name="connsiteY95" fmla="*/ 132114 h 538900"/>
                        <a:gd name="connsiteX96" fmla="*/ 210530 w 696508"/>
                        <a:gd name="connsiteY96" fmla="*/ 133304 h 538900"/>
                        <a:gd name="connsiteX97" fmla="*/ 258107 w 696508"/>
                        <a:gd name="connsiteY97" fmla="*/ 138061 h 538900"/>
                        <a:gd name="connsiteX98" fmla="*/ 286654 w 696508"/>
                        <a:gd name="connsiteY98" fmla="*/ 135683 h 538900"/>
                        <a:gd name="connsiteX99" fmla="*/ 223614 w 696508"/>
                        <a:gd name="connsiteY99" fmla="*/ 144009 h 538900"/>
                        <a:gd name="connsiteX100" fmla="*/ 205772 w 696508"/>
                        <a:gd name="connsiteY100" fmla="*/ 141630 h 538900"/>
                        <a:gd name="connsiteX101" fmla="*/ 192688 w 696508"/>
                        <a:gd name="connsiteY101" fmla="*/ 141630 h 538900"/>
                        <a:gd name="connsiteX102" fmla="*/ 216477 w 696508"/>
                        <a:gd name="connsiteY102" fmla="*/ 182070 h 538900"/>
                        <a:gd name="connsiteX103" fmla="*/ 249781 w 696508"/>
                        <a:gd name="connsiteY103" fmla="*/ 153524 h 538900"/>
                        <a:gd name="connsiteX104" fmla="*/ 310443 w 696508"/>
                        <a:gd name="connsiteY104" fmla="*/ 163040 h 538900"/>
                        <a:gd name="connsiteX105" fmla="*/ 300927 w 696508"/>
                        <a:gd name="connsiteY105" fmla="*/ 165418 h 538900"/>
                        <a:gd name="connsiteX106" fmla="*/ 272381 w 696508"/>
                        <a:gd name="connsiteY106" fmla="*/ 157092 h 538900"/>
                        <a:gd name="connsiteX107" fmla="*/ 264054 w 696508"/>
                        <a:gd name="connsiteY107" fmla="*/ 157092 h 538900"/>
                        <a:gd name="connsiteX108" fmla="*/ 239077 w 696508"/>
                        <a:gd name="connsiteY108" fmla="*/ 170176 h 538900"/>
                        <a:gd name="connsiteX109" fmla="*/ 224803 w 696508"/>
                        <a:gd name="connsiteY109" fmla="*/ 189207 h 538900"/>
                        <a:gd name="connsiteX110" fmla="*/ 235508 w 696508"/>
                        <a:gd name="connsiteY110" fmla="*/ 191586 h 538900"/>
                        <a:gd name="connsiteX111" fmla="*/ 237887 w 696508"/>
                        <a:gd name="connsiteY111" fmla="*/ 199912 h 538900"/>
                        <a:gd name="connsiteX112" fmla="*/ 270002 w 696508"/>
                        <a:gd name="connsiteY112" fmla="*/ 202291 h 538900"/>
                        <a:gd name="connsiteX113" fmla="*/ 285464 w 696508"/>
                        <a:gd name="connsiteY113" fmla="*/ 188018 h 538900"/>
                        <a:gd name="connsiteX114" fmla="*/ 283085 w 696508"/>
                        <a:gd name="connsiteY114" fmla="*/ 195154 h 538900"/>
                        <a:gd name="connsiteX115" fmla="*/ 309253 w 696508"/>
                        <a:gd name="connsiteY115" fmla="*/ 193965 h 538900"/>
                        <a:gd name="connsiteX116" fmla="*/ 279517 w 696508"/>
                        <a:gd name="connsiteY116" fmla="*/ 211806 h 538900"/>
                        <a:gd name="connsiteX117" fmla="*/ 294980 w 696508"/>
                        <a:gd name="connsiteY117" fmla="*/ 216564 h 538900"/>
                        <a:gd name="connsiteX118" fmla="*/ 353262 w 696508"/>
                        <a:gd name="connsiteY118" fmla="*/ 201101 h 538900"/>
                        <a:gd name="connsiteX119" fmla="*/ 350883 w 696508"/>
                        <a:gd name="connsiteY119" fmla="*/ 197533 h 538900"/>
                        <a:gd name="connsiteX120" fmla="*/ 365156 w 696508"/>
                        <a:gd name="connsiteY120" fmla="*/ 185639 h 538900"/>
                        <a:gd name="connsiteX121" fmla="*/ 372293 w 696508"/>
                        <a:gd name="connsiteY121" fmla="*/ 191586 h 538900"/>
                        <a:gd name="connsiteX122" fmla="*/ 409166 w 696508"/>
                        <a:gd name="connsiteY122" fmla="*/ 171366 h 538900"/>
                        <a:gd name="connsiteX123" fmla="*/ 375862 w 696508"/>
                        <a:gd name="connsiteY123" fmla="*/ 185639 h 538900"/>
                        <a:gd name="connsiteX124" fmla="*/ 355641 w 696508"/>
                        <a:gd name="connsiteY124" fmla="*/ 209428 h 538900"/>
                        <a:gd name="connsiteX125" fmla="*/ 392514 w 696508"/>
                        <a:gd name="connsiteY125" fmla="*/ 222511 h 538900"/>
                        <a:gd name="connsiteX126" fmla="*/ 382998 w 696508"/>
                        <a:gd name="connsiteY126" fmla="*/ 224890 h 538900"/>
                        <a:gd name="connsiteX127" fmla="*/ 327095 w 696508"/>
                        <a:gd name="connsiteY127" fmla="*/ 222511 h 538900"/>
                        <a:gd name="connsiteX128" fmla="*/ 346126 w 696508"/>
                        <a:gd name="connsiteY128" fmla="*/ 235595 h 538900"/>
                        <a:gd name="connsiteX129" fmla="*/ 275949 w 696508"/>
                        <a:gd name="connsiteY129" fmla="*/ 224890 h 538900"/>
                        <a:gd name="connsiteX130" fmla="*/ 275949 w 696508"/>
                        <a:gd name="connsiteY130" fmla="*/ 222511 h 538900"/>
                        <a:gd name="connsiteX131" fmla="*/ 265244 w 696508"/>
                        <a:gd name="connsiteY131" fmla="*/ 224890 h 538900"/>
                        <a:gd name="connsiteX132" fmla="*/ 265244 w 696508"/>
                        <a:gd name="connsiteY132" fmla="*/ 251058 h 538900"/>
                        <a:gd name="connsiteX133" fmla="*/ 266433 w 696508"/>
                        <a:gd name="connsiteY133" fmla="*/ 255816 h 538900"/>
                        <a:gd name="connsiteX134" fmla="*/ 262865 w 696508"/>
                        <a:gd name="connsiteY134" fmla="*/ 260573 h 538900"/>
                        <a:gd name="connsiteX135" fmla="*/ 275949 w 696508"/>
                        <a:gd name="connsiteY135" fmla="*/ 272468 h 538900"/>
                        <a:gd name="connsiteX136" fmla="*/ 268812 w 696508"/>
                        <a:gd name="connsiteY136" fmla="*/ 276036 h 538900"/>
                        <a:gd name="connsiteX137" fmla="*/ 265244 w 696508"/>
                        <a:gd name="connsiteY137" fmla="*/ 267710 h 538900"/>
                        <a:gd name="connsiteX138" fmla="*/ 258107 w 696508"/>
                        <a:gd name="connsiteY138" fmla="*/ 270089 h 538900"/>
                        <a:gd name="connsiteX139" fmla="*/ 246213 w 696508"/>
                        <a:gd name="connsiteY139" fmla="*/ 228458 h 538900"/>
                        <a:gd name="connsiteX140" fmla="*/ 246213 w 696508"/>
                        <a:gd name="connsiteY140" fmla="*/ 221322 h 538900"/>
                        <a:gd name="connsiteX141" fmla="*/ 224803 w 696508"/>
                        <a:gd name="connsiteY141" fmla="*/ 205859 h 538900"/>
                        <a:gd name="connsiteX142" fmla="*/ 220045 w 696508"/>
                        <a:gd name="connsiteY142" fmla="*/ 203480 h 538900"/>
                        <a:gd name="connsiteX143" fmla="*/ 196257 w 696508"/>
                        <a:gd name="connsiteY143" fmla="*/ 222511 h 538900"/>
                        <a:gd name="connsiteX144" fmla="*/ 196257 w 696508"/>
                        <a:gd name="connsiteY144" fmla="*/ 226080 h 538900"/>
                        <a:gd name="connsiteX145" fmla="*/ 198636 w 696508"/>
                        <a:gd name="connsiteY145" fmla="*/ 236784 h 538900"/>
                        <a:gd name="connsiteX146" fmla="*/ 203393 w 696508"/>
                        <a:gd name="connsiteY146" fmla="*/ 248679 h 538900"/>
                        <a:gd name="connsiteX147" fmla="*/ 187931 w 696508"/>
                        <a:gd name="connsiteY147" fmla="*/ 240353 h 538900"/>
                        <a:gd name="connsiteX148" fmla="*/ 187931 w 696508"/>
                        <a:gd name="connsiteY148" fmla="*/ 251058 h 538900"/>
                        <a:gd name="connsiteX149" fmla="*/ 187931 w 696508"/>
                        <a:gd name="connsiteY149" fmla="*/ 301014 h 538900"/>
                        <a:gd name="connsiteX150" fmla="*/ 192688 w 696508"/>
                        <a:gd name="connsiteY150" fmla="*/ 308151 h 538900"/>
                        <a:gd name="connsiteX151" fmla="*/ 189120 w 696508"/>
                        <a:gd name="connsiteY151" fmla="*/ 316477 h 538900"/>
                        <a:gd name="connsiteX152" fmla="*/ 181983 w 696508"/>
                        <a:gd name="connsiteY152" fmla="*/ 305772 h 538900"/>
                        <a:gd name="connsiteX153" fmla="*/ 183173 w 696508"/>
                        <a:gd name="connsiteY153" fmla="*/ 328371 h 538900"/>
                        <a:gd name="connsiteX154" fmla="*/ 192688 w 696508"/>
                        <a:gd name="connsiteY154" fmla="*/ 327182 h 538900"/>
                        <a:gd name="connsiteX155" fmla="*/ 197446 w 696508"/>
                        <a:gd name="connsiteY155" fmla="*/ 335508 h 538900"/>
                        <a:gd name="connsiteX156" fmla="*/ 215288 w 696508"/>
                        <a:gd name="connsiteY156" fmla="*/ 337886 h 538900"/>
                        <a:gd name="connsiteX157" fmla="*/ 227182 w 696508"/>
                        <a:gd name="connsiteY157" fmla="*/ 327182 h 538900"/>
                        <a:gd name="connsiteX158" fmla="*/ 223614 w 696508"/>
                        <a:gd name="connsiteY158" fmla="*/ 340265 h 538900"/>
                        <a:gd name="connsiteX159" fmla="*/ 220045 w 696508"/>
                        <a:gd name="connsiteY159" fmla="*/ 340265 h 538900"/>
                        <a:gd name="connsiteX160" fmla="*/ 206962 w 696508"/>
                        <a:gd name="connsiteY160" fmla="*/ 340265 h 538900"/>
                        <a:gd name="connsiteX161" fmla="*/ 204583 w 696508"/>
                        <a:gd name="connsiteY161" fmla="*/ 343834 h 538900"/>
                        <a:gd name="connsiteX162" fmla="*/ 212909 w 696508"/>
                        <a:gd name="connsiteY162" fmla="*/ 346213 h 538900"/>
                        <a:gd name="connsiteX163" fmla="*/ 208151 w 696508"/>
                        <a:gd name="connsiteY163" fmla="*/ 354539 h 538900"/>
                        <a:gd name="connsiteX164" fmla="*/ 173657 w 696508"/>
                        <a:gd name="connsiteY164" fmla="*/ 321234 h 538900"/>
                        <a:gd name="connsiteX165" fmla="*/ 133217 w 696508"/>
                        <a:gd name="connsiteY165" fmla="*/ 327182 h 538900"/>
                        <a:gd name="connsiteX166" fmla="*/ 101102 w 696508"/>
                        <a:gd name="connsiteY166" fmla="*/ 367622 h 538900"/>
                        <a:gd name="connsiteX167" fmla="*/ 103481 w 696508"/>
                        <a:gd name="connsiteY167" fmla="*/ 372380 h 538900"/>
                        <a:gd name="connsiteX168" fmla="*/ 98723 w 696508"/>
                        <a:gd name="connsiteY168" fmla="*/ 375948 h 538900"/>
                        <a:gd name="connsiteX169" fmla="*/ 111807 w 696508"/>
                        <a:gd name="connsiteY169" fmla="*/ 383085 h 538900"/>
                        <a:gd name="connsiteX170" fmla="*/ 115375 w 696508"/>
                        <a:gd name="connsiteY170" fmla="*/ 374759 h 538900"/>
                        <a:gd name="connsiteX171" fmla="*/ 127270 w 696508"/>
                        <a:gd name="connsiteY171" fmla="*/ 372380 h 538900"/>
                        <a:gd name="connsiteX172" fmla="*/ 118944 w 696508"/>
                        <a:gd name="connsiteY172" fmla="*/ 385464 h 538900"/>
                        <a:gd name="connsiteX173" fmla="*/ 132027 w 696508"/>
                        <a:gd name="connsiteY173" fmla="*/ 385464 h 538900"/>
                        <a:gd name="connsiteX174" fmla="*/ 161763 w 696508"/>
                        <a:gd name="connsiteY174" fmla="*/ 355728 h 538900"/>
                        <a:gd name="connsiteX175" fmla="*/ 142732 w 696508"/>
                        <a:gd name="connsiteY175" fmla="*/ 380706 h 538900"/>
                        <a:gd name="connsiteX176" fmla="*/ 146300 w 696508"/>
                        <a:gd name="connsiteY176" fmla="*/ 384274 h 538900"/>
                        <a:gd name="connsiteX177" fmla="*/ 137974 w 696508"/>
                        <a:gd name="connsiteY177" fmla="*/ 387843 h 538900"/>
                        <a:gd name="connsiteX178" fmla="*/ 140353 w 696508"/>
                        <a:gd name="connsiteY178" fmla="*/ 392601 h 538900"/>
                        <a:gd name="connsiteX179" fmla="*/ 120133 w 696508"/>
                        <a:gd name="connsiteY179" fmla="*/ 393790 h 538900"/>
                        <a:gd name="connsiteX180" fmla="*/ 122512 w 696508"/>
                        <a:gd name="connsiteY180" fmla="*/ 402116 h 538900"/>
                        <a:gd name="connsiteX181" fmla="*/ 133217 w 696508"/>
                        <a:gd name="connsiteY181" fmla="*/ 400927 h 538900"/>
                        <a:gd name="connsiteX182" fmla="*/ 133217 w 696508"/>
                        <a:gd name="connsiteY182" fmla="*/ 403305 h 538900"/>
                        <a:gd name="connsiteX183" fmla="*/ 124891 w 696508"/>
                        <a:gd name="connsiteY183" fmla="*/ 402116 h 538900"/>
                        <a:gd name="connsiteX184" fmla="*/ 124891 w 696508"/>
                        <a:gd name="connsiteY184" fmla="*/ 405684 h 538900"/>
                        <a:gd name="connsiteX185" fmla="*/ 127270 w 696508"/>
                        <a:gd name="connsiteY185" fmla="*/ 409253 h 538900"/>
                        <a:gd name="connsiteX186" fmla="*/ 118944 w 696508"/>
                        <a:gd name="connsiteY186" fmla="*/ 410442 h 538900"/>
                        <a:gd name="connsiteX187" fmla="*/ 126080 w 696508"/>
                        <a:gd name="connsiteY187" fmla="*/ 418768 h 538900"/>
                        <a:gd name="connsiteX188" fmla="*/ 135596 w 696508"/>
                        <a:gd name="connsiteY188" fmla="*/ 411631 h 538900"/>
                        <a:gd name="connsiteX189" fmla="*/ 124891 w 696508"/>
                        <a:gd name="connsiteY189" fmla="*/ 424715 h 538900"/>
                        <a:gd name="connsiteX190" fmla="*/ 136785 w 696508"/>
                        <a:gd name="connsiteY190" fmla="*/ 429473 h 538900"/>
                        <a:gd name="connsiteX191" fmla="*/ 140353 w 696508"/>
                        <a:gd name="connsiteY191" fmla="*/ 427094 h 538900"/>
                        <a:gd name="connsiteX192" fmla="*/ 164142 w 696508"/>
                        <a:gd name="connsiteY192" fmla="*/ 415200 h 538900"/>
                        <a:gd name="connsiteX193" fmla="*/ 142732 w 696508"/>
                        <a:gd name="connsiteY193" fmla="*/ 435420 h 538900"/>
                        <a:gd name="connsiteX194" fmla="*/ 145111 w 696508"/>
                        <a:gd name="connsiteY194" fmla="*/ 440178 h 538900"/>
                        <a:gd name="connsiteX195" fmla="*/ 121322 w 696508"/>
                        <a:gd name="connsiteY195" fmla="*/ 437799 h 538900"/>
                        <a:gd name="connsiteX196" fmla="*/ 105860 w 696508"/>
                        <a:gd name="connsiteY196" fmla="*/ 425905 h 538900"/>
                        <a:gd name="connsiteX197" fmla="*/ 105860 w 696508"/>
                        <a:gd name="connsiteY197" fmla="*/ 421147 h 538900"/>
                        <a:gd name="connsiteX198" fmla="*/ 105860 w 696508"/>
                        <a:gd name="connsiteY198" fmla="*/ 403305 h 538900"/>
                        <a:gd name="connsiteX199" fmla="*/ 101102 w 696508"/>
                        <a:gd name="connsiteY199" fmla="*/ 387843 h 538900"/>
                        <a:gd name="connsiteX200" fmla="*/ 71366 w 696508"/>
                        <a:gd name="connsiteY200" fmla="*/ 390222 h 538900"/>
                        <a:gd name="connsiteX201" fmla="*/ 74934 w 696508"/>
                        <a:gd name="connsiteY201" fmla="*/ 414010 h 538900"/>
                        <a:gd name="connsiteX202" fmla="*/ 71366 w 696508"/>
                        <a:gd name="connsiteY202" fmla="*/ 424715 h 538900"/>
                        <a:gd name="connsiteX203" fmla="*/ 82071 w 696508"/>
                        <a:gd name="connsiteY203" fmla="*/ 425905 h 538900"/>
                        <a:gd name="connsiteX204" fmla="*/ 77313 w 696508"/>
                        <a:gd name="connsiteY204" fmla="*/ 428284 h 538900"/>
                        <a:gd name="connsiteX205" fmla="*/ 77313 w 696508"/>
                        <a:gd name="connsiteY205" fmla="*/ 436610 h 538900"/>
                        <a:gd name="connsiteX206" fmla="*/ 88018 w 696508"/>
                        <a:gd name="connsiteY206" fmla="*/ 443746 h 538900"/>
                        <a:gd name="connsiteX207" fmla="*/ 66608 w 696508"/>
                        <a:gd name="connsiteY207" fmla="*/ 443746 h 538900"/>
                        <a:gd name="connsiteX208" fmla="*/ 66608 w 696508"/>
                        <a:gd name="connsiteY208" fmla="*/ 438988 h 538900"/>
                        <a:gd name="connsiteX209" fmla="*/ 41630 w 696508"/>
                        <a:gd name="connsiteY209" fmla="*/ 436610 h 538900"/>
                        <a:gd name="connsiteX210" fmla="*/ 8326 w 696508"/>
                        <a:gd name="connsiteY210" fmla="*/ 455641 h 538900"/>
                        <a:gd name="connsiteX211" fmla="*/ 8326 w 696508"/>
                        <a:gd name="connsiteY211" fmla="*/ 466345 h 538900"/>
                        <a:gd name="connsiteX212" fmla="*/ 0 w 696508"/>
                        <a:gd name="connsiteY212" fmla="*/ 469914 h 538900"/>
                        <a:gd name="connsiteX213" fmla="*/ 2379 w 696508"/>
                        <a:gd name="connsiteY213" fmla="*/ 485376 h 538900"/>
                        <a:gd name="connsiteX214" fmla="*/ 11894 w 696508"/>
                        <a:gd name="connsiteY214" fmla="*/ 486566 h 538900"/>
                        <a:gd name="connsiteX215" fmla="*/ 23789 w 696508"/>
                        <a:gd name="connsiteY215" fmla="*/ 462777 h 538900"/>
                        <a:gd name="connsiteX216" fmla="*/ 15463 w 696508"/>
                        <a:gd name="connsiteY216" fmla="*/ 491324 h 538900"/>
                        <a:gd name="connsiteX217" fmla="*/ 26168 w 696508"/>
                        <a:gd name="connsiteY217" fmla="*/ 494892 h 538900"/>
                        <a:gd name="connsiteX218" fmla="*/ 33304 w 696508"/>
                        <a:gd name="connsiteY218" fmla="*/ 479429 h 538900"/>
                        <a:gd name="connsiteX219" fmla="*/ 38062 w 696508"/>
                        <a:gd name="connsiteY219" fmla="*/ 500839 h 538900"/>
                        <a:gd name="connsiteX220" fmla="*/ 39251 w 696508"/>
                        <a:gd name="connsiteY220" fmla="*/ 492513 h 538900"/>
                        <a:gd name="connsiteX221" fmla="*/ 47577 w 696508"/>
                        <a:gd name="connsiteY221" fmla="*/ 490134 h 538900"/>
                        <a:gd name="connsiteX222" fmla="*/ 46388 w 696508"/>
                        <a:gd name="connsiteY222" fmla="*/ 481808 h 538900"/>
                        <a:gd name="connsiteX223" fmla="*/ 49956 w 696508"/>
                        <a:gd name="connsiteY223" fmla="*/ 491324 h 538900"/>
                        <a:gd name="connsiteX224" fmla="*/ 41630 w 696508"/>
                        <a:gd name="connsiteY224" fmla="*/ 502029 h 538900"/>
                        <a:gd name="connsiteX225" fmla="*/ 61851 w 696508"/>
                        <a:gd name="connsiteY225" fmla="*/ 513923 h 538900"/>
                        <a:gd name="connsiteX226" fmla="*/ 63040 w 696508"/>
                        <a:gd name="connsiteY226" fmla="*/ 516302 h 538900"/>
                        <a:gd name="connsiteX227" fmla="*/ 66608 w 696508"/>
                        <a:gd name="connsiteY227" fmla="*/ 516302 h 538900"/>
                        <a:gd name="connsiteX228" fmla="*/ 78503 w 696508"/>
                        <a:gd name="connsiteY228" fmla="*/ 516302 h 538900"/>
                        <a:gd name="connsiteX229" fmla="*/ 78503 w 696508"/>
                        <a:gd name="connsiteY229" fmla="*/ 492513 h 538900"/>
                        <a:gd name="connsiteX230" fmla="*/ 80881 w 696508"/>
                        <a:gd name="connsiteY230" fmla="*/ 505597 h 538900"/>
                        <a:gd name="connsiteX231" fmla="*/ 96344 w 696508"/>
                        <a:gd name="connsiteY231" fmla="*/ 486566 h 538900"/>
                        <a:gd name="connsiteX232" fmla="*/ 96344 w 696508"/>
                        <a:gd name="connsiteY232" fmla="*/ 510355 h 538900"/>
                        <a:gd name="connsiteX233" fmla="*/ 107049 w 696508"/>
                        <a:gd name="connsiteY233" fmla="*/ 510355 h 538900"/>
                        <a:gd name="connsiteX234" fmla="*/ 109428 w 696508"/>
                        <a:gd name="connsiteY234" fmla="*/ 502029 h 538900"/>
                        <a:gd name="connsiteX235" fmla="*/ 107049 w 696508"/>
                        <a:gd name="connsiteY235" fmla="*/ 497271 h 538900"/>
                        <a:gd name="connsiteX236" fmla="*/ 115375 w 696508"/>
                        <a:gd name="connsiteY236" fmla="*/ 487755 h 538900"/>
                        <a:gd name="connsiteX237" fmla="*/ 110617 w 696508"/>
                        <a:gd name="connsiteY237" fmla="*/ 512733 h 538900"/>
                        <a:gd name="connsiteX238" fmla="*/ 123701 w 696508"/>
                        <a:gd name="connsiteY238" fmla="*/ 517491 h 538900"/>
                        <a:gd name="connsiteX239" fmla="*/ 130838 w 696508"/>
                        <a:gd name="connsiteY239" fmla="*/ 485376 h 538900"/>
                        <a:gd name="connsiteX240" fmla="*/ 129648 w 696508"/>
                        <a:gd name="connsiteY240" fmla="*/ 498460 h 538900"/>
                        <a:gd name="connsiteX241" fmla="*/ 137974 w 696508"/>
                        <a:gd name="connsiteY241" fmla="*/ 504407 h 538900"/>
                        <a:gd name="connsiteX242" fmla="*/ 133217 w 696508"/>
                        <a:gd name="connsiteY242" fmla="*/ 513923 h 538900"/>
                        <a:gd name="connsiteX243" fmla="*/ 146300 w 696508"/>
                        <a:gd name="connsiteY243" fmla="*/ 515112 h 538900"/>
                        <a:gd name="connsiteX244" fmla="*/ 143922 w 696508"/>
                        <a:gd name="connsiteY244" fmla="*/ 534143 h 538900"/>
                        <a:gd name="connsiteX245" fmla="*/ 146300 w 696508"/>
                        <a:gd name="connsiteY245" fmla="*/ 538901 h 538900"/>
                        <a:gd name="connsiteX246" fmla="*/ 165331 w 696508"/>
                        <a:gd name="connsiteY246" fmla="*/ 531764 h 538900"/>
                        <a:gd name="connsiteX247" fmla="*/ 176036 w 696508"/>
                        <a:gd name="connsiteY247" fmla="*/ 532954 h 538900"/>
                        <a:gd name="connsiteX248" fmla="*/ 178415 w 696508"/>
                        <a:gd name="connsiteY248" fmla="*/ 528196 h 538900"/>
                        <a:gd name="connsiteX249" fmla="*/ 186741 w 696508"/>
                        <a:gd name="connsiteY249" fmla="*/ 525817 h 538900"/>
                        <a:gd name="connsiteX250" fmla="*/ 191499 w 696508"/>
                        <a:gd name="connsiteY250" fmla="*/ 517491 h 538900"/>
                        <a:gd name="connsiteX251" fmla="*/ 191499 w 696508"/>
                        <a:gd name="connsiteY251" fmla="*/ 530575 h 538900"/>
                        <a:gd name="connsiteX252" fmla="*/ 210530 w 696508"/>
                        <a:gd name="connsiteY252" fmla="*/ 519870 h 538900"/>
                        <a:gd name="connsiteX253" fmla="*/ 217666 w 696508"/>
                        <a:gd name="connsiteY253" fmla="*/ 490134 h 538900"/>
                        <a:gd name="connsiteX254" fmla="*/ 197446 w 696508"/>
                        <a:gd name="connsiteY254" fmla="*/ 497271 h 538900"/>
                        <a:gd name="connsiteX255" fmla="*/ 195067 w 696508"/>
                        <a:gd name="connsiteY255" fmla="*/ 488945 h 538900"/>
                        <a:gd name="connsiteX256" fmla="*/ 203393 w 696508"/>
                        <a:gd name="connsiteY256" fmla="*/ 474671 h 538900"/>
                        <a:gd name="connsiteX257" fmla="*/ 201014 w 696508"/>
                        <a:gd name="connsiteY257" fmla="*/ 466345 h 538900"/>
                        <a:gd name="connsiteX258" fmla="*/ 185552 w 696508"/>
                        <a:gd name="connsiteY258" fmla="*/ 468724 h 538900"/>
                        <a:gd name="connsiteX259" fmla="*/ 180794 w 696508"/>
                        <a:gd name="connsiteY259" fmla="*/ 458019 h 538900"/>
                        <a:gd name="connsiteX260" fmla="*/ 159384 w 696508"/>
                        <a:gd name="connsiteY260" fmla="*/ 466345 h 538900"/>
                        <a:gd name="connsiteX261" fmla="*/ 159384 w 696508"/>
                        <a:gd name="connsiteY261" fmla="*/ 455641 h 538900"/>
                        <a:gd name="connsiteX262" fmla="*/ 172468 w 696508"/>
                        <a:gd name="connsiteY262" fmla="*/ 455641 h 538900"/>
                        <a:gd name="connsiteX263" fmla="*/ 177226 w 696508"/>
                        <a:gd name="connsiteY263" fmla="*/ 429473 h 538900"/>
                        <a:gd name="connsiteX264" fmla="*/ 187931 w 696508"/>
                        <a:gd name="connsiteY264" fmla="*/ 463967 h 538900"/>
                        <a:gd name="connsiteX265" fmla="*/ 217666 w 696508"/>
                        <a:gd name="connsiteY265" fmla="*/ 469914 h 538900"/>
                        <a:gd name="connsiteX266" fmla="*/ 224803 w 696508"/>
                        <a:gd name="connsiteY266" fmla="*/ 459209 h 538900"/>
                        <a:gd name="connsiteX267" fmla="*/ 247402 w 696508"/>
                        <a:gd name="connsiteY267" fmla="*/ 435420 h 538900"/>
                        <a:gd name="connsiteX268" fmla="*/ 249781 w 696508"/>
                        <a:gd name="connsiteY268" fmla="*/ 424715 h 538900"/>
                        <a:gd name="connsiteX269" fmla="*/ 271191 w 696508"/>
                        <a:gd name="connsiteY269" fmla="*/ 429473 h 538900"/>
                        <a:gd name="connsiteX270" fmla="*/ 287843 w 696508"/>
                        <a:gd name="connsiteY270" fmla="*/ 424715 h 538900"/>
                        <a:gd name="connsiteX271" fmla="*/ 294980 w 696508"/>
                        <a:gd name="connsiteY271" fmla="*/ 429473 h 538900"/>
                        <a:gd name="connsiteX272" fmla="*/ 305685 w 696508"/>
                        <a:gd name="connsiteY272" fmla="*/ 418768 h 538900"/>
                        <a:gd name="connsiteX273" fmla="*/ 283085 w 696508"/>
                        <a:gd name="connsiteY273" fmla="*/ 405684 h 538900"/>
                        <a:gd name="connsiteX274" fmla="*/ 298548 w 696508"/>
                        <a:gd name="connsiteY274" fmla="*/ 405684 h 538900"/>
                        <a:gd name="connsiteX275" fmla="*/ 309253 w 696508"/>
                        <a:gd name="connsiteY275" fmla="*/ 414010 h 538900"/>
                        <a:gd name="connsiteX276" fmla="*/ 319958 w 696508"/>
                        <a:gd name="connsiteY276" fmla="*/ 405684 h 538900"/>
                        <a:gd name="connsiteX277" fmla="*/ 319958 w 696508"/>
                        <a:gd name="connsiteY277" fmla="*/ 394979 h 538900"/>
                        <a:gd name="connsiteX278" fmla="*/ 304495 w 696508"/>
                        <a:gd name="connsiteY278" fmla="*/ 384274 h 538900"/>
                        <a:gd name="connsiteX279" fmla="*/ 336610 w 696508"/>
                        <a:gd name="connsiteY279" fmla="*/ 386653 h 538900"/>
                        <a:gd name="connsiteX280" fmla="*/ 344936 w 696508"/>
                        <a:gd name="connsiteY280" fmla="*/ 365244 h 538900"/>
                        <a:gd name="connsiteX281" fmla="*/ 335420 w 696508"/>
                        <a:gd name="connsiteY281" fmla="*/ 360486 h 538900"/>
                        <a:gd name="connsiteX282" fmla="*/ 323526 w 696508"/>
                        <a:gd name="connsiteY282" fmla="*/ 360486 h 538900"/>
                        <a:gd name="connsiteX283" fmla="*/ 321147 w 696508"/>
                        <a:gd name="connsiteY283" fmla="*/ 359296 h 538900"/>
                        <a:gd name="connsiteX284" fmla="*/ 334231 w 696508"/>
                        <a:gd name="connsiteY284" fmla="*/ 355728 h 538900"/>
                        <a:gd name="connsiteX285" fmla="*/ 312821 w 696508"/>
                        <a:gd name="connsiteY285" fmla="*/ 345023 h 538900"/>
                        <a:gd name="connsiteX286" fmla="*/ 302116 w 696508"/>
                        <a:gd name="connsiteY286" fmla="*/ 345023 h 538900"/>
                        <a:gd name="connsiteX287" fmla="*/ 302116 w 696508"/>
                        <a:gd name="connsiteY287" fmla="*/ 340265 h 538900"/>
                        <a:gd name="connsiteX288" fmla="*/ 293790 w 696508"/>
                        <a:gd name="connsiteY288" fmla="*/ 335508 h 538900"/>
                        <a:gd name="connsiteX289" fmla="*/ 306874 w 696508"/>
                        <a:gd name="connsiteY289" fmla="*/ 337886 h 538900"/>
                        <a:gd name="connsiteX290" fmla="*/ 306874 w 696508"/>
                        <a:gd name="connsiteY290" fmla="*/ 342644 h 538900"/>
                        <a:gd name="connsiteX291" fmla="*/ 328284 w 696508"/>
                        <a:gd name="connsiteY291" fmla="*/ 342644 h 538900"/>
                        <a:gd name="connsiteX292" fmla="*/ 330663 w 696508"/>
                        <a:gd name="connsiteY292" fmla="*/ 339076 h 538900"/>
                        <a:gd name="connsiteX293" fmla="*/ 306874 w 696508"/>
                        <a:gd name="connsiteY293" fmla="*/ 329560 h 538900"/>
                        <a:gd name="connsiteX294" fmla="*/ 336610 w 696508"/>
                        <a:gd name="connsiteY294" fmla="*/ 336697 h 538900"/>
                        <a:gd name="connsiteX295" fmla="*/ 336610 w 696508"/>
                        <a:gd name="connsiteY295" fmla="*/ 348591 h 538900"/>
                        <a:gd name="connsiteX296" fmla="*/ 358020 w 696508"/>
                        <a:gd name="connsiteY296" fmla="*/ 359296 h 538900"/>
                        <a:gd name="connsiteX297" fmla="*/ 362778 w 696508"/>
                        <a:gd name="connsiteY297" fmla="*/ 337886 h 538900"/>
                        <a:gd name="connsiteX298" fmla="*/ 322337 w 696508"/>
                        <a:gd name="connsiteY298" fmla="*/ 324803 h 538900"/>
                        <a:gd name="connsiteX299" fmla="*/ 315200 w 696508"/>
                        <a:gd name="connsiteY299" fmla="*/ 327182 h 538900"/>
                        <a:gd name="connsiteX300" fmla="*/ 308064 w 696508"/>
                        <a:gd name="connsiteY300" fmla="*/ 316477 h 538900"/>
                        <a:gd name="connsiteX301" fmla="*/ 318768 w 696508"/>
                        <a:gd name="connsiteY301" fmla="*/ 318856 h 538900"/>
                        <a:gd name="connsiteX302" fmla="*/ 322337 w 696508"/>
                        <a:gd name="connsiteY302" fmla="*/ 311719 h 538900"/>
                        <a:gd name="connsiteX303" fmla="*/ 344936 w 696508"/>
                        <a:gd name="connsiteY303" fmla="*/ 323613 h 538900"/>
                        <a:gd name="connsiteX304" fmla="*/ 329473 w 696508"/>
                        <a:gd name="connsiteY304" fmla="*/ 304582 h 538900"/>
                        <a:gd name="connsiteX305" fmla="*/ 359209 w 696508"/>
                        <a:gd name="connsiteY305" fmla="*/ 323613 h 538900"/>
                        <a:gd name="connsiteX306" fmla="*/ 373483 w 696508"/>
                        <a:gd name="connsiteY306" fmla="*/ 323613 h 538900"/>
                        <a:gd name="connsiteX307" fmla="*/ 375862 w 696508"/>
                        <a:gd name="connsiteY307" fmla="*/ 317666 h 538900"/>
                        <a:gd name="connsiteX308" fmla="*/ 387756 w 696508"/>
                        <a:gd name="connsiteY308" fmla="*/ 323613 h 538900"/>
                        <a:gd name="connsiteX309" fmla="*/ 387756 w 696508"/>
                        <a:gd name="connsiteY309" fmla="*/ 321234 h 538900"/>
                        <a:gd name="connsiteX310" fmla="*/ 368725 w 696508"/>
                        <a:gd name="connsiteY310" fmla="*/ 295067 h 538900"/>
                        <a:gd name="connsiteX311" fmla="*/ 368725 w 696508"/>
                        <a:gd name="connsiteY311" fmla="*/ 292688 h 538900"/>
                        <a:gd name="connsiteX312" fmla="*/ 386566 w 696508"/>
                        <a:gd name="connsiteY312" fmla="*/ 292688 h 538900"/>
                        <a:gd name="connsiteX313" fmla="*/ 396082 w 696508"/>
                        <a:gd name="connsiteY313" fmla="*/ 303393 h 538900"/>
                        <a:gd name="connsiteX314" fmla="*/ 398461 w 696508"/>
                        <a:gd name="connsiteY314" fmla="*/ 314098 h 538900"/>
                        <a:gd name="connsiteX315" fmla="*/ 409166 w 696508"/>
                        <a:gd name="connsiteY315" fmla="*/ 316477 h 538900"/>
                        <a:gd name="connsiteX316" fmla="*/ 427007 w 696508"/>
                        <a:gd name="connsiteY316" fmla="*/ 316477 h 538900"/>
                        <a:gd name="connsiteX317" fmla="*/ 436522 w 696508"/>
                        <a:gd name="connsiteY317" fmla="*/ 305772 h 538900"/>
                        <a:gd name="connsiteX318" fmla="*/ 428197 w 696508"/>
                        <a:gd name="connsiteY318" fmla="*/ 302203 h 538900"/>
                        <a:gd name="connsiteX319" fmla="*/ 443659 w 696508"/>
                        <a:gd name="connsiteY319" fmla="*/ 301014 h 538900"/>
                        <a:gd name="connsiteX320" fmla="*/ 446038 w 696508"/>
                        <a:gd name="connsiteY320" fmla="*/ 290309 h 538900"/>
                        <a:gd name="connsiteX321" fmla="*/ 422249 w 696508"/>
                        <a:gd name="connsiteY321" fmla="*/ 286741 h 538900"/>
                        <a:gd name="connsiteX322" fmla="*/ 430575 w 696508"/>
                        <a:gd name="connsiteY322" fmla="*/ 279604 h 538900"/>
                        <a:gd name="connsiteX323" fmla="*/ 430575 w 696508"/>
                        <a:gd name="connsiteY323" fmla="*/ 285551 h 538900"/>
                        <a:gd name="connsiteX324" fmla="*/ 462690 w 696508"/>
                        <a:gd name="connsiteY324" fmla="*/ 279604 h 538900"/>
                        <a:gd name="connsiteX325" fmla="*/ 457932 w 696508"/>
                        <a:gd name="connsiteY325" fmla="*/ 274846 h 538900"/>
                        <a:gd name="connsiteX326" fmla="*/ 462690 w 696508"/>
                        <a:gd name="connsiteY326" fmla="*/ 264142 h 538900"/>
                        <a:gd name="connsiteX327" fmla="*/ 460311 w 696508"/>
                        <a:gd name="connsiteY327" fmla="*/ 274846 h 538900"/>
                        <a:gd name="connsiteX328" fmla="*/ 479342 w 696508"/>
                        <a:gd name="connsiteY328" fmla="*/ 274846 h 538900"/>
                        <a:gd name="connsiteX329" fmla="*/ 488858 w 696508"/>
                        <a:gd name="connsiteY329" fmla="*/ 266520 h 538900"/>
                        <a:gd name="connsiteX330" fmla="*/ 490047 w 696508"/>
                        <a:gd name="connsiteY330" fmla="*/ 258194 h 538900"/>
                        <a:gd name="connsiteX331" fmla="*/ 534056 w 696508"/>
                        <a:gd name="connsiteY331" fmla="*/ 239163 h 538900"/>
                        <a:gd name="connsiteX332" fmla="*/ 574497 w 696508"/>
                        <a:gd name="connsiteY332" fmla="*/ 220132 h 538900"/>
                        <a:gd name="connsiteX333" fmla="*/ 599475 w 696508"/>
                        <a:gd name="connsiteY333" fmla="*/ 198723 h 538900"/>
                        <a:gd name="connsiteX334" fmla="*/ 579255 w 696508"/>
                        <a:gd name="connsiteY334" fmla="*/ 197533 h 538900"/>
                        <a:gd name="connsiteX335" fmla="*/ 509078 w 696508"/>
                        <a:gd name="connsiteY335" fmla="*/ 211806 h 538900"/>
                        <a:gd name="connsiteX336" fmla="*/ 503131 w 696508"/>
                        <a:gd name="connsiteY336" fmla="*/ 203480 h 538900"/>
                        <a:gd name="connsiteX337" fmla="*/ 505510 w 696508"/>
                        <a:gd name="connsiteY337" fmla="*/ 203480 h 538900"/>
                        <a:gd name="connsiteX338" fmla="*/ 516215 w 696508"/>
                        <a:gd name="connsiteY338" fmla="*/ 201101 h 538900"/>
                        <a:gd name="connsiteX339" fmla="*/ 580444 w 696508"/>
                        <a:gd name="connsiteY339" fmla="*/ 189207 h 538900"/>
                        <a:gd name="connsiteX340" fmla="*/ 550708 w 696508"/>
                        <a:gd name="connsiteY340" fmla="*/ 180881 h 538900"/>
                        <a:gd name="connsiteX341" fmla="*/ 559034 w 696508"/>
                        <a:gd name="connsiteY341" fmla="*/ 179692 h 538900"/>
                        <a:gd name="connsiteX342" fmla="*/ 553087 w 696508"/>
                        <a:gd name="connsiteY342" fmla="*/ 166608 h 538900"/>
                        <a:gd name="connsiteX343" fmla="*/ 562603 w 696508"/>
                        <a:gd name="connsiteY343" fmla="*/ 179692 h 538900"/>
                        <a:gd name="connsiteX344" fmla="*/ 598286 w 696508"/>
                        <a:gd name="connsiteY344" fmla="*/ 185639 h 538900"/>
                        <a:gd name="connsiteX345" fmla="*/ 589960 w 696508"/>
                        <a:gd name="connsiteY345" fmla="*/ 177313 h 538900"/>
                        <a:gd name="connsiteX346" fmla="*/ 610180 w 696508"/>
                        <a:gd name="connsiteY346" fmla="*/ 185639 h 538900"/>
                        <a:gd name="connsiteX347" fmla="*/ 614938 w 696508"/>
                        <a:gd name="connsiteY347" fmla="*/ 179692 h 538900"/>
                        <a:gd name="connsiteX348" fmla="*/ 666084 w 696508"/>
                        <a:gd name="connsiteY348" fmla="*/ 158282 h 538900"/>
                        <a:gd name="connsiteX349" fmla="*/ 673220 w 696508"/>
                        <a:gd name="connsiteY349" fmla="*/ 160661 h 538900"/>
                        <a:gd name="connsiteX350" fmla="*/ 695820 w 696508"/>
                        <a:gd name="connsiteY350" fmla="*/ 120220 h 5389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</a:cxnLst>
                      <a:rect l="l" t="t" r="r" b="b"/>
                      <a:pathLst>
                        <a:path w="696508" h="538900">
                          <a:moveTo>
                            <a:pt x="695820" y="120220"/>
                          </a:moveTo>
                          <a:cubicBezTo>
                            <a:pt x="691062" y="117841"/>
                            <a:pt x="689872" y="113083"/>
                            <a:pt x="685115" y="111894"/>
                          </a:cubicBezTo>
                          <a:cubicBezTo>
                            <a:pt x="677978" y="111894"/>
                            <a:pt x="674409" y="122599"/>
                            <a:pt x="668462" y="119030"/>
                          </a:cubicBezTo>
                          <a:cubicBezTo>
                            <a:pt x="679167" y="107136"/>
                            <a:pt x="679167" y="95242"/>
                            <a:pt x="681546" y="77400"/>
                          </a:cubicBezTo>
                          <a:cubicBezTo>
                            <a:pt x="677978" y="77400"/>
                            <a:pt x="675599" y="77400"/>
                            <a:pt x="672031" y="77400"/>
                          </a:cubicBezTo>
                          <a:cubicBezTo>
                            <a:pt x="670841" y="80969"/>
                            <a:pt x="667273" y="88105"/>
                            <a:pt x="662515" y="84537"/>
                          </a:cubicBezTo>
                          <a:cubicBezTo>
                            <a:pt x="666084" y="82158"/>
                            <a:pt x="664894" y="76211"/>
                            <a:pt x="667273" y="72643"/>
                          </a:cubicBezTo>
                          <a:cubicBezTo>
                            <a:pt x="658947" y="71453"/>
                            <a:pt x="661326" y="80969"/>
                            <a:pt x="654189" y="80969"/>
                          </a:cubicBezTo>
                          <a:cubicBezTo>
                            <a:pt x="654189" y="75021"/>
                            <a:pt x="656568" y="75021"/>
                            <a:pt x="654189" y="70264"/>
                          </a:cubicBezTo>
                          <a:cubicBezTo>
                            <a:pt x="647053" y="67885"/>
                            <a:pt x="647053" y="73832"/>
                            <a:pt x="641105" y="72643"/>
                          </a:cubicBezTo>
                          <a:cubicBezTo>
                            <a:pt x="639916" y="80969"/>
                            <a:pt x="628022" y="78590"/>
                            <a:pt x="626832" y="85726"/>
                          </a:cubicBezTo>
                          <a:cubicBezTo>
                            <a:pt x="622074" y="80969"/>
                            <a:pt x="611370" y="83347"/>
                            <a:pt x="607801" y="78590"/>
                          </a:cubicBezTo>
                          <a:cubicBezTo>
                            <a:pt x="625643" y="79779"/>
                            <a:pt x="632779" y="67885"/>
                            <a:pt x="647053" y="64316"/>
                          </a:cubicBezTo>
                          <a:cubicBezTo>
                            <a:pt x="647053" y="61938"/>
                            <a:pt x="647053" y="59559"/>
                            <a:pt x="647053" y="57180"/>
                          </a:cubicBezTo>
                          <a:cubicBezTo>
                            <a:pt x="638726" y="57180"/>
                            <a:pt x="633969" y="53612"/>
                            <a:pt x="631590" y="47664"/>
                          </a:cubicBezTo>
                          <a:cubicBezTo>
                            <a:pt x="626832" y="47664"/>
                            <a:pt x="624453" y="50043"/>
                            <a:pt x="622074" y="52422"/>
                          </a:cubicBezTo>
                          <a:cubicBezTo>
                            <a:pt x="619696" y="51233"/>
                            <a:pt x="618506" y="50043"/>
                            <a:pt x="618506" y="48854"/>
                          </a:cubicBezTo>
                          <a:cubicBezTo>
                            <a:pt x="619696" y="47664"/>
                            <a:pt x="622074" y="46475"/>
                            <a:pt x="620885" y="41717"/>
                          </a:cubicBezTo>
                          <a:cubicBezTo>
                            <a:pt x="612559" y="39338"/>
                            <a:pt x="612559" y="45285"/>
                            <a:pt x="607801" y="45285"/>
                          </a:cubicBezTo>
                          <a:cubicBezTo>
                            <a:pt x="608991" y="40528"/>
                            <a:pt x="606612" y="39338"/>
                            <a:pt x="604233" y="38149"/>
                          </a:cubicBezTo>
                          <a:cubicBezTo>
                            <a:pt x="601854" y="40528"/>
                            <a:pt x="600665" y="42907"/>
                            <a:pt x="597096" y="44096"/>
                          </a:cubicBezTo>
                          <a:cubicBezTo>
                            <a:pt x="598286" y="35770"/>
                            <a:pt x="598286" y="35770"/>
                            <a:pt x="603043" y="31012"/>
                          </a:cubicBezTo>
                          <a:cubicBezTo>
                            <a:pt x="594718" y="21497"/>
                            <a:pt x="572118" y="17928"/>
                            <a:pt x="569739" y="33391"/>
                          </a:cubicBezTo>
                          <a:cubicBezTo>
                            <a:pt x="568550" y="32202"/>
                            <a:pt x="567360" y="31012"/>
                            <a:pt x="566171" y="29823"/>
                          </a:cubicBezTo>
                          <a:cubicBezTo>
                            <a:pt x="567360" y="26255"/>
                            <a:pt x="573307" y="26255"/>
                            <a:pt x="570929" y="20307"/>
                          </a:cubicBezTo>
                          <a:cubicBezTo>
                            <a:pt x="562603" y="21497"/>
                            <a:pt x="562603" y="15550"/>
                            <a:pt x="555466" y="16739"/>
                          </a:cubicBezTo>
                          <a:cubicBezTo>
                            <a:pt x="549519" y="22686"/>
                            <a:pt x="542382" y="28633"/>
                            <a:pt x="534056" y="34581"/>
                          </a:cubicBezTo>
                          <a:cubicBezTo>
                            <a:pt x="536435" y="22686"/>
                            <a:pt x="532867" y="14360"/>
                            <a:pt x="525730" y="8413"/>
                          </a:cubicBezTo>
                          <a:cubicBezTo>
                            <a:pt x="522162" y="8413"/>
                            <a:pt x="520972" y="11981"/>
                            <a:pt x="515025" y="10792"/>
                          </a:cubicBezTo>
                          <a:cubicBezTo>
                            <a:pt x="509078" y="87"/>
                            <a:pt x="486479" y="-4671"/>
                            <a:pt x="480532" y="6034"/>
                          </a:cubicBezTo>
                          <a:cubicBezTo>
                            <a:pt x="473395" y="17928"/>
                            <a:pt x="493616" y="40528"/>
                            <a:pt x="479342" y="40528"/>
                          </a:cubicBezTo>
                          <a:cubicBezTo>
                            <a:pt x="474585" y="40528"/>
                            <a:pt x="471016" y="44096"/>
                            <a:pt x="469827" y="39338"/>
                          </a:cubicBezTo>
                          <a:cubicBezTo>
                            <a:pt x="467448" y="31012"/>
                            <a:pt x="478153" y="22686"/>
                            <a:pt x="472205" y="14360"/>
                          </a:cubicBezTo>
                          <a:cubicBezTo>
                            <a:pt x="467448" y="7224"/>
                            <a:pt x="466258" y="23876"/>
                            <a:pt x="459122" y="22686"/>
                          </a:cubicBezTo>
                          <a:cubicBezTo>
                            <a:pt x="455553" y="22686"/>
                            <a:pt x="462690" y="11981"/>
                            <a:pt x="456743" y="11981"/>
                          </a:cubicBezTo>
                          <a:cubicBezTo>
                            <a:pt x="451985" y="11981"/>
                            <a:pt x="453175" y="23876"/>
                            <a:pt x="448417" y="20307"/>
                          </a:cubicBezTo>
                          <a:cubicBezTo>
                            <a:pt x="443659" y="15550"/>
                            <a:pt x="453175" y="7224"/>
                            <a:pt x="448417" y="4845"/>
                          </a:cubicBezTo>
                          <a:cubicBezTo>
                            <a:pt x="440091" y="-1102"/>
                            <a:pt x="424628" y="2466"/>
                            <a:pt x="424628" y="11981"/>
                          </a:cubicBezTo>
                          <a:cubicBezTo>
                            <a:pt x="424628" y="15550"/>
                            <a:pt x="434144" y="14360"/>
                            <a:pt x="432954" y="16739"/>
                          </a:cubicBezTo>
                          <a:cubicBezTo>
                            <a:pt x="431765" y="19118"/>
                            <a:pt x="424628" y="17928"/>
                            <a:pt x="428197" y="22686"/>
                          </a:cubicBezTo>
                          <a:cubicBezTo>
                            <a:pt x="434144" y="31012"/>
                            <a:pt x="444849" y="32202"/>
                            <a:pt x="441280" y="42907"/>
                          </a:cubicBezTo>
                          <a:cubicBezTo>
                            <a:pt x="440091" y="46475"/>
                            <a:pt x="436522" y="45285"/>
                            <a:pt x="434144" y="44096"/>
                          </a:cubicBezTo>
                          <a:cubicBezTo>
                            <a:pt x="429386" y="42907"/>
                            <a:pt x="430575" y="38149"/>
                            <a:pt x="427007" y="34581"/>
                          </a:cubicBezTo>
                          <a:cubicBezTo>
                            <a:pt x="422249" y="29823"/>
                            <a:pt x="424628" y="42907"/>
                            <a:pt x="418681" y="42907"/>
                          </a:cubicBezTo>
                          <a:cubicBezTo>
                            <a:pt x="421060" y="29823"/>
                            <a:pt x="415113" y="25065"/>
                            <a:pt x="416302" y="13171"/>
                          </a:cubicBezTo>
                          <a:cubicBezTo>
                            <a:pt x="409166" y="14360"/>
                            <a:pt x="407976" y="3655"/>
                            <a:pt x="403218" y="8413"/>
                          </a:cubicBezTo>
                          <a:cubicBezTo>
                            <a:pt x="402029" y="9602"/>
                            <a:pt x="403218" y="10792"/>
                            <a:pt x="403218" y="11981"/>
                          </a:cubicBezTo>
                          <a:cubicBezTo>
                            <a:pt x="402029" y="16739"/>
                            <a:pt x="402029" y="29823"/>
                            <a:pt x="403218" y="34581"/>
                          </a:cubicBezTo>
                          <a:cubicBezTo>
                            <a:pt x="405597" y="44096"/>
                            <a:pt x="411545" y="52422"/>
                            <a:pt x="404408" y="55990"/>
                          </a:cubicBezTo>
                          <a:cubicBezTo>
                            <a:pt x="403218" y="57180"/>
                            <a:pt x="402029" y="57180"/>
                            <a:pt x="400839" y="55990"/>
                          </a:cubicBezTo>
                          <a:cubicBezTo>
                            <a:pt x="388945" y="46475"/>
                            <a:pt x="398461" y="9602"/>
                            <a:pt x="381809" y="19118"/>
                          </a:cubicBezTo>
                          <a:cubicBezTo>
                            <a:pt x="369914" y="26255"/>
                            <a:pt x="392514" y="34581"/>
                            <a:pt x="388945" y="42907"/>
                          </a:cubicBezTo>
                          <a:cubicBezTo>
                            <a:pt x="385377" y="48854"/>
                            <a:pt x="380619" y="40528"/>
                            <a:pt x="375862" y="40528"/>
                          </a:cubicBezTo>
                          <a:cubicBezTo>
                            <a:pt x="373483" y="40528"/>
                            <a:pt x="374672" y="41717"/>
                            <a:pt x="372293" y="42907"/>
                          </a:cubicBezTo>
                          <a:cubicBezTo>
                            <a:pt x="366346" y="46475"/>
                            <a:pt x="380619" y="51233"/>
                            <a:pt x="374672" y="55990"/>
                          </a:cubicBezTo>
                          <a:cubicBezTo>
                            <a:pt x="369914" y="59559"/>
                            <a:pt x="368725" y="63127"/>
                            <a:pt x="363967" y="64316"/>
                          </a:cubicBezTo>
                          <a:cubicBezTo>
                            <a:pt x="359209" y="65506"/>
                            <a:pt x="361588" y="57180"/>
                            <a:pt x="356831" y="59559"/>
                          </a:cubicBezTo>
                          <a:cubicBezTo>
                            <a:pt x="354452" y="60748"/>
                            <a:pt x="354452" y="70264"/>
                            <a:pt x="349694" y="64316"/>
                          </a:cubicBezTo>
                          <a:cubicBezTo>
                            <a:pt x="346126" y="58369"/>
                            <a:pt x="354452" y="47664"/>
                            <a:pt x="349694" y="42907"/>
                          </a:cubicBezTo>
                          <a:cubicBezTo>
                            <a:pt x="346126" y="39338"/>
                            <a:pt x="340178" y="41717"/>
                            <a:pt x="338989" y="39338"/>
                          </a:cubicBezTo>
                          <a:cubicBezTo>
                            <a:pt x="337799" y="35770"/>
                            <a:pt x="347315" y="35770"/>
                            <a:pt x="343747" y="31012"/>
                          </a:cubicBezTo>
                          <a:cubicBezTo>
                            <a:pt x="340178" y="25065"/>
                            <a:pt x="318768" y="21497"/>
                            <a:pt x="319958" y="29823"/>
                          </a:cubicBezTo>
                          <a:cubicBezTo>
                            <a:pt x="319958" y="35770"/>
                            <a:pt x="327095" y="42907"/>
                            <a:pt x="321147" y="45285"/>
                          </a:cubicBezTo>
                          <a:cubicBezTo>
                            <a:pt x="315200" y="47664"/>
                            <a:pt x="311632" y="48854"/>
                            <a:pt x="309253" y="45285"/>
                          </a:cubicBezTo>
                          <a:cubicBezTo>
                            <a:pt x="304495" y="39338"/>
                            <a:pt x="298548" y="45285"/>
                            <a:pt x="304495" y="51233"/>
                          </a:cubicBezTo>
                          <a:cubicBezTo>
                            <a:pt x="314011" y="60748"/>
                            <a:pt x="331852" y="80969"/>
                            <a:pt x="318768" y="83347"/>
                          </a:cubicBezTo>
                          <a:cubicBezTo>
                            <a:pt x="312821" y="84537"/>
                            <a:pt x="312821" y="88105"/>
                            <a:pt x="309253" y="83347"/>
                          </a:cubicBezTo>
                          <a:cubicBezTo>
                            <a:pt x="306874" y="80969"/>
                            <a:pt x="311632" y="75021"/>
                            <a:pt x="309253" y="72643"/>
                          </a:cubicBezTo>
                          <a:cubicBezTo>
                            <a:pt x="304495" y="67885"/>
                            <a:pt x="306874" y="80969"/>
                            <a:pt x="302116" y="83347"/>
                          </a:cubicBezTo>
                          <a:cubicBezTo>
                            <a:pt x="300927" y="84537"/>
                            <a:pt x="298548" y="84537"/>
                            <a:pt x="298548" y="83347"/>
                          </a:cubicBezTo>
                          <a:cubicBezTo>
                            <a:pt x="291412" y="76211"/>
                            <a:pt x="299737" y="59559"/>
                            <a:pt x="291412" y="60748"/>
                          </a:cubicBezTo>
                          <a:cubicBezTo>
                            <a:pt x="286654" y="61938"/>
                            <a:pt x="289033" y="66695"/>
                            <a:pt x="284275" y="70264"/>
                          </a:cubicBezTo>
                          <a:cubicBezTo>
                            <a:pt x="279517" y="73832"/>
                            <a:pt x="285464" y="80969"/>
                            <a:pt x="283085" y="80969"/>
                          </a:cubicBezTo>
                          <a:cubicBezTo>
                            <a:pt x="274760" y="82158"/>
                            <a:pt x="284275" y="67885"/>
                            <a:pt x="279517" y="61938"/>
                          </a:cubicBezTo>
                          <a:cubicBezTo>
                            <a:pt x="275949" y="58369"/>
                            <a:pt x="278328" y="53612"/>
                            <a:pt x="273570" y="48854"/>
                          </a:cubicBezTo>
                          <a:cubicBezTo>
                            <a:pt x="261676" y="35770"/>
                            <a:pt x="265244" y="75021"/>
                            <a:pt x="254539" y="71453"/>
                          </a:cubicBezTo>
                          <a:cubicBezTo>
                            <a:pt x="252160" y="70264"/>
                            <a:pt x="255729" y="63127"/>
                            <a:pt x="252160" y="64316"/>
                          </a:cubicBezTo>
                          <a:cubicBezTo>
                            <a:pt x="248592" y="65506"/>
                            <a:pt x="249781" y="79779"/>
                            <a:pt x="245024" y="75021"/>
                          </a:cubicBezTo>
                          <a:cubicBezTo>
                            <a:pt x="242645" y="72643"/>
                            <a:pt x="242645" y="66695"/>
                            <a:pt x="245024" y="64316"/>
                          </a:cubicBezTo>
                          <a:cubicBezTo>
                            <a:pt x="247402" y="61938"/>
                            <a:pt x="247402" y="58369"/>
                            <a:pt x="246213" y="55990"/>
                          </a:cubicBezTo>
                          <a:cubicBezTo>
                            <a:pt x="236698" y="44096"/>
                            <a:pt x="214098" y="59559"/>
                            <a:pt x="206962" y="69074"/>
                          </a:cubicBezTo>
                          <a:cubicBezTo>
                            <a:pt x="203393" y="69074"/>
                            <a:pt x="201014" y="69074"/>
                            <a:pt x="197446" y="69074"/>
                          </a:cubicBezTo>
                          <a:cubicBezTo>
                            <a:pt x="197446" y="75021"/>
                            <a:pt x="196257" y="76211"/>
                            <a:pt x="191499" y="75021"/>
                          </a:cubicBezTo>
                          <a:cubicBezTo>
                            <a:pt x="191499" y="82158"/>
                            <a:pt x="196257" y="83347"/>
                            <a:pt x="193878" y="90484"/>
                          </a:cubicBezTo>
                          <a:cubicBezTo>
                            <a:pt x="196257" y="90484"/>
                            <a:pt x="198636" y="90484"/>
                            <a:pt x="202204" y="90484"/>
                          </a:cubicBezTo>
                          <a:cubicBezTo>
                            <a:pt x="202204" y="88105"/>
                            <a:pt x="202204" y="85726"/>
                            <a:pt x="202204" y="82158"/>
                          </a:cubicBezTo>
                          <a:cubicBezTo>
                            <a:pt x="211719" y="77400"/>
                            <a:pt x="216477" y="84537"/>
                            <a:pt x="221235" y="76211"/>
                          </a:cubicBezTo>
                          <a:cubicBezTo>
                            <a:pt x="218856" y="84537"/>
                            <a:pt x="224803" y="83347"/>
                            <a:pt x="225993" y="86916"/>
                          </a:cubicBezTo>
                          <a:cubicBezTo>
                            <a:pt x="212909" y="84537"/>
                            <a:pt x="211719" y="94052"/>
                            <a:pt x="202204" y="95242"/>
                          </a:cubicBezTo>
                          <a:cubicBezTo>
                            <a:pt x="201014" y="101189"/>
                            <a:pt x="204583" y="101189"/>
                            <a:pt x="204583" y="105947"/>
                          </a:cubicBezTo>
                          <a:cubicBezTo>
                            <a:pt x="212909" y="101189"/>
                            <a:pt x="239077" y="91673"/>
                            <a:pt x="245024" y="101189"/>
                          </a:cubicBezTo>
                          <a:cubicBezTo>
                            <a:pt x="233129" y="98810"/>
                            <a:pt x="229561" y="105947"/>
                            <a:pt x="218856" y="103568"/>
                          </a:cubicBezTo>
                          <a:cubicBezTo>
                            <a:pt x="218856" y="109515"/>
                            <a:pt x="211719" y="109515"/>
                            <a:pt x="205772" y="109515"/>
                          </a:cubicBezTo>
                          <a:cubicBezTo>
                            <a:pt x="203393" y="119030"/>
                            <a:pt x="214098" y="115462"/>
                            <a:pt x="216477" y="120220"/>
                          </a:cubicBezTo>
                          <a:cubicBezTo>
                            <a:pt x="209340" y="126167"/>
                            <a:pt x="206962" y="117841"/>
                            <a:pt x="201014" y="117841"/>
                          </a:cubicBezTo>
                          <a:cubicBezTo>
                            <a:pt x="197446" y="121409"/>
                            <a:pt x="197446" y="128546"/>
                            <a:pt x="196257" y="132114"/>
                          </a:cubicBezTo>
                          <a:cubicBezTo>
                            <a:pt x="201014" y="136872"/>
                            <a:pt x="203393" y="134493"/>
                            <a:pt x="210530" y="133304"/>
                          </a:cubicBezTo>
                          <a:cubicBezTo>
                            <a:pt x="222424" y="138061"/>
                            <a:pt x="246213" y="151145"/>
                            <a:pt x="258107" y="138061"/>
                          </a:cubicBezTo>
                          <a:cubicBezTo>
                            <a:pt x="270002" y="140440"/>
                            <a:pt x="279517" y="134493"/>
                            <a:pt x="286654" y="135683"/>
                          </a:cubicBezTo>
                          <a:cubicBezTo>
                            <a:pt x="268812" y="145198"/>
                            <a:pt x="243834" y="153524"/>
                            <a:pt x="223614" y="144009"/>
                          </a:cubicBezTo>
                          <a:cubicBezTo>
                            <a:pt x="222424" y="139251"/>
                            <a:pt x="211719" y="145198"/>
                            <a:pt x="205772" y="141630"/>
                          </a:cubicBezTo>
                          <a:cubicBezTo>
                            <a:pt x="201014" y="141630"/>
                            <a:pt x="197446" y="141630"/>
                            <a:pt x="192688" y="141630"/>
                          </a:cubicBezTo>
                          <a:cubicBezTo>
                            <a:pt x="192688" y="163040"/>
                            <a:pt x="202204" y="173744"/>
                            <a:pt x="216477" y="182070"/>
                          </a:cubicBezTo>
                          <a:cubicBezTo>
                            <a:pt x="223614" y="167797"/>
                            <a:pt x="241455" y="165418"/>
                            <a:pt x="249781" y="153524"/>
                          </a:cubicBezTo>
                          <a:cubicBezTo>
                            <a:pt x="272381" y="154713"/>
                            <a:pt x="291412" y="158282"/>
                            <a:pt x="310443" y="163040"/>
                          </a:cubicBezTo>
                          <a:cubicBezTo>
                            <a:pt x="305685" y="163040"/>
                            <a:pt x="305685" y="166608"/>
                            <a:pt x="300927" y="165418"/>
                          </a:cubicBezTo>
                          <a:cubicBezTo>
                            <a:pt x="291412" y="163040"/>
                            <a:pt x="283085" y="159471"/>
                            <a:pt x="272381" y="157092"/>
                          </a:cubicBezTo>
                          <a:cubicBezTo>
                            <a:pt x="268812" y="158282"/>
                            <a:pt x="268812" y="158282"/>
                            <a:pt x="264054" y="157092"/>
                          </a:cubicBezTo>
                          <a:cubicBezTo>
                            <a:pt x="249781" y="155903"/>
                            <a:pt x="245024" y="164229"/>
                            <a:pt x="239077" y="170176"/>
                          </a:cubicBezTo>
                          <a:cubicBezTo>
                            <a:pt x="231940" y="173744"/>
                            <a:pt x="224803" y="178502"/>
                            <a:pt x="224803" y="189207"/>
                          </a:cubicBezTo>
                          <a:cubicBezTo>
                            <a:pt x="228371" y="190397"/>
                            <a:pt x="229561" y="192775"/>
                            <a:pt x="235508" y="191586"/>
                          </a:cubicBezTo>
                          <a:cubicBezTo>
                            <a:pt x="233129" y="197533"/>
                            <a:pt x="237887" y="196344"/>
                            <a:pt x="237887" y="199912"/>
                          </a:cubicBezTo>
                          <a:cubicBezTo>
                            <a:pt x="250971" y="198723"/>
                            <a:pt x="256918" y="204670"/>
                            <a:pt x="270002" y="202291"/>
                          </a:cubicBezTo>
                          <a:cubicBezTo>
                            <a:pt x="275949" y="198723"/>
                            <a:pt x="275949" y="182070"/>
                            <a:pt x="285464" y="188018"/>
                          </a:cubicBezTo>
                          <a:cubicBezTo>
                            <a:pt x="284275" y="189207"/>
                            <a:pt x="281896" y="190397"/>
                            <a:pt x="283085" y="195154"/>
                          </a:cubicBezTo>
                          <a:cubicBezTo>
                            <a:pt x="294980" y="196344"/>
                            <a:pt x="299737" y="190397"/>
                            <a:pt x="309253" y="193965"/>
                          </a:cubicBezTo>
                          <a:cubicBezTo>
                            <a:pt x="300927" y="199912"/>
                            <a:pt x="274760" y="195154"/>
                            <a:pt x="279517" y="211806"/>
                          </a:cubicBezTo>
                          <a:cubicBezTo>
                            <a:pt x="286654" y="211806"/>
                            <a:pt x="294980" y="210617"/>
                            <a:pt x="294980" y="216564"/>
                          </a:cubicBezTo>
                          <a:cubicBezTo>
                            <a:pt x="322337" y="218943"/>
                            <a:pt x="340178" y="211806"/>
                            <a:pt x="353262" y="201101"/>
                          </a:cubicBezTo>
                          <a:cubicBezTo>
                            <a:pt x="353262" y="198723"/>
                            <a:pt x="350883" y="198723"/>
                            <a:pt x="350883" y="197533"/>
                          </a:cubicBezTo>
                          <a:cubicBezTo>
                            <a:pt x="354452" y="191586"/>
                            <a:pt x="362778" y="191586"/>
                            <a:pt x="365156" y="185639"/>
                          </a:cubicBezTo>
                          <a:cubicBezTo>
                            <a:pt x="367535" y="186828"/>
                            <a:pt x="367535" y="191586"/>
                            <a:pt x="372293" y="191586"/>
                          </a:cubicBezTo>
                          <a:cubicBezTo>
                            <a:pt x="374672" y="174934"/>
                            <a:pt x="398461" y="174934"/>
                            <a:pt x="409166" y="171366"/>
                          </a:cubicBezTo>
                          <a:cubicBezTo>
                            <a:pt x="400839" y="179692"/>
                            <a:pt x="384187" y="178502"/>
                            <a:pt x="375862" y="185639"/>
                          </a:cubicBezTo>
                          <a:cubicBezTo>
                            <a:pt x="374672" y="199912"/>
                            <a:pt x="358020" y="197533"/>
                            <a:pt x="355641" y="209428"/>
                          </a:cubicBezTo>
                          <a:cubicBezTo>
                            <a:pt x="374672" y="207049"/>
                            <a:pt x="386566" y="212996"/>
                            <a:pt x="392514" y="222511"/>
                          </a:cubicBezTo>
                          <a:cubicBezTo>
                            <a:pt x="387756" y="221322"/>
                            <a:pt x="386566" y="223701"/>
                            <a:pt x="382998" y="224890"/>
                          </a:cubicBezTo>
                          <a:cubicBezTo>
                            <a:pt x="372293" y="210617"/>
                            <a:pt x="342557" y="218943"/>
                            <a:pt x="327095" y="222511"/>
                          </a:cubicBezTo>
                          <a:cubicBezTo>
                            <a:pt x="325905" y="233216"/>
                            <a:pt x="352073" y="223701"/>
                            <a:pt x="346126" y="235595"/>
                          </a:cubicBezTo>
                          <a:cubicBezTo>
                            <a:pt x="324716" y="224890"/>
                            <a:pt x="299737" y="233216"/>
                            <a:pt x="275949" y="224890"/>
                          </a:cubicBezTo>
                          <a:cubicBezTo>
                            <a:pt x="275949" y="223701"/>
                            <a:pt x="275949" y="223701"/>
                            <a:pt x="275949" y="222511"/>
                          </a:cubicBezTo>
                          <a:cubicBezTo>
                            <a:pt x="271191" y="222511"/>
                            <a:pt x="267623" y="223701"/>
                            <a:pt x="265244" y="224890"/>
                          </a:cubicBezTo>
                          <a:cubicBezTo>
                            <a:pt x="265244" y="233216"/>
                            <a:pt x="265244" y="242732"/>
                            <a:pt x="265244" y="251058"/>
                          </a:cubicBezTo>
                          <a:cubicBezTo>
                            <a:pt x="265244" y="253437"/>
                            <a:pt x="266433" y="253437"/>
                            <a:pt x="266433" y="255816"/>
                          </a:cubicBezTo>
                          <a:cubicBezTo>
                            <a:pt x="265244" y="258194"/>
                            <a:pt x="261676" y="258194"/>
                            <a:pt x="262865" y="260573"/>
                          </a:cubicBezTo>
                          <a:cubicBezTo>
                            <a:pt x="265244" y="266520"/>
                            <a:pt x="270002" y="270089"/>
                            <a:pt x="275949" y="272468"/>
                          </a:cubicBezTo>
                          <a:cubicBezTo>
                            <a:pt x="274760" y="274846"/>
                            <a:pt x="270002" y="273657"/>
                            <a:pt x="268812" y="276036"/>
                          </a:cubicBezTo>
                          <a:cubicBezTo>
                            <a:pt x="268812" y="272468"/>
                            <a:pt x="265244" y="271278"/>
                            <a:pt x="265244" y="267710"/>
                          </a:cubicBezTo>
                          <a:cubicBezTo>
                            <a:pt x="261676" y="266520"/>
                            <a:pt x="262865" y="271278"/>
                            <a:pt x="258107" y="270089"/>
                          </a:cubicBezTo>
                          <a:cubicBezTo>
                            <a:pt x="249781" y="258194"/>
                            <a:pt x="260486" y="235595"/>
                            <a:pt x="246213" y="228458"/>
                          </a:cubicBezTo>
                          <a:cubicBezTo>
                            <a:pt x="246213" y="226080"/>
                            <a:pt x="246213" y="223701"/>
                            <a:pt x="246213" y="221322"/>
                          </a:cubicBezTo>
                          <a:cubicBezTo>
                            <a:pt x="240266" y="215375"/>
                            <a:pt x="224803" y="217754"/>
                            <a:pt x="224803" y="205859"/>
                          </a:cubicBezTo>
                          <a:cubicBezTo>
                            <a:pt x="222424" y="205859"/>
                            <a:pt x="217666" y="207049"/>
                            <a:pt x="220045" y="203480"/>
                          </a:cubicBezTo>
                          <a:cubicBezTo>
                            <a:pt x="206962" y="204670"/>
                            <a:pt x="205772" y="217754"/>
                            <a:pt x="196257" y="222511"/>
                          </a:cubicBezTo>
                          <a:cubicBezTo>
                            <a:pt x="196257" y="223701"/>
                            <a:pt x="196257" y="224890"/>
                            <a:pt x="196257" y="226080"/>
                          </a:cubicBezTo>
                          <a:cubicBezTo>
                            <a:pt x="191499" y="227269"/>
                            <a:pt x="193878" y="237974"/>
                            <a:pt x="198636" y="236784"/>
                          </a:cubicBezTo>
                          <a:cubicBezTo>
                            <a:pt x="203393" y="236784"/>
                            <a:pt x="206962" y="245111"/>
                            <a:pt x="203393" y="248679"/>
                          </a:cubicBezTo>
                          <a:cubicBezTo>
                            <a:pt x="201014" y="242732"/>
                            <a:pt x="195067" y="240353"/>
                            <a:pt x="187931" y="240353"/>
                          </a:cubicBezTo>
                          <a:cubicBezTo>
                            <a:pt x="187931" y="243921"/>
                            <a:pt x="187931" y="247489"/>
                            <a:pt x="187931" y="251058"/>
                          </a:cubicBezTo>
                          <a:cubicBezTo>
                            <a:pt x="202204" y="261763"/>
                            <a:pt x="192688" y="286741"/>
                            <a:pt x="187931" y="301014"/>
                          </a:cubicBezTo>
                          <a:cubicBezTo>
                            <a:pt x="187931" y="304582"/>
                            <a:pt x="193878" y="303393"/>
                            <a:pt x="192688" y="308151"/>
                          </a:cubicBezTo>
                          <a:cubicBezTo>
                            <a:pt x="191499" y="310530"/>
                            <a:pt x="190310" y="314098"/>
                            <a:pt x="189120" y="316477"/>
                          </a:cubicBezTo>
                          <a:cubicBezTo>
                            <a:pt x="186741" y="312908"/>
                            <a:pt x="184362" y="309340"/>
                            <a:pt x="181983" y="305772"/>
                          </a:cubicBezTo>
                          <a:cubicBezTo>
                            <a:pt x="171279" y="308151"/>
                            <a:pt x="179605" y="323613"/>
                            <a:pt x="183173" y="328371"/>
                          </a:cubicBezTo>
                          <a:cubicBezTo>
                            <a:pt x="187931" y="329560"/>
                            <a:pt x="187931" y="325992"/>
                            <a:pt x="192688" y="327182"/>
                          </a:cubicBezTo>
                          <a:cubicBezTo>
                            <a:pt x="192688" y="331939"/>
                            <a:pt x="198636" y="330750"/>
                            <a:pt x="197446" y="335508"/>
                          </a:cubicBezTo>
                          <a:cubicBezTo>
                            <a:pt x="204583" y="334318"/>
                            <a:pt x="210530" y="336697"/>
                            <a:pt x="215288" y="337886"/>
                          </a:cubicBezTo>
                          <a:cubicBezTo>
                            <a:pt x="218856" y="334318"/>
                            <a:pt x="223614" y="330750"/>
                            <a:pt x="227182" y="327182"/>
                          </a:cubicBezTo>
                          <a:cubicBezTo>
                            <a:pt x="227182" y="331939"/>
                            <a:pt x="224803" y="335508"/>
                            <a:pt x="223614" y="340265"/>
                          </a:cubicBezTo>
                          <a:cubicBezTo>
                            <a:pt x="222424" y="340265"/>
                            <a:pt x="221235" y="340265"/>
                            <a:pt x="220045" y="340265"/>
                          </a:cubicBezTo>
                          <a:cubicBezTo>
                            <a:pt x="218856" y="337886"/>
                            <a:pt x="208151" y="337886"/>
                            <a:pt x="206962" y="340265"/>
                          </a:cubicBezTo>
                          <a:cubicBezTo>
                            <a:pt x="204583" y="340265"/>
                            <a:pt x="203393" y="341455"/>
                            <a:pt x="204583" y="343834"/>
                          </a:cubicBezTo>
                          <a:cubicBezTo>
                            <a:pt x="204583" y="347402"/>
                            <a:pt x="212909" y="342644"/>
                            <a:pt x="212909" y="346213"/>
                          </a:cubicBezTo>
                          <a:cubicBezTo>
                            <a:pt x="212909" y="350970"/>
                            <a:pt x="208151" y="350970"/>
                            <a:pt x="208151" y="354539"/>
                          </a:cubicBezTo>
                          <a:cubicBezTo>
                            <a:pt x="199825" y="339076"/>
                            <a:pt x="183173" y="334318"/>
                            <a:pt x="173657" y="321234"/>
                          </a:cubicBezTo>
                          <a:cubicBezTo>
                            <a:pt x="162953" y="328371"/>
                            <a:pt x="145111" y="328371"/>
                            <a:pt x="133217" y="327182"/>
                          </a:cubicBezTo>
                          <a:cubicBezTo>
                            <a:pt x="128459" y="346213"/>
                            <a:pt x="109428" y="352160"/>
                            <a:pt x="101102" y="367622"/>
                          </a:cubicBezTo>
                          <a:cubicBezTo>
                            <a:pt x="99912" y="372380"/>
                            <a:pt x="105860" y="368812"/>
                            <a:pt x="103481" y="372380"/>
                          </a:cubicBezTo>
                          <a:cubicBezTo>
                            <a:pt x="99912" y="372380"/>
                            <a:pt x="97534" y="372380"/>
                            <a:pt x="98723" y="375948"/>
                          </a:cubicBezTo>
                          <a:cubicBezTo>
                            <a:pt x="102291" y="379517"/>
                            <a:pt x="104670" y="384274"/>
                            <a:pt x="111807" y="383085"/>
                          </a:cubicBezTo>
                          <a:cubicBezTo>
                            <a:pt x="112996" y="380706"/>
                            <a:pt x="114186" y="377138"/>
                            <a:pt x="115375" y="374759"/>
                          </a:cubicBezTo>
                          <a:cubicBezTo>
                            <a:pt x="120133" y="377138"/>
                            <a:pt x="123701" y="373570"/>
                            <a:pt x="127270" y="372380"/>
                          </a:cubicBezTo>
                          <a:cubicBezTo>
                            <a:pt x="128459" y="380706"/>
                            <a:pt x="116564" y="375948"/>
                            <a:pt x="118944" y="385464"/>
                          </a:cubicBezTo>
                          <a:cubicBezTo>
                            <a:pt x="121322" y="386653"/>
                            <a:pt x="132027" y="391411"/>
                            <a:pt x="132027" y="385464"/>
                          </a:cubicBezTo>
                          <a:cubicBezTo>
                            <a:pt x="146300" y="380706"/>
                            <a:pt x="146300" y="360486"/>
                            <a:pt x="161763" y="355728"/>
                          </a:cubicBezTo>
                          <a:cubicBezTo>
                            <a:pt x="152248" y="361675"/>
                            <a:pt x="151058" y="374759"/>
                            <a:pt x="142732" y="380706"/>
                          </a:cubicBezTo>
                          <a:cubicBezTo>
                            <a:pt x="143922" y="381896"/>
                            <a:pt x="147490" y="380706"/>
                            <a:pt x="146300" y="384274"/>
                          </a:cubicBezTo>
                          <a:cubicBezTo>
                            <a:pt x="140353" y="383085"/>
                            <a:pt x="140353" y="386653"/>
                            <a:pt x="137974" y="387843"/>
                          </a:cubicBezTo>
                          <a:cubicBezTo>
                            <a:pt x="135596" y="392601"/>
                            <a:pt x="145111" y="391411"/>
                            <a:pt x="140353" y="392601"/>
                          </a:cubicBezTo>
                          <a:cubicBezTo>
                            <a:pt x="133217" y="389032"/>
                            <a:pt x="126080" y="393790"/>
                            <a:pt x="120133" y="393790"/>
                          </a:cubicBezTo>
                          <a:cubicBezTo>
                            <a:pt x="117754" y="399737"/>
                            <a:pt x="122512" y="398548"/>
                            <a:pt x="122512" y="402116"/>
                          </a:cubicBezTo>
                          <a:cubicBezTo>
                            <a:pt x="124891" y="400927"/>
                            <a:pt x="130838" y="396169"/>
                            <a:pt x="133217" y="400927"/>
                          </a:cubicBezTo>
                          <a:cubicBezTo>
                            <a:pt x="133217" y="402116"/>
                            <a:pt x="133217" y="403305"/>
                            <a:pt x="133217" y="403305"/>
                          </a:cubicBezTo>
                          <a:cubicBezTo>
                            <a:pt x="129648" y="403305"/>
                            <a:pt x="129648" y="400927"/>
                            <a:pt x="124891" y="402116"/>
                          </a:cubicBezTo>
                          <a:cubicBezTo>
                            <a:pt x="124891" y="403305"/>
                            <a:pt x="124891" y="404495"/>
                            <a:pt x="124891" y="405684"/>
                          </a:cubicBezTo>
                          <a:cubicBezTo>
                            <a:pt x="124891" y="408063"/>
                            <a:pt x="128459" y="406874"/>
                            <a:pt x="127270" y="409253"/>
                          </a:cubicBezTo>
                          <a:cubicBezTo>
                            <a:pt x="123701" y="409253"/>
                            <a:pt x="121322" y="409253"/>
                            <a:pt x="118944" y="410442"/>
                          </a:cubicBezTo>
                          <a:cubicBezTo>
                            <a:pt x="120133" y="414010"/>
                            <a:pt x="121322" y="417579"/>
                            <a:pt x="126080" y="418768"/>
                          </a:cubicBezTo>
                          <a:cubicBezTo>
                            <a:pt x="127270" y="415200"/>
                            <a:pt x="130838" y="414010"/>
                            <a:pt x="135596" y="411631"/>
                          </a:cubicBezTo>
                          <a:cubicBezTo>
                            <a:pt x="134406" y="418768"/>
                            <a:pt x="126080" y="418768"/>
                            <a:pt x="124891" y="424715"/>
                          </a:cubicBezTo>
                          <a:cubicBezTo>
                            <a:pt x="129648" y="425905"/>
                            <a:pt x="130838" y="430662"/>
                            <a:pt x="136785" y="429473"/>
                          </a:cubicBezTo>
                          <a:cubicBezTo>
                            <a:pt x="139164" y="429473"/>
                            <a:pt x="137974" y="425905"/>
                            <a:pt x="140353" y="427094"/>
                          </a:cubicBezTo>
                          <a:cubicBezTo>
                            <a:pt x="159384" y="430662"/>
                            <a:pt x="152248" y="418768"/>
                            <a:pt x="164142" y="415200"/>
                          </a:cubicBezTo>
                          <a:cubicBezTo>
                            <a:pt x="155816" y="430662"/>
                            <a:pt x="157005" y="424715"/>
                            <a:pt x="142732" y="435420"/>
                          </a:cubicBezTo>
                          <a:cubicBezTo>
                            <a:pt x="141543" y="440178"/>
                            <a:pt x="147490" y="436610"/>
                            <a:pt x="145111" y="440178"/>
                          </a:cubicBezTo>
                          <a:cubicBezTo>
                            <a:pt x="137974" y="436610"/>
                            <a:pt x="130838" y="431852"/>
                            <a:pt x="121322" y="437799"/>
                          </a:cubicBezTo>
                          <a:cubicBezTo>
                            <a:pt x="122512" y="428284"/>
                            <a:pt x="111807" y="428284"/>
                            <a:pt x="105860" y="425905"/>
                          </a:cubicBezTo>
                          <a:cubicBezTo>
                            <a:pt x="105860" y="423526"/>
                            <a:pt x="105860" y="422336"/>
                            <a:pt x="105860" y="421147"/>
                          </a:cubicBezTo>
                          <a:cubicBezTo>
                            <a:pt x="108238" y="418768"/>
                            <a:pt x="108238" y="406874"/>
                            <a:pt x="105860" y="403305"/>
                          </a:cubicBezTo>
                          <a:cubicBezTo>
                            <a:pt x="107049" y="394979"/>
                            <a:pt x="102291" y="392601"/>
                            <a:pt x="101102" y="387843"/>
                          </a:cubicBezTo>
                          <a:cubicBezTo>
                            <a:pt x="91586" y="389032"/>
                            <a:pt x="77313" y="385464"/>
                            <a:pt x="71366" y="390222"/>
                          </a:cubicBezTo>
                          <a:cubicBezTo>
                            <a:pt x="74934" y="397358"/>
                            <a:pt x="66608" y="408063"/>
                            <a:pt x="74934" y="414010"/>
                          </a:cubicBezTo>
                          <a:cubicBezTo>
                            <a:pt x="71366" y="416389"/>
                            <a:pt x="70177" y="418768"/>
                            <a:pt x="71366" y="424715"/>
                          </a:cubicBezTo>
                          <a:cubicBezTo>
                            <a:pt x="74934" y="425905"/>
                            <a:pt x="80881" y="423526"/>
                            <a:pt x="82071" y="425905"/>
                          </a:cubicBezTo>
                          <a:cubicBezTo>
                            <a:pt x="83260" y="429473"/>
                            <a:pt x="76124" y="424715"/>
                            <a:pt x="77313" y="428284"/>
                          </a:cubicBezTo>
                          <a:cubicBezTo>
                            <a:pt x="83260" y="429473"/>
                            <a:pt x="77313" y="433041"/>
                            <a:pt x="77313" y="436610"/>
                          </a:cubicBezTo>
                          <a:cubicBezTo>
                            <a:pt x="80881" y="438988"/>
                            <a:pt x="86829" y="438988"/>
                            <a:pt x="88018" y="443746"/>
                          </a:cubicBezTo>
                          <a:cubicBezTo>
                            <a:pt x="77313" y="443746"/>
                            <a:pt x="74934" y="438988"/>
                            <a:pt x="66608" y="443746"/>
                          </a:cubicBezTo>
                          <a:cubicBezTo>
                            <a:pt x="66608" y="442557"/>
                            <a:pt x="66608" y="440178"/>
                            <a:pt x="66608" y="438988"/>
                          </a:cubicBezTo>
                          <a:cubicBezTo>
                            <a:pt x="57093" y="440178"/>
                            <a:pt x="47577" y="441367"/>
                            <a:pt x="41630" y="436610"/>
                          </a:cubicBezTo>
                          <a:cubicBezTo>
                            <a:pt x="34494" y="447315"/>
                            <a:pt x="20220" y="449693"/>
                            <a:pt x="8326" y="455641"/>
                          </a:cubicBezTo>
                          <a:cubicBezTo>
                            <a:pt x="8326" y="459209"/>
                            <a:pt x="8326" y="462777"/>
                            <a:pt x="8326" y="466345"/>
                          </a:cubicBezTo>
                          <a:cubicBezTo>
                            <a:pt x="4758" y="467535"/>
                            <a:pt x="3568" y="469914"/>
                            <a:pt x="0" y="469914"/>
                          </a:cubicBezTo>
                          <a:cubicBezTo>
                            <a:pt x="0" y="475861"/>
                            <a:pt x="1189" y="480619"/>
                            <a:pt x="2379" y="485376"/>
                          </a:cubicBezTo>
                          <a:cubicBezTo>
                            <a:pt x="7137" y="485376"/>
                            <a:pt x="9515" y="481808"/>
                            <a:pt x="11894" y="486566"/>
                          </a:cubicBezTo>
                          <a:cubicBezTo>
                            <a:pt x="19031" y="481808"/>
                            <a:pt x="13084" y="462777"/>
                            <a:pt x="23789" y="462777"/>
                          </a:cubicBezTo>
                          <a:cubicBezTo>
                            <a:pt x="19031" y="469914"/>
                            <a:pt x="16652" y="479429"/>
                            <a:pt x="15463" y="491324"/>
                          </a:cubicBezTo>
                          <a:cubicBezTo>
                            <a:pt x="20220" y="491324"/>
                            <a:pt x="21410" y="494892"/>
                            <a:pt x="26168" y="494892"/>
                          </a:cubicBezTo>
                          <a:cubicBezTo>
                            <a:pt x="27357" y="488945"/>
                            <a:pt x="28546" y="481808"/>
                            <a:pt x="33304" y="479429"/>
                          </a:cubicBezTo>
                          <a:cubicBezTo>
                            <a:pt x="34494" y="484187"/>
                            <a:pt x="27357" y="500839"/>
                            <a:pt x="38062" y="500839"/>
                          </a:cubicBezTo>
                          <a:cubicBezTo>
                            <a:pt x="41630" y="498460"/>
                            <a:pt x="40441" y="496081"/>
                            <a:pt x="39251" y="492513"/>
                          </a:cubicBezTo>
                          <a:cubicBezTo>
                            <a:pt x="45198" y="494892"/>
                            <a:pt x="44009" y="490134"/>
                            <a:pt x="47577" y="490134"/>
                          </a:cubicBezTo>
                          <a:cubicBezTo>
                            <a:pt x="48767" y="486566"/>
                            <a:pt x="42820" y="484187"/>
                            <a:pt x="46388" y="481808"/>
                          </a:cubicBezTo>
                          <a:cubicBezTo>
                            <a:pt x="47577" y="485376"/>
                            <a:pt x="49956" y="486566"/>
                            <a:pt x="49956" y="491324"/>
                          </a:cubicBezTo>
                          <a:cubicBezTo>
                            <a:pt x="47577" y="494892"/>
                            <a:pt x="41630" y="496081"/>
                            <a:pt x="41630" y="502029"/>
                          </a:cubicBezTo>
                          <a:cubicBezTo>
                            <a:pt x="48767" y="505597"/>
                            <a:pt x="57093" y="507976"/>
                            <a:pt x="61851" y="513923"/>
                          </a:cubicBezTo>
                          <a:cubicBezTo>
                            <a:pt x="61851" y="515112"/>
                            <a:pt x="63040" y="515112"/>
                            <a:pt x="63040" y="516302"/>
                          </a:cubicBezTo>
                          <a:cubicBezTo>
                            <a:pt x="64229" y="516302"/>
                            <a:pt x="65419" y="516302"/>
                            <a:pt x="66608" y="516302"/>
                          </a:cubicBezTo>
                          <a:cubicBezTo>
                            <a:pt x="70177" y="516302"/>
                            <a:pt x="74934" y="516302"/>
                            <a:pt x="78503" y="516302"/>
                          </a:cubicBezTo>
                          <a:cubicBezTo>
                            <a:pt x="77313" y="509165"/>
                            <a:pt x="66608" y="496081"/>
                            <a:pt x="78503" y="492513"/>
                          </a:cubicBezTo>
                          <a:cubicBezTo>
                            <a:pt x="78503" y="498460"/>
                            <a:pt x="80881" y="500839"/>
                            <a:pt x="80881" y="505597"/>
                          </a:cubicBezTo>
                          <a:cubicBezTo>
                            <a:pt x="93965" y="506786"/>
                            <a:pt x="91586" y="492513"/>
                            <a:pt x="96344" y="486566"/>
                          </a:cubicBezTo>
                          <a:cubicBezTo>
                            <a:pt x="99912" y="494892"/>
                            <a:pt x="92776" y="500839"/>
                            <a:pt x="96344" y="510355"/>
                          </a:cubicBezTo>
                          <a:cubicBezTo>
                            <a:pt x="101102" y="512733"/>
                            <a:pt x="102291" y="510355"/>
                            <a:pt x="107049" y="510355"/>
                          </a:cubicBezTo>
                          <a:cubicBezTo>
                            <a:pt x="104670" y="504407"/>
                            <a:pt x="109428" y="505597"/>
                            <a:pt x="109428" y="502029"/>
                          </a:cubicBezTo>
                          <a:cubicBezTo>
                            <a:pt x="110617" y="497271"/>
                            <a:pt x="104670" y="500839"/>
                            <a:pt x="107049" y="497271"/>
                          </a:cubicBezTo>
                          <a:cubicBezTo>
                            <a:pt x="109428" y="493703"/>
                            <a:pt x="109428" y="487755"/>
                            <a:pt x="115375" y="487755"/>
                          </a:cubicBezTo>
                          <a:cubicBezTo>
                            <a:pt x="111807" y="494892"/>
                            <a:pt x="112996" y="505597"/>
                            <a:pt x="110617" y="512733"/>
                          </a:cubicBezTo>
                          <a:cubicBezTo>
                            <a:pt x="112996" y="516302"/>
                            <a:pt x="121322" y="515112"/>
                            <a:pt x="123701" y="517491"/>
                          </a:cubicBezTo>
                          <a:cubicBezTo>
                            <a:pt x="134406" y="507976"/>
                            <a:pt x="120133" y="493703"/>
                            <a:pt x="130838" y="485376"/>
                          </a:cubicBezTo>
                          <a:cubicBezTo>
                            <a:pt x="130838" y="490134"/>
                            <a:pt x="128459" y="492513"/>
                            <a:pt x="129648" y="498460"/>
                          </a:cubicBezTo>
                          <a:cubicBezTo>
                            <a:pt x="132027" y="499650"/>
                            <a:pt x="135596" y="500839"/>
                            <a:pt x="137974" y="504407"/>
                          </a:cubicBezTo>
                          <a:cubicBezTo>
                            <a:pt x="133217" y="505597"/>
                            <a:pt x="133217" y="509165"/>
                            <a:pt x="133217" y="513923"/>
                          </a:cubicBezTo>
                          <a:cubicBezTo>
                            <a:pt x="137974" y="516302"/>
                            <a:pt x="141543" y="516302"/>
                            <a:pt x="146300" y="515112"/>
                          </a:cubicBezTo>
                          <a:cubicBezTo>
                            <a:pt x="152248" y="521059"/>
                            <a:pt x="147490" y="529386"/>
                            <a:pt x="143922" y="534143"/>
                          </a:cubicBezTo>
                          <a:cubicBezTo>
                            <a:pt x="142732" y="538901"/>
                            <a:pt x="148679" y="535333"/>
                            <a:pt x="146300" y="538901"/>
                          </a:cubicBezTo>
                          <a:cubicBezTo>
                            <a:pt x="157005" y="538901"/>
                            <a:pt x="160574" y="538901"/>
                            <a:pt x="165331" y="531764"/>
                          </a:cubicBezTo>
                          <a:cubicBezTo>
                            <a:pt x="170089" y="530575"/>
                            <a:pt x="171279" y="534143"/>
                            <a:pt x="176036" y="532954"/>
                          </a:cubicBezTo>
                          <a:cubicBezTo>
                            <a:pt x="174847" y="528196"/>
                            <a:pt x="180794" y="531764"/>
                            <a:pt x="178415" y="528196"/>
                          </a:cubicBezTo>
                          <a:cubicBezTo>
                            <a:pt x="181983" y="528196"/>
                            <a:pt x="180794" y="523438"/>
                            <a:pt x="186741" y="525817"/>
                          </a:cubicBezTo>
                          <a:cubicBezTo>
                            <a:pt x="185552" y="521059"/>
                            <a:pt x="189120" y="518681"/>
                            <a:pt x="191499" y="517491"/>
                          </a:cubicBezTo>
                          <a:cubicBezTo>
                            <a:pt x="192688" y="523438"/>
                            <a:pt x="189120" y="528196"/>
                            <a:pt x="191499" y="530575"/>
                          </a:cubicBezTo>
                          <a:cubicBezTo>
                            <a:pt x="198636" y="529386"/>
                            <a:pt x="201014" y="515112"/>
                            <a:pt x="210530" y="519870"/>
                          </a:cubicBezTo>
                          <a:cubicBezTo>
                            <a:pt x="216477" y="510355"/>
                            <a:pt x="217666" y="500839"/>
                            <a:pt x="217666" y="490134"/>
                          </a:cubicBezTo>
                          <a:cubicBezTo>
                            <a:pt x="206962" y="486566"/>
                            <a:pt x="203393" y="498460"/>
                            <a:pt x="197446" y="497271"/>
                          </a:cubicBezTo>
                          <a:cubicBezTo>
                            <a:pt x="203393" y="494892"/>
                            <a:pt x="198636" y="490134"/>
                            <a:pt x="195067" y="488945"/>
                          </a:cubicBezTo>
                          <a:cubicBezTo>
                            <a:pt x="198636" y="485376"/>
                            <a:pt x="202204" y="480619"/>
                            <a:pt x="203393" y="474671"/>
                          </a:cubicBezTo>
                          <a:cubicBezTo>
                            <a:pt x="209340" y="474671"/>
                            <a:pt x="203393" y="466345"/>
                            <a:pt x="201014" y="466345"/>
                          </a:cubicBezTo>
                          <a:cubicBezTo>
                            <a:pt x="193878" y="465156"/>
                            <a:pt x="190310" y="468724"/>
                            <a:pt x="185552" y="468724"/>
                          </a:cubicBezTo>
                          <a:cubicBezTo>
                            <a:pt x="186741" y="462777"/>
                            <a:pt x="180794" y="462777"/>
                            <a:pt x="180794" y="458019"/>
                          </a:cubicBezTo>
                          <a:cubicBezTo>
                            <a:pt x="168900" y="455641"/>
                            <a:pt x="168900" y="465156"/>
                            <a:pt x="159384" y="466345"/>
                          </a:cubicBezTo>
                          <a:cubicBezTo>
                            <a:pt x="160574" y="460398"/>
                            <a:pt x="162953" y="460398"/>
                            <a:pt x="159384" y="455641"/>
                          </a:cubicBezTo>
                          <a:cubicBezTo>
                            <a:pt x="164142" y="455641"/>
                            <a:pt x="168900" y="455641"/>
                            <a:pt x="172468" y="455641"/>
                          </a:cubicBezTo>
                          <a:cubicBezTo>
                            <a:pt x="168900" y="447315"/>
                            <a:pt x="170089" y="433041"/>
                            <a:pt x="177226" y="429473"/>
                          </a:cubicBezTo>
                          <a:cubicBezTo>
                            <a:pt x="171279" y="446125"/>
                            <a:pt x="179605" y="455641"/>
                            <a:pt x="187931" y="463967"/>
                          </a:cubicBezTo>
                          <a:cubicBezTo>
                            <a:pt x="202204" y="461588"/>
                            <a:pt x="208151" y="467535"/>
                            <a:pt x="217666" y="469914"/>
                          </a:cubicBezTo>
                          <a:cubicBezTo>
                            <a:pt x="217666" y="463967"/>
                            <a:pt x="221235" y="461588"/>
                            <a:pt x="224803" y="459209"/>
                          </a:cubicBezTo>
                          <a:cubicBezTo>
                            <a:pt x="234319" y="463967"/>
                            <a:pt x="255729" y="447315"/>
                            <a:pt x="247402" y="435420"/>
                          </a:cubicBezTo>
                          <a:cubicBezTo>
                            <a:pt x="252160" y="436610"/>
                            <a:pt x="248592" y="428284"/>
                            <a:pt x="249781" y="424715"/>
                          </a:cubicBezTo>
                          <a:cubicBezTo>
                            <a:pt x="256918" y="422336"/>
                            <a:pt x="267623" y="422336"/>
                            <a:pt x="271191" y="429473"/>
                          </a:cubicBezTo>
                          <a:cubicBezTo>
                            <a:pt x="279517" y="430662"/>
                            <a:pt x="280707" y="424715"/>
                            <a:pt x="287843" y="424715"/>
                          </a:cubicBezTo>
                          <a:cubicBezTo>
                            <a:pt x="289033" y="428284"/>
                            <a:pt x="290222" y="430662"/>
                            <a:pt x="294980" y="429473"/>
                          </a:cubicBezTo>
                          <a:cubicBezTo>
                            <a:pt x="297359" y="424715"/>
                            <a:pt x="304495" y="424715"/>
                            <a:pt x="305685" y="418768"/>
                          </a:cubicBezTo>
                          <a:cubicBezTo>
                            <a:pt x="296169" y="416389"/>
                            <a:pt x="286654" y="412821"/>
                            <a:pt x="283085" y="405684"/>
                          </a:cubicBezTo>
                          <a:cubicBezTo>
                            <a:pt x="292601" y="403305"/>
                            <a:pt x="294980" y="410442"/>
                            <a:pt x="298548" y="405684"/>
                          </a:cubicBezTo>
                          <a:cubicBezTo>
                            <a:pt x="299737" y="410442"/>
                            <a:pt x="304495" y="412821"/>
                            <a:pt x="309253" y="414010"/>
                          </a:cubicBezTo>
                          <a:cubicBezTo>
                            <a:pt x="310443" y="408063"/>
                            <a:pt x="316390" y="408063"/>
                            <a:pt x="319958" y="405684"/>
                          </a:cubicBezTo>
                          <a:cubicBezTo>
                            <a:pt x="319958" y="402116"/>
                            <a:pt x="319958" y="398548"/>
                            <a:pt x="319958" y="394979"/>
                          </a:cubicBezTo>
                          <a:cubicBezTo>
                            <a:pt x="311632" y="393790"/>
                            <a:pt x="306874" y="390222"/>
                            <a:pt x="304495" y="384274"/>
                          </a:cubicBezTo>
                          <a:cubicBezTo>
                            <a:pt x="315200" y="389032"/>
                            <a:pt x="325905" y="397358"/>
                            <a:pt x="336610" y="386653"/>
                          </a:cubicBezTo>
                          <a:cubicBezTo>
                            <a:pt x="335420" y="375948"/>
                            <a:pt x="343747" y="373570"/>
                            <a:pt x="344936" y="365244"/>
                          </a:cubicBezTo>
                          <a:cubicBezTo>
                            <a:pt x="341368" y="364054"/>
                            <a:pt x="338989" y="361675"/>
                            <a:pt x="335420" y="360486"/>
                          </a:cubicBezTo>
                          <a:cubicBezTo>
                            <a:pt x="334231" y="355728"/>
                            <a:pt x="325905" y="359296"/>
                            <a:pt x="323526" y="360486"/>
                          </a:cubicBezTo>
                          <a:cubicBezTo>
                            <a:pt x="322337" y="360486"/>
                            <a:pt x="321147" y="360486"/>
                            <a:pt x="321147" y="359296"/>
                          </a:cubicBezTo>
                          <a:cubicBezTo>
                            <a:pt x="323526" y="355728"/>
                            <a:pt x="328284" y="354539"/>
                            <a:pt x="334231" y="355728"/>
                          </a:cubicBezTo>
                          <a:cubicBezTo>
                            <a:pt x="330663" y="348591"/>
                            <a:pt x="325905" y="342644"/>
                            <a:pt x="312821" y="345023"/>
                          </a:cubicBezTo>
                          <a:cubicBezTo>
                            <a:pt x="309253" y="346213"/>
                            <a:pt x="305685" y="346213"/>
                            <a:pt x="302116" y="345023"/>
                          </a:cubicBezTo>
                          <a:cubicBezTo>
                            <a:pt x="302116" y="342644"/>
                            <a:pt x="302116" y="341455"/>
                            <a:pt x="302116" y="340265"/>
                          </a:cubicBezTo>
                          <a:cubicBezTo>
                            <a:pt x="299737" y="337886"/>
                            <a:pt x="294980" y="339076"/>
                            <a:pt x="293790" y="335508"/>
                          </a:cubicBezTo>
                          <a:cubicBezTo>
                            <a:pt x="298548" y="336697"/>
                            <a:pt x="300927" y="339076"/>
                            <a:pt x="306874" y="337886"/>
                          </a:cubicBezTo>
                          <a:cubicBezTo>
                            <a:pt x="306874" y="339076"/>
                            <a:pt x="306874" y="341455"/>
                            <a:pt x="306874" y="342644"/>
                          </a:cubicBezTo>
                          <a:cubicBezTo>
                            <a:pt x="315200" y="341455"/>
                            <a:pt x="319958" y="339076"/>
                            <a:pt x="328284" y="342644"/>
                          </a:cubicBezTo>
                          <a:cubicBezTo>
                            <a:pt x="329473" y="350970"/>
                            <a:pt x="337799" y="339076"/>
                            <a:pt x="330663" y="339076"/>
                          </a:cubicBezTo>
                          <a:cubicBezTo>
                            <a:pt x="325905" y="331939"/>
                            <a:pt x="308064" y="339076"/>
                            <a:pt x="306874" y="329560"/>
                          </a:cubicBezTo>
                          <a:cubicBezTo>
                            <a:pt x="317579" y="330750"/>
                            <a:pt x="327095" y="333129"/>
                            <a:pt x="336610" y="336697"/>
                          </a:cubicBezTo>
                          <a:cubicBezTo>
                            <a:pt x="336610" y="340265"/>
                            <a:pt x="336610" y="345023"/>
                            <a:pt x="336610" y="348591"/>
                          </a:cubicBezTo>
                          <a:cubicBezTo>
                            <a:pt x="343747" y="352160"/>
                            <a:pt x="350883" y="355728"/>
                            <a:pt x="358020" y="359296"/>
                          </a:cubicBezTo>
                          <a:cubicBezTo>
                            <a:pt x="363967" y="353349"/>
                            <a:pt x="356831" y="341455"/>
                            <a:pt x="362778" y="337886"/>
                          </a:cubicBezTo>
                          <a:cubicBezTo>
                            <a:pt x="347315" y="335508"/>
                            <a:pt x="330663" y="334318"/>
                            <a:pt x="322337" y="324803"/>
                          </a:cubicBezTo>
                          <a:cubicBezTo>
                            <a:pt x="317579" y="323613"/>
                            <a:pt x="321147" y="329560"/>
                            <a:pt x="315200" y="327182"/>
                          </a:cubicBezTo>
                          <a:cubicBezTo>
                            <a:pt x="317579" y="318856"/>
                            <a:pt x="306874" y="323613"/>
                            <a:pt x="308064" y="316477"/>
                          </a:cubicBezTo>
                          <a:cubicBezTo>
                            <a:pt x="314011" y="315287"/>
                            <a:pt x="312821" y="321234"/>
                            <a:pt x="318768" y="318856"/>
                          </a:cubicBezTo>
                          <a:cubicBezTo>
                            <a:pt x="322337" y="318856"/>
                            <a:pt x="319958" y="312908"/>
                            <a:pt x="322337" y="311719"/>
                          </a:cubicBezTo>
                          <a:cubicBezTo>
                            <a:pt x="322337" y="323613"/>
                            <a:pt x="338989" y="327182"/>
                            <a:pt x="344936" y="323613"/>
                          </a:cubicBezTo>
                          <a:cubicBezTo>
                            <a:pt x="344936" y="312908"/>
                            <a:pt x="327095" y="312908"/>
                            <a:pt x="329473" y="304582"/>
                          </a:cubicBezTo>
                          <a:cubicBezTo>
                            <a:pt x="343747" y="306961"/>
                            <a:pt x="347315" y="318856"/>
                            <a:pt x="359209" y="323613"/>
                          </a:cubicBezTo>
                          <a:cubicBezTo>
                            <a:pt x="365156" y="318856"/>
                            <a:pt x="367535" y="321234"/>
                            <a:pt x="373483" y="323613"/>
                          </a:cubicBezTo>
                          <a:cubicBezTo>
                            <a:pt x="377051" y="324803"/>
                            <a:pt x="372293" y="317666"/>
                            <a:pt x="375862" y="317666"/>
                          </a:cubicBezTo>
                          <a:cubicBezTo>
                            <a:pt x="381809" y="317666"/>
                            <a:pt x="380619" y="324803"/>
                            <a:pt x="387756" y="323613"/>
                          </a:cubicBezTo>
                          <a:cubicBezTo>
                            <a:pt x="387756" y="322424"/>
                            <a:pt x="387756" y="321234"/>
                            <a:pt x="387756" y="321234"/>
                          </a:cubicBezTo>
                          <a:cubicBezTo>
                            <a:pt x="397271" y="306961"/>
                            <a:pt x="380619" y="292688"/>
                            <a:pt x="368725" y="295067"/>
                          </a:cubicBezTo>
                          <a:cubicBezTo>
                            <a:pt x="368725" y="293877"/>
                            <a:pt x="368725" y="292688"/>
                            <a:pt x="368725" y="292688"/>
                          </a:cubicBezTo>
                          <a:cubicBezTo>
                            <a:pt x="374672" y="292688"/>
                            <a:pt x="380619" y="292688"/>
                            <a:pt x="386566" y="292688"/>
                          </a:cubicBezTo>
                          <a:cubicBezTo>
                            <a:pt x="388945" y="297446"/>
                            <a:pt x="387756" y="304582"/>
                            <a:pt x="396082" y="303393"/>
                          </a:cubicBezTo>
                          <a:cubicBezTo>
                            <a:pt x="396082" y="308151"/>
                            <a:pt x="398461" y="309340"/>
                            <a:pt x="398461" y="314098"/>
                          </a:cubicBezTo>
                          <a:cubicBezTo>
                            <a:pt x="404408" y="312908"/>
                            <a:pt x="403218" y="318856"/>
                            <a:pt x="409166" y="316477"/>
                          </a:cubicBezTo>
                          <a:cubicBezTo>
                            <a:pt x="413923" y="317666"/>
                            <a:pt x="425818" y="320045"/>
                            <a:pt x="427007" y="316477"/>
                          </a:cubicBezTo>
                          <a:cubicBezTo>
                            <a:pt x="431765" y="314098"/>
                            <a:pt x="435333" y="311719"/>
                            <a:pt x="436522" y="305772"/>
                          </a:cubicBezTo>
                          <a:cubicBezTo>
                            <a:pt x="432954" y="302203"/>
                            <a:pt x="429386" y="306961"/>
                            <a:pt x="428197" y="302203"/>
                          </a:cubicBezTo>
                          <a:cubicBezTo>
                            <a:pt x="430575" y="298635"/>
                            <a:pt x="438901" y="302203"/>
                            <a:pt x="443659" y="301014"/>
                          </a:cubicBezTo>
                          <a:cubicBezTo>
                            <a:pt x="446038" y="297446"/>
                            <a:pt x="448417" y="295067"/>
                            <a:pt x="446038" y="290309"/>
                          </a:cubicBezTo>
                          <a:cubicBezTo>
                            <a:pt x="435333" y="291499"/>
                            <a:pt x="428197" y="289120"/>
                            <a:pt x="422249" y="286741"/>
                          </a:cubicBezTo>
                          <a:cubicBezTo>
                            <a:pt x="427007" y="286741"/>
                            <a:pt x="427007" y="280794"/>
                            <a:pt x="430575" y="279604"/>
                          </a:cubicBezTo>
                          <a:cubicBezTo>
                            <a:pt x="430575" y="281983"/>
                            <a:pt x="430575" y="283172"/>
                            <a:pt x="430575" y="285551"/>
                          </a:cubicBezTo>
                          <a:cubicBezTo>
                            <a:pt x="444849" y="281983"/>
                            <a:pt x="459122" y="296256"/>
                            <a:pt x="462690" y="279604"/>
                          </a:cubicBezTo>
                          <a:cubicBezTo>
                            <a:pt x="462690" y="276036"/>
                            <a:pt x="456743" y="278415"/>
                            <a:pt x="457932" y="274846"/>
                          </a:cubicBezTo>
                          <a:cubicBezTo>
                            <a:pt x="459122" y="271278"/>
                            <a:pt x="459122" y="265331"/>
                            <a:pt x="462690" y="264142"/>
                          </a:cubicBezTo>
                          <a:cubicBezTo>
                            <a:pt x="463880" y="270089"/>
                            <a:pt x="459122" y="268899"/>
                            <a:pt x="460311" y="274846"/>
                          </a:cubicBezTo>
                          <a:cubicBezTo>
                            <a:pt x="465069" y="277225"/>
                            <a:pt x="471016" y="273657"/>
                            <a:pt x="479342" y="274846"/>
                          </a:cubicBezTo>
                          <a:cubicBezTo>
                            <a:pt x="482911" y="272468"/>
                            <a:pt x="485289" y="268899"/>
                            <a:pt x="488858" y="266520"/>
                          </a:cubicBezTo>
                          <a:cubicBezTo>
                            <a:pt x="491237" y="266520"/>
                            <a:pt x="488858" y="260573"/>
                            <a:pt x="490047" y="258194"/>
                          </a:cubicBezTo>
                          <a:cubicBezTo>
                            <a:pt x="504320" y="252247"/>
                            <a:pt x="522162" y="249868"/>
                            <a:pt x="534056" y="239163"/>
                          </a:cubicBezTo>
                          <a:cubicBezTo>
                            <a:pt x="553087" y="239163"/>
                            <a:pt x="563792" y="229648"/>
                            <a:pt x="574497" y="220132"/>
                          </a:cubicBezTo>
                          <a:cubicBezTo>
                            <a:pt x="588770" y="218943"/>
                            <a:pt x="597096" y="211806"/>
                            <a:pt x="599475" y="198723"/>
                          </a:cubicBezTo>
                          <a:cubicBezTo>
                            <a:pt x="592339" y="198723"/>
                            <a:pt x="585202" y="198723"/>
                            <a:pt x="579255" y="197533"/>
                          </a:cubicBezTo>
                          <a:cubicBezTo>
                            <a:pt x="566171" y="215375"/>
                            <a:pt x="524541" y="204670"/>
                            <a:pt x="509078" y="211806"/>
                          </a:cubicBezTo>
                          <a:cubicBezTo>
                            <a:pt x="509078" y="207049"/>
                            <a:pt x="503131" y="208238"/>
                            <a:pt x="503131" y="203480"/>
                          </a:cubicBezTo>
                          <a:cubicBezTo>
                            <a:pt x="504320" y="203480"/>
                            <a:pt x="505510" y="203480"/>
                            <a:pt x="505510" y="203480"/>
                          </a:cubicBezTo>
                          <a:cubicBezTo>
                            <a:pt x="507889" y="199912"/>
                            <a:pt x="515025" y="207049"/>
                            <a:pt x="516215" y="201101"/>
                          </a:cubicBezTo>
                          <a:cubicBezTo>
                            <a:pt x="532867" y="210617"/>
                            <a:pt x="566171" y="198723"/>
                            <a:pt x="580444" y="189207"/>
                          </a:cubicBezTo>
                          <a:cubicBezTo>
                            <a:pt x="574497" y="182070"/>
                            <a:pt x="560224" y="184449"/>
                            <a:pt x="550708" y="180881"/>
                          </a:cubicBezTo>
                          <a:cubicBezTo>
                            <a:pt x="550708" y="177313"/>
                            <a:pt x="556655" y="179692"/>
                            <a:pt x="559034" y="179692"/>
                          </a:cubicBezTo>
                          <a:cubicBezTo>
                            <a:pt x="559034" y="174934"/>
                            <a:pt x="549519" y="171366"/>
                            <a:pt x="553087" y="166608"/>
                          </a:cubicBezTo>
                          <a:cubicBezTo>
                            <a:pt x="555466" y="172555"/>
                            <a:pt x="560224" y="173744"/>
                            <a:pt x="562603" y="179692"/>
                          </a:cubicBezTo>
                          <a:cubicBezTo>
                            <a:pt x="575686" y="179692"/>
                            <a:pt x="584013" y="185639"/>
                            <a:pt x="598286" y="185639"/>
                          </a:cubicBezTo>
                          <a:cubicBezTo>
                            <a:pt x="598286" y="179692"/>
                            <a:pt x="589960" y="183260"/>
                            <a:pt x="589960" y="177313"/>
                          </a:cubicBezTo>
                          <a:cubicBezTo>
                            <a:pt x="600665" y="176123"/>
                            <a:pt x="603043" y="183260"/>
                            <a:pt x="610180" y="185639"/>
                          </a:cubicBezTo>
                          <a:cubicBezTo>
                            <a:pt x="612559" y="184449"/>
                            <a:pt x="613749" y="182070"/>
                            <a:pt x="614938" y="179692"/>
                          </a:cubicBezTo>
                          <a:cubicBezTo>
                            <a:pt x="633969" y="185639"/>
                            <a:pt x="654189" y="168987"/>
                            <a:pt x="666084" y="158282"/>
                          </a:cubicBezTo>
                          <a:cubicBezTo>
                            <a:pt x="668462" y="158282"/>
                            <a:pt x="669652" y="160661"/>
                            <a:pt x="673220" y="160661"/>
                          </a:cubicBezTo>
                          <a:cubicBezTo>
                            <a:pt x="688683" y="153524"/>
                            <a:pt x="699388" y="144009"/>
                            <a:pt x="695820" y="12022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3" name="Freeform 792">
                      <a:extLst>
                        <a:ext uri="{FF2B5EF4-FFF2-40B4-BE49-F238E27FC236}">
                          <a16:creationId xmlns:a16="http://schemas.microsoft.com/office/drawing/2014/main" id="{23BB16A1-6A73-69B4-1628-CCAF970A5D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4458" y="1141935"/>
                      <a:ext cx="6839" cy="7136"/>
                    </a:xfrm>
                    <a:custGeom>
                      <a:avLst/>
                      <a:gdLst>
                        <a:gd name="connsiteX0" fmla="*/ 6839 w 6839"/>
                        <a:gd name="connsiteY0" fmla="*/ 1189 h 7136"/>
                        <a:gd name="connsiteX1" fmla="*/ 892 w 6839"/>
                        <a:gd name="connsiteY1" fmla="*/ 0 h 7136"/>
                        <a:gd name="connsiteX2" fmla="*/ 892 w 6839"/>
                        <a:gd name="connsiteY2" fmla="*/ 7137 h 7136"/>
                        <a:gd name="connsiteX3" fmla="*/ 6839 w 6839"/>
                        <a:gd name="connsiteY3" fmla="*/ 1189 h 71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839" h="7136">
                          <a:moveTo>
                            <a:pt x="6839" y="1189"/>
                          </a:moveTo>
                          <a:cubicBezTo>
                            <a:pt x="4460" y="1189"/>
                            <a:pt x="4460" y="0"/>
                            <a:pt x="892" y="0"/>
                          </a:cubicBezTo>
                          <a:cubicBezTo>
                            <a:pt x="-297" y="3568"/>
                            <a:pt x="-297" y="2379"/>
                            <a:pt x="892" y="7137"/>
                          </a:cubicBezTo>
                          <a:cubicBezTo>
                            <a:pt x="4460" y="5947"/>
                            <a:pt x="6839" y="3568"/>
                            <a:pt x="6839" y="11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4" name="Freeform 793">
                      <a:extLst>
                        <a:ext uri="{FF2B5EF4-FFF2-40B4-BE49-F238E27FC236}">
                          <a16:creationId xmlns:a16="http://schemas.microsoft.com/office/drawing/2014/main" id="{374978D6-9CDB-67E9-A151-4E3677B22D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864" y="1214491"/>
                      <a:ext cx="174874" cy="287843"/>
                    </a:xfrm>
                    <a:custGeom>
                      <a:avLst/>
                      <a:gdLst>
                        <a:gd name="connsiteX0" fmla="*/ 14923 w 174874"/>
                        <a:gd name="connsiteY0" fmla="*/ 240266 h 287843"/>
                        <a:gd name="connsiteX1" fmla="*/ 10165 w 174874"/>
                        <a:gd name="connsiteY1" fmla="*/ 237887 h 287843"/>
                        <a:gd name="connsiteX2" fmla="*/ 4218 w 174874"/>
                        <a:gd name="connsiteY2" fmla="*/ 240266 h 287843"/>
                        <a:gd name="connsiteX3" fmla="*/ 5408 w 174874"/>
                        <a:gd name="connsiteY3" fmla="*/ 262865 h 287843"/>
                        <a:gd name="connsiteX4" fmla="*/ 10165 w 174874"/>
                        <a:gd name="connsiteY4" fmla="*/ 260486 h 287843"/>
                        <a:gd name="connsiteX5" fmla="*/ 12544 w 174874"/>
                        <a:gd name="connsiteY5" fmla="*/ 271191 h 287843"/>
                        <a:gd name="connsiteX6" fmla="*/ 33954 w 174874"/>
                        <a:gd name="connsiteY6" fmla="*/ 279517 h 287843"/>
                        <a:gd name="connsiteX7" fmla="*/ 37522 w 174874"/>
                        <a:gd name="connsiteY7" fmla="*/ 268812 h 287843"/>
                        <a:gd name="connsiteX8" fmla="*/ 44659 w 174874"/>
                        <a:gd name="connsiteY8" fmla="*/ 281896 h 287843"/>
                        <a:gd name="connsiteX9" fmla="*/ 58932 w 174874"/>
                        <a:gd name="connsiteY9" fmla="*/ 245024 h 287843"/>
                        <a:gd name="connsiteX10" fmla="*/ 55364 w 174874"/>
                        <a:gd name="connsiteY10" fmla="*/ 287843 h 287843"/>
                        <a:gd name="connsiteX11" fmla="*/ 70827 w 174874"/>
                        <a:gd name="connsiteY11" fmla="*/ 268812 h 287843"/>
                        <a:gd name="connsiteX12" fmla="*/ 75584 w 174874"/>
                        <a:gd name="connsiteY12" fmla="*/ 258107 h 287843"/>
                        <a:gd name="connsiteX13" fmla="*/ 73205 w 174874"/>
                        <a:gd name="connsiteY13" fmla="*/ 270002 h 287843"/>
                        <a:gd name="connsiteX14" fmla="*/ 77963 w 174874"/>
                        <a:gd name="connsiteY14" fmla="*/ 270002 h 287843"/>
                        <a:gd name="connsiteX15" fmla="*/ 87479 w 174874"/>
                        <a:gd name="connsiteY15" fmla="*/ 260486 h 287843"/>
                        <a:gd name="connsiteX16" fmla="*/ 83910 w 174874"/>
                        <a:gd name="connsiteY16" fmla="*/ 253350 h 287843"/>
                        <a:gd name="connsiteX17" fmla="*/ 86289 w 174874"/>
                        <a:gd name="connsiteY17" fmla="*/ 235508 h 287843"/>
                        <a:gd name="connsiteX18" fmla="*/ 94615 w 174874"/>
                        <a:gd name="connsiteY18" fmla="*/ 222424 h 287843"/>
                        <a:gd name="connsiteX19" fmla="*/ 102941 w 174874"/>
                        <a:gd name="connsiteY19" fmla="*/ 220045 h 287843"/>
                        <a:gd name="connsiteX20" fmla="*/ 99373 w 174874"/>
                        <a:gd name="connsiteY20" fmla="*/ 250971 h 287843"/>
                        <a:gd name="connsiteX21" fmla="*/ 113646 w 174874"/>
                        <a:gd name="connsiteY21" fmla="*/ 235508 h 287843"/>
                        <a:gd name="connsiteX22" fmla="*/ 121972 w 174874"/>
                        <a:gd name="connsiteY22" fmla="*/ 220045 h 287843"/>
                        <a:gd name="connsiteX23" fmla="*/ 121972 w 174874"/>
                        <a:gd name="connsiteY23" fmla="*/ 223614 h 287843"/>
                        <a:gd name="connsiteX24" fmla="*/ 120783 w 174874"/>
                        <a:gd name="connsiteY24" fmla="*/ 223614 h 287843"/>
                        <a:gd name="connsiteX25" fmla="*/ 119593 w 174874"/>
                        <a:gd name="connsiteY25" fmla="*/ 230750 h 287843"/>
                        <a:gd name="connsiteX26" fmla="*/ 127920 w 174874"/>
                        <a:gd name="connsiteY26" fmla="*/ 225993 h 287843"/>
                        <a:gd name="connsiteX27" fmla="*/ 157655 w 174874"/>
                        <a:gd name="connsiteY27" fmla="*/ 220045 h 287843"/>
                        <a:gd name="connsiteX28" fmla="*/ 165981 w 174874"/>
                        <a:gd name="connsiteY28" fmla="*/ 215288 h 287843"/>
                        <a:gd name="connsiteX29" fmla="*/ 165981 w 174874"/>
                        <a:gd name="connsiteY29" fmla="*/ 180794 h 287843"/>
                        <a:gd name="connsiteX30" fmla="*/ 152898 w 174874"/>
                        <a:gd name="connsiteY30" fmla="*/ 195067 h 287843"/>
                        <a:gd name="connsiteX31" fmla="*/ 160034 w 174874"/>
                        <a:gd name="connsiteY31" fmla="*/ 184362 h 287843"/>
                        <a:gd name="connsiteX32" fmla="*/ 155276 w 174874"/>
                        <a:gd name="connsiteY32" fmla="*/ 170089 h 287843"/>
                        <a:gd name="connsiteX33" fmla="*/ 146950 w 174874"/>
                        <a:gd name="connsiteY33" fmla="*/ 174847 h 287843"/>
                        <a:gd name="connsiteX34" fmla="*/ 138624 w 174874"/>
                        <a:gd name="connsiteY34" fmla="*/ 174847 h 287843"/>
                        <a:gd name="connsiteX35" fmla="*/ 132677 w 174874"/>
                        <a:gd name="connsiteY35" fmla="*/ 173657 h 287843"/>
                        <a:gd name="connsiteX36" fmla="*/ 169550 w 174874"/>
                        <a:gd name="connsiteY36" fmla="*/ 134406 h 287843"/>
                        <a:gd name="connsiteX37" fmla="*/ 158845 w 174874"/>
                        <a:gd name="connsiteY37" fmla="*/ 135596 h 287843"/>
                        <a:gd name="connsiteX38" fmla="*/ 169550 w 174874"/>
                        <a:gd name="connsiteY38" fmla="*/ 128459 h 287843"/>
                        <a:gd name="connsiteX39" fmla="*/ 174307 w 174874"/>
                        <a:gd name="connsiteY39" fmla="*/ 117754 h 287843"/>
                        <a:gd name="connsiteX40" fmla="*/ 171929 w 174874"/>
                        <a:gd name="connsiteY40" fmla="*/ 104670 h 287843"/>
                        <a:gd name="connsiteX41" fmla="*/ 158845 w 174874"/>
                        <a:gd name="connsiteY41" fmla="*/ 127270 h 287843"/>
                        <a:gd name="connsiteX42" fmla="*/ 155276 w 174874"/>
                        <a:gd name="connsiteY42" fmla="*/ 130838 h 287843"/>
                        <a:gd name="connsiteX43" fmla="*/ 154087 w 174874"/>
                        <a:gd name="connsiteY43" fmla="*/ 107049 h 287843"/>
                        <a:gd name="connsiteX44" fmla="*/ 158845 w 174874"/>
                        <a:gd name="connsiteY44" fmla="*/ 107049 h 287843"/>
                        <a:gd name="connsiteX45" fmla="*/ 139814 w 174874"/>
                        <a:gd name="connsiteY45" fmla="*/ 96344 h 287843"/>
                        <a:gd name="connsiteX46" fmla="*/ 137435 w 174874"/>
                        <a:gd name="connsiteY46" fmla="*/ 76124 h 287843"/>
                        <a:gd name="connsiteX47" fmla="*/ 138624 w 174874"/>
                        <a:gd name="connsiteY47" fmla="*/ 61851 h 287843"/>
                        <a:gd name="connsiteX48" fmla="*/ 120783 w 174874"/>
                        <a:gd name="connsiteY48" fmla="*/ 3568 h 287843"/>
                        <a:gd name="connsiteX49" fmla="*/ 119593 w 174874"/>
                        <a:gd name="connsiteY49" fmla="*/ 7137 h 287843"/>
                        <a:gd name="connsiteX50" fmla="*/ 110078 w 174874"/>
                        <a:gd name="connsiteY50" fmla="*/ 0 h 287843"/>
                        <a:gd name="connsiteX51" fmla="*/ 105320 w 174874"/>
                        <a:gd name="connsiteY51" fmla="*/ 13084 h 287843"/>
                        <a:gd name="connsiteX52" fmla="*/ 104131 w 174874"/>
                        <a:gd name="connsiteY52" fmla="*/ 13084 h 287843"/>
                        <a:gd name="connsiteX53" fmla="*/ 113646 w 174874"/>
                        <a:gd name="connsiteY53" fmla="*/ 15463 h 287843"/>
                        <a:gd name="connsiteX54" fmla="*/ 124351 w 174874"/>
                        <a:gd name="connsiteY54" fmla="*/ 23789 h 287843"/>
                        <a:gd name="connsiteX55" fmla="*/ 129109 w 174874"/>
                        <a:gd name="connsiteY55" fmla="*/ 24978 h 287843"/>
                        <a:gd name="connsiteX56" fmla="*/ 129109 w 174874"/>
                        <a:gd name="connsiteY56" fmla="*/ 26168 h 287843"/>
                        <a:gd name="connsiteX57" fmla="*/ 120783 w 174874"/>
                        <a:gd name="connsiteY57" fmla="*/ 34494 h 287843"/>
                        <a:gd name="connsiteX58" fmla="*/ 112457 w 174874"/>
                        <a:gd name="connsiteY58" fmla="*/ 32115 h 287843"/>
                        <a:gd name="connsiteX59" fmla="*/ 101752 w 174874"/>
                        <a:gd name="connsiteY59" fmla="*/ 29736 h 287843"/>
                        <a:gd name="connsiteX60" fmla="*/ 104131 w 174874"/>
                        <a:gd name="connsiteY60" fmla="*/ 33304 h 287843"/>
                        <a:gd name="connsiteX61" fmla="*/ 106510 w 174874"/>
                        <a:gd name="connsiteY61" fmla="*/ 36872 h 287843"/>
                        <a:gd name="connsiteX62" fmla="*/ 98184 w 174874"/>
                        <a:gd name="connsiteY62" fmla="*/ 39251 h 287843"/>
                        <a:gd name="connsiteX63" fmla="*/ 93426 w 174874"/>
                        <a:gd name="connsiteY63" fmla="*/ 32115 h 287843"/>
                        <a:gd name="connsiteX64" fmla="*/ 79153 w 174874"/>
                        <a:gd name="connsiteY64" fmla="*/ 47577 h 287843"/>
                        <a:gd name="connsiteX65" fmla="*/ 91047 w 174874"/>
                        <a:gd name="connsiteY65" fmla="*/ 61851 h 287843"/>
                        <a:gd name="connsiteX66" fmla="*/ 88668 w 174874"/>
                        <a:gd name="connsiteY66" fmla="*/ 71366 h 287843"/>
                        <a:gd name="connsiteX67" fmla="*/ 67258 w 174874"/>
                        <a:gd name="connsiteY67" fmla="*/ 61851 h 287843"/>
                        <a:gd name="connsiteX68" fmla="*/ 62501 w 174874"/>
                        <a:gd name="connsiteY68" fmla="*/ 64230 h 287843"/>
                        <a:gd name="connsiteX69" fmla="*/ 63690 w 174874"/>
                        <a:gd name="connsiteY69" fmla="*/ 77313 h 287843"/>
                        <a:gd name="connsiteX70" fmla="*/ 43470 w 174874"/>
                        <a:gd name="connsiteY70" fmla="*/ 64230 h 287843"/>
                        <a:gd name="connsiteX71" fmla="*/ 43470 w 174874"/>
                        <a:gd name="connsiteY71" fmla="*/ 85639 h 287843"/>
                        <a:gd name="connsiteX72" fmla="*/ 56553 w 174874"/>
                        <a:gd name="connsiteY72" fmla="*/ 92776 h 287843"/>
                        <a:gd name="connsiteX73" fmla="*/ 51796 w 174874"/>
                        <a:gd name="connsiteY73" fmla="*/ 96344 h 287843"/>
                        <a:gd name="connsiteX74" fmla="*/ 56553 w 174874"/>
                        <a:gd name="connsiteY74" fmla="*/ 96344 h 287843"/>
                        <a:gd name="connsiteX75" fmla="*/ 75584 w 174874"/>
                        <a:gd name="connsiteY75" fmla="*/ 103481 h 287843"/>
                        <a:gd name="connsiteX76" fmla="*/ 68448 w 174874"/>
                        <a:gd name="connsiteY76" fmla="*/ 115375 h 287843"/>
                        <a:gd name="connsiteX77" fmla="*/ 32765 w 174874"/>
                        <a:gd name="connsiteY77" fmla="*/ 96344 h 287843"/>
                        <a:gd name="connsiteX78" fmla="*/ 31575 w 174874"/>
                        <a:gd name="connsiteY78" fmla="*/ 115375 h 287843"/>
                        <a:gd name="connsiteX79" fmla="*/ 24439 w 174874"/>
                        <a:gd name="connsiteY79" fmla="*/ 116565 h 287843"/>
                        <a:gd name="connsiteX80" fmla="*/ 24439 w 174874"/>
                        <a:gd name="connsiteY80" fmla="*/ 139164 h 287843"/>
                        <a:gd name="connsiteX81" fmla="*/ 35144 w 174874"/>
                        <a:gd name="connsiteY81" fmla="*/ 140353 h 287843"/>
                        <a:gd name="connsiteX82" fmla="*/ 16113 w 174874"/>
                        <a:gd name="connsiteY82" fmla="*/ 141543 h 287843"/>
                        <a:gd name="connsiteX83" fmla="*/ 13734 w 174874"/>
                        <a:gd name="connsiteY83" fmla="*/ 160574 h 287843"/>
                        <a:gd name="connsiteX84" fmla="*/ 8976 w 174874"/>
                        <a:gd name="connsiteY84" fmla="*/ 165331 h 287843"/>
                        <a:gd name="connsiteX85" fmla="*/ 11355 w 174874"/>
                        <a:gd name="connsiteY85" fmla="*/ 167710 h 287843"/>
                        <a:gd name="connsiteX86" fmla="*/ 26818 w 174874"/>
                        <a:gd name="connsiteY86" fmla="*/ 162953 h 287843"/>
                        <a:gd name="connsiteX87" fmla="*/ 20870 w 174874"/>
                        <a:gd name="connsiteY87" fmla="*/ 176036 h 287843"/>
                        <a:gd name="connsiteX88" fmla="*/ 36333 w 174874"/>
                        <a:gd name="connsiteY88" fmla="*/ 171279 h 287843"/>
                        <a:gd name="connsiteX89" fmla="*/ 35144 w 174874"/>
                        <a:gd name="connsiteY89" fmla="*/ 176036 h 287843"/>
                        <a:gd name="connsiteX90" fmla="*/ 44659 w 174874"/>
                        <a:gd name="connsiteY90" fmla="*/ 177226 h 287843"/>
                        <a:gd name="connsiteX91" fmla="*/ 42280 w 174874"/>
                        <a:gd name="connsiteY91" fmla="*/ 184362 h 287843"/>
                        <a:gd name="connsiteX92" fmla="*/ 68448 w 174874"/>
                        <a:gd name="connsiteY92" fmla="*/ 191499 h 287843"/>
                        <a:gd name="connsiteX93" fmla="*/ 42280 w 174874"/>
                        <a:gd name="connsiteY93" fmla="*/ 192688 h 287843"/>
                        <a:gd name="connsiteX94" fmla="*/ 72016 w 174874"/>
                        <a:gd name="connsiteY94" fmla="*/ 201015 h 287843"/>
                        <a:gd name="connsiteX95" fmla="*/ 42280 w 174874"/>
                        <a:gd name="connsiteY95" fmla="*/ 201015 h 287843"/>
                        <a:gd name="connsiteX96" fmla="*/ 28007 w 174874"/>
                        <a:gd name="connsiteY96" fmla="*/ 189120 h 287843"/>
                        <a:gd name="connsiteX97" fmla="*/ 7787 w 174874"/>
                        <a:gd name="connsiteY97" fmla="*/ 209341 h 287843"/>
                        <a:gd name="connsiteX98" fmla="*/ 10165 w 174874"/>
                        <a:gd name="connsiteY98" fmla="*/ 220045 h 287843"/>
                        <a:gd name="connsiteX99" fmla="*/ 4218 w 174874"/>
                        <a:gd name="connsiteY99" fmla="*/ 212909 h 287843"/>
                        <a:gd name="connsiteX100" fmla="*/ 3029 w 174874"/>
                        <a:gd name="connsiteY100" fmla="*/ 229561 h 287843"/>
                        <a:gd name="connsiteX101" fmla="*/ 7787 w 174874"/>
                        <a:gd name="connsiteY101" fmla="*/ 228371 h 287843"/>
                        <a:gd name="connsiteX102" fmla="*/ 14923 w 174874"/>
                        <a:gd name="connsiteY102" fmla="*/ 236698 h 287843"/>
                        <a:gd name="connsiteX103" fmla="*/ 14923 w 174874"/>
                        <a:gd name="connsiteY103" fmla="*/ 240266 h 2878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</a:cxnLst>
                      <a:rect l="l" t="t" r="r" b="b"/>
                      <a:pathLst>
                        <a:path w="174874" h="287843">
                          <a:moveTo>
                            <a:pt x="14923" y="240266"/>
                          </a:moveTo>
                          <a:cubicBezTo>
                            <a:pt x="12544" y="239076"/>
                            <a:pt x="12544" y="240266"/>
                            <a:pt x="10165" y="237887"/>
                          </a:cubicBezTo>
                          <a:cubicBezTo>
                            <a:pt x="7787" y="234319"/>
                            <a:pt x="6597" y="236698"/>
                            <a:pt x="4218" y="240266"/>
                          </a:cubicBezTo>
                          <a:cubicBezTo>
                            <a:pt x="-540" y="249781"/>
                            <a:pt x="6597" y="250971"/>
                            <a:pt x="5408" y="262865"/>
                          </a:cubicBezTo>
                          <a:cubicBezTo>
                            <a:pt x="10165" y="264055"/>
                            <a:pt x="6597" y="258107"/>
                            <a:pt x="10165" y="260486"/>
                          </a:cubicBezTo>
                          <a:cubicBezTo>
                            <a:pt x="12544" y="262865"/>
                            <a:pt x="13734" y="266433"/>
                            <a:pt x="12544" y="271191"/>
                          </a:cubicBezTo>
                          <a:cubicBezTo>
                            <a:pt x="24439" y="270002"/>
                            <a:pt x="23249" y="280707"/>
                            <a:pt x="33954" y="279517"/>
                          </a:cubicBezTo>
                          <a:cubicBezTo>
                            <a:pt x="35144" y="275949"/>
                            <a:pt x="36333" y="272381"/>
                            <a:pt x="37522" y="268812"/>
                          </a:cubicBezTo>
                          <a:cubicBezTo>
                            <a:pt x="48227" y="267623"/>
                            <a:pt x="36333" y="280707"/>
                            <a:pt x="44659" y="281896"/>
                          </a:cubicBezTo>
                          <a:cubicBezTo>
                            <a:pt x="57743" y="275949"/>
                            <a:pt x="45848" y="248592"/>
                            <a:pt x="58932" y="245024"/>
                          </a:cubicBezTo>
                          <a:cubicBezTo>
                            <a:pt x="60122" y="245024"/>
                            <a:pt x="48227" y="279517"/>
                            <a:pt x="55364" y="287843"/>
                          </a:cubicBezTo>
                          <a:cubicBezTo>
                            <a:pt x="58932" y="281896"/>
                            <a:pt x="67258" y="275949"/>
                            <a:pt x="70827" y="268812"/>
                          </a:cubicBezTo>
                          <a:cubicBezTo>
                            <a:pt x="72016" y="265244"/>
                            <a:pt x="68448" y="256918"/>
                            <a:pt x="75584" y="258107"/>
                          </a:cubicBezTo>
                          <a:cubicBezTo>
                            <a:pt x="76774" y="264055"/>
                            <a:pt x="72016" y="264055"/>
                            <a:pt x="73205" y="270002"/>
                          </a:cubicBezTo>
                          <a:cubicBezTo>
                            <a:pt x="74395" y="270002"/>
                            <a:pt x="76774" y="270002"/>
                            <a:pt x="77963" y="270002"/>
                          </a:cubicBezTo>
                          <a:cubicBezTo>
                            <a:pt x="82721" y="267623"/>
                            <a:pt x="83910" y="265244"/>
                            <a:pt x="87479" y="260486"/>
                          </a:cubicBezTo>
                          <a:cubicBezTo>
                            <a:pt x="86289" y="258107"/>
                            <a:pt x="83910" y="256918"/>
                            <a:pt x="83910" y="253350"/>
                          </a:cubicBezTo>
                          <a:cubicBezTo>
                            <a:pt x="91047" y="250971"/>
                            <a:pt x="85100" y="242645"/>
                            <a:pt x="86289" y="235508"/>
                          </a:cubicBezTo>
                          <a:cubicBezTo>
                            <a:pt x="91047" y="233129"/>
                            <a:pt x="94615" y="229561"/>
                            <a:pt x="94615" y="222424"/>
                          </a:cubicBezTo>
                          <a:cubicBezTo>
                            <a:pt x="100562" y="224803"/>
                            <a:pt x="99373" y="220045"/>
                            <a:pt x="102941" y="220045"/>
                          </a:cubicBezTo>
                          <a:cubicBezTo>
                            <a:pt x="99373" y="230750"/>
                            <a:pt x="87479" y="265244"/>
                            <a:pt x="99373" y="250971"/>
                          </a:cubicBezTo>
                          <a:cubicBezTo>
                            <a:pt x="106510" y="242645"/>
                            <a:pt x="106510" y="241455"/>
                            <a:pt x="113646" y="235508"/>
                          </a:cubicBezTo>
                          <a:cubicBezTo>
                            <a:pt x="112457" y="227182"/>
                            <a:pt x="116025" y="215288"/>
                            <a:pt x="121972" y="220045"/>
                          </a:cubicBezTo>
                          <a:cubicBezTo>
                            <a:pt x="123162" y="221235"/>
                            <a:pt x="123162" y="223614"/>
                            <a:pt x="121972" y="223614"/>
                          </a:cubicBezTo>
                          <a:cubicBezTo>
                            <a:pt x="121972" y="223614"/>
                            <a:pt x="120783" y="223614"/>
                            <a:pt x="120783" y="223614"/>
                          </a:cubicBezTo>
                          <a:cubicBezTo>
                            <a:pt x="119593" y="224803"/>
                            <a:pt x="119593" y="227182"/>
                            <a:pt x="119593" y="230750"/>
                          </a:cubicBezTo>
                          <a:cubicBezTo>
                            <a:pt x="124351" y="231940"/>
                            <a:pt x="125541" y="228371"/>
                            <a:pt x="127920" y="225993"/>
                          </a:cubicBezTo>
                          <a:cubicBezTo>
                            <a:pt x="132677" y="218856"/>
                            <a:pt x="146950" y="222424"/>
                            <a:pt x="157655" y="220045"/>
                          </a:cubicBezTo>
                          <a:cubicBezTo>
                            <a:pt x="158845" y="216477"/>
                            <a:pt x="160034" y="214098"/>
                            <a:pt x="165981" y="215288"/>
                          </a:cubicBezTo>
                          <a:cubicBezTo>
                            <a:pt x="167171" y="201015"/>
                            <a:pt x="164792" y="197446"/>
                            <a:pt x="165981" y="180794"/>
                          </a:cubicBezTo>
                          <a:cubicBezTo>
                            <a:pt x="160034" y="184362"/>
                            <a:pt x="161224" y="193878"/>
                            <a:pt x="152898" y="195067"/>
                          </a:cubicBezTo>
                          <a:cubicBezTo>
                            <a:pt x="152898" y="189120"/>
                            <a:pt x="154087" y="186741"/>
                            <a:pt x="160034" y="184362"/>
                          </a:cubicBezTo>
                          <a:cubicBezTo>
                            <a:pt x="162413" y="174847"/>
                            <a:pt x="154087" y="178415"/>
                            <a:pt x="155276" y="170089"/>
                          </a:cubicBezTo>
                          <a:cubicBezTo>
                            <a:pt x="149329" y="168900"/>
                            <a:pt x="150519" y="174847"/>
                            <a:pt x="146950" y="174847"/>
                          </a:cubicBezTo>
                          <a:cubicBezTo>
                            <a:pt x="149329" y="171279"/>
                            <a:pt x="142193" y="171279"/>
                            <a:pt x="138624" y="174847"/>
                          </a:cubicBezTo>
                          <a:cubicBezTo>
                            <a:pt x="136246" y="174847"/>
                            <a:pt x="133867" y="174847"/>
                            <a:pt x="132677" y="173657"/>
                          </a:cubicBezTo>
                          <a:cubicBezTo>
                            <a:pt x="150519" y="166521"/>
                            <a:pt x="167171" y="157005"/>
                            <a:pt x="169550" y="134406"/>
                          </a:cubicBezTo>
                          <a:cubicBezTo>
                            <a:pt x="163603" y="132027"/>
                            <a:pt x="162413" y="140353"/>
                            <a:pt x="158845" y="135596"/>
                          </a:cubicBezTo>
                          <a:cubicBezTo>
                            <a:pt x="160034" y="130838"/>
                            <a:pt x="167171" y="132027"/>
                            <a:pt x="169550" y="128459"/>
                          </a:cubicBezTo>
                          <a:cubicBezTo>
                            <a:pt x="168360" y="122512"/>
                            <a:pt x="170739" y="118944"/>
                            <a:pt x="174307" y="117754"/>
                          </a:cubicBezTo>
                          <a:cubicBezTo>
                            <a:pt x="176686" y="110617"/>
                            <a:pt x="170739" y="110617"/>
                            <a:pt x="171929" y="104670"/>
                          </a:cubicBezTo>
                          <a:cubicBezTo>
                            <a:pt x="161224" y="101102"/>
                            <a:pt x="154087" y="118944"/>
                            <a:pt x="158845" y="127270"/>
                          </a:cubicBezTo>
                          <a:cubicBezTo>
                            <a:pt x="157655" y="128459"/>
                            <a:pt x="156466" y="129648"/>
                            <a:pt x="155276" y="130838"/>
                          </a:cubicBezTo>
                          <a:cubicBezTo>
                            <a:pt x="144572" y="123701"/>
                            <a:pt x="160034" y="112996"/>
                            <a:pt x="154087" y="107049"/>
                          </a:cubicBezTo>
                          <a:cubicBezTo>
                            <a:pt x="156466" y="104670"/>
                            <a:pt x="155276" y="107049"/>
                            <a:pt x="158845" y="107049"/>
                          </a:cubicBezTo>
                          <a:cubicBezTo>
                            <a:pt x="162413" y="93965"/>
                            <a:pt x="150519" y="89208"/>
                            <a:pt x="139814" y="96344"/>
                          </a:cubicBezTo>
                          <a:cubicBezTo>
                            <a:pt x="141003" y="88018"/>
                            <a:pt x="138624" y="82071"/>
                            <a:pt x="137435" y="76124"/>
                          </a:cubicBezTo>
                          <a:cubicBezTo>
                            <a:pt x="141003" y="72556"/>
                            <a:pt x="139814" y="66608"/>
                            <a:pt x="138624" y="61851"/>
                          </a:cubicBezTo>
                          <a:cubicBezTo>
                            <a:pt x="148140" y="39251"/>
                            <a:pt x="148140" y="5947"/>
                            <a:pt x="120783" y="3568"/>
                          </a:cubicBezTo>
                          <a:cubicBezTo>
                            <a:pt x="120783" y="4758"/>
                            <a:pt x="120783" y="7137"/>
                            <a:pt x="119593" y="7137"/>
                          </a:cubicBezTo>
                          <a:cubicBezTo>
                            <a:pt x="114836" y="5947"/>
                            <a:pt x="114836" y="1189"/>
                            <a:pt x="110078" y="0"/>
                          </a:cubicBezTo>
                          <a:cubicBezTo>
                            <a:pt x="107699" y="3568"/>
                            <a:pt x="105320" y="8326"/>
                            <a:pt x="105320" y="13084"/>
                          </a:cubicBezTo>
                          <a:cubicBezTo>
                            <a:pt x="105320" y="13084"/>
                            <a:pt x="104131" y="13084"/>
                            <a:pt x="104131" y="13084"/>
                          </a:cubicBezTo>
                          <a:cubicBezTo>
                            <a:pt x="102941" y="17842"/>
                            <a:pt x="112457" y="20220"/>
                            <a:pt x="113646" y="15463"/>
                          </a:cubicBezTo>
                          <a:cubicBezTo>
                            <a:pt x="118404" y="16652"/>
                            <a:pt x="125541" y="16652"/>
                            <a:pt x="124351" y="23789"/>
                          </a:cubicBezTo>
                          <a:cubicBezTo>
                            <a:pt x="126730" y="23789"/>
                            <a:pt x="129109" y="23789"/>
                            <a:pt x="129109" y="24978"/>
                          </a:cubicBezTo>
                          <a:cubicBezTo>
                            <a:pt x="129109" y="24978"/>
                            <a:pt x="129109" y="26168"/>
                            <a:pt x="129109" y="26168"/>
                          </a:cubicBezTo>
                          <a:cubicBezTo>
                            <a:pt x="126730" y="28546"/>
                            <a:pt x="121972" y="29736"/>
                            <a:pt x="120783" y="34494"/>
                          </a:cubicBezTo>
                          <a:cubicBezTo>
                            <a:pt x="114836" y="36872"/>
                            <a:pt x="116025" y="32115"/>
                            <a:pt x="112457" y="32115"/>
                          </a:cubicBezTo>
                          <a:cubicBezTo>
                            <a:pt x="110078" y="29736"/>
                            <a:pt x="104131" y="30925"/>
                            <a:pt x="101752" y="29736"/>
                          </a:cubicBezTo>
                          <a:cubicBezTo>
                            <a:pt x="101752" y="32115"/>
                            <a:pt x="102941" y="33304"/>
                            <a:pt x="104131" y="33304"/>
                          </a:cubicBezTo>
                          <a:cubicBezTo>
                            <a:pt x="104131" y="35683"/>
                            <a:pt x="107699" y="34494"/>
                            <a:pt x="106510" y="36872"/>
                          </a:cubicBezTo>
                          <a:cubicBezTo>
                            <a:pt x="101752" y="35683"/>
                            <a:pt x="102941" y="40441"/>
                            <a:pt x="98184" y="39251"/>
                          </a:cubicBezTo>
                          <a:cubicBezTo>
                            <a:pt x="95805" y="38062"/>
                            <a:pt x="94615" y="34494"/>
                            <a:pt x="93426" y="32115"/>
                          </a:cubicBezTo>
                          <a:cubicBezTo>
                            <a:pt x="82721" y="32115"/>
                            <a:pt x="82721" y="41630"/>
                            <a:pt x="79153" y="47577"/>
                          </a:cubicBezTo>
                          <a:cubicBezTo>
                            <a:pt x="83910" y="51146"/>
                            <a:pt x="87479" y="57093"/>
                            <a:pt x="91047" y="61851"/>
                          </a:cubicBezTo>
                          <a:cubicBezTo>
                            <a:pt x="81531" y="60661"/>
                            <a:pt x="88668" y="67798"/>
                            <a:pt x="88668" y="71366"/>
                          </a:cubicBezTo>
                          <a:cubicBezTo>
                            <a:pt x="81531" y="67798"/>
                            <a:pt x="73205" y="65419"/>
                            <a:pt x="67258" y="61851"/>
                          </a:cubicBezTo>
                          <a:cubicBezTo>
                            <a:pt x="68448" y="65419"/>
                            <a:pt x="64879" y="64230"/>
                            <a:pt x="62501" y="64230"/>
                          </a:cubicBezTo>
                          <a:cubicBezTo>
                            <a:pt x="60122" y="71366"/>
                            <a:pt x="68448" y="73745"/>
                            <a:pt x="63690" y="77313"/>
                          </a:cubicBezTo>
                          <a:cubicBezTo>
                            <a:pt x="60122" y="70177"/>
                            <a:pt x="49417" y="68987"/>
                            <a:pt x="43470" y="64230"/>
                          </a:cubicBezTo>
                          <a:cubicBezTo>
                            <a:pt x="38712" y="68987"/>
                            <a:pt x="45848" y="76124"/>
                            <a:pt x="43470" y="85639"/>
                          </a:cubicBezTo>
                          <a:cubicBezTo>
                            <a:pt x="47038" y="88018"/>
                            <a:pt x="51796" y="90397"/>
                            <a:pt x="56553" y="92776"/>
                          </a:cubicBezTo>
                          <a:cubicBezTo>
                            <a:pt x="56553" y="96344"/>
                            <a:pt x="49417" y="91587"/>
                            <a:pt x="51796" y="96344"/>
                          </a:cubicBezTo>
                          <a:cubicBezTo>
                            <a:pt x="52985" y="96344"/>
                            <a:pt x="55364" y="96344"/>
                            <a:pt x="56553" y="96344"/>
                          </a:cubicBezTo>
                          <a:cubicBezTo>
                            <a:pt x="55364" y="109428"/>
                            <a:pt x="70827" y="101102"/>
                            <a:pt x="75584" y="103481"/>
                          </a:cubicBezTo>
                          <a:cubicBezTo>
                            <a:pt x="73205" y="107049"/>
                            <a:pt x="69637" y="109428"/>
                            <a:pt x="68448" y="115375"/>
                          </a:cubicBezTo>
                          <a:cubicBezTo>
                            <a:pt x="54174" y="111807"/>
                            <a:pt x="43470" y="103481"/>
                            <a:pt x="32765" y="96344"/>
                          </a:cubicBezTo>
                          <a:cubicBezTo>
                            <a:pt x="31575" y="103481"/>
                            <a:pt x="29196" y="111807"/>
                            <a:pt x="31575" y="115375"/>
                          </a:cubicBezTo>
                          <a:cubicBezTo>
                            <a:pt x="29196" y="118944"/>
                            <a:pt x="29196" y="117754"/>
                            <a:pt x="24439" y="116565"/>
                          </a:cubicBezTo>
                          <a:cubicBezTo>
                            <a:pt x="23249" y="123701"/>
                            <a:pt x="18491" y="133217"/>
                            <a:pt x="24439" y="139164"/>
                          </a:cubicBezTo>
                          <a:cubicBezTo>
                            <a:pt x="28007" y="140353"/>
                            <a:pt x="33954" y="137974"/>
                            <a:pt x="35144" y="140353"/>
                          </a:cubicBezTo>
                          <a:cubicBezTo>
                            <a:pt x="31575" y="143922"/>
                            <a:pt x="22060" y="140353"/>
                            <a:pt x="16113" y="141543"/>
                          </a:cubicBezTo>
                          <a:cubicBezTo>
                            <a:pt x="12544" y="146301"/>
                            <a:pt x="17302" y="152248"/>
                            <a:pt x="13734" y="160574"/>
                          </a:cubicBezTo>
                          <a:cubicBezTo>
                            <a:pt x="12544" y="164142"/>
                            <a:pt x="6597" y="162953"/>
                            <a:pt x="8976" y="165331"/>
                          </a:cubicBezTo>
                          <a:cubicBezTo>
                            <a:pt x="10165" y="166521"/>
                            <a:pt x="10165" y="166521"/>
                            <a:pt x="11355" y="167710"/>
                          </a:cubicBezTo>
                          <a:cubicBezTo>
                            <a:pt x="17302" y="171279"/>
                            <a:pt x="20870" y="160574"/>
                            <a:pt x="26818" y="162953"/>
                          </a:cubicBezTo>
                          <a:cubicBezTo>
                            <a:pt x="35144" y="165331"/>
                            <a:pt x="14923" y="171279"/>
                            <a:pt x="20870" y="176036"/>
                          </a:cubicBezTo>
                          <a:cubicBezTo>
                            <a:pt x="26818" y="179605"/>
                            <a:pt x="32765" y="167710"/>
                            <a:pt x="36333" y="171279"/>
                          </a:cubicBezTo>
                          <a:cubicBezTo>
                            <a:pt x="38712" y="172468"/>
                            <a:pt x="33954" y="174847"/>
                            <a:pt x="35144" y="176036"/>
                          </a:cubicBezTo>
                          <a:cubicBezTo>
                            <a:pt x="37522" y="178415"/>
                            <a:pt x="43470" y="174847"/>
                            <a:pt x="44659" y="177226"/>
                          </a:cubicBezTo>
                          <a:cubicBezTo>
                            <a:pt x="43470" y="178415"/>
                            <a:pt x="41091" y="179605"/>
                            <a:pt x="42280" y="184362"/>
                          </a:cubicBezTo>
                          <a:cubicBezTo>
                            <a:pt x="55364" y="181984"/>
                            <a:pt x="58932" y="190310"/>
                            <a:pt x="68448" y="191499"/>
                          </a:cubicBezTo>
                          <a:cubicBezTo>
                            <a:pt x="60122" y="198636"/>
                            <a:pt x="47038" y="184362"/>
                            <a:pt x="42280" y="192688"/>
                          </a:cubicBezTo>
                          <a:cubicBezTo>
                            <a:pt x="44659" y="202204"/>
                            <a:pt x="66069" y="193878"/>
                            <a:pt x="72016" y="201015"/>
                          </a:cubicBezTo>
                          <a:cubicBezTo>
                            <a:pt x="63690" y="206962"/>
                            <a:pt x="55364" y="198636"/>
                            <a:pt x="42280" y="201015"/>
                          </a:cubicBezTo>
                          <a:cubicBezTo>
                            <a:pt x="41091" y="193878"/>
                            <a:pt x="30386" y="190310"/>
                            <a:pt x="28007" y="189120"/>
                          </a:cubicBezTo>
                          <a:cubicBezTo>
                            <a:pt x="25628" y="187931"/>
                            <a:pt x="1839" y="202204"/>
                            <a:pt x="7787" y="209341"/>
                          </a:cubicBezTo>
                          <a:cubicBezTo>
                            <a:pt x="11355" y="212909"/>
                            <a:pt x="14923" y="223614"/>
                            <a:pt x="10165" y="220045"/>
                          </a:cubicBezTo>
                          <a:cubicBezTo>
                            <a:pt x="6597" y="216477"/>
                            <a:pt x="7787" y="215288"/>
                            <a:pt x="4218" y="212909"/>
                          </a:cubicBezTo>
                          <a:cubicBezTo>
                            <a:pt x="-540" y="208151"/>
                            <a:pt x="-1729" y="223614"/>
                            <a:pt x="3029" y="229561"/>
                          </a:cubicBezTo>
                          <a:cubicBezTo>
                            <a:pt x="5408" y="233129"/>
                            <a:pt x="5408" y="228371"/>
                            <a:pt x="7787" y="228371"/>
                          </a:cubicBezTo>
                          <a:cubicBezTo>
                            <a:pt x="11355" y="228371"/>
                            <a:pt x="16113" y="233129"/>
                            <a:pt x="14923" y="236698"/>
                          </a:cubicBezTo>
                          <a:cubicBezTo>
                            <a:pt x="17302" y="240266"/>
                            <a:pt x="16113" y="241455"/>
                            <a:pt x="14923" y="24026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5" name="Freeform 794">
                      <a:extLst>
                        <a:ext uri="{FF2B5EF4-FFF2-40B4-BE49-F238E27FC236}">
                          <a16:creationId xmlns:a16="http://schemas.microsoft.com/office/drawing/2014/main" id="{8BA0F4C3-71D9-2352-8840-DD7BC1076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97549" y="1395817"/>
                      <a:ext cx="61850" cy="87618"/>
                    </a:xfrm>
                    <a:custGeom>
                      <a:avLst/>
                      <a:gdLst>
                        <a:gd name="connsiteX0" fmla="*/ 0 w 61850"/>
                        <a:gd name="connsiteY0" fmla="*/ 60129 h 87618"/>
                        <a:gd name="connsiteX1" fmla="*/ 2379 w 61850"/>
                        <a:gd name="connsiteY1" fmla="*/ 85107 h 87618"/>
                        <a:gd name="connsiteX2" fmla="*/ 13084 w 61850"/>
                        <a:gd name="connsiteY2" fmla="*/ 80349 h 87618"/>
                        <a:gd name="connsiteX3" fmla="*/ 14273 w 61850"/>
                        <a:gd name="connsiteY3" fmla="*/ 85107 h 87618"/>
                        <a:gd name="connsiteX4" fmla="*/ 15463 w 61850"/>
                        <a:gd name="connsiteY4" fmla="*/ 87486 h 87618"/>
                        <a:gd name="connsiteX5" fmla="*/ 20220 w 61850"/>
                        <a:gd name="connsiteY5" fmla="*/ 85107 h 87618"/>
                        <a:gd name="connsiteX6" fmla="*/ 35683 w 61850"/>
                        <a:gd name="connsiteY6" fmla="*/ 82728 h 87618"/>
                        <a:gd name="connsiteX7" fmla="*/ 35683 w 61850"/>
                        <a:gd name="connsiteY7" fmla="*/ 87486 h 87618"/>
                        <a:gd name="connsiteX8" fmla="*/ 51146 w 61850"/>
                        <a:gd name="connsiteY8" fmla="*/ 80349 h 87618"/>
                        <a:gd name="connsiteX9" fmla="*/ 46388 w 61850"/>
                        <a:gd name="connsiteY9" fmla="*/ 62508 h 87618"/>
                        <a:gd name="connsiteX10" fmla="*/ 61851 w 61850"/>
                        <a:gd name="connsiteY10" fmla="*/ 56560 h 87618"/>
                        <a:gd name="connsiteX11" fmla="*/ 55903 w 61850"/>
                        <a:gd name="connsiteY11" fmla="*/ 37530 h 87618"/>
                        <a:gd name="connsiteX12" fmla="*/ 51146 w 61850"/>
                        <a:gd name="connsiteY12" fmla="*/ 36340 h 87618"/>
                        <a:gd name="connsiteX13" fmla="*/ 35683 w 61850"/>
                        <a:gd name="connsiteY13" fmla="*/ 657 h 87618"/>
                        <a:gd name="connsiteX14" fmla="*/ 10705 w 61850"/>
                        <a:gd name="connsiteY14" fmla="*/ 19688 h 87618"/>
                        <a:gd name="connsiteX15" fmla="*/ 3568 w 61850"/>
                        <a:gd name="connsiteY15" fmla="*/ 45856 h 87618"/>
                        <a:gd name="connsiteX16" fmla="*/ 13084 w 61850"/>
                        <a:gd name="connsiteY16" fmla="*/ 60129 h 87618"/>
                        <a:gd name="connsiteX17" fmla="*/ 0 w 61850"/>
                        <a:gd name="connsiteY17" fmla="*/ 60129 h 876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61850" h="87618">
                          <a:moveTo>
                            <a:pt x="0" y="60129"/>
                          </a:moveTo>
                          <a:cubicBezTo>
                            <a:pt x="0" y="70834"/>
                            <a:pt x="8326" y="75591"/>
                            <a:pt x="2379" y="85107"/>
                          </a:cubicBezTo>
                          <a:cubicBezTo>
                            <a:pt x="9516" y="86296"/>
                            <a:pt x="8326" y="80349"/>
                            <a:pt x="13084" y="80349"/>
                          </a:cubicBezTo>
                          <a:cubicBezTo>
                            <a:pt x="13084" y="82728"/>
                            <a:pt x="13084" y="85107"/>
                            <a:pt x="14273" y="85107"/>
                          </a:cubicBezTo>
                          <a:cubicBezTo>
                            <a:pt x="14273" y="86296"/>
                            <a:pt x="15463" y="86296"/>
                            <a:pt x="15463" y="87486"/>
                          </a:cubicBezTo>
                          <a:cubicBezTo>
                            <a:pt x="19031" y="87486"/>
                            <a:pt x="20220" y="87486"/>
                            <a:pt x="20220" y="85107"/>
                          </a:cubicBezTo>
                          <a:cubicBezTo>
                            <a:pt x="28546" y="85107"/>
                            <a:pt x="30925" y="86296"/>
                            <a:pt x="35683" y="82728"/>
                          </a:cubicBezTo>
                          <a:cubicBezTo>
                            <a:pt x="35683" y="83918"/>
                            <a:pt x="35683" y="86296"/>
                            <a:pt x="35683" y="87486"/>
                          </a:cubicBezTo>
                          <a:cubicBezTo>
                            <a:pt x="45199" y="88675"/>
                            <a:pt x="45199" y="81539"/>
                            <a:pt x="51146" y="80349"/>
                          </a:cubicBezTo>
                          <a:cubicBezTo>
                            <a:pt x="52335" y="72023"/>
                            <a:pt x="49956" y="66076"/>
                            <a:pt x="46388" y="62508"/>
                          </a:cubicBezTo>
                          <a:cubicBezTo>
                            <a:pt x="55903" y="64887"/>
                            <a:pt x="54714" y="56560"/>
                            <a:pt x="61851" y="56560"/>
                          </a:cubicBezTo>
                          <a:cubicBezTo>
                            <a:pt x="61851" y="48234"/>
                            <a:pt x="57093" y="45856"/>
                            <a:pt x="55903" y="37530"/>
                          </a:cubicBezTo>
                          <a:cubicBezTo>
                            <a:pt x="53525" y="37530"/>
                            <a:pt x="51146" y="37530"/>
                            <a:pt x="51146" y="36340"/>
                          </a:cubicBezTo>
                          <a:cubicBezTo>
                            <a:pt x="44009" y="23256"/>
                            <a:pt x="41630" y="13741"/>
                            <a:pt x="35683" y="657"/>
                          </a:cubicBezTo>
                          <a:cubicBezTo>
                            <a:pt x="15463" y="-4101"/>
                            <a:pt x="24978" y="18499"/>
                            <a:pt x="10705" y="19688"/>
                          </a:cubicBezTo>
                          <a:cubicBezTo>
                            <a:pt x="8326" y="29203"/>
                            <a:pt x="8326" y="39908"/>
                            <a:pt x="3568" y="45856"/>
                          </a:cubicBezTo>
                          <a:cubicBezTo>
                            <a:pt x="8326" y="48234"/>
                            <a:pt x="15463" y="55371"/>
                            <a:pt x="13084" y="60129"/>
                          </a:cubicBezTo>
                          <a:cubicBezTo>
                            <a:pt x="11894" y="61318"/>
                            <a:pt x="4758" y="56560"/>
                            <a:pt x="0" y="601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6" name="Freeform 795">
                      <a:extLst>
                        <a:ext uri="{FF2B5EF4-FFF2-40B4-BE49-F238E27FC236}">
                          <a16:creationId xmlns:a16="http://schemas.microsoft.com/office/drawing/2014/main" id="{4917D3F0-8750-BD23-4150-1420C7265D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39529" y="1447233"/>
                      <a:ext cx="24978" cy="16008"/>
                    </a:xfrm>
                    <a:custGeom>
                      <a:avLst/>
                      <a:gdLst>
                        <a:gd name="connsiteX0" fmla="*/ 0 w 24978"/>
                        <a:gd name="connsiteY0" fmla="*/ 5144 h 16008"/>
                        <a:gd name="connsiteX1" fmla="*/ 8326 w 24978"/>
                        <a:gd name="connsiteY1" fmla="*/ 13470 h 16008"/>
                        <a:gd name="connsiteX2" fmla="*/ 17842 w 24978"/>
                        <a:gd name="connsiteY2" fmla="*/ 15849 h 16008"/>
                        <a:gd name="connsiteX3" fmla="*/ 24978 w 24978"/>
                        <a:gd name="connsiteY3" fmla="*/ 11092 h 16008"/>
                        <a:gd name="connsiteX4" fmla="*/ 22599 w 24978"/>
                        <a:gd name="connsiteY4" fmla="*/ 2766 h 16008"/>
                        <a:gd name="connsiteX5" fmla="*/ 0 w 24978"/>
                        <a:gd name="connsiteY5" fmla="*/ 5144 h 160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4978" h="16008">
                          <a:moveTo>
                            <a:pt x="0" y="5144"/>
                          </a:moveTo>
                          <a:cubicBezTo>
                            <a:pt x="7137" y="3955"/>
                            <a:pt x="5947" y="9902"/>
                            <a:pt x="8326" y="13470"/>
                          </a:cubicBezTo>
                          <a:cubicBezTo>
                            <a:pt x="14273" y="11092"/>
                            <a:pt x="11894" y="17039"/>
                            <a:pt x="17842" y="15849"/>
                          </a:cubicBezTo>
                          <a:cubicBezTo>
                            <a:pt x="20221" y="14660"/>
                            <a:pt x="20221" y="11092"/>
                            <a:pt x="24978" y="11092"/>
                          </a:cubicBezTo>
                          <a:cubicBezTo>
                            <a:pt x="24978" y="7523"/>
                            <a:pt x="20221" y="8713"/>
                            <a:pt x="22599" y="2766"/>
                          </a:cubicBezTo>
                          <a:cubicBezTo>
                            <a:pt x="11894" y="3955"/>
                            <a:pt x="3568" y="-5560"/>
                            <a:pt x="0" y="514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7" name="Freeform 796">
                      <a:extLst>
                        <a:ext uri="{FF2B5EF4-FFF2-40B4-BE49-F238E27FC236}">
                          <a16:creationId xmlns:a16="http://schemas.microsoft.com/office/drawing/2014/main" id="{6F66C965-3976-C004-C931-3607311ADA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51047" y="1453460"/>
                      <a:ext cx="8705" cy="6290"/>
                    </a:xfrm>
                    <a:custGeom>
                      <a:avLst/>
                      <a:gdLst>
                        <a:gd name="connsiteX0" fmla="*/ 6498 w 8705"/>
                        <a:gd name="connsiteY0" fmla="*/ 6054 h 6290"/>
                        <a:gd name="connsiteX1" fmla="*/ 7688 w 8705"/>
                        <a:gd name="connsiteY1" fmla="*/ 2486 h 6290"/>
                        <a:gd name="connsiteX2" fmla="*/ 551 w 8705"/>
                        <a:gd name="connsiteY2" fmla="*/ 1297 h 6290"/>
                        <a:gd name="connsiteX3" fmla="*/ 6498 w 8705"/>
                        <a:gd name="connsiteY3" fmla="*/ 6054 h 6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705" h="6290">
                          <a:moveTo>
                            <a:pt x="6498" y="6054"/>
                          </a:moveTo>
                          <a:cubicBezTo>
                            <a:pt x="7688" y="4865"/>
                            <a:pt x="10067" y="3676"/>
                            <a:pt x="7688" y="2486"/>
                          </a:cubicBezTo>
                          <a:cubicBezTo>
                            <a:pt x="4119" y="107"/>
                            <a:pt x="2930" y="-1082"/>
                            <a:pt x="551" y="1297"/>
                          </a:cubicBezTo>
                          <a:cubicBezTo>
                            <a:pt x="-1828" y="3676"/>
                            <a:pt x="4119" y="7244"/>
                            <a:pt x="6498" y="605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8" name="Freeform 797">
                      <a:extLst>
                        <a:ext uri="{FF2B5EF4-FFF2-40B4-BE49-F238E27FC236}">
                          <a16:creationId xmlns:a16="http://schemas.microsoft.com/office/drawing/2014/main" id="{A8E1513D-66F8-85FC-9E89-2F8F4A5663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8932" y="1461893"/>
                      <a:ext cx="5718" cy="11977"/>
                    </a:xfrm>
                    <a:custGeom>
                      <a:avLst/>
                      <a:gdLst>
                        <a:gd name="connsiteX0" fmla="*/ 1657 w 5718"/>
                        <a:gd name="connsiteY0" fmla="*/ 0 h 11977"/>
                        <a:gd name="connsiteX1" fmla="*/ 2846 w 5718"/>
                        <a:gd name="connsiteY1" fmla="*/ 11894 h 11977"/>
                        <a:gd name="connsiteX2" fmla="*/ 1657 w 5718"/>
                        <a:gd name="connsiteY2" fmla="*/ 0 h 119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718" h="11977">
                          <a:moveTo>
                            <a:pt x="1657" y="0"/>
                          </a:moveTo>
                          <a:cubicBezTo>
                            <a:pt x="467" y="1189"/>
                            <a:pt x="-1911" y="13084"/>
                            <a:pt x="2846" y="11894"/>
                          </a:cubicBezTo>
                          <a:cubicBezTo>
                            <a:pt x="8793" y="11894"/>
                            <a:pt x="4036" y="0"/>
                            <a:pt x="1657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9" name="Freeform 798">
                      <a:extLst>
                        <a:ext uri="{FF2B5EF4-FFF2-40B4-BE49-F238E27FC236}">
                          <a16:creationId xmlns:a16="http://schemas.microsoft.com/office/drawing/2014/main" id="{42A92DB3-F75B-8D30-6794-EBD3EC4CED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5089" y="1475268"/>
                      <a:ext cx="257726" cy="155954"/>
                    </a:xfrm>
                    <a:custGeom>
                      <a:avLst/>
                      <a:gdLst>
                        <a:gd name="connsiteX0" fmla="*/ 141092 w 257726"/>
                        <a:gd name="connsiteY0" fmla="*/ 88916 h 155954"/>
                        <a:gd name="connsiteX1" fmla="*/ 129198 w 257726"/>
                        <a:gd name="connsiteY1" fmla="*/ 88916 h 155954"/>
                        <a:gd name="connsiteX2" fmla="*/ 136335 w 257726"/>
                        <a:gd name="connsiteY2" fmla="*/ 67506 h 155954"/>
                        <a:gd name="connsiteX3" fmla="*/ 123251 w 257726"/>
                        <a:gd name="connsiteY3" fmla="*/ 61559 h 155954"/>
                        <a:gd name="connsiteX4" fmla="*/ 133956 w 257726"/>
                        <a:gd name="connsiteY4" fmla="*/ 61559 h 155954"/>
                        <a:gd name="connsiteX5" fmla="*/ 129198 w 257726"/>
                        <a:gd name="connsiteY5" fmla="*/ 40150 h 155954"/>
                        <a:gd name="connsiteX6" fmla="*/ 133956 w 257726"/>
                        <a:gd name="connsiteY6" fmla="*/ 35392 h 155954"/>
                        <a:gd name="connsiteX7" fmla="*/ 129198 w 257726"/>
                        <a:gd name="connsiteY7" fmla="*/ 24687 h 155954"/>
                        <a:gd name="connsiteX8" fmla="*/ 110167 w 257726"/>
                        <a:gd name="connsiteY8" fmla="*/ 23497 h 155954"/>
                        <a:gd name="connsiteX9" fmla="*/ 108978 w 257726"/>
                        <a:gd name="connsiteY9" fmla="*/ 21119 h 155954"/>
                        <a:gd name="connsiteX10" fmla="*/ 116114 w 257726"/>
                        <a:gd name="connsiteY10" fmla="*/ 13982 h 155954"/>
                        <a:gd name="connsiteX11" fmla="*/ 81621 w 257726"/>
                        <a:gd name="connsiteY11" fmla="*/ 3277 h 155954"/>
                        <a:gd name="connsiteX12" fmla="*/ 83999 w 257726"/>
                        <a:gd name="connsiteY12" fmla="*/ 13982 h 155954"/>
                        <a:gd name="connsiteX13" fmla="*/ 49506 w 257726"/>
                        <a:gd name="connsiteY13" fmla="*/ 27066 h 155954"/>
                        <a:gd name="connsiteX14" fmla="*/ 74484 w 257726"/>
                        <a:gd name="connsiteY14" fmla="*/ 40150 h 155954"/>
                        <a:gd name="connsiteX15" fmla="*/ 38801 w 257726"/>
                        <a:gd name="connsiteY15" fmla="*/ 37771 h 155954"/>
                        <a:gd name="connsiteX16" fmla="*/ 28096 w 257726"/>
                        <a:gd name="connsiteY16" fmla="*/ 53233 h 155954"/>
                        <a:gd name="connsiteX17" fmla="*/ 54264 w 257726"/>
                        <a:gd name="connsiteY17" fmla="*/ 55612 h 155954"/>
                        <a:gd name="connsiteX18" fmla="*/ 56642 w 257726"/>
                        <a:gd name="connsiteY18" fmla="*/ 60370 h 155954"/>
                        <a:gd name="connsiteX19" fmla="*/ 19770 w 257726"/>
                        <a:gd name="connsiteY19" fmla="*/ 60370 h 155954"/>
                        <a:gd name="connsiteX20" fmla="*/ 4307 w 257726"/>
                        <a:gd name="connsiteY20" fmla="*/ 68696 h 155954"/>
                        <a:gd name="connsiteX21" fmla="*/ 739 w 257726"/>
                        <a:gd name="connsiteY21" fmla="*/ 81780 h 155954"/>
                        <a:gd name="connsiteX22" fmla="*/ 16202 w 257726"/>
                        <a:gd name="connsiteY22" fmla="*/ 93674 h 155954"/>
                        <a:gd name="connsiteX23" fmla="*/ 19770 w 257726"/>
                        <a:gd name="connsiteY23" fmla="*/ 90106 h 155954"/>
                        <a:gd name="connsiteX24" fmla="*/ 28096 w 257726"/>
                        <a:gd name="connsiteY24" fmla="*/ 106758 h 155954"/>
                        <a:gd name="connsiteX25" fmla="*/ 38801 w 257726"/>
                        <a:gd name="connsiteY25" fmla="*/ 98432 h 155954"/>
                        <a:gd name="connsiteX26" fmla="*/ 36422 w 257726"/>
                        <a:gd name="connsiteY26" fmla="*/ 106758 h 155954"/>
                        <a:gd name="connsiteX27" fmla="*/ 44748 w 257726"/>
                        <a:gd name="connsiteY27" fmla="*/ 110326 h 155954"/>
                        <a:gd name="connsiteX28" fmla="*/ 74484 w 257726"/>
                        <a:gd name="connsiteY28" fmla="*/ 97242 h 155954"/>
                        <a:gd name="connsiteX29" fmla="*/ 63779 w 257726"/>
                        <a:gd name="connsiteY29" fmla="*/ 109137 h 155954"/>
                        <a:gd name="connsiteX30" fmla="*/ 76863 w 257726"/>
                        <a:gd name="connsiteY30" fmla="*/ 111516 h 155954"/>
                        <a:gd name="connsiteX31" fmla="*/ 93515 w 257726"/>
                        <a:gd name="connsiteY31" fmla="*/ 106758 h 155954"/>
                        <a:gd name="connsiteX32" fmla="*/ 95894 w 257726"/>
                        <a:gd name="connsiteY32" fmla="*/ 113894 h 155954"/>
                        <a:gd name="connsiteX33" fmla="*/ 119683 w 257726"/>
                        <a:gd name="connsiteY33" fmla="*/ 110326 h 155954"/>
                        <a:gd name="connsiteX34" fmla="*/ 116114 w 257726"/>
                        <a:gd name="connsiteY34" fmla="*/ 118652 h 155954"/>
                        <a:gd name="connsiteX35" fmla="*/ 57832 w 257726"/>
                        <a:gd name="connsiteY35" fmla="*/ 121031 h 155954"/>
                        <a:gd name="connsiteX36" fmla="*/ 49506 w 257726"/>
                        <a:gd name="connsiteY36" fmla="*/ 123410 h 155954"/>
                        <a:gd name="connsiteX37" fmla="*/ 39990 w 257726"/>
                        <a:gd name="connsiteY37" fmla="*/ 123410 h 155954"/>
                        <a:gd name="connsiteX38" fmla="*/ 37612 w 257726"/>
                        <a:gd name="connsiteY38" fmla="*/ 123410 h 155954"/>
                        <a:gd name="connsiteX39" fmla="*/ 110167 w 257726"/>
                        <a:gd name="connsiteY39" fmla="*/ 149578 h 155954"/>
                        <a:gd name="connsiteX40" fmla="*/ 142282 w 257726"/>
                        <a:gd name="connsiteY40" fmla="*/ 141252 h 155954"/>
                        <a:gd name="connsiteX41" fmla="*/ 161313 w 257726"/>
                        <a:gd name="connsiteY41" fmla="*/ 134115 h 155954"/>
                        <a:gd name="connsiteX42" fmla="*/ 158934 w 257726"/>
                        <a:gd name="connsiteY42" fmla="*/ 142441 h 155954"/>
                        <a:gd name="connsiteX43" fmla="*/ 169639 w 257726"/>
                        <a:gd name="connsiteY43" fmla="*/ 143630 h 155954"/>
                        <a:gd name="connsiteX44" fmla="*/ 177965 w 257726"/>
                        <a:gd name="connsiteY44" fmla="*/ 137683 h 155954"/>
                        <a:gd name="connsiteX45" fmla="*/ 175586 w 257726"/>
                        <a:gd name="connsiteY45" fmla="*/ 146009 h 155954"/>
                        <a:gd name="connsiteX46" fmla="*/ 212459 w 257726"/>
                        <a:gd name="connsiteY46" fmla="*/ 146009 h 155954"/>
                        <a:gd name="connsiteX47" fmla="*/ 220785 w 257726"/>
                        <a:gd name="connsiteY47" fmla="*/ 141252 h 155954"/>
                        <a:gd name="connsiteX48" fmla="*/ 220785 w 257726"/>
                        <a:gd name="connsiteY48" fmla="*/ 132925 h 155954"/>
                        <a:gd name="connsiteX49" fmla="*/ 233868 w 257726"/>
                        <a:gd name="connsiteY49" fmla="*/ 117463 h 155954"/>
                        <a:gd name="connsiteX50" fmla="*/ 257657 w 257726"/>
                        <a:gd name="connsiteY50" fmla="*/ 88916 h 155954"/>
                        <a:gd name="connsiteX51" fmla="*/ 231489 w 257726"/>
                        <a:gd name="connsiteY51" fmla="*/ 92485 h 155954"/>
                        <a:gd name="connsiteX52" fmla="*/ 223163 w 257726"/>
                        <a:gd name="connsiteY52" fmla="*/ 97242 h 155954"/>
                        <a:gd name="connsiteX53" fmla="*/ 225542 w 257726"/>
                        <a:gd name="connsiteY53" fmla="*/ 81780 h 155954"/>
                        <a:gd name="connsiteX54" fmla="*/ 202943 w 257726"/>
                        <a:gd name="connsiteY54" fmla="*/ 90106 h 155954"/>
                        <a:gd name="connsiteX55" fmla="*/ 218406 w 257726"/>
                        <a:gd name="connsiteY55" fmla="*/ 65128 h 155954"/>
                        <a:gd name="connsiteX56" fmla="*/ 207701 w 257726"/>
                        <a:gd name="connsiteY56" fmla="*/ 65128 h 155954"/>
                        <a:gd name="connsiteX57" fmla="*/ 219595 w 257726"/>
                        <a:gd name="connsiteY57" fmla="*/ 53233 h 155954"/>
                        <a:gd name="connsiteX58" fmla="*/ 221974 w 257726"/>
                        <a:gd name="connsiteY58" fmla="*/ 22308 h 155954"/>
                        <a:gd name="connsiteX59" fmla="*/ 227921 w 257726"/>
                        <a:gd name="connsiteY59" fmla="*/ 18740 h 155954"/>
                        <a:gd name="connsiteX60" fmla="*/ 217216 w 257726"/>
                        <a:gd name="connsiteY60" fmla="*/ 4466 h 155954"/>
                        <a:gd name="connsiteX61" fmla="*/ 198185 w 257726"/>
                        <a:gd name="connsiteY61" fmla="*/ 16361 h 155954"/>
                        <a:gd name="connsiteX62" fmla="*/ 196996 w 257726"/>
                        <a:gd name="connsiteY62" fmla="*/ 24687 h 155954"/>
                        <a:gd name="connsiteX63" fmla="*/ 182723 w 257726"/>
                        <a:gd name="connsiteY63" fmla="*/ 29445 h 155954"/>
                        <a:gd name="connsiteX64" fmla="*/ 191049 w 257726"/>
                        <a:gd name="connsiteY64" fmla="*/ 55612 h 155954"/>
                        <a:gd name="connsiteX65" fmla="*/ 187480 w 257726"/>
                        <a:gd name="connsiteY65" fmla="*/ 60370 h 155954"/>
                        <a:gd name="connsiteX66" fmla="*/ 169639 w 257726"/>
                        <a:gd name="connsiteY66" fmla="*/ 62749 h 155954"/>
                        <a:gd name="connsiteX67" fmla="*/ 177965 w 257726"/>
                        <a:gd name="connsiteY67" fmla="*/ 81780 h 155954"/>
                        <a:gd name="connsiteX68" fmla="*/ 174397 w 257726"/>
                        <a:gd name="connsiteY68" fmla="*/ 93674 h 155954"/>
                        <a:gd name="connsiteX69" fmla="*/ 149418 w 257726"/>
                        <a:gd name="connsiteY69" fmla="*/ 90106 h 155954"/>
                        <a:gd name="connsiteX70" fmla="*/ 141092 w 257726"/>
                        <a:gd name="connsiteY70" fmla="*/ 88916 h 155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</a:cxnLst>
                      <a:rect l="l" t="t" r="r" b="b"/>
                      <a:pathLst>
                        <a:path w="257726" h="155954">
                          <a:moveTo>
                            <a:pt x="141092" y="88916"/>
                          </a:moveTo>
                          <a:cubicBezTo>
                            <a:pt x="138714" y="91295"/>
                            <a:pt x="130387" y="94864"/>
                            <a:pt x="129198" y="88916"/>
                          </a:cubicBezTo>
                          <a:cubicBezTo>
                            <a:pt x="129198" y="79401"/>
                            <a:pt x="136335" y="78211"/>
                            <a:pt x="136335" y="67506"/>
                          </a:cubicBezTo>
                          <a:cubicBezTo>
                            <a:pt x="131577" y="66317"/>
                            <a:pt x="125630" y="66317"/>
                            <a:pt x="123251" y="61559"/>
                          </a:cubicBezTo>
                          <a:cubicBezTo>
                            <a:pt x="126819" y="61559"/>
                            <a:pt x="130387" y="61559"/>
                            <a:pt x="133956" y="61559"/>
                          </a:cubicBezTo>
                          <a:cubicBezTo>
                            <a:pt x="135145" y="50854"/>
                            <a:pt x="131577" y="46097"/>
                            <a:pt x="129198" y="40150"/>
                          </a:cubicBezTo>
                          <a:cubicBezTo>
                            <a:pt x="131577" y="40150"/>
                            <a:pt x="133956" y="37771"/>
                            <a:pt x="133956" y="35392"/>
                          </a:cubicBezTo>
                          <a:cubicBezTo>
                            <a:pt x="131577" y="31823"/>
                            <a:pt x="131577" y="28255"/>
                            <a:pt x="129198" y="24687"/>
                          </a:cubicBezTo>
                          <a:cubicBezTo>
                            <a:pt x="122061" y="21119"/>
                            <a:pt x="118493" y="27066"/>
                            <a:pt x="110167" y="23497"/>
                          </a:cubicBezTo>
                          <a:cubicBezTo>
                            <a:pt x="110167" y="22308"/>
                            <a:pt x="108978" y="22308"/>
                            <a:pt x="108978" y="21119"/>
                          </a:cubicBezTo>
                          <a:cubicBezTo>
                            <a:pt x="110167" y="18740"/>
                            <a:pt x="111357" y="15171"/>
                            <a:pt x="116114" y="13982"/>
                          </a:cubicBezTo>
                          <a:cubicBezTo>
                            <a:pt x="118493" y="-5049"/>
                            <a:pt x="91136" y="-291"/>
                            <a:pt x="81621" y="3277"/>
                          </a:cubicBezTo>
                          <a:cubicBezTo>
                            <a:pt x="80431" y="9224"/>
                            <a:pt x="83999" y="9224"/>
                            <a:pt x="83999" y="13982"/>
                          </a:cubicBezTo>
                          <a:cubicBezTo>
                            <a:pt x="67347" y="8035"/>
                            <a:pt x="56642" y="17550"/>
                            <a:pt x="49506" y="27066"/>
                          </a:cubicBezTo>
                          <a:cubicBezTo>
                            <a:pt x="53074" y="35392"/>
                            <a:pt x="81621" y="30634"/>
                            <a:pt x="74484" y="40150"/>
                          </a:cubicBezTo>
                          <a:cubicBezTo>
                            <a:pt x="67347" y="34202"/>
                            <a:pt x="49506" y="38960"/>
                            <a:pt x="38801" y="37771"/>
                          </a:cubicBezTo>
                          <a:cubicBezTo>
                            <a:pt x="37612" y="44907"/>
                            <a:pt x="30475" y="47286"/>
                            <a:pt x="28096" y="53233"/>
                          </a:cubicBezTo>
                          <a:cubicBezTo>
                            <a:pt x="38801" y="55612"/>
                            <a:pt x="42369" y="57991"/>
                            <a:pt x="54264" y="55612"/>
                          </a:cubicBezTo>
                          <a:cubicBezTo>
                            <a:pt x="53074" y="60370"/>
                            <a:pt x="59021" y="56802"/>
                            <a:pt x="56642" y="60370"/>
                          </a:cubicBezTo>
                          <a:cubicBezTo>
                            <a:pt x="45938" y="68696"/>
                            <a:pt x="31664" y="66317"/>
                            <a:pt x="19770" y="60370"/>
                          </a:cubicBezTo>
                          <a:cubicBezTo>
                            <a:pt x="13823" y="62749"/>
                            <a:pt x="9065" y="66317"/>
                            <a:pt x="4307" y="68696"/>
                          </a:cubicBezTo>
                          <a:cubicBezTo>
                            <a:pt x="7876" y="77022"/>
                            <a:pt x="-2829" y="77022"/>
                            <a:pt x="739" y="81780"/>
                          </a:cubicBezTo>
                          <a:cubicBezTo>
                            <a:pt x="5497" y="88916"/>
                            <a:pt x="9065" y="94864"/>
                            <a:pt x="16202" y="93674"/>
                          </a:cubicBezTo>
                          <a:cubicBezTo>
                            <a:pt x="18581" y="93674"/>
                            <a:pt x="17391" y="87727"/>
                            <a:pt x="19770" y="90106"/>
                          </a:cubicBezTo>
                          <a:cubicBezTo>
                            <a:pt x="24528" y="94864"/>
                            <a:pt x="22149" y="104379"/>
                            <a:pt x="28096" y="106758"/>
                          </a:cubicBezTo>
                          <a:cubicBezTo>
                            <a:pt x="34043" y="109137"/>
                            <a:pt x="32854" y="92485"/>
                            <a:pt x="38801" y="98432"/>
                          </a:cubicBezTo>
                          <a:cubicBezTo>
                            <a:pt x="41180" y="100811"/>
                            <a:pt x="32854" y="104379"/>
                            <a:pt x="36422" y="106758"/>
                          </a:cubicBezTo>
                          <a:cubicBezTo>
                            <a:pt x="39990" y="109137"/>
                            <a:pt x="39990" y="112705"/>
                            <a:pt x="44748" y="110326"/>
                          </a:cubicBezTo>
                          <a:cubicBezTo>
                            <a:pt x="50695" y="107947"/>
                            <a:pt x="75673" y="88916"/>
                            <a:pt x="74484" y="97242"/>
                          </a:cubicBezTo>
                          <a:cubicBezTo>
                            <a:pt x="73295" y="103190"/>
                            <a:pt x="60211" y="103190"/>
                            <a:pt x="63779" y="109137"/>
                          </a:cubicBezTo>
                          <a:cubicBezTo>
                            <a:pt x="67347" y="113894"/>
                            <a:pt x="70916" y="109137"/>
                            <a:pt x="76863" y="111516"/>
                          </a:cubicBezTo>
                          <a:cubicBezTo>
                            <a:pt x="81621" y="113894"/>
                            <a:pt x="88757" y="103190"/>
                            <a:pt x="93515" y="106758"/>
                          </a:cubicBezTo>
                          <a:cubicBezTo>
                            <a:pt x="95894" y="107947"/>
                            <a:pt x="93515" y="112705"/>
                            <a:pt x="95894" y="113894"/>
                          </a:cubicBezTo>
                          <a:cubicBezTo>
                            <a:pt x="104220" y="118652"/>
                            <a:pt x="111357" y="106758"/>
                            <a:pt x="119683" y="110326"/>
                          </a:cubicBezTo>
                          <a:cubicBezTo>
                            <a:pt x="124440" y="112705"/>
                            <a:pt x="118493" y="116273"/>
                            <a:pt x="116114" y="118652"/>
                          </a:cubicBezTo>
                          <a:cubicBezTo>
                            <a:pt x="98273" y="129357"/>
                            <a:pt x="73295" y="110326"/>
                            <a:pt x="57832" y="121031"/>
                          </a:cubicBezTo>
                          <a:cubicBezTo>
                            <a:pt x="55453" y="122220"/>
                            <a:pt x="53074" y="126978"/>
                            <a:pt x="49506" y="123410"/>
                          </a:cubicBezTo>
                          <a:cubicBezTo>
                            <a:pt x="45938" y="119842"/>
                            <a:pt x="42369" y="121031"/>
                            <a:pt x="39990" y="123410"/>
                          </a:cubicBezTo>
                          <a:cubicBezTo>
                            <a:pt x="39990" y="123410"/>
                            <a:pt x="37612" y="123410"/>
                            <a:pt x="37612" y="123410"/>
                          </a:cubicBezTo>
                          <a:cubicBezTo>
                            <a:pt x="25717" y="165040"/>
                            <a:pt x="88757" y="157904"/>
                            <a:pt x="110167" y="149578"/>
                          </a:cubicBezTo>
                          <a:cubicBezTo>
                            <a:pt x="112546" y="135304"/>
                            <a:pt x="131577" y="144820"/>
                            <a:pt x="142282" y="141252"/>
                          </a:cubicBezTo>
                          <a:cubicBezTo>
                            <a:pt x="145850" y="137683"/>
                            <a:pt x="156555" y="132925"/>
                            <a:pt x="161313" y="134115"/>
                          </a:cubicBezTo>
                          <a:cubicBezTo>
                            <a:pt x="162502" y="138873"/>
                            <a:pt x="156555" y="136494"/>
                            <a:pt x="158934" y="142441"/>
                          </a:cubicBezTo>
                          <a:cubicBezTo>
                            <a:pt x="162502" y="143630"/>
                            <a:pt x="164881" y="144820"/>
                            <a:pt x="169639" y="143630"/>
                          </a:cubicBezTo>
                          <a:cubicBezTo>
                            <a:pt x="169639" y="140062"/>
                            <a:pt x="176775" y="136494"/>
                            <a:pt x="177965" y="137683"/>
                          </a:cubicBezTo>
                          <a:cubicBezTo>
                            <a:pt x="180344" y="143630"/>
                            <a:pt x="175586" y="142441"/>
                            <a:pt x="175586" y="146009"/>
                          </a:cubicBezTo>
                          <a:cubicBezTo>
                            <a:pt x="185101" y="157904"/>
                            <a:pt x="193427" y="143630"/>
                            <a:pt x="212459" y="146009"/>
                          </a:cubicBezTo>
                          <a:cubicBezTo>
                            <a:pt x="216027" y="146009"/>
                            <a:pt x="216027" y="143630"/>
                            <a:pt x="220785" y="141252"/>
                          </a:cubicBezTo>
                          <a:cubicBezTo>
                            <a:pt x="223163" y="140062"/>
                            <a:pt x="219595" y="135304"/>
                            <a:pt x="220785" y="132925"/>
                          </a:cubicBezTo>
                          <a:cubicBezTo>
                            <a:pt x="225542" y="126978"/>
                            <a:pt x="236247" y="129357"/>
                            <a:pt x="233868" y="117463"/>
                          </a:cubicBezTo>
                          <a:cubicBezTo>
                            <a:pt x="250520" y="117463"/>
                            <a:pt x="256468" y="103190"/>
                            <a:pt x="257657" y="88916"/>
                          </a:cubicBezTo>
                          <a:cubicBezTo>
                            <a:pt x="258846" y="69885"/>
                            <a:pt x="244573" y="69885"/>
                            <a:pt x="231489" y="92485"/>
                          </a:cubicBezTo>
                          <a:cubicBezTo>
                            <a:pt x="229111" y="97242"/>
                            <a:pt x="226732" y="96053"/>
                            <a:pt x="223163" y="97242"/>
                          </a:cubicBezTo>
                          <a:cubicBezTo>
                            <a:pt x="217216" y="99621"/>
                            <a:pt x="231489" y="88916"/>
                            <a:pt x="225542" y="81780"/>
                          </a:cubicBezTo>
                          <a:cubicBezTo>
                            <a:pt x="218406" y="72264"/>
                            <a:pt x="204132" y="93674"/>
                            <a:pt x="202943" y="90106"/>
                          </a:cubicBezTo>
                          <a:cubicBezTo>
                            <a:pt x="199375" y="77022"/>
                            <a:pt x="226732" y="77022"/>
                            <a:pt x="218406" y="65128"/>
                          </a:cubicBezTo>
                          <a:cubicBezTo>
                            <a:pt x="216027" y="61559"/>
                            <a:pt x="207701" y="68696"/>
                            <a:pt x="207701" y="65128"/>
                          </a:cubicBezTo>
                          <a:cubicBezTo>
                            <a:pt x="207701" y="59180"/>
                            <a:pt x="214837" y="59180"/>
                            <a:pt x="219595" y="53233"/>
                          </a:cubicBezTo>
                          <a:cubicBezTo>
                            <a:pt x="230300" y="41339"/>
                            <a:pt x="214837" y="36581"/>
                            <a:pt x="221974" y="22308"/>
                          </a:cubicBezTo>
                          <a:cubicBezTo>
                            <a:pt x="223163" y="19929"/>
                            <a:pt x="225542" y="21119"/>
                            <a:pt x="227921" y="18740"/>
                          </a:cubicBezTo>
                          <a:cubicBezTo>
                            <a:pt x="236247" y="11603"/>
                            <a:pt x="224353" y="2088"/>
                            <a:pt x="217216" y="4466"/>
                          </a:cubicBezTo>
                          <a:cubicBezTo>
                            <a:pt x="210080" y="6845"/>
                            <a:pt x="206511" y="10414"/>
                            <a:pt x="198185" y="16361"/>
                          </a:cubicBezTo>
                          <a:cubicBezTo>
                            <a:pt x="195806" y="17550"/>
                            <a:pt x="199375" y="24687"/>
                            <a:pt x="196996" y="24687"/>
                          </a:cubicBezTo>
                          <a:cubicBezTo>
                            <a:pt x="187480" y="23497"/>
                            <a:pt x="185101" y="25876"/>
                            <a:pt x="182723" y="29445"/>
                          </a:cubicBezTo>
                          <a:cubicBezTo>
                            <a:pt x="177965" y="37771"/>
                            <a:pt x="196996" y="49665"/>
                            <a:pt x="191049" y="55612"/>
                          </a:cubicBezTo>
                          <a:cubicBezTo>
                            <a:pt x="187480" y="59180"/>
                            <a:pt x="191049" y="61559"/>
                            <a:pt x="187480" y="60370"/>
                          </a:cubicBezTo>
                          <a:cubicBezTo>
                            <a:pt x="179154" y="59180"/>
                            <a:pt x="176775" y="56802"/>
                            <a:pt x="169639" y="62749"/>
                          </a:cubicBezTo>
                          <a:cubicBezTo>
                            <a:pt x="163692" y="68696"/>
                            <a:pt x="175586" y="75833"/>
                            <a:pt x="177965" y="81780"/>
                          </a:cubicBezTo>
                          <a:cubicBezTo>
                            <a:pt x="180344" y="88916"/>
                            <a:pt x="180344" y="92485"/>
                            <a:pt x="174397" y="93674"/>
                          </a:cubicBezTo>
                          <a:cubicBezTo>
                            <a:pt x="167260" y="94864"/>
                            <a:pt x="169639" y="87727"/>
                            <a:pt x="149418" y="90106"/>
                          </a:cubicBezTo>
                          <a:cubicBezTo>
                            <a:pt x="143471" y="92485"/>
                            <a:pt x="144661" y="87727"/>
                            <a:pt x="141092" y="889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0" name="Freeform 799">
                      <a:extLst>
                        <a:ext uri="{FF2B5EF4-FFF2-40B4-BE49-F238E27FC236}">
                          <a16:creationId xmlns:a16="http://schemas.microsoft.com/office/drawing/2014/main" id="{05311DC6-77AA-4E8B-C0EC-C47E75B73B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3760" y="1486582"/>
                      <a:ext cx="7351" cy="10994"/>
                    </a:xfrm>
                    <a:custGeom>
                      <a:avLst/>
                      <a:gdLst>
                        <a:gd name="connsiteX0" fmla="*/ 5067 w 7351"/>
                        <a:gd name="connsiteY0" fmla="*/ 289 h 10994"/>
                        <a:gd name="connsiteX1" fmla="*/ 309 w 7351"/>
                        <a:gd name="connsiteY1" fmla="*/ 10994 h 10994"/>
                        <a:gd name="connsiteX2" fmla="*/ 5067 w 7351"/>
                        <a:gd name="connsiteY2" fmla="*/ 289 h 109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351" h="10994">
                          <a:moveTo>
                            <a:pt x="5067" y="289"/>
                          </a:moveTo>
                          <a:cubicBezTo>
                            <a:pt x="1499" y="1479"/>
                            <a:pt x="-880" y="5047"/>
                            <a:pt x="309" y="10994"/>
                          </a:cubicBezTo>
                          <a:cubicBezTo>
                            <a:pt x="3878" y="10994"/>
                            <a:pt x="11014" y="-2090"/>
                            <a:pt x="5067" y="2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1" name="Freeform 800">
                      <a:extLst>
                        <a:ext uri="{FF2B5EF4-FFF2-40B4-BE49-F238E27FC236}">
                          <a16:creationId xmlns:a16="http://schemas.microsoft.com/office/drawing/2014/main" id="{A2BFC3F4-A9F4-6FF5-6356-AEA02B8084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2085" y="1534449"/>
                      <a:ext cx="5303" cy="8326"/>
                    </a:xfrm>
                    <a:custGeom>
                      <a:avLst/>
                      <a:gdLst>
                        <a:gd name="connsiteX0" fmla="*/ 5067 w 5303"/>
                        <a:gd name="connsiteY0" fmla="*/ 8326 h 8326"/>
                        <a:gd name="connsiteX1" fmla="*/ 309 w 5303"/>
                        <a:gd name="connsiteY1" fmla="*/ 0 h 8326"/>
                        <a:gd name="connsiteX2" fmla="*/ 5067 w 5303"/>
                        <a:gd name="connsiteY2" fmla="*/ 8326 h 8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303" h="8326">
                          <a:moveTo>
                            <a:pt x="5067" y="8326"/>
                          </a:moveTo>
                          <a:cubicBezTo>
                            <a:pt x="6257" y="3568"/>
                            <a:pt x="2688" y="1189"/>
                            <a:pt x="309" y="0"/>
                          </a:cubicBezTo>
                          <a:cubicBezTo>
                            <a:pt x="-880" y="5947"/>
                            <a:pt x="1499" y="8326"/>
                            <a:pt x="5067" y="832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2" name="Freeform 801">
                      <a:extLst>
                        <a:ext uri="{FF2B5EF4-FFF2-40B4-BE49-F238E27FC236}">
                          <a16:creationId xmlns:a16="http://schemas.microsoft.com/office/drawing/2014/main" id="{17F3FA84-0324-DE25-02F3-5ADA5C1902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5919" y="1541585"/>
                      <a:ext cx="254539" cy="240020"/>
                    </a:xfrm>
                    <a:custGeom>
                      <a:avLst/>
                      <a:gdLst>
                        <a:gd name="connsiteX0" fmla="*/ 118944 w 254539"/>
                        <a:gd name="connsiteY0" fmla="*/ 135596 h 240020"/>
                        <a:gd name="connsiteX1" fmla="*/ 117754 w 254539"/>
                        <a:gd name="connsiteY1" fmla="*/ 143922 h 240020"/>
                        <a:gd name="connsiteX2" fmla="*/ 116565 w 254539"/>
                        <a:gd name="connsiteY2" fmla="*/ 135596 h 240020"/>
                        <a:gd name="connsiteX3" fmla="*/ 105860 w 254539"/>
                        <a:gd name="connsiteY3" fmla="*/ 134406 h 240020"/>
                        <a:gd name="connsiteX4" fmla="*/ 105860 w 254539"/>
                        <a:gd name="connsiteY4" fmla="*/ 124891 h 240020"/>
                        <a:gd name="connsiteX5" fmla="*/ 93965 w 254539"/>
                        <a:gd name="connsiteY5" fmla="*/ 137974 h 240020"/>
                        <a:gd name="connsiteX6" fmla="*/ 90397 w 254539"/>
                        <a:gd name="connsiteY6" fmla="*/ 130838 h 240020"/>
                        <a:gd name="connsiteX7" fmla="*/ 92776 w 254539"/>
                        <a:gd name="connsiteY7" fmla="*/ 120133 h 240020"/>
                        <a:gd name="connsiteX8" fmla="*/ 88018 w 254539"/>
                        <a:gd name="connsiteY8" fmla="*/ 116565 h 240020"/>
                        <a:gd name="connsiteX9" fmla="*/ 85639 w 254539"/>
                        <a:gd name="connsiteY9" fmla="*/ 115375 h 240020"/>
                        <a:gd name="connsiteX10" fmla="*/ 92776 w 254539"/>
                        <a:gd name="connsiteY10" fmla="*/ 103481 h 240020"/>
                        <a:gd name="connsiteX11" fmla="*/ 67798 w 254539"/>
                        <a:gd name="connsiteY11" fmla="*/ 102291 h 240020"/>
                        <a:gd name="connsiteX12" fmla="*/ 74934 w 254539"/>
                        <a:gd name="connsiteY12" fmla="*/ 92776 h 240020"/>
                        <a:gd name="connsiteX13" fmla="*/ 78503 w 254539"/>
                        <a:gd name="connsiteY13" fmla="*/ 92776 h 240020"/>
                        <a:gd name="connsiteX14" fmla="*/ 89208 w 254539"/>
                        <a:gd name="connsiteY14" fmla="*/ 92776 h 240020"/>
                        <a:gd name="connsiteX15" fmla="*/ 86829 w 254539"/>
                        <a:gd name="connsiteY15" fmla="*/ 92776 h 240020"/>
                        <a:gd name="connsiteX16" fmla="*/ 72556 w 254539"/>
                        <a:gd name="connsiteY16" fmla="*/ 77313 h 240020"/>
                        <a:gd name="connsiteX17" fmla="*/ 76124 w 254539"/>
                        <a:gd name="connsiteY17" fmla="*/ 74934 h 240020"/>
                        <a:gd name="connsiteX18" fmla="*/ 114186 w 254539"/>
                        <a:gd name="connsiteY18" fmla="*/ 90397 h 240020"/>
                        <a:gd name="connsiteX19" fmla="*/ 95155 w 254539"/>
                        <a:gd name="connsiteY19" fmla="*/ 70177 h 240020"/>
                        <a:gd name="connsiteX20" fmla="*/ 86829 w 254539"/>
                        <a:gd name="connsiteY20" fmla="*/ 60661 h 240020"/>
                        <a:gd name="connsiteX21" fmla="*/ 88018 w 254539"/>
                        <a:gd name="connsiteY21" fmla="*/ 57093 h 240020"/>
                        <a:gd name="connsiteX22" fmla="*/ 102291 w 254539"/>
                        <a:gd name="connsiteY22" fmla="*/ 66608 h 240020"/>
                        <a:gd name="connsiteX23" fmla="*/ 102291 w 254539"/>
                        <a:gd name="connsiteY23" fmla="*/ 54714 h 240020"/>
                        <a:gd name="connsiteX24" fmla="*/ 93965 w 254539"/>
                        <a:gd name="connsiteY24" fmla="*/ 46388 h 240020"/>
                        <a:gd name="connsiteX25" fmla="*/ 65419 w 254539"/>
                        <a:gd name="connsiteY25" fmla="*/ 46388 h 240020"/>
                        <a:gd name="connsiteX26" fmla="*/ 45199 w 254539"/>
                        <a:gd name="connsiteY26" fmla="*/ 60661 h 240020"/>
                        <a:gd name="connsiteX27" fmla="*/ 60661 w 254539"/>
                        <a:gd name="connsiteY27" fmla="*/ 45199 h 240020"/>
                        <a:gd name="connsiteX28" fmla="*/ 60661 w 254539"/>
                        <a:gd name="connsiteY28" fmla="*/ 36872 h 240020"/>
                        <a:gd name="connsiteX29" fmla="*/ 59472 w 254539"/>
                        <a:gd name="connsiteY29" fmla="*/ 23789 h 240020"/>
                        <a:gd name="connsiteX30" fmla="*/ 60661 w 254539"/>
                        <a:gd name="connsiteY30" fmla="*/ 21410 h 240020"/>
                        <a:gd name="connsiteX31" fmla="*/ 58282 w 254539"/>
                        <a:gd name="connsiteY31" fmla="*/ 19031 h 240020"/>
                        <a:gd name="connsiteX32" fmla="*/ 49956 w 254539"/>
                        <a:gd name="connsiteY32" fmla="*/ 21410 h 240020"/>
                        <a:gd name="connsiteX33" fmla="*/ 47577 w 254539"/>
                        <a:gd name="connsiteY33" fmla="*/ 10705 h 240020"/>
                        <a:gd name="connsiteX34" fmla="*/ 22599 w 254539"/>
                        <a:gd name="connsiteY34" fmla="*/ 0 h 240020"/>
                        <a:gd name="connsiteX35" fmla="*/ 4758 w 254539"/>
                        <a:gd name="connsiteY35" fmla="*/ 8326 h 240020"/>
                        <a:gd name="connsiteX36" fmla="*/ 8326 w 254539"/>
                        <a:gd name="connsiteY36" fmla="*/ 19031 h 240020"/>
                        <a:gd name="connsiteX37" fmla="*/ 0 w 254539"/>
                        <a:gd name="connsiteY37" fmla="*/ 14273 h 240020"/>
                        <a:gd name="connsiteX38" fmla="*/ 14273 w 254539"/>
                        <a:gd name="connsiteY38" fmla="*/ 35683 h 240020"/>
                        <a:gd name="connsiteX39" fmla="*/ 7137 w 254539"/>
                        <a:gd name="connsiteY39" fmla="*/ 38062 h 240020"/>
                        <a:gd name="connsiteX40" fmla="*/ 19031 w 254539"/>
                        <a:gd name="connsiteY40" fmla="*/ 52335 h 240020"/>
                        <a:gd name="connsiteX41" fmla="*/ 8326 w 254539"/>
                        <a:gd name="connsiteY41" fmla="*/ 51146 h 240020"/>
                        <a:gd name="connsiteX42" fmla="*/ 5947 w 254539"/>
                        <a:gd name="connsiteY42" fmla="*/ 59472 h 240020"/>
                        <a:gd name="connsiteX43" fmla="*/ 29736 w 254539"/>
                        <a:gd name="connsiteY43" fmla="*/ 61851 h 240020"/>
                        <a:gd name="connsiteX44" fmla="*/ 51146 w 254539"/>
                        <a:gd name="connsiteY44" fmla="*/ 68987 h 240020"/>
                        <a:gd name="connsiteX45" fmla="*/ 32115 w 254539"/>
                        <a:gd name="connsiteY45" fmla="*/ 122512 h 240020"/>
                        <a:gd name="connsiteX46" fmla="*/ 19031 w 254539"/>
                        <a:gd name="connsiteY46" fmla="*/ 148679 h 240020"/>
                        <a:gd name="connsiteX47" fmla="*/ 23789 w 254539"/>
                        <a:gd name="connsiteY47" fmla="*/ 151058 h 240020"/>
                        <a:gd name="connsiteX48" fmla="*/ 15463 w 254539"/>
                        <a:gd name="connsiteY48" fmla="*/ 176036 h 240020"/>
                        <a:gd name="connsiteX49" fmla="*/ 26168 w 254539"/>
                        <a:gd name="connsiteY49" fmla="*/ 184362 h 240020"/>
                        <a:gd name="connsiteX50" fmla="*/ 39251 w 254539"/>
                        <a:gd name="connsiteY50" fmla="*/ 173657 h 240020"/>
                        <a:gd name="connsiteX51" fmla="*/ 30925 w 254539"/>
                        <a:gd name="connsiteY51" fmla="*/ 181984 h 240020"/>
                        <a:gd name="connsiteX52" fmla="*/ 35683 w 254539"/>
                        <a:gd name="connsiteY52" fmla="*/ 195067 h 240020"/>
                        <a:gd name="connsiteX53" fmla="*/ 49956 w 254539"/>
                        <a:gd name="connsiteY53" fmla="*/ 197446 h 240020"/>
                        <a:gd name="connsiteX54" fmla="*/ 59472 w 254539"/>
                        <a:gd name="connsiteY54" fmla="*/ 192688 h 240020"/>
                        <a:gd name="connsiteX55" fmla="*/ 64229 w 254539"/>
                        <a:gd name="connsiteY55" fmla="*/ 184362 h 240020"/>
                        <a:gd name="connsiteX56" fmla="*/ 64229 w 254539"/>
                        <a:gd name="connsiteY56" fmla="*/ 192688 h 240020"/>
                        <a:gd name="connsiteX57" fmla="*/ 71366 w 254539"/>
                        <a:gd name="connsiteY57" fmla="*/ 183173 h 240020"/>
                        <a:gd name="connsiteX58" fmla="*/ 63040 w 254539"/>
                        <a:gd name="connsiteY58" fmla="*/ 205772 h 240020"/>
                        <a:gd name="connsiteX59" fmla="*/ 88018 w 254539"/>
                        <a:gd name="connsiteY59" fmla="*/ 209341 h 240020"/>
                        <a:gd name="connsiteX60" fmla="*/ 98723 w 254539"/>
                        <a:gd name="connsiteY60" fmla="*/ 218856 h 240020"/>
                        <a:gd name="connsiteX61" fmla="*/ 101102 w 254539"/>
                        <a:gd name="connsiteY61" fmla="*/ 208151 h 240020"/>
                        <a:gd name="connsiteX62" fmla="*/ 101102 w 254539"/>
                        <a:gd name="connsiteY62" fmla="*/ 218856 h 240020"/>
                        <a:gd name="connsiteX63" fmla="*/ 111807 w 254539"/>
                        <a:gd name="connsiteY63" fmla="*/ 210530 h 240020"/>
                        <a:gd name="connsiteX64" fmla="*/ 109428 w 254539"/>
                        <a:gd name="connsiteY64" fmla="*/ 218856 h 240020"/>
                        <a:gd name="connsiteX65" fmla="*/ 129648 w 254539"/>
                        <a:gd name="connsiteY65" fmla="*/ 218856 h 240020"/>
                        <a:gd name="connsiteX66" fmla="*/ 132027 w 254539"/>
                        <a:gd name="connsiteY66" fmla="*/ 210530 h 240020"/>
                        <a:gd name="connsiteX67" fmla="*/ 133217 w 254539"/>
                        <a:gd name="connsiteY67" fmla="*/ 212909 h 240020"/>
                        <a:gd name="connsiteX68" fmla="*/ 135596 w 254539"/>
                        <a:gd name="connsiteY68" fmla="*/ 222424 h 240020"/>
                        <a:gd name="connsiteX69" fmla="*/ 159384 w 254539"/>
                        <a:gd name="connsiteY69" fmla="*/ 225993 h 240020"/>
                        <a:gd name="connsiteX70" fmla="*/ 168900 w 254539"/>
                        <a:gd name="connsiteY70" fmla="*/ 202204 h 240020"/>
                        <a:gd name="connsiteX71" fmla="*/ 173658 w 254539"/>
                        <a:gd name="connsiteY71" fmla="*/ 209341 h 240020"/>
                        <a:gd name="connsiteX72" fmla="*/ 170089 w 254539"/>
                        <a:gd name="connsiteY72" fmla="*/ 218856 h 240020"/>
                        <a:gd name="connsiteX73" fmla="*/ 168900 w 254539"/>
                        <a:gd name="connsiteY73" fmla="*/ 218856 h 240020"/>
                        <a:gd name="connsiteX74" fmla="*/ 170089 w 254539"/>
                        <a:gd name="connsiteY74" fmla="*/ 229561 h 240020"/>
                        <a:gd name="connsiteX75" fmla="*/ 170089 w 254539"/>
                        <a:gd name="connsiteY75" fmla="*/ 231940 h 240020"/>
                        <a:gd name="connsiteX76" fmla="*/ 180794 w 254539"/>
                        <a:gd name="connsiteY76" fmla="*/ 231940 h 240020"/>
                        <a:gd name="connsiteX77" fmla="*/ 180794 w 254539"/>
                        <a:gd name="connsiteY77" fmla="*/ 236698 h 240020"/>
                        <a:gd name="connsiteX78" fmla="*/ 202204 w 254539"/>
                        <a:gd name="connsiteY78" fmla="*/ 231940 h 240020"/>
                        <a:gd name="connsiteX79" fmla="*/ 224803 w 254539"/>
                        <a:gd name="connsiteY79" fmla="*/ 236698 h 240020"/>
                        <a:gd name="connsiteX80" fmla="*/ 228371 w 254539"/>
                        <a:gd name="connsiteY80" fmla="*/ 223614 h 240020"/>
                        <a:gd name="connsiteX81" fmla="*/ 234319 w 254539"/>
                        <a:gd name="connsiteY81" fmla="*/ 222424 h 240020"/>
                        <a:gd name="connsiteX82" fmla="*/ 239077 w 254539"/>
                        <a:gd name="connsiteY82" fmla="*/ 220045 h 240020"/>
                        <a:gd name="connsiteX83" fmla="*/ 243834 w 254539"/>
                        <a:gd name="connsiteY83" fmla="*/ 218856 h 240020"/>
                        <a:gd name="connsiteX84" fmla="*/ 243834 w 254539"/>
                        <a:gd name="connsiteY84" fmla="*/ 208151 h 240020"/>
                        <a:gd name="connsiteX85" fmla="*/ 228371 w 254539"/>
                        <a:gd name="connsiteY85" fmla="*/ 206962 h 240020"/>
                        <a:gd name="connsiteX86" fmla="*/ 249781 w 254539"/>
                        <a:gd name="connsiteY86" fmla="*/ 199825 h 240020"/>
                        <a:gd name="connsiteX87" fmla="*/ 254539 w 254539"/>
                        <a:gd name="connsiteY87" fmla="*/ 180794 h 240020"/>
                        <a:gd name="connsiteX88" fmla="*/ 252160 w 254539"/>
                        <a:gd name="connsiteY88" fmla="*/ 180794 h 240020"/>
                        <a:gd name="connsiteX89" fmla="*/ 252160 w 254539"/>
                        <a:gd name="connsiteY89" fmla="*/ 179605 h 240020"/>
                        <a:gd name="connsiteX90" fmla="*/ 245024 w 254539"/>
                        <a:gd name="connsiteY90" fmla="*/ 178415 h 240020"/>
                        <a:gd name="connsiteX91" fmla="*/ 248592 w 254539"/>
                        <a:gd name="connsiteY91" fmla="*/ 176036 h 240020"/>
                        <a:gd name="connsiteX92" fmla="*/ 233129 w 254539"/>
                        <a:gd name="connsiteY92" fmla="*/ 165331 h 240020"/>
                        <a:gd name="connsiteX93" fmla="*/ 235508 w 254539"/>
                        <a:gd name="connsiteY93" fmla="*/ 158195 h 240020"/>
                        <a:gd name="connsiteX94" fmla="*/ 227182 w 254539"/>
                        <a:gd name="connsiteY94" fmla="*/ 148679 h 240020"/>
                        <a:gd name="connsiteX95" fmla="*/ 190310 w 254539"/>
                        <a:gd name="connsiteY95" fmla="*/ 141543 h 240020"/>
                        <a:gd name="connsiteX96" fmla="*/ 153437 w 254539"/>
                        <a:gd name="connsiteY96" fmla="*/ 151058 h 240020"/>
                        <a:gd name="connsiteX97" fmla="*/ 134406 w 254539"/>
                        <a:gd name="connsiteY97" fmla="*/ 146301 h 240020"/>
                        <a:gd name="connsiteX98" fmla="*/ 136785 w 254539"/>
                        <a:gd name="connsiteY98" fmla="*/ 159384 h 240020"/>
                        <a:gd name="connsiteX99" fmla="*/ 122512 w 254539"/>
                        <a:gd name="connsiteY99" fmla="*/ 154627 h 240020"/>
                        <a:gd name="connsiteX100" fmla="*/ 120133 w 254539"/>
                        <a:gd name="connsiteY100" fmla="*/ 154627 h 240020"/>
                        <a:gd name="connsiteX101" fmla="*/ 122512 w 254539"/>
                        <a:gd name="connsiteY101" fmla="*/ 154627 h 240020"/>
                        <a:gd name="connsiteX102" fmla="*/ 126080 w 254539"/>
                        <a:gd name="connsiteY102" fmla="*/ 152248 h 240020"/>
                        <a:gd name="connsiteX103" fmla="*/ 121322 w 254539"/>
                        <a:gd name="connsiteY103" fmla="*/ 139164 h 240020"/>
                        <a:gd name="connsiteX104" fmla="*/ 118944 w 254539"/>
                        <a:gd name="connsiteY104" fmla="*/ 135596 h 2400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</a:cxnLst>
                      <a:rect l="l" t="t" r="r" b="b"/>
                      <a:pathLst>
                        <a:path w="254539" h="240020">
                          <a:moveTo>
                            <a:pt x="118944" y="135596"/>
                          </a:moveTo>
                          <a:cubicBezTo>
                            <a:pt x="117754" y="137974"/>
                            <a:pt x="120133" y="143922"/>
                            <a:pt x="117754" y="143922"/>
                          </a:cubicBezTo>
                          <a:cubicBezTo>
                            <a:pt x="115375" y="143922"/>
                            <a:pt x="117754" y="137974"/>
                            <a:pt x="116565" y="135596"/>
                          </a:cubicBezTo>
                          <a:cubicBezTo>
                            <a:pt x="112996" y="134406"/>
                            <a:pt x="107049" y="136785"/>
                            <a:pt x="105860" y="134406"/>
                          </a:cubicBezTo>
                          <a:cubicBezTo>
                            <a:pt x="105860" y="130838"/>
                            <a:pt x="105860" y="128459"/>
                            <a:pt x="105860" y="124891"/>
                          </a:cubicBezTo>
                          <a:cubicBezTo>
                            <a:pt x="95155" y="122512"/>
                            <a:pt x="96344" y="132027"/>
                            <a:pt x="93965" y="137974"/>
                          </a:cubicBezTo>
                          <a:cubicBezTo>
                            <a:pt x="91586" y="136785"/>
                            <a:pt x="89208" y="135596"/>
                            <a:pt x="90397" y="130838"/>
                          </a:cubicBezTo>
                          <a:cubicBezTo>
                            <a:pt x="93965" y="129648"/>
                            <a:pt x="92776" y="124891"/>
                            <a:pt x="92776" y="120133"/>
                          </a:cubicBezTo>
                          <a:cubicBezTo>
                            <a:pt x="99912" y="118944"/>
                            <a:pt x="88018" y="108239"/>
                            <a:pt x="88018" y="116565"/>
                          </a:cubicBezTo>
                          <a:cubicBezTo>
                            <a:pt x="86829" y="116565"/>
                            <a:pt x="85639" y="116565"/>
                            <a:pt x="85639" y="115375"/>
                          </a:cubicBezTo>
                          <a:cubicBezTo>
                            <a:pt x="88018" y="111807"/>
                            <a:pt x="93965" y="110617"/>
                            <a:pt x="92776" y="103481"/>
                          </a:cubicBezTo>
                          <a:cubicBezTo>
                            <a:pt x="80882" y="102291"/>
                            <a:pt x="74934" y="101102"/>
                            <a:pt x="67798" y="102291"/>
                          </a:cubicBezTo>
                          <a:cubicBezTo>
                            <a:pt x="71366" y="99913"/>
                            <a:pt x="72556" y="96344"/>
                            <a:pt x="74934" y="92776"/>
                          </a:cubicBezTo>
                          <a:cubicBezTo>
                            <a:pt x="76124" y="92776"/>
                            <a:pt x="77313" y="92776"/>
                            <a:pt x="78503" y="92776"/>
                          </a:cubicBezTo>
                          <a:cubicBezTo>
                            <a:pt x="78503" y="98723"/>
                            <a:pt x="89208" y="98723"/>
                            <a:pt x="89208" y="92776"/>
                          </a:cubicBezTo>
                          <a:cubicBezTo>
                            <a:pt x="88018" y="92776"/>
                            <a:pt x="86829" y="92776"/>
                            <a:pt x="86829" y="92776"/>
                          </a:cubicBezTo>
                          <a:cubicBezTo>
                            <a:pt x="83260" y="85639"/>
                            <a:pt x="76124" y="82071"/>
                            <a:pt x="72556" y="77313"/>
                          </a:cubicBezTo>
                          <a:cubicBezTo>
                            <a:pt x="74934" y="77313"/>
                            <a:pt x="73745" y="73745"/>
                            <a:pt x="76124" y="74934"/>
                          </a:cubicBezTo>
                          <a:cubicBezTo>
                            <a:pt x="84450" y="88018"/>
                            <a:pt x="104670" y="86829"/>
                            <a:pt x="114186" y="90397"/>
                          </a:cubicBezTo>
                          <a:cubicBezTo>
                            <a:pt x="127270" y="95155"/>
                            <a:pt x="104670" y="74934"/>
                            <a:pt x="95155" y="70177"/>
                          </a:cubicBezTo>
                          <a:cubicBezTo>
                            <a:pt x="96344" y="63040"/>
                            <a:pt x="90397" y="63040"/>
                            <a:pt x="86829" y="60661"/>
                          </a:cubicBezTo>
                          <a:cubicBezTo>
                            <a:pt x="86829" y="59472"/>
                            <a:pt x="86829" y="57093"/>
                            <a:pt x="88018" y="57093"/>
                          </a:cubicBezTo>
                          <a:cubicBezTo>
                            <a:pt x="93965" y="59472"/>
                            <a:pt x="95155" y="65419"/>
                            <a:pt x="102291" y="66608"/>
                          </a:cubicBezTo>
                          <a:cubicBezTo>
                            <a:pt x="102291" y="63040"/>
                            <a:pt x="102291" y="58282"/>
                            <a:pt x="102291" y="54714"/>
                          </a:cubicBezTo>
                          <a:cubicBezTo>
                            <a:pt x="97534" y="53525"/>
                            <a:pt x="96344" y="49956"/>
                            <a:pt x="93965" y="46388"/>
                          </a:cubicBezTo>
                          <a:cubicBezTo>
                            <a:pt x="80882" y="47577"/>
                            <a:pt x="68987" y="46388"/>
                            <a:pt x="65419" y="46388"/>
                          </a:cubicBezTo>
                          <a:cubicBezTo>
                            <a:pt x="61851" y="48767"/>
                            <a:pt x="46388" y="61851"/>
                            <a:pt x="45199" y="60661"/>
                          </a:cubicBezTo>
                          <a:cubicBezTo>
                            <a:pt x="46388" y="51146"/>
                            <a:pt x="57093" y="51146"/>
                            <a:pt x="60661" y="45199"/>
                          </a:cubicBezTo>
                          <a:cubicBezTo>
                            <a:pt x="60661" y="42820"/>
                            <a:pt x="60661" y="40441"/>
                            <a:pt x="60661" y="36872"/>
                          </a:cubicBezTo>
                          <a:cubicBezTo>
                            <a:pt x="59472" y="33304"/>
                            <a:pt x="59472" y="28546"/>
                            <a:pt x="59472" y="23789"/>
                          </a:cubicBezTo>
                          <a:cubicBezTo>
                            <a:pt x="60661" y="23789"/>
                            <a:pt x="60661" y="22599"/>
                            <a:pt x="60661" y="21410"/>
                          </a:cubicBezTo>
                          <a:cubicBezTo>
                            <a:pt x="59472" y="21410"/>
                            <a:pt x="57093" y="21410"/>
                            <a:pt x="58282" y="19031"/>
                          </a:cubicBezTo>
                          <a:cubicBezTo>
                            <a:pt x="54714" y="19031"/>
                            <a:pt x="55903" y="23789"/>
                            <a:pt x="49956" y="21410"/>
                          </a:cubicBezTo>
                          <a:cubicBezTo>
                            <a:pt x="48767" y="17842"/>
                            <a:pt x="46388" y="16652"/>
                            <a:pt x="47577" y="10705"/>
                          </a:cubicBezTo>
                          <a:cubicBezTo>
                            <a:pt x="38062" y="8326"/>
                            <a:pt x="32115" y="2379"/>
                            <a:pt x="22599" y="0"/>
                          </a:cubicBezTo>
                          <a:cubicBezTo>
                            <a:pt x="17842" y="3568"/>
                            <a:pt x="8326" y="2379"/>
                            <a:pt x="4758" y="8326"/>
                          </a:cubicBezTo>
                          <a:cubicBezTo>
                            <a:pt x="4758" y="11894"/>
                            <a:pt x="11894" y="16652"/>
                            <a:pt x="8326" y="19031"/>
                          </a:cubicBezTo>
                          <a:cubicBezTo>
                            <a:pt x="3568" y="19031"/>
                            <a:pt x="5947" y="11894"/>
                            <a:pt x="0" y="14273"/>
                          </a:cubicBezTo>
                          <a:cubicBezTo>
                            <a:pt x="1190" y="24978"/>
                            <a:pt x="10705" y="28546"/>
                            <a:pt x="14273" y="35683"/>
                          </a:cubicBezTo>
                          <a:cubicBezTo>
                            <a:pt x="9516" y="34494"/>
                            <a:pt x="9516" y="36872"/>
                            <a:pt x="7137" y="38062"/>
                          </a:cubicBezTo>
                          <a:cubicBezTo>
                            <a:pt x="8326" y="46388"/>
                            <a:pt x="14273" y="48767"/>
                            <a:pt x="19031" y="52335"/>
                          </a:cubicBezTo>
                          <a:cubicBezTo>
                            <a:pt x="15463" y="51146"/>
                            <a:pt x="13084" y="49956"/>
                            <a:pt x="8326" y="51146"/>
                          </a:cubicBezTo>
                          <a:cubicBezTo>
                            <a:pt x="9516" y="55903"/>
                            <a:pt x="4758" y="54714"/>
                            <a:pt x="5947" y="59472"/>
                          </a:cubicBezTo>
                          <a:cubicBezTo>
                            <a:pt x="13084" y="58282"/>
                            <a:pt x="22599" y="59472"/>
                            <a:pt x="29736" y="61851"/>
                          </a:cubicBezTo>
                          <a:cubicBezTo>
                            <a:pt x="29736" y="76124"/>
                            <a:pt x="44009" y="64230"/>
                            <a:pt x="51146" y="68987"/>
                          </a:cubicBezTo>
                          <a:cubicBezTo>
                            <a:pt x="40441" y="88018"/>
                            <a:pt x="60661" y="117754"/>
                            <a:pt x="32115" y="122512"/>
                          </a:cubicBezTo>
                          <a:cubicBezTo>
                            <a:pt x="32115" y="135596"/>
                            <a:pt x="19031" y="136785"/>
                            <a:pt x="19031" y="148679"/>
                          </a:cubicBezTo>
                          <a:cubicBezTo>
                            <a:pt x="20220" y="151058"/>
                            <a:pt x="23789" y="148679"/>
                            <a:pt x="23789" y="151058"/>
                          </a:cubicBezTo>
                          <a:cubicBezTo>
                            <a:pt x="17842" y="155816"/>
                            <a:pt x="8326" y="168900"/>
                            <a:pt x="15463" y="176036"/>
                          </a:cubicBezTo>
                          <a:cubicBezTo>
                            <a:pt x="20220" y="180794"/>
                            <a:pt x="21410" y="187931"/>
                            <a:pt x="26168" y="184362"/>
                          </a:cubicBezTo>
                          <a:cubicBezTo>
                            <a:pt x="33304" y="178415"/>
                            <a:pt x="32115" y="171279"/>
                            <a:pt x="39251" y="173657"/>
                          </a:cubicBezTo>
                          <a:cubicBezTo>
                            <a:pt x="45199" y="174847"/>
                            <a:pt x="35683" y="177226"/>
                            <a:pt x="30925" y="181984"/>
                          </a:cubicBezTo>
                          <a:cubicBezTo>
                            <a:pt x="27357" y="185552"/>
                            <a:pt x="35683" y="189120"/>
                            <a:pt x="35683" y="195067"/>
                          </a:cubicBezTo>
                          <a:cubicBezTo>
                            <a:pt x="42820" y="193878"/>
                            <a:pt x="46388" y="196257"/>
                            <a:pt x="49956" y="197446"/>
                          </a:cubicBezTo>
                          <a:cubicBezTo>
                            <a:pt x="52335" y="195067"/>
                            <a:pt x="53525" y="191499"/>
                            <a:pt x="59472" y="192688"/>
                          </a:cubicBezTo>
                          <a:cubicBezTo>
                            <a:pt x="58282" y="187931"/>
                            <a:pt x="60661" y="184362"/>
                            <a:pt x="64229" y="184362"/>
                          </a:cubicBezTo>
                          <a:cubicBezTo>
                            <a:pt x="64229" y="186741"/>
                            <a:pt x="64229" y="189120"/>
                            <a:pt x="64229" y="192688"/>
                          </a:cubicBezTo>
                          <a:cubicBezTo>
                            <a:pt x="68987" y="191499"/>
                            <a:pt x="67798" y="185552"/>
                            <a:pt x="71366" y="183173"/>
                          </a:cubicBezTo>
                          <a:cubicBezTo>
                            <a:pt x="78503" y="190310"/>
                            <a:pt x="63040" y="197446"/>
                            <a:pt x="63040" y="205772"/>
                          </a:cubicBezTo>
                          <a:cubicBezTo>
                            <a:pt x="70177" y="209341"/>
                            <a:pt x="82071" y="217667"/>
                            <a:pt x="88018" y="209341"/>
                          </a:cubicBezTo>
                          <a:cubicBezTo>
                            <a:pt x="88018" y="216477"/>
                            <a:pt x="93965" y="216477"/>
                            <a:pt x="98723" y="218856"/>
                          </a:cubicBezTo>
                          <a:cubicBezTo>
                            <a:pt x="99912" y="215288"/>
                            <a:pt x="96344" y="206962"/>
                            <a:pt x="101102" y="208151"/>
                          </a:cubicBezTo>
                          <a:cubicBezTo>
                            <a:pt x="101102" y="211719"/>
                            <a:pt x="101102" y="215288"/>
                            <a:pt x="101102" y="218856"/>
                          </a:cubicBezTo>
                          <a:cubicBezTo>
                            <a:pt x="109428" y="221235"/>
                            <a:pt x="104670" y="210530"/>
                            <a:pt x="111807" y="210530"/>
                          </a:cubicBezTo>
                          <a:cubicBezTo>
                            <a:pt x="111807" y="214098"/>
                            <a:pt x="108239" y="214098"/>
                            <a:pt x="109428" y="218856"/>
                          </a:cubicBezTo>
                          <a:cubicBezTo>
                            <a:pt x="121322" y="218856"/>
                            <a:pt x="120133" y="216477"/>
                            <a:pt x="129648" y="218856"/>
                          </a:cubicBezTo>
                          <a:cubicBezTo>
                            <a:pt x="130838" y="216477"/>
                            <a:pt x="129648" y="211719"/>
                            <a:pt x="132027" y="210530"/>
                          </a:cubicBezTo>
                          <a:cubicBezTo>
                            <a:pt x="133217" y="210530"/>
                            <a:pt x="133217" y="211719"/>
                            <a:pt x="133217" y="212909"/>
                          </a:cubicBezTo>
                          <a:cubicBezTo>
                            <a:pt x="129648" y="215288"/>
                            <a:pt x="130838" y="222424"/>
                            <a:pt x="135596" y="222424"/>
                          </a:cubicBezTo>
                          <a:cubicBezTo>
                            <a:pt x="143922" y="228371"/>
                            <a:pt x="149869" y="230750"/>
                            <a:pt x="159384" y="225993"/>
                          </a:cubicBezTo>
                          <a:cubicBezTo>
                            <a:pt x="167710" y="222424"/>
                            <a:pt x="160574" y="206962"/>
                            <a:pt x="168900" y="202204"/>
                          </a:cubicBezTo>
                          <a:cubicBezTo>
                            <a:pt x="171279" y="201015"/>
                            <a:pt x="172468" y="205772"/>
                            <a:pt x="173658" y="209341"/>
                          </a:cubicBezTo>
                          <a:cubicBezTo>
                            <a:pt x="176036" y="212909"/>
                            <a:pt x="173658" y="214098"/>
                            <a:pt x="170089" y="218856"/>
                          </a:cubicBezTo>
                          <a:cubicBezTo>
                            <a:pt x="170089" y="218856"/>
                            <a:pt x="168900" y="218856"/>
                            <a:pt x="168900" y="218856"/>
                          </a:cubicBezTo>
                          <a:cubicBezTo>
                            <a:pt x="165331" y="221235"/>
                            <a:pt x="168900" y="225993"/>
                            <a:pt x="170089" y="229561"/>
                          </a:cubicBezTo>
                          <a:cubicBezTo>
                            <a:pt x="170089" y="230750"/>
                            <a:pt x="170089" y="231940"/>
                            <a:pt x="170089" y="231940"/>
                          </a:cubicBezTo>
                          <a:cubicBezTo>
                            <a:pt x="172468" y="235508"/>
                            <a:pt x="177226" y="228371"/>
                            <a:pt x="180794" y="231940"/>
                          </a:cubicBezTo>
                          <a:cubicBezTo>
                            <a:pt x="181984" y="233129"/>
                            <a:pt x="179605" y="235508"/>
                            <a:pt x="180794" y="236698"/>
                          </a:cubicBezTo>
                          <a:cubicBezTo>
                            <a:pt x="186741" y="245024"/>
                            <a:pt x="196257" y="235508"/>
                            <a:pt x="202204" y="231940"/>
                          </a:cubicBezTo>
                          <a:cubicBezTo>
                            <a:pt x="208151" y="234319"/>
                            <a:pt x="217667" y="240266"/>
                            <a:pt x="224803" y="236698"/>
                          </a:cubicBezTo>
                          <a:cubicBezTo>
                            <a:pt x="233129" y="231940"/>
                            <a:pt x="220045" y="227182"/>
                            <a:pt x="228371" y="223614"/>
                          </a:cubicBezTo>
                          <a:cubicBezTo>
                            <a:pt x="231940" y="222424"/>
                            <a:pt x="231940" y="224803"/>
                            <a:pt x="234319" y="222424"/>
                          </a:cubicBezTo>
                          <a:cubicBezTo>
                            <a:pt x="236698" y="220045"/>
                            <a:pt x="237887" y="222424"/>
                            <a:pt x="239077" y="220045"/>
                          </a:cubicBezTo>
                          <a:cubicBezTo>
                            <a:pt x="240266" y="217667"/>
                            <a:pt x="245024" y="223614"/>
                            <a:pt x="243834" y="218856"/>
                          </a:cubicBezTo>
                          <a:cubicBezTo>
                            <a:pt x="243834" y="215288"/>
                            <a:pt x="246213" y="210530"/>
                            <a:pt x="243834" y="208151"/>
                          </a:cubicBezTo>
                          <a:cubicBezTo>
                            <a:pt x="240266" y="204583"/>
                            <a:pt x="227182" y="210530"/>
                            <a:pt x="228371" y="206962"/>
                          </a:cubicBezTo>
                          <a:cubicBezTo>
                            <a:pt x="230750" y="199825"/>
                            <a:pt x="237887" y="201015"/>
                            <a:pt x="249781" y="199825"/>
                          </a:cubicBezTo>
                          <a:cubicBezTo>
                            <a:pt x="249781" y="192688"/>
                            <a:pt x="252160" y="187931"/>
                            <a:pt x="254539" y="180794"/>
                          </a:cubicBezTo>
                          <a:cubicBezTo>
                            <a:pt x="253350" y="180794"/>
                            <a:pt x="253350" y="180794"/>
                            <a:pt x="252160" y="180794"/>
                          </a:cubicBezTo>
                          <a:cubicBezTo>
                            <a:pt x="252160" y="180794"/>
                            <a:pt x="252160" y="179605"/>
                            <a:pt x="252160" y="179605"/>
                          </a:cubicBezTo>
                          <a:cubicBezTo>
                            <a:pt x="248592" y="177226"/>
                            <a:pt x="246213" y="179605"/>
                            <a:pt x="245024" y="178415"/>
                          </a:cubicBezTo>
                          <a:cubicBezTo>
                            <a:pt x="247403" y="178415"/>
                            <a:pt x="246213" y="174847"/>
                            <a:pt x="248592" y="176036"/>
                          </a:cubicBezTo>
                          <a:cubicBezTo>
                            <a:pt x="252160" y="164142"/>
                            <a:pt x="235508" y="171279"/>
                            <a:pt x="233129" y="165331"/>
                          </a:cubicBezTo>
                          <a:cubicBezTo>
                            <a:pt x="230750" y="160574"/>
                            <a:pt x="236698" y="162953"/>
                            <a:pt x="235508" y="158195"/>
                          </a:cubicBezTo>
                          <a:cubicBezTo>
                            <a:pt x="233129" y="154627"/>
                            <a:pt x="228371" y="153437"/>
                            <a:pt x="227182" y="148679"/>
                          </a:cubicBezTo>
                          <a:cubicBezTo>
                            <a:pt x="211719" y="152248"/>
                            <a:pt x="196257" y="154627"/>
                            <a:pt x="190310" y="141543"/>
                          </a:cubicBezTo>
                          <a:cubicBezTo>
                            <a:pt x="177226" y="151058"/>
                            <a:pt x="162953" y="141543"/>
                            <a:pt x="153437" y="151058"/>
                          </a:cubicBezTo>
                          <a:cubicBezTo>
                            <a:pt x="151058" y="143922"/>
                            <a:pt x="140353" y="151058"/>
                            <a:pt x="134406" y="146301"/>
                          </a:cubicBezTo>
                          <a:cubicBezTo>
                            <a:pt x="133217" y="152248"/>
                            <a:pt x="139164" y="152248"/>
                            <a:pt x="136785" y="159384"/>
                          </a:cubicBezTo>
                          <a:cubicBezTo>
                            <a:pt x="134406" y="154627"/>
                            <a:pt x="127270" y="154627"/>
                            <a:pt x="122512" y="154627"/>
                          </a:cubicBezTo>
                          <a:cubicBezTo>
                            <a:pt x="122512" y="154627"/>
                            <a:pt x="121322" y="154627"/>
                            <a:pt x="120133" y="154627"/>
                          </a:cubicBezTo>
                          <a:cubicBezTo>
                            <a:pt x="120133" y="154627"/>
                            <a:pt x="121322" y="154627"/>
                            <a:pt x="122512" y="154627"/>
                          </a:cubicBezTo>
                          <a:cubicBezTo>
                            <a:pt x="123701" y="153437"/>
                            <a:pt x="122512" y="151058"/>
                            <a:pt x="126080" y="152248"/>
                          </a:cubicBezTo>
                          <a:cubicBezTo>
                            <a:pt x="126080" y="146301"/>
                            <a:pt x="120133" y="146301"/>
                            <a:pt x="121322" y="139164"/>
                          </a:cubicBezTo>
                          <a:cubicBezTo>
                            <a:pt x="124891" y="135596"/>
                            <a:pt x="121322" y="135596"/>
                            <a:pt x="118944" y="13559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3" name="Freeform 802">
                      <a:extLst>
                        <a:ext uri="{FF2B5EF4-FFF2-40B4-BE49-F238E27FC236}">
                          <a16:creationId xmlns:a16="http://schemas.microsoft.com/office/drawing/2014/main" id="{AAC006BB-5995-97F2-B0DB-E0E8F63107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2436" y="1554669"/>
                      <a:ext cx="5532" cy="9515"/>
                    </a:xfrm>
                    <a:custGeom>
                      <a:avLst/>
                      <a:gdLst>
                        <a:gd name="connsiteX0" fmla="*/ 2559 w 5532"/>
                        <a:gd name="connsiteY0" fmla="*/ 9516 h 9515"/>
                        <a:gd name="connsiteX1" fmla="*/ 4938 w 5532"/>
                        <a:gd name="connsiteY1" fmla="*/ 1189 h 9515"/>
                        <a:gd name="connsiteX2" fmla="*/ 180 w 5532"/>
                        <a:gd name="connsiteY2" fmla="*/ 0 h 9515"/>
                        <a:gd name="connsiteX3" fmla="*/ 2559 w 5532"/>
                        <a:gd name="connsiteY3" fmla="*/ 9516 h 9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532" h="9515">
                          <a:moveTo>
                            <a:pt x="2559" y="9516"/>
                          </a:moveTo>
                          <a:cubicBezTo>
                            <a:pt x="7317" y="9516"/>
                            <a:pt x="4938" y="4758"/>
                            <a:pt x="4938" y="1189"/>
                          </a:cubicBezTo>
                          <a:cubicBezTo>
                            <a:pt x="2559" y="1189"/>
                            <a:pt x="2559" y="0"/>
                            <a:pt x="180" y="0"/>
                          </a:cubicBezTo>
                          <a:cubicBezTo>
                            <a:pt x="1370" y="3568"/>
                            <a:pt x="-2198" y="9516"/>
                            <a:pt x="2559" y="95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4" name="Freeform 803">
                      <a:extLst>
                        <a:ext uri="{FF2B5EF4-FFF2-40B4-BE49-F238E27FC236}">
                          <a16:creationId xmlns:a16="http://schemas.microsoft.com/office/drawing/2014/main" id="{62AEB974-9DAB-3EF6-06BF-FFA407498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287" y="1572510"/>
                      <a:ext cx="31361" cy="5443"/>
                    </a:xfrm>
                    <a:custGeom>
                      <a:avLst/>
                      <a:gdLst>
                        <a:gd name="connsiteX0" fmla="*/ 436 w 31361"/>
                        <a:gd name="connsiteY0" fmla="*/ 2379 h 5443"/>
                        <a:gd name="connsiteX1" fmla="*/ 30172 w 31361"/>
                        <a:gd name="connsiteY1" fmla="*/ 4758 h 5443"/>
                        <a:gd name="connsiteX2" fmla="*/ 31362 w 31361"/>
                        <a:gd name="connsiteY2" fmla="*/ 0 h 5443"/>
                        <a:gd name="connsiteX3" fmla="*/ 436 w 31361"/>
                        <a:gd name="connsiteY3" fmla="*/ 2379 h 54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1361" h="5443">
                          <a:moveTo>
                            <a:pt x="436" y="2379"/>
                          </a:moveTo>
                          <a:cubicBezTo>
                            <a:pt x="7573" y="8326"/>
                            <a:pt x="17089" y="3568"/>
                            <a:pt x="30172" y="4758"/>
                          </a:cubicBezTo>
                          <a:cubicBezTo>
                            <a:pt x="30172" y="2379"/>
                            <a:pt x="31362" y="2379"/>
                            <a:pt x="31362" y="0"/>
                          </a:cubicBezTo>
                          <a:cubicBezTo>
                            <a:pt x="15899" y="2379"/>
                            <a:pt x="-3132" y="-1189"/>
                            <a:pt x="436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5" name="Freeform 804">
                      <a:extLst>
                        <a:ext uri="{FF2B5EF4-FFF2-40B4-BE49-F238E27FC236}">
                          <a16:creationId xmlns:a16="http://schemas.microsoft.com/office/drawing/2014/main" id="{BF79CAC3-D4D5-8698-1B82-26852CF619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0482" y="1584298"/>
                      <a:ext cx="13766" cy="28058"/>
                    </a:xfrm>
                    <a:custGeom>
                      <a:avLst/>
                      <a:gdLst>
                        <a:gd name="connsiteX0" fmla="*/ 9623 w 13766"/>
                        <a:gd name="connsiteY0" fmla="*/ 2486 h 28058"/>
                        <a:gd name="connsiteX1" fmla="*/ 1297 w 13766"/>
                        <a:gd name="connsiteY1" fmla="*/ 1297 h 28058"/>
                        <a:gd name="connsiteX2" fmla="*/ 2486 w 13766"/>
                        <a:gd name="connsiteY2" fmla="*/ 12002 h 28058"/>
                        <a:gd name="connsiteX3" fmla="*/ 3676 w 13766"/>
                        <a:gd name="connsiteY3" fmla="*/ 25085 h 28058"/>
                        <a:gd name="connsiteX4" fmla="*/ 12002 w 13766"/>
                        <a:gd name="connsiteY4" fmla="*/ 27464 h 28058"/>
                        <a:gd name="connsiteX5" fmla="*/ 12002 w 13766"/>
                        <a:gd name="connsiteY5" fmla="*/ 12002 h 28058"/>
                        <a:gd name="connsiteX6" fmla="*/ 9623 w 13766"/>
                        <a:gd name="connsiteY6" fmla="*/ 2486 h 280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766" h="28058">
                          <a:moveTo>
                            <a:pt x="9623" y="2486"/>
                          </a:moveTo>
                          <a:cubicBezTo>
                            <a:pt x="7244" y="107"/>
                            <a:pt x="3676" y="-1082"/>
                            <a:pt x="1297" y="1297"/>
                          </a:cubicBezTo>
                          <a:cubicBezTo>
                            <a:pt x="-1082" y="3676"/>
                            <a:pt x="107" y="10812"/>
                            <a:pt x="2486" y="12002"/>
                          </a:cubicBezTo>
                          <a:cubicBezTo>
                            <a:pt x="3676" y="16759"/>
                            <a:pt x="-2272" y="23896"/>
                            <a:pt x="3676" y="25085"/>
                          </a:cubicBezTo>
                          <a:cubicBezTo>
                            <a:pt x="2486" y="29843"/>
                            <a:pt x="8433" y="27464"/>
                            <a:pt x="12002" y="27464"/>
                          </a:cubicBezTo>
                          <a:cubicBezTo>
                            <a:pt x="7244" y="22707"/>
                            <a:pt x="12002" y="17949"/>
                            <a:pt x="12002" y="12002"/>
                          </a:cubicBezTo>
                          <a:cubicBezTo>
                            <a:pt x="15570" y="10812"/>
                            <a:pt x="13191" y="6054"/>
                            <a:pt x="9623" y="248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6" name="Freeform 805">
                      <a:extLst>
                        <a:ext uri="{FF2B5EF4-FFF2-40B4-BE49-F238E27FC236}">
                          <a16:creationId xmlns:a16="http://schemas.microsoft.com/office/drawing/2014/main" id="{768C49BF-74CA-7C0D-B177-82D56914D5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5697" y="1620894"/>
                      <a:ext cx="9348" cy="16229"/>
                    </a:xfrm>
                    <a:custGeom>
                      <a:avLst/>
                      <a:gdLst>
                        <a:gd name="connsiteX0" fmla="*/ 5464 w 9348"/>
                        <a:gd name="connsiteY0" fmla="*/ 15846 h 16229"/>
                        <a:gd name="connsiteX1" fmla="*/ 9032 w 9348"/>
                        <a:gd name="connsiteY1" fmla="*/ 383 h 16229"/>
                        <a:gd name="connsiteX2" fmla="*/ 5464 w 9348"/>
                        <a:gd name="connsiteY2" fmla="*/ 15846 h 16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9348" h="16229">
                          <a:moveTo>
                            <a:pt x="5464" y="15846"/>
                          </a:moveTo>
                          <a:cubicBezTo>
                            <a:pt x="7843" y="11088"/>
                            <a:pt x="10222" y="7520"/>
                            <a:pt x="9032" y="383"/>
                          </a:cubicBezTo>
                          <a:cubicBezTo>
                            <a:pt x="-1673" y="-3185"/>
                            <a:pt x="-2862" y="19415"/>
                            <a:pt x="5464" y="1584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7" name="Freeform 806">
                      <a:extLst>
                        <a:ext uri="{FF2B5EF4-FFF2-40B4-BE49-F238E27FC236}">
                          <a16:creationId xmlns:a16="http://schemas.microsoft.com/office/drawing/2014/main" id="{572848FF-1A30-011B-7562-CF450DB4E7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2420" y="1644723"/>
                      <a:ext cx="58740" cy="66449"/>
                    </a:xfrm>
                    <a:custGeom>
                      <a:avLst/>
                      <a:gdLst>
                        <a:gd name="connsiteX0" fmla="*/ 458 w 58740"/>
                        <a:gd name="connsiteY0" fmla="*/ 37216 h 66449"/>
                        <a:gd name="connsiteX1" fmla="*/ 5216 w 58740"/>
                        <a:gd name="connsiteY1" fmla="*/ 45542 h 66449"/>
                        <a:gd name="connsiteX2" fmla="*/ 13542 w 58740"/>
                        <a:gd name="connsiteY2" fmla="*/ 50300 h 66449"/>
                        <a:gd name="connsiteX3" fmla="*/ 18300 w 58740"/>
                        <a:gd name="connsiteY3" fmla="*/ 47921 h 66449"/>
                        <a:gd name="connsiteX4" fmla="*/ 18300 w 58740"/>
                        <a:gd name="connsiteY4" fmla="*/ 56247 h 66449"/>
                        <a:gd name="connsiteX5" fmla="*/ 26626 w 58740"/>
                        <a:gd name="connsiteY5" fmla="*/ 58626 h 66449"/>
                        <a:gd name="connsiteX6" fmla="*/ 37331 w 58740"/>
                        <a:gd name="connsiteY6" fmla="*/ 63383 h 66449"/>
                        <a:gd name="connsiteX7" fmla="*/ 38520 w 58740"/>
                        <a:gd name="connsiteY7" fmla="*/ 65762 h 66449"/>
                        <a:gd name="connsiteX8" fmla="*/ 45657 w 58740"/>
                        <a:gd name="connsiteY8" fmla="*/ 65762 h 66449"/>
                        <a:gd name="connsiteX9" fmla="*/ 45657 w 58740"/>
                        <a:gd name="connsiteY9" fmla="*/ 62194 h 66449"/>
                        <a:gd name="connsiteX10" fmla="*/ 58741 w 58740"/>
                        <a:gd name="connsiteY10" fmla="*/ 15806 h 66449"/>
                        <a:gd name="connsiteX11" fmla="*/ 50415 w 58740"/>
                        <a:gd name="connsiteY11" fmla="*/ 343 h 66449"/>
                        <a:gd name="connsiteX12" fmla="*/ 26626 w 58740"/>
                        <a:gd name="connsiteY12" fmla="*/ 343 h 66449"/>
                        <a:gd name="connsiteX13" fmla="*/ 27815 w 58740"/>
                        <a:gd name="connsiteY13" fmla="*/ 8669 h 66449"/>
                        <a:gd name="connsiteX14" fmla="*/ 18300 w 58740"/>
                        <a:gd name="connsiteY14" fmla="*/ 6291 h 66449"/>
                        <a:gd name="connsiteX15" fmla="*/ 23058 w 58740"/>
                        <a:gd name="connsiteY15" fmla="*/ 11048 h 66449"/>
                        <a:gd name="connsiteX16" fmla="*/ 14732 w 58740"/>
                        <a:gd name="connsiteY16" fmla="*/ 13427 h 66449"/>
                        <a:gd name="connsiteX17" fmla="*/ 15921 w 58740"/>
                        <a:gd name="connsiteY17" fmla="*/ 21753 h 66449"/>
                        <a:gd name="connsiteX18" fmla="*/ 458 w 58740"/>
                        <a:gd name="connsiteY18" fmla="*/ 37216 h 664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58740" h="66449">
                          <a:moveTo>
                            <a:pt x="458" y="37216"/>
                          </a:moveTo>
                          <a:cubicBezTo>
                            <a:pt x="458" y="38405"/>
                            <a:pt x="11163" y="39595"/>
                            <a:pt x="5216" y="45542"/>
                          </a:cubicBezTo>
                          <a:cubicBezTo>
                            <a:pt x="9974" y="45542"/>
                            <a:pt x="14732" y="45542"/>
                            <a:pt x="13542" y="50300"/>
                          </a:cubicBezTo>
                          <a:cubicBezTo>
                            <a:pt x="18300" y="51489"/>
                            <a:pt x="15921" y="44352"/>
                            <a:pt x="18300" y="47921"/>
                          </a:cubicBezTo>
                          <a:cubicBezTo>
                            <a:pt x="19489" y="50300"/>
                            <a:pt x="15921" y="53868"/>
                            <a:pt x="18300" y="56247"/>
                          </a:cubicBezTo>
                          <a:cubicBezTo>
                            <a:pt x="20679" y="58626"/>
                            <a:pt x="23058" y="57436"/>
                            <a:pt x="26626" y="58626"/>
                          </a:cubicBezTo>
                          <a:cubicBezTo>
                            <a:pt x="30194" y="61005"/>
                            <a:pt x="33763" y="61005"/>
                            <a:pt x="37331" y="63383"/>
                          </a:cubicBezTo>
                          <a:cubicBezTo>
                            <a:pt x="38520" y="64573"/>
                            <a:pt x="37331" y="66952"/>
                            <a:pt x="38520" y="65762"/>
                          </a:cubicBezTo>
                          <a:cubicBezTo>
                            <a:pt x="42089" y="63383"/>
                            <a:pt x="43278" y="68141"/>
                            <a:pt x="45657" y="65762"/>
                          </a:cubicBezTo>
                          <a:cubicBezTo>
                            <a:pt x="46846" y="64573"/>
                            <a:pt x="45657" y="63383"/>
                            <a:pt x="45657" y="62194"/>
                          </a:cubicBezTo>
                          <a:cubicBezTo>
                            <a:pt x="49225" y="46731"/>
                            <a:pt x="58741" y="36026"/>
                            <a:pt x="58741" y="15806"/>
                          </a:cubicBezTo>
                          <a:cubicBezTo>
                            <a:pt x="52794" y="14617"/>
                            <a:pt x="52794" y="6291"/>
                            <a:pt x="50415" y="343"/>
                          </a:cubicBezTo>
                          <a:cubicBezTo>
                            <a:pt x="43278" y="-846"/>
                            <a:pt x="36141" y="1533"/>
                            <a:pt x="26626" y="343"/>
                          </a:cubicBezTo>
                          <a:cubicBezTo>
                            <a:pt x="24247" y="5101"/>
                            <a:pt x="32573" y="6291"/>
                            <a:pt x="27815" y="8669"/>
                          </a:cubicBezTo>
                          <a:cubicBezTo>
                            <a:pt x="25437" y="7480"/>
                            <a:pt x="23058" y="5101"/>
                            <a:pt x="18300" y="6291"/>
                          </a:cubicBezTo>
                          <a:cubicBezTo>
                            <a:pt x="15921" y="12238"/>
                            <a:pt x="25437" y="6291"/>
                            <a:pt x="23058" y="11048"/>
                          </a:cubicBezTo>
                          <a:cubicBezTo>
                            <a:pt x="21868" y="13427"/>
                            <a:pt x="19489" y="13427"/>
                            <a:pt x="14732" y="13427"/>
                          </a:cubicBezTo>
                          <a:cubicBezTo>
                            <a:pt x="12353" y="18185"/>
                            <a:pt x="19489" y="20564"/>
                            <a:pt x="15921" y="21753"/>
                          </a:cubicBezTo>
                          <a:cubicBezTo>
                            <a:pt x="5216" y="16995"/>
                            <a:pt x="-1920" y="28890"/>
                            <a:pt x="458" y="372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8" name="Freeform 807">
                      <a:extLst>
                        <a:ext uri="{FF2B5EF4-FFF2-40B4-BE49-F238E27FC236}">
                          <a16:creationId xmlns:a16="http://schemas.microsoft.com/office/drawing/2014/main" id="{F2C60072-1E29-70CE-0B58-251A6B8C19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620" y="1674612"/>
                      <a:ext cx="5406" cy="3758"/>
                    </a:xfrm>
                    <a:custGeom>
                      <a:avLst/>
                      <a:gdLst>
                        <a:gd name="connsiteX0" fmla="*/ 5406 w 5406"/>
                        <a:gd name="connsiteY0" fmla="*/ 3759 h 3758"/>
                        <a:gd name="connsiteX1" fmla="*/ 5406 w 5406"/>
                        <a:gd name="connsiteY1" fmla="*/ 190 h 3758"/>
                        <a:gd name="connsiteX2" fmla="*/ 648 w 5406"/>
                        <a:gd name="connsiteY2" fmla="*/ 2569 h 3758"/>
                        <a:gd name="connsiteX3" fmla="*/ 5406 w 5406"/>
                        <a:gd name="connsiteY3" fmla="*/ 3759 h 37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406" h="3758">
                          <a:moveTo>
                            <a:pt x="5406" y="3759"/>
                          </a:moveTo>
                          <a:cubicBezTo>
                            <a:pt x="5406" y="2569"/>
                            <a:pt x="5406" y="1380"/>
                            <a:pt x="5406" y="190"/>
                          </a:cubicBezTo>
                          <a:cubicBezTo>
                            <a:pt x="3027" y="190"/>
                            <a:pt x="-1731" y="-999"/>
                            <a:pt x="648" y="2569"/>
                          </a:cubicBezTo>
                          <a:cubicBezTo>
                            <a:pt x="1838" y="1380"/>
                            <a:pt x="3027" y="3759"/>
                            <a:pt x="5406" y="375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9" name="Freeform 808">
                      <a:extLst>
                        <a:ext uri="{FF2B5EF4-FFF2-40B4-BE49-F238E27FC236}">
                          <a16:creationId xmlns:a16="http://schemas.microsoft.com/office/drawing/2014/main" id="{6B1D6B17-9C0A-8B78-96C8-66CFB2C1C4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7637" y="1797744"/>
                      <a:ext cx="499755" cy="685199"/>
                    </a:xfrm>
                    <a:custGeom>
                      <a:avLst/>
                      <a:gdLst>
                        <a:gd name="connsiteX0" fmla="*/ 311632 w 499755"/>
                        <a:gd name="connsiteY0" fmla="*/ 143492 h 685199"/>
                        <a:gd name="connsiteX1" fmla="*/ 322337 w 499755"/>
                        <a:gd name="connsiteY1" fmla="*/ 145871 h 685199"/>
                        <a:gd name="connsiteX2" fmla="*/ 325905 w 499755"/>
                        <a:gd name="connsiteY2" fmla="*/ 141113 h 685199"/>
                        <a:gd name="connsiteX3" fmla="*/ 315200 w 499755"/>
                        <a:gd name="connsiteY3" fmla="*/ 120892 h 685199"/>
                        <a:gd name="connsiteX4" fmla="*/ 306874 w 499755"/>
                        <a:gd name="connsiteY4" fmla="*/ 122082 h 685199"/>
                        <a:gd name="connsiteX5" fmla="*/ 298548 w 499755"/>
                        <a:gd name="connsiteY5" fmla="*/ 108998 h 685199"/>
                        <a:gd name="connsiteX6" fmla="*/ 261676 w 499755"/>
                        <a:gd name="connsiteY6" fmla="*/ 111377 h 685199"/>
                        <a:gd name="connsiteX7" fmla="*/ 259297 w 499755"/>
                        <a:gd name="connsiteY7" fmla="*/ 120892 h 685199"/>
                        <a:gd name="connsiteX8" fmla="*/ 280707 w 499755"/>
                        <a:gd name="connsiteY8" fmla="*/ 138734 h 685199"/>
                        <a:gd name="connsiteX9" fmla="*/ 261676 w 499755"/>
                        <a:gd name="connsiteY9" fmla="*/ 125650 h 685199"/>
                        <a:gd name="connsiteX10" fmla="*/ 253350 w 499755"/>
                        <a:gd name="connsiteY10" fmla="*/ 126840 h 685199"/>
                        <a:gd name="connsiteX11" fmla="*/ 255729 w 499755"/>
                        <a:gd name="connsiteY11" fmla="*/ 118514 h 685199"/>
                        <a:gd name="connsiteX12" fmla="*/ 247402 w 499755"/>
                        <a:gd name="connsiteY12" fmla="*/ 117324 h 685199"/>
                        <a:gd name="connsiteX13" fmla="*/ 248592 w 499755"/>
                        <a:gd name="connsiteY13" fmla="*/ 136355 h 685199"/>
                        <a:gd name="connsiteX14" fmla="*/ 245024 w 499755"/>
                        <a:gd name="connsiteY14" fmla="*/ 130408 h 685199"/>
                        <a:gd name="connsiteX15" fmla="*/ 242645 w 499755"/>
                        <a:gd name="connsiteY15" fmla="*/ 143492 h 685199"/>
                        <a:gd name="connsiteX16" fmla="*/ 231940 w 499755"/>
                        <a:gd name="connsiteY16" fmla="*/ 142302 h 685199"/>
                        <a:gd name="connsiteX17" fmla="*/ 245024 w 499755"/>
                        <a:gd name="connsiteY17" fmla="*/ 128029 h 685199"/>
                        <a:gd name="connsiteX18" fmla="*/ 242645 w 499755"/>
                        <a:gd name="connsiteY18" fmla="*/ 114945 h 685199"/>
                        <a:gd name="connsiteX19" fmla="*/ 231940 w 499755"/>
                        <a:gd name="connsiteY19" fmla="*/ 119703 h 685199"/>
                        <a:gd name="connsiteX20" fmla="*/ 231940 w 499755"/>
                        <a:gd name="connsiteY20" fmla="*/ 111377 h 685199"/>
                        <a:gd name="connsiteX21" fmla="*/ 223614 w 499755"/>
                        <a:gd name="connsiteY21" fmla="*/ 113756 h 685199"/>
                        <a:gd name="connsiteX22" fmla="*/ 223614 w 499755"/>
                        <a:gd name="connsiteY22" fmla="*/ 126840 h 685199"/>
                        <a:gd name="connsiteX23" fmla="*/ 221235 w 499755"/>
                        <a:gd name="connsiteY23" fmla="*/ 122082 h 685199"/>
                        <a:gd name="connsiteX24" fmla="*/ 220045 w 499755"/>
                        <a:gd name="connsiteY24" fmla="*/ 122082 h 685199"/>
                        <a:gd name="connsiteX25" fmla="*/ 202204 w 499755"/>
                        <a:gd name="connsiteY25" fmla="*/ 135166 h 685199"/>
                        <a:gd name="connsiteX26" fmla="*/ 201014 w 499755"/>
                        <a:gd name="connsiteY26" fmla="*/ 124461 h 685199"/>
                        <a:gd name="connsiteX27" fmla="*/ 208151 w 499755"/>
                        <a:gd name="connsiteY27" fmla="*/ 124461 h 685199"/>
                        <a:gd name="connsiteX28" fmla="*/ 222424 w 499755"/>
                        <a:gd name="connsiteY28" fmla="*/ 103051 h 685199"/>
                        <a:gd name="connsiteX29" fmla="*/ 204583 w 499755"/>
                        <a:gd name="connsiteY29" fmla="*/ 113756 h 685199"/>
                        <a:gd name="connsiteX30" fmla="*/ 228371 w 499755"/>
                        <a:gd name="connsiteY30" fmla="*/ 89967 h 685199"/>
                        <a:gd name="connsiteX31" fmla="*/ 233129 w 499755"/>
                        <a:gd name="connsiteY31" fmla="*/ 64989 h 685199"/>
                        <a:gd name="connsiteX32" fmla="*/ 225993 w 499755"/>
                        <a:gd name="connsiteY32" fmla="*/ 56663 h 685199"/>
                        <a:gd name="connsiteX33" fmla="*/ 235508 w 499755"/>
                        <a:gd name="connsiteY33" fmla="*/ 25738 h 685199"/>
                        <a:gd name="connsiteX34" fmla="*/ 179605 w 499755"/>
                        <a:gd name="connsiteY34" fmla="*/ 36443 h 685199"/>
                        <a:gd name="connsiteX35" fmla="*/ 180794 w 499755"/>
                        <a:gd name="connsiteY35" fmla="*/ 47148 h 685199"/>
                        <a:gd name="connsiteX36" fmla="*/ 173657 w 499755"/>
                        <a:gd name="connsiteY36" fmla="*/ 34064 h 685199"/>
                        <a:gd name="connsiteX37" fmla="*/ 162953 w 499755"/>
                        <a:gd name="connsiteY37" fmla="*/ 42390 h 685199"/>
                        <a:gd name="connsiteX38" fmla="*/ 152248 w 499755"/>
                        <a:gd name="connsiteY38" fmla="*/ 37632 h 685199"/>
                        <a:gd name="connsiteX39" fmla="*/ 149869 w 499755"/>
                        <a:gd name="connsiteY39" fmla="*/ 45958 h 685199"/>
                        <a:gd name="connsiteX40" fmla="*/ 160574 w 499755"/>
                        <a:gd name="connsiteY40" fmla="*/ 59042 h 685199"/>
                        <a:gd name="connsiteX41" fmla="*/ 148679 w 499755"/>
                        <a:gd name="connsiteY41" fmla="*/ 48337 h 685199"/>
                        <a:gd name="connsiteX42" fmla="*/ 136785 w 499755"/>
                        <a:gd name="connsiteY42" fmla="*/ 50716 h 685199"/>
                        <a:gd name="connsiteX43" fmla="*/ 152248 w 499755"/>
                        <a:gd name="connsiteY43" fmla="*/ 69747 h 685199"/>
                        <a:gd name="connsiteX44" fmla="*/ 141543 w 499755"/>
                        <a:gd name="connsiteY44" fmla="*/ 59042 h 685199"/>
                        <a:gd name="connsiteX45" fmla="*/ 139164 w 499755"/>
                        <a:gd name="connsiteY45" fmla="*/ 59042 h 685199"/>
                        <a:gd name="connsiteX46" fmla="*/ 128459 w 499755"/>
                        <a:gd name="connsiteY46" fmla="*/ 61421 h 685199"/>
                        <a:gd name="connsiteX47" fmla="*/ 120133 w 499755"/>
                        <a:gd name="connsiteY47" fmla="*/ 89967 h 685199"/>
                        <a:gd name="connsiteX48" fmla="*/ 122512 w 499755"/>
                        <a:gd name="connsiteY48" fmla="*/ 97104 h 685199"/>
                        <a:gd name="connsiteX49" fmla="*/ 140353 w 499755"/>
                        <a:gd name="connsiteY49" fmla="*/ 94725 h 685199"/>
                        <a:gd name="connsiteX50" fmla="*/ 122512 w 499755"/>
                        <a:gd name="connsiteY50" fmla="*/ 113756 h 685199"/>
                        <a:gd name="connsiteX51" fmla="*/ 115375 w 499755"/>
                        <a:gd name="connsiteY51" fmla="*/ 100672 h 685199"/>
                        <a:gd name="connsiteX52" fmla="*/ 101102 w 499755"/>
                        <a:gd name="connsiteY52" fmla="*/ 113756 h 685199"/>
                        <a:gd name="connsiteX53" fmla="*/ 104670 w 499755"/>
                        <a:gd name="connsiteY53" fmla="*/ 137545 h 685199"/>
                        <a:gd name="connsiteX54" fmla="*/ 111807 w 499755"/>
                        <a:gd name="connsiteY54" fmla="*/ 141113 h 685199"/>
                        <a:gd name="connsiteX55" fmla="*/ 111807 w 499755"/>
                        <a:gd name="connsiteY55" fmla="*/ 153007 h 685199"/>
                        <a:gd name="connsiteX56" fmla="*/ 90397 w 499755"/>
                        <a:gd name="connsiteY56" fmla="*/ 185122 h 685199"/>
                        <a:gd name="connsiteX57" fmla="*/ 95155 w 499755"/>
                        <a:gd name="connsiteY57" fmla="*/ 169659 h 685199"/>
                        <a:gd name="connsiteX58" fmla="*/ 86829 w 499755"/>
                        <a:gd name="connsiteY58" fmla="*/ 166091 h 685199"/>
                        <a:gd name="connsiteX59" fmla="*/ 99912 w 499755"/>
                        <a:gd name="connsiteY59" fmla="*/ 162523 h 685199"/>
                        <a:gd name="connsiteX60" fmla="*/ 89208 w 499755"/>
                        <a:gd name="connsiteY60" fmla="*/ 142302 h 685199"/>
                        <a:gd name="connsiteX61" fmla="*/ 84450 w 499755"/>
                        <a:gd name="connsiteY61" fmla="*/ 120892 h 685199"/>
                        <a:gd name="connsiteX62" fmla="*/ 104670 w 499755"/>
                        <a:gd name="connsiteY62" fmla="*/ 89967 h 685199"/>
                        <a:gd name="connsiteX63" fmla="*/ 101102 w 499755"/>
                        <a:gd name="connsiteY63" fmla="*/ 80452 h 685199"/>
                        <a:gd name="connsiteX64" fmla="*/ 116564 w 499755"/>
                        <a:gd name="connsiteY64" fmla="*/ 56663 h 685199"/>
                        <a:gd name="connsiteX65" fmla="*/ 134406 w 499755"/>
                        <a:gd name="connsiteY65" fmla="*/ 36443 h 685199"/>
                        <a:gd name="connsiteX66" fmla="*/ 147490 w 499755"/>
                        <a:gd name="connsiteY66" fmla="*/ 25738 h 685199"/>
                        <a:gd name="connsiteX67" fmla="*/ 167710 w 499755"/>
                        <a:gd name="connsiteY67" fmla="*/ 17412 h 685199"/>
                        <a:gd name="connsiteX68" fmla="*/ 167710 w 499755"/>
                        <a:gd name="connsiteY68" fmla="*/ 10275 h 685199"/>
                        <a:gd name="connsiteX69" fmla="*/ 152248 w 499755"/>
                        <a:gd name="connsiteY69" fmla="*/ 760 h 685199"/>
                        <a:gd name="connsiteX70" fmla="*/ 85639 w 499755"/>
                        <a:gd name="connsiteY70" fmla="*/ 18601 h 685199"/>
                        <a:gd name="connsiteX71" fmla="*/ 85639 w 499755"/>
                        <a:gd name="connsiteY71" fmla="*/ 28117 h 685199"/>
                        <a:gd name="connsiteX72" fmla="*/ 66608 w 499755"/>
                        <a:gd name="connsiteY72" fmla="*/ 32874 h 685199"/>
                        <a:gd name="connsiteX73" fmla="*/ 66608 w 499755"/>
                        <a:gd name="connsiteY73" fmla="*/ 41200 h 685199"/>
                        <a:gd name="connsiteX74" fmla="*/ 55903 w 499755"/>
                        <a:gd name="connsiteY74" fmla="*/ 56663 h 685199"/>
                        <a:gd name="connsiteX75" fmla="*/ 51146 w 499755"/>
                        <a:gd name="connsiteY75" fmla="*/ 54284 h 685199"/>
                        <a:gd name="connsiteX76" fmla="*/ 40441 w 499755"/>
                        <a:gd name="connsiteY76" fmla="*/ 62610 h 685199"/>
                        <a:gd name="connsiteX77" fmla="*/ 32115 w 499755"/>
                        <a:gd name="connsiteY77" fmla="*/ 88778 h 685199"/>
                        <a:gd name="connsiteX78" fmla="*/ 13084 w 499755"/>
                        <a:gd name="connsiteY78" fmla="*/ 101862 h 685199"/>
                        <a:gd name="connsiteX79" fmla="*/ 13084 w 499755"/>
                        <a:gd name="connsiteY79" fmla="*/ 114945 h 685199"/>
                        <a:gd name="connsiteX80" fmla="*/ 0 w 499755"/>
                        <a:gd name="connsiteY80" fmla="*/ 130408 h 685199"/>
                        <a:gd name="connsiteX81" fmla="*/ 40441 w 499755"/>
                        <a:gd name="connsiteY81" fmla="*/ 154197 h 685199"/>
                        <a:gd name="connsiteX82" fmla="*/ 48767 w 499755"/>
                        <a:gd name="connsiteY82" fmla="*/ 169659 h 685199"/>
                        <a:gd name="connsiteX83" fmla="*/ 44009 w 499755"/>
                        <a:gd name="connsiteY83" fmla="*/ 169659 h 685199"/>
                        <a:gd name="connsiteX84" fmla="*/ 30925 w 499755"/>
                        <a:gd name="connsiteY84" fmla="*/ 170849 h 685199"/>
                        <a:gd name="connsiteX85" fmla="*/ 33304 w 499755"/>
                        <a:gd name="connsiteY85" fmla="*/ 170849 h 685199"/>
                        <a:gd name="connsiteX86" fmla="*/ 20220 w 499755"/>
                        <a:gd name="connsiteY86" fmla="*/ 158954 h 685199"/>
                        <a:gd name="connsiteX87" fmla="*/ 4758 w 499755"/>
                        <a:gd name="connsiteY87" fmla="*/ 155386 h 685199"/>
                        <a:gd name="connsiteX88" fmla="*/ 3568 w 499755"/>
                        <a:gd name="connsiteY88" fmla="*/ 177985 h 685199"/>
                        <a:gd name="connsiteX89" fmla="*/ 7137 w 499755"/>
                        <a:gd name="connsiteY89" fmla="*/ 195827 h 685199"/>
                        <a:gd name="connsiteX90" fmla="*/ 11894 w 499755"/>
                        <a:gd name="connsiteY90" fmla="*/ 200585 h 685199"/>
                        <a:gd name="connsiteX91" fmla="*/ 9515 w 499755"/>
                        <a:gd name="connsiteY91" fmla="*/ 204153 h 685199"/>
                        <a:gd name="connsiteX92" fmla="*/ 17842 w 499755"/>
                        <a:gd name="connsiteY92" fmla="*/ 208911 h 685199"/>
                        <a:gd name="connsiteX93" fmla="*/ 34494 w 499755"/>
                        <a:gd name="connsiteY93" fmla="*/ 208911 h 685199"/>
                        <a:gd name="connsiteX94" fmla="*/ 35683 w 499755"/>
                        <a:gd name="connsiteY94" fmla="*/ 200585 h 685199"/>
                        <a:gd name="connsiteX95" fmla="*/ 41630 w 499755"/>
                        <a:gd name="connsiteY95" fmla="*/ 210100 h 685199"/>
                        <a:gd name="connsiteX96" fmla="*/ 55903 w 499755"/>
                        <a:gd name="connsiteY96" fmla="*/ 201774 h 685199"/>
                        <a:gd name="connsiteX97" fmla="*/ 45198 w 499755"/>
                        <a:gd name="connsiteY97" fmla="*/ 208911 h 685199"/>
                        <a:gd name="connsiteX98" fmla="*/ 64229 w 499755"/>
                        <a:gd name="connsiteY98" fmla="*/ 230321 h 685199"/>
                        <a:gd name="connsiteX99" fmla="*/ 65419 w 499755"/>
                        <a:gd name="connsiteY99" fmla="*/ 225563 h 685199"/>
                        <a:gd name="connsiteX100" fmla="*/ 73745 w 499755"/>
                        <a:gd name="connsiteY100" fmla="*/ 227942 h 685199"/>
                        <a:gd name="connsiteX101" fmla="*/ 85639 w 499755"/>
                        <a:gd name="connsiteY101" fmla="*/ 220805 h 685199"/>
                        <a:gd name="connsiteX102" fmla="*/ 83260 w 499755"/>
                        <a:gd name="connsiteY102" fmla="*/ 221994 h 685199"/>
                        <a:gd name="connsiteX103" fmla="*/ 78503 w 499755"/>
                        <a:gd name="connsiteY103" fmla="*/ 232699 h 685199"/>
                        <a:gd name="connsiteX104" fmla="*/ 101102 w 499755"/>
                        <a:gd name="connsiteY104" fmla="*/ 243404 h 685199"/>
                        <a:gd name="connsiteX105" fmla="*/ 132027 w 499755"/>
                        <a:gd name="connsiteY105" fmla="*/ 254109 h 685199"/>
                        <a:gd name="connsiteX106" fmla="*/ 136785 w 499755"/>
                        <a:gd name="connsiteY106" fmla="*/ 251730 h 685199"/>
                        <a:gd name="connsiteX107" fmla="*/ 136785 w 499755"/>
                        <a:gd name="connsiteY107" fmla="*/ 244594 h 685199"/>
                        <a:gd name="connsiteX108" fmla="*/ 124891 w 499755"/>
                        <a:gd name="connsiteY108" fmla="*/ 235078 h 685199"/>
                        <a:gd name="connsiteX109" fmla="*/ 120133 w 499755"/>
                        <a:gd name="connsiteY109" fmla="*/ 223184 h 685199"/>
                        <a:gd name="connsiteX110" fmla="*/ 127270 w 499755"/>
                        <a:gd name="connsiteY110" fmla="*/ 232699 h 685199"/>
                        <a:gd name="connsiteX111" fmla="*/ 154627 w 499755"/>
                        <a:gd name="connsiteY111" fmla="*/ 262435 h 685199"/>
                        <a:gd name="connsiteX112" fmla="*/ 152248 w 499755"/>
                        <a:gd name="connsiteY112" fmla="*/ 246973 h 685199"/>
                        <a:gd name="connsiteX113" fmla="*/ 173657 w 499755"/>
                        <a:gd name="connsiteY113" fmla="*/ 250541 h 685199"/>
                        <a:gd name="connsiteX114" fmla="*/ 176036 w 499755"/>
                        <a:gd name="connsiteY114" fmla="*/ 260056 h 685199"/>
                        <a:gd name="connsiteX115" fmla="*/ 184362 w 499755"/>
                        <a:gd name="connsiteY115" fmla="*/ 260056 h 685199"/>
                        <a:gd name="connsiteX116" fmla="*/ 195067 w 499755"/>
                        <a:gd name="connsiteY116" fmla="*/ 260056 h 685199"/>
                        <a:gd name="connsiteX117" fmla="*/ 197446 w 499755"/>
                        <a:gd name="connsiteY117" fmla="*/ 260056 h 685199"/>
                        <a:gd name="connsiteX118" fmla="*/ 190310 w 499755"/>
                        <a:gd name="connsiteY118" fmla="*/ 225563 h 685199"/>
                        <a:gd name="connsiteX119" fmla="*/ 197446 w 499755"/>
                        <a:gd name="connsiteY119" fmla="*/ 217237 h 685199"/>
                        <a:gd name="connsiteX120" fmla="*/ 199825 w 499755"/>
                        <a:gd name="connsiteY120" fmla="*/ 221994 h 685199"/>
                        <a:gd name="connsiteX121" fmla="*/ 203393 w 499755"/>
                        <a:gd name="connsiteY121" fmla="*/ 208911 h 685199"/>
                        <a:gd name="connsiteX122" fmla="*/ 206962 w 499755"/>
                        <a:gd name="connsiteY122" fmla="*/ 208911 h 685199"/>
                        <a:gd name="connsiteX123" fmla="*/ 206962 w 499755"/>
                        <a:gd name="connsiteY123" fmla="*/ 219616 h 685199"/>
                        <a:gd name="connsiteX124" fmla="*/ 202204 w 499755"/>
                        <a:gd name="connsiteY124" fmla="*/ 219616 h 685199"/>
                        <a:gd name="connsiteX125" fmla="*/ 212909 w 499755"/>
                        <a:gd name="connsiteY125" fmla="*/ 241026 h 685199"/>
                        <a:gd name="connsiteX126" fmla="*/ 225993 w 499755"/>
                        <a:gd name="connsiteY126" fmla="*/ 238647 h 685199"/>
                        <a:gd name="connsiteX127" fmla="*/ 215288 w 499755"/>
                        <a:gd name="connsiteY127" fmla="*/ 273140 h 685199"/>
                        <a:gd name="connsiteX128" fmla="*/ 234319 w 499755"/>
                        <a:gd name="connsiteY128" fmla="*/ 276709 h 685199"/>
                        <a:gd name="connsiteX129" fmla="*/ 223614 w 499755"/>
                        <a:gd name="connsiteY129" fmla="*/ 280277 h 685199"/>
                        <a:gd name="connsiteX130" fmla="*/ 231940 w 499755"/>
                        <a:gd name="connsiteY130" fmla="*/ 289792 h 685199"/>
                        <a:gd name="connsiteX131" fmla="*/ 245024 w 499755"/>
                        <a:gd name="connsiteY131" fmla="*/ 312392 h 685199"/>
                        <a:gd name="connsiteX132" fmla="*/ 229561 w 499755"/>
                        <a:gd name="connsiteY132" fmla="*/ 314770 h 685199"/>
                        <a:gd name="connsiteX133" fmla="*/ 224803 w 499755"/>
                        <a:gd name="connsiteY133" fmla="*/ 330233 h 685199"/>
                        <a:gd name="connsiteX134" fmla="*/ 246213 w 499755"/>
                        <a:gd name="connsiteY134" fmla="*/ 319528 h 685199"/>
                        <a:gd name="connsiteX135" fmla="*/ 250971 w 499755"/>
                        <a:gd name="connsiteY135" fmla="*/ 324286 h 685199"/>
                        <a:gd name="connsiteX136" fmla="*/ 261676 w 499755"/>
                        <a:gd name="connsiteY136" fmla="*/ 313581 h 685199"/>
                        <a:gd name="connsiteX137" fmla="*/ 253350 w 499755"/>
                        <a:gd name="connsiteY137" fmla="*/ 329044 h 685199"/>
                        <a:gd name="connsiteX138" fmla="*/ 260486 w 499755"/>
                        <a:gd name="connsiteY138" fmla="*/ 330233 h 685199"/>
                        <a:gd name="connsiteX139" fmla="*/ 255729 w 499755"/>
                        <a:gd name="connsiteY139" fmla="*/ 348075 h 685199"/>
                        <a:gd name="connsiteX140" fmla="*/ 258107 w 499755"/>
                        <a:gd name="connsiteY140" fmla="*/ 339749 h 685199"/>
                        <a:gd name="connsiteX141" fmla="*/ 270002 w 499755"/>
                        <a:gd name="connsiteY141" fmla="*/ 344506 h 685199"/>
                        <a:gd name="connsiteX142" fmla="*/ 267623 w 499755"/>
                        <a:gd name="connsiteY142" fmla="*/ 336180 h 685199"/>
                        <a:gd name="connsiteX143" fmla="*/ 275949 w 499755"/>
                        <a:gd name="connsiteY143" fmla="*/ 337370 h 685199"/>
                        <a:gd name="connsiteX144" fmla="*/ 278328 w 499755"/>
                        <a:gd name="connsiteY144" fmla="*/ 350453 h 685199"/>
                        <a:gd name="connsiteX145" fmla="*/ 270002 w 499755"/>
                        <a:gd name="connsiteY145" fmla="*/ 355211 h 685199"/>
                        <a:gd name="connsiteX146" fmla="*/ 284275 w 499755"/>
                        <a:gd name="connsiteY146" fmla="*/ 358780 h 685199"/>
                        <a:gd name="connsiteX147" fmla="*/ 286654 w 499755"/>
                        <a:gd name="connsiteY147" fmla="*/ 363537 h 685199"/>
                        <a:gd name="connsiteX148" fmla="*/ 292601 w 499755"/>
                        <a:gd name="connsiteY148" fmla="*/ 361158 h 685199"/>
                        <a:gd name="connsiteX149" fmla="*/ 283085 w 499755"/>
                        <a:gd name="connsiteY149" fmla="*/ 380189 h 685199"/>
                        <a:gd name="connsiteX150" fmla="*/ 287843 w 499755"/>
                        <a:gd name="connsiteY150" fmla="*/ 383758 h 685199"/>
                        <a:gd name="connsiteX151" fmla="*/ 275949 w 499755"/>
                        <a:gd name="connsiteY151" fmla="*/ 423009 h 685199"/>
                        <a:gd name="connsiteX152" fmla="*/ 266433 w 499755"/>
                        <a:gd name="connsiteY152" fmla="*/ 420630 h 685199"/>
                        <a:gd name="connsiteX153" fmla="*/ 255729 w 499755"/>
                        <a:gd name="connsiteY153" fmla="*/ 431335 h 685199"/>
                        <a:gd name="connsiteX154" fmla="*/ 259297 w 499755"/>
                        <a:gd name="connsiteY154" fmla="*/ 442040 h 685199"/>
                        <a:gd name="connsiteX155" fmla="*/ 249781 w 499755"/>
                        <a:gd name="connsiteY155" fmla="*/ 440851 h 685199"/>
                        <a:gd name="connsiteX156" fmla="*/ 217666 w 499755"/>
                        <a:gd name="connsiteY156" fmla="*/ 462260 h 685199"/>
                        <a:gd name="connsiteX157" fmla="*/ 225993 w 499755"/>
                        <a:gd name="connsiteY157" fmla="*/ 497943 h 685199"/>
                        <a:gd name="connsiteX158" fmla="*/ 216477 w 499755"/>
                        <a:gd name="connsiteY158" fmla="*/ 502701 h 685199"/>
                        <a:gd name="connsiteX159" fmla="*/ 215288 w 499755"/>
                        <a:gd name="connsiteY159" fmla="*/ 491996 h 685199"/>
                        <a:gd name="connsiteX160" fmla="*/ 205772 w 499755"/>
                        <a:gd name="connsiteY160" fmla="*/ 500322 h 685199"/>
                        <a:gd name="connsiteX161" fmla="*/ 201014 w 499755"/>
                        <a:gd name="connsiteY161" fmla="*/ 501512 h 685199"/>
                        <a:gd name="connsiteX162" fmla="*/ 197446 w 499755"/>
                        <a:gd name="connsiteY162" fmla="*/ 496754 h 685199"/>
                        <a:gd name="connsiteX163" fmla="*/ 187931 w 499755"/>
                        <a:gd name="connsiteY163" fmla="*/ 506270 h 685199"/>
                        <a:gd name="connsiteX164" fmla="*/ 176036 w 499755"/>
                        <a:gd name="connsiteY164" fmla="*/ 501512 h 685199"/>
                        <a:gd name="connsiteX165" fmla="*/ 141543 w 499755"/>
                        <a:gd name="connsiteY165" fmla="*/ 486049 h 685199"/>
                        <a:gd name="connsiteX166" fmla="*/ 136785 w 499755"/>
                        <a:gd name="connsiteY166" fmla="*/ 494375 h 685199"/>
                        <a:gd name="connsiteX167" fmla="*/ 139164 w 499755"/>
                        <a:gd name="connsiteY167" fmla="*/ 502701 h 685199"/>
                        <a:gd name="connsiteX168" fmla="*/ 120133 w 499755"/>
                        <a:gd name="connsiteY168" fmla="*/ 509838 h 685199"/>
                        <a:gd name="connsiteX169" fmla="*/ 115375 w 499755"/>
                        <a:gd name="connsiteY169" fmla="*/ 534816 h 685199"/>
                        <a:gd name="connsiteX170" fmla="*/ 128459 w 499755"/>
                        <a:gd name="connsiteY170" fmla="*/ 547900 h 685199"/>
                        <a:gd name="connsiteX171" fmla="*/ 162953 w 499755"/>
                        <a:gd name="connsiteY171" fmla="*/ 545521 h 685199"/>
                        <a:gd name="connsiteX172" fmla="*/ 166521 w 499755"/>
                        <a:gd name="connsiteY172" fmla="*/ 534816 h 685199"/>
                        <a:gd name="connsiteX173" fmla="*/ 185552 w 499755"/>
                        <a:gd name="connsiteY173" fmla="*/ 546710 h 685199"/>
                        <a:gd name="connsiteX174" fmla="*/ 199825 w 499755"/>
                        <a:gd name="connsiteY174" fmla="*/ 534816 h 685199"/>
                        <a:gd name="connsiteX175" fmla="*/ 197446 w 499755"/>
                        <a:gd name="connsiteY175" fmla="*/ 550279 h 685199"/>
                        <a:gd name="connsiteX176" fmla="*/ 204583 w 499755"/>
                        <a:gd name="connsiteY176" fmla="*/ 541953 h 685199"/>
                        <a:gd name="connsiteX177" fmla="*/ 211719 w 499755"/>
                        <a:gd name="connsiteY177" fmla="*/ 540763 h 685199"/>
                        <a:gd name="connsiteX178" fmla="*/ 211719 w 499755"/>
                        <a:gd name="connsiteY178" fmla="*/ 544331 h 685199"/>
                        <a:gd name="connsiteX179" fmla="*/ 221235 w 499755"/>
                        <a:gd name="connsiteY179" fmla="*/ 540763 h 685199"/>
                        <a:gd name="connsiteX180" fmla="*/ 222424 w 499755"/>
                        <a:gd name="connsiteY180" fmla="*/ 569309 h 685199"/>
                        <a:gd name="connsiteX181" fmla="*/ 230750 w 499755"/>
                        <a:gd name="connsiteY181" fmla="*/ 574067 h 685199"/>
                        <a:gd name="connsiteX182" fmla="*/ 233129 w 499755"/>
                        <a:gd name="connsiteY182" fmla="*/ 571688 h 685199"/>
                        <a:gd name="connsiteX183" fmla="*/ 234319 w 499755"/>
                        <a:gd name="connsiteY183" fmla="*/ 580015 h 685199"/>
                        <a:gd name="connsiteX184" fmla="*/ 237887 w 499755"/>
                        <a:gd name="connsiteY184" fmla="*/ 577636 h 685199"/>
                        <a:gd name="connsiteX185" fmla="*/ 248592 w 499755"/>
                        <a:gd name="connsiteY185" fmla="*/ 590719 h 685199"/>
                        <a:gd name="connsiteX186" fmla="*/ 229561 w 499755"/>
                        <a:gd name="connsiteY186" fmla="*/ 600235 h 685199"/>
                        <a:gd name="connsiteX187" fmla="*/ 234319 w 499755"/>
                        <a:gd name="connsiteY187" fmla="*/ 602614 h 685199"/>
                        <a:gd name="connsiteX188" fmla="*/ 274759 w 499755"/>
                        <a:gd name="connsiteY188" fmla="*/ 634728 h 685199"/>
                        <a:gd name="connsiteX189" fmla="*/ 274759 w 499755"/>
                        <a:gd name="connsiteY189" fmla="*/ 644244 h 685199"/>
                        <a:gd name="connsiteX190" fmla="*/ 279517 w 499755"/>
                        <a:gd name="connsiteY190" fmla="*/ 645433 h 685199"/>
                        <a:gd name="connsiteX191" fmla="*/ 292601 w 499755"/>
                        <a:gd name="connsiteY191" fmla="*/ 659707 h 685199"/>
                        <a:gd name="connsiteX192" fmla="*/ 343747 w 499755"/>
                        <a:gd name="connsiteY192" fmla="*/ 681116 h 685199"/>
                        <a:gd name="connsiteX193" fmla="*/ 341368 w 499755"/>
                        <a:gd name="connsiteY193" fmla="*/ 668033 h 685199"/>
                        <a:gd name="connsiteX194" fmla="*/ 346125 w 499755"/>
                        <a:gd name="connsiteY194" fmla="*/ 665654 h 685199"/>
                        <a:gd name="connsiteX195" fmla="*/ 341368 w 499755"/>
                        <a:gd name="connsiteY195" fmla="*/ 656138 h 685199"/>
                        <a:gd name="connsiteX196" fmla="*/ 336610 w 499755"/>
                        <a:gd name="connsiteY196" fmla="*/ 656138 h 685199"/>
                        <a:gd name="connsiteX197" fmla="*/ 317579 w 499755"/>
                        <a:gd name="connsiteY197" fmla="*/ 619266 h 685199"/>
                        <a:gd name="connsiteX198" fmla="*/ 309253 w 499755"/>
                        <a:gd name="connsiteY198" fmla="*/ 616887 h 685199"/>
                        <a:gd name="connsiteX199" fmla="*/ 303306 w 499755"/>
                        <a:gd name="connsiteY199" fmla="*/ 594288 h 685199"/>
                        <a:gd name="connsiteX200" fmla="*/ 309253 w 499755"/>
                        <a:gd name="connsiteY200" fmla="*/ 589530 h 685199"/>
                        <a:gd name="connsiteX201" fmla="*/ 324716 w 499755"/>
                        <a:gd name="connsiteY201" fmla="*/ 610940 h 685199"/>
                        <a:gd name="connsiteX202" fmla="*/ 323526 w 499755"/>
                        <a:gd name="connsiteY202" fmla="*/ 600235 h 685199"/>
                        <a:gd name="connsiteX203" fmla="*/ 330663 w 499755"/>
                        <a:gd name="connsiteY203" fmla="*/ 615698 h 685199"/>
                        <a:gd name="connsiteX204" fmla="*/ 343747 w 499755"/>
                        <a:gd name="connsiteY204" fmla="*/ 628781 h 685199"/>
                        <a:gd name="connsiteX205" fmla="*/ 344936 w 499755"/>
                        <a:gd name="connsiteY205" fmla="*/ 614508 h 685199"/>
                        <a:gd name="connsiteX206" fmla="*/ 354452 w 499755"/>
                        <a:gd name="connsiteY206" fmla="*/ 632350 h 685199"/>
                        <a:gd name="connsiteX207" fmla="*/ 354452 w 499755"/>
                        <a:gd name="connsiteY207" fmla="*/ 627592 h 685199"/>
                        <a:gd name="connsiteX208" fmla="*/ 361588 w 499755"/>
                        <a:gd name="connsiteY208" fmla="*/ 632350 h 685199"/>
                        <a:gd name="connsiteX209" fmla="*/ 369914 w 499755"/>
                        <a:gd name="connsiteY209" fmla="*/ 641865 h 685199"/>
                        <a:gd name="connsiteX210" fmla="*/ 371104 w 499755"/>
                        <a:gd name="connsiteY210" fmla="*/ 656138 h 685199"/>
                        <a:gd name="connsiteX211" fmla="*/ 378240 w 499755"/>
                        <a:gd name="connsiteY211" fmla="*/ 656138 h 685199"/>
                        <a:gd name="connsiteX212" fmla="*/ 375861 w 499755"/>
                        <a:gd name="connsiteY212" fmla="*/ 635918 h 685199"/>
                        <a:gd name="connsiteX213" fmla="*/ 385377 w 499755"/>
                        <a:gd name="connsiteY213" fmla="*/ 639486 h 685199"/>
                        <a:gd name="connsiteX214" fmla="*/ 385377 w 499755"/>
                        <a:gd name="connsiteY214" fmla="*/ 602614 h 685199"/>
                        <a:gd name="connsiteX215" fmla="*/ 394892 w 499755"/>
                        <a:gd name="connsiteY215" fmla="*/ 624024 h 685199"/>
                        <a:gd name="connsiteX216" fmla="*/ 398461 w 499755"/>
                        <a:gd name="connsiteY216" fmla="*/ 601424 h 685199"/>
                        <a:gd name="connsiteX217" fmla="*/ 385377 w 499755"/>
                        <a:gd name="connsiteY217" fmla="*/ 572878 h 685199"/>
                        <a:gd name="connsiteX218" fmla="*/ 393703 w 499755"/>
                        <a:gd name="connsiteY218" fmla="*/ 568120 h 685199"/>
                        <a:gd name="connsiteX219" fmla="*/ 382998 w 499755"/>
                        <a:gd name="connsiteY219" fmla="*/ 566931 h 685199"/>
                        <a:gd name="connsiteX220" fmla="*/ 385377 w 499755"/>
                        <a:gd name="connsiteY220" fmla="*/ 558605 h 685199"/>
                        <a:gd name="connsiteX221" fmla="*/ 382998 w 499755"/>
                        <a:gd name="connsiteY221" fmla="*/ 551468 h 685199"/>
                        <a:gd name="connsiteX222" fmla="*/ 372293 w 499755"/>
                        <a:gd name="connsiteY222" fmla="*/ 552657 h 685199"/>
                        <a:gd name="connsiteX223" fmla="*/ 374672 w 499755"/>
                        <a:gd name="connsiteY223" fmla="*/ 543142 h 685199"/>
                        <a:gd name="connsiteX224" fmla="*/ 372293 w 499755"/>
                        <a:gd name="connsiteY224" fmla="*/ 545521 h 685199"/>
                        <a:gd name="connsiteX225" fmla="*/ 369914 w 499755"/>
                        <a:gd name="connsiteY225" fmla="*/ 540763 h 685199"/>
                        <a:gd name="connsiteX226" fmla="*/ 366346 w 499755"/>
                        <a:gd name="connsiteY226" fmla="*/ 543142 h 685199"/>
                        <a:gd name="connsiteX227" fmla="*/ 367535 w 499755"/>
                        <a:gd name="connsiteY227" fmla="*/ 538384 h 685199"/>
                        <a:gd name="connsiteX228" fmla="*/ 363967 w 499755"/>
                        <a:gd name="connsiteY228" fmla="*/ 539574 h 685199"/>
                        <a:gd name="connsiteX229" fmla="*/ 361588 w 499755"/>
                        <a:gd name="connsiteY229" fmla="*/ 524111 h 685199"/>
                        <a:gd name="connsiteX230" fmla="*/ 363967 w 499755"/>
                        <a:gd name="connsiteY230" fmla="*/ 519353 h 685199"/>
                        <a:gd name="connsiteX231" fmla="*/ 359209 w 499755"/>
                        <a:gd name="connsiteY231" fmla="*/ 516974 h 685199"/>
                        <a:gd name="connsiteX232" fmla="*/ 363967 w 499755"/>
                        <a:gd name="connsiteY232" fmla="*/ 507459 h 685199"/>
                        <a:gd name="connsiteX233" fmla="*/ 354452 w 499755"/>
                        <a:gd name="connsiteY233" fmla="*/ 506270 h 685199"/>
                        <a:gd name="connsiteX234" fmla="*/ 344936 w 499755"/>
                        <a:gd name="connsiteY234" fmla="*/ 511027 h 685199"/>
                        <a:gd name="connsiteX235" fmla="*/ 355641 w 499755"/>
                        <a:gd name="connsiteY235" fmla="*/ 499133 h 685199"/>
                        <a:gd name="connsiteX236" fmla="*/ 344936 w 499755"/>
                        <a:gd name="connsiteY236" fmla="*/ 489617 h 685199"/>
                        <a:gd name="connsiteX237" fmla="*/ 347315 w 499755"/>
                        <a:gd name="connsiteY237" fmla="*/ 480102 h 685199"/>
                        <a:gd name="connsiteX238" fmla="*/ 333042 w 499755"/>
                        <a:gd name="connsiteY238" fmla="*/ 474155 h 685199"/>
                        <a:gd name="connsiteX239" fmla="*/ 344936 w 499755"/>
                        <a:gd name="connsiteY239" fmla="*/ 471776 h 685199"/>
                        <a:gd name="connsiteX240" fmla="*/ 353262 w 499755"/>
                        <a:gd name="connsiteY240" fmla="*/ 476534 h 685199"/>
                        <a:gd name="connsiteX241" fmla="*/ 358020 w 499755"/>
                        <a:gd name="connsiteY241" fmla="*/ 494375 h 685199"/>
                        <a:gd name="connsiteX242" fmla="*/ 371104 w 499755"/>
                        <a:gd name="connsiteY242" fmla="*/ 493186 h 685199"/>
                        <a:gd name="connsiteX243" fmla="*/ 363967 w 499755"/>
                        <a:gd name="connsiteY243" fmla="*/ 469397 h 685199"/>
                        <a:gd name="connsiteX244" fmla="*/ 365157 w 499755"/>
                        <a:gd name="connsiteY244" fmla="*/ 474155 h 685199"/>
                        <a:gd name="connsiteX245" fmla="*/ 374672 w 499755"/>
                        <a:gd name="connsiteY245" fmla="*/ 470587 h 685199"/>
                        <a:gd name="connsiteX246" fmla="*/ 368725 w 499755"/>
                        <a:gd name="connsiteY246" fmla="*/ 461071 h 685199"/>
                        <a:gd name="connsiteX247" fmla="*/ 378240 w 499755"/>
                        <a:gd name="connsiteY247" fmla="*/ 464639 h 685199"/>
                        <a:gd name="connsiteX248" fmla="*/ 379430 w 499755"/>
                        <a:gd name="connsiteY248" fmla="*/ 457503 h 685199"/>
                        <a:gd name="connsiteX249" fmla="*/ 382998 w 499755"/>
                        <a:gd name="connsiteY249" fmla="*/ 462260 h 685199"/>
                        <a:gd name="connsiteX250" fmla="*/ 380619 w 499755"/>
                        <a:gd name="connsiteY250" fmla="*/ 469397 h 685199"/>
                        <a:gd name="connsiteX251" fmla="*/ 382998 w 499755"/>
                        <a:gd name="connsiteY251" fmla="*/ 478913 h 685199"/>
                        <a:gd name="connsiteX252" fmla="*/ 393703 w 499755"/>
                        <a:gd name="connsiteY252" fmla="*/ 487239 h 685199"/>
                        <a:gd name="connsiteX253" fmla="*/ 406787 w 499755"/>
                        <a:gd name="connsiteY253" fmla="*/ 476534 h 685199"/>
                        <a:gd name="connsiteX254" fmla="*/ 393703 w 499755"/>
                        <a:gd name="connsiteY254" fmla="*/ 495565 h 685199"/>
                        <a:gd name="connsiteX255" fmla="*/ 428197 w 499755"/>
                        <a:gd name="connsiteY255" fmla="*/ 480102 h 685199"/>
                        <a:gd name="connsiteX256" fmla="*/ 405597 w 499755"/>
                        <a:gd name="connsiteY256" fmla="*/ 495565 h 685199"/>
                        <a:gd name="connsiteX257" fmla="*/ 402029 w 499755"/>
                        <a:gd name="connsiteY257" fmla="*/ 503891 h 685199"/>
                        <a:gd name="connsiteX258" fmla="*/ 410355 w 499755"/>
                        <a:gd name="connsiteY258" fmla="*/ 505080 h 685199"/>
                        <a:gd name="connsiteX259" fmla="*/ 405597 w 499755"/>
                        <a:gd name="connsiteY259" fmla="*/ 508648 h 685199"/>
                        <a:gd name="connsiteX260" fmla="*/ 410355 w 499755"/>
                        <a:gd name="connsiteY260" fmla="*/ 512217 h 685199"/>
                        <a:gd name="connsiteX261" fmla="*/ 403218 w 499755"/>
                        <a:gd name="connsiteY261" fmla="*/ 516974 h 685199"/>
                        <a:gd name="connsiteX262" fmla="*/ 413923 w 499755"/>
                        <a:gd name="connsiteY262" fmla="*/ 519353 h 685199"/>
                        <a:gd name="connsiteX263" fmla="*/ 406787 w 499755"/>
                        <a:gd name="connsiteY263" fmla="*/ 522922 h 685199"/>
                        <a:gd name="connsiteX264" fmla="*/ 411545 w 499755"/>
                        <a:gd name="connsiteY264" fmla="*/ 533626 h 685199"/>
                        <a:gd name="connsiteX265" fmla="*/ 416302 w 499755"/>
                        <a:gd name="connsiteY265" fmla="*/ 525300 h 685199"/>
                        <a:gd name="connsiteX266" fmla="*/ 415113 w 499755"/>
                        <a:gd name="connsiteY266" fmla="*/ 538384 h 685199"/>
                        <a:gd name="connsiteX267" fmla="*/ 424628 w 499755"/>
                        <a:gd name="connsiteY267" fmla="*/ 537195 h 685199"/>
                        <a:gd name="connsiteX268" fmla="*/ 422249 w 499755"/>
                        <a:gd name="connsiteY268" fmla="*/ 540763 h 685199"/>
                        <a:gd name="connsiteX269" fmla="*/ 427007 w 499755"/>
                        <a:gd name="connsiteY269" fmla="*/ 549089 h 685199"/>
                        <a:gd name="connsiteX270" fmla="*/ 435333 w 499755"/>
                        <a:gd name="connsiteY270" fmla="*/ 546710 h 685199"/>
                        <a:gd name="connsiteX271" fmla="*/ 435333 w 499755"/>
                        <a:gd name="connsiteY271" fmla="*/ 528869 h 685199"/>
                        <a:gd name="connsiteX272" fmla="*/ 437712 w 499755"/>
                        <a:gd name="connsiteY272" fmla="*/ 521732 h 685199"/>
                        <a:gd name="connsiteX273" fmla="*/ 432954 w 499755"/>
                        <a:gd name="connsiteY273" fmla="*/ 515785 h 685199"/>
                        <a:gd name="connsiteX274" fmla="*/ 437712 w 499755"/>
                        <a:gd name="connsiteY274" fmla="*/ 515785 h 685199"/>
                        <a:gd name="connsiteX275" fmla="*/ 435333 w 499755"/>
                        <a:gd name="connsiteY275" fmla="*/ 511027 h 685199"/>
                        <a:gd name="connsiteX276" fmla="*/ 437712 w 499755"/>
                        <a:gd name="connsiteY276" fmla="*/ 511027 h 685199"/>
                        <a:gd name="connsiteX277" fmla="*/ 442470 w 499755"/>
                        <a:gd name="connsiteY277" fmla="*/ 500322 h 685199"/>
                        <a:gd name="connsiteX278" fmla="*/ 443659 w 499755"/>
                        <a:gd name="connsiteY278" fmla="*/ 513406 h 685199"/>
                        <a:gd name="connsiteX279" fmla="*/ 451985 w 499755"/>
                        <a:gd name="connsiteY279" fmla="*/ 513406 h 685199"/>
                        <a:gd name="connsiteX280" fmla="*/ 455553 w 499755"/>
                        <a:gd name="connsiteY280" fmla="*/ 513406 h 685199"/>
                        <a:gd name="connsiteX281" fmla="*/ 456743 w 499755"/>
                        <a:gd name="connsiteY281" fmla="*/ 500322 h 685199"/>
                        <a:gd name="connsiteX282" fmla="*/ 457932 w 499755"/>
                        <a:gd name="connsiteY282" fmla="*/ 502701 h 685199"/>
                        <a:gd name="connsiteX283" fmla="*/ 466258 w 499755"/>
                        <a:gd name="connsiteY283" fmla="*/ 507459 h 685199"/>
                        <a:gd name="connsiteX284" fmla="*/ 462690 w 499755"/>
                        <a:gd name="connsiteY284" fmla="*/ 493186 h 685199"/>
                        <a:gd name="connsiteX285" fmla="*/ 476964 w 499755"/>
                        <a:gd name="connsiteY285" fmla="*/ 496754 h 685199"/>
                        <a:gd name="connsiteX286" fmla="*/ 465069 w 499755"/>
                        <a:gd name="connsiteY286" fmla="*/ 483670 h 685199"/>
                        <a:gd name="connsiteX287" fmla="*/ 472205 w 499755"/>
                        <a:gd name="connsiteY287" fmla="*/ 486049 h 685199"/>
                        <a:gd name="connsiteX288" fmla="*/ 469827 w 499755"/>
                        <a:gd name="connsiteY288" fmla="*/ 475344 h 685199"/>
                        <a:gd name="connsiteX289" fmla="*/ 474585 w 499755"/>
                        <a:gd name="connsiteY289" fmla="*/ 483670 h 685199"/>
                        <a:gd name="connsiteX290" fmla="*/ 476964 w 499755"/>
                        <a:gd name="connsiteY290" fmla="*/ 483670 h 685199"/>
                        <a:gd name="connsiteX291" fmla="*/ 490047 w 499755"/>
                        <a:gd name="connsiteY291" fmla="*/ 483670 h 685199"/>
                        <a:gd name="connsiteX292" fmla="*/ 492426 w 499755"/>
                        <a:gd name="connsiteY292" fmla="*/ 481291 h 685199"/>
                        <a:gd name="connsiteX293" fmla="*/ 484100 w 499755"/>
                        <a:gd name="connsiteY293" fmla="*/ 477723 h 685199"/>
                        <a:gd name="connsiteX294" fmla="*/ 488858 w 499755"/>
                        <a:gd name="connsiteY294" fmla="*/ 478913 h 685199"/>
                        <a:gd name="connsiteX295" fmla="*/ 484100 w 499755"/>
                        <a:gd name="connsiteY295" fmla="*/ 465829 h 685199"/>
                        <a:gd name="connsiteX296" fmla="*/ 494805 w 499755"/>
                        <a:gd name="connsiteY296" fmla="*/ 475344 h 685199"/>
                        <a:gd name="connsiteX297" fmla="*/ 499563 w 499755"/>
                        <a:gd name="connsiteY297" fmla="*/ 474155 h 685199"/>
                        <a:gd name="connsiteX298" fmla="*/ 497184 w 499755"/>
                        <a:gd name="connsiteY298" fmla="*/ 461071 h 685199"/>
                        <a:gd name="connsiteX299" fmla="*/ 492426 w 499755"/>
                        <a:gd name="connsiteY299" fmla="*/ 452745 h 685199"/>
                        <a:gd name="connsiteX300" fmla="*/ 486479 w 499755"/>
                        <a:gd name="connsiteY300" fmla="*/ 447987 h 685199"/>
                        <a:gd name="connsiteX301" fmla="*/ 478153 w 499755"/>
                        <a:gd name="connsiteY301" fmla="*/ 450366 h 685199"/>
                        <a:gd name="connsiteX302" fmla="*/ 476964 w 499755"/>
                        <a:gd name="connsiteY302" fmla="*/ 459881 h 685199"/>
                        <a:gd name="connsiteX303" fmla="*/ 473395 w 499755"/>
                        <a:gd name="connsiteY303" fmla="*/ 458692 h 685199"/>
                        <a:gd name="connsiteX304" fmla="*/ 473395 w 499755"/>
                        <a:gd name="connsiteY304" fmla="*/ 450366 h 685199"/>
                        <a:gd name="connsiteX305" fmla="*/ 465069 w 499755"/>
                        <a:gd name="connsiteY305" fmla="*/ 459881 h 685199"/>
                        <a:gd name="connsiteX306" fmla="*/ 468637 w 499755"/>
                        <a:gd name="connsiteY306" fmla="*/ 445608 h 685199"/>
                        <a:gd name="connsiteX307" fmla="*/ 454364 w 499755"/>
                        <a:gd name="connsiteY307" fmla="*/ 458692 h 685199"/>
                        <a:gd name="connsiteX308" fmla="*/ 454364 w 499755"/>
                        <a:gd name="connsiteY308" fmla="*/ 450366 h 685199"/>
                        <a:gd name="connsiteX309" fmla="*/ 462690 w 499755"/>
                        <a:gd name="connsiteY309" fmla="*/ 447987 h 685199"/>
                        <a:gd name="connsiteX310" fmla="*/ 471016 w 499755"/>
                        <a:gd name="connsiteY310" fmla="*/ 432524 h 685199"/>
                        <a:gd name="connsiteX311" fmla="*/ 455553 w 499755"/>
                        <a:gd name="connsiteY311" fmla="*/ 439661 h 685199"/>
                        <a:gd name="connsiteX312" fmla="*/ 457932 w 499755"/>
                        <a:gd name="connsiteY312" fmla="*/ 436093 h 685199"/>
                        <a:gd name="connsiteX313" fmla="*/ 438901 w 499755"/>
                        <a:gd name="connsiteY313" fmla="*/ 436093 h 685199"/>
                        <a:gd name="connsiteX314" fmla="*/ 447228 w 499755"/>
                        <a:gd name="connsiteY314" fmla="*/ 434903 h 685199"/>
                        <a:gd name="connsiteX315" fmla="*/ 449606 w 499755"/>
                        <a:gd name="connsiteY315" fmla="*/ 427767 h 685199"/>
                        <a:gd name="connsiteX316" fmla="*/ 446038 w 499755"/>
                        <a:gd name="connsiteY316" fmla="*/ 423009 h 685199"/>
                        <a:gd name="connsiteX317" fmla="*/ 447228 w 499755"/>
                        <a:gd name="connsiteY317" fmla="*/ 409925 h 685199"/>
                        <a:gd name="connsiteX318" fmla="*/ 434144 w 499755"/>
                        <a:gd name="connsiteY318" fmla="*/ 412304 h 685199"/>
                        <a:gd name="connsiteX319" fmla="*/ 434144 w 499755"/>
                        <a:gd name="connsiteY319" fmla="*/ 403978 h 685199"/>
                        <a:gd name="connsiteX320" fmla="*/ 443659 w 499755"/>
                        <a:gd name="connsiteY320" fmla="*/ 393273 h 685199"/>
                        <a:gd name="connsiteX321" fmla="*/ 424628 w 499755"/>
                        <a:gd name="connsiteY321" fmla="*/ 414683 h 685199"/>
                        <a:gd name="connsiteX322" fmla="*/ 431765 w 499755"/>
                        <a:gd name="connsiteY322" fmla="*/ 393273 h 685199"/>
                        <a:gd name="connsiteX323" fmla="*/ 412734 w 499755"/>
                        <a:gd name="connsiteY323" fmla="*/ 414683 h 685199"/>
                        <a:gd name="connsiteX324" fmla="*/ 421060 w 499755"/>
                        <a:gd name="connsiteY324" fmla="*/ 393273 h 685199"/>
                        <a:gd name="connsiteX325" fmla="*/ 411545 w 499755"/>
                        <a:gd name="connsiteY325" fmla="*/ 401599 h 685199"/>
                        <a:gd name="connsiteX326" fmla="*/ 415113 w 499755"/>
                        <a:gd name="connsiteY326" fmla="*/ 388515 h 685199"/>
                        <a:gd name="connsiteX327" fmla="*/ 399650 w 499755"/>
                        <a:gd name="connsiteY327" fmla="*/ 380189 h 685199"/>
                        <a:gd name="connsiteX328" fmla="*/ 402029 w 499755"/>
                        <a:gd name="connsiteY328" fmla="*/ 377811 h 685199"/>
                        <a:gd name="connsiteX329" fmla="*/ 392514 w 499755"/>
                        <a:gd name="connsiteY329" fmla="*/ 376621 h 685199"/>
                        <a:gd name="connsiteX330" fmla="*/ 412734 w 499755"/>
                        <a:gd name="connsiteY330" fmla="*/ 375432 h 685199"/>
                        <a:gd name="connsiteX331" fmla="*/ 412734 w 499755"/>
                        <a:gd name="connsiteY331" fmla="*/ 370674 h 685199"/>
                        <a:gd name="connsiteX332" fmla="*/ 393703 w 499755"/>
                        <a:gd name="connsiteY332" fmla="*/ 370674 h 685199"/>
                        <a:gd name="connsiteX333" fmla="*/ 394892 w 499755"/>
                        <a:gd name="connsiteY333" fmla="*/ 365916 h 685199"/>
                        <a:gd name="connsiteX334" fmla="*/ 387756 w 499755"/>
                        <a:gd name="connsiteY334" fmla="*/ 368295 h 685199"/>
                        <a:gd name="connsiteX335" fmla="*/ 374672 w 499755"/>
                        <a:gd name="connsiteY335" fmla="*/ 358780 h 685199"/>
                        <a:gd name="connsiteX336" fmla="*/ 378240 w 499755"/>
                        <a:gd name="connsiteY336" fmla="*/ 355211 h 685199"/>
                        <a:gd name="connsiteX337" fmla="*/ 387756 w 499755"/>
                        <a:gd name="connsiteY337" fmla="*/ 359969 h 685199"/>
                        <a:gd name="connsiteX338" fmla="*/ 368725 w 499755"/>
                        <a:gd name="connsiteY338" fmla="*/ 348075 h 685199"/>
                        <a:gd name="connsiteX339" fmla="*/ 398461 w 499755"/>
                        <a:gd name="connsiteY339" fmla="*/ 351643 h 685199"/>
                        <a:gd name="connsiteX340" fmla="*/ 393703 w 499755"/>
                        <a:gd name="connsiteY340" fmla="*/ 340938 h 685199"/>
                        <a:gd name="connsiteX341" fmla="*/ 404408 w 499755"/>
                        <a:gd name="connsiteY341" fmla="*/ 340938 h 685199"/>
                        <a:gd name="connsiteX342" fmla="*/ 399650 w 499755"/>
                        <a:gd name="connsiteY342" fmla="*/ 330233 h 685199"/>
                        <a:gd name="connsiteX343" fmla="*/ 380619 w 499755"/>
                        <a:gd name="connsiteY343" fmla="*/ 333801 h 685199"/>
                        <a:gd name="connsiteX344" fmla="*/ 393703 w 499755"/>
                        <a:gd name="connsiteY344" fmla="*/ 330233 h 685199"/>
                        <a:gd name="connsiteX345" fmla="*/ 391324 w 499755"/>
                        <a:gd name="connsiteY345" fmla="*/ 327854 h 685199"/>
                        <a:gd name="connsiteX346" fmla="*/ 399650 w 499755"/>
                        <a:gd name="connsiteY346" fmla="*/ 326665 h 685199"/>
                        <a:gd name="connsiteX347" fmla="*/ 394892 w 499755"/>
                        <a:gd name="connsiteY347" fmla="*/ 324286 h 685199"/>
                        <a:gd name="connsiteX348" fmla="*/ 403218 w 499755"/>
                        <a:gd name="connsiteY348" fmla="*/ 323096 h 685199"/>
                        <a:gd name="connsiteX349" fmla="*/ 424628 w 499755"/>
                        <a:gd name="connsiteY349" fmla="*/ 331422 h 685199"/>
                        <a:gd name="connsiteX350" fmla="*/ 432954 w 499755"/>
                        <a:gd name="connsiteY350" fmla="*/ 336180 h 685199"/>
                        <a:gd name="connsiteX351" fmla="*/ 409166 w 499755"/>
                        <a:gd name="connsiteY351" fmla="*/ 314770 h 685199"/>
                        <a:gd name="connsiteX352" fmla="*/ 391324 w 499755"/>
                        <a:gd name="connsiteY352" fmla="*/ 305255 h 685199"/>
                        <a:gd name="connsiteX353" fmla="*/ 400840 w 499755"/>
                        <a:gd name="connsiteY353" fmla="*/ 301687 h 685199"/>
                        <a:gd name="connsiteX354" fmla="*/ 430575 w 499755"/>
                        <a:gd name="connsiteY354" fmla="*/ 301687 h 685199"/>
                        <a:gd name="connsiteX355" fmla="*/ 422249 w 499755"/>
                        <a:gd name="connsiteY355" fmla="*/ 269572 h 685199"/>
                        <a:gd name="connsiteX356" fmla="*/ 413923 w 499755"/>
                        <a:gd name="connsiteY356" fmla="*/ 269572 h 685199"/>
                        <a:gd name="connsiteX357" fmla="*/ 411545 w 499755"/>
                        <a:gd name="connsiteY357" fmla="*/ 274330 h 685199"/>
                        <a:gd name="connsiteX358" fmla="*/ 413923 w 499755"/>
                        <a:gd name="connsiteY358" fmla="*/ 277898 h 685199"/>
                        <a:gd name="connsiteX359" fmla="*/ 397271 w 499755"/>
                        <a:gd name="connsiteY359" fmla="*/ 286224 h 685199"/>
                        <a:gd name="connsiteX360" fmla="*/ 396082 w 499755"/>
                        <a:gd name="connsiteY360" fmla="*/ 283845 h 685199"/>
                        <a:gd name="connsiteX361" fmla="*/ 403218 w 499755"/>
                        <a:gd name="connsiteY361" fmla="*/ 271951 h 685199"/>
                        <a:gd name="connsiteX362" fmla="*/ 394892 w 499755"/>
                        <a:gd name="connsiteY362" fmla="*/ 274330 h 685199"/>
                        <a:gd name="connsiteX363" fmla="*/ 368725 w 499755"/>
                        <a:gd name="connsiteY363" fmla="*/ 283845 h 685199"/>
                        <a:gd name="connsiteX364" fmla="*/ 375861 w 499755"/>
                        <a:gd name="connsiteY364" fmla="*/ 274330 h 685199"/>
                        <a:gd name="connsiteX365" fmla="*/ 410355 w 499755"/>
                        <a:gd name="connsiteY365" fmla="*/ 261246 h 685199"/>
                        <a:gd name="connsiteX366" fmla="*/ 419870 w 499755"/>
                        <a:gd name="connsiteY366" fmla="*/ 262435 h 685199"/>
                        <a:gd name="connsiteX367" fmla="*/ 402029 w 499755"/>
                        <a:gd name="connsiteY367" fmla="*/ 233889 h 685199"/>
                        <a:gd name="connsiteX368" fmla="*/ 377051 w 499755"/>
                        <a:gd name="connsiteY368" fmla="*/ 246973 h 685199"/>
                        <a:gd name="connsiteX369" fmla="*/ 377051 w 499755"/>
                        <a:gd name="connsiteY369" fmla="*/ 245783 h 685199"/>
                        <a:gd name="connsiteX370" fmla="*/ 379430 w 499755"/>
                        <a:gd name="connsiteY370" fmla="*/ 238647 h 685199"/>
                        <a:gd name="connsiteX371" fmla="*/ 377051 w 499755"/>
                        <a:gd name="connsiteY371" fmla="*/ 238647 h 685199"/>
                        <a:gd name="connsiteX372" fmla="*/ 372293 w 499755"/>
                        <a:gd name="connsiteY372" fmla="*/ 242215 h 685199"/>
                        <a:gd name="connsiteX373" fmla="*/ 349694 w 499755"/>
                        <a:gd name="connsiteY373" fmla="*/ 264814 h 685199"/>
                        <a:gd name="connsiteX374" fmla="*/ 362778 w 499755"/>
                        <a:gd name="connsiteY374" fmla="*/ 244594 h 685199"/>
                        <a:gd name="connsiteX375" fmla="*/ 347315 w 499755"/>
                        <a:gd name="connsiteY375" fmla="*/ 257678 h 685199"/>
                        <a:gd name="connsiteX376" fmla="*/ 356831 w 499755"/>
                        <a:gd name="connsiteY376" fmla="*/ 242215 h 685199"/>
                        <a:gd name="connsiteX377" fmla="*/ 368725 w 499755"/>
                        <a:gd name="connsiteY377" fmla="*/ 242215 h 685199"/>
                        <a:gd name="connsiteX378" fmla="*/ 381809 w 499755"/>
                        <a:gd name="connsiteY378" fmla="*/ 216047 h 685199"/>
                        <a:gd name="connsiteX379" fmla="*/ 371104 w 499755"/>
                        <a:gd name="connsiteY379" fmla="*/ 220805 h 685199"/>
                        <a:gd name="connsiteX380" fmla="*/ 369914 w 499755"/>
                        <a:gd name="connsiteY380" fmla="*/ 231510 h 685199"/>
                        <a:gd name="connsiteX381" fmla="*/ 338989 w 499755"/>
                        <a:gd name="connsiteY381" fmla="*/ 232699 h 685199"/>
                        <a:gd name="connsiteX382" fmla="*/ 349694 w 499755"/>
                        <a:gd name="connsiteY382" fmla="*/ 223184 h 685199"/>
                        <a:gd name="connsiteX383" fmla="*/ 341368 w 499755"/>
                        <a:gd name="connsiteY383" fmla="*/ 220805 h 685199"/>
                        <a:gd name="connsiteX384" fmla="*/ 356831 w 499755"/>
                        <a:gd name="connsiteY384" fmla="*/ 210100 h 685199"/>
                        <a:gd name="connsiteX385" fmla="*/ 368725 w 499755"/>
                        <a:gd name="connsiteY385" fmla="*/ 214858 h 685199"/>
                        <a:gd name="connsiteX386" fmla="*/ 378240 w 499755"/>
                        <a:gd name="connsiteY386" fmla="*/ 204153 h 685199"/>
                        <a:gd name="connsiteX387" fmla="*/ 359209 w 499755"/>
                        <a:gd name="connsiteY387" fmla="*/ 174417 h 685199"/>
                        <a:gd name="connsiteX388" fmla="*/ 343747 w 499755"/>
                        <a:gd name="connsiteY388" fmla="*/ 200585 h 685199"/>
                        <a:gd name="connsiteX389" fmla="*/ 331852 w 499755"/>
                        <a:gd name="connsiteY389" fmla="*/ 213668 h 685199"/>
                        <a:gd name="connsiteX390" fmla="*/ 338989 w 499755"/>
                        <a:gd name="connsiteY390" fmla="*/ 200585 h 685199"/>
                        <a:gd name="connsiteX391" fmla="*/ 337799 w 499755"/>
                        <a:gd name="connsiteY391" fmla="*/ 192259 h 685199"/>
                        <a:gd name="connsiteX392" fmla="*/ 324716 w 499755"/>
                        <a:gd name="connsiteY392" fmla="*/ 205342 h 685199"/>
                        <a:gd name="connsiteX393" fmla="*/ 321147 w 499755"/>
                        <a:gd name="connsiteY393" fmla="*/ 205342 h 685199"/>
                        <a:gd name="connsiteX394" fmla="*/ 335421 w 499755"/>
                        <a:gd name="connsiteY394" fmla="*/ 179175 h 685199"/>
                        <a:gd name="connsiteX395" fmla="*/ 317579 w 499755"/>
                        <a:gd name="connsiteY395" fmla="*/ 194638 h 685199"/>
                        <a:gd name="connsiteX396" fmla="*/ 317579 w 499755"/>
                        <a:gd name="connsiteY396" fmla="*/ 189880 h 685199"/>
                        <a:gd name="connsiteX397" fmla="*/ 317579 w 499755"/>
                        <a:gd name="connsiteY397" fmla="*/ 181554 h 685199"/>
                        <a:gd name="connsiteX398" fmla="*/ 319958 w 499755"/>
                        <a:gd name="connsiteY398" fmla="*/ 181554 h 685199"/>
                        <a:gd name="connsiteX399" fmla="*/ 330663 w 499755"/>
                        <a:gd name="connsiteY399" fmla="*/ 176796 h 685199"/>
                        <a:gd name="connsiteX400" fmla="*/ 336610 w 499755"/>
                        <a:gd name="connsiteY400" fmla="*/ 168470 h 685199"/>
                        <a:gd name="connsiteX401" fmla="*/ 334231 w 499755"/>
                        <a:gd name="connsiteY401" fmla="*/ 168470 h 685199"/>
                        <a:gd name="connsiteX402" fmla="*/ 321147 w 499755"/>
                        <a:gd name="connsiteY402" fmla="*/ 170849 h 685199"/>
                        <a:gd name="connsiteX403" fmla="*/ 311632 w 499755"/>
                        <a:gd name="connsiteY403" fmla="*/ 180364 h 685199"/>
                        <a:gd name="connsiteX404" fmla="*/ 308064 w 499755"/>
                        <a:gd name="connsiteY404" fmla="*/ 176796 h 685199"/>
                        <a:gd name="connsiteX405" fmla="*/ 312821 w 499755"/>
                        <a:gd name="connsiteY405" fmla="*/ 175607 h 685199"/>
                        <a:gd name="connsiteX406" fmla="*/ 304495 w 499755"/>
                        <a:gd name="connsiteY406" fmla="*/ 172038 h 685199"/>
                        <a:gd name="connsiteX407" fmla="*/ 308064 w 499755"/>
                        <a:gd name="connsiteY407" fmla="*/ 172038 h 685199"/>
                        <a:gd name="connsiteX408" fmla="*/ 309253 w 499755"/>
                        <a:gd name="connsiteY408" fmla="*/ 172038 h 685199"/>
                        <a:gd name="connsiteX409" fmla="*/ 305685 w 499755"/>
                        <a:gd name="connsiteY409" fmla="*/ 167280 h 685199"/>
                        <a:gd name="connsiteX410" fmla="*/ 319958 w 499755"/>
                        <a:gd name="connsiteY410" fmla="*/ 167280 h 685199"/>
                        <a:gd name="connsiteX411" fmla="*/ 328284 w 499755"/>
                        <a:gd name="connsiteY411" fmla="*/ 158954 h 685199"/>
                        <a:gd name="connsiteX412" fmla="*/ 328284 w 499755"/>
                        <a:gd name="connsiteY412" fmla="*/ 148250 h 685199"/>
                        <a:gd name="connsiteX413" fmla="*/ 317579 w 499755"/>
                        <a:gd name="connsiteY413" fmla="*/ 143492 h 685199"/>
                        <a:gd name="connsiteX414" fmla="*/ 306874 w 499755"/>
                        <a:gd name="connsiteY414" fmla="*/ 150628 h 685199"/>
                        <a:gd name="connsiteX415" fmla="*/ 311632 w 499755"/>
                        <a:gd name="connsiteY415" fmla="*/ 142302 h 685199"/>
                        <a:gd name="connsiteX416" fmla="*/ 299738 w 499755"/>
                        <a:gd name="connsiteY416" fmla="*/ 142302 h 685199"/>
                        <a:gd name="connsiteX417" fmla="*/ 311632 w 499755"/>
                        <a:gd name="connsiteY417" fmla="*/ 143492 h 685199"/>
                        <a:gd name="connsiteX418" fmla="*/ 240266 w 499755"/>
                        <a:gd name="connsiteY418" fmla="*/ 551468 h 685199"/>
                        <a:gd name="connsiteX419" fmla="*/ 247402 w 499755"/>
                        <a:gd name="connsiteY419" fmla="*/ 545521 h 685199"/>
                        <a:gd name="connsiteX420" fmla="*/ 240266 w 499755"/>
                        <a:gd name="connsiteY420" fmla="*/ 551468 h 685199"/>
                        <a:gd name="connsiteX421" fmla="*/ 284275 w 499755"/>
                        <a:gd name="connsiteY421" fmla="*/ 555036 h 685199"/>
                        <a:gd name="connsiteX422" fmla="*/ 281896 w 499755"/>
                        <a:gd name="connsiteY422" fmla="*/ 555036 h 685199"/>
                        <a:gd name="connsiteX423" fmla="*/ 281896 w 499755"/>
                        <a:gd name="connsiteY423" fmla="*/ 552657 h 685199"/>
                        <a:gd name="connsiteX424" fmla="*/ 277138 w 499755"/>
                        <a:gd name="connsiteY424" fmla="*/ 551468 h 685199"/>
                        <a:gd name="connsiteX425" fmla="*/ 279517 w 499755"/>
                        <a:gd name="connsiteY425" fmla="*/ 546710 h 685199"/>
                        <a:gd name="connsiteX426" fmla="*/ 272381 w 499755"/>
                        <a:gd name="connsiteY426" fmla="*/ 545521 h 685199"/>
                        <a:gd name="connsiteX427" fmla="*/ 271191 w 499755"/>
                        <a:gd name="connsiteY427" fmla="*/ 550279 h 685199"/>
                        <a:gd name="connsiteX428" fmla="*/ 255729 w 499755"/>
                        <a:gd name="connsiteY428" fmla="*/ 550279 h 685199"/>
                        <a:gd name="connsiteX429" fmla="*/ 253350 w 499755"/>
                        <a:gd name="connsiteY429" fmla="*/ 539574 h 685199"/>
                        <a:gd name="connsiteX430" fmla="*/ 265244 w 499755"/>
                        <a:gd name="connsiteY430" fmla="*/ 537195 h 685199"/>
                        <a:gd name="connsiteX431" fmla="*/ 264055 w 499755"/>
                        <a:gd name="connsiteY431" fmla="*/ 528869 h 685199"/>
                        <a:gd name="connsiteX432" fmla="*/ 266433 w 499755"/>
                        <a:gd name="connsiteY432" fmla="*/ 526490 h 685199"/>
                        <a:gd name="connsiteX433" fmla="*/ 266433 w 499755"/>
                        <a:gd name="connsiteY433" fmla="*/ 515785 h 685199"/>
                        <a:gd name="connsiteX434" fmla="*/ 266433 w 499755"/>
                        <a:gd name="connsiteY434" fmla="*/ 513406 h 685199"/>
                        <a:gd name="connsiteX435" fmla="*/ 281896 w 499755"/>
                        <a:gd name="connsiteY435" fmla="*/ 532437 h 685199"/>
                        <a:gd name="connsiteX436" fmla="*/ 281896 w 499755"/>
                        <a:gd name="connsiteY436" fmla="*/ 545521 h 685199"/>
                        <a:gd name="connsiteX437" fmla="*/ 284275 w 499755"/>
                        <a:gd name="connsiteY437" fmla="*/ 545521 h 685199"/>
                        <a:gd name="connsiteX438" fmla="*/ 284275 w 499755"/>
                        <a:gd name="connsiteY438" fmla="*/ 555036 h 6851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  <a:cxn ang="0">
                          <a:pos x="connsiteX375" y="connsiteY375"/>
                        </a:cxn>
                        <a:cxn ang="0">
                          <a:pos x="connsiteX376" y="connsiteY376"/>
                        </a:cxn>
                        <a:cxn ang="0">
                          <a:pos x="connsiteX377" y="connsiteY377"/>
                        </a:cxn>
                        <a:cxn ang="0">
                          <a:pos x="connsiteX378" y="connsiteY378"/>
                        </a:cxn>
                        <a:cxn ang="0">
                          <a:pos x="connsiteX379" y="connsiteY379"/>
                        </a:cxn>
                        <a:cxn ang="0">
                          <a:pos x="connsiteX380" y="connsiteY380"/>
                        </a:cxn>
                        <a:cxn ang="0">
                          <a:pos x="connsiteX381" y="connsiteY381"/>
                        </a:cxn>
                        <a:cxn ang="0">
                          <a:pos x="connsiteX382" y="connsiteY382"/>
                        </a:cxn>
                        <a:cxn ang="0">
                          <a:pos x="connsiteX383" y="connsiteY383"/>
                        </a:cxn>
                        <a:cxn ang="0">
                          <a:pos x="connsiteX384" y="connsiteY384"/>
                        </a:cxn>
                        <a:cxn ang="0">
                          <a:pos x="connsiteX385" y="connsiteY385"/>
                        </a:cxn>
                        <a:cxn ang="0">
                          <a:pos x="connsiteX386" y="connsiteY386"/>
                        </a:cxn>
                        <a:cxn ang="0">
                          <a:pos x="connsiteX387" y="connsiteY387"/>
                        </a:cxn>
                        <a:cxn ang="0">
                          <a:pos x="connsiteX388" y="connsiteY388"/>
                        </a:cxn>
                        <a:cxn ang="0">
                          <a:pos x="connsiteX389" y="connsiteY389"/>
                        </a:cxn>
                        <a:cxn ang="0">
                          <a:pos x="connsiteX390" y="connsiteY390"/>
                        </a:cxn>
                        <a:cxn ang="0">
                          <a:pos x="connsiteX391" y="connsiteY391"/>
                        </a:cxn>
                        <a:cxn ang="0">
                          <a:pos x="connsiteX392" y="connsiteY392"/>
                        </a:cxn>
                        <a:cxn ang="0">
                          <a:pos x="connsiteX393" y="connsiteY393"/>
                        </a:cxn>
                        <a:cxn ang="0">
                          <a:pos x="connsiteX394" y="connsiteY394"/>
                        </a:cxn>
                        <a:cxn ang="0">
                          <a:pos x="connsiteX395" y="connsiteY395"/>
                        </a:cxn>
                        <a:cxn ang="0">
                          <a:pos x="connsiteX396" y="connsiteY396"/>
                        </a:cxn>
                        <a:cxn ang="0">
                          <a:pos x="connsiteX397" y="connsiteY397"/>
                        </a:cxn>
                        <a:cxn ang="0">
                          <a:pos x="connsiteX398" y="connsiteY398"/>
                        </a:cxn>
                        <a:cxn ang="0">
                          <a:pos x="connsiteX399" y="connsiteY399"/>
                        </a:cxn>
                        <a:cxn ang="0">
                          <a:pos x="connsiteX400" y="connsiteY400"/>
                        </a:cxn>
                        <a:cxn ang="0">
                          <a:pos x="connsiteX401" y="connsiteY401"/>
                        </a:cxn>
                        <a:cxn ang="0">
                          <a:pos x="connsiteX402" y="connsiteY402"/>
                        </a:cxn>
                        <a:cxn ang="0">
                          <a:pos x="connsiteX403" y="connsiteY403"/>
                        </a:cxn>
                        <a:cxn ang="0">
                          <a:pos x="connsiteX404" y="connsiteY404"/>
                        </a:cxn>
                        <a:cxn ang="0">
                          <a:pos x="connsiteX405" y="connsiteY405"/>
                        </a:cxn>
                        <a:cxn ang="0">
                          <a:pos x="connsiteX406" y="connsiteY406"/>
                        </a:cxn>
                        <a:cxn ang="0">
                          <a:pos x="connsiteX407" y="connsiteY407"/>
                        </a:cxn>
                        <a:cxn ang="0">
                          <a:pos x="connsiteX408" y="connsiteY408"/>
                        </a:cxn>
                        <a:cxn ang="0">
                          <a:pos x="connsiteX409" y="connsiteY409"/>
                        </a:cxn>
                        <a:cxn ang="0">
                          <a:pos x="connsiteX410" y="connsiteY410"/>
                        </a:cxn>
                        <a:cxn ang="0">
                          <a:pos x="connsiteX411" y="connsiteY411"/>
                        </a:cxn>
                        <a:cxn ang="0">
                          <a:pos x="connsiteX412" y="connsiteY412"/>
                        </a:cxn>
                        <a:cxn ang="0">
                          <a:pos x="connsiteX413" y="connsiteY413"/>
                        </a:cxn>
                        <a:cxn ang="0">
                          <a:pos x="connsiteX414" y="connsiteY414"/>
                        </a:cxn>
                        <a:cxn ang="0">
                          <a:pos x="connsiteX415" y="connsiteY415"/>
                        </a:cxn>
                        <a:cxn ang="0">
                          <a:pos x="connsiteX416" y="connsiteY416"/>
                        </a:cxn>
                        <a:cxn ang="0">
                          <a:pos x="connsiteX417" y="connsiteY417"/>
                        </a:cxn>
                        <a:cxn ang="0">
                          <a:pos x="connsiteX418" y="connsiteY418"/>
                        </a:cxn>
                        <a:cxn ang="0">
                          <a:pos x="connsiteX419" y="connsiteY419"/>
                        </a:cxn>
                        <a:cxn ang="0">
                          <a:pos x="connsiteX420" y="connsiteY420"/>
                        </a:cxn>
                        <a:cxn ang="0">
                          <a:pos x="connsiteX421" y="connsiteY421"/>
                        </a:cxn>
                        <a:cxn ang="0">
                          <a:pos x="connsiteX422" y="connsiteY422"/>
                        </a:cxn>
                        <a:cxn ang="0">
                          <a:pos x="connsiteX423" y="connsiteY423"/>
                        </a:cxn>
                        <a:cxn ang="0">
                          <a:pos x="connsiteX424" y="connsiteY424"/>
                        </a:cxn>
                        <a:cxn ang="0">
                          <a:pos x="connsiteX425" y="connsiteY425"/>
                        </a:cxn>
                        <a:cxn ang="0">
                          <a:pos x="connsiteX426" y="connsiteY426"/>
                        </a:cxn>
                        <a:cxn ang="0">
                          <a:pos x="connsiteX427" y="connsiteY427"/>
                        </a:cxn>
                        <a:cxn ang="0">
                          <a:pos x="connsiteX428" y="connsiteY428"/>
                        </a:cxn>
                        <a:cxn ang="0">
                          <a:pos x="connsiteX429" y="connsiteY429"/>
                        </a:cxn>
                        <a:cxn ang="0">
                          <a:pos x="connsiteX430" y="connsiteY430"/>
                        </a:cxn>
                        <a:cxn ang="0">
                          <a:pos x="connsiteX431" y="connsiteY431"/>
                        </a:cxn>
                        <a:cxn ang="0">
                          <a:pos x="connsiteX432" y="connsiteY432"/>
                        </a:cxn>
                        <a:cxn ang="0">
                          <a:pos x="connsiteX433" y="connsiteY433"/>
                        </a:cxn>
                        <a:cxn ang="0">
                          <a:pos x="connsiteX434" y="connsiteY434"/>
                        </a:cxn>
                        <a:cxn ang="0">
                          <a:pos x="connsiteX435" y="connsiteY435"/>
                        </a:cxn>
                        <a:cxn ang="0">
                          <a:pos x="connsiteX436" y="connsiteY436"/>
                        </a:cxn>
                        <a:cxn ang="0">
                          <a:pos x="connsiteX437" y="connsiteY437"/>
                        </a:cxn>
                        <a:cxn ang="0">
                          <a:pos x="connsiteX438" y="connsiteY438"/>
                        </a:cxn>
                      </a:cxnLst>
                      <a:rect l="l" t="t" r="r" b="b"/>
                      <a:pathLst>
                        <a:path w="499755" h="685199">
                          <a:moveTo>
                            <a:pt x="311632" y="143492"/>
                          </a:moveTo>
                          <a:cubicBezTo>
                            <a:pt x="314011" y="144681"/>
                            <a:pt x="317579" y="147060"/>
                            <a:pt x="322337" y="145871"/>
                          </a:cubicBezTo>
                          <a:cubicBezTo>
                            <a:pt x="323526" y="144681"/>
                            <a:pt x="323526" y="141113"/>
                            <a:pt x="325905" y="141113"/>
                          </a:cubicBezTo>
                          <a:cubicBezTo>
                            <a:pt x="323526" y="132787"/>
                            <a:pt x="321147" y="124461"/>
                            <a:pt x="315200" y="120892"/>
                          </a:cubicBezTo>
                          <a:cubicBezTo>
                            <a:pt x="311632" y="120892"/>
                            <a:pt x="311632" y="123271"/>
                            <a:pt x="306874" y="122082"/>
                          </a:cubicBezTo>
                          <a:cubicBezTo>
                            <a:pt x="306874" y="114945"/>
                            <a:pt x="298548" y="117324"/>
                            <a:pt x="298548" y="108998"/>
                          </a:cubicBezTo>
                          <a:cubicBezTo>
                            <a:pt x="284275" y="103051"/>
                            <a:pt x="274759" y="107809"/>
                            <a:pt x="261676" y="111377"/>
                          </a:cubicBezTo>
                          <a:cubicBezTo>
                            <a:pt x="262865" y="116135"/>
                            <a:pt x="258107" y="114945"/>
                            <a:pt x="259297" y="120892"/>
                          </a:cubicBezTo>
                          <a:cubicBezTo>
                            <a:pt x="267623" y="125650"/>
                            <a:pt x="275949" y="130408"/>
                            <a:pt x="280707" y="138734"/>
                          </a:cubicBezTo>
                          <a:cubicBezTo>
                            <a:pt x="271191" y="137545"/>
                            <a:pt x="266433" y="131597"/>
                            <a:pt x="261676" y="125650"/>
                          </a:cubicBezTo>
                          <a:cubicBezTo>
                            <a:pt x="258107" y="124461"/>
                            <a:pt x="256918" y="126840"/>
                            <a:pt x="253350" y="126840"/>
                          </a:cubicBezTo>
                          <a:cubicBezTo>
                            <a:pt x="254539" y="124461"/>
                            <a:pt x="256918" y="123271"/>
                            <a:pt x="255729" y="118514"/>
                          </a:cubicBezTo>
                          <a:cubicBezTo>
                            <a:pt x="254539" y="117324"/>
                            <a:pt x="250971" y="117324"/>
                            <a:pt x="247402" y="117324"/>
                          </a:cubicBezTo>
                          <a:cubicBezTo>
                            <a:pt x="245024" y="125650"/>
                            <a:pt x="253350" y="130408"/>
                            <a:pt x="248592" y="136355"/>
                          </a:cubicBezTo>
                          <a:cubicBezTo>
                            <a:pt x="248592" y="133976"/>
                            <a:pt x="248592" y="130408"/>
                            <a:pt x="245024" y="130408"/>
                          </a:cubicBezTo>
                          <a:cubicBezTo>
                            <a:pt x="243834" y="136355"/>
                            <a:pt x="237887" y="138734"/>
                            <a:pt x="242645" y="143492"/>
                          </a:cubicBezTo>
                          <a:cubicBezTo>
                            <a:pt x="239076" y="142302"/>
                            <a:pt x="233129" y="144681"/>
                            <a:pt x="231940" y="142302"/>
                          </a:cubicBezTo>
                          <a:cubicBezTo>
                            <a:pt x="234319" y="135166"/>
                            <a:pt x="240266" y="131597"/>
                            <a:pt x="245024" y="128029"/>
                          </a:cubicBezTo>
                          <a:cubicBezTo>
                            <a:pt x="247402" y="120892"/>
                            <a:pt x="241455" y="120892"/>
                            <a:pt x="242645" y="114945"/>
                          </a:cubicBezTo>
                          <a:cubicBezTo>
                            <a:pt x="236698" y="114945"/>
                            <a:pt x="239076" y="122082"/>
                            <a:pt x="231940" y="119703"/>
                          </a:cubicBezTo>
                          <a:cubicBezTo>
                            <a:pt x="231940" y="117324"/>
                            <a:pt x="231940" y="114945"/>
                            <a:pt x="231940" y="111377"/>
                          </a:cubicBezTo>
                          <a:cubicBezTo>
                            <a:pt x="225993" y="108998"/>
                            <a:pt x="227182" y="113756"/>
                            <a:pt x="223614" y="113756"/>
                          </a:cubicBezTo>
                          <a:cubicBezTo>
                            <a:pt x="221235" y="119703"/>
                            <a:pt x="227182" y="124461"/>
                            <a:pt x="223614" y="126840"/>
                          </a:cubicBezTo>
                          <a:cubicBezTo>
                            <a:pt x="220045" y="128029"/>
                            <a:pt x="221235" y="124461"/>
                            <a:pt x="221235" y="122082"/>
                          </a:cubicBezTo>
                          <a:cubicBezTo>
                            <a:pt x="221235" y="122082"/>
                            <a:pt x="220045" y="122082"/>
                            <a:pt x="220045" y="122082"/>
                          </a:cubicBezTo>
                          <a:cubicBezTo>
                            <a:pt x="211719" y="123271"/>
                            <a:pt x="210530" y="138734"/>
                            <a:pt x="202204" y="135166"/>
                          </a:cubicBezTo>
                          <a:cubicBezTo>
                            <a:pt x="209340" y="133976"/>
                            <a:pt x="202204" y="126840"/>
                            <a:pt x="201014" y="124461"/>
                          </a:cubicBezTo>
                          <a:cubicBezTo>
                            <a:pt x="203393" y="124461"/>
                            <a:pt x="205772" y="124461"/>
                            <a:pt x="208151" y="124461"/>
                          </a:cubicBezTo>
                          <a:cubicBezTo>
                            <a:pt x="209340" y="112566"/>
                            <a:pt x="221235" y="113756"/>
                            <a:pt x="222424" y="103051"/>
                          </a:cubicBezTo>
                          <a:cubicBezTo>
                            <a:pt x="212909" y="101862"/>
                            <a:pt x="211719" y="111377"/>
                            <a:pt x="204583" y="113756"/>
                          </a:cubicBezTo>
                          <a:cubicBezTo>
                            <a:pt x="206962" y="100672"/>
                            <a:pt x="222424" y="100672"/>
                            <a:pt x="228371" y="89967"/>
                          </a:cubicBezTo>
                          <a:cubicBezTo>
                            <a:pt x="220045" y="80452"/>
                            <a:pt x="231940" y="73315"/>
                            <a:pt x="233129" y="64989"/>
                          </a:cubicBezTo>
                          <a:cubicBezTo>
                            <a:pt x="231940" y="61421"/>
                            <a:pt x="227182" y="61421"/>
                            <a:pt x="225993" y="56663"/>
                          </a:cubicBezTo>
                          <a:cubicBezTo>
                            <a:pt x="230750" y="48337"/>
                            <a:pt x="236698" y="40011"/>
                            <a:pt x="235508" y="25738"/>
                          </a:cubicBezTo>
                          <a:cubicBezTo>
                            <a:pt x="211719" y="22169"/>
                            <a:pt x="195067" y="25738"/>
                            <a:pt x="179605" y="36443"/>
                          </a:cubicBezTo>
                          <a:cubicBezTo>
                            <a:pt x="180794" y="38822"/>
                            <a:pt x="185552" y="44769"/>
                            <a:pt x="180794" y="47148"/>
                          </a:cubicBezTo>
                          <a:cubicBezTo>
                            <a:pt x="179605" y="41200"/>
                            <a:pt x="173657" y="40011"/>
                            <a:pt x="173657" y="34064"/>
                          </a:cubicBezTo>
                          <a:cubicBezTo>
                            <a:pt x="165331" y="32874"/>
                            <a:pt x="166521" y="38822"/>
                            <a:pt x="162953" y="42390"/>
                          </a:cubicBezTo>
                          <a:cubicBezTo>
                            <a:pt x="164142" y="32874"/>
                            <a:pt x="158195" y="37632"/>
                            <a:pt x="152248" y="37632"/>
                          </a:cubicBezTo>
                          <a:cubicBezTo>
                            <a:pt x="153437" y="42390"/>
                            <a:pt x="148679" y="41200"/>
                            <a:pt x="149869" y="45958"/>
                          </a:cubicBezTo>
                          <a:cubicBezTo>
                            <a:pt x="154627" y="49526"/>
                            <a:pt x="160574" y="51905"/>
                            <a:pt x="160574" y="59042"/>
                          </a:cubicBezTo>
                          <a:cubicBezTo>
                            <a:pt x="154627" y="56663"/>
                            <a:pt x="154627" y="49526"/>
                            <a:pt x="148679" y="48337"/>
                          </a:cubicBezTo>
                          <a:cubicBezTo>
                            <a:pt x="147490" y="51905"/>
                            <a:pt x="141543" y="50716"/>
                            <a:pt x="136785" y="50716"/>
                          </a:cubicBezTo>
                          <a:cubicBezTo>
                            <a:pt x="142732" y="55474"/>
                            <a:pt x="148679" y="62610"/>
                            <a:pt x="152248" y="69747"/>
                          </a:cubicBezTo>
                          <a:cubicBezTo>
                            <a:pt x="146300" y="68557"/>
                            <a:pt x="142732" y="64989"/>
                            <a:pt x="141543" y="59042"/>
                          </a:cubicBezTo>
                          <a:cubicBezTo>
                            <a:pt x="140353" y="59042"/>
                            <a:pt x="139164" y="59042"/>
                            <a:pt x="139164" y="59042"/>
                          </a:cubicBezTo>
                          <a:cubicBezTo>
                            <a:pt x="136785" y="54284"/>
                            <a:pt x="129648" y="56663"/>
                            <a:pt x="128459" y="61421"/>
                          </a:cubicBezTo>
                          <a:cubicBezTo>
                            <a:pt x="123701" y="72126"/>
                            <a:pt x="123701" y="80452"/>
                            <a:pt x="120133" y="89967"/>
                          </a:cubicBezTo>
                          <a:cubicBezTo>
                            <a:pt x="121322" y="91157"/>
                            <a:pt x="123701" y="92346"/>
                            <a:pt x="122512" y="97104"/>
                          </a:cubicBezTo>
                          <a:cubicBezTo>
                            <a:pt x="130838" y="99483"/>
                            <a:pt x="134406" y="86399"/>
                            <a:pt x="140353" y="94725"/>
                          </a:cubicBezTo>
                          <a:cubicBezTo>
                            <a:pt x="129648" y="95914"/>
                            <a:pt x="130838" y="108998"/>
                            <a:pt x="122512" y="113756"/>
                          </a:cubicBezTo>
                          <a:cubicBezTo>
                            <a:pt x="123701" y="106619"/>
                            <a:pt x="121322" y="100672"/>
                            <a:pt x="115375" y="100672"/>
                          </a:cubicBezTo>
                          <a:cubicBezTo>
                            <a:pt x="114186" y="108998"/>
                            <a:pt x="111807" y="116135"/>
                            <a:pt x="101102" y="113756"/>
                          </a:cubicBezTo>
                          <a:cubicBezTo>
                            <a:pt x="101102" y="123271"/>
                            <a:pt x="105860" y="128029"/>
                            <a:pt x="104670" y="137545"/>
                          </a:cubicBezTo>
                          <a:cubicBezTo>
                            <a:pt x="109428" y="136355"/>
                            <a:pt x="109428" y="139924"/>
                            <a:pt x="111807" y="141113"/>
                          </a:cubicBezTo>
                          <a:cubicBezTo>
                            <a:pt x="111807" y="144681"/>
                            <a:pt x="111807" y="149439"/>
                            <a:pt x="111807" y="153007"/>
                          </a:cubicBezTo>
                          <a:cubicBezTo>
                            <a:pt x="99912" y="158954"/>
                            <a:pt x="102291" y="179175"/>
                            <a:pt x="90397" y="185122"/>
                          </a:cubicBezTo>
                          <a:cubicBezTo>
                            <a:pt x="91586" y="179175"/>
                            <a:pt x="92776" y="173228"/>
                            <a:pt x="95155" y="169659"/>
                          </a:cubicBezTo>
                          <a:cubicBezTo>
                            <a:pt x="90397" y="170849"/>
                            <a:pt x="89208" y="167280"/>
                            <a:pt x="86829" y="166091"/>
                          </a:cubicBezTo>
                          <a:cubicBezTo>
                            <a:pt x="91586" y="162523"/>
                            <a:pt x="95155" y="157765"/>
                            <a:pt x="99912" y="162523"/>
                          </a:cubicBezTo>
                          <a:cubicBezTo>
                            <a:pt x="101102" y="151818"/>
                            <a:pt x="92776" y="149439"/>
                            <a:pt x="89208" y="142302"/>
                          </a:cubicBezTo>
                          <a:cubicBezTo>
                            <a:pt x="89208" y="132787"/>
                            <a:pt x="88018" y="126840"/>
                            <a:pt x="84450" y="120892"/>
                          </a:cubicBezTo>
                          <a:cubicBezTo>
                            <a:pt x="91586" y="111377"/>
                            <a:pt x="93965" y="97104"/>
                            <a:pt x="104670" y="89967"/>
                          </a:cubicBezTo>
                          <a:cubicBezTo>
                            <a:pt x="104670" y="86399"/>
                            <a:pt x="102291" y="84020"/>
                            <a:pt x="101102" y="80452"/>
                          </a:cubicBezTo>
                          <a:cubicBezTo>
                            <a:pt x="98723" y="62610"/>
                            <a:pt x="109428" y="62610"/>
                            <a:pt x="116564" y="56663"/>
                          </a:cubicBezTo>
                          <a:cubicBezTo>
                            <a:pt x="122512" y="50716"/>
                            <a:pt x="126080" y="42390"/>
                            <a:pt x="134406" y="36443"/>
                          </a:cubicBezTo>
                          <a:cubicBezTo>
                            <a:pt x="140353" y="32874"/>
                            <a:pt x="145111" y="30495"/>
                            <a:pt x="147490" y="25738"/>
                          </a:cubicBezTo>
                          <a:cubicBezTo>
                            <a:pt x="155816" y="24548"/>
                            <a:pt x="161763" y="20980"/>
                            <a:pt x="167710" y="17412"/>
                          </a:cubicBezTo>
                          <a:cubicBezTo>
                            <a:pt x="167710" y="15033"/>
                            <a:pt x="167710" y="12654"/>
                            <a:pt x="167710" y="10275"/>
                          </a:cubicBezTo>
                          <a:cubicBezTo>
                            <a:pt x="161763" y="7896"/>
                            <a:pt x="154627" y="6707"/>
                            <a:pt x="152248" y="760"/>
                          </a:cubicBezTo>
                          <a:cubicBezTo>
                            <a:pt x="121322" y="-2809"/>
                            <a:pt x="102291" y="6707"/>
                            <a:pt x="85639" y="18601"/>
                          </a:cubicBezTo>
                          <a:cubicBezTo>
                            <a:pt x="85639" y="23359"/>
                            <a:pt x="83260" y="23359"/>
                            <a:pt x="85639" y="28117"/>
                          </a:cubicBezTo>
                          <a:cubicBezTo>
                            <a:pt x="77313" y="28117"/>
                            <a:pt x="72555" y="31685"/>
                            <a:pt x="66608" y="32874"/>
                          </a:cubicBezTo>
                          <a:cubicBezTo>
                            <a:pt x="66608" y="35253"/>
                            <a:pt x="66608" y="37632"/>
                            <a:pt x="66608" y="41200"/>
                          </a:cubicBezTo>
                          <a:cubicBezTo>
                            <a:pt x="58282" y="41200"/>
                            <a:pt x="55903" y="48337"/>
                            <a:pt x="55903" y="56663"/>
                          </a:cubicBezTo>
                          <a:cubicBezTo>
                            <a:pt x="53525" y="56663"/>
                            <a:pt x="54714" y="53095"/>
                            <a:pt x="51146" y="54284"/>
                          </a:cubicBezTo>
                          <a:cubicBezTo>
                            <a:pt x="52335" y="61421"/>
                            <a:pt x="45198" y="60231"/>
                            <a:pt x="40441" y="62610"/>
                          </a:cubicBezTo>
                          <a:cubicBezTo>
                            <a:pt x="39251" y="72126"/>
                            <a:pt x="24978" y="79262"/>
                            <a:pt x="32115" y="88778"/>
                          </a:cubicBezTo>
                          <a:cubicBezTo>
                            <a:pt x="21410" y="88778"/>
                            <a:pt x="20220" y="98293"/>
                            <a:pt x="13084" y="101862"/>
                          </a:cubicBezTo>
                          <a:cubicBezTo>
                            <a:pt x="13084" y="106619"/>
                            <a:pt x="13084" y="110188"/>
                            <a:pt x="13084" y="114945"/>
                          </a:cubicBezTo>
                          <a:cubicBezTo>
                            <a:pt x="2379" y="113756"/>
                            <a:pt x="8326" y="129219"/>
                            <a:pt x="0" y="130408"/>
                          </a:cubicBezTo>
                          <a:cubicBezTo>
                            <a:pt x="2379" y="149439"/>
                            <a:pt x="24978" y="148250"/>
                            <a:pt x="40441" y="154197"/>
                          </a:cubicBezTo>
                          <a:cubicBezTo>
                            <a:pt x="38062" y="164902"/>
                            <a:pt x="49956" y="161333"/>
                            <a:pt x="48767" y="169659"/>
                          </a:cubicBezTo>
                          <a:cubicBezTo>
                            <a:pt x="47577" y="169659"/>
                            <a:pt x="45198" y="169659"/>
                            <a:pt x="44009" y="169659"/>
                          </a:cubicBezTo>
                          <a:cubicBezTo>
                            <a:pt x="45198" y="174417"/>
                            <a:pt x="32115" y="173228"/>
                            <a:pt x="30925" y="170849"/>
                          </a:cubicBezTo>
                          <a:cubicBezTo>
                            <a:pt x="32115" y="170849"/>
                            <a:pt x="32115" y="170849"/>
                            <a:pt x="33304" y="170849"/>
                          </a:cubicBezTo>
                          <a:cubicBezTo>
                            <a:pt x="26168" y="169659"/>
                            <a:pt x="22599" y="164902"/>
                            <a:pt x="20220" y="158954"/>
                          </a:cubicBezTo>
                          <a:cubicBezTo>
                            <a:pt x="11894" y="160144"/>
                            <a:pt x="8326" y="156576"/>
                            <a:pt x="4758" y="155386"/>
                          </a:cubicBezTo>
                          <a:cubicBezTo>
                            <a:pt x="7137" y="164902"/>
                            <a:pt x="-1190" y="169659"/>
                            <a:pt x="3568" y="177985"/>
                          </a:cubicBezTo>
                          <a:cubicBezTo>
                            <a:pt x="7137" y="170849"/>
                            <a:pt x="2379" y="195827"/>
                            <a:pt x="7137" y="195827"/>
                          </a:cubicBezTo>
                          <a:cubicBezTo>
                            <a:pt x="8326" y="198206"/>
                            <a:pt x="10705" y="199395"/>
                            <a:pt x="11894" y="200585"/>
                          </a:cubicBezTo>
                          <a:cubicBezTo>
                            <a:pt x="11894" y="202964"/>
                            <a:pt x="8326" y="201774"/>
                            <a:pt x="9515" y="204153"/>
                          </a:cubicBezTo>
                          <a:cubicBezTo>
                            <a:pt x="14273" y="204153"/>
                            <a:pt x="11894" y="210100"/>
                            <a:pt x="17842" y="208911"/>
                          </a:cubicBezTo>
                          <a:cubicBezTo>
                            <a:pt x="21410" y="199395"/>
                            <a:pt x="27357" y="208911"/>
                            <a:pt x="34494" y="208911"/>
                          </a:cubicBezTo>
                          <a:cubicBezTo>
                            <a:pt x="35683" y="206532"/>
                            <a:pt x="33304" y="200585"/>
                            <a:pt x="35683" y="200585"/>
                          </a:cubicBezTo>
                          <a:cubicBezTo>
                            <a:pt x="44009" y="200585"/>
                            <a:pt x="32115" y="208911"/>
                            <a:pt x="41630" y="210100"/>
                          </a:cubicBezTo>
                          <a:cubicBezTo>
                            <a:pt x="42820" y="204153"/>
                            <a:pt x="53525" y="201774"/>
                            <a:pt x="55903" y="201774"/>
                          </a:cubicBezTo>
                          <a:cubicBezTo>
                            <a:pt x="53525" y="205342"/>
                            <a:pt x="48767" y="206532"/>
                            <a:pt x="45198" y="208911"/>
                          </a:cubicBezTo>
                          <a:cubicBezTo>
                            <a:pt x="47577" y="219616"/>
                            <a:pt x="49956" y="230321"/>
                            <a:pt x="64229" y="230321"/>
                          </a:cubicBezTo>
                          <a:cubicBezTo>
                            <a:pt x="64229" y="227942"/>
                            <a:pt x="64229" y="225563"/>
                            <a:pt x="65419" y="225563"/>
                          </a:cubicBezTo>
                          <a:cubicBezTo>
                            <a:pt x="70177" y="224373"/>
                            <a:pt x="67798" y="230321"/>
                            <a:pt x="73745" y="227942"/>
                          </a:cubicBezTo>
                          <a:cubicBezTo>
                            <a:pt x="77313" y="225563"/>
                            <a:pt x="80881" y="217237"/>
                            <a:pt x="85639" y="220805"/>
                          </a:cubicBezTo>
                          <a:cubicBezTo>
                            <a:pt x="85639" y="221994"/>
                            <a:pt x="84450" y="221994"/>
                            <a:pt x="83260" y="221994"/>
                          </a:cubicBezTo>
                          <a:cubicBezTo>
                            <a:pt x="83260" y="226752"/>
                            <a:pt x="76124" y="225563"/>
                            <a:pt x="78503" y="232699"/>
                          </a:cubicBezTo>
                          <a:cubicBezTo>
                            <a:pt x="84450" y="238647"/>
                            <a:pt x="93965" y="238647"/>
                            <a:pt x="101102" y="243404"/>
                          </a:cubicBezTo>
                          <a:cubicBezTo>
                            <a:pt x="112996" y="235078"/>
                            <a:pt x="122512" y="250541"/>
                            <a:pt x="132027" y="254109"/>
                          </a:cubicBezTo>
                          <a:cubicBezTo>
                            <a:pt x="130838" y="250541"/>
                            <a:pt x="134406" y="251730"/>
                            <a:pt x="136785" y="251730"/>
                          </a:cubicBezTo>
                          <a:cubicBezTo>
                            <a:pt x="136785" y="249352"/>
                            <a:pt x="136785" y="246973"/>
                            <a:pt x="136785" y="244594"/>
                          </a:cubicBezTo>
                          <a:cubicBezTo>
                            <a:pt x="129648" y="243404"/>
                            <a:pt x="128459" y="239836"/>
                            <a:pt x="124891" y="235078"/>
                          </a:cubicBezTo>
                          <a:cubicBezTo>
                            <a:pt x="121322" y="232699"/>
                            <a:pt x="122512" y="226752"/>
                            <a:pt x="120133" y="223184"/>
                          </a:cubicBezTo>
                          <a:cubicBezTo>
                            <a:pt x="124891" y="224373"/>
                            <a:pt x="126080" y="227942"/>
                            <a:pt x="127270" y="232699"/>
                          </a:cubicBezTo>
                          <a:cubicBezTo>
                            <a:pt x="141543" y="238647"/>
                            <a:pt x="141543" y="256488"/>
                            <a:pt x="154627" y="262435"/>
                          </a:cubicBezTo>
                          <a:cubicBezTo>
                            <a:pt x="155816" y="254109"/>
                            <a:pt x="151058" y="254109"/>
                            <a:pt x="152248" y="246973"/>
                          </a:cubicBezTo>
                          <a:cubicBezTo>
                            <a:pt x="161763" y="245783"/>
                            <a:pt x="162953" y="252920"/>
                            <a:pt x="173657" y="250541"/>
                          </a:cubicBezTo>
                          <a:cubicBezTo>
                            <a:pt x="172468" y="255299"/>
                            <a:pt x="173657" y="258867"/>
                            <a:pt x="176036" y="260056"/>
                          </a:cubicBezTo>
                          <a:cubicBezTo>
                            <a:pt x="178415" y="261246"/>
                            <a:pt x="180794" y="260056"/>
                            <a:pt x="184362" y="260056"/>
                          </a:cubicBezTo>
                          <a:cubicBezTo>
                            <a:pt x="187931" y="260056"/>
                            <a:pt x="191499" y="260056"/>
                            <a:pt x="195067" y="260056"/>
                          </a:cubicBezTo>
                          <a:cubicBezTo>
                            <a:pt x="196257" y="260056"/>
                            <a:pt x="197446" y="260056"/>
                            <a:pt x="197446" y="260056"/>
                          </a:cubicBezTo>
                          <a:cubicBezTo>
                            <a:pt x="214098" y="254109"/>
                            <a:pt x="196257" y="233889"/>
                            <a:pt x="190310" y="225563"/>
                          </a:cubicBezTo>
                          <a:cubicBezTo>
                            <a:pt x="192688" y="223184"/>
                            <a:pt x="192688" y="218426"/>
                            <a:pt x="197446" y="217237"/>
                          </a:cubicBezTo>
                          <a:cubicBezTo>
                            <a:pt x="197446" y="219616"/>
                            <a:pt x="196257" y="224373"/>
                            <a:pt x="199825" y="221994"/>
                          </a:cubicBezTo>
                          <a:cubicBezTo>
                            <a:pt x="203393" y="219616"/>
                            <a:pt x="201014" y="212479"/>
                            <a:pt x="203393" y="208911"/>
                          </a:cubicBezTo>
                          <a:cubicBezTo>
                            <a:pt x="204583" y="208911"/>
                            <a:pt x="205772" y="208911"/>
                            <a:pt x="206962" y="208911"/>
                          </a:cubicBezTo>
                          <a:cubicBezTo>
                            <a:pt x="206962" y="212479"/>
                            <a:pt x="206962" y="216047"/>
                            <a:pt x="206962" y="219616"/>
                          </a:cubicBezTo>
                          <a:cubicBezTo>
                            <a:pt x="205772" y="219616"/>
                            <a:pt x="203393" y="219616"/>
                            <a:pt x="202204" y="219616"/>
                          </a:cubicBezTo>
                          <a:cubicBezTo>
                            <a:pt x="202204" y="230321"/>
                            <a:pt x="210530" y="232699"/>
                            <a:pt x="212909" y="241026"/>
                          </a:cubicBezTo>
                          <a:cubicBezTo>
                            <a:pt x="216477" y="238647"/>
                            <a:pt x="220045" y="237457"/>
                            <a:pt x="225993" y="238647"/>
                          </a:cubicBezTo>
                          <a:cubicBezTo>
                            <a:pt x="227182" y="255299"/>
                            <a:pt x="209340" y="271951"/>
                            <a:pt x="215288" y="273140"/>
                          </a:cubicBezTo>
                          <a:cubicBezTo>
                            <a:pt x="223614" y="275519"/>
                            <a:pt x="231940" y="270761"/>
                            <a:pt x="234319" y="276709"/>
                          </a:cubicBezTo>
                          <a:cubicBezTo>
                            <a:pt x="235508" y="280277"/>
                            <a:pt x="228371" y="277898"/>
                            <a:pt x="223614" y="280277"/>
                          </a:cubicBezTo>
                          <a:cubicBezTo>
                            <a:pt x="217666" y="283845"/>
                            <a:pt x="228371" y="287413"/>
                            <a:pt x="231940" y="289792"/>
                          </a:cubicBezTo>
                          <a:cubicBezTo>
                            <a:pt x="230750" y="302876"/>
                            <a:pt x="246213" y="299308"/>
                            <a:pt x="245024" y="312392"/>
                          </a:cubicBezTo>
                          <a:cubicBezTo>
                            <a:pt x="240266" y="314770"/>
                            <a:pt x="235508" y="318339"/>
                            <a:pt x="229561" y="314770"/>
                          </a:cubicBezTo>
                          <a:cubicBezTo>
                            <a:pt x="223614" y="312392"/>
                            <a:pt x="221235" y="329044"/>
                            <a:pt x="224803" y="330233"/>
                          </a:cubicBezTo>
                          <a:cubicBezTo>
                            <a:pt x="231940" y="332612"/>
                            <a:pt x="242645" y="326665"/>
                            <a:pt x="246213" y="319528"/>
                          </a:cubicBezTo>
                          <a:cubicBezTo>
                            <a:pt x="248592" y="320718"/>
                            <a:pt x="246213" y="326665"/>
                            <a:pt x="250971" y="324286"/>
                          </a:cubicBezTo>
                          <a:cubicBezTo>
                            <a:pt x="254539" y="320718"/>
                            <a:pt x="255729" y="314770"/>
                            <a:pt x="261676" y="313581"/>
                          </a:cubicBezTo>
                          <a:cubicBezTo>
                            <a:pt x="259297" y="321907"/>
                            <a:pt x="259297" y="324286"/>
                            <a:pt x="253350" y="329044"/>
                          </a:cubicBezTo>
                          <a:cubicBezTo>
                            <a:pt x="256918" y="329044"/>
                            <a:pt x="259297" y="326665"/>
                            <a:pt x="260486" y="330233"/>
                          </a:cubicBezTo>
                          <a:cubicBezTo>
                            <a:pt x="258107" y="334991"/>
                            <a:pt x="250971" y="340938"/>
                            <a:pt x="255729" y="348075"/>
                          </a:cubicBezTo>
                          <a:cubicBezTo>
                            <a:pt x="258107" y="346885"/>
                            <a:pt x="255729" y="340938"/>
                            <a:pt x="258107" y="339749"/>
                          </a:cubicBezTo>
                          <a:cubicBezTo>
                            <a:pt x="260486" y="342127"/>
                            <a:pt x="262865" y="346885"/>
                            <a:pt x="270002" y="344506"/>
                          </a:cubicBezTo>
                          <a:cubicBezTo>
                            <a:pt x="272381" y="338559"/>
                            <a:pt x="267623" y="339749"/>
                            <a:pt x="267623" y="336180"/>
                          </a:cubicBezTo>
                          <a:cubicBezTo>
                            <a:pt x="271191" y="334991"/>
                            <a:pt x="273570" y="333801"/>
                            <a:pt x="275949" y="337370"/>
                          </a:cubicBezTo>
                          <a:cubicBezTo>
                            <a:pt x="275949" y="344506"/>
                            <a:pt x="273570" y="348075"/>
                            <a:pt x="278328" y="350453"/>
                          </a:cubicBezTo>
                          <a:cubicBezTo>
                            <a:pt x="274759" y="351643"/>
                            <a:pt x="270002" y="350453"/>
                            <a:pt x="270002" y="355211"/>
                          </a:cubicBezTo>
                          <a:cubicBezTo>
                            <a:pt x="271191" y="359969"/>
                            <a:pt x="278328" y="359969"/>
                            <a:pt x="284275" y="358780"/>
                          </a:cubicBezTo>
                          <a:cubicBezTo>
                            <a:pt x="286654" y="359969"/>
                            <a:pt x="286654" y="361158"/>
                            <a:pt x="286654" y="363537"/>
                          </a:cubicBezTo>
                          <a:cubicBezTo>
                            <a:pt x="289033" y="363537"/>
                            <a:pt x="287843" y="358780"/>
                            <a:pt x="292601" y="361158"/>
                          </a:cubicBezTo>
                          <a:cubicBezTo>
                            <a:pt x="292601" y="369485"/>
                            <a:pt x="284275" y="371863"/>
                            <a:pt x="283085" y="380189"/>
                          </a:cubicBezTo>
                          <a:cubicBezTo>
                            <a:pt x="286654" y="380189"/>
                            <a:pt x="286654" y="383758"/>
                            <a:pt x="287843" y="383758"/>
                          </a:cubicBezTo>
                          <a:cubicBezTo>
                            <a:pt x="280707" y="395652"/>
                            <a:pt x="289033" y="419441"/>
                            <a:pt x="275949" y="423009"/>
                          </a:cubicBezTo>
                          <a:cubicBezTo>
                            <a:pt x="273570" y="421820"/>
                            <a:pt x="271191" y="419441"/>
                            <a:pt x="266433" y="420630"/>
                          </a:cubicBezTo>
                          <a:cubicBezTo>
                            <a:pt x="264055" y="425388"/>
                            <a:pt x="261676" y="430146"/>
                            <a:pt x="255729" y="431335"/>
                          </a:cubicBezTo>
                          <a:cubicBezTo>
                            <a:pt x="254539" y="437282"/>
                            <a:pt x="256918" y="439661"/>
                            <a:pt x="259297" y="442040"/>
                          </a:cubicBezTo>
                          <a:cubicBezTo>
                            <a:pt x="254539" y="443229"/>
                            <a:pt x="253350" y="440851"/>
                            <a:pt x="249781" y="440851"/>
                          </a:cubicBezTo>
                          <a:cubicBezTo>
                            <a:pt x="240266" y="449177"/>
                            <a:pt x="229561" y="456313"/>
                            <a:pt x="217666" y="462260"/>
                          </a:cubicBezTo>
                          <a:cubicBezTo>
                            <a:pt x="216477" y="478913"/>
                            <a:pt x="228371" y="481291"/>
                            <a:pt x="225993" y="497943"/>
                          </a:cubicBezTo>
                          <a:cubicBezTo>
                            <a:pt x="220045" y="496754"/>
                            <a:pt x="220045" y="501512"/>
                            <a:pt x="216477" y="502701"/>
                          </a:cubicBezTo>
                          <a:cubicBezTo>
                            <a:pt x="216477" y="497943"/>
                            <a:pt x="214098" y="496754"/>
                            <a:pt x="215288" y="491996"/>
                          </a:cubicBezTo>
                          <a:cubicBezTo>
                            <a:pt x="208151" y="490807"/>
                            <a:pt x="208151" y="496754"/>
                            <a:pt x="205772" y="500322"/>
                          </a:cubicBezTo>
                          <a:cubicBezTo>
                            <a:pt x="203393" y="500322"/>
                            <a:pt x="203393" y="501512"/>
                            <a:pt x="201014" y="501512"/>
                          </a:cubicBezTo>
                          <a:cubicBezTo>
                            <a:pt x="198636" y="500322"/>
                            <a:pt x="201014" y="494375"/>
                            <a:pt x="197446" y="496754"/>
                          </a:cubicBezTo>
                          <a:cubicBezTo>
                            <a:pt x="191499" y="496754"/>
                            <a:pt x="192688" y="503891"/>
                            <a:pt x="187931" y="506270"/>
                          </a:cubicBezTo>
                          <a:cubicBezTo>
                            <a:pt x="184362" y="503891"/>
                            <a:pt x="179605" y="502701"/>
                            <a:pt x="176036" y="501512"/>
                          </a:cubicBezTo>
                          <a:cubicBezTo>
                            <a:pt x="161763" y="508648"/>
                            <a:pt x="152248" y="490807"/>
                            <a:pt x="141543" y="486049"/>
                          </a:cubicBezTo>
                          <a:cubicBezTo>
                            <a:pt x="145111" y="493186"/>
                            <a:pt x="135596" y="488428"/>
                            <a:pt x="136785" y="494375"/>
                          </a:cubicBezTo>
                          <a:cubicBezTo>
                            <a:pt x="136785" y="497943"/>
                            <a:pt x="141543" y="496754"/>
                            <a:pt x="139164" y="502701"/>
                          </a:cubicBezTo>
                          <a:cubicBezTo>
                            <a:pt x="129648" y="501512"/>
                            <a:pt x="128459" y="509838"/>
                            <a:pt x="120133" y="509838"/>
                          </a:cubicBezTo>
                          <a:cubicBezTo>
                            <a:pt x="117754" y="519353"/>
                            <a:pt x="111807" y="522922"/>
                            <a:pt x="115375" y="534816"/>
                          </a:cubicBezTo>
                          <a:cubicBezTo>
                            <a:pt x="121322" y="540763"/>
                            <a:pt x="128459" y="537195"/>
                            <a:pt x="128459" y="547900"/>
                          </a:cubicBezTo>
                          <a:cubicBezTo>
                            <a:pt x="145111" y="551468"/>
                            <a:pt x="152248" y="539574"/>
                            <a:pt x="162953" y="545521"/>
                          </a:cubicBezTo>
                          <a:cubicBezTo>
                            <a:pt x="164142" y="541953"/>
                            <a:pt x="164142" y="536005"/>
                            <a:pt x="166521" y="534816"/>
                          </a:cubicBezTo>
                          <a:cubicBezTo>
                            <a:pt x="171279" y="540763"/>
                            <a:pt x="177226" y="544331"/>
                            <a:pt x="185552" y="546710"/>
                          </a:cubicBezTo>
                          <a:cubicBezTo>
                            <a:pt x="187931" y="540763"/>
                            <a:pt x="195067" y="538384"/>
                            <a:pt x="199825" y="534816"/>
                          </a:cubicBezTo>
                          <a:cubicBezTo>
                            <a:pt x="202204" y="543142"/>
                            <a:pt x="196257" y="544331"/>
                            <a:pt x="197446" y="550279"/>
                          </a:cubicBezTo>
                          <a:cubicBezTo>
                            <a:pt x="203393" y="551468"/>
                            <a:pt x="202204" y="544331"/>
                            <a:pt x="204583" y="541953"/>
                          </a:cubicBezTo>
                          <a:cubicBezTo>
                            <a:pt x="208151" y="543142"/>
                            <a:pt x="208151" y="539574"/>
                            <a:pt x="211719" y="540763"/>
                          </a:cubicBezTo>
                          <a:cubicBezTo>
                            <a:pt x="211719" y="541953"/>
                            <a:pt x="211719" y="543142"/>
                            <a:pt x="211719" y="544331"/>
                          </a:cubicBezTo>
                          <a:cubicBezTo>
                            <a:pt x="216477" y="544331"/>
                            <a:pt x="218856" y="537195"/>
                            <a:pt x="221235" y="540763"/>
                          </a:cubicBezTo>
                          <a:cubicBezTo>
                            <a:pt x="218856" y="552657"/>
                            <a:pt x="221235" y="557415"/>
                            <a:pt x="222424" y="569309"/>
                          </a:cubicBezTo>
                          <a:cubicBezTo>
                            <a:pt x="223614" y="577636"/>
                            <a:pt x="227182" y="578825"/>
                            <a:pt x="230750" y="574067"/>
                          </a:cubicBezTo>
                          <a:cubicBezTo>
                            <a:pt x="231940" y="572878"/>
                            <a:pt x="231940" y="569309"/>
                            <a:pt x="233129" y="571688"/>
                          </a:cubicBezTo>
                          <a:cubicBezTo>
                            <a:pt x="235508" y="572878"/>
                            <a:pt x="231940" y="580015"/>
                            <a:pt x="234319" y="580015"/>
                          </a:cubicBezTo>
                          <a:cubicBezTo>
                            <a:pt x="236698" y="580015"/>
                            <a:pt x="236698" y="575257"/>
                            <a:pt x="237887" y="577636"/>
                          </a:cubicBezTo>
                          <a:cubicBezTo>
                            <a:pt x="243834" y="585962"/>
                            <a:pt x="246213" y="587151"/>
                            <a:pt x="248592" y="590719"/>
                          </a:cubicBezTo>
                          <a:cubicBezTo>
                            <a:pt x="250971" y="596667"/>
                            <a:pt x="228371" y="593098"/>
                            <a:pt x="229561" y="600235"/>
                          </a:cubicBezTo>
                          <a:cubicBezTo>
                            <a:pt x="230750" y="602614"/>
                            <a:pt x="234319" y="601424"/>
                            <a:pt x="234319" y="602614"/>
                          </a:cubicBezTo>
                          <a:cubicBezTo>
                            <a:pt x="239076" y="622834"/>
                            <a:pt x="256918" y="628781"/>
                            <a:pt x="274759" y="634728"/>
                          </a:cubicBezTo>
                          <a:cubicBezTo>
                            <a:pt x="270002" y="637107"/>
                            <a:pt x="274759" y="639486"/>
                            <a:pt x="274759" y="644244"/>
                          </a:cubicBezTo>
                          <a:cubicBezTo>
                            <a:pt x="277138" y="644244"/>
                            <a:pt x="279517" y="644244"/>
                            <a:pt x="279517" y="645433"/>
                          </a:cubicBezTo>
                          <a:cubicBezTo>
                            <a:pt x="279517" y="653759"/>
                            <a:pt x="286654" y="654949"/>
                            <a:pt x="292601" y="659707"/>
                          </a:cubicBezTo>
                          <a:cubicBezTo>
                            <a:pt x="309253" y="672790"/>
                            <a:pt x="323526" y="694200"/>
                            <a:pt x="343747" y="681116"/>
                          </a:cubicBezTo>
                          <a:cubicBezTo>
                            <a:pt x="349694" y="676359"/>
                            <a:pt x="336610" y="672790"/>
                            <a:pt x="341368" y="668033"/>
                          </a:cubicBezTo>
                          <a:cubicBezTo>
                            <a:pt x="342557" y="666843"/>
                            <a:pt x="348504" y="669222"/>
                            <a:pt x="346125" y="665654"/>
                          </a:cubicBezTo>
                          <a:cubicBezTo>
                            <a:pt x="344936" y="662085"/>
                            <a:pt x="336610" y="657328"/>
                            <a:pt x="341368" y="656138"/>
                          </a:cubicBezTo>
                          <a:cubicBezTo>
                            <a:pt x="340178" y="656138"/>
                            <a:pt x="335421" y="657328"/>
                            <a:pt x="336610" y="656138"/>
                          </a:cubicBezTo>
                          <a:cubicBezTo>
                            <a:pt x="342557" y="638297"/>
                            <a:pt x="327095" y="629971"/>
                            <a:pt x="317579" y="619266"/>
                          </a:cubicBezTo>
                          <a:cubicBezTo>
                            <a:pt x="316390" y="616887"/>
                            <a:pt x="310442" y="619266"/>
                            <a:pt x="309253" y="616887"/>
                          </a:cubicBezTo>
                          <a:cubicBezTo>
                            <a:pt x="305685" y="604993"/>
                            <a:pt x="300927" y="601424"/>
                            <a:pt x="303306" y="594288"/>
                          </a:cubicBezTo>
                          <a:cubicBezTo>
                            <a:pt x="305685" y="588341"/>
                            <a:pt x="304495" y="583583"/>
                            <a:pt x="309253" y="589530"/>
                          </a:cubicBezTo>
                          <a:cubicBezTo>
                            <a:pt x="316390" y="600235"/>
                            <a:pt x="316390" y="614508"/>
                            <a:pt x="324716" y="610940"/>
                          </a:cubicBezTo>
                          <a:cubicBezTo>
                            <a:pt x="327095" y="609750"/>
                            <a:pt x="317579" y="600235"/>
                            <a:pt x="323526" y="600235"/>
                          </a:cubicBezTo>
                          <a:cubicBezTo>
                            <a:pt x="328284" y="600235"/>
                            <a:pt x="324716" y="609750"/>
                            <a:pt x="330663" y="615698"/>
                          </a:cubicBezTo>
                          <a:cubicBezTo>
                            <a:pt x="336610" y="622834"/>
                            <a:pt x="337799" y="632350"/>
                            <a:pt x="343747" y="628781"/>
                          </a:cubicBezTo>
                          <a:cubicBezTo>
                            <a:pt x="347315" y="626402"/>
                            <a:pt x="341368" y="613319"/>
                            <a:pt x="344936" y="614508"/>
                          </a:cubicBezTo>
                          <a:cubicBezTo>
                            <a:pt x="350883" y="615698"/>
                            <a:pt x="344936" y="638297"/>
                            <a:pt x="354452" y="632350"/>
                          </a:cubicBezTo>
                          <a:cubicBezTo>
                            <a:pt x="356831" y="629971"/>
                            <a:pt x="350883" y="626402"/>
                            <a:pt x="354452" y="627592"/>
                          </a:cubicBezTo>
                          <a:cubicBezTo>
                            <a:pt x="360399" y="627592"/>
                            <a:pt x="353262" y="627592"/>
                            <a:pt x="361588" y="632350"/>
                          </a:cubicBezTo>
                          <a:cubicBezTo>
                            <a:pt x="368725" y="635918"/>
                            <a:pt x="368725" y="637107"/>
                            <a:pt x="369914" y="641865"/>
                          </a:cubicBezTo>
                          <a:cubicBezTo>
                            <a:pt x="371104" y="647812"/>
                            <a:pt x="367535" y="653759"/>
                            <a:pt x="371104" y="656138"/>
                          </a:cubicBezTo>
                          <a:cubicBezTo>
                            <a:pt x="372293" y="657328"/>
                            <a:pt x="375861" y="657328"/>
                            <a:pt x="378240" y="656138"/>
                          </a:cubicBezTo>
                          <a:cubicBezTo>
                            <a:pt x="382998" y="651381"/>
                            <a:pt x="372293" y="638297"/>
                            <a:pt x="375861" y="635918"/>
                          </a:cubicBezTo>
                          <a:cubicBezTo>
                            <a:pt x="379430" y="633539"/>
                            <a:pt x="380619" y="644244"/>
                            <a:pt x="385377" y="639486"/>
                          </a:cubicBezTo>
                          <a:cubicBezTo>
                            <a:pt x="393703" y="631160"/>
                            <a:pt x="374672" y="599045"/>
                            <a:pt x="385377" y="602614"/>
                          </a:cubicBezTo>
                          <a:cubicBezTo>
                            <a:pt x="396082" y="604993"/>
                            <a:pt x="388945" y="631160"/>
                            <a:pt x="394892" y="624024"/>
                          </a:cubicBezTo>
                          <a:cubicBezTo>
                            <a:pt x="399650" y="618076"/>
                            <a:pt x="402029" y="608561"/>
                            <a:pt x="398461" y="601424"/>
                          </a:cubicBezTo>
                          <a:cubicBezTo>
                            <a:pt x="394892" y="591909"/>
                            <a:pt x="380619" y="582393"/>
                            <a:pt x="385377" y="572878"/>
                          </a:cubicBezTo>
                          <a:cubicBezTo>
                            <a:pt x="387756" y="568120"/>
                            <a:pt x="392514" y="570499"/>
                            <a:pt x="393703" y="568120"/>
                          </a:cubicBezTo>
                          <a:cubicBezTo>
                            <a:pt x="393703" y="565741"/>
                            <a:pt x="384187" y="570499"/>
                            <a:pt x="382998" y="566931"/>
                          </a:cubicBezTo>
                          <a:cubicBezTo>
                            <a:pt x="381809" y="562173"/>
                            <a:pt x="384187" y="560983"/>
                            <a:pt x="385377" y="558605"/>
                          </a:cubicBezTo>
                          <a:cubicBezTo>
                            <a:pt x="385377" y="556226"/>
                            <a:pt x="387756" y="550279"/>
                            <a:pt x="382998" y="551468"/>
                          </a:cubicBezTo>
                          <a:cubicBezTo>
                            <a:pt x="384187" y="556226"/>
                            <a:pt x="373483" y="555036"/>
                            <a:pt x="372293" y="552657"/>
                          </a:cubicBezTo>
                          <a:cubicBezTo>
                            <a:pt x="374672" y="551468"/>
                            <a:pt x="375861" y="547900"/>
                            <a:pt x="374672" y="543142"/>
                          </a:cubicBezTo>
                          <a:cubicBezTo>
                            <a:pt x="373483" y="543142"/>
                            <a:pt x="373483" y="545521"/>
                            <a:pt x="372293" y="545521"/>
                          </a:cubicBezTo>
                          <a:cubicBezTo>
                            <a:pt x="372293" y="543142"/>
                            <a:pt x="373483" y="538384"/>
                            <a:pt x="369914" y="540763"/>
                          </a:cubicBezTo>
                          <a:cubicBezTo>
                            <a:pt x="369914" y="543142"/>
                            <a:pt x="368725" y="543142"/>
                            <a:pt x="366346" y="543142"/>
                          </a:cubicBezTo>
                          <a:cubicBezTo>
                            <a:pt x="366346" y="541953"/>
                            <a:pt x="367535" y="539574"/>
                            <a:pt x="367535" y="538384"/>
                          </a:cubicBezTo>
                          <a:cubicBezTo>
                            <a:pt x="366346" y="538384"/>
                            <a:pt x="365157" y="539574"/>
                            <a:pt x="363967" y="539574"/>
                          </a:cubicBezTo>
                          <a:cubicBezTo>
                            <a:pt x="362778" y="531248"/>
                            <a:pt x="359209" y="530058"/>
                            <a:pt x="361588" y="524111"/>
                          </a:cubicBezTo>
                          <a:cubicBezTo>
                            <a:pt x="362778" y="520543"/>
                            <a:pt x="363967" y="524111"/>
                            <a:pt x="363967" y="519353"/>
                          </a:cubicBezTo>
                          <a:cubicBezTo>
                            <a:pt x="363967" y="515785"/>
                            <a:pt x="358020" y="520543"/>
                            <a:pt x="359209" y="516974"/>
                          </a:cubicBezTo>
                          <a:cubicBezTo>
                            <a:pt x="359209" y="511027"/>
                            <a:pt x="367535" y="511027"/>
                            <a:pt x="363967" y="507459"/>
                          </a:cubicBezTo>
                          <a:cubicBezTo>
                            <a:pt x="361588" y="505080"/>
                            <a:pt x="358020" y="503891"/>
                            <a:pt x="354452" y="506270"/>
                          </a:cubicBezTo>
                          <a:cubicBezTo>
                            <a:pt x="352073" y="508648"/>
                            <a:pt x="344936" y="516974"/>
                            <a:pt x="344936" y="511027"/>
                          </a:cubicBezTo>
                          <a:cubicBezTo>
                            <a:pt x="344936" y="506270"/>
                            <a:pt x="353262" y="503891"/>
                            <a:pt x="355641" y="499133"/>
                          </a:cubicBezTo>
                          <a:cubicBezTo>
                            <a:pt x="350883" y="497943"/>
                            <a:pt x="350883" y="490807"/>
                            <a:pt x="344936" y="489617"/>
                          </a:cubicBezTo>
                          <a:cubicBezTo>
                            <a:pt x="347315" y="488428"/>
                            <a:pt x="348504" y="484860"/>
                            <a:pt x="347315" y="480102"/>
                          </a:cubicBezTo>
                          <a:cubicBezTo>
                            <a:pt x="343747" y="476534"/>
                            <a:pt x="335421" y="478913"/>
                            <a:pt x="333042" y="474155"/>
                          </a:cubicBezTo>
                          <a:cubicBezTo>
                            <a:pt x="340178" y="476534"/>
                            <a:pt x="338989" y="470587"/>
                            <a:pt x="344936" y="471776"/>
                          </a:cubicBezTo>
                          <a:cubicBezTo>
                            <a:pt x="342557" y="477723"/>
                            <a:pt x="348504" y="477723"/>
                            <a:pt x="353262" y="476534"/>
                          </a:cubicBezTo>
                          <a:cubicBezTo>
                            <a:pt x="356831" y="482481"/>
                            <a:pt x="349694" y="495565"/>
                            <a:pt x="358020" y="494375"/>
                          </a:cubicBezTo>
                          <a:cubicBezTo>
                            <a:pt x="365157" y="493186"/>
                            <a:pt x="363967" y="499133"/>
                            <a:pt x="371104" y="493186"/>
                          </a:cubicBezTo>
                          <a:cubicBezTo>
                            <a:pt x="381809" y="484860"/>
                            <a:pt x="359209" y="480102"/>
                            <a:pt x="363967" y="469397"/>
                          </a:cubicBezTo>
                          <a:cubicBezTo>
                            <a:pt x="366346" y="469397"/>
                            <a:pt x="365157" y="472965"/>
                            <a:pt x="365157" y="474155"/>
                          </a:cubicBezTo>
                          <a:cubicBezTo>
                            <a:pt x="369914" y="474155"/>
                            <a:pt x="373483" y="472965"/>
                            <a:pt x="374672" y="470587"/>
                          </a:cubicBezTo>
                          <a:cubicBezTo>
                            <a:pt x="374672" y="465829"/>
                            <a:pt x="367535" y="462260"/>
                            <a:pt x="368725" y="461071"/>
                          </a:cubicBezTo>
                          <a:cubicBezTo>
                            <a:pt x="373483" y="461071"/>
                            <a:pt x="373483" y="465829"/>
                            <a:pt x="378240" y="464639"/>
                          </a:cubicBezTo>
                          <a:cubicBezTo>
                            <a:pt x="379430" y="462260"/>
                            <a:pt x="377051" y="457503"/>
                            <a:pt x="379430" y="457503"/>
                          </a:cubicBezTo>
                          <a:cubicBezTo>
                            <a:pt x="380619" y="459881"/>
                            <a:pt x="384187" y="459881"/>
                            <a:pt x="382998" y="462260"/>
                          </a:cubicBezTo>
                          <a:cubicBezTo>
                            <a:pt x="384187" y="465829"/>
                            <a:pt x="378240" y="463450"/>
                            <a:pt x="380619" y="469397"/>
                          </a:cubicBezTo>
                          <a:cubicBezTo>
                            <a:pt x="386566" y="470587"/>
                            <a:pt x="386566" y="474155"/>
                            <a:pt x="382998" y="478913"/>
                          </a:cubicBezTo>
                          <a:cubicBezTo>
                            <a:pt x="391324" y="476534"/>
                            <a:pt x="386566" y="488428"/>
                            <a:pt x="393703" y="487239"/>
                          </a:cubicBezTo>
                          <a:cubicBezTo>
                            <a:pt x="396082" y="482481"/>
                            <a:pt x="403218" y="480102"/>
                            <a:pt x="406787" y="476534"/>
                          </a:cubicBezTo>
                          <a:cubicBezTo>
                            <a:pt x="405597" y="486049"/>
                            <a:pt x="393703" y="484860"/>
                            <a:pt x="393703" y="495565"/>
                          </a:cubicBezTo>
                          <a:cubicBezTo>
                            <a:pt x="409166" y="495565"/>
                            <a:pt x="418681" y="481291"/>
                            <a:pt x="428197" y="480102"/>
                          </a:cubicBezTo>
                          <a:cubicBezTo>
                            <a:pt x="419870" y="484860"/>
                            <a:pt x="419870" y="497943"/>
                            <a:pt x="405597" y="495565"/>
                          </a:cubicBezTo>
                          <a:cubicBezTo>
                            <a:pt x="405597" y="499133"/>
                            <a:pt x="402029" y="500322"/>
                            <a:pt x="402029" y="503891"/>
                          </a:cubicBezTo>
                          <a:cubicBezTo>
                            <a:pt x="403218" y="507459"/>
                            <a:pt x="407976" y="501512"/>
                            <a:pt x="410355" y="505080"/>
                          </a:cubicBezTo>
                          <a:cubicBezTo>
                            <a:pt x="410355" y="508648"/>
                            <a:pt x="403218" y="503891"/>
                            <a:pt x="405597" y="508648"/>
                          </a:cubicBezTo>
                          <a:cubicBezTo>
                            <a:pt x="403218" y="513406"/>
                            <a:pt x="411545" y="508648"/>
                            <a:pt x="410355" y="512217"/>
                          </a:cubicBezTo>
                          <a:cubicBezTo>
                            <a:pt x="407976" y="513406"/>
                            <a:pt x="404408" y="513406"/>
                            <a:pt x="403218" y="516974"/>
                          </a:cubicBezTo>
                          <a:cubicBezTo>
                            <a:pt x="404408" y="520543"/>
                            <a:pt x="412734" y="515785"/>
                            <a:pt x="413923" y="519353"/>
                          </a:cubicBezTo>
                          <a:cubicBezTo>
                            <a:pt x="410355" y="519353"/>
                            <a:pt x="411545" y="524111"/>
                            <a:pt x="406787" y="522922"/>
                          </a:cubicBezTo>
                          <a:cubicBezTo>
                            <a:pt x="405597" y="528869"/>
                            <a:pt x="407976" y="532437"/>
                            <a:pt x="411545" y="533626"/>
                          </a:cubicBezTo>
                          <a:cubicBezTo>
                            <a:pt x="411545" y="528869"/>
                            <a:pt x="412734" y="526490"/>
                            <a:pt x="416302" y="525300"/>
                          </a:cubicBezTo>
                          <a:cubicBezTo>
                            <a:pt x="412734" y="532437"/>
                            <a:pt x="415113" y="533626"/>
                            <a:pt x="415113" y="538384"/>
                          </a:cubicBezTo>
                          <a:cubicBezTo>
                            <a:pt x="419870" y="539574"/>
                            <a:pt x="421060" y="532437"/>
                            <a:pt x="424628" y="537195"/>
                          </a:cubicBezTo>
                          <a:cubicBezTo>
                            <a:pt x="424628" y="539574"/>
                            <a:pt x="421060" y="538384"/>
                            <a:pt x="422249" y="540763"/>
                          </a:cubicBezTo>
                          <a:cubicBezTo>
                            <a:pt x="425818" y="541953"/>
                            <a:pt x="428197" y="543142"/>
                            <a:pt x="427007" y="549089"/>
                          </a:cubicBezTo>
                          <a:cubicBezTo>
                            <a:pt x="430575" y="549089"/>
                            <a:pt x="429386" y="544331"/>
                            <a:pt x="435333" y="546710"/>
                          </a:cubicBezTo>
                          <a:cubicBezTo>
                            <a:pt x="432954" y="538384"/>
                            <a:pt x="442470" y="533626"/>
                            <a:pt x="435333" y="528869"/>
                          </a:cubicBezTo>
                          <a:cubicBezTo>
                            <a:pt x="436522" y="527679"/>
                            <a:pt x="438901" y="526490"/>
                            <a:pt x="437712" y="521732"/>
                          </a:cubicBezTo>
                          <a:cubicBezTo>
                            <a:pt x="435333" y="520543"/>
                            <a:pt x="432954" y="519353"/>
                            <a:pt x="432954" y="515785"/>
                          </a:cubicBezTo>
                          <a:cubicBezTo>
                            <a:pt x="434144" y="515785"/>
                            <a:pt x="436522" y="515785"/>
                            <a:pt x="437712" y="515785"/>
                          </a:cubicBezTo>
                          <a:cubicBezTo>
                            <a:pt x="438901" y="511027"/>
                            <a:pt x="432954" y="514596"/>
                            <a:pt x="435333" y="511027"/>
                          </a:cubicBezTo>
                          <a:cubicBezTo>
                            <a:pt x="436522" y="511027"/>
                            <a:pt x="436522" y="511027"/>
                            <a:pt x="437712" y="511027"/>
                          </a:cubicBezTo>
                          <a:cubicBezTo>
                            <a:pt x="444849" y="512217"/>
                            <a:pt x="436522" y="499133"/>
                            <a:pt x="442470" y="500322"/>
                          </a:cubicBezTo>
                          <a:cubicBezTo>
                            <a:pt x="441280" y="506270"/>
                            <a:pt x="444849" y="508648"/>
                            <a:pt x="443659" y="513406"/>
                          </a:cubicBezTo>
                          <a:cubicBezTo>
                            <a:pt x="449606" y="514596"/>
                            <a:pt x="448417" y="508648"/>
                            <a:pt x="451985" y="513406"/>
                          </a:cubicBezTo>
                          <a:cubicBezTo>
                            <a:pt x="451985" y="507459"/>
                            <a:pt x="451985" y="514596"/>
                            <a:pt x="455553" y="513406"/>
                          </a:cubicBezTo>
                          <a:cubicBezTo>
                            <a:pt x="455553" y="507459"/>
                            <a:pt x="455553" y="500322"/>
                            <a:pt x="456743" y="500322"/>
                          </a:cubicBezTo>
                          <a:cubicBezTo>
                            <a:pt x="457932" y="500322"/>
                            <a:pt x="457932" y="501512"/>
                            <a:pt x="457932" y="502701"/>
                          </a:cubicBezTo>
                          <a:cubicBezTo>
                            <a:pt x="462690" y="502701"/>
                            <a:pt x="457932" y="511027"/>
                            <a:pt x="466258" y="507459"/>
                          </a:cubicBezTo>
                          <a:cubicBezTo>
                            <a:pt x="467448" y="500322"/>
                            <a:pt x="465069" y="496754"/>
                            <a:pt x="462690" y="493186"/>
                          </a:cubicBezTo>
                          <a:cubicBezTo>
                            <a:pt x="466258" y="495565"/>
                            <a:pt x="469827" y="497943"/>
                            <a:pt x="476964" y="496754"/>
                          </a:cubicBezTo>
                          <a:cubicBezTo>
                            <a:pt x="480532" y="486049"/>
                            <a:pt x="460311" y="490807"/>
                            <a:pt x="465069" y="483670"/>
                          </a:cubicBezTo>
                          <a:cubicBezTo>
                            <a:pt x="466258" y="484860"/>
                            <a:pt x="467448" y="487239"/>
                            <a:pt x="472205" y="486049"/>
                          </a:cubicBezTo>
                          <a:cubicBezTo>
                            <a:pt x="473395" y="480102"/>
                            <a:pt x="471016" y="478913"/>
                            <a:pt x="469827" y="475344"/>
                          </a:cubicBezTo>
                          <a:cubicBezTo>
                            <a:pt x="474585" y="475344"/>
                            <a:pt x="475774" y="477723"/>
                            <a:pt x="474585" y="483670"/>
                          </a:cubicBezTo>
                          <a:cubicBezTo>
                            <a:pt x="475774" y="483670"/>
                            <a:pt x="475774" y="483670"/>
                            <a:pt x="476964" y="483670"/>
                          </a:cubicBezTo>
                          <a:cubicBezTo>
                            <a:pt x="481721" y="483670"/>
                            <a:pt x="485289" y="483670"/>
                            <a:pt x="490047" y="483670"/>
                          </a:cubicBezTo>
                          <a:cubicBezTo>
                            <a:pt x="491237" y="483670"/>
                            <a:pt x="493616" y="483670"/>
                            <a:pt x="492426" y="481291"/>
                          </a:cubicBezTo>
                          <a:cubicBezTo>
                            <a:pt x="492426" y="478913"/>
                            <a:pt x="484100" y="482481"/>
                            <a:pt x="484100" y="477723"/>
                          </a:cubicBezTo>
                          <a:cubicBezTo>
                            <a:pt x="486479" y="477723"/>
                            <a:pt x="486479" y="478913"/>
                            <a:pt x="488858" y="478913"/>
                          </a:cubicBezTo>
                          <a:cubicBezTo>
                            <a:pt x="491237" y="470587"/>
                            <a:pt x="482911" y="471776"/>
                            <a:pt x="484100" y="465829"/>
                          </a:cubicBezTo>
                          <a:cubicBezTo>
                            <a:pt x="490047" y="465829"/>
                            <a:pt x="491237" y="471776"/>
                            <a:pt x="494805" y="475344"/>
                          </a:cubicBezTo>
                          <a:cubicBezTo>
                            <a:pt x="497184" y="475344"/>
                            <a:pt x="497184" y="474155"/>
                            <a:pt x="499563" y="474155"/>
                          </a:cubicBezTo>
                          <a:cubicBezTo>
                            <a:pt x="500752" y="467018"/>
                            <a:pt x="495994" y="467018"/>
                            <a:pt x="497184" y="461071"/>
                          </a:cubicBezTo>
                          <a:cubicBezTo>
                            <a:pt x="491237" y="463450"/>
                            <a:pt x="491237" y="457503"/>
                            <a:pt x="492426" y="452745"/>
                          </a:cubicBezTo>
                          <a:cubicBezTo>
                            <a:pt x="487668" y="453934"/>
                            <a:pt x="486479" y="451555"/>
                            <a:pt x="486479" y="447987"/>
                          </a:cubicBezTo>
                          <a:cubicBezTo>
                            <a:pt x="482911" y="447987"/>
                            <a:pt x="484100" y="452745"/>
                            <a:pt x="478153" y="450366"/>
                          </a:cubicBezTo>
                          <a:cubicBezTo>
                            <a:pt x="476964" y="452745"/>
                            <a:pt x="479342" y="458692"/>
                            <a:pt x="476964" y="459881"/>
                          </a:cubicBezTo>
                          <a:cubicBezTo>
                            <a:pt x="475774" y="459881"/>
                            <a:pt x="474585" y="458692"/>
                            <a:pt x="473395" y="458692"/>
                          </a:cubicBezTo>
                          <a:cubicBezTo>
                            <a:pt x="473395" y="456313"/>
                            <a:pt x="473395" y="453934"/>
                            <a:pt x="473395" y="450366"/>
                          </a:cubicBezTo>
                          <a:cubicBezTo>
                            <a:pt x="468637" y="451555"/>
                            <a:pt x="469827" y="458692"/>
                            <a:pt x="465069" y="459881"/>
                          </a:cubicBezTo>
                          <a:cubicBezTo>
                            <a:pt x="463880" y="452745"/>
                            <a:pt x="468637" y="451555"/>
                            <a:pt x="468637" y="445608"/>
                          </a:cubicBezTo>
                          <a:cubicBezTo>
                            <a:pt x="459122" y="445608"/>
                            <a:pt x="461501" y="457503"/>
                            <a:pt x="454364" y="458692"/>
                          </a:cubicBezTo>
                          <a:cubicBezTo>
                            <a:pt x="453175" y="453934"/>
                            <a:pt x="454364" y="455124"/>
                            <a:pt x="454364" y="450366"/>
                          </a:cubicBezTo>
                          <a:cubicBezTo>
                            <a:pt x="457932" y="450366"/>
                            <a:pt x="457932" y="446798"/>
                            <a:pt x="462690" y="447987"/>
                          </a:cubicBezTo>
                          <a:cubicBezTo>
                            <a:pt x="461501" y="438472"/>
                            <a:pt x="472205" y="440851"/>
                            <a:pt x="471016" y="432524"/>
                          </a:cubicBezTo>
                          <a:cubicBezTo>
                            <a:pt x="462690" y="430146"/>
                            <a:pt x="462690" y="444419"/>
                            <a:pt x="455553" y="439661"/>
                          </a:cubicBezTo>
                          <a:cubicBezTo>
                            <a:pt x="455553" y="437282"/>
                            <a:pt x="459122" y="438472"/>
                            <a:pt x="457932" y="436093"/>
                          </a:cubicBezTo>
                          <a:cubicBezTo>
                            <a:pt x="450796" y="437282"/>
                            <a:pt x="444849" y="440851"/>
                            <a:pt x="438901" y="436093"/>
                          </a:cubicBezTo>
                          <a:cubicBezTo>
                            <a:pt x="442470" y="437282"/>
                            <a:pt x="443659" y="434903"/>
                            <a:pt x="447228" y="434903"/>
                          </a:cubicBezTo>
                          <a:cubicBezTo>
                            <a:pt x="448417" y="431335"/>
                            <a:pt x="448417" y="432524"/>
                            <a:pt x="449606" y="427767"/>
                          </a:cubicBezTo>
                          <a:cubicBezTo>
                            <a:pt x="450796" y="423009"/>
                            <a:pt x="444849" y="425388"/>
                            <a:pt x="446038" y="423009"/>
                          </a:cubicBezTo>
                          <a:cubicBezTo>
                            <a:pt x="451985" y="421820"/>
                            <a:pt x="449606" y="413494"/>
                            <a:pt x="447228" y="409925"/>
                          </a:cubicBezTo>
                          <a:cubicBezTo>
                            <a:pt x="441280" y="408736"/>
                            <a:pt x="441280" y="414683"/>
                            <a:pt x="434144" y="412304"/>
                          </a:cubicBezTo>
                          <a:cubicBezTo>
                            <a:pt x="434144" y="409925"/>
                            <a:pt x="434144" y="407546"/>
                            <a:pt x="434144" y="403978"/>
                          </a:cubicBezTo>
                          <a:cubicBezTo>
                            <a:pt x="441280" y="405168"/>
                            <a:pt x="443659" y="400410"/>
                            <a:pt x="443659" y="393273"/>
                          </a:cubicBezTo>
                          <a:cubicBezTo>
                            <a:pt x="434144" y="396841"/>
                            <a:pt x="428197" y="403978"/>
                            <a:pt x="424628" y="414683"/>
                          </a:cubicBezTo>
                          <a:cubicBezTo>
                            <a:pt x="418681" y="405168"/>
                            <a:pt x="431765" y="401599"/>
                            <a:pt x="431765" y="393273"/>
                          </a:cubicBezTo>
                          <a:cubicBezTo>
                            <a:pt x="421060" y="395652"/>
                            <a:pt x="421060" y="408736"/>
                            <a:pt x="412734" y="414683"/>
                          </a:cubicBezTo>
                          <a:cubicBezTo>
                            <a:pt x="412734" y="405168"/>
                            <a:pt x="421060" y="402789"/>
                            <a:pt x="421060" y="393273"/>
                          </a:cubicBezTo>
                          <a:cubicBezTo>
                            <a:pt x="413923" y="392084"/>
                            <a:pt x="413923" y="398031"/>
                            <a:pt x="411545" y="401599"/>
                          </a:cubicBezTo>
                          <a:cubicBezTo>
                            <a:pt x="410355" y="394463"/>
                            <a:pt x="415113" y="393273"/>
                            <a:pt x="415113" y="388515"/>
                          </a:cubicBezTo>
                          <a:cubicBezTo>
                            <a:pt x="410355" y="384947"/>
                            <a:pt x="405597" y="381379"/>
                            <a:pt x="399650" y="380189"/>
                          </a:cubicBezTo>
                          <a:cubicBezTo>
                            <a:pt x="400840" y="380189"/>
                            <a:pt x="403218" y="380189"/>
                            <a:pt x="402029" y="377811"/>
                          </a:cubicBezTo>
                          <a:cubicBezTo>
                            <a:pt x="399650" y="376621"/>
                            <a:pt x="393703" y="379000"/>
                            <a:pt x="392514" y="376621"/>
                          </a:cubicBezTo>
                          <a:cubicBezTo>
                            <a:pt x="400840" y="373053"/>
                            <a:pt x="403218" y="374242"/>
                            <a:pt x="412734" y="375432"/>
                          </a:cubicBezTo>
                          <a:cubicBezTo>
                            <a:pt x="412734" y="374242"/>
                            <a:pt x="412734" y="371863"/>
                            <a:pt x="412734" y="370674"/>
                          </a:cubicBezTo>
                          <a:cubicBezTo>
                            <a:pt x="404408" y="371863"/>
                            <a:pt x="399650" y="364727"/>
                            <a:pt x="393703" y="370674"/>
                          </a:cubicBezTo>
                          <a:cubicBezTo>
                            <a:pt x="393703" y="368295"/>
                            <a:pt x="394892" y="368295"/>
                            <a:pt x="394892" y="365916"/>
                          </a:cubicBezTo>
                          <a:cubicBezTo>
                            <a:pt x="390135" y="363537"/>
                            <a:pt x="392514" y="369485"/>
                            <a:pt x="387756" y="368295"/>
                          </a:cubicBezTo>
                          <a:cubicBezTo>
                            <a:pt x="385377" y="363537"/>
                            <a:pt x="379430" y="361158"/>
                            <a:pt x="374672" y="358780"/>
                          </a:cubicBezTo>
                          <a:cubicBezTo>
                            <a:pt x="375861" y="357590"/>
                            <a:pt x="377051" y="356401"/>
                            <a:pt x="378240" y="355211"/>
                          </a:cubicBezTo>
                          <a:cubicBezTo>
                            <a:pt x="380619" y="357590"/>
                            <a:pt x="384187" y="358780"/>
                            <a:pt x="387756" y="359969"/>
                          </a:cubicBezTo>
                          <a:cubicBezTo>
                            <a:pt x="386566" y="350453"/>
                            <a:pt x="375861" y="351643"/>
                            <a:pt x="368725" y="348075"/>
                          </a:cubicBezTo>
                          <a:cubicBezTo>
                            <a:pt x="377051" y="345696"/>
                            <a:pt x="386566" y="352832"/>
                            <a:pt x="398461" y="351643"/>
                          </a:cubicBezTo>
                          <a:cubicBezTo>
                            <a:pt x="400840" y="344506"/>
                            <a:pt x="393703" y="345696"/>
                            <a:pt x="393703" y="340938"/>
                          </a:cubicBezTo>
                          <a:cubicBezTo>
                            <a:pt x="397271" y="340938"/>
                            <a:pt x="400840" y="340938"/>
                            <a:pt x="404408" y="340938"/>
                          </a:cubicBezTo>
                          <a:cubicBezTo>
                            <a:pt x="405597" y="334991"/>
                            <a:pt x="399650" y="334991"/>
                            <a:pt x="399650" y="330233"/>
                          </a:cubicBezTo>
                          <a:cubicBezTo>
                            <a:pt x="393703" y="331422"/>
                            <a:pt x="385377" y="336180"/>
                            <a:pt x="380619" y="333801"/>
                          </a:cubicBezTo>
                          <a:cubicBezTo>
                            <a:pt x="381809" y="330233"/>
                            <a:pt x="387756" y="329044"/>
                            <a:pt x="393703" y="330233"/>
                          </a:cubicBezTo>
                          <a:cubicBezTo>
                            <a:pt x="393703" y="329044"/>
                            <a:pt x="391324" y="329044"/>
                            <a:pt x="391324" y="327854"/>
                          </a:cubicBezTo>
                          <a:cubicBezTo>
                            <a:pt x="394892" y="329044"/>
                            <a:pt x="396082" y="326665"/>
                            <a:pt x="399650" y="326665"/>
                          </a:cubicBezTo>
                          <a:cubicBezTo>
                            <a:pt x="400840" y="323096"/>
                            <a:pt x="393703" y="327854"/>
                            <a:pt x="394892" y="324286"/>
                          </a:cubicBezTo>
                          <a:cubicBezTo>
                            <a:pt x="398461" y="325475"/>
                            <a:pt x="399650" y="323096"/>
                            <a:pt x="403218" y="323096"/>
                          </a:cubicBezTo>
                          <a:cubicBezTo>
                            <a:pt x="406787" y="327854"/>
                            <a:pt x="418681" y="336180"/>
                            <a:pt x="424628" y="331422"/>
                          </a:cubicBezTo>
                          <a:cubicBezTo>
                            <a:pt x="425818" y="334991"/>
                            <a:pt x="427007" y="337370"/>
                            <a:pt x="432954" y="336180"/>
                          </a:cubicBezTo>
                          <a:cubicBezTo>
                            <a:pt x="441280" y="336180"/>
                            <a:pt x="432954" y="314770"/>
                            <a:pt x="409166" y="314770"/>
                          </a:cubicBezTo>
                          <a:cubicBezTo>
                            <a:pt x="407976" y="307634"/>
                            <a:pt x="398461" y="307634"/>
                            <a:pt x="391324" y="305255"/>
                          </a:cubicBezTo>
                          <a:cubicBezTo>
                            <a:pt x="394892" y="304066"/>
                            <a:pt x="396082" y="301687"/>
                            <a:pt x="400840" y="301687"/>
                          </a:cubicBezTo>
                          <a:cubicBezTo>
                            <a:pt x="406787" y="305255"/>
                            <a:pt x="416302" y="298118"/>
                            <a:pt x="430575" y="301687"/>
                          </a:cubicBezTo>
                          <a:cubicBezTo>
                            <a:pt x="438901" y="304066"/>
                            <a:pt x="429386" y="283845"/>
                            <a:pt x="422249" y="269572"/>
                          </a:cubicBezTo>
                          <a:cubicBezTo>
                            <a:pt x="421060" y="267193"/>
                            <a:pt x="416302" y="269572"/>
                            <a:pt x="413923" y="269572"/>
                          </a:cubicBezTo>
                          <a:cubicBezTo>
                            <a:pt x="413923" y="271951"/>
                            <a:pt x="415113" y="276709"/>
                            <a:pt x="411545" y="274330"/>
                          </a:cubicBezTo>
                          <a:cubicBezTo>
                            <a:pt x="411545" y="276709"/>
                            <a:pt x="413923" y="276709"/>
                            <a:pt x="413923" y="277898"/>
                          </a:cubicBezTo>
                          <a:cubicBezTo>
                            <a:pt x="410355" y="281466"/>
                            <a:pt x="404408" y="289792"/>
                            <a:pt x="397271" y="286224"/>
                          </a:cubicBezTo>
                          <a:cubicBezTo>
                            <a:pt x="397271" y="285035"/>
                            <a:pt x="396082" y="285035"/>
                            <a:pt x="396082" y="283845"/>
                          </a:cubicBezTo>
                          <a:cubicBezTo>
                            <a:pt x="400840" y="281466"/>
                            <a:pt x="404408" y="279087"/>
                            <a:pt x="403218" y="271951"/>
                          </a:cubicBezTo>
                          <a:cubicBezTo>
                            <a:pt x="397271" y="269572"/>
                            <a:pt x="398461" y="274330"/>
                            <a:pt x="394892" y="274330"/>
                          </a:cubicBezTo>
                          <a:cubicBezTo>
                            <a:pt x="381809" y="267193"/>
                            <a:pt x="378240" y="287413"/>
                            <a:pt x="368725" y="283845"/>
                          </a:cubicBezTo>
                          <a:cubicBezTo>
                            <a:pt x="374672" y="285035"/>
                            <a:pt x="373483" y="277898"/>
                            <a:pt x="375861" y="274330"/>
                          </a:cubicBezTo>
                          <a:cubicBezTo>
                            <a:pt x="387756" y="268382"/>
                            <a:pt x="404408" y="273140"/>
                            <a:pt x="410355" y="261246"/>
                          </a:cubicBezTo>
                          <a:cubicBezTo>
                            <a:pt x="410355" y="263625"/>
                            <a:pt x="415113" y="263625"/>
                            <a:pt x="419870" y="262435"/>
                          </a:cubicBezTo>
                          <a:cubicBezTo>
                            <a:pt x="430575" y="251730"/>
                            <a:pt x="407976" y="241026"/>
                            <a:pt x="402029" y="233889"/>
                          </a:cubicBezTo>
                          <a:cubicBezTo>
                            <a:pt x="393703" y="238647"/>
                            <a:pt x="386566" y="244594"/>
                            <a:pt x="377051" y="246973"/>
                          </a:cubicBezTo>
                          <a:cubicBezTo>
                            <a:pt x="377051" y="246973"/>
                            <a:pt x="377051" y="245783"/>
                            <a:pt x="377051" y="245783"/>
                          </a:cubicBezTo>
                          <a:cubicBezTo>
                            <a:pt x="374672" y="241026"/>
                            <a:pt x="380619" y="243404"/>
                            <a:pt x="379430" y="238647"/>
                          </a:cubicBezTo>
                          <a:cubicBezTo>
                            <a:pt x="378240" y="238647"/>
                            <a:pt x="378240" y="238647"/>
                            <a:pt x="377051" y="238647"/>
                          </a:cubicBezTo>
                          <a:cubicBezTo>
                            <a:pt x="374672" y="238647"/>
                            <a:pt x="373483" y="241026"/>
                            <a:pt x="372293" y="242215"/>
                          </a:cubicBezTo>
                          <a:cubicBezTo>
                            <a:pt x="365157" y="252920"/>
                            <a:pt x="360399" y="264814"/>
                            <a:pt x="349694" y="264814"/>
                          </a:cubicBezTo>
                          <a:cubicBezTo>
                            <a:pt x="354452" y="258867"/>
                            <a:pt x="365157" y="252920"/>
                            <a:pt x="362778" y="244594"/>
                          </a:cubicBezTo>
                          <a:cubicBezTo>
                            <a:pt x="352073" y="243404"/>
                            <a:pt x="355641" y="256488"/>
                            <a:pt x="347315" y="257678"/>
                          </a:cubicBezTo>
                          <a:cubicBezTo>
                            <a:pt x="348504" y="250541"/>
                            <a:pt x="353262" y="246973"/>
                            <a:pt x="356831" y="242215"/>
                          </a:cubicBezTo>
                          <a:cubicBezTo>
                            <a:pt x="360399" y="242215"/>
                            <a:pt x="365157" y="242215"/>
                            <a:pt x="368725" y="242215"/>
                          </a:cubicBezTo>
                          <a:cubicBezTo>
                            <a:pt x="374672" y="233889"/>
                            <a:pt x="386566" y="231510"/>
                            <a:pt x="381809" y="216047"/>
                          </a:cubicBezTo>
                          <a:cubicBezTo>
                            <a:pt x="377051" y="217237"/>
                            <a:pt x="375861" y="220805"/>
                            <a:pt x="371104" y="220805"/>
                          </a:cubicBezTo>
                          <a:cubicBezTo>
                            <a:pt x="369914" y="224373"/>
                            <a:pt x="372293" y="230321"/>
                            <a:pt x="369914" y="231510"/>
                          </a:cubicBezTo>
                          <a:cubicBezTo>
                            <a:pt x="363967" y="221994"/>
                            <a:pt x="348504" y="236268"/>
                            <a:pt x="338989" y="232699"/>
                          </a:cubicBezTo>
                          <a:cubicBezTo>
                            <a:pt x="343747" y="230321"/>
                            <a:pt x="348504" y="227942"/>
                            <a:pt x="349694" y="223184"/>
                          </a:cubicBezTo>
                          <a:cubicBezTo>
                            <a:pt x="346125" y="219616"/>
                            <a:pt x="344936" y="223184"/>
                            <a:pt x="341368" y="220805"/>
                          </a:cubicBezTo>
                          <a:cubicBezTo>
                            <a:pt x="348504" y="219616"/>
                            <a:pt x="349694" y="211290"/>
                            <a:pt x="356831" y="210100"/>
                          </a:cubicBezTo>
                          <a:cubicBezTo>
                            <a:pt x="362778" y="210100"/>
                            <a:pt x="362778" y="218426"/>
                            <a:pt x="368725" y="214858"/>
                          </a:cubicBezTo>
                          <a:cubicBezTo>
                            <a:pt x="373483" y="212479"/>
                            <a:pt x="375861" y="208911"/>
                            <a:pt x="378240" y="204153"/>
                          </a:cubicBezTo>
                          <a:cubicBezTo>
                            <a:pt x="371104" y="195827"/>
                            <a:pt x="371104" y="175607"/>
                            <a:pt x="359209" y="174417"/>
                          </a:cubicBezTo>
                          <a:cubicBezTo>
                            <a:pt x="349694" y="174417"/>
                            <a:pt x="353262" y="192259"/>
                            <a:pt x="343747" y="200585"/>
                          </a:cubicBezTo>
                          <a:cubicBezTo>
                            <a:pt x="336610" y="206532"/>
                            <a:pt x="337799" y="213668"/>
                            <a:pt x="331852" y="213668"/>
                          </a:cubicBezTo>
                          <a:cubicBezTo>
                            <a:pt x="324716" y="213668"/>
                            <a:pt x="335421" y="204153"/>
                            <a:pt x="338989" y="200585"/>
                          </a:cubicBezTo>
                          <a:cubicBezTo>
                            <a:pt x="341368" y="197016"/>
                            <a:pt x="340178" y="191069"/>
                            <a:pt x="337799" y="192259"/>
                          </a:cubicBezTo>
                          <a:cubicBezTo>
                            <a:pt x="331852" y="194638"/>
                            <a:pt x="330663" y="202964"/>
                            <a:pt x="324716" y="205342"/>
                          </a:cubicBezTo>
                          <a:cubicBezTo>
                            <a:pt x="323526" y="206532"/>
                            <a:pt x="321147" y="206532"/>
                            <a:pt x="321147" y="205342"/>
                          </a:cubicBezTo>
                          <a:cubicBezTo>
                            <a:pt x="319958" y="199395"/>
                            <a:pt x="334231" y="189880"/>
                            <a:pt x="335421" y="179175"/>
                          </a:cubicBezTo>
                          <a:cubicBezTo>
                            <a:pt x="336610" y="169659"/>
                            <a:pt x="324716" y="191069"/>
                            <a:pt x="317579" y="194638"/>
                          </a:cubicBezTo>
                          <a:cubicBezTo>
                            <a:pt x="317579" y="192259"/>
                            <a:pt x="317579" y="191069"/>
                            <a:pt x="317579" y="189880"/>
                          </a:cubicBezTo>
                          <a:cubicBezTo>
                            <a:pt x="317579" y="187501"/>
                            <a:pt x="317579" y="185122"/>
                            <a:pt x="317579" y="181554"/>
                          </a:cubicBezTo>
                          <a:cubicBezTo>
                            <a:pt x="318768" y="181554"/>
                            <a:pt x="319958" y="181554"/>
                            <a:pt x="319958" y="181554"/>
                          </a:cubicBezTo>
                          <a:cubicBezTo>
                            <a:pt x="325905" y="181554"/>
                            <a:pt x="327095" y="180364"/>
                            <a:pt x="330663" y="176796"/>
                          </a:cubicBezTo>
                          <a:cubicBezTo>
                            <a:pt x="334231" y="173228"/>
                            <a:pt x="338989" y="172038"/>
                            <a:pt x="336610" y="168470"/>
                          </a:cubicBezTo>
                          <a:cubicBezTo>
                            <a:pt x="335421" y="167280"/>
                            <a:pt x="334231" y="168470"/>
                            <a:pt x="334231" y="168470"/>
                          </a:cubicBezTo>
                          <a:cubicBezTo>
                            <a:pt x="328284" y="169659"/>
                            <a:pt x="329473" y="169659"/>
                            <a:pt x="321147" y="170849"/>
                          </a:cubicBezTo>
                          <a:cubicBezTo>
                            <a:pt x="316390" y="172038"/>
                            <a:pt x="315200" y="176796"/>
                            <a:pt x="311632" y="180364"/>
                          </a:cubicBezTo>
                          <a:cubicBezTo>
                            <a:pt x="310442" y="177985"/>
                            <a:pt x="306874" y="179175"/>
                            <a:pt x="308064" y="176796"/>
                          </a:cubicBezTo>
                          <a:cubicBezTo>
                            <a:pt x="310442" y="176796"/>
                            <a:pt x="312821" y="176796"/>
                            <a:pt x="312821" y="175607"/>
                          </a:cubicBezTo>
                          <a:cubicBezTo>
                            <a:pt x="309253" y="174417"/>
                            <a:pt x="306874" y="173228"/>
                            <a:pt x="304495" y="172038"/>
                          </a:cubicBezTo>
                          <a:cubicBezTo>
                            <a:pt x="305685" y="172038"/>
                            <a:pt x="306874" y="172038"/>
                            <a:pt x="308064" y="172038"/>
                          </a:cubicBezTo>
                          <a:cubicBezTo>
                            <a:pt x="308064" y="172038"/>
                            <a:pt x="309253" y="172038"/>
                            <a:pt x="309253" y="172038"/>
                          </a:cubicBezTo>
                          <a:cubicBezTo>
                            <a:pt x="310442" y="167280"/>
                            <a:pt x="304495" y="169659"/>
                            <a:pt x="305685" y="167280"/>
                          </a:cubicBezTo>
                          <a:cubicBezTo>
                            <a:pt x="310442" y="163712"/>
                            <a:pt x="316390" y="172038"/>
                            <a:pt x="319958" y="167280"/>
                          </a:cubicBezTo>
                          <a:cubicBezTo>
                            <a:pt x="323526" y="162523"/>
                            <a:pt x="324716" y="161333"/>
                            <a:pt x="328284" y="158954"/>
                          </a:cubicBezTo>
                          <a:cubicBezTo>
                            <a:pt x="328284" y="155386"/>
                            <a:pt x="328284" y="151818"/>
                            <a:pt x="328284" y="148250"/>
                          </a:cubicBezTo>
                          <a:cubicBezTo>
                            <a:pt x="324716" y="145871"/>
                            <a:pt x="321147" y="144681"/>
                            <a:pt x="317579" y="143492"/>
                          </a:cubicBezTo>
                          <a:cubicBezTo>
                            <a:pt x="316390" y="147060"/>
                            <a:pt x="310442" y="153007"/>
                            <a:pt x="306874" y="150628"/>
                          </a:cubicBezTo>
                          <a:cubicBezTo>
                            <a:pt x="308064" y="147060"/>
                            <a:pt x="312821" y="148250"/>
                            <a:pt x="311632" y="142302"/>
                          </a:cubicBezTo>
                          <a:cubicBezTo>
                            <a:pt x="308064" y="138734"/>
                            <a:pt x="302116" y="145871"/>
                            <a:pt x="299738" y="142302"/>
                          </a:cubicBezTo>
                          <a:cubicBezTo>
                            <a:pt x="306874" y="145871"/>
                            <a:pt x="311632" y="145871"/>
                            <a:pt x="311632" y="143492"/>
                          </a:cubicBezTo>
                          <a:close/>
                          <a:moveTo>
                            <a:pt x="240266" y="551468"/>
                          </a:moveTo>
                          <a:cubicBezTo>
                            <a:pt x="241455" y="549089"/>
                            <a:pt x="242645" y="546710"/>
                            <a:pt x="247402" y="545521"/>
                          </a:cubicBezTo>
                          <a:cubicBezTo>
                            <a:pt x="246213" y="549089"/>
                            <a:pt x="243834" y="552657"/>
                            <a:pt x="240266" y="551468"/>
                          </a:cubicBezTo>
                          <a:close/>
                          <a:moveTo>
                            <a:pt x="284275" y="555036"/>
                          </a:moveTo>
                          <a:cubicBezTo>
                            <a:pt x="283085" y="555036"/>
                            <a:pt x="283085" y="555036"/>
                            <a:pt x="281896" y="555036"/>
                          </a:cubicBezTo>
                          <a:cubicBezTo>
                            <a:pt x="281896" y="553847"/>
                            <a:pt x="281896" y="553847"/>
                            <a:pt x="281896" y="552657"/>
                          </a:cubicBezTo>
                          <a:cubicBezTo>
                            <a:pt x="279517" y="552657"/>
                            <a:pt x="278328" y="551468"/>
                            <a:pt x="277138" y="551468"/>
                          </a:cubicBezTo>
                          <a:cubicBezTo>
                            <a:pt x="275949" y="546710"/>
                            <a:pt x="281896" y="550279"/>
                            <a:pt x="279517" y="546710"/>
                          </a:cubicBezTo>
                          <a:cubicBezTo>
                            <a:pt x="279517" y="544331"/>
                            <a:pt x="274759" y="545521"/>
                            <a:pt x="272381" y="545521"/>
                          </a:cubicBezTo>
                          <a:cubicBezTo>
                            <a:pt x="270002" y="545521"/>
                            <a:pt x="271191" y="549089"/>
                            <a:pt x="271191" y="550279"/>
                          </a:cubicBezTo>
                          <a:cubicBezTo>
                            <a:pt x="266433" y="550279"/>
                            <a:pt x="260486" y="550279"/>
                            <a:pt x="255729" y="550279"/>
                          </a:cubicBezTo>
                          <a:cubicBezTo>
                            <a:pt x="254539" y="546710"/>
                            <a:pt x="252160" y="545521"/>
                            <a:pt x="253350" y="539574"/>
                          </a:cubicBezTo>
                          <a:cubicBezTo>
                            <a:pt x="259297" y="545521"/>
                            <a:pt x="259297" y="538384"/>
                            <a:pt x="265244" y="537195"/>
                          </a:cubicBezTo>
                          <a:cubicBezTo>
                            <a:pt x="265244" y="533626"/>
                            <a:pt x="262865" y="533626"/>
                            <a:pt x="264055" y="528869"/>
                          </a:cubicBezTo>
                          <a:cubicBezTo>
                            <a:pt x="266433" y="528869"/>
                            <a:pt x="266433" y="527679"/>
                            <a:pt x="266433" y="526490"/>
                          </a:cubicBezTo>
                          <a:cubicBezTo>
                            <a:pt x="268812" y="521732"/>
                            <a:pt x="259297" y="518164"/>
                            <a:pt x="266433" y="515785"/>
                          </a:cubicBezTo>
                          <a:cubicBezTo>
                            <a:pt x="266433" y="514596"/>
                            <a:pt x="266433" y="514596"/>
                            <a:pt x="266433" y="513406"/>
                          </a:cubicBezTo>
                          <a:cubicBezTo>
                            <a:pt x="273570" y="516974"/>
                            <a:pt x="275949" y="526490"/>
                            <a:pt x="281896" y="532437"/>
                          </a:cubicBezTo>
                          <a:cubicBezTo>
                            <a:pt x="281896" y="537195"/>
                            <a:pt x="281896" y="540763"/>
                            <a:pt x="281896" y="545521"/>
                          </a:cubicBezTo>
                          <a:cubicBezTo>
                            <a:pt x="283085" y="545521"/>
                            <a:pt x="283085" y="545521"/>
                            <a:pt x="284275" y="545521"/>
                          </a:cubicBezTo>
                          <a:cubicBezTo>
                            <a:pt x="284275" y="547900"/>
                            <a:pt x="284275" y="551468"/>
                            <a:pt x="284275" y="55503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0" name="Freeform 809">
                      <a:extLst>
                        <a:ext uri="{FF2B5EF4-FFF2-40B4-BE49-F238E27FC236}">
                          <a16:creationId xmlns:a16="http://schemas.microsoft.com/office/drawing/2014/main" id="{754413A8-F96A-1113-A409-66674156A1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40194" y="2457450"/>
                      <a:ext cx="892" cy="11894"/>
                    </a:xfrm>
                    <a:custGeom>
                      <a:avLst/>
                      <a:gdLst>
                        <a:gd name="connsiteX0" fmla="*/ 0 w 892"/>
                        <a:gd name="connsiteY0" fmla="*/ 0 h 11894"/>
                        <a:gd name="connsiteX1" fmla="*/ 0 w 892"/>
                        <a:gd name="connsiteY1" fmla="*/ 0 h 11894"/>
                        <a:gd name="connsiteX2" fmla="*/ 0 w 892"/>
                        <a:gd name="connsiteY2" fmla="*/ 0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92" h="11894">
                          <a:moveTo>
                            <a:pt x="0" y="0"/>
                          </a:moveTo>
                          <a:lnTo>
                            <a:pt x="0" y="0"/>
                          </a:lnTo>
                          <a:cubicBezTo>
                            <a:pt x="1190" y="0"/>
                            <a:pt x="1190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1" name="Freeform 810">
                      <a:extLst>
                        <a:ext uri="{FF2B5EF4-FFF2-40B4-BE49-F238E27FC236}">
                          <a16:creationId xmlns:a16="http://schemas.microsoft.com/office/drawing/2014/main" id="{0DFBDC65-9CB2-FE31-2499-0432DA6648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08980" y="1693074"/>
                      <a:ext cx="340064" cy="335597"/>
                    </a:xfrm>
                    <a:custGeom>
                      <a:avLst/>
                      <a:gdLst>
                        <a:gd name="connsiteX0" fmla="*/ 330549 w 340064"/>
                        <a:gd name="connsiteY0" fmla="*/ 260056 h 335597"/>
                        <a:gd name="connsiteX1" fmla="*/ 332928 w 340064"/>
                        <a:gd name="connsiteY1" fmla="*/ 252919 h 335597"/>
                        <a:gd name="connsiteX2" fmla="*/ 317465 w 340064"/>
                        <a:gd name="connsiteY2" fmla="*/ 218426 h 335597"/>
                        <a:gd name="connsiteX3" fmla="*/ 313897 w 340064"/>
                        <a:gd name="connsiteY3" fmla="*/ 223184 h 335597"/>
                        <a:gd name="connsiteX4" fmla="*/ 297245 w 340064"/>
                        <a:gd name="connsiteY4" fmla="*/ 182743 h 335597"/>
                        <a:gd name="connsiteX5" fmla="*/ 309139 w 340064"/>
                        <a:gd name="connsiteY5" fmla="*/ 174417 h 335597"/>
                        <a:gd name="connsiteX6" fmla="*/ 317465 w 340064"/>
                        <a:gd name="connsiteY6" fmla="*/ 148249 h 335597"/>
                        <a:gd name="connsiteX7" fmla="*/ 316276 w 340064"/>
                        <a:gd name="connsiteY7" fmla="*/ 130408 h 335597"/>
                        <a:gd name="connsiteX8" fmla="*/ 337686 w 340064"/>
                        <a:gd name="connsiteY8" fmla="*/ 75694 h 335597"/>
                        <a:gd name="connsiteX9" fmla="*/ 335307 w 340064"/>
                        <a:gd name="connsiteY9" fmla="*/ 62610 h 335597"/>
                        <a:gd name="connsiteX10" fmla="*/ 326981 w 340064"/>
                        <a:gd name="connsiteY10" fmla="*/ 41200 h 335597"/>
                        <a:gd name="connsiteX11" fmla="*/ 317465 w 340064"/>
                        <a:gd name="connsiteY11" fmla="*/ 38821 h 335597"/>
                        <a:gd name="connsiteX12" fmla="*/ 315086 w 340064"/>
                        <a:gd name="connsiteY12" fmla="*/ 45958 h 335597"/>
                        <a:gd name="connsiteX13" fmla="*/ 311518 w 340064"/>
                        <a:gd name="connsiteY13" fmla="*/ 36442 h 335597"/>
                        <a:gd name="connsiteX14" fmla="*/ 300813 w 340064"/>
                        <a:gd name="connsiteY14" fmla="*/ 30495 h 335597"/>
                        <a:gd name="connsiteX15" fmla="*/ 300813 w 340064"/>
                        <a:gd name="connsiteY15" fmla="*/ 38821 h 335597"/>
                        <a:gd name="connsiteX16" fmla="*/ 292487 w 340064"/>
                        <a:gd name="connsiteY16" fmla="*/ 41200 h 335597"/>
                        <a:gd name="connsiteX17" fmla="*/ 292487 w 340064"/>
                        <a:gd name="connsiteY17" fmla="*/ 49526 h 335597"/>
                        <a:gd name="connsiteX18" fmla="*/ 266320 w 340064"/>
                        <a:gd name="connsiteY18" fmla="*/ 103051 h 335597"/>
                        <a:gd name="connsiteX19" fmla="*/ 263941 w 340064"/>
                        <a:gd name="connsiteY19" fmla="*/ 132786 h 335597"/>
                        <a:gd name="connsiteX20" fmla="*/ 259183 w 340064"/>
                        <a:gd name="connsiteY20" fmla="*/ 132786 h 335597"/>
                        <a:gd name="connsiteX21" fmla="*/ 263941 w 340064"/>
                        <a:gd name="connsiteY21" fmla="*/ 141113 h 335597"/>
                        <a:gd name="connsiteX22" fmla="*/ 250857 w 340064"/>
                        <a:gd name="connsiteY22" fmla="*/ 143491 h 335597"/>
                        <a:gd name="connsiteX23" fmla="*/ 248478 w 340064"/>
                        <a:gd name="connsiteY23" fmla="*/ 151817 h 335597"/>
                        <a:gd name="connsiteX24" fmla="*/ 246099 w 340064"/>
                        <a:gd name="connsiteY24" fmla="*/ 141113 h 335597"/>
                        <a:gd name="connsiteX25" fmla="*/ 250857 w 340064"/>
                        <a:gd name="connsiteY25" fmla="*/ 114945 h 335597"/>
                        <a:gd name="connsiteX26" fmla="*/ 259183 w 340064"/>
                        <a:gd name="connsiteY26" fmla="*/ 93535 h 335597"/>
                        <a:gd name="connsiteX27" fmla="*/ 261562 w 340064"/>
                        <a:gd name="connsiteY27" fmla="*/ 85209 h 335597"/>
                        <a:gd name="connsiteX28" fmla="*/ 259183 w 340064"/>
                        <a:gd name="connsiteY28" fmla="*/ 85209 h 335597"/>
                        <a:gd name="connsiteX29" fmla="*/ 256804 w 340064"/>
                        <a:gd name="connsiteY29" fmla="*/ 50715 h 335597"/>
                        <a:gd name="connsiteX30" fmla="*/ 248478 w 340064"/>
                        <a:gd name="connsiteY30" fmla="*/ 45958 h 335597"/>
                        <a:gd name="connsiteX31" fmla="*/ 240152 w 340064"/>
                        <a:gd name="connsiteY31" fmla="*/ 54284 h 335597"/>
                        <a:gd name="connsiteX32" fmla="*/ 247289 w 340064"/>
                        <a:gd name="connsiteY32" fmla="*/ 67368 h 335597"/>
                        <a:gd name="connsiteX33" fmla="*/ 237773 w 340064"/>
                        <a:gd name="connsiteY33" fmla="*/ 64989 h 335597"/>
                        <a:gd name="connsiteX34" fmla="*/ 241341 w 340064"/>
                        <a:gd name="connsiteY34" fmla="*/ 84020 h 335597"/>
                        <a:gd name="connsiteX35" fmla="*/ 231826 w 340064"/>
                        <a:gd name="connsiteY35" fmla="*/ 84020 h 335597"/>
                        <a:gd name="connsiteX36" fmla="*/ 229447 w 340064"/>
                        <a:gd name="connsiteY36" fmla="*/ 79262 h 335597"/>
                        <a:gd name="connsiteX37" fmla="*/ 224689 w 340064"/>
                        <a:gd name="connsiteY37" fmla="*/ 84020 h 335597"/>
                        <a:gd name="connsiteX38" fmla="*/ 225879 w 340064"/>
                        <a:gd name="connsiteY38" fmla="*/ 73315 h 335597"/>
                        <a:gd name="connsiteX39" fmla="*/ 211605 w 340064"/>
                        <a:gd name="connsiteY39" fmla="*/ 81641 h 335597"/>
                        <a:gd name="connsiteX40" fmla="*/ 211605 w 340064"/>
                        <a:gd name="connsiteY40" fmla="*/ 76883 h 335597"/>
                        <a:gd name="connsiteX41" fmla="*/ 189006 w 340064"/>
                        <a:gd name="connsiteY41" fmla="*/ 75694 h 335597"/>
                        <a:gd name="connsiteX42" fmla="*/ 193764 w 340064"/>
                        <a:gd name="connsiteY42" fmla="*/ 72125 h 335597"/>
                        <a:gd name="connsiteX43" fmla="*/ 208037 w 340064"/>
                        <a:gd name="connsiteY43" fmla="*/ 68557 h 335597"/>
                        <a:gd name="connsiteX44" fmla="*/ 218742 w 340064"/>
                        <a:gd name="connsiteY44" fmla="*/ 64989 h 335597"/>
                        <a:gd name="connsiteX45" fmla="*/ 205658 w 340064"/>
                        <a:gd name="connsiteY45" fmla="*/ 41200 h 335597"/>
                        <a:gd name="connsiteX46" fmla="*/ 197332 w 340064"/>
                        <a:gd name="connsiteY46" fmla="*/ 32874 h 335597"/>
                        <a:gd name="connsiteX47" fmla="*/ 184249 w 340064"/>
                        <a:gd name="connsiteY47" fmla="*/ 35253 h 335597"/>
                        <a:gd name="connsiteX48" fmla="*/ 177112 w 340064"/>
                        <a:gd name="connsiteY48" fmla="*/ 48337 h 335597"/>
                        <a:gd name="connsiteX49" fmla="*/ 172354 w 340064"/>
                        <a:gd name="connsiteY49" fmla="*/ 50715 h 335597"/>
                        <a:gd name="connsiteX50" fmla="*/ 149755 w 340064"/>
                        <a:gd name="connsiteY50" fmla="*/ 47147 h 335597"/>
                        <a:gd name="connsiteX51" fmla="*/ 171165 w 340064"/>
                        <a:gd name="connsiteY51" fmla="*/ 35253 h 335597"/>
                        <a:gd name="connsiteX52" fmla="*/ 181870 w 340064"/>
                        <a:gd name="connsiteY52" fmla="*/ 3138 h 335597"/>
                        <a:gd name="connsiteX53" fmla="*/ 173544 w 340064"/>
                        <a:gd name="connsiteY53" fmla="*/ 3138 h 335597"/>
                        <a:gd name="connsiteX54" fmla="*/ 99799 w 340064"/>
                        <a:gd name="connsiteY54" fmla="*/ 26927 h 335597"/>
                        <a:gd name="connsiteX55" fmla="*/ 60547 w 340064"/>
                        <a:gd name="connsiteY55" fmla="*/ 47147 h 335597"/>
                        <a:gd name="connsiteX56" fmla="*/ 65305 w 340064"/>
                        <a:gd name="connsiteY56" fmla="*/ 54284 h 335597"/>
                        <a:gd name="connsiteX57" fmla="*/ 26054 w 340064"/>
                        <a:gd name="connsiteY57" fmla="*/ 85209 h 335597"/>
                        <a:gd name="connsiteX58" fmla="*/ 33190 w 340064"/>
                        <a:gd name="connsiteY58" fmla="*/ 92346 h 335597"/>
                        <a:gd name="connsiteX59" fmla="*/ 46274 w 340064"/>
                        <a:gd name="connsiteY59" fmla="*/ 89967 h 335597"/>
                        <a:gd name="connsiteX60" fmla="*/ 48653 w 340064"/>
                        <a:gd name="connsiteY60" fmla="*/ 94725 h 335597"/>
                        <a:gd name="connsiteX61" fmla="*/ 45085 w 340064"/>
                        <a:gd name="connsiteY61" fmla="*/ 97103 h 335597"/>
                        <a:gd name="connsiteX62" fmla="*/ 34380 w 340064"/>
                        <a:gd name="connsiteY62" fmla="*/ 94725 h 335597"/>
                        <a:gd name="connsiteX63" fmla="*/ 33190 w 340064"/>
                        <a:gd name="connsiteY63" fmla="*/ 103051 h 335597"/>
                        <a:gd name="connsiteX64" fmla="*/ 46274 w 340064"/>
                        <a:gd name="connsiteY64" fmla="*/ 105429 h 335597"/>
                        <a:gd name="connsiteX65" fmla="*/ 47464 w 340064"/>
                        <a:gd name="connsiteY65" fmla="*/ 99482 h 335597"/>
                        <a:gd name="connsiteX66" fmla="*/ 48653 w 340064"/>
                        <a:gd name="connsiteY66" fmla="*/ 106619 h 335597"/>
                        <a:gd name="connsiteX67" fmla="*/ 96230 w 340064"/>
                        <a:gd name="connsiteY67" fmla="*/ 116134 h 335597"/>
                        <a:gd name="connsiteX68" fmla="*/ 74820 w 340064"/>
                        <a:gd name="connsiteY68" fmla="*/ 113756 h 335597"/>
                        <a:gd name="connsiteX69" fmla="*/ 79578 w 340064"/>
                        <a:gd name="connsiteY69" fmla="*/ 118513 h 335597"/>
                        <a:gd name="connsiteX70" fmla="*/ 15349 w 340064"/>
                        <a:gd name="connsiteY70" fmla="*/ 123271 h 335597"/>
                        <a:gd name="connsiteX71" fmla="*/ 20107 w 340064"/>
                        <a:gd name="connsiteY71" fmla="*/ 153007 h 335597"/>
                        <a:gd name="connsiteX72" fmla="*/ 22485 w 340064"/>
                        <a:gd name="connsiteY72" fmla="*/ 156575 h 335597"/>
                        <a:gd name="connsiteX73" fmla="*/ 47464 w 340064"/>
                        <a:gd name="connsiteY73" fmla="*/ 161333 h 335597"/>
                        <a:gd name="connsiteX74" fmla="*/ 71252 w 340064"/>
                        <a:gd name="connsiteY74" fmla="*/ 163712 h 335597"/>
                        <a:gd name="connsiteX75" fmla="*/ 91473 w 340064"/>
                        <a:gd name="connsiteY75" fmla="*/ 168470 h 335597"/>
                        <a:gd name="connsiteX76" fmla="*/ 112883 w 340064"/>
                        <a:gd name="connsiteY76" fmla="*/ 180364 h 335597"/>
                        <a:gd name="connsiteX77" fmla="*/ 131913 w 340064"/>
                        <a:gd name="connsiteY77" fmla="*/ 207721 h 335597"/>
                        <a:gd name="connsiteX78" fmla="*/ 123587 w 340064"/>
                        <a:gd name="connsiteY78" fmla="*/ 208910 h 335597"/>
                        <a:gd name="connsiteX79" fmla="*/ 103367 w 340064"/>
                        <a:gd name="connsiteY79" fmla="*/ 206531 h 335597"/>
                        <a:gd name="connsiteX80" fmla="*/ 90283 w 340064"/>
                        <a:gd name="connsiteY80" fmla="*/ 197016 h 335597"/>
                        <a:gd name="connsiteX81" fmla="*/ 36759 w 340064"/>
                        <a:gd name="connsiteY81" fmla="*/ 186311 h 335597"/>
                        <a:gd name="connsiteX82" fmla="*/ 12970 w 340064"/>
                        <a:gd name="connsiteY82" fmla="*/ 186311 h 335597"/>
                        <a:gd name="connsiteX83" fmla="*/ 7023 w 340064"/>
                        <a:gd name="connsiteY83" fmla="*/ 186311 h 335597"/>
                        <a:gd name="connsiteX84" fmla="*/ 2265 w 340064"/>
                        <a:gd name="connsiteY84" fmla="*/ 221994 h 335597"/>
                        <a:gd name="connsiteX85" fmla="*/ 47464 w 340064"/>
                        <a:gd name="connsiteY85" fmla="*/ 252919 h 335597"/>
                        <a:gd name="connsiteX86" fmla="*/ 52221 w 340064"/>
                        <a:gd name="connsiteY86" fmla="*/ 263624 h 335597"/>
                        <a:gd name="connsiteX87" fmla="*/ 36759 w 340064"/>
                        <a:gd name="connsiteY87" fmla="*/ 279087 h 335597"/>
                        <a:gd name="connsiteX88" fmla="*/ 36759 w 340064"/>
                        <a:gd name="connsiteY88" fmla="*/ 305255 h 335597"/>
                        <a:gd name="connsiteX89" fmla="*/ 55790 w 340064"/>
                        <a:gd name="connsiteY89" fmla="*/ 307633 h 335597"/>
                        <a:gd name="connsiteX90" fmla="*/ 77199 w 340064"/>
                        <a:gd name="connsiteY90" fmla="*/ 310012 h 335597"/>
                        <a:gd name="connsiteX91" fmla="*/ 81957 w 340064"/>
                        <a:gd name="connsiteY91" fmla="*/ 305255 h 335597"/>
                        <a:gd name="connsiteX92" fmla="*/ 106935 w 340064"/>
                        <a:gd name="connsiteY92" fmla="*/ 314770 h 335597"/>
                        <a:gd name="connsiteX93" fmla="*/ 127156 w 340064"/>
                        <a:gd name="connsiteY93" fmla="*/ 307633 h 335597"/>
                        <a:gd name="connsiteX94" fmla="*/ 146187 w 340064"/>
                        <a:gd name="connsiteY94" fmla="*/ 295739 h 335597"/>
                        <a:gd name="connsiteX95" fmla="*/ 172354 w 340064"/>
                        <a:gd name="connsiteY95" fmla="*/ 296928 h 335597"/>
                        <a:gd name="connsiteX96" fmla="*/ 196143 w 340064"/>
                        <a:gd name="connsiteY96" fmla="*/ 281466 h 335597"/>
                        <a:gd name="connsiteX97" fmla="*/ 199711 w 340064"/>
                        <a:gd name="connsiteY97" fmla="*/ 276708 h 335597"/>
                        <a:gd name="connsiteX98" fmla="*/ 203279 w 340064"/>
                        <a:gd name="connsiteY98" fmla="*/ 281466 h 335597"/>
                        <a:gd name="connsiteX99" fmla="*/ 198522 w 340064"/>
                        <a:gd name="connsiteY99" fmla="*/ 296928 h 335597"/>
                        <a:gd name="connsiteX100" fmla="*/ 213984 w 340064"/>
                        <a:gd name="connsiteY100" fmla="*/ 305255 h 335597"/>
                        <a:gd name="connsiteX101" fmla="*/ 218742 w 340064"/>
                        <a:gd name="connsiteY101" fmla="*/ 302876 h 335597"/>
                        <a:gd name="connsiteX102" fmla="*/ 217553 w 340064"/>
                        <a:gd name="connsiteY102" fmla="*/ 317149 h 335597"/>
                        <a:gd name="connsiteX103" fmla="*/ 233015 w 340064"/>
                        <a:gd name="connsiteY103" fmla="*/ 318338 h 335597"/>
                        <a:gd name="connsiteX104" fmla="*/ 236584 w 340064"/>
                        <a:gd name="connsiteY104" fmla="*/ 325475 h 335597"/>
                        <a:gd name="connsiteX105" fmla="*/ 252046 w 340064"/>
                        <a:gd name="connsiteY105" fmla="*/ 329043 h 335597"/>
                        <a:gd name="connsiteX106" fmla="*/ 260372 w 340064"/>
                        <a:gd name="connsiteY106" fmla="*/ 324286 h 335597"/>
                        <a:gd name="connsiteX107" fmla="*/ 260372 w 340064"/>
                        <a:gd name="connsiteY107" fmla="*/ 329043 h 335597"/>
                        <a:gd name="connsiteX108" fmla="*/ 290108 w 340064"/>
                        <a:gd name="connsiteY108" fmla="*/ 326664 h 335597"/>
                        <a:gd name="connsiteX109" fmla="*/ 293677 w 340064"/>
                        <a:gd name="connsiteY109" fmla="*/ 311202 h 335597"/>
                        <a:gd name="connsiteX110" fmla="*/ 290108 w 340064"/>
                        <a:gd name="connsiteY110" fmla="*/ 301686 h 335597"/>
                        <a:gd name="connsiteX111" fmla="*/ 296055 w 340064"/>
                        <a:gd name="connsiteY111" fmla="*/ 294550 h 335597"/>
                        <a:gd name="connsiteX112" fmla="*/ 274646 w 340064"/>
                        <a:gd name="connsiteY112" fmla="*/ 296928 h 335597"/>
                        <a:gd name="connsiteX113" fmla="*/ 266320 w 340064"/>
                        <a:gd name="connsiteY113" fmla="*/ 304065 h 335597"/>
                        <a:gd name="connsiteX114" fmla="*/ 273456 w 340064"/>
                        <a:gd name="connsiteY114" fmla="*/ 294550 h 335597"/>
                        <a:gd name="connsiteX115" fmla="*/ 273456 w 340064"/>
                        <a:gd name="connsiteY115" fmla="*/ 286224 h 335597"/>
                        <a:gd name="connsiteX116" fmla="*/ 275835 w 340064"/>
                        <a:gd name="connsiteY116" fmla="*/ 275519 h 335597"/>
                        <a:gd name="connsiteX117" fmla="*/ 282972 w 340064"/>
                        <a:gd name="connsiteY117" fmla="*/ 285034 h 335597"/>
                        <a:gd name="connsiteX118" fmla="*/ 294866 w 340064"/>
                        <a:gd name="connsiteY118" fmla="*/ 282655 h 335597"/>
                        <a:gd name="connsiteX119" fmla="*/ 307950 w 340064"/>
                        <a:gd name="connsiteY119" fmla="*/ 274329 h 335597"/>
                        <a:gd name="connsiteX120" fmla="*/ 305571 w 340064"/>
                        <a:gd name="connsiteY120" fmla="*/ 281466 h 335597"/>
                        <a:gd name="connsiteX121" fmla="*/ 313897 w 340064"/>
                        <a:gd name="connsiteY121" fmla="*/ 289792 h 335597"/>
                        <a:gd name="connsiteX122" fmla="*/ 324602 w 340064"/>
                        <a:gd name="connsiteY122" fmla="*/ 275519 h 335597"/>
                        <a:gd name="connsiteX123" fmla="*/ 318655 w 340064"/>
                        <a:gd name="connsiteY123" fmla="*/ 293360 h 335597"/>
                        <a:gd name="connsiteX124" fmla="*/ 340065 w 340064"/>
                        <a:gd name="connsiteY124" fmla="*/ 263624 h 335597"/>
                        <a:gd name="connsiteX125" fmla="*/ 330549 w 340064"/>
                        <a:gd name="connsiteY125" fmla="*/ 260056 h 335597"/>
                        <a:gd name="connsiteX126" fmla="*/ 117640 w 340064"/>
                        <a:gd name="connsiteY126" fmla="*/ 282655 h 335597"/>
                        <a:gd name="connsiteX127" fmla="*/ 108125 w 340064"/>
                        <a:gd name="connsiteY127" fmla="*/ 275519 h 335597"/>
                        <a:gd name="connsiteX128" fmla="*/ 103367 w 340064"/>
                        <a:gd name="connsiteY128" fmla="*/ 262435 h 335597"/>
                        <a:gd name="connsiteX129" fmla="*/ 111693 w 340064"/>
                        <a:gd name="connsiteY129" fmla="*/ 254109 h 335597"/>
                        <a:gd name="connsiteX130" fmla="*/ 114072 w 340064"/>
                        <a:gd name="connsiteY130" fmla="*/ 264814 h 335597"/>
                        <a:gd name="connsiteX131" fmla="*/ 112883 w 340064"/>
                        <a:gd name="connsiteY131" fmla="*/ 271950 h 335597"/>
                        <a:gd name="connsiteX132" fmla="*/ 120019 w 340064"/>
                        <a:gd name="connsiteY132" fmla="*/ 274329 h 335597"/>
                        <a:gd name="connsiteX133" fmla="*/ 117640 w 340064"/>
                        <a:gd name="connsiteY133" fmla="*/ 282655 h 335597"/>
                        <a:gd name="connsiteX134" fmla="*/ 234205 w 340064"/>
                        <a:gd name="connsiteY134" fmla="*/ 293360 h 335597"/>
                        <a:gd name="connsiteX135" fmla="*/ 221121 w 340064"/>
                        <a:gd name="connsiteY135" fmla="*/ 288602 h 335597"/>
                        <a:gd name="connsiteX136" fmla="*/ 212795 w 340064"/>
                        <a:gd name="connsiteY136" fmla="*/ 286224 h 335597"/>
                        <a:gd name="connsiteX137" fmla="*/ 210416 w 340064"/>
                        <a:gd name="connsiteY137" fmla="*/ 286224 h 335597"/>
                        <a:gd name="connsiteX138" fmla="*/ 230637 w 340064"/>
                        <a:gd name="connsiteY138" fmla="*/ 286224 h 335597"/>
                        <a:gd name="connsiteX139" fmla="*/ 248478 w 340064"/>
                        <a:gd name="connsiteY139" fmla="*/ 286224 h 335597"/>
                        <a:gd name="connsiteX140" fmla="*/ 234205 w 340064"/>
                        <a:gd name="connsiteY140" fmla="*/ 293360 h 335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</a:cxnLst>
                      <a:rect l="l" t="t" r="r" b="b"/>
                      <a:pathLst>
                        <a:path w="340064" h="335597">
                          <a:moveTo>
                            <a:pt x="330549" y="260056"/>
                          </a:moveTo>
                          <a:cubicBezTo>
                            <a:pt x="328170" y="255298"/>
                            <a:pt x="334117" y="257677"/>
                            <a:pt x="332928" y="252919"/>
                          </a:cubicBezTo>
                          <a:cubicBezTo>
                            <a:pt x="316276" y="250541"/>
                            <a:pt x="319844" y="227941"/>
                            <a:pt x="317465" y="218426"/>
                          </a:cubicBezTo>
                          <a:cubicBezTo>
                            <a:pt x="312707" y="216047"/>
                            <a:pt x="317465" y="224373"/>
                            <a:pt x="313897" y="223184"/>
                          </a:cubicBezTo>
                          <a:cubicBezTo>
                            <a:pt x="302003" y="213668"/>
                            <a:pt x="297245" y="188690"/>
                            <a:pt x="297245" y="182743"/>
                          </a:cubicBezTo>
                          <a:cubicBezTo>
                            <a:pt x="297245" y="174417"/>
                            <a:pt x="300813" y="181553"/>
                            <a:pt x="309139" y="174417"/>
                          </a:cubicBezTo>
                          <a:cubicBezTo>
                            <a:pt x="318655" y="167280"/>
                            <a:pt x="326981" y="158954"/>
                            <a:pt x="317465" y="148249"/>
                          </a:cubicBezTo>
                          <a:cubicBezTo>
                            <a:pt x="315086" y="144681"/>
                            <a:pt x="312707" y="136355"/>
                            <a:pt x="316276" y="130408"/>
                          </a:cubicBezTo>
                          <a:cubicBezTo>
                            <a:pt x="330549" y="110187"/>
                            <a:pt x="331738" y="94725"/>
                            <a:pt x="337686" y="75694"/>
                          </a:cubicBezTo>
                          <a:cubicBezTo>
                            <a:pt x="338875" y="72125"/>
                            <a:pt x="335307" y="67368"/>
                            <a:pt x="335307" y="62610"/>
                          </a:cubicBezTo>
                          <a:cubicBezTo>
                            <a:pt x="326981" y="61420"/>
                            <a:pt x="330549" y="47147"/>
                            <a:pt x="326981" y="41200"/>
                          </a:cubicBezTo>
                          <a:cubicBezTo>
                            <a:pt x="321034" y="43579"/>
                            <a:pt x="323412" y="38821"/>
                            <a:pt x="317465" y="38821"/>
                          </a:cubicBezTo>
                          <a:cubicBezTo>
                            <a:pt x="313897" y="38821"/>
                            <a:pt x="317465" y="48337"/>
                            <a:pt x="315086" y="45958"/>
                          </a:cubicBezTo>
                          <a:cubicBezTo>
                            <a:pt x="312707" y="43579"/>
                            <a:pt x="315086" y="40011"/>
                            <a:pt x="311518" y="36442"/>
                          </a:cubicBezTo>
                          <a:cubicBezTo>
                            <a:pt x="306760" y="31685"/>
                            <a:pt x="305571" y="28116"/>
                            <a:pt x="300813" y="30495"/>
                          </a:cubicBezTo>
                          <a:cubicBezTo>
                            <a:pt x="297245" y="32874"/>
                            <a:pt x="303192" y="34063"/>
                            <a:pt x="300813" y="38821"/>
                          </a:cubicBezTo>
                          <a:cubicBezTo>
                            <a:pt x="299624" y="42389"/>
                            <a:pt x="296055" y="38821"/>
                            <a:pt x="292487" y="41200"/>
                          </a:cubicBezTo>
                          <a:cubicBezTo>
                            <a:pt x="290108" y="43579"/>
                            <a:pt x="293677" y="47147"/>
                            <a:pt x="292487" y="49526"/>
                          </a:cubicBezTo>
                          <a:cubicBezTo>
                            <a:pt x="284161" y="66178"/>
                            <a:pt x="290108" y="92346"/>
                            <a:pt x="266320" y="103051"/>
                          </a:cubicBezTo>
                          <a:cubicBezTo>
                            <a:pt x="253236" y="108998"/>
                            <a:pt x="269888" y="124460"/>
                            <a:pt x="263941" y="132786"/>
                          </a:cubicBezTo>
                          <a:cubicBezTo>
                            <a:pt x="262751" y="133976"/>
                            <a:pt x="260372" y="131597"/>
                            <a:pt x="259183" y="132786"/>
                          </a:cubicBezTo>
                          <a:cubicBezTo>
                            <a:pt x="255615" y="136355"/>
                            <a:pt x="268698" y="137544"/>
                            <a:pt x="263941" y="141113"/>
                          </a:cubicBezTo>
                          <a:cubicBezTo>
                            <a:pt x="257994" y="144681"/>
                            <a:pt x="256804" y="141113"/>
                            <a:pt x="250857" y="143491"/>
                          </a:cubicBezTo>
                          <a:cubicBezTo>
                            <a:pt x="248478" y="144681"/>
                            <a:pt x="250857" y="150628"/>
                            <a:pt x="248478" y="151817"/>
                          </a:cubicBezTo>
                          <a:cubicBezTo>
                            <a:pt x="241341" y="154196"/>
                            <a:pt x="243720" y="144681"/>
                            <a:pt x="246099" y="141113"/>
                          </a:cubicBezTo>
                          <a:cubicBezTo>
                            <a:pt x="240152" y="135165"/>
                            <a:pt x="244910" y="117324"/>
                            <a:pt x="250857" y="114945"/>
                          </a:cubicBezTo>
                          <a:cubicBezTo>
                            <a:pt x="252046" y="106619"/>
                            <a:pt x="252046" y="97103"/>
                            <a:pt x="259183" y="93535"/>
                          </a:cubicBezTo>
                          <a:cubicBezTo>
                            <a:pt x="261562" y="92346"/>
                            <a:pt x="265130" y="87588"/>
                            <a:pt x="261562" y="85209"/>
                          </a:cubicBezTo>
                          <a:cubicBezTo>
                            <a:pt x="260372" y="84020"/>
                            <a:pt x="259183" y="85209"/>
                            <a:pt x="259183" y="85209"/>
                          </a:cubicBezTo>
                          <a:cubicBezTo>
                            <a:pt x="253236" y="80451"/>
                            <a:pt x="268698" y="57852"/>
                            <a:pt x="256804" y="50715"/>
                          </a:cubicBezTo>
                          <a:cubicBezTo>
                            <a:pt x="250857" y="47147"/>
                            <a:pt x="253236" y="44768"/>
                            <a:pt x="248478" y="45958"/>
                          </a:cubicBezTo>
                          <a:cubicBezTo>
                            <a:pt x="244910" y="47147"/>
                            <a:pt x="236584" y="49526"/>
                            <a:pt x="240152" y="54284"/>
                          </a:cubicBezTo>
                          <a:cubicBezTo>
                            <a:pt x="243720" y="57852"/>
                            <a:pt x="247289" y="66178"/>
                            <a:pt x="247289" y="67368"/>
                          </a:cubicBezTo>
                          <a:cubicBezTo>
                            <a:pt x="244910" y="72125"/>
                            <a:pt x="242531" y="59041"/>
                            <a:pt x="237773" y="64989"/>
                          </a:cubicBezTo>
                          <a:cubicBezTo>
                            <a:pt x="231826" y="72125"/>
                            <a:pt x="249668" y="81641"/>
                            <a:pt x="241341" y="84020"/>
                          </a:cubicBezTo>
                          <a:cubicBezTo>
                            <a:pt x="236584" y="85209"/>
                            <a:pt x="235394" y="86399"/>
                            <a:pt x="231826" y="84020"/>
                          </a:cubicBezTo>
                          <a:cubicBezTo>
                            <a:pt x="229447" y="82830"/>
                            <a:pt x="233015" y="79262"/>
                            <a:pt x="229447" y="79262"/>
                          </a:cubicBezTo>
                          <a:cubicBezTo>
                            <a:pt x="223500" y="79262"/>
                            <a:pt x="228258" y="88777"/>
                            <a:pt x="224689" y="84020"/>
                          </a:cubicBezTo>
                          <a:cubicBezTo>
                            <a:pt x="222311" y="80451"/>
                            <a:pt x="228258" y="75694"/>
                            <a:pt x="225879" y="73315"/>
                          </a:cubicBezTo>
                          <a:cubicBezTo>
                            <a:pt x="221121" y="68557"/>
                            <a:pt x="216363" y="84020"/>
                            <a:pt x="211605" y="81641"/>
                          </a:cubicBezTo>
                          <a:cubicBezTo>
                            <a:pt x="210416" y="80451"/>
                            <a:pt x="212795" y="76883"/>
                            <a:pt x="211605" y="76883"/>
                          </a:cubicBezTo>
                          <a:cubicBezTo>
                            <a:pt x="204469" y="70936"/>
                            <a:pt x="186627" y="82830"/>
                            <a:pt x="189006" y="75694"/>
                          </a:cubicBezTo>
                          <a:cubicBezTo>
                            <a:pt x="190196" y="73315"/>
                            <a:pt x="192575" y="72125"/>
                            <a:pt x="193764" y="72125"/>
                          </a:cubicBezTo>
                          <a:cubicBezTo>
                            <a:pt x="199711" y="69746"/>
                            <a:pt x="203279" y="73315"/>
                            <a:pt x="208037" y="68557"/>
                          </a:cubicBezTo>
                          <a:cubicBezTo>
                            <a:pt x="211605" y="64989"/>
                            <a:pt x="218742" y="69746"/>
                            <a:pt x="218742" y="64989"/>
                          </a:cubicBezTo>
                          <a:cubicBezTo>
                            <a:pt x="219932" y="50715"/>
                            <a:pt x="209227" y="48337"/>
                            <a:pt x="205658" y="41200"/>
                          </a:cubicBezTo>
                          <a:cubicBezTo>
                            <a:pt x="203279" y="37632"/>
                            <a:pt x="200901" y="36442"/>
                            <a:pt x="197332" y="32874"/>
                          </a:cubicBezTo>
                          <a:cubicBezTo>
                            <a:pt x="191385" y="26927"/>
                            <a:pt x="189006" y="36442"/>
                            <a:pt x="184249" y="35253"/>
                          </a:cubicBezTo>
                          <a:cubicBezTo>
                            <a:pt x="179491" y="37632"/>
                            <a:pt x="181870" y="43579"/>
                            <a:pt x="177112" y="48337"/>
                          </a:cubicBezTo>
                          <a:cubicBezTo>
                            <a:pt x="174733" y="51905"/>
                            <a:pt x="173544" y="51905"/>
                            <a:pt x="172354" y="50715"/>
                          </a:cubicBezTo>
                          <a:cubicBezTo>
                            <a:pt x="164028" y="48337"/>
                            <a:pt x="156892" y="50715"/>
                            <a:pt x="149755" y="47147"/>
                          </a:cubicBezTo>
                          <a:cubicBezTo>
                            <a:pt x="158081" y="44768"/>
                            <a:pt x="162839" y="37632"/>
                            <a:pt x="171165" y="35253"/>
                          </a:cubicBezTo>
                          <a:cubicBezTo>
                            <a:pt x="171165" y="20980"/>
                            <a:pt x="186627" y="22169"/>
                            <a:pt x="181870" y="3138"/>
                          </a:cubicBezTo>
                          <a:cubicBezTo>
                            <a:pt x="183059" y="-430"/>
                            <a:pt x="172354" y="-1620"/>
                            <a:pt x="173544" y="3138"/>
                          </a:cubicBezTo>
                          <a:cubicBezTo>
                            <a:pt x="147376" y="9085"/>
                            <a:pt x="117640" y="12654"/>
                            <a:pt x="99799" y="26927"/>
                          </a:cubicBezTo>
                          <a:cubicBezTo>
                            <a:pt x="83147" y="30495"/>
                            <a:pt x="67684" y="34063"/>
                            <a:pt x="60547" y="47147"/>
                          </a:cubicBezTo>
                          <a:cubicBezTo>
                            <a:pt x="61737" y="49526"/>
                            <a:pt x="67684" y="47147"/>
                            <a:pt x="65305" y="54284"/>
                          </a:cubicBezTo>
                          <a:cubicBezTo>
                            <a:pt x="47464" y="59041"/>
                            <a:pt x="12970" y="73315"/>
                            <a:pt x="26054" y="85209"/>
                          </a:cubicBezTo>
                          <a:cubicBezTo>
                            <a:pt x="30811" y="89967"/>
                            <a:pt x="30811" y="89967"/>
                            <a:pt x="33190" y="92346"/>
                          </a:cubicBezTo>
                          <a:cubicBezTo>
                            <a:pt x="37948" y="95914"/>
                            <a:pt x="42706" y="82830"/>
                            <a:pt x="46274" y="89967"/>
                          </a:cubicBezTo>
                          <a:cubicBezTo>
                            <a:pt x="48653" y="93535"/>
                            <a:pt x="53411" y="93535"/>
                            <a:pt x="48653" y="94725"/>
                          </a:cubicBezTo>
                          <a:cubicBezTo>
                            <a:pt x="46274" y="95914"/>
                            <a:pt x="46274" y="97103"/>
                            <a:pt x="45085" y="97103"/>
                          </a:cubicBezTo>
                          <a:cubicBezTo>
                            <a:pt x="39137" y="99482"/>
                            <a:pt x="39137" y="92346"/>
                            <a:pt x="34380" y="94725"/>
                          </a:cubicBezTo>
                          <a:cubicBezTo>
                            <a:pt x="32001" y="95914"/>
                            <a:pt x="30811" y="100672"/>
                            <a:pt x="33190" y="103051"/>
                          </a:cubicBezTo>
                          <a:cubicBezTo>
                            <a:pt x="36759" y="106619"/>
                            <a:pt x="41516" y="111377"/>
                            <a:pt x="46274" y="105429"/>
                          </a:cubicBezTo>
                          <a:cubicBezTo>
                            <a:pt x="47464" y="104240"/>
                            <a:pt x="46274" y="99482"/>
                            <a:pt x="47464" y="99482"/>
                          </a:cubicBezTo>
                          <a:cubicBezTo>
                            <a:pt x="49842" y="99482"/>
                            <a:pt x="47464" y="103051"/>
                            <a:pt x="48653" y="106619"/>
                          </a:cubicBezTo>
                          <a:cubicBezTo>
                            <a:pt x="52221" y="119703"/>
                            <a:pt x="104556" y="100672"/>
                            <a:pt x="96230" y="116134"/>
                          </a:cubicBezTo>
                          <a:cubicBezTo>
                            <a:pt x="92662" y="123271"/>
                            <a:pt x="80768" y="106619"/>
                            <a:pt x="74820" y="113756"/>
                          </a:cubicBezTo>
                          <a:cubicBezTo>
                            <a:pt x="71252" y="118513"/>
                            <a:pt x="85525" y="116134"/>
                            <a:pt x="79578" y="118513"/>
                          </a:cubicBezTo>
                          <a:cubicBezTo>
                            <a:pt x="62926" y="128029"/>
                            <a:pt x="32001" y="117324"/>
                            <a:pt x="15349" y="123271"/>
                          </a:cubicBezTo>
                          <a:cubicBezTo>
                            <a:pt x="12970" y="136355"/>
                            <a:pt x="22485" y="142302"/>
                            <a:pt x="20107" y="153007"/>
                          </a:cubicBezTo>
                          <a:cubicBezTo>
                            <a:pt x="20107" y="155386"/>
                            <a:pt x="21296" y="154196"/>
                            <a:pt x="22485" y="156575"/>
                          </a:cubicBezTo>
                          <a:cubicBezTo>
                            <a:pt x="28433" y="164901"/>
                            <a:pt x="36759" y="155386"/>
                            <a:pt x="47464" y="161333"/>
                          </a:cubicBezTo>
                          <a:cubicBezTo>
                            <a:pt x="54600" y="164901"/>
                            <a:pt x="64116" y="164901"/>
                            <a:pt x="71252" y="163712"/>
                          </a:cubicBezTo>
                          <a:cubicBezTo>
                            <a:pt x="78389" y="162522"/>
                            <a:pt x="84336" y="166091"/>
                            <a:pt x="91473" y="168470"/>
                          </a:cubicBezTo>
                          <a:cubicBezTo>
                            <a:pt x="98609" y="170848"/>
                            <a:pt x="106935" y="172038"/>
                            <a:pt x="112883" y="180364"/>
                          </a:cubicBezTo>
                          <a:cubicBezTo>
                            <a:pt x="128345" y="205342"/>
                            <a:pt x="136671" y="201774"/>
                            <a:pt x="131913" y="207721"/>
                          </a:cubicBezTo>
                          <a:cubicBezTo>
                            <a:pt x="130724" y="210100"/>
                            <a:pt x="124777" y="208910"/>
                            <a:pt x="123587" y="208910"/>
                          </a:cubicBezTo>
                          <a:cubicBezTo>
                            <a:pt x="110504" y="210100"/>
                            <a:pt x="111693" y="207721"/>
                            <a:pt x="103367" y="206531"/>
                          </a:cubicBezTo>
                          <a:cubicBezTo>
                            <a:pt x="97420" y="205342"/>
                            <a:pt x="93851" y="201774"/>
                            <a:pt x="90283" y="197016"/>
                          </a:cubicBezTo>
                          <a:cubicBezTo>
                            <a:pt x="76010" y="183932"/>
                            <a:pt x="73631" y="187500"/>
                            <a:pt x="36759" y="186311"/>
                          </a:cubicBezTo>
                          <a:cubicBezTo>
                            <a:pt x="32001" y="186311"/>
                            <a:pt x="20107" y="183932"/>
                            <a:pt x="12970" y="186311"/>
                          </a:cubicBezTo>
                          <a:cubicBezTo>
                            <a:pt x="11781" y="186311"/>
                            <a:pt x="9402" y="185122"/>
                            <a:pt x="7023" y="186311"/>
                          </a:cubicBezTo>
                          <a:cubicBezTo>
                            <a:pt x="-1303" y="189879"/>
                            <a:pt x="-1303" y="212479"/>
                            <a:pt x="2265" y="221994"/>
                          </a:cubicBezTo>
                          <a:cubicBezTo>
                            <a:pt x="17728" y="267193"/>
                            <a:pt x="34380" y="233888"/>
                            <a:pt x="47464" y="252919"/>
                          </a:cubicBezTo>
                          <a:cubicBezTo>
                            <a:pt x="52221" y="258867"/>
                            <a:pt x="56979" y="260056"/>
                            <a:pt x="52221" y="263624"/>
                          </a:cubicBezTo>
                          <a:cubicBezTo>
                            <a:pt x="45085" y="270761"/>
                            <a:pt x="45085" y="271950"/>
                            <a:pt x="36759" y="279087"/>
                          </a:cubicBezTo>
                          <a:cubicBezTo>
                            <a:pt x="28433" y="286224"/>
                            <a:pt x="35569" y="293360"/>
                            <a:pt x="36759" y="305255"/>
                          </a:cubicBezTo>
                          <a:cubicBezTo>
                            <a:pt x="37948" y="313581"/>
                            <a:pt x="48653" y="308823"/>
                            <a:pt x="55790" y="307633"/>
                          </a:cubicBezTo>
                          <a:cubicBezTo>
                            <a:pt x="64116" y="306444"/>
                            <a:pt x="72442" y="312391"/>
                            <a:pt x="77199" y="310012"/>
                          </a:cubicBezTo>
                          <a:cubicBezTo>
                            <a:pt x="79578" y="308823"/>
                            <a:pt x="79578" y="304065"/>
                            <a:pt x="81957" y="305255"/>
                          </a:cubicBezTo>
                          <a:cubicBezTo>
                            <a:pt x="90283" y="306444"/>
                            <a:pt x="100988" y="308823"/>
                            <a:pt x="106935" y="314770"/>
                          </a:cubicBezTo>
                          <a:cubicBezTo>
                            <a:pt x="114072" y="312391"/>
                            <a:pt x="120019" y="313581"/>
                            <a:pt x="127156" y="307633"/>
                          </a:cubicBezTo>
                          <a:cubicBezTo>
                            <a:pt x="134292" y="302876"/>
                            <a:pt x="140239" y="300497"/>
                            <a:pt x="146187" y="295739"/>
                          </a:cubicBezTo>
                          <a:cubicBezTo>
                            <a:pt x="155702" y="296928"/>
                            <a:pt x="166407" y="299307"/>
                            <a:pt x="172354" y="296928"/>
                          </a:cubicBezTo>
                          <a:cubicBezTo>
                            <a:pt x="179491" y="294550"/>
                            <a:pt x="186627" y="280276"/>
                            <a:pt x="196143" y="281466"/>
                          </a:cubicBezTo>
                          <a:cubicBezTo>
                            <a:pt x="196143" y="279087"/>
                            <a:pt x="196143" y="275519"/>
                            <a:pt x="199711" y="276708"/>
                          </a:cubicBezTo>
                          <a:cubicBezTo>
                            <a:pt x="200901" y="279087"/>
                            <a:pt x="204469" y="279087"/>
                            <a:pt x="203279" y="281466"/>
                          </a:cubicBezTo>
                          <a:cubicBezTo>
                            <a:pt x="202090" y="287413"/>
                            <a:pt x="196143" y="292171"/>
                            <a:pt x="198522" y="296928"/>
                          </a:cubicBezTo>
                          <a:cubicBezTo>
                            <a:pt x="205658" y="300497"/>
                            <a:pt x="211605" y="293360"/>
                            <a:pt x="213984" y="305255"/>
                          </a:cubicBezTo>
                          <a:cubicBezTo>
                            <a:pt x="218742" y="306444"/>
                            <a:pt x="215174" y="300497"/>
                            <a:pt x="218742" y="302876"/>
                          </a:cubicBezTo>
                          <a:cubicBezTo>
                            <a:pt x="224689" y="312391"/>
                            <a:pt x="212795" y="311202"/>
                            <a:pt x="217553" y="317149"/>
                          </a:cubicBezTo>
                          <a:cubicBezTo>
                            <a:pt x="222311" y="323096"/>
                            <a:pt x="224689" y="313581"/>
                            <a:pt x="233015" y="318338"/>
                          </a:cubicBezTo>
                          <a:cubicBezTo>
                            <a:pt x="237773" y="320717"/>
                            <a:pt x="233015" y="323096"/>
                            <a:pt x="236584" y="325475"/>
                          </a:cubicBezTo>
                          <a:cubicBezTo>
                            <a:pt x="243720" y="331422"/>
                            <a:pt x="246099" y="330233"/>
                            <a:pt x="252046" y="329043"/>
                          </a:cubicBezTo>
                          <a:cubicBezTo>
                            <a:pt x="255615" y="327854"/>
                            <a:pt x="256804" y="320717"/>
                            <a:pt x="260372" y="324286"/>
                          </a:cubicBezTo>
                          <a:cubicBezTo>
                            <a:pt x="261562" y="325475"/>
                            <a:pt x="259183" y="327854"/>
                            <a:pt x="260372" y="329043"/>
                          </a:cubicBezTo>
                          <a:cubicBezTo>
                            <a:pt x="269888" y="339748"/>
                            <a:pt x="279403" y="336180"/>
                            <a:pt x="290108" y="326664"/>
                          </a:cubicBezTo>
                          <a:cubicBezTo>
                            <a:pt x="296055" y="320717"/>
                            <a:pt x="298434" y="315960"/>
                            <a:pt x="293677" y="311202"/>
                          </a:cubicBezTo>
                          <a:cubicBezTo>
                            <a:pt x="291298" y="307633"/>
                            <a:pt x="286540" y="305255"/>
                            <a:pt x="290108" y="301686"/>
                          </a:cubicBezTo>
                          <a:cubicBezTo>
                            <a:pt x="292487" y="299307"/>
                            <a:pt x="298434" y="298118"/>
                            <a:pt x="296055" y="294550"/>
                          </a:cubicBezTo>
                          <a:cubicBezTo>
                            <a:pt x="288919" y="287413"/>
                            <a:pt x="287729" y="300497"/>
                            <a:pt x="274646" y="296928"/>
                          </a:cubicBezTo>
                          <a:cubicBezTo>
                            <a:pt x="273456" y="299307"/>
                            <a:pt x="268698" y="306444"/>
                            <a:pt x="266320" y="304065"/>
                          </a:cubicBezTo>
                          <a:cubicBezTo>
                            <a:pt x="268698" y="301686"/>
                            <a:pt x="268698" y="299307"/>
                            <a:pt x="273456" y="294550"/>
                          </a:cubicBezTo>
                          <a:cubicBezTo>
                            <a:pt x="269888" y="293360"/>
                            <a:pt x="272267" y="290981"/>
                            <a:pt x="273456" y="286224"/>
                          </a:cubicBezTo>
                          <a:cubicBezTo>
                            <a:pt x="274646" y="280276"/>
                            <a:pt x="273456" y="274329"/>
                            <a:pt x="275835" y="275519"/>
                          </a:cubicBezTo>
                          <a:cubicBezTo>
                            <a:pt x="279403" y="280276"/>
                            <a:pt x="279403" y="281466"/>
                            <a:pt x="282972" y="285034"/>
                          </a:cubicBezTo>
                          <a:cubicBezTo>
                            <a:pt x="290108" y="292171"/>
                            <a:pt x="290108" y="288602"/>
                            <a:pt x="294866" y="282655"/>
                          </a:cubicBezTo>
                          <a:cubicBezTo>
                            <a:pt x="302003" y="273140"/>
                            <a:pt x="300813" y="270761"/>
                            <a:pt x="307950" y="274329"/>
                          </a:cubicBezTo>
                          <a:cubicBezTo>
                            <a:pt x="310329" y="279087"/>
                            <a:pt x="304381" y="276708"/>
                            <a:pt x="305571" y="281466"/>
                          </a:cubicBezTo>
                          <a:cubicBezTo>
                            <a:pt x="309139" y="282655"/>
                            <a:pt x="310329" y="287413"/>
                            <a:pt x="313897" y="289792"/>
                          </a:cubicBezTo>
                          <a:cubicBezTo>
                            <a:pt x="315086" y="282655"/>
                            <a:pt x="321034" y="274329"/>
                            <a:pt x="324602" y="275519"/>
                          </a:cubicBezTo>
                          <a:cubicBezTo>
                            <a:pt x="323412" y="282655"/>
                            <a:pt x="316276" y="282655"/>
                            <a:pt x="318655" y="293360"/>
                          </a:cubicBezTo>
                          <a:cubicBezTo>
                            <a:pt x="337686" y="296928"/>
                            <a:pt x="337686" y="273140"/>
                            <a:pt x="340065" y="263624"/>
                          </a:cubicBezTo>
                          <a:cubicBezTo>
                            <a:pt x="335307" y="261245"/>
                            <a:pt x="332928" y="261245"/>
                            <a:pt x="330549" y="260056"/>
                          </a:cubicBezTo>
                          <a:close/>
                          <a:moveTo>
                            <a:pt x="117640" y="282655"/>
                          </a:moveTo>
                          <a:cubicBezTo>
                            <a:pt x="114072" y="285034"/>
                            <a:pt x="111693" y="280276"/>
                            <a:pt x="108125" y="275519"/>
                          </a:cubicBezTo>
                          <a:cubicBezTo>
                            <a:pt x="106935" y="273140"/>
                            <a:pt x="106935" y="267193"/>
                            <a:pt x="103367" y="262435"/>
                          </a:cubicBezTo>
                          <a:cubicBezTo>
                            <a:pt x="99799" y="258867"/>
                            <a:pt x="109314" y="250541"/>
                            <a:pt x="111693" y="254109"/>
                          </a:cubicBezTo>
                          <a:cubicBezTo>
                            <a:pt x="114072" y="260056"/>
                            <a:pt x="115261" y="260056"/>
                            <a:pt x="114072" y="264814"/>
                          </a:cubicBezTo>
                          <a:cubicBezTo>
                            <a:pt x="112883" y="267193"/>
                            <a:pt x="110504" y="269572"/>
                            <a:pt x="112883" y="271950"/>
                          </a:cubicBezTo>
                          <a:cubicBezTo>
                            <a:pt x="117640" y="279087"/>
                            <a:pt x="112883" y="269572"/>
                            <a:pt x="120019" y="274329"/>
                          </a:cubicBezTo>
                          <a:cubicBezTo>
                            <a:pt x="124777" y="277898"/>
                            <a:pt x="121209" y="280276"/>
                            <a:pt x="117640" y="282655"/>
                          </a:cubicBezTo>
                          <a:close/>
                          <a:moveTo>
                            <a:pt x="234205" y="293360"/>
                          </a:moveTo>
                          <a:cubicBezTo>
                            <a:pt x="229447" y="292171"/>
                            <a:pt x="229447" y="286224"/>
                            <a:pt x="221121" y="288602"/>
                          </a:cubicBezTo>
                          <a:cubicBezTo>
                            <a:pt x="218742" y="287413"/>
                            <a:pt x="211605" y="290981"/>
                            <a:pt x="212795" y="286224"/>
                          </a:cubicBezTo>
                          <a:cubicBezTo>
                            <a:pt x="211605" y="286224"/>
                            <a:pt x="211605" y="286224"/>
                            <a:pt x="210416" y="286224"/>
                          </a:cubicBezTo>
                          <a:cubicBezTo>
                            <a:pt x="210416" y="274329"/>
                            <a:pt x="227068" y="283845"/>
                            <a:pt x="230637" y="286224"/>
                          </a:cubicBezTo>
                          <a:cubicBezTo>
                            <a:pt x="236584" y="286224"/>
                            <a:pt x="242531" y="286224"/>
                            <a:pt x="248478" y="286224"/>
                          </a:cubicBezTo>
                          <a:cubicBezTo>
                            <a:pt x="247289" y="290981"/>
                            <a:pt x="238963" y="290981"/>
                            <a:pt x="234205" y="29336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2" name="Freeform 811">
                      <a:extLst>
                        <a:ext uri="{FF2B5EF4-FFF2-40B4-BE49-F238E27FC236}">
                          <a16:creationId xmlns:a16="http://schemas.microsoft.com/office/drawing/2014/main" id="{8201C550-E38B-3A99-A3E6-7F7AB8A0CB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9081" y="1290614"/>
                      <a:ext cx="26485" cy="35683"/>
                    </a:xfrm>
                    <a:custGeom>
                      <a:avLst/>
                      <a:gdLst>
                        <a:gd name="connsiteX0" fmla="*/ 8644 w 26485"/>
                        <a:gd name="connsiteY0" fmla="*/ 22599 h 35683"/>
                        <a:gd name="connsiteX1" fmla="*/ 5076 w 26485"/>
                        <a:gd name="connsiteY1" fmla="*/ 24978 h 35683"/>
                        <a:gd name="connsiteX2" fmla="*/ 7455 w 26485"/>
                        <a:gd name="connsiteY2" fmla="*/ 35683 h 35683"/>
                        <a:gd name="connsiteX3" fmla="*/ 26486 w 26485"/>
                        <a:gd name="connsiteY3" fmla="*/ 5947 h 35683"/>
                        <a:gd name="connsiteX4" fmla="*/ 15781 w 26485"/>
                        <a:gd name="connsiteY4" fmla="*/ 0 h 35683"/>
                        <a:gd name="connsiteX5" fmla="*/ 1508 w 26485"/>
                        <a:gd name="connsiteY5" fmla="*/ 15463 h 35683"/>
                        <a:gd name="connsiteX6" fmla="*/ 8644 w 26485"/>
                        <a:gd name="connsiteY6" fmla="*/ 22599 h 356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6485" h="35683">
                          <a:moveTo>
                            <a:pt x="8644" y="22599"/>
                          </a:moveTo>
                          <a:cubicBezTo>
                            <a:pt x="6265" y="22599"/>
                            <a:pt x="7455" y="26168"/>
                            <a:pt x="5076" y="24978"/>
                          </a:cubicBezTo>
                          <a:cubicBezTo>
                            <a:pt x="3887" y="30925"/>
                            <a:pt x="6265" y="32115"/>
                            <a:pt x="7455" y="35683"/>
                          </a:cubicBezTo>
                          <a:cubicBezTo>
                            <a:pt x="15781" y="28546"/>
                            <a:pt x="22918" y="19031"/>
                            <a:pt x="26486" y="5947"/>
                          </a:cubicBezTo>
                          <a:cubicBezTo>
                            <a:pt x="24107" y="2379"/>
                            <a:pt x="15781" y="5947"/>
                            <a:pt x="15781" y="0"/>
                          </a:cubicBezTo>
                          <a:cubicBezTo>
                            <a:pt x="8644" y="1189"/>
                            <a:pt x="-4439" y="10705"/>
                            <a:pt x="1508" y="15463"/>
                          </a:cubicBezTo>
                          <a:cubicBezTo>
                            <a:pt x="318" y="22599"/>
                            <a:pt x="9834" y="17842"/>
                            <a:pt x="8644" y="2259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3" name="Freeform 812">
                      <a:extLst>
                        <a:ext uri="{FF2B5EF4-FFF2-40B4-BE49-F238E27FC236}">
                          <a16:creationId xmlns:a16="http://schemas.microsoft.com/office/drawing/2014/main" id="{2E9BA6A8-73DC-9AA4-6938-C16ED5A0D8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6269" y="1329594"/>
                      <a:ext cx="78853" cy="48284"/>
                    </a:xfrm>
                    <a:custGeom>
                      <a:avLst/>
                      <a:gdLst>
                        <a:gd name="connsiteX0" fmla="*/ 11014 w 78853"/>
                        <a:gd name="connsiteY0" fmla="*/ 24061 h 48284"/>
                        <a:gd name="connsiteX1" fmla="*/ 11014 w 78853"/>
                        <a:gd name="connsiteY1" fmla="*/ 21682 h 48284"/>
                        <a:gd name="connsiteX2" fmla="*/ 24098 w 78853"/>
                        <a:gd name="connsiteY2" fmla="*/ 25250 h 48284"/>
                        <a:gd name="connsiteX3" fmla="*/ 26477 w 78853"/>
                        <a:gd name="connsiteY3" fmla="*/ 37144 h 48284"/>
                        <a:gd name="connsiteX4" fmla="*/ 33614 w 78853"/>
                        <a:gd name="connsiteY4" fmla="*/ 28818 h 48284"/>
                        <a:gd name="connsiteX5" fmla="*/ 43129 w 78853"/>
                        <a:gd name="connsiteY5" fmla="*/ 47849 h 48284"/>
                        <a:gd name="connsiteX6" fmla="*/ 47887 w 78853"/>
                        <a:gd name="connsiteY6" fmla="*/ 45470 h 48284"/>
                        <a:gd name="connsiteX7" fmla="*/ 71675 w 78853"/>
                        <a:gd name="connsiteY7" fmla="*/ 2651 h 48284"/>
                        <a:gd name="connsiteX8" fmla="*/ 31235 w 78853"/>
                        <a:gd name="connsiteY8" fmla="*/ 5030 h 48284"/>
                        <a:gd name="connsiteX9" fmla="*/ 5067 w 78853"/>
                        <a:gd name="connsiteY9" fmla="*/ 9787 h 48284"/>
                        <a:gd name="connsiteX10" fmla="*/ 309 w 78853"/>
                        <a:gd name="connsiteY10" fmla="*/ 20492 h 48284"/>
                        <a:gd name="connsiteX11" fmla="*/ 11014 w 78853"/>
                        <a:gd name="connsiteY11" fmla="*/ 24061 h 48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8853" h="48284">
                          <a:moveTo>
                            <a:pt x="11014" y="24061"/>
                          </a:moveTo>
                          <a:cubicBezTo>
                            <a:pt x="12204" y="24061"/>
                            <a:pt x="9825" y="21682"/>
                            <a:pt x="11014" y="21682"/>
                          </a:cubicBezTo>
                          <a:cubicBezTo>
                            <a:pt x="16962" y="16924"/>
                            <a:pt x="26477" y="19303"/>
                            <a:pt x="24098" y="25250"/>
                          </a:cubicBezTo>
                          <a:cubicBezTo>
                            <a:pt x="22909" y="31197"/>
                            <a:pt x="22909" y="37144"/>
                            <a:pt x="26477" y="37144"/>
                          </a:cubicBezTo>
                          <a:cubicBezTo>
                            <a:pt x="31235" y="38334"/>
                            <a:pt x="30045" y="30008"/>
                            <a:pt x="33614" y="28818"/>
                          </a:cubicBezTo>
                          <a:cubicBezTo>
                            <a:pt x="40750" y="28818"/>
                            <a:pt x="37182" y="44281"/>
                            <a:pt x="43129" y="47849"/>
                          </a:cubicBezTo>
                          <a:cubicBezTo>
                            <a:pt x="47887" y="49039"/>
                            <a:pt x="44319" y="43092"/>
                            <a:pt x="47887" y="45470"/>
                          </a:cubicBezTo>
                          <a:cubicBezTo>
                            <a:pt x="68107" y="59744"/>
                            <a:pt x="90706" y="15735"/>
                            <a:pt x="71675" y="2651"/>
                          </a:cubicBezTo>
                          <a:cubicBezTo>
                            <a:pt x="59781" y="-5675"/>
                            <a:pt x="46697" y="8598"/>
                            <a:pt x="31235" y="5030"/>
                          </a:cubicBezTo>
                          <a:cubicBezTo>
                            <a:pt x="22909" y="2651"/>
                            <a:pt x="14583" y="3840"/>
                            <a:pt x="5067" y="9787"/>
                          </a:cubicBezTo>
                          <a:cubicBezTo>
                            <a:pt x="1499" y="12166"/>
                            <a:pt x="-880" y="13356"/>
                            <a:pt x="309" y="20492"/>
                          </a:cubicBezTo>
                          <a:cubicBezTo>
                            <a:pt x="309" y="26439"/>
                            <a:pt x="6257" y="26439"/>
                            <a:pt x="11014" y="2406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4" name="Freeform 813">
                      <a:extLst>
                        <a:ext uri="{FF2B5EF4-FFF2-40B4-BE49-F238E27FC236}">
                          <a16:creationId xmlns:a16="http://schemas.microsoft.com/office/drawing/2014/main" id="{A58025F8-611B-5102-5212-F2B6F73841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9485" y="1363893"/>
                      <a:ext cx="21409" cy="26694"/>
                    </a:xfrm>
                    <a:custGeom>
                      <a:avLst/>
                      <a:gdLst>
                        <a:gd name="connsiteX0" fmla="*/ 5947 w 21409"/>
                        <a:gd name="connsiteY0" fmla="*/ 26634 h 26694"/>
                        <a:gd name="connsiteX1" fmla="*/ 21410 w 21409"/>
                        <a:gd name="connsiteY1" fmla="*/ 467 h 26694"/>
                        <a:gd name="connsiteX2" fmla="*/ 2379 w 21409"/>
                        <a:gd name="connsiteY2" fmla="*/ 2846 h 26694"/>
                        <a:gd name="connsiteX3" fmla="*/ 0 w 21409"/>
                        <a:gd name="connsiteY3" fmla="*/ 18308 h 26694"/>
                        <a:gd name="connsiteX4" fmla="*/ 5947 w 21409"/>
                        <a:gd name="connsiteY4" fmla="*/ 26634 h 266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1409" h="26694">
                          <a:moveTo>
                            <a:pt x="5947" y="26634"/>
                          </a:moveTo>
                          <a:cubicBezTo>
                            <a:pt x="22599" y="27824"/>
                            <a:pt x="20220" y="11172"/>
                            <a:pt x="21410" y="467"/>
                          </a:cubicBezTo>
                          <a:cubicBezTo>
                            <a:pt x="13084" y="-723"/>
                            <a:pt x="7137" y="467"/>
                            <a:pt x="2379" y="2846"/>
                          </a:cubicBezTo>
                          <a:cubicBezTo>
                            <a:pt x="3568" y="9982"/>
                            <a:pt x="1189" y="14740"/>
                            <a:pt x="0" y="18308"/>
                          </a:cubicBezTo>
                          <a:cubicBezTo>
                            <a:pt x="4758" y="19498"/>
                            <a:pt x="3568" y="25445"/>
                            <a:pt x="5947" y="2663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5" name="Freeform 814">
                      <a:extLst>
                        <a:ext uri="{FF2B5EF4-FFF2-40B4-BE49-F238E27FC236}">
                          <a16:creationId xmlns:a16="http://schemas.microsoft.com/office/drawing/2014/main" id="{07BCB55C-83E4-8468-979B-C26D9F92A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00190" y="1380830"/>
                      <a:ext cx="88018" cy="56481"/>
                    </a:xfrm>
                    <a:custGeom>
                      <a:avLst/>
                      <a:gdLst>
                        <a:gd name="connsiteX0" fmla="*/ 3568 w 88018"/>
                        <a:gd name="connsiteY0" fmla="*/ 39433 h 56481"/>
                        <a:gd name="connsiteX1" fmla="*/ 14273 w 88018"/>
                        <a:gd name="connsiteY1" fmla="*/ 54895 h 56481"/>
                        <a:gd name="connsiteX2" fmla="*/ 49956 w 88018"/>
                        <a:gd name="connsiteY2" fmla="*/ 54895 h 56481"/>
                        <a:gd name="connsiteX3" fmla="*/ 64229 w 88018"/>
                        <a:gd name="connsiteY3" fmla="*/ 33485 h 56481"/>
                        <a:gd name="connsiteX4" fmla="*/ 55903 w 88018"/>
                        <a:gd name="connsiteY4" fmla="*/ 29917 h 56481"/>
                        <a:gd name="connsiteX5" fmla="*/ 88018 w 88018"/>
                        <a:gd name="connsiteY5" fmla="*/ 9697 h 56481"/>
                        <a:gd name="connsiteX6" fmla="*/ 13084 w 88018"/>
                        <a:gd name="connsiteY6" fmla="*/ 3750 h 56481"/>
                        <a:gd name="connsiteX7" fmla="*/ 0 w 88018"/>
                        <a:gd name="connsiteY7" fmla="*/ 27538 h 56481"/>
                        <a:gd name="connsiteX8" fmla="*/ 3568 w 88018"/>
                        <a:gd name="connsiteY8" fmla="*/ 39433 h 564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88018" h="56481">
                          <a:moveTo>
                            <a:pt x="3568" y="39433"/>
                          </a:moveTo>
                          <a:cubicBezTo>
                            <a:pt x="11894" y="39433"/>
                            <a:pt x="15463" y="45380"/>
                            <a:pt x="14273" y="54895"/>
                          </a:cubicBezTo>
                          <a:cubicBezTo>
                            <a:pt x="29736" y="54895"/>
                            <a:pt x="36873" y="58464"/>
                            <a:pt x="49956" y="54895"/>
                          </a:cubicBezTo>
                          <a:cubicBezTo>
                            <a:pt x="52335" y="45380"/>
                            <a:pt x="61851" y="43001"/>
                            <a:pt x="64229" y="33485"/>
                          </a:cubicBezTo>
                          <a:cubicBezTo>
                            <a:pt x="63040" y="29917"/>
                            <a:pt x="55903" y="34675"/>
                            <a:pt x="55903" y="29917"/>
                          </a:cubicBezTo>
                          <a:cubicBezTo>
                            <a:pt x="60661" y="18023"/>
                            <a:pt x="86829" y="26349"/>
                            <a:pt x="88018" y="9697"/>
                          </a:cubicBezTo>
                          <a:cubicBezTo>
                            <a:pt x="64229" y="2560"/>
                            <a:pt x="36873" y="-4576"/>
                            <a:pt x="13084" y="3750"/>
                          </a:cubicBezTo>
                          <a:cubicBezTo>
                            <a:pt x="8326" y="12076"/>
                            <a:pt x="4758" y="20402"/>
                            <a:pt x="0" y="27538"/>
                          </a:cubicBezTo>
                          <a:cubicBezTo>
                            <a:pt x="1190" y="33485"/>
                            <a:pt x="4758" y="33485"/>
                            <a:pt x="3568" y="394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6" name="Freeform 815">
                      <a:extLst>
                        <a:ext uri="{FF2B5EF4-FFF2-40B4-BE49-F238E27FC236}">
                          <a16:creationId xmlns:a16="http://schemas.microsoft.com/office/drawing/2014/main" id="{C273094E-B1A6-17B7-75D8-FD2C512CD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55877" y="1381011"/>
                      <a:ext cx="196735" cy="109427"/>
                    </a:xfrm>
                    <a:custGeom>
                      <a:avLst/>
                      <a:gdLst>
                        <a:gd name="connsiteX0" fmla="*/ 9994 w 196735"/>
                        <a:gd name="connsiteY0" fmla="*/ 70177 h 109427"/>
                        <a:gd name="connsiteX1" fmla="*/ 7615 w 196735"/>
                        <a:gd name="connsiteY1" fmla="*/ 79692 h 109427"/>
                        <a:gd name="connsiteX2" fmla="*/ 479 w 196735"/>
                        <a:gd name="connsiteY2" fmla="*/ 84450 h 109427"/>
                        <a:gd name="connsiteX3" fmla="*/ 12373 w 196735"/>
                        <a:gd name="connsiteY3" fmla="*/ 84450 h 109427"/>
                        <a:gd name="connsiteX4" fmla="*/ 15941 w 196735"/>
                        <a:gd name="connsiteY4" fmla="*/ 79692 h 109427"/>
                        <a:gd name="connsiteX5" fmla="*/ 25457 w 196735"/>
                        <a:gd name="connsiteY5" fmla="*/ 95155 h 109427"/>
                        <a:gd name="connsiteX6" fmla="*/ 46867 w 196735"/>
                        <a:gd name="connsiteY6" fmla="*/ 80882 h 109427"/>
                        <a:gd name="connsiteX7" fmla="*/ 38541 w 196735"/>
                        <a:gd name="connsiteY7" fmla="*/ 90397 h 109427"/>
                        <a:gd name="connsiteX8" fmla="*/ 40919 w 196735"/>
                        <a:gd name="connsiteY8" fmla="*/ 98723 h 109427"/>
                        <a:gd name="connsiteX9" fmla="*/ 36162 w 196735"/>
                        <a:gd name="connsiteY9" fmla="*/ 107049 h 109427"/>
                        <a:gd name="connsiteX10" fmla="*/ 44488 w 196735"/>
                        <a:gd name="connsiteY10" fmla="*/ 104670 h 109427"/>
                        <a:gd name="connsiteX11" fmla="*/ 44488 w 196735"/>
                        <a:gd name="connsiteY11" fmla="*/ 109428 h 109427"/>
                        <a:gd name="connsiteX12" fmla="*/ 73034 w 196735"/>
                        <a:gd name="connsiteY12" fmla="*/ 77313 h 109427"/>
                        <a:gd name="connsiteX13" fmla="*/ 75413 w 196735"/>
                        <a:gd name="connsiteY13" fmla="*/ 97534 h 109427"/>
                        <a:gd name="connsiteX14" fmla="*/ 93255 w 196735"/>
                        <a:gd name="connsiteY14" fmla="*/ 74934 h 109427"/>
                        <a:gd name="connsiteX15" fmla="*/ 94444 w 196735"/>
                        <a:gd name="connsiteY15" fmla="*/ 64230 h 109427"/>
                        <a:gd name="connsiteX16" fmla="*/ 101581 w 196735"/>
                        <a:gd name="connsiteY16" fmla="*/ 66608 h 109427"/>
                        <a:gd name="connsiteX17" fmla="*/ 113475 w 196735"/>
                        <a:gd name="connsiteY17" fmla="*/ 47577 h 109427"/>
                        <a:gd name="connsiteX18" fmla="*/ 127748 w 196735"/>
                        <a:gd name="connsiteY18" fmla="*/ 45199 h 109427"/>
                        <a:gd name="connsiteX19" fmla="*/ 103960 w 196735"/>
                        <a:gd name="connsiteY19" fmla="*/ 88018 h 109427"/>
                        <a:gd name="connsiteX20" fmla="*/ 106338 w 196735"/>
                        <a:gd name="connsiteY20" fmla="*/ 98723 h 109427"/>
                        <a:gd name="connsiteX21" fmla="*/ 111096 w 196735"/>
                        <a:gd name="connsiteY21" fmla="*/ 101102 h 109427"/>
                        <a:gd name="connsiteX22" fmla="*/ 121801 w 196735"/>
                        <a:gd name="connsiteY22" fmla="*/ 96344 h 109427"/>
                        <a:gd name="connsiteX23" fmla="*/ 133695 w 196735"/>
                        <a:gd name="connsiteY23" fmla="*/ 77313 h 109427"/>
                        <a:gd name="connsiteX24" fmla="*/ 153916 w 196735"/>
                        <a:gd name="connsiteY24" fmla="*/ 77313 h 109427"/>
                        <a:gd name="connsiteX25" fmla="*/ 165810 w 196735"/>
                        <a:gd name="connsiteY25" fmla="*/ 51146 h 109427"/>
                        <a:gd name="connsiteX26" fmla="*/ 172947 w 196735"/>
                        <a:gd name="connsiteY26" fmla="*/ 55903 h 109427"/>
                        <a:gd name="connsiteX27" fmla="*/ 170568 w 196735"/>
                        <a:gd name="connsiteY27" fmla="*/ 44009 h 109427"/>
                        <a:gd name="connsiteX28" fmla="*/ 194357 w 196735"/>
                        <a:gd name="connsiteY28" fmla="*/ 29736 h 109427"/>
                        <a:gd name="connsiteX29" fmla="*/ 194357 w 196735"/>
                        <a:gd name="connsiteY29" fmla="*/ 19031 h 109427"/>
                        <a:gd name="connsiteX30" fmla="*/ 196736 w 196735"/>
                        <a:gd name="connsiteY30" fmla="*/ 10705 h 109427"/>
                        <a:gd name="connsiteX31" fmla="*/ 194357 w 196735"/>
                        <a:gd name="connsiteY31" fmla="*/ 0 h 109427"/>
                        <a:gd name="connsiteX32" fmla="*/ 181273 w 196735"/>
                        <a:gd name="connsiteY32" fmla="*/ 4758 h 109427"/>
                        <a:gd name="connsiteX33" fmla="*/ 180084 w 196735"/>
                        <a:gd name="connsiteY33" fmla="*/ 17842 h 109427"/>
                        <a:gd name="connsiteX34" fmla="*/ 175326 w 196735"/>
                        <a:gd name="connsiteY34" fmla="*/ 11894 h 109427"/>
                        <a:gd name="connsiteX35" fmla="*/ 171757 w 196735"/>
                        <a:gd name="connsiteY35" fmla="*/ 17842 h 109427"/>
                        <a:gd name="connsiteX36" fmla="*/ 169379 w 196735"/>
                        <a:gd name="connsiteY36" fmla="*/ 7137 h 109427"/>
                        <a:gd name="connsiteX37" fmla="*/ 161053 w 196735"/>
                        <a:gd name="connsiteY37" fmla="*/ 4758 h 109427"/>
                        <a:gd name="connsiteX38" fmla="*/ 131317 w 196735"/>
                        <a:gd name="connsiteY38" fmla="*/ 2379 h 109427"/>
                        <a:gd name="connsiteX39" fmla="*/ 124180 w 196735"/>
                        <a:gd name="connsiteY39" fmla="*/ 13084 h 109427"/>
                        <a:gd name="connsiteX40" fmla="*/ 105149 w 196735"/>
                        <a:gd name="connsiteY40" fmla="*/ 23789 h 109427"/>
                        <a:gd name="connsiteX41" fmla="*/ 81360 w 196735"/>
                        <a:gd name="connsiteY41" fmla="*/ 36872 h 109427"/>
                        <a:gd name="connsiteX42" fmla="*/ 73034 w 196735"/>
                        <a:gd name="connsiteY42" fmla="*/ 36872 h 109427"/>
                        <a:gd name="connsiteX43" fmla="*/ 23078 w 196735"/>
                        <a:gd name="connsiteY43" fmla="*/ 52335 h 109427"/>
                        <a:gd name="connsiteX44" fmla="*/ 15941 w 196735"/>
                        <a:gd name="connsiteY44" fmla="*/ 60661 h 109427"/>
                        <a:gd name="connsiteX45" fmla="*/ 4047 w 196735"/>
                        <a:gd name="connsiteY45" fmla="*/ 68987 h 109427"/>
                        <a:gd name="connsiteX46" fmla="*/ 9994 w 196735"/>
                        <a:gd name="connsiteY46" fmla="*/ 70177 h 1094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</a:cxnLst>
                      <a:rect l="l" t="t" r="r" b="b"/>
                      <a:pathLst>
                        <a:path w="196735" h="109427">
                          <a:moveTo>
                            <a:pt x="9994" y="70177"/>
                          </a:moveTo>
                          <a:cubicBezTo>
                            <a:pt x="6426" y="73745"/>
                            <a:pt x="9994" y="77313"/>
                            <a:pt x="7615" y="79692"/>
                          </a:cubicBezTo>
                          <a:cubicBezTo>
                            <a:pt x="5236" y="82071"/>
                            <a:pt x="-1900" y="82071"/>
                            <a:pt x="479" y="84450"/>
                          </a:cubicBezTo>
                          <a:cubicBezTo>
                            <a:pt x="4047" y="89208"/>
                            <a:pt x="8805" y="89208"/>
                            <a:pt x="12373" y="84450"/>
                          </a:cubicBezTo>
                          <a:cubicBezTo>
                            <a:pt x="14752" y="80882"/>
                            <a:pt x="13563" y="79692"/>
                            <a:pt x="15941" y="79692"/>
                          </a:cubicBezTo>
                          <a:cubicBezTo>
                            <a:pt x="21889" y="79692"/>
                            <a:pt x="19510" y="88018"/>
                            <a:pt x="25457" y="95155"/>
                          </a:cubicBezTo>
                          <a:cubicBezTo>
                            <a:pt x="33783" y="104670"/>
                            <a:pt x="39730" y="66608"/>
                            <a:pt x="46867" y="80882"/>
                          </a:cubicBezTo>
                          <a:cubicBezTo>
                            <a:pt x="49246" y="85639"/>
                            <a:pt x="40919" y="86829"/>
                            <a:pt x="38541" y="90397"/>
                          </a:cubicBezTo>
                          <a:cubicBezTo>
                            <a:pt x="36162" y="95155"/>
                            <a:pt x="44488" y="95155"/>
                            <a:pt x="40919" y="98723"/>
                          </a:cubicBezTo>
                          <a:cubicBezTo>
                            <a:pt x="38541" y="101102"/>
                            <a:pt x="34972" y="101102"/>
                            <a:pt x="36162" y="107049"/>
                          </a:cubicBezTo>
                          <a:cubicBezTo>
                            <a:pt x="42109" y="109428"/>
                            <a:pt x="42109" y="101102"/>
                            <a:pt x="44488" y="104670"/>
                          </a:cubicBezTo>
                          <a:cubicBezTo>
                            <a:pt x="45677" y="105860"/>
                            <a:pt x="44488" y="108239"/>
                            <a:pt x="44488" y="109428"/>
                          </a:cubicBezTo>
                          <a:cubicBezTo>
                            <a:pt x="59951" y="102291"/>
                            <a:pt x="56382" y="82071"/>
                            <a:pt x="73034" y="77313"/>
                          </a:cubicBezTo>
                          <a:cubicBezTo>
                            <a:pt x="77792" y="76124"/>
                            <a:pt x="70655" y="97534"/>
                            <a:pt x="75413" y="97534"/>
                          </a:cubicBezTo>
                          <a:cubicBezTo>
                            <a:pt x="84929" y="97534"/>
                            <a:pt x="87308" y="83260"/>
                            <a:pt x="93255" y="74934"/>
                          </a:cubicBezTo>
                          <a:cubicBezTo>
                            <a:pt x="98012" y="72556"/>
                            <a:pt x="94444" y="68987"/>
                            <a:pt x="94444" y="64230"/>
                          </a:cubicBezTo>
                          <a:cubicBezTo>
                            <a:pt x="98012" y="60661"/>
                            <a:pt x="96823" y="67798"/>
                            <a:pt x="101581" y="66608"/>
                          </a:cubicBezTo>
                          <a:cubicBezTo>
                            <a:pt x="106338" y="61851"/>
                            <a:pt x="112286" y="57093"/>
                            <a:pt x="113475" y="47577"/>
                          </a:cubicBezTo>
                          <a:cubicBezTo>
                            <a:pt x="119422" y="47577"/>
                            <a:pt x="125369" y="47577"/>
                            <a:pt x="127748" y="45199"/>
                          </a:cubicBezTo>
                          <a:cubicBezTo>
                            <a:pt x="126559" y="65419"/>
                            <a:pt x="109907" y="72556"/>
                            <a:pt x="103960" y="88018"/>
                          </a:cubicBezTo>
                          <a:cubicBezTo>
                            <a:pt x="105149" y="91586"/>
                            <a:pt x="107528" y="92776"/>
                            <a:pt x="106338" y="98723"/>
                          </a:cubicBezTo>
                          <a:cubicBezTo>
                            <a:pt x="108717" y="98723"/>
                            <a:pt x="113475" y="97534"/>
                            <a:pt x="111096" y="101102"/>
                          </a:cubicBezTo>
                          <a:cubicBezTo>
                            <a:pt x="115854" y="101102"/>
                            <a:pt x="117043" y="96344"/>
                            <a:pt x="121801" y="96344"/>
                          </a:cubicBezTo>
                          <a:cubicBezTo>
                            <a:pt x="119422" y="84450"/>
                            <a:pt x="126559" y="80882"/>
                            <a:pt x="133695" y="77313"/>
                          </a:cubicBezTo>
                          <a:cubicBezTo>
                            <a:pt x="139643" y="84450"/>
                            <a:pt x="144400" y="74934"/>
                            <a:pt x="153916" y="77313"/>
                          </a:cubicBezTo>
                          <a:cubicBezTo>
                            <a:pt x="157484" y="67798"/>
                            <a:pt x="161053" y="59472"/>
                            <a:pt x="165810" y="51146"/>
                          </a:cubicBezTo>
                          <a:cubicBezTo>
                            <a:pt x="168189" y="52335"/>
                            <a:pt x="168189" y="55903"/>
                            <a:pt x="172947" y="55903"/>
                          </a:cubicBezTo>
                          <a:cubicBezTo>
                            <a:pt x="177705" y="52335"/>
                            <a:pt x="174136" y="46388"/>
                            <a:pt x="170568" y="44009"/>
                          </a:cubicBezTo>
                          <a:cubicBezTo>
                            <a:pt x="168189" y="29736"/>
                            <a:pt x="188410" y="35683"/>
                            <a:pt x="194357" y="29736"/>
                          </a:cubicBezTo>
                          <a:cubicBezTo>
                            <a:pt x="197925" y="27357"/>
                            <a:pt x="196736" y="21410"/>
                            <a:pt x="194357" y="19031"/>
                          </a:cubicBezTo>
                          <a:cubicBezTo>
                            <a:pt x="195546" y="16652"/>
                            <a:pt x="191978" y="9516"/>
                            <a:pt x="196736" y="10705"/>
                          </a:cubicBezTo>
                          <a:cubicBezTo>
                            <a:pt x="195546" y="7137"/>
                            <a:pt x="193167" y="5947"/>
                            <a:pt x="194357" y="0"/>
                          </a:cubicBezTo>
                          <a:cubicBezTo>
                            <a:pt x="188410" y="0"/>
                            <a:pt x="184841" y="3568"/>
                            <a:pt x="181273" y="4758"/>
                          </a:cubicBezTo>
                          <a:cubicBezTo>
                            <a:pt x="180084" y="8326"/>
                            <a:pt x="182462" y="16652"/>
                            <a:pt x="180084" y="17842"/>
                          </a:cubicBezTo>
                          <a:cubicBezTo>
                            <a:pt x="175326" y="19031"/>
                            <a:pt x="177705" y="13084"/>
                            <a:pt x="175326" y="11894"/>
                          </a:cubicBezTo>
                          <a:cubicBezTo>
                            <a:pt x="172947" y="13084"/>
                            <a:pt x="175326" y="19031"/>
                            <a:pt x="171757" y="17842"/>
                          </a:cubicBezTo>
                          <a:cubicBezTo>
                            <a:pt x="171757" y="13084"/>
                            <a:pt x="169379" y="11894"/>
                            <a:pt x="169379" y="7137"/>
                          </a:cubicBezTo>
                          <a:cubicBezTo>
                            <a:pt x="169379" y="3568"/>
                            <a:pt x="162242" y="-2379"/>
                            <a:pt x="161053" y="4758"/>
                          </a:cubicBezTo>
                          <a:cubicBezTo>
                            <a:pt x="151537" y="3568"/>
                            <a:pt x="143211" y="1189"/>
                            <a:pt x="131317" y="2379"/>
                          </a:cubicBezTo>
                          <a:cubicBezTo>
                            <a:pt x="128938" y="5947"/>
                            <a:pt x="126559" y="9516"/>
                            <a:pt x="124180" y="13084"/>
                          </a:cubicBezTo>
                          <a:cubicBezTo>
                            <a:pt x="113475" y="11894"/>
                            <a:pt x="111096" y="19031"/>
                            <a:pt x="105149" y="23789"/>
                          </a:cubicBezTo>
                          <a:cubicBezTo>
                            <a:pt x="95634" y="26168"/>
                            <a:pt x="87308" y="30925"/>
                            <a:pt x="81360" y="36872"/>
                          </a:cubicBezTo>
                          <a:cubicBezTo>
                            <a:pt x="78982" y="36872"/>
                            <a:pt x="76603" y="36872"/>
                            <a:pt x="73034" y="36872"/>
                          </a:cubicBezTo>
                          <a:cubicBezTo>
                            <a:pt x="55193" y="44009"/>
                            <a:pt x="39730" y="39251"/>
                            <a:pt x="23078" y="52335"/>
                          </a:cubicBezTo>
                          <a:cubicBezTo>
                            <a:pt x="19510" y="54714"/>
                            <a:pt x="19510" y="58282"/>
                            <a:pt x="15941" y="60661"/>
                          </a:cubicBezTo>
                          <a:cubicBezTo>
                            <a:pt x="8805" y="64230"/>
                            <a:pt x="479" y="64230"/>
                            <a:pt x="4047" y="68987"/>
                          </a:cubicBezTo>
                          <a:cubicBezTo>
                            <a:pt x="6426" y="70177"/>
                            <a:pt x="11184" y="68987"/>
                            <a:pt x="9994" y="7017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7" name="Freeform 816">
                      <a:extLst>
                        <a:ext uri="{FF2B5EF4-FFF2-40B4-BE49-F238E27FC236}">
                          <a16:creationId xmlns:a16="http://schemas.microsoft.com/office/drawing/2014/main" id="{28AFD383-12BF-775E-7E1B-B08B352BBF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1644" y="1428589"/>
                      <a:ext cx="7136" cy="5067"/>
                    </a:xfrm>
                    <a:custGeom>
                      <a:avLst/>
                      <a:gdLst>
                        <a:gd name="connsiteX0" fmla="*/ 7137 w 7136"/>
                        <a:gd name="connsiteY0" fmla="*/ 0 h 5067"/>
                        <a:gd name="connsiteX1" fmla="*/ 0 w 7136"/>
                        <a:gd name="connsiteY1" fmla="*/ 4758 h 5067"/>
                        <a:gd name="connsiteX2" fmla="*/ 7137 w 7136"/>
                        <a:gd name="connsiteY2" fmla="*/ 0 h 5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136" h="5067">
                          <a:moveTo>
                            <a:pt x="7137" y="0"/>
                          </a:moveTo>
                          <a:cubicBezTo>
                            <a:pt x="2379" y="0"/>
                            <a:pt x="1189" y="1189"/>
                            <a:pt x="0" y="4758"/>
                          </a:cubicBezTo>
                          <a:cubicBezTo>
                            <a:pt x="4758" y="5947"/>
                            <a:pt x="5947" y="3568"/>
                            <a:pt x="7137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8" name="Freeform 817">
                      <a:extLst>
                        <a:ext uri="{FF2B5EF4-FFF2-40B4-BE49-F238E27FC236}">
                          <a16:creationId xmlns:a16="http://schemas.microsoft.com/office/drawing/2014/main" id="{9E07973C-DF61-C033-7BCE-4AA4F59562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21093" y="1440660"/>
                      <a:ext cx="19100" cy="16605"/>
                    </a:xfrm>
                    <a:custGeom>
                      <a:avLst/>
                      <a:gdLst>
                        <a:gd name="connsiteX0" fmla="*/ 70 w 19100"/>
                        <a:gd name="connsiteY0" fmla="*/ 14096 h 16605"/>
                        <a:gd name="connsiteX1" fmla="*/ 19101 w 19100"/>
                        <a:gd name="connsiteY1" fmla="*/ 3392 h 16605"/>
                        <a:gd name="connsiteX2" fmla="*/ 70 w 19100"/>
                        <a:gd name="connsiteY2" fmla="*/ 14096 h 166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9100" h="16605">
                          <a:moveTo>
                            <a:pt x="70" y="14096"/>
                          </a:moveTo>
                          <a:cubicBezTo>
                            <a:pt x="1259" y="21233"/>
                            <a:pt x="15533" y="11718"/>
                            <a:pt x="19101" y="3392"/>
                          </a:cubicBezTo>
                          <a:cubicBezTo>
                            <a:pt x="13154" y="-4935"/>
                            <a:pt x="-1119" y="3392"/>
                            <a:pt x="70" y="1409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9" name="Freeform 818">
                      <a:extLst>
                        <a:ext uri="{FF2B5EF4-FFF2-40B4-BE49-F238E27FC236}">
                          <a16:creationId xmlns:a16="http://schemas.microsoft.com/office/drawing/2014/main" id="{661E667A-1A07-3899-EEF3-9276998AA7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6797" y="1487985"/>
                      <a:ext cx="57092" cy="36947"/>
                    </a:xfrm>
                    <a:custGeom>
                      <a:avLst/>
                      <a:gdLst>
                        <a:gd name="connsiteX0" fmla="*/ 22599 w 57092"/>
                        <a:gd name="connsiteY0" fmla="*/ 31000 h 36947"/>
                        <a:gd name="connsiteX1" fmla="*/ 57093 w 57092"/>
                        <a:gd name="connsiteY1" fmla="*/ 75 h 36947"/>
                        <a:gd name="connsiteX2" fmla="*/ 0 w 57092"/>
                        <a:gd name="connsiteY2" fmla="*/ 28622 h 36947"/>
                        <a:gd name="connsiteX3" fmla="*/ 9516 w 57092"/>
                        <a:gd name="connsiteY3" fmla="*/ 36948 h 36947"/>
                        <a:gd name="connsiteX4" fmla="*/ 22599 w 57092"/>
                        <a:gd name="connsiteY4" fmla="*/ 31000 h 369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7092" h="36947">
                          <a:moveTo>
                            <a:pt x="22599" y="31000"/>
                          </a:moveTo>
                          <a:cubicBezTo>
                            <a:pt x="29736" y="16727"/>
                            <a:pt x="48767" y="13159"/>
                            <a:pt x="57093" y="75"/>
                          </a:cubicBezTo>
                          <a:cubicBezTo>
                            <a:pt x="33304" y="-1114"/>
                            <a:pt x="10705" y="11969"/>
                            <a:pt x="0" y="28622"/>
                          </a:cubicBezTo>
                          <a:cubicBezTo>
                            <a:pt x="1190" y="33379"/>
                            <a:pt x="11894" y="28622"/>
                            <a:pt x="9516" y="36948"/>
                          </a:cubicBezTo>
                          <a:cubicBezTo>
                            <a:pt x="14273" y="34569"/>
                            <a:pt x="16652" y="32190"/>
                            <a:pt x="22599" y="3100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0" name="Freeform 819">
                      <a:extLst>
                        <a:ext uri="{FF2B5EF4-FFF2-40B4-BE49-F238E27FC236}">
                          <a16:creationId xmlns:a16="http://schemas.microsoft.com/office/drawing/2014/main" id="{F56D1C74-5975-DA09-D986-ABF03A91DF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6595" y="1490066"/>
                      <a:ext cx="8822" cy="5179"/>
                    </a:xfrm>
                    <a:custGeom>
                      <a:avLst/>
                      <a:gdLst>
                        <a:gd name="connsiteX0" fmla="*/ 8706 w 8822"/>
                        <a:gd name="connsiteY0" fmla="*/ 1563 h 5179"/>
                        <a:gd name="connsiteX1" fmla="*/ 380 w 8822"/>
                        <a:gd name="connsiteY1" fmla="*/ 3941 h 5179"/>
                        <a:gd name="connsiteX2" fmla="*/ 8706 w 8822"/>
                        <a:gd name="connsiteY2" fmla="*/ 1563 h 51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822" h="5179">
                          <a:moveTo>
                            <a:pt x="8706" y="1563"/>
                          </a:moveTo>
                          <a:cubicBezTo>
                            <a:pt x="7517" y="-816"/>
                            <a:pt x="-1999" y="-816"/>
                            <a:pt x="380" y="3941"/>
                          </a:cubicBezTo>
                          <a:cubicBezTo>
                            <a:pt x="1570" y="6320"/>
                            <a:pt x="9896" y="5131"/>
                            <a:pt x="8706" y="156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1" name="Freeform 820">
                      <a:extLst>
                        <a:ext uri="{FF2B5EF4-FFF2-40B4-BE49-F238E27FC236}">
                          <a16:creationId xmlns:a16="http://schemas.microsoft.com/office/drawing/2014/main" id="{F5FEA67D-EE74-AD40-6C19-537CC98869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4285" y="1520011"/>
                      <a:ext cx="23174" cy="30264"/>
                    </a:xfrm>
                    <a:custGeom>
                      <a:avLst/>
                      <a:gdLst>
                        <a:gd name="connsiteX0" fmla="*/ 17228 w 23174"/>
                        <a:gd name="connsiteY0" fmla="*/ 8491 h 30264"/>
                        <a:gd name="connsiteX1" fmla="*/ 19607 w 23174"/>
                        <a:gd name="connsiteY1" fmla="*/ 3733 h 30264"/>
                        <a:gd name="connsiteX2" fmla="*/ 6523 w 23174"/>
                        <a:gd name="connsiteY2" fmla="*/ 2544 h 30264"/>
                        <a:gd name="connsiteX3" fmla="*/ 1765 w 23174"/>
                        <a:gd name="connsiteY3" fmla="*/ 18006 h 30264"/>
                        <a:gd name="connsiteX4" fmla="*/ 4144 w 23174"/>
                        <a:gd name="connsiteY4" fmla="*/ 26332 h 30264"/>
                        <a:gd name="connsiteX5" fmla="*/ 23175 w 23174"/>
                        <a:gd name="connsiteY5" fmla="*/ 28711 h 30264"/>
                        <a:gd name="connsiteX6" fmla="*/ 23175 w 23174"/>
                        <a:gd name="connsiteY6" fmla="*/ 9680 h 30264"/>
                        <a:gd name="connsiteX7" fmla="*/ 17228 w 23174"/>
                        <a:gd name="connsiteY7" fmla="*/ 8491 h 302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174" h="30264">
                          <a:moveTo>
                            <a:pt x="17228" y="8491"/>
                          </a:moveTo>
                          <a:cubicBezTo>
                            <a:pt x="17228" y="6112"/>
                            <a:pt x="21986" y="7301"/>
                            <a:pt x="19607" y="3733"/>
                          </a:cubicBezTo>
                          <a:cubicBezTo>
                            <a:pt x="14849" y="-1025"/>
                            <a:pt x="10091" y="-1025"/>
                            <a:pt x="6523" y="2544"/>
                          </a:cubicBezTo>
                          <a:cubicBezTo>
                            <a:pt x="6523" y="9680"/>
                            <a:pt x="6523" y="14438"/>
                            <a:pt x="1765" y="18006"/>
                          </a:cubicBezTo>
                          <a:cubicBezTo>
                            <a:pt x="-1803" y="20385"/>
                            <a:pt x="576" y="22764"/>
                            <a:pt x="4144" y="26332"/>
                          </a:cubicBezTo>
                          <a:cubicBezTo>
                            <a:pt x="11281" y="33469"/>
                            <a:pt x="14849" y="28711"/>
                            <a:pt x="23175" y="28711"/>
                          </a:cubicBezTo>
                          <a:cubicBezTo>
                            <a:pt x="23175" y="22764"/>
                            <a:pt x="23175" y="16817"/>
                            <a:pt x="23175" y="9680"/>
                          </a:cubicBezTo>
                          <a:cubicBezTo>
                            <a:pt x="20796" y="9680"/>
                            <a:pt x="17228" y="10870"/>
                            <a:pt x="17228" y="849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2" name="Freeform 821">
                      <a:extLst>
                        <a:ext uri="{FF2B5EF4-FFF2-40B4-BE49-F238E27FC236}">
                          <a16:creationId xmlns:a16="http://schemas.microsoft.com/office/drawing/2014/main" id="{2CDA0B57-0172-4E0B-28F0-3556D8CBE6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0764" y="1529691"/>
                      <a:ext cx="29735" cy="10704"/>
                    </a:xfrm>
                    <a:custGeom>
                      <a:avLst/>
                      <a:gdLst>
                        <a:gd name="connsiteX0" fmla="*/ 29736 w 29735"/>
                        <a:gd name="connsiteY0" fmla="*/ 0 h 10704"/>
                        <a:gd name="connsiteX1" fmla="*/ 0 w 29735"/>
                        <a:gd name="connsiteY1" fmla="*/ 10705 h 10704"/>
                        <a:gd name="connsiteX2" fmla="*/ 29736 w 29735"/>
                        <a:gd name="connsiteY2" fmla="*/ 5947 h 10704"/>
                        <a:gd name="connsiteX3" fmla="*/ 29736 w 29735"/>
                        <a:gd name="connsiteY3" fmla="*/ 0 h 107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9735" h="10704">
                          <a:moveTo>
                            <a:pt x="29736" y="0"/>
                          </a:moveTo>
                          <a:cubicBezTo>
                            <a:pt x="17842" y="1189"/>
                            <a:pt x="3568" y="0"/>
                            <a:pt x="0" y="10705"/>
                          </a:cubicBezTo>
                          <a:cubicBezTo>
                            <a:pt x="13084" y="9516"/>
                            <a:pt x="16652" y="7137"/>
                            <a:pt x="29736" y="5947"/>
                          </a:cubicBezTo>
                          <a:cubicBezTo>
                            <a:pt x="29736" y="3568"/>
                            <a:pt x="29736" y="2379"/>
                            <a:pt x="29736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3" name="Freeform 822">
                      <a:extLst>
                        <a:ext uri="{FF2B5EF4-FFF2-40B4-BE49-F238E27FC236}">
                          <a16:creationId xmlns:a16="http://schemas.microsoft.com/office/drawing/2014/main" id="{B4AA2B48-A3A3-2848-3363-068D909B64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2216" y="1532070"/>
                      <a:ext cx="5026" cy="4460"/>
                    </a:xfrm>
                    <a:custGeom>
                      <a:avLst/>
                      <a:gdLst>
                        <a:gd name="connsiteX0" fmla="*/ 4892 w 5026"/>
                        <a:gd name="connsiteY0" fmla="*/ 0 h 4460"/>
                        <a:gd name="connsiteX1" fmla="*/ 134 w 5026"/>
                        <a:gd name="connsiteY1" fmla="*/ 0 h 4460"/>
                        <a:gd name="connsiteX2" fmla="*/ 4892 w 5026"/>
                        <a:gd name="connsiteY2" fmla="*/ 0 h 44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026" h="4460">
                          <a:moveTo>
                            <a:pt x="4892" y="0"/>
                          </a:moveTo>
                          <a:cubicBezTo>
                            <a:pt x="3703" y="0"/>
                            <a:pt x="1324" y="0"/>
                            <a:pt x="134" y="0"/>
                          </a:cubicBezTo>
                          <a:cubicBezTo>
                            <a:pt x="-1055" y="5947"/>
                            <a:pt x="6081" y="5947"/>
                            <a:pt x="4892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4" name="Freeform 823">
                      <a:extLst>
                        <a:ext uri="{FF2B5EF4-FFF2-40B4-BE49-F238E27FC236}">
                          <a16:creationId xmlns:a16="http://schemas.microsoft.com/office/drawing/2014/main" id="{BEFB8A89-1DAF-1E2F-E7E8-035FC5BFA2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7369" y="1533069"/>
                      <a:ext cx="26719" cy="29135"/>
                    </a:xfrm>
                    <a:custGeom>
                      <a:avLst/>
                      <a:gdLst>
                        <a:gd name="connsiteX0" fmla="*/ 3440 w 26719"/>
                        <a:gd name="connsiteY0" fmla="*/ 2569 h 29135"/>
                        <a:gd name="connsiteX1" fmla="*/ 1062 w 26719"/>
                        <a:gd name="connsiteY1" fmla="*/ 16842 h 29135"/>
                        <a:gd name="connsiteX2" fmla="*/ 7009 w 26719"/>
                        <a:gd name="connsiteY2" fmla="*/ 28737 h 29135"/>
                        <a:gd name="connsiteX3" fmla="*/ 15335 w 26719"/>
                        <a:gd name="connsiteY3" fmla="*/ 4948 h 29135"/>
                        <a:gd name="connsiteX4" fmla="*/ 12956 w 26719"/>
                        <a:gd name="connsiteY4" fmla="*/ 190 h 29135"/>
                        <a:gd name="connsiteX5" fmla="*/ 3440 w 26719"/>
                        <a:gd name="connsiteY5" fmla="*/ 2569 h 29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6719" h="29135">
                          <a:moveTo>
                            <a:pt x="3440" y="2569"/>
                          </a:moveTo>
                          <a:cubicBezTo>
                            <a:pt x="-2507" y="7327"/>
                            <a:pt x="1062" y="10895"/>
                            <a:pt x="1062" y="16842"/>
                          </a:cubicBezTo>
                          <a:cubicBezTo>
                            <a:pt x="4630" y="19221"/>
                            <a:pt x="3440" y="26358"/>
                            <a:pt x="7009" y="28737"/>
                          </a:cubicBezTo>
                          <a:cubicBezTo>
                            <a:pt x="22472" y="32305"/>
                            <a:pt x="37934" y="10895"/>
                            <a:pt x="15335" y="4948"/>
                          </a:cubicBezTo>
                          <a:cubicBezTo>
                            <a:pt x="12956" y="3759"/>
                            <a:pt x="16524" y="-999"/>
                            <a:pt x="12956" y="190"/>
                          </a:cubicBezTo>
                          <a:cubicBezTo>
                            <a:pt x="7009" y="190"/>
                            <a:pt x="7009" y="-999"/>
                            <a:pt x="3440" y="256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5" name="Freeform 824">
                      <a:extLst>
                        <a:ext uri="{FF2B5EF4-FFF2-40B4-BE49-F238E27FC236}">
                          <a16:creationId xmlns:a16="http://schemas.microsoft.com/office/drawing/2014/main" id="{4BE544CE-6D5A-90FE-069C-5D211E1058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4861" y="1542718"/>
                      <a:ext cx="126080" cy="124516"/>
                    </a:xfrm>
                    <a:custGeom>
                      <a:avLst/>
                      <a:gdLst>
                        <a:gd name="connsiteX0" fmla="*/ 34494 w 126080"/>
                        <a:gd name="connsiteY0" fmla="*/ 21466 h 124516"/>
                        <a:gd name="connsiteX1" fmla="*/ 41630 w 126080"/>
                        <a:gd name="connsiteY1" fmla="*/ 25035 h 124516"/>
                        <a:gd name="connsiteX2" fmla="*/ 29736 w 126080"/>
                        <a:gd name="connsiteY2" fmla="*/ 39308 h 124516"/>
                        <a:gd name="connsiteX3" fmla="*/ 34494 w 126080"/>
                        <a:gd name="connsiteY3" fmla="*/ 40497 h 124516"/>
                        <a:gd name="connsiteX4" fmla="*/ 26168 w 126080"/>
                        <a:gd name="connsiteY4" fmla="*/ 47634 h 124516"/>
                        <a:gd name="connsiteX5" fmla="*/ 26168 w 126080"/>
                        <a:gd name="connsiteY5" fmla="*/ 59528 h 124516"/>
                        <a:gd name="connsiteX6" fmla="*/ 23789 w 126080"/>
                        <a:gd name="connsiteY6" fmla="*/ 47634 h 124516"/>
                        <a:gd name="connsiteX7" fmla="*/ 13084 w 126080"/>
                        <a:gd name="connsiteY7" fmla="*/ 47634 h 124516"/>
                        <a:gd name="connsiteX8" fmla="*/ 0 w 126080"/>
                        <a:gd name="connsiteY8" fmla="*/ 57149 h 124516"/>
                        <a:gd name="connsiteX9" fmla="*/ 0 w 126080"/>
                        <a:gd name="connsiteY9" fmla="*/ 64286 h 124516"/>
                        <a:gd name="connsiteX10" fmla="*/ 4758 w 126080"/>
                        <a:gd name="connsiteY10" fmla="*/ 66665 h 124516"/>
                        <a:gd name="connsiteX11" fmla="*/ 63040 w 126080"/>
                        <a:gd name="connsiteY11" fmla="*/ 73801 h 124516"/>
                        <a:gd name="connsiteX12" fmla="*/ 63040 w 126080"/>
                        <a:gd name="connsiteY12" fmla="*/ 77370 h 124516"/>
                        <a:gd name="connsiteX13" fmla="*/ 38062 w 126080"/>
                        <a:gd name="connsiteY13" fmla="*/ 85696 h 124516"/>
                        <a:gd name="connsiteX14" fmla="*/ 23789 w 126080"/>
                        <a:gd name="connsiteY14" fmla="*/ 85696 h 124516"/>
                        <a:gd name="connsiteX15" fmla="*/ 23789 w 126080"/>
                        <a:gd name="connsiteY15" fmla="*/ 86885 h 124516"/>
                        <a:gd name="connsiteX16" fmla="*/ 17842 w 126080"/>
                        <a:gd name="connsiteY16" fmla="*/ 85696 h 124516"/>
                        <a:gd name="connsiteX17" fmla="*/ 23789 w 126080"/>
                        <a:gd name="connsiteY17" fmla="*/ 94022 h 124516"/>
                        <a:gd name="connsiteX18" fmla="*/ 24978 w 126080"/>
                        <a:gd name="connsiteY18" fmla="*/ 99969 h 124516"/>
                        <a:gd name="connsiteX19" fmla="*/ 21410 w 126080"/>
                        <a:gd name="connsiteY19" fmla="*/ 97590 h 124516"/>
                        <a:gd name="connsiteX20" fmla="*/ 19031 w 126080"/>
                        <a:gd name="connsiteY20" fmla="*/ 102348 h 124516"/>
                        <a:gd name="connsiteX21" fmla="*/ 19031 w 126080"/>
                        <a:gd name="connsiteY21" fmla="*/ 113053 h 124516"/>
                        <a:gd name="connsiteX22" fmla="*/ 38062 w 126080"/>
                        <a:gd name="connsiteY22" fmla="*/ 111863 h 124516"/>
                        <a:gd name="connsiteX23" fmla="*/ 35683 w 126080"/>
                        <a:gd name="connsiteY23" fmla="*/ 119000 h 124516"/>
                        <a:gd name="connsiteX24" fmla="*/ 45199 w 126080"/>
                        <a:gd name="connsiteY24" fmla="*/ 116621 h 124516"/>
                        <a:gd name="connsiteX25" fmla="*/ 46388 w 126080"/>
                        <a:gd name="connsiteY25" fmla="*/ 121379 h 124516"/>
                        <a:gd name="connsiteX26" fmla="*/ 61851 w 126080"/>
                        <a:gd name="connsiteY26" fmla="*/ 121379 h 124516"/>
                        <a:gd name="connsiteX27" fmla="*/ 64229 w 126080"/>
                        <a:gd name="connsiteY27" fmla="*/ 108295 h 124516"/>
                        <a:gd name="connsiteX28" fmla="*/ 68987 w 126080"/>
                        <a:gd name="connsiteY28" fmla="*/ 119000 h 124516"/>
                        <a:gd name="connsiteX29" fmla="*/ 71366 w 126080"/>
                        <a:gd name="connsiteY29" fmla="*/ 107106 h 124516"/>
                        <a:gd name="connsiteX30" fmla="*/ 66608 w 126080"/>
                        <a:gd name="connsiteY30" fmla="*/ 104727 h 124516"/>
                        <a:gd name="connsiteX31" fmla="*/ 66608 w 126080"/>
                        <a:gd name="connsiteY31" fmla="*/ 101158 h 124516"/>
                        <a:gd name="connsiteX32" fmla="*/ 80882 w 126080"/>
                        <a:gd name="connsiteY32" fmla="*/ 90453 h 124516"/>
                        <a:gd name="connsiteX33" fmla="*/ 85639 w 126080"/>
                        <a:gd name="connsiteY33" fmla="*/ 95211 h 124516"/>
                        <a:gd name="connsiteX34" fmla="*/ 92776 w 126080"/>
                        <a:gd name="connsiteY34" fmla="*/ 84506 h 124516"/>
                        <a:gd name="connsiteX35" fmla="*/ 88018 w 126080"/>
                        <a:gd name="connsiteY35" fmla="*/ 76180 h 124516"/>
                        <a:gd name="connsiteX36" fmla="*/ 96344 w 126080"/>
                        <a:gd name="connsiteY36" fmla="*/ 76180 h 124516"/>
                        <a:gd name="connsiteX37" fmla="*/ 115375 w 126080"/>
                        <a:gd name="connsiteY37" fmla="*/ 52392 h 124516"/>
                        <a:gd name="connsiteX38" fmla="*/ 126080 w 126080"/>
                        <a:gd name="connsiteY38" fmla="*/ 28603 h 124516"/>
                        <a:gd name="connsiteX39" fmla="*/ 117754 w 126080"/>
                        <a:gd name="connsiteY39" fmla="*/ 19087 h 124516"/>
                        <a:gd name="connsiteX40" fmla="*/ 118944 w 126080"/>
                        <a:gd name="connsiteY40" fmla="*/ 7193 h 124516"/>
                        <a:gd name="connsiteX41" fmla="*/ 115375 w 126080"/>
                        <a:gd name="connsiteY41" fmla="*/ 7193 h 124516"/>
                        <a:gd name="connsiteX42" fmla="*/ 114186 w 126080"/>
                        <a:gd name="connsiteY42" fmla="*/ 11951 h 124516"/>
                        <a:gd name="connsiteX43" fmla="*/ 107049 w 126080"/>
                        <a:gd name="connsiteY43" fmla="*/ 9572 h 124516"/>
                        <a:gd name="connsiteX44" fmla="*/ 93965 w 126080"/>
                        <a:gd name="connsiteY44" fmla="*/ 21466 h 124516"/>
                        <a:gd name="connsiteX45" fmla="*/ 98723 w 126080"/>
                        <a:gd name="connsiteY45" fmla="*/ 7193 h 124516"/>
                        <a:gd name="connsiteX46" fmla="*/ 97534 w 126080"/>
                        <a:gd name="connsiteY46" fmla="*/ 7193 h 124516"/>
                        <a:gd name="connsiteX47" fmla="*/ 90397 w 126080"/>
                        <a:gd name="connsiteY47" fmla="*/ 4814 h 124516"/>
                        <a:gd name="connsiteX48" fmla="*/ 88018 w 126080"/>
                        <a:gd name="connsiteY48" fmla="*/ 56 h 124516"/>
                        <a:gd name="connsiteX49" fmla="*/ 68987 w 126080"/>
                        <a:gd name="connsiteY49" fmla="*/ 32171 h 124516"/>
                        <a:gd name="connsiteX50" fmla="*/ 60661 w 126080"/>
                        <a:gd name="connsiteY50" fmla="*/ 33361 h 124516"/>
                        <a:gd name="connsiteX51" fmla="*/ 68987 w 126080"/>
                        <a:gd name="connsiteY51" fmla="*/ 42876 h 124516"/>
                        <a:gd name="connsiteX52" fmla="*/ 64229 w 126080"/>
                        <a:gd name="connsiteY52" fmla="*/ 55960 h 124516"/>
                        <a:gd name="connsiteX53" fmla="*/ 60661 w 126080"/>
                        <a:gd name="connsiteY53" fmla="*/ 58339 h 124516"/>
                        <a:gd name="connsiteX54" fmla="*/ 57093 w 126080"/>
                        <a:gd name="connsiteY54" fmla="*/ 54770 h 124516"/>
                        <a:gd name="connsiteX55" fmla="*/ 52335 w 126080"/>
                        <a:gd name="connsiteY55" fmla="*/ 28603 h 124516"/>
                        <a:gd name="connsiteX56" fmla="*/ 49956 w 126080"/>
                        <a:gd name="connsiteY56" fmla="*/ 14330 h 124516"/>
                        <a:gd name="connsiteX57" fmla="*/ 34494 w 126080"/>
                        <a:gd name="connsiteY57" fmla="*/ 21466 h 1245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</a:cxnLst>
                      <a:rect l="l" t="t" r="r" b="b"/>
                      <a:pathLst>
                        <a:path w="126080" h="124516">
                          <a:moveTo>
                            <a:pt x="34494" y="21466"/>
                          </a:moveTo>
                          <a:cubicBezTo>
                            <a:pt x="39251" y="20277"/>
                            <a:pt x="40441" y="22656"/>
                            <a:pt x="41630" y="25035"/>
                          </a:cubicBezTo>
                          <a:cubicBezTo>
                            <a:pt x="36872" y="29792"/>
                            <a:pt x="28546" y="29792"/>
                            <a:pt x="29736" y="39308"/>
                          </a:cubicBezTo>
                          <a:cubicBezTo>
                            <a:pt x="32115" y="39308"/>
                            <a:pt x="34494" y="39308"/>
                            <a:pt x="34494" y="40497"/>
                          </a:cubicBezTo>
                          <a:cubicBezTo>
                            <a:pt x="33304" y="44066"/>
                            <a:pt x="26168" y="41687"/>
                            <a:pt x="26168" y="47634"/>
                          </a:cubicBezTo>
                          <a:cubicBezTo>
                            <a:pt x="28546" y="50013"/>
                            <a:pt x="32115" y="58339"/>
                            <a:pt x="26168" y="59528"/>
                          </a:cubicBezTo>
                          <a:cubicBezTo>
                            <a:pt x="27357" y="52392"/>
                            <a:pt x="22599" y="52392"/>
                            <a:pt x="23789" y="47634"/>
                          </a:cubicBezTo>
                          <a:cubicBezTo>
                            <a:pt x="20220" y="47634"/>
                            <a:pt x="16652" y="47634"/>
                            <a:pt x="13084" y="47634"/>
                          </a:cubicBezTo>
                          <a:cubicBezTo>
                            <a:pt x="11894" y="53581"/>
                            <a:pt x="5947" y="60718"/>
                            <a:pt x="0" y="57149"/>
                          </a:cubicBezTo>
                          <a:cubicBezTo>
                            <a:pt x="0" y="59528"/>
                            <a:pt x="0" y="61907"/>
                            <a:pt x="0" y="64286"/>
                          </a:cubicBezTo>
                          <a:cubicBezTo>
                            <a:pt x="3568" y="66665"/>
                            <a:pt x="4758" y="61907"/>
                            <a:pt x="4758" y="66665"/>
                          </a:cubicBezTo>
                          <a:cubicBezTo>
                            <a:pt x="21410" y="63097"/>
                            <a:pt x="41630" y="70233"/>
                            <a:pt x="63040" y="73801"/>
                          </a:cubicBezTo>
                          <a:cubicBezTo>
                            <a:pt x="63040" y="74991"/>
                            <a:pt x="63040" y="76180"/>
                            <a:pt x="63040" y="77370"/>
                          </a:cubicBezTo>
                          <a:cubicBezTo>
                            <a:pt x="49956" y="76180"/>
                            <a:pt x="46388" y="82127"/>
                            <a:pt x="38062" y="85696"/>
                          </a:cubicBezTo>
                          <a:cubicBezTo>
                            <a:pt x="35683" y="86885"/>
                            <a:pt x="23789" y="79749"/>
                            <a:pt x="23789" y="85696"/>
                          </a:cubicBezTo>
                          <a:cubicBezTo>
                            <a:pt x="23789" y="85696"/>
                            <a:pt x="23789" y="86885"/>
                            <a:pt x="23789" y="86885"/>
                          </a:cubicBezTo>
                          <a:cubicBezTo>
                            <a:pt x="22599" y="88075"/>
                            <a:pt x="20220" y="83317"/>
                            <a:pt x="17842" y="85696"/>
                          </a:cubicBezTo>
                          <a:cubicBezTo>
                            <a:pt x="15463" y="89264"/>
                            <a:pt x="20220" y="94022"/>
                            <a:pt x="23789" y="94022"/>
                          </a:cubicBezTo>
                          <a:cubicBezTo>
                            <a:pt x="28546" y="94022"/>
                            <a:pt x="27357" y="99969"/>
                            <a:pt x="24978" y="99969"/>
                          </a:cubicBezTo>
                          <a:cubicBezTo>
                            <a:pt x="22599" y="99969"/>
                            <a:pt x="22599" y="95211"/>
                            <a:pt x="21410" y="97590"/>
                          </a:cubicBezTo>
                          <a:cubicBezTo>
                            <a:pt x="19031" y="101158"/>
                            <a:pt x="19031" y="99969"/>
                            <a:pt x="19031" y="102348"/>
                          </a:cubicBezTo>
                          <a:cubicBezTo>
                            <a:pt x="19031" y="105916"/>
                            <a:pt x="17842" y="109485"/>
                            <a:pt x="19031" y="113053"/>
                          </a:cubicBezTo>
                          <a:cubicBezTo>
                            <a:pt x="21410" y="120189"/>
                            <a:pt x="34494" y="107106"/>
                            <a:pt x="38062" y="111863"/>
                          </a:cubicBezTo>
                          <a:cubicBezTo>
                            <a:pt x="39251" y="113053"/>
                            <a:pt x="32115" y="115432"/>
                            <a:pt x="35683" y="119000"/>
                          </a:cubicBezTo>
                          <a:cubicBezTo>
                            <a:pt x="39251" y="122568"/>
                            <a:pt x="41630" y="114242"/>
                            <a:pt x="45199" y="116621"/>
                          </a:cubicBezTo>
                          <a:cubicBezTo>
                            <a:pt x="46388" y="117811"/>
                            <a:pt x="44009" y="120189"/>
                            <a:pt x="46388" y="121379"/>
                          </a:cubicBezTo>
                          <a:cubicBezTo>
                            <a:pt x="51146" y="126137"/>
                            <a:pt x="59472" y="124947"/>
                            <a:pt x="61851" y="121379"/>
                          </a:cubicBezTo>
                          <a:cubicBezTo>
                            <a:pt x="64229" y="116621"/>
                            <a:pt x="60661" y="105916"/>
                            <a:pt x="64229" y="108295"/>
                          </a:cubicBezTo>
                          <a:cubicBezTo>
                            <a:pt x="68987" y="110674"/>
                            <a:pt x="66608" y="122568"/>
                            <a:pt x="68987" y="119000"/>
                          </a:cubicBezTo>
                          <a:cubicBezTo>
                            <a:pt x="73745" y="114242"/>
                            <a:pt x="71366" y="111863"/>
                            <a:pt x="71366" y="107106"/>
                          </a:cubicBezTo>
                          <a:cubicBezTo>
                            <a:pt x="71366" y="103537"/>
                            <a:pt x="65419" y="108295"/>
                            <a:pt x="66608" y="104727"/>
                          </a:cubicBezTo>
                          <a:cubicBezTo>
                            <a:pt x="66608" y="103537"/>
                            <a:pt x="65419" y="101158"/>
                            <a:pt x="66608" y="101158"/>
                          </a:cubicBezTo>
                          <a:cubicBezTo>
                            <a:pt x="73745" y="95211"/>
                            <a:pt x="76124" y="92832"/>
                            <a:pt x="80882" y="90453"/>
                          </a:cubicBezTo>
                          <a:cubicBezTo>
                            <a:pt x="84450" y="90453"/>
                            <a:pt x="82071" y="96401"/>
                            <a:pt x="85639" y="95211"/>
                          </a:cubicBezTo>
                          <a:cubicBezTo>
                            <a:pt x="86829" y="91643"/>
                            <a:pt x="90397" y="88075"/>
                            <a:pt x="92776" y="84506"/>
                          </a:cubicBezTo>
                          <a:cubicBezTo>
                            <a:pt x="91586" y="82127"/>
                            <a:pt x="85639" y="83317"/>
                            <a:pt x="88018" y="76180"/>
                          </a:cubicBezTo>
                          <a:cubicBezTo>
                            <a:pt x="90397" y="76180"/>
                            <a:pt x="92776" y="76180"/>
                            <a:pt x="96344" y="76180"/>
                          </a:cubicBezTo>
                          <a:cubicBezTo>
                            <a:pt x="98723" y="64286"/>
                            <a:pt x="107049" y="58339"/>
                            <a:pt x="115375" y="52392"/>
                          </a:cubicBezTo>
                          <a:cubicBezTo>
                            <a:pt x="112996" y="38118"/>
                            <a:pt x="122512" y="35739"/>
                            <a:pt x="126080" y="28603"/>
                          </a:cubicBezTo>
                          <a:cubicBezTo>
                            <a:pt x="126080" y="22656"/>
                            <a:pt x="120133" y="23845"/>
                            <a:pt x="117754" y="19087"/>
                          </a:cubicBezTo>
                          <a:cubicBezTo>
                            <a:pt x="117754" y="15519"/>
                            <a:pt x="123701" y="10761"/>
                            <a:pt x="118944" y="7193"/>
                          </a:cubicBezTo>
                          <a:cubicBezTo>
                            <a:pt x="117754" y="6004"/>
                            <a:pt x="114186" y="1246"/>
                            <a:pt x="115375" y="7193"/>
                          </a:cubicBezTo>
                          <a:cubicBezTo>
                            <a:pt x="115375" y="9572"/>
                            <a:pt x="115375" y="11951"/>
                            <a:pt x="114186" y="11951"/>
                          </a:cubicBezTo>
                          <a:cubicBezTo>
                            <a:pt x="109428" y="14330"/>
                            <a:pt x="111807" y="8383"/>
                            <a:pt x="107049" y="9572"/>
                          </a:cubicBezTo>
                          <a:cubicBezTo>
                            <a:pt x="104670" y="15519"/>
                            <a:pt x="101102" y="29792"/>
                            <a:pt x="93965" y="21466"/>
                          </a:cubicBezTo>
                          <a:cubicBezTo>
                            <a:pt x="97534" y="19087"/>
                            <a:pt x="99912" y="14330"/>
                            <a:pt x="98723" y="7193"/>
                          </a:cubicBezTo>
                          <a:cubicBezTo>
                            <a:pt x="98723" y="7193"/>
                            <a:pt x="97534" y="7193"/>
                            <a:pt x="97534" y="7193"/>
                          </a:cubicBezTo>
                          <a:cubicBezTo>
                            <a:pt x="98723" y="2435"/>
                            <a:pt x="92776" y="4814"/>
                            <a:pt x="90397" y="4814"/>
                          </a:cubicBezTo>
                          <a:cubicBezTo>
                            <a:pt x="86829" y="6004"/>
                            <a:pt x="88018" y="1246"/>
                            <a:pt x="88018" y="56"/>
                          </a:cubicBezTo>
                          <a:cubicBezTo>
                            <a:pt x="70177" y="-1133"/>
                            <a:pt x="55903" y="16709"/>
                            <a:pt x="68987" y="32171"/>
                          </a:cubicBezTo>
                          <a:cubicBezTo>
                            <a:pt x="66608" y="32171"/>
                            <a:pt x="60661" y="27413"/>
                            <a:pt x="60661" y="33361"/>
                          </a:cubicBezTo>
                          <a:cubicBezTo>
                            <a:pt x="63040" y="36929"/>
                            <a:pt x="70177" y="34550"/>
                            <a:pt x="68987" y="42876"/>
                          </a:cubicBezTo>
                          <a:cubicBezTo>
                            <a:pt x="60661" y="40497"/>
                            <a:pt x="64229" y="51202"/>
                            <a:pt x="64229" y="55960"/>
                          </a:cubicBezTo>
                          <a:cubicBezTo>
                            <a:pt x="61851" y="55960"/>
                            <a:pt x="61851" y="58339"/>
                            <a:pt x="60661" y="58339"/>
                          </a:cubicBezTo>
                          <a:cubicBezTo>
                            <a:pt x="60661" y="54770"/>
                            <a:pt x="57093" y="57149"/>
                            <a:pt x="57093" y="54770"/>
                          </a:cubicBezTo>
                          <a:cubicBezTo>
                            <a:pt x="57093" y="44066"/>
                            <a:pt x="59472" y="30982"/>
                            <a:pt x="52335" y="28603"/>
                          </a:cubicBezTo>
                          <a:cubicBezTo>
                            <a:pt x="58282" y="25035"/>
                            <a:pt x="49956" y="20277"/>
                            <a:pt x="49956" y="14330"/>
                          </a:cubicBezTo>
                          <a:cubicBezTo>
                            <a:pt x="40441" y="10761"/>
                            <a:pt x="38062" y="16709"/>
                            <a:pt x="34494" y="2146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6" name="Freeform 825">
                      <a:extLst>
                        <a:ext uri="{FF2B5EF4-FFF2-40B4-BE49-F238E27FC236}">
                          <a16:creationId xmlns:a16="http://schemas.microsoft.com/office/drawing/2014/main" id="{C8759D00-3C54-65DD-3046-E5A87E20FC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5655" y="1579483"/>
                      <a:ext cx="256868" cy="203459"/>
                    </a:xfrm>
                    <a:custGeom>
                      <a:avLst/>
                      <a:gdLst>
                        <a:gd name="connsiteX0" fmla="*/ 18981 w 256868"/>
                        <a:gd name="connsiteY0" fmla="*/ 144086 h 203459"/>
                        <a:gd name="connsiteX1" fmla="*/ 13034 w 256868"/>
                        <a:gd name="connsiteY1" fmla="*/ 147654 h 203459"/>
                        <a:gd name="connsiteX2" fmla="*/ 15413 w 256868"/>
                        <a:gd name="connsiteY2" fmla="*/ 201179 h 203459"/>
                        <a:gd name="connsiteX3" fmla="*/ 35633 w 256868"/>
                        <a:gd name="connsiteY3" fmla="*/ 196421 h 203459"/>
                        <a:gd name="connsiteX4" fmla="*/ 58233 w 256868"/>
                        <a:gd name="connsiteY4" fmla="*/ 182148 h 203459"/>
                        <a:gd name="connsiteX5" fmla="*/ 55854 w 256868"/>
                        <a:gd name="connsiteY5" fmla="*/ 195232 h 203459"/>
                        <a:gd name="connsiteX6" fmla="*/ 58233 w 256868"/>
                        <a:gd name="connsiteY6" fmla="*/ 197611 h 203459"/>
                        <a:gd name="connsiteX7" fmla="*/ 77264 w 256868"/>
                        <a:gd name="connsiteY7" fmla="*/ 195232 h 203459"/>
                        <a:gd name="connsiteX8" fmla="*/ 109378 w 256868"/>
                        <a:gd name="connsiteY8" fmla="*/ 158359 h 203459"/>
                        <a:gd name="connsiteX9" fmla="*/ 110568 w 256868"/>
                        <a:gd name="connsiteY9" fmla="*/ 150033 h 203459"/>
                        <a:gd name="connsiteX10" fmla="*/ 116515 w 256868"/>
                        <a:gd name="connsiteY10" fmla="*/ 152412 h 203459"/>
                        <a:gd name="connsiteX11" fmla="*/ 128409 w 256868"/>
                        <a:gd name="connsiteY11" fmla="*/ 150033 h 203459"/>
                        <a:gd name="connsiteX12" fmla="*/ 136735 w 256868"/>
                        <a:gd name="connsiteY12" fmla="*/ 147654 h 203459"/>
                        <a:gd name="connsiteX13" fmla="*/ 148630 w 256868"/>
                        <a:gd name="connsiteY13" fmla="*/ 128623 h 203459"/>
                        <a:gd name="connsiteX14" fmla="*/ 160524 w 256868"/>
                        <a:gd name="connsiteY14" fmla="*/ 128623 h 203459"/>
                        <a:gd name="connsiteX15" fmla="*/ 237837 w 256868"/>
                        <a:gd name="connsiteY15" fmla="*/ 109592 h 203459"/>
                        <a:gd name="connsiteX16" fmla="*/ 256868 w 256868"/>
                        <a:gd name="connsiteY16" fmla="*/ 98887 h 203459"/>
                        <a:gd name="connsiteX17" fmla="*/ 254489 w 256868"/>
                        <a:gd name="connsiteY17" fmla="*/ 58447 h 203459"/>
                        <a:gd name="connsiteX18" fmla="*/ 241406 w 256868"/>
                        <a:gd name="connsiteY18" fmla="*/ 32279 h 203459"/>
                        <a:gd name="connsiteX19" fmla="*/ 211670 w 256868"/>
                        <a:gd name="connsiteY19" fmla="*/ 47742 h 203459"/>
                        <a:gd name="connsiteX20" fmla="*/ 219996 w 256868"/>
                        <a:gd name="connsiteY20" fmla="*/ 32279 h 203459"/>
                        <a:gd name="connsiteX21" fmla="*/ 217617 w 256868"/>
                        <a:gd name="connsiteY21" fmla="*/ 29900 h 203459"/>
                        <a:gd name="connsiteX22" fmla="*/ 206912 w 256868"/>
                        <a:gd name="connsiteY22" fmla="*/ 31090 h 203459"/>
                        <a:gd name="connsiteX23" fmla="*/ 209291 w 256868"/>
                        <a:gd name="connsiteY23" fmla="*/ 23953 h 203459"/>
                        <a:gd name="connsiteX24" fmla="*/ 189071 w 256868"/>
                        <a:gd name="connsiteY24" fmla="*/ 2543 h 203459"/>
                        <a:gd name="connsiteX25" fmla="*/ 164092 w 256868"/>
                        <a:gd name="connsiteY25" fmla="*/ 3733 h 203459"/>
                        <a:gd name="connsiteX26" fmla="*/ 153387 w 256868"/>
                        <a:gd name="connsiteY26" fmla="*/ 4922 h 203459"/>
                        <a:gd name="connsiteX27" fmla="*/ 112947 w 256868"/>
                        <a:gd name="connsiteY27" fmla="*/ 8490 h 203459"/>
                        <a:gd name="connsiteX28" fmla="*/ 114136 w 256868"/>
                        <a:gd name="connsiteY28" fmla="*/ 39416 h 203459"/>
                        <a:gd name="connsiteX29" fmla="*/ 112947 w 256868"/>
                        <a:gd name="connsiteY29" fmla="*/ 41794 h 203459"/>
                        <a:gd name="connsiteX30" fmla="*/ 65369 w 256868"/>
                        <a:gd name="connsiteY30" fmla="*/ 73909 h 203459"/>
                        <a:gd name="connsiteX31" fmla="*/ 67748 w 256868"/>
                        <a:gd name="connsiteY31" fmla="*/ 92940 h 203459"/>
                        <a:gd name="connsiteX32" fmla="*/ 52285 w 256868"/>
                        <a:gd name="connsiteY32" fmla="*/ 90561 h 203459"/>
                        <a:gd name="connsiteX33" fmla="*/ 29686 w 256868"/>
                        <a:gd name="connsiteY33" fmla="*/ 116729 h 203459"/>
                        <a:gd name="connsiteX34" fmla="*/ 1140 w 256868"/>
                        <a:gd name="connsiteY34" fmla="*/ 132192 h 203459"/>
                        <a:gd name="connsiteX35" fmla="*/ 18981 w 256868"/>
                        <a:gd name="connsiteY35" fmla="*/ 144086 h 2034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</a:cxnLst>
                      <a:rect l="l" t="t" r="r" b="b"/>
                      <a:pathLst>
                        <a:path w="256868" h="203459">
                          <a:moveTo>
                            <a:pt x="18981" y="144086"/>
                          </a:moveTo>
                          <a:cubicBezTo>
                            <a:pt x="21360" y="146465"/>
                            <a:pt x="10655" y="142896"/>
                            <a:pt x="13034" y="147654"/>
                          </a:cubicBezTo>
                          <a:cubicBezTo>
                            <a:pt x="21360" y="164306"/>
                            <a:pt x="2329" y="184527"/>
                            <a:pt x="15413" y="201179"/>
                          </a:cubicBezTo>
                          <a:cubicBezTo>
                            <a:pt x="20171" y="208315"/>
                            <a:pt x="29686" y="196421"/>
                            <a:pt x="35633" y="196421"/>
                          </a:cubicBezTo>
                          <a:cubicBezTo>
                            <a:pt x="49907" y="197611"/>
                            <a:pt x="48717" y="176201"/>
                            <a:pt x="58233" y="182148"/>
                          </a:cubicBezTo>
                          <a:cubicBezTo>
                            <a:pt x="64180" y="185716"/>
                            <a:pt x="53475" y="191663"/>
                            <a:pt x="55854" y="195232"/>
                          </a:cubicBezTo>
                          <a:cubicBezTo>
                            <a:pt x="57043" y="196421"/>
                            <a:pt x="57043" y="196421"/>
                            <a:pt x="58233" y="197611"/>
                          </a:cubicBezTo>
                          <a:cubicBezTo>
                            <a:pt x="62990" y="203558"/>
                            <a:pt x="68938" y="195232"/>
                            <a:pt x="77264" y="195232"/>
                          </a:cubicBezTo>
                          <a:cubicBezTo>
                            <a:pt x="93916" y="194042"/>
                            <a:pt x="92726" y="164306"/>
                            <a:pt x="109378" y="158359"/>
                          </a:cubicBezTo>
                          <a:cubicBezTo>
                            <a:pt x="110568" y="155980"/>
                            <a:pt x="108189" y="151223"/>
                            <a:pt x="110568" y="150033"/>
                          </a:cubicBezTo>
                          <a:cubicBezTo>
                            <a:pt x="115326" y="148844"/>
                            <a:pt x="114136" y="151223"/>
                            <a:pt x="116515" y="152412"/>
                          </a:cubicBezTo>
                          <a:cubicBezTo>
                            <a:pt x="120083" y="155980"/>
                            <a:pt x="124841" y="152412"/>
                            <a:pt x="128409" y="150033"/>
                          </a:cubicBezTo>
                          <a:cubicBezTo>
                            <a:pt x="131978" y="146465"/>
                            <a:pt x="133167" y="150033"/>
                            <a:pt x="136735" y="147654"/>
                          </a:cubicBezTo>
                          <a:cubicBezTo>
                            <a:pt x="143872" y="141707"/>
                            <a:pt x="148630" y="139328"/>
                            <a:pt x="148630" y="128623"/>
                          </a:cubicBezTo>
                          <a:cubicBezTo>
                            <a:pt x="154577" y="131002"/>
                            <a:pt x="159335" y="121487"/>
                            <a:pt x="160524" y="128623"/>
                          </a:cubicBezTo>
                          <a:cubicBezTo>
                            <a:pt x="186692" y="123865"/>
                            <a:pt x="204533" y="108403"/>
                            <a:pt x="237837" y="109592"/>
                          </a:cubicBezTo>
                          <a:cubicBezTo>
                            <a:pt x="241406" y="103645"/>
                            <a:pt x="252111" y="104835"/>
                            <a:pt x="256868" y="98887"/>
                          </a:cubicBezTo>
                          <a:cubicBezTo>
                            <a:pt x="253300" y="86993"/>
                            <a:pt x="250921" y="69151"/>
                            <a:pt x="254489" y="58447"/>
                          </a:cubicBezTo>
                          <a:cubicBezTo>
                            <a:pt x="254489" y="45363"/>
                            <a:pt x="243785" y="41794"/>
                            <a:pt x="241406" y="32279"/>
                          </a:cubicBezTo>
                          <a:cubicBezTo>
                            <a:pt x="223564" y="31090"/>
                            <a:pt x="222375" y="40605"/>
                            <a:pt x="211670" y="47742"/>
                          </a:cubicBezTo>
                          <a:cubicBezTo>
                            <a:pt x="211670" y="39416"/>
                            <a:pt x="218806" y="39416"/>
                            <a:pt x="219996" y="32279"/>
                          </a:cubicBezTo>
                          <a:cubicBezTo>
                            <a:pt x="218806" y="32279"/>
                            <a:pt x="216428" y="32279"/>
                            <a:pt x="217617" y="29900"/>
                          </a:cubicBezTo>
                          <a:cubicBezTo>
                            <a:pt x="211670" y="27521"/>
                            <a:pt x="210480" y="35847"/>
                            <a:pt x="206912" y="31090"/>
                          </a:cubicBezTo>
                          <a:cubicBezTo>
                            <a:pt x="208102" y="29900"/>
                            <a:pt x="210480" y="28711"/>
                            <a:pt x="209291" y="23953"/>
                          </a:cubicBezTo>
                          <a:cubicBezTo>
                            <a:pt x="198586" y="20385"/>
                            <a:pt x="186692" y="14437"/>
                            <a:pt x="189071" y="2543"/>
                          </a:cubicBezTo>
                          <a:cubicBezTo>
                            <a:pt x="179555" y="164"/>
                            <a:pt x="171229" y="-2215"/>
                            <a:pt x="164092" y="3733"/>
                          </a:cubicBezTo>
                          <a:cubicBezTo>
                            <a:pt x="160524" y="4922"/>
                            <a:pt x="154577" y="2543"/>
                            <a:pt x="153387" y="4922"/>
                          </a:cubicBezTo>
                          <a:cubicBezTo>
                            <a:pt x="143872" y="2543"/>
                            <a:pt x="116515" y="-3404"/>
                            <a:pt x="112947" y="8490"/>
                          </a:cubicBezTo>
                          <a:cubicBezTo>
                            <a:pt x="117704" y="14437"/>
                            <a:pt x="105810" y="33468"/>
                            <a:pt x="114136" y="39416"/>
                          </a:cubicBezTo>
                          <a:cubicBezTo>
                            <a:pt x="112947" y="39416"/>
                            <a:pt x="112947" y="40605"/>
                            <a:pt x="112947" y="41794"/>
                          </a:cubicBezTo>
                          <a:cubicBezTo>
                            <a:pt x="91537" y="46552"/>
                            <a:pt x="84400" y="66773"/>
                            <a:pt x="65369" y="73909"/>
                          </a:cubicBezTo>
                          <a:cubicBezTo>
                            <a:pt x="64180" y="82235"/>
                            <a:pt x="74885" y="86993"/>
                            <a:pt x="67748" y="92940"/>
                          </a:cubicBezTo>
                          <a:cubicBezTo>
                            <a:pt x="62990" y="97698"/>
                            <a:pt x="57043" y="91751"/>
                            <a:pt x="52285" y="90561"/>
                          </a:cubicBezTo>
                          <a:cubicBezTo>
                            <a:pt x="53475" y="108403"/>
                            <a:pt x="39202" y="108403"/>
                            <a:pt x="29686" y="116729"/>
                          </a:cubicBezTo>
                          <a:cubicBezTo>
                            <a:pt x="21360" y="125055"/>
                            <a:pt x="11845" y="121487"/>
                            <a:pt x="1140" y="132192"/>
                          </a:cubicBezTo>
                          <a:cubicBezTo>
                            <a:pt x="-4807" y="140518"/>
                            <a:pt x="14224" y="138139"/>
                            <a:pt x="18981" y="14408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7" name="Freeform 826">
                      <a:extLst>
                        <a:ext uri="{FF2B5EF4-FFF2-40B4-BE49-F238E27FC236}">
                          <a16:creationId xmlns:a16="http://schemas.microsoft.com/office/drawing/2014/main" id="{12D955D2-8B10-F9A0-4867-1E61216195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3592" y="1581489"/>
                      <a:ext cx="35057" cy="12431"/>
                    </a:xfrm>
                    <a:custGeom>
                      <a:avLst/>
                      <a:gdLst>
                        <a:gd name="connsiteX0" fmla="*/ 16026 w 35057"/>
                        <a:gd name="connsiteY0" fmla="*/ 12431 h 12431"/>
                        <a:gd name="connsiteX1" fmla="*/ 35057 w 35057"/>
                        <a:gd name="connsiteY1" fmla="*/ 537 h 12431"/>
                        <a:gd name="connsiteX2" fmla="*/ 1753 w 35057"/>
                        <a:gd name="connsiteY2" fmla="*/ 10053 h 12431"/>
                        <a:gd name="connsiteX3" fmla="*/ 16026 w 35057"/>
                        <a:gd name="connsiteY3" fmla="*/ 12431 h 124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5057" h="12431">
                          <a:moveTo>
                            <a:pt x="16026" y="12431"/>
                          </a:moveTo>
                          <a:cubicBezTo>
                            <a:pt x="18405" y="4105"/>
                            <a:pt x="33868" y="8863"/>
                            <a:pt x="35057" y="537"/>
                          </a:cubicBezTo>
                          <a:cubicBezTo>
                            <a:pt x="24352" y="-1842"/>
                            <a:pt x="10079" y="4105"/>
                            <a:pt x="1753" y="10053"/>
                          </a:cubicBezTo>
                          <a:cubicBezTo>
                            <a:pt x="-5384" y="12431"/>
                            <a:pt x="11268" y="10053"/>
                            <a:pt x="16026" y="1243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8" name="Freeform 827">
                      <a:extLst>
                        <a:ext uri="{FF2B5EF4-FFF2-40B4-BE49-F238E27FC236}">
                          <a16:creationId xmlns:a16="http://schemas.microsoft.com/office/drawing/2014/main" id="{4016EFDB-7538-EBDF-5DA9-C53C152591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389" y="1603176"/>
                      <a:ext cx="25362" cy="30238"/>
                    </a:xfrm>
                    <a:custGeom>
                      <a:avLst/>
                      <a:gdLst>
                        <a:gd name="connsiteX0" fmla="*/ 5947 w 25362"/>
                        <a:gd name="connsiteY0" fmla="*/ 26428 h 30238"/>
                        <a:gd name="connsiteX1" fmla="*/ 21410 w 25362"/>
                        <a:gd name="connsiteY1" fmla="*/ 1450 h 30238"/>
                        <a:gd name="connsiteX2" fmla="*/ 8326 w 25362"/>
                        <a:gd name="connsiteY2" fmla="*/ 6207 h 30238"/>
                        <a:gd name="connsiteX3" fmla="*/ 0 w 25362"/>
                        <a:gd name="connsiteY3" fmla="*/ 16912 h 30238"/>
                        <a:gd name="connsiteX4" fmla="*/ 5947 w 25362"/>
                        <a:gd name="connsiteY4" fmla="*/ 26428 h 302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362" h="30238">
                          <a:moveTo>
                            <a:pt x="5947" y="26428"/>
                          </a:moveTo>
                          <a:cubicBezTo>
                            <a:pt x="15463" y="40701"/>
                            <a:pt x="33304" y="10965"/>
                            <a:pt x="21410" y="1450"/>
                          </a:cubicBezTo>
                          <a:cubicBezTo>
                            <a:pt x="16652" y="-2119"/>
                            <a:pt x="13084" y="1450"/>
                            <a:pt x="8326" y="6207"/>
                          </a:cubicBezTo>
                          <a:cubicBezTo>
                            <a:pt x="3568" y="10965"/>
                            <a:pt x="4758" y="14533"/>
                            <a:pt x="0" y="16912"/>
                          </a:cubicBezTo>
                          <a:cubicBezTo>
                            <a:pt x="0" y="22859"/>
                            <a:pt x="2379" y="21670"/>
                            <a:pt x="5947" y="2642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9" name="Freeform 828">
                      <a:extLst>
                        <a:ext uri="{FF2B5EF4-FFF2-40B4-BE49-F238E27FC236}">
                          <a16:creationId xmlns:a16="http://schemas.microsoft.com/office/drawing/2014/main" id="{914CBA6A-5C64-4001-3CB3-A51EDA3042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11910" y="1621277"/>
                      <a:ext cx="5203" cy="7136"/>
                    </a:xfrm>
                    <a:custGeom>
                      <a:avLst/>
                      <a:gdLst>
                        <a:gd name="connsiteX0" fmla="*/ 1189 w 5203"/>
                        <a:gd name="connsiteY0" fmla="*/ 7137 h 7136"/>
                        <a:gd name="connsiteX1" fmla="*/ 3568 w 5203"/>
                        <a:gd name="connsiteY1" fmla="*/ 0 h 7136"/>
                        <a:gd name="connsiteX2" fmla="*/ 0 w 5203"/>
                        <a:gd name="connsiteY2" fmla="*/ 1190 h 7136"/>
                        <a:gd name="connsiteX3" fmla="*/ 1189 w 5203"/>
                        <a:gd name="connsiteY3" fmla="*/ 7137 h 71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203" h="7136">
                          <a:moveTo>
                            <a:pt x="1189" y="7137"/>
                          </a:moveTo>
                          <a:cubicBezTo>
                            <a:pt x="1189" y="4758"/>
                            <a:pt x="8326" y="3568"/>
                            <a:pt x="3568" y="0"/>
                          </a:cubicBezTo>
                          <a:cubicBezTo>
                            <a:pt x="3568" y="1190"/>
                            <a:pt x="1189" y="1190"/>
                            <a:pt x="0" y="1190"/>
                          </a:cubicBezTo>
                          <a:cubicBezTo>
                            <a:pt x="0" y="3568"/>
                            <a:pt x="0" y="7137"/>
                            <a:pt x="1189" y="7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0" name="Freeform 829">
                      <a:extLst>
                        <a:ext uri="{FF2B5EF4-FFF2-40B4-BE49-F238E27FC236}">
                          <a16:creationId xmlns:a16="http://schemas.microsoft.com/office/drawing/2014/main" id="{D6D3C177-808D-7162-552D-BA94ABCC17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9531" y="1636740"/>
                      <a:ext cx="7136" cy="8326"/>
                    </a:xfrm>
                    <a:custGeom>
                      <a:avLst/>
                      <a:gdLst>
                        <a:gd name="connsiteX0" fmla="*/ 0 w 7136"/>
                        <a:gd name="connsiteY0" fmla="*/ 0 h 8326"/>
                        <a:gd name="connsiteX1" fmla="*/ 2379 w 7136"/>
                        <a:gd name="connsiteY1" fmla="*/ 8326 h 8326"/>
                        <a:gd name="connsiteX2" fmla="*/ 7137 w 7136"/>
                        <a:gd name="connsiteY2" fmla="*/ 3568 h 8326"/>
                        <a:gd name="connsiteX3" fmla="*/ 2379 w 7136"/>
                        <a:gd name="connsiteY3" fmla="*/ 1189 h 8326"/>
                        <a:gd name="connsiteX4" fmla="*/ 0 w 7136"/>
                        <a:gd name="connsiteY4" fmla="*/ 0 h 8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136" h="8326">
                          <a:moveTo>
                            <a:pt x="0" y="0"/>
                          </a:moveTo>
                          <a:cubicBezTo>
                            <a:pt x="0" y="3568"/>
                            <a:pt x="0" y="7137"/>
                            <a:pt x="2379" y="8326"/>
                          </a:cubicBezTo>
                          <a:cubicBezTo>
                            <a:pt x="5947" y="7137"/>
                            <a:pt x="7137" y="5947"/>
                            <a:pt x="7137" y="3568"/>
                          </a:cubicBezTo>
                          <a:cubicBezTo>
                            <a:pt x="2379" y="4758"/>
                            <a:pt x="5947" y="-1189"/>
                            <a:pt x="2379" y="1189"/>
                          </a:cubicBezTo>
                          <a:cubicBezTo>
                            <a:pt x="1189" y="0"/>
                            <a:pt x="1189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1" name="Freeform 830">
                      <a:extLst>
                        <a:ext uri="{FF2B5EF4-FFF2-40B4-BE49-F238E27FC236}">
                          <a16:creationId xmlns:a16="http://schemas.microsoft.com/office/drawing/2014/main" id="{D4A29F93-66D1-D911-821F-219237D253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30604" y="1679560"/>
                      <a:ext cx="22673" cy="20016"/>
                    </a:xfrm>
                    <a:custGeom>
                      <a:avLst/>
                      <a:gdLst>
                        <a:gd name="connsiteX0" fmla="*/ 6022 w 22673"/>
                        <a:gd name="connsiteY0" fmla="*/ 19031 h 20016"/>
                        <a:gd name="connsiteX1" fmla="*/ 9590 w 22673"/>
                        <a:gd name="connsiteY1" fmla="*/ 16652 h 20016"/>
                        <a:gd name="connsiteX2" fmla="*/ 14348 w 22673"/>
                        <a:gd name="connsiteY2" fmla="*/ 19031 h 20016"/>
                        <a:gd name="connsiteX3" fmla="*/ 22674 w 22673"/>
                        <a:gd name="connsiteY3" fmla="*/ 0 h 20016"/>
                        <a:gd name="connsiteX4" fmla="*/ 7211 w 22673"/>
                        <a:gd name="connsiteY4" fmla="*/ 10705 h 20016"/>
                        <a:gd name="connsiteX5" fmla="*/ 1264 w 22673"/>
                        <a:gd name="connsiteY5" fmla="*/ 13084 h 20016"/>
                        <a:gd name="connsiteX6" fmla="*/ 6022 w 22673"/>
                        <a:gd name="connsiteY6" fmla="*/ 19031 h 200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673" h="20016">
                          <a:moveTo>
                            <a:pt x="6022" y="19031"/>
                          </a:moveTo>
                          <a:cubicBezTo>
                            <a:pt x="7211" y="17842"/>
                            <a:pt x="8400" y="15463"/>
                            <a:pt x="9590" y="16652"/>
                          </a:cubicBezTo>
                          <a:cubicBezTo>
                            <a:pt x="11969" y="19031"/>
                            <a:pt x="14348" y="21410"/>
                            <a:pt x="14348" y="19031"/>
                          </a:cubicBezTo>
                          <a:cubicBezTo>
                            <a:pt x="14348" y="5947"/>
                            <a:pt x="22674" y="9516"/>
                            <a:pt x="22674" y="0"/>
                          </a:cubicBezTo>
                          <a:cubicBezTo>
                            <a:pt x="15537" y="1189"/>
                            <a:pt x="13158" y="8326"/>
                            <a:pt x="7211" y="10705"/>
                          </a:cubicBezTo>
                          <a:cubicBezTo>
                            <a:pt x="2453" y="11894"/>
                            <a:pt x="6022" y="11894"/>
                            <a:pt x="1264" y="13084"/>
                          </a:cubicBezTo>
                          <a:cubicBezTo>
                            <a:pt x="-2305" y="15463"/>
                            <a:pt x="2453" y="21410"/>
                            <a:pt x="6022" y="1903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2" name="Freeform 831">
                      <a:extLst>
                        <a:ext uri="{FF2B5EF4-FFF2-40B4-BE49-F238E27FC236}">
                          <a16:creationId xmlns:a16="http://schemas.microsoft.com/office/drawing/2014/main" id="{5A82A532-6041-0D23-CDA7-24A4E79B75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9606" y="1705199"/>
                      <a:ext cx="10407" cy="6848"/>
                    </a:xfrm>
                    <a:custGeom>
                      <a:avLst/>
                      <a:gdLst>
                        <a:gd name="connsiteX0" fmla="*/ 892 w 10407"/>
                        <a:gd name="connsiteY0" fmla="*/ 529 h 6848"/>
                        <a:gd name="connsiteX1" fmla="*/ 892 w 10407"/>
                        <a:gd name="connsiteY1" fmla="*/ 5286 h 6848"/>
                        <a:gd name="connsiteX2" fmla="*/ 10408 w 10407"/>
                        <a:gd name="connsiteY2" fmla="*/ 2908 h 6848"/>
                        <a:gd name="connsiteX3" fmla="*/ 9218 w 10407"/>
                        <a:gd name="connsiteY3" fmla="*/ 529 h 6848"/>
                        <a:gd name="connsiteX4" fmla="*/ 892 w 10407"/>
                        <a:gd name="connsiteY4" fmla="*/ 529 h 68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407" h="6848">
                          <a:moveTo>
                            <a:pt x="892" y="529"/>
                          </a:moveTo>
                          <a:cubicBezTo>
                            <a:pt x="-297" y="1718"/>
                            <a:pt x="-297" y="5286"/>
                            <a:pt x="892" y="5286"/>
                          </a:cubicBezTo>
                          <a:cubicBezTo>
                            <a:pt x="5650" y="7665"/>
                            <a:pt x="8029" y="7665"/>
                            <a:pt x="10408" y="2908"/>
                          </a:cubicBezTo>
                          <a:cubicBezTo>
                            <a:pt x="9218" y="2908"/>
                            <a:pt x="9218" y="1718"/>
                            <a:pt x="9218" y="529"/>
                          </a:cubicBezTo>
                          <a:cubicBezTo>
                            <a:pt x="6839" y="529"/>
                            <a:pt x="3271" y="-661"/>
                            <a:pt x="892" y="5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3" name="Freeform 832">
                      <a:extLst>
                        <a:ext uri="{FF2B5EF4-FFF2-40B4-BE49-F238E27FC236}">
                          <a16:creationId xmlns:a16="http://schemas.microsoft.com/office/drawing/2014/main" id="{B1E18A0E-CCE3-0D15-DA17-D6A1E0306B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37492" y="1706917"/>
                      <a:ext cx="58408" cy="62229"/>
                    </a:xfrm>
                    <a:custGeom>
                      <a:avLst/>
                      <a:gdLst>
                        <a:gd name="connsiteX0" fmla="*/ 22258 w 58408"/>
                        <a:gd name="connsiteY0" fmla="*/ 61851 h 62229"/>
                        <a:gd name="connsiteX1" fmla="*/ 23447 w 58408"/>
                        <a:gd name="connsiteY1" fmla="*/ 55903 h 62229"/>
                        <a:gd name="connsiteX2" fmla="*/ 32963 w 58408"/>
                        <a:gd name="connsiteY2" fmla="*/ 53525 h 62229"/>
                        <a:gd name="connsiteX3" fmla="*/ 56752 w 58408"/>
                        <a:gd name="connsiteY3" fmla="*/ 26168 h 62229"/>
                        <a:gd name="connsiteX4" fmla="*/ 55562 w 58408"/>
                        <a:gd name="connsiteY4" fmla="*/ 10705 h 62229"/>
                        <a:gd name="connsiteX5" fmla="*/ 50804 w 58408"/>
                        <a:gd name="connsiteY5" fmla="*/ 8326 h 62229"/>
                        <a:gd name="connsiteX6" fmla="*/ 50804 w 58408"/>
                        <a:gd name="connsiteY6" fmla="*/ 5947 h 62229"/>
                        <a:gd name="connsiteX7" fmla="*/ 42478 w 58408"/>
                        <a:gd name="connsiteY7" fmla="*/ 7137 h 62229"/>
                        <a:gd name="connsiteX8" fmla="*/ 16311 w 58408"/>
                        <a:gd name="connsiteY8" fmla="*/ 0 h 62229"/>
                        <a:gd name="connsiteX9" fmla="*/ 848 w 58408"/>
                        <a:gd name="connsiteY9" fmla="*/ 15463 h 62229"/>
                        <a:gd name="connsiteX10" fmla="*/ 10364 w 58408"/>
                        <a:gd name="connsiteY10" fmla="*/ 26168 h 62229"/>
                        <a:gd name="connsiteX11" fmla="*/ 11553 w 58408"/>
                        <a:gd name="connsiteY11" fmla="*/ 33304 h 62229"/>
                        <a:gd name="connsiteX12" fmla="*/ 22258 w 58408"/>
                        <a:gd name="connsiteY12" fmla="*/ 61851 h 62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58408" h="62229">
                          <a:moveTo>
                            <a:pt x="22258" y="61851"/>
                          </a:moveTo>
                          <a:cubicBezTo>
                            <a:pt x="24637" y="60661"/>
                            <a:pt x="22258" y="57093"/>
                            <a:pt x="23447" y="55903"/>
                          </a:cubicBezTo>
                          <a:cubicBezTo>
                            <a:pt x="25826" y="54714"/>
                            <a:pt x="30584" y="55903"/>
                            <a:pt x="32963" y="53525"/>
                          </a:cubicBezTo>
                          <a:cubicBezTo>
                            <a:pt x="43668" y="42820"/>
                            <a:pt x="53183" y="40441"/>
                            <a:pt x="56752" y="26168"/>
                          </a:cubicBezTo>
                          <a:cubicBezTo>
                            <a:pt x="57941" y="21410"/>
                            <a:pt x="60320" y="15463"/>
                            <a:pt x="55562" y="10705"/>
                          </a:cubicBezTo>
                          <a:cubicBezTo>
                            <a:pt x="51994" y="7137"/>
                            <a:pt x="54373" y="10705"/>
                            <a:pt x="50804" y="8326"/>
                          </a:cubicBezTo>
                          <a:cubicBezTo>
                            <a:pt x="49615" y="8326"/>
                            <a:pt x="50804" y="5947"/>
                            <a:pt x="50804" y="5947"/>
                          </a:cubicBezTo>
                          <a:cubicBezTo>
                            <a:pt x="48426" y="2379"/>
                            <a:pt x="46047" y="7137"/>
                            <a:pt x="42478" y="7137"/>
                          </a:cubicBezTo>
                          <a:cubicBezTo>
                            <a:pt x="32963" y="5947"/>
                            <a:pt x="28205" y="0"/>
                            <a:pt x="16311" y="0"/>
                          </a:cubicBezTo>
                          <a:cubicBezTo>
                            <a:pt x="12742" y="7137"/>
                            <a:pt x="-3910" y="8326"/>
                            <a:pt x="848" y="15463"/>
                          </a:cubicBezTo>
                          <a:cubicBezTo>
                            <a:pt x="3227" y="20220"/>
                            <a:pt x="7985" y="21410"/>
                            <a:pt x="10364" y="26168"/>
                          </a:cubicBezTo>
                          <a:cubicBezTo>
                            <a:pt x="7985" y="27357"/>
                            <a:pt x="7985" y="32115"/>
                            <a:pt x="11553" y="33304"/>
                          </a:cubicBezTo>
                          <a:cubicBezTo>
                            <a:pt x="10364" y="42820"/>
                            <a:pt x="13932" y="65419"/>
                            <a:pt x="22258" y="6185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4" name="Freeform 833">
                      <a:extLst>
                        <a:ext uri="{FF2B5EF4-FFF2-40B4-BE49-F238E27FC236}">
                          <a16:creationId xmlns:a16="http://schemas.microsoft.com/office/drawing/2014/main" id="{3CA58280-8C84-517B-166B-487B3FE18E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6447" y="1700970"/>
                      <a:ext cx="5067" cy="10704"/>
                    </a:xfrm>
                    <a:custGeom>
                      <a:avLst/>
                      <a:gdLst>
                        <a:gd name="connsiteX0" fmla="*/ 0 w 5067"/>
                        <a:gd name="connsiteY0" fmla="*/ 0 h 10704"/>
                        <a:gd name="connsiteX1" fmla="*/ 0 w 5067"/>
                        <a:gd name="connsiteY1" fmla="*/ 10705 h 10704"/>
                        <a:gd name="connsiteX2" fmla="*/ 4758 w 5067"/>
                        <a:gd name="connsiteY2" fmla="*/ 3568 h 10704"/>
                        <a:gd name="connsiteX3" fmla="*/ 0 w 5067"/>
                        <a:gd name="connsiteY3" fmla="*/ 0 h 107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067" h="10704">
                          <a:moveTo>
                            <a:pt x="0" y="0"/>
                          </a:moveTo>
                          <a:cubicBezTo>
                            <a:pt x="0" y="3568"/>
                            <a:pt x="0" y="7137"/>
                            <a:pt x="0" y="10705"/>
                          </a:cubicBezTo>
                          <a:cubicBezTo>
                            <a:pt x="3568" y="10705"/>
                            <a:pt x="5947" y="8326"/>
                            <a:pt x="4758" y="3568"/>
                          </a:cubicBezTo>
                          <a:cubicBezTo>
                            <a:pt x="2379" y="2379"/>
                            <a:pt x="2379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5" name="Freeform 834">
                      <a:extLst>
                        <a:ext uri="{FF2B5EF4-FFF2-40B4-BE49-F238E27FC236}">
                          <a16:creationId xmlns:a16="http://schemas.microsoft.com/office/drawing/2014/main" id="{EC896478-D28C-1D8F-754E-5748ACE93A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8913" y="1725948"/>
                      <a:ext cx="44009" cy="11715"/>
                    </a:xfrm>
                    <a:custGeom>
                      <a:avLst/>
                      <a:gdLst>
                        <a:gd name="connsiteX0" fmla="*/ 44009 w 44009"/>
                        <a:gd name="connsiteY0" fmla="*/ 7137 h 11715"/>
                        <a:gd name="connsiteX1" fmla="*/ 11894 w 44009"/>
                        <a:gd name="connsiteY1" fmla="*/ 0 h 11715"/>
                        <a:gd name="connsiteX2" fmla="*/ 0 w 44009"/>
                        <a:gd name="connsiteY2" fmla="*/ 3568 h 11715"/>
                        <a:gd name="connsiteX3" fmla="*/ 44009 w 44009"/>
                        <a:gd name="connsiteY3" fmla="*/ 7137 h 117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009" h="11715">
                          <a:moveTo>
                            <a:pt x="44009" y="7137"/>
                          </a:moveTo>
                          <a:cubicBezTo>
                            <a:pt x="42820" y="-9516"/>
                            <a:pt x="20220" y="9516"/>
                            <a:pt x="11894" y="0"/>
                          </a:cubicBezTo>
                          <a:cubicBezTo>
                            <a:pt x="8326" y="3568"/>
                            <a:pt x="3568" y="3568"/>
                            <a:pt x="0" y="3568"/>
                          </a:cubicBezTo>
                          <a:cubicBezTo>
                            <a:pt x="10705" y="17842"/>
                            <a:pt x="27357" y="9516"/>
                            <a:pt x="44009" y="7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6" name="Freeform 835">
                      <a:extLst>
                        <a:ext uri="{FF2B5EF4-FFF2-40B4-BE49-F238E27FC236}">
                          <a16:creationId xmlns:a16="http://schemas.microsoft.com/office/drawing/2014/main" id="{C40EC44C-C09A-47B7-4A76-28BFBB7A4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3351" y="1725840"/>
                      <a:ext cx="148381" cy="177756"/>
                    </a:xfrm>
                    <a:custGeom>
                      <a:avLst/>
                      <a:gdLst>
                        <a:gd name="connsiteX0" fmla="*/ 109131 w 148381"/>
                        <a:gd name="connsiteY0" fmla="*/ 121430 h 177756"/>
                        <a:gd name="connsiteX1" fmla="*/ 128162 w 148381"/>
                        <a:gd name="connsiteY1" fmla="*/ 91694 h 177756"/>
                        <a:gd name="connsiteX2" fmla="*/ 115078 w 148381"/>
                        <a:gd name="connsiteY2" fmla="*/ 100020 h 177756"/>
                        <a:gd name="connsiteX3" fmla="*/ 117457 w 148381"/>
                        <a:gd name="connsiteY3" fmla="*/ 79799 h 177756"/>
                        <a:gd name="connsiteX4" fmla="*/ 119836 w 148381"/>
                        <a:gd name="connsiteY4" fmla="*/ 78610 h 177756"/>
                        <a:gd name="connsiteX5" fmla="*/ 115078 w 148381"/>
                        <a:gd name="connsiteY5" fmla="*/ 70284 h 177756"/>
                        <a:gd name="connsiteX6" fmla="*/ 112699 w 148381"/>
                        <a:gd name="connsiteY6" fmla="*/ 67905 h 177756"/>
                        <a:gd name="connsiteX7" fmla="*/ 97236 w 148381"/>
                        <a:gd name="connsiteY7" fmla="*/ 72663 h 177756"/>
                        <a:gd name="connsiteX8" fmla="*/ 134109 w 148381"/>
                        <a:gd name="connsiteY8" fmla="*/ 53632 h 177756"/>
                        <a:gd name="connsiteX9" fmla="*/ 136488 w 148381"/>
                        <a:gd name="connsiteY9" fmla="*/ 42927 h 177756"/>
                        <a:gd name="connsiteX10" fmla="*/ 130540 w 148381"/>
                        <a:gd name="connsiteY10" fmla="*/ 36980 h 177756"/>
                        <a:gd name="connsiteX11" fmla="*/ 146003 w 148381"/>
                        <a:gd name="connsiteY11" fmla="*/ 28654 h 177756"/>
                        <a:gd name="connsiteX12" fmla="*/ 148382 w 148381"/>
                        <a:gd name="connsiteY12" fmla="*/ 28654 h 177756"/>
                        <a:gd name="connsiteX13" fmla="*/ 146003 w 148381"/>
                        <a:gd name="connsiteY13" fmla="*/ 17949 h 177756"/>
                        <a:gd name="connsiteX14" fmla="*/ 98426 w 148381"/>
                        <a:gd name="connsiteY14" fmla="*/ 6054 h 177756"/>
                        <a:gd name="connsiteX15" fmla="*/ 99615 w 148381"/>
                        <a:gd name="connsiteY15" fmla="*/ 1297 h 177756"/>
                        <a:gd name="connsiteX16" fmla="*/ 87721 w 148381"/>
                        <a:gd name="connsiteY16" fmla="*/ 2486 h 177756"/>
                        <a:gd name="connsiteX17" fmla="*/ 92479 w 148381"/>
                        <a:gd name="connsiteY17" fmla="*/ 7244 h 177756"/>
                        <a:gd name="connsiteX18" fmla="*/ 81774 w 148381"/>
                        <a:gd name="connsiteY18" fmla="*/ 3676 h 177756"/>
                        <a:gd name="connsiteX19" fmla="*/ 73448 w 148381"/>
                        <a:gd name="connsiteY19" fmla="*/ 2486 h 177756"/>
                        <a:gd name="connsiteX20" fmla="*/ 68690 w 148381"/>
                        <a:gd name="connsiteY20" fmla="*/ 21517 h 177756"/>
                        <a:gd name="connsiteX21" fmla="*/ 73448 w 148381"/>
                        <a:gd name="connsiteY21" fmla="*/ 25085 h 177756"/>
                        <a:gd name="connsiteX22" fmla="*/ 68690 w 148381"/>
                        <a:gd name="connsiteY22" fmla="*/ 34601 h 177756"/>
                        <a:gd name="connsiteX23" fmla="*/ 60364 w 148381"/>
                        <a:gd name="connsiteY23" fmla="*/ 20328 h 177756"/>
                        <a:gd name="connsiteX24" fmla="*/ 52038 w 148381"/>
                        <a:gd name="connsiteY24" fmla="*/ 25085 h 177756"/>
                        <a:gd name="connsiteX25" fmla="*/ 57985 w 148381"/>
                        <a:gd name="connsiteY25" fmla="*/ 42927 h 177756"/>
                        <a:gd name="connsiteX26" fmla="*/ 71069 w 148381"/>
                        <a:gd name="connsiteY26" fmla="*/ 41737 h 177756"/>
                        <a:gd name="connsiteX27" fmla="*/ 74637 w 148381"/>
                        <a:gd name="connsiteY27" fmla="*/ 54821 h 177756"/>
                        <a:gd name="connsiteX28" fmla="*/ 71069 w 148381"/>
                        <a:gd name="connsiteY28" fmla="*/ 50063 h 177756"/>
                        <a:gd name="connsiteX29" fmla="*/ 60364 w 148381"/>
                        <a:gd name="connsiteY29" fmla="*/ 50063 h 177756"/>
                        <a:gd name="connsiteX30" fmla="*/ 50848 w 148381"/>
                        <a:gd name="connsiteY30" fmla="*/ 80989 h 177756"/>
                        <a:gd name="connsiteX31" fmla="*/ 43712 w 148381"/>
                        <a:gd name="connsiteY31" fmla="*/ 78610 h 177756"/>
                        <a:gd name="connsiteX32" fmla="*/ 35386 w 148381"/>
                        <a:gd name="connsiteY32" fmla="*/ 47685 h 177756"/>
                        <a:gd name="connsiteX33" fmla="*/ 5650 w 148381"/>
                        <a:gd name="connsiteY33" fmla="*/ 88125 h 177756"/>
                        <a:gd name="connsiteX34" fmla="*/ 892 w 148381"/>
                        <a:gd name="connsiteY34" fmla="*/ 89315 h 177756"/>
                        <a:gd name="connsiteX35" fmla="*/ 892 w 148381"/>
                        <a:gd name="connsiteY35" fmla="*/ 96451 h 177756"/>
                        <a:gd name="connsiteX36" fmla="*/ 16355 w 148381"/>
                        <a:gd name="connsiteY36" fmla="*/ 97641 h 177756"/>
                        <a:gd name="connsiteX37" fmla="*/ 16355 w 148381"/>
                        <a:gd name="connsiteY37" fmla="*/ 107156 h 177756"/>
                        <a:gd name="connsiteX38" fmla="*/ 22302 w 148381"/>
                        <a:gd name="connsiteY38" fmla="*/ 108346 h 177756"/>
                        <a:gd name="connsiteX39" fmla="*/ 30628 w 148381"/>
                        <a:gd name="connsiteY39" fmla="*/ 153544 h 177756"/>
                        <a:gd name="connsiteX40" fmla="*/ 33007 w 148381"/>
                        <a:gd name="connsiteY40" fmla="*/ 157113 h 177756"/>
                        <a:gd name="connsiteX41" fmla="*/ 33007 w 148381"/>
                        <a:gd name="connsiteY41" fmla="*/ 167818 h 177756"/>
                        <a:gd name="connsiteX42" fmla="*/ 36575 w 148381"/>
                        <a:gd name="connsiteY42" fmla="*/ 167818 h 177756"/>
                        <a:gd name="connsiteX43" fmla="*/ 40144 w 148381"/>
                        <a:gd name="connsiteY43" fmla="*/ 176144 h 177756"/>
                        <a:gd name="connsiteX44" fmla="*/ 59174 w 148381"/>
                        <a:gd name="connsiteY44" fmla="*/ 163060 h 177756"/>
                        <a:gd name="connsiteX45" fmla="*/ 61553 w 148381"/>
                        <a:gd name="connsiteY45" fmla="*/ 139271 h 177756"/>
                        <a:gd name="connsiteX46" fmla="*/ 65122 w 148381"/>
                        <a:gd name="connsiteY46" fmla="*/ 158302 h 177756"/>
                        <a:gd name="connsiteX47" fmla="*/ 80584 w 148381"/>
                        <a:gd name="connsiteY47" fmla="*/ 158302 h 177756"/>
                        <a:gd name="connsiteX48" fmla="*/ 99615 w 148381"/>
                        <a:gd name="connsiteY48" fmla="*/ 149976 h 177756"/>
                        <a:gd name="connsiteX49" fmla="*/ 106752 w 148381"/>
                        <a:gd name="connsiteY49" fmla="*/ 139271 h 177756"/>
                        <a:gd name="connsiteX50" fmla="*/ 99615 w 148381"/>
                        <a:gd name="connsiteY50" fmla="*/ 130945 h 177756"/>
                        <a:gd name="connsiteX51" fmla="*/ 107941 w 148381"/>
                        <a:gd name="connsiteY51" fmla="*/ 130945 h 177756"/>
                        <a:gd name="connsiteX52" fmla="*/ 110320 w 148381"/>
                        <a:gd name="connsiteY52" fmla="*/ 126187 h 177756"/>
                        <a:gd name="connsiteX53" fmla="*/ 109131 w 148381"/>
                        <a:gd name="connsiteY53" fmla="*/ 121430 h 1777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</a:cxnLst>
                      <a:rect l="l" t="t" r="r" b="b"/>
                      <a:pathLst>
                        <a:path w="148381" h="177756">
                          <a:moveTo>
                            <a:pt x="109131" y="121430"/>
                          </a:moveTo>
                          <a:cubicBezTo>
                            <a:pt x="122214" y="111914"/>
                            <a:pt x="124593" y="102399"/>
                            <a:pt x="128162" y="91694"/>
                          </a:cubicBezTo>
                          <a:cubicBezTo>
                            <a:pt x="121025" y="91694"/>
                            <a:pt x="119836" y="101209"/>
                            <a:pt x="115078" y="100020"/>
                          </a:cubicBezTo>
                          <a:cubicBezTo>
                            <a:pt x="105562" y="96451"/>
                            <a:pt x="121025" y="89315"/>
                            <a:pt x="117457" y="79799"/>
                          </a:cubicBezTo>
                          <a:cubicBezTo>
                            <a:pt x="117457" y="78610"/>
                            <a:pt x="118646" y="78610"/>
                            <a:pt x="119836" y="78610"/>
                          </a:cubicBezTo>
                          <a:cubicBezTo>
                            <a:pt x="118646" y="75042"/>
                            <a:pt x="118646" y="71473"/>
                            <a:pt x="115078" y="70284"/>
                          </a:cubicBezTo>
                          <a:cubicBezTo>
                            <a:pt x="113888" y="70284"/>
                            <a:pt x="111510" y="70284"/>
                            <a:pt x="112699" y="67905"/>
                          </a:cubicBezTo>
                          <a:cubicBezTo>
                            <a:pt x="106752" y="69095"/>
                            <a:pt x="100805" y="70284"/>
                            <a:pt x="97236" y="72663"/>
                          </a:cubicBezTo>
                          <a:cubicBezTo>
                            <a:pt x="101994" y="59579"/>
                            <a:pt x="122214" y="51253"/>
                            <a:pt x="134109" y="53632"/>
                          </a:cubicBezTo>
                          <a:cubicBezTo>
                            <a:pt x="132919" y="47685"/>
                            <a:pt x="135298" y="46495"/>
                            <a:pt x="136488" y="42927"/>
                          </a:cubicBezTo>
                          <a:cubicBezTo>
                            <a:pt x="137677" y="38169"/>
                            <a:pt x="129351" y="42927"/>
                            <a:pt x="130540" y="36980"/>
                          </a:cubicBezTo>
                          <a:cubicBezTo>
                            <a:pt x="132919" y="28654"/>
                            <a:pt x="146003" y="41737"/>
                            <a:pt x="146003" y="28654"/>
                          </a:cubicBezTo>
                          <a:cubicBezTo>
                            <a:pt x="147193" y="28654"/>
                            <a:pt x="147193" y="28654"/>
                            <a:pt x="148382" y="28654"/>
                          </a:cubicBezTo>
                          <a:cubicBezTo>
                            <a:pt x="146003" y="26275"/>
                            <a:pt x="148382" y="20328"/>
                            <a:pt x="146003" y="17949"/>
                          </a:cubicBezTo>
                          <a:cubicBezTo>
                            <a:pt x="128162" y="10812"/>
                            <a:pt x="99615" y="22707"/>
                            <a:pt x="98426" y="6054"/>
                          </a:cubicBezTo>
                          <a:cubicBezTo>
                            <a:pt x="98426" y="3676"/>
                            <a:pt x="101994" y="3676"/>
                            <a:pt x="99615" y="1297"/>
                          </a:cubicBezTo>
                          <a:cubicBezTo>
                            <a:pt x="96047" y="-1082"/>
                            <a:pt x="88910" y="107"/>
                            <a:pt x="87721" y="2486"/>
                          </a:cubicBezTo>
                          <a:cubicBezTo>
                            <a:pt x="85342" y="7244"/>
                            <a:pt x="93668" y="4865"/>
                            <a:pt x="92479" y="7244"/>
                          </a:cubicBezTo>
                          <a:cubicBezTo>
                            <a:pt x="91289" y="12002"/>
                            <a:pt x="86531" y="7244"/>
                            <a:pt x="81774" y="3676"/>
                          </a:cubicBezTo>
                          <a:cubicBezTo>
                            <a:pt x="78205" y="1297"/>
                            <a:pt x="77016" y="1297"/>
                            <a:pt x="73448" y="2486"/>
                          </a:cubicBezTo>
                          <a:cubicBezTo>
                            <a:pt x="68690" y="4865"/>
                            <a:pt x="60364" y="15570"/>
                            <a:pt x="68690" y="21517"/>
                          </a:cubicBezTo>
                          <a:cubicBezTo>
                            <a:pt x="71069" y="23896"/>
                            <a:pt x="74637" y="22707"/>
                            <a:pt x="73448" y="25085"/>
                          </a:cubicBezTo>
                          <a:cubicBezTo>
                            <a:pt x="73448" y="28654"/>
                            <a:pt x="71069" y="38169"/>
                            <a:pt x="68690" y="34601"/>
                          </a:cubicBezTo>
                          <a:cubicBezTo>
                            <a:pt x="63932" y="28654"/>
                            <a:pt x="65122" y="15570"/>
                            <a:pt x="60364" y="20328"/>
                          </a:cubicBezTo>
                          <a:cubicBezTo>
                            <a:pt x="55606" y="25085"/>
                            <a:pt x="53227" y="22707"/>
                            <a:pt x="52038" y="25085"/>
                          </a:cubicBezTo>
                          <a:cubicBezTo>
                            <a:pt x="48470" y="35790"/>
                            <a:pt x="52038" y="36980"/>
                            <a:pt x="57985" y="42927"/>
                          </a:cubicBezTo>
                          <a:cubicBezTo>
                            <a:pt x="62743" y="48874"/>
                            <a:pt x="67501" y="38169"/>
                            <a:pt x="71069" y="41737"/>
                          </a:cubicBezTo>
                          <a:cubicBezTo>
                            <a:pt x="75827" y="46495"/>
                            <a:pt x="79395" y="52442"/>
                            <a:pt x="74637" y="54821"/>
                          </a:cubicBezTo>
                          <a:cubicBezTo>
                            <a:pt x="71069" y="56011"/>
                            <a:pt x="73448" y="52442"/>
                            <a:pt x="71069" y="50063"/>
                          </a:cubicBezTo>
                          <a:cubicBezTo>
                            <a:pt x="68690" y="47685"/>
                            <a:pt x="62743" y="47685"/>
                            <a:pt x="60364" y="50063"/>
                          </a:cubicBezTo>
                          <a:cubicBezTo>
                            <a:pt x="52038" y="60768"/>
                            <a:pt x="54417" y="70284"/>
                            <a:pt x="50848" y="80989"/>
                          </a:cubicBezTo>
                          <a:cubicBezTo>
                            <a:pt x="49659" y="78610"/>
                            <a:pt x="44901" y="80989"/>
                            <a:pt x="43712" y="78610"/>
                          </a:cubicBezTo>
                          <a:cubicBezTo>
                            <a:pt x="42522" y="66716"/>
                            <a:pt x="29438" y="59579"/>
                            <a:pt x="35386" y="47685"/>
                          </a:cubicBezTo>
                          <a:cubicBezTo>
                            <a:pt x="-11002" y="51253"/>
                            <a:pt x="22302" y="71473"/>
                            <a:pt x="5650" y="88125"/>
                          </a:cubicBezTo>
                          <a:cubicBezTo>
                            <a:pt x="4460" y="89315"/>
                            <a:pt x="892" y="88125"/>
                            <a:pt x="892" y="89315"/>
                          </a:cubicBezTo>
                          <a:cubicBezTo>
                            <a:pt x="-297" y="91694"/>
                            <a:pt x="-297" y="94073"/>
                            <a:pt x="892" y="96451"/>
                          </a:cubicBezTo>
                          <a:cubicBezTo>
                            <a:pt x="5650" y="102399"/>
                            <a:pt x="11597" y="92883"/>
                            <a:pt x="16355" y="97641"/>
                          </a:cubicBezTo>
                          <a:cubicBezTo>
                            <a:pt x="18734" y="100020"/>
                            <a:pt x="13976" y="104778"/>
                            <a:pt x="16355" y="107156"/>
                          </a:cubicBezTo>
                          <a:cubicBezTo>
                            <a:pt x="17544" y="108346"/>
                            <a:pt x="21112" y="107156"/>
                            <a:pt x="22302" y="108346"/>
                          </a:cubicBezTo>
                          <a:cubicBezTo>
                            <a:pt x="23491" y="126187"/>
                            <a:pt x="34196" y="134513"/>
                            <a:pt x="30628" y="153544"/>
                          </a:cubicBezTo>
                          <a:cubicBezTo>
                            <a:pt x="30628" y="155923"/>
                            <a:pt x="33007" y="154734"/>
                            <a:pt x="33007" y="157113"/>
                          </a:cubicBezTo>
                          <a:cubicBezTo>
                            <a:pt x="34196" y="161870"/>
                            <a:pt x="29438" y="164249"/>
                            <a:pt x="33007" y="167818"/>
                          </a:cubicBezTo>
                          <a:cubicBezTo>
                            <a:pt x="34196" y="169007"/>
                            <a:pt x="35386" y="167818"/>
                            <a:pt x="36575" y="167818"/>
                          </a:cubicBezTo>
                          <a:cubicBezTo>
                            <a:pt x="41333" y="167818"/>
                            <a:pt x="37765" y="174954"/>
                            <a:pt x="40144" y="176144"/>
                          </a:cubicBezTo>
                          <a:cubicBezTo>
                            <a:pt x="50848" y="182091"/>
                            <a:pt x="59174" y="170196"/>
                            <a:pt x="59174" y="163060"/>
                          </a:cubicBezTo>
                          <a:cubicBezTo>
                            <a:pt x="59174" y="153544"/>
                            <a:pt x="59174" y="130945"/>
                            <a:pt x="61553" y="139271"/>
                          </a:cubicBezTo>
                          <a:cubicBezTo>
                            <a:pt x="63932" y="146408"/>
                            <a:pt x="56796" y="153544"/>
                            <a:pt x="65122" y="158302"/>
                          </a:cubicBezTo>
                          <a:cubicBezTo>
                            <a:pt x="73448" y="163060"/>
                            <a:pt x="73448" y="166628"/>
                            <a:pt x="80584" y="158302"/>
                          </a:cubicBezTo>
                          <a:cubicBezTo>
                            <a:pt x="86531" y="151165"/>
                            <a:pt x="94857" y="149976"/>
                            <a:pt x="99615" y="149976"/>
                          </a:cubicBezTo>
                          <a:cubicBezTo>
                            <a:pt x="104373" y="149976"/>
                            <a:pt x="100805" y="144029"/>
                            <a:pt x="106752" y="139271"/>
                          </a:cubicBezTo>
                          <a:cubicBezTo>
                            <a:pt x="110320" y="135703"/>
                            <a:pt x="96047" y="134513"/>
                            <a:pt x="99615" y="130945"/>
                          </a:cubicBezTo>
                          <a:cubicBezTo>
                            <a:pt x="101994" y="128566"/>
                            <a:pt x="105562" y="132135"/>
                            <a:pt x="107941" y="130945"/>
                          </a:cubicBezTo>
                          <a:cubicBezTo>
                            <a:pt x="110320" y="129756"/>
                            <a:pt x="106752" y="127377"/>
                            <a:pt x="110320" y="126187"/>
                          </a:cubicBezTo>
                          <a:cubicBezTo>
                            <a:pt x="116267" y="124998"/>
                            <a:pt x="105562" y="124998"/>
                            <a:pt x="109131" y="12143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7" name="Freeform 836">
                      <a:extLst>
                        <a:ext uri="{FF2B5EF4-FFF2-40B4-BE49-F238E27FC236}">
                          <a16:creationId xmlns:a16="http://schemas.microsoft.com/office/drawing/2014/main" id="{66EB31B3-60C8-7617-71DD-21AB6D7EA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8667" y="1740221"/>
                      <a:ext cx="152714" cy="136918"/>
                    </a:xfrm>
                    <a:custGeom>
                      <a:avLst/>
                      <a:gdLst>
                        <a:gd name="connsiteX0" fmla="*/ 40907 w 152714"/>
                        <a:gd name="connsiteY0" fmla="*/ 85639 h 136918"/>
                        <a:gd name="connsiteX1" fmla="*/ 63507 w 152714"/>
                        <a:gd name="connsiteY1" fmla="*/ 88018 h 136918"/>
                        <a:gd name="connsiteX2" fmla="*/ 108705 w 152714"/>
                        <a:gd name="connsiteY2" fmla="*/ 74934 h 136918"/>
                        <a:gd name="connsiteX3" fmla="*/ 152714 w 152714"/>
                        <a:gd name="connsiteY3" fmla="*/ 34494 h 136918"/>
                        <a:gd name="connsiteX4" fmla="*/ 143199 w 152714"/>
                        <a:gd name="connsiteY4" fmla="*/ 21410 h 136918"/>
                        <a:gd name="connsiteX5" fmla="*/ 118221 w 152714"/>
                        <a:gd name="connsiteY5" fmla="*/ 21410 h 136918"/>
                        <a:gd name="connsiteX6" fmla="*/ 117031 w 152714"/>
                        <a:gd name="connsiteY6" fmla="*/ 11894 h 136918"/>
                        <a:gd name="connsiteX7" fmla="*/ 103947 w 152714"/>
                        <a:gd name="connsiteY7" fmla="*/ 2379 h 136918"/>
                        <a:gd name="connsiteX8" fmla="*/ 93243 w 152714"/>
                        <a:gd name="connsiteY8" fmla="*/ 4758 h 136918"/>
                        <a:gd name="connsiteX9" fmla="*/ 83727 w 152714"/>
                        <a:gd name="connsiteY9" fmla="*/ 0 h 136918"/>
                        <a:gd name="connsiteX10" fmla="*/ 63507 w 152714"/>
                        <a:gd name="connsiteY10" fmla="*/ 2379 h 136918"/>
                        <a:gd name="connsiteX11" fmla="*/ 58749 w 152714"/>
                        <a:gd name="connsiteY11" fmla="*/ 10705 h 136918"/>
                        <a:gd name="connsiteX12" fmla="*/ 61128 w 152714"/>
                        <a:gd name="connsiteY12" fmla="*/ 29736 h 136918"/>
                        <a:gd name="connsiteX13" fmla="*/ 56370 w 152714"/>
                        <a:gd name="connsiteY13" fmla="*/ 29736 h 136918"/>
                        <a:gd name="connsiteX14" fmla="*/ 53991 w 152714"/>
                        <a:gd name="connsiteY14" fmla="*/ 19031 h 136918"/>
                        <a:gd name="connsiteX15" fmla="*/ 45665 w 152714"/>
                        <a:gd name="connsiteY15" fmla="*/ 29736 h 136918"/>
                        <a:gd name="connsiteX16" fmla="*/ 39718 w 152714"/>
                        <a:gd name="connsiteY16" fmla="*/ 29736 h 136918"/>
                        <a:gd name="connsiteX17" fmla="*/ 15929 w 152714"/>
                        <a:gd name="connsiteY17" fmla="*/ 85639 h 136918"/>
                        <a:gd name="connsiteX18" fmla="*/ 14740 w 152714"/>
                        <a:gd name="connsiteY18" fmla="*/ 101102 h 136918"/>
                        <a:gd name="connsiteX19" fmla="*/ 5224 w 152714"/>
                        <a:gd name="connsiteY19" fmla="*/ 118944 h 136918"/>
                        <a:gd name="connsiteX20" fmla="*/ 12361 w 152714"/>
                        <a:gd name="connsiteY20" fmla="*/ 121322 h 136918"/>
                        <a:gd name="connsiteX21" fmla="*/ 2845 w 152714"/>
                        <a:gd name="connsiteY21" fmla="*/ 122512 h 136918"/>
                        <a:gd name="connsiteX22" fmla="*/ 467 w 152714"/>
                        <a:gd name="connsiteY22" fmla="*/ 129648 h 136918"/>
                        <a:gd name="connsiteX23" fmla="*/ 13551 w 152714"/>
                        <a:gd name="connsiteY23" fmla="*/ 129648 h 136918"/>
                        <a:gd name="connsiteX24" fmla="*/ 21877 w 152714"/>
                        <a:gd name="connsiteY24" fmla="*/ 136785 h 136918"/>
                        <a:gd name="connsiteX25" fmla="*/ 36150 w 152714"/>
                        <a:gd name="connsiteY25" fmla="*/ 117754 h 136918"/>
                        <a:gd name="connsiteX26" fmla="*/ 43286 w 152714"/>
                        <a:gd name="connsiteY26" fmla="*/ 117754 h 136918"/>
                        <a:gd name="connsiteX27" fmla="*/ 51612 w 152714"/>
                        <a:gd name="connsiteY27" fmla="*/ 93965 h 136918"/>
                        <a:gd name="connsiteX28" fmla="*/ 46855 w 152714"/>
                        <a:gd name="connsiteY28" fmla="*/ 91587 h 136918"/>
                        <a:gd name="connsiteX29" fmla="*/ 40907 w 152714"/>
                        <a:gd name="connsiteY29" fmla="*/ 85639 h 136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52714" h="136918">
                          <a:moveTo>
                            <a:pt x="40907" y="85639"/>
                          </a:moveTo>
                          <a:cubicBezTo>
                            <a:pt x="48044" y="89208"/>
                            <a:pt x="55181" y="89208"/>
                            <a:pt x="63507" y="88018"/>
                          </a:cubicBezTo>
                          <a:cubicBezTo>
                            <a:pt x="71833" y="114186"/>
                            <a:pt x="105137" y="91587"/>
                            <a:pt x="108705" y="74934"/>
                          </a:cubicBezTo>
                          <a:cubicBezTo>
                            <a:pt x="126547" y="65419"/>
                            <a:pt x="138441" y="48767"/>
                            <a:pt x="152714" y="34494"/>
                          </a:cubicBezTo>
                          <a:cubicBezTo>
                            <a:pt x="149146" y="30925"/>
                            <a:pt x="146767" y="24978"/>
                            <a:pt x="143199" y="21410"/>
                          </a:cubicBezTo>
                          <a:cubicBezTo>
                            <a:pt x="133683" y="22599"/>
                            <a:pt x="124168" y="20220"/>
                            <a:pt x="118221" y="21410"/>
                          </a:cubicBezTo>
                          <a:cubicBezTo>
                            <a:pt x="119410" y="16652"/>
                            <a:pt x="115842" y="16652"/>
                            <a:pt x="117031" y="11894"/>
                          </a:cubicBezTo>
                          <a:cubicBezTo>
                            <a:pt x="112273" y="9516"/>
                            <a:pt x="105137" y="8326"/>
                            <a:pt x="103947" y="2379"/>
                          </a:cubicBezTo>
                          <a:cubicBezTo>
                            <a:pt x="98000" y="1190"/>
                            <a:pt x="96811" y="3568"/>
                            <a:pt x="93243" y="4758"/>
                          </a:cubicBezTo>
                          <a:cubicBezTo>
                            <a:pt x="92053" y="1190"/>
                            <a:pt x="86106" y="1190"/>
                            <a:pt x="83727" y="0"/>
                          </a:cubicBezTo>
                          <a:cubicBezTo>
                            <a:pt x="81348" y="4758"/>
                            <a:pt x="70643" y="1190"/>
                            <a:pt x="63507" y="2379"/>
                          </a:cubicBezTo>
                          <a:cubicBezTo>
                            <a:pt x="62317" y="5947"/>
                            <a:pt x="58749" y="5947"/>
                            <a:pt x="58749" y="10705"/>
                          </a:cubicBezTo>
                          <a:cubicBezTo>
                            <a:pt x="62317" y="16652"/>
                            <a:pt x="57560" y="21410"/>
                            <a:pt x="61128" y="29736"/>
                          </a:cubicBezTo>
                          <a:cubicBezTo>
                            <a:pt x="59938" y="29736"/>
                            <a:pt x="57560" y="29736"/>
                            <a:pt x="56370" y="29736"/>
                          </a:cubicBezTo>
                          <a:cubicBezTo>
                            <a:pt x="57560" y="23789"/>
                            <a:pt x="53991" y="23789"/>
                            <a:pt x="53991" y="19031"/>
                          </a:cubicBezTo>
                          <a:cubicBezTo>
                            <a:pt x="46855" y="17842"/>
                            <a:pt x="45665" y="22599"/>
                            <a:pt x="45665" y="29736"/>
                          </a:cubicBezTo>
                          <a:cubicBezTo>
                            <a:pt x="44476" y="29736"/>
                            <a:pt x="42097" y="29736"/>
                            <a:pt x="39718" y="29736"/>
                          </a:cubicBezTo>
                          <a:cubicBezTo>
                            <a:pt x="36150" y="52335"/>
                            <a:pt x="18308" y="61851"/>
                            <a:pt x="15929" y="85639"/>
                          </a:cubicBezTo>
                          <a:cubicBezTo>
                            <a:pt x="9982" y="88018"/>
                            <a:pt x="19498" y="95155"/>
                            <a:pt x="14740" y="101102"/>
                          </a:cubicBezTo>
                          <a:cubicBezTo>
                            <a:pt x="13551" y="108239"/>
                            <a:pt x="6414" y="111807"/>
                            <a:pt x="5224" y="118944"/>
                          </a:cubicBezTo>
                          <a:cubicBezTo>
                            <a:pt x="5224" y="121322"/>
                            <a:pt x="12361" y="118944"/>
                            <a:pt x="12361" y="121322"/>
                          </a:cubicBezTo>
                          <a:cubicBezTo>
                            <a:pt x="11171" y="123701"/>
                            <a:pt x="5224" y="120133"/>
                            <a:pt x="2845" y="122512"/>
                          </a:cubicBezTo>
                          <a:cubicBezTo>
                            <a:pt x="467" y="126080"/>
                            <a:pt x="-723" y="127270"/>
                            <a:pt x="467" y="129648"/>
                          </a:cubicBezTo>
                          <a:cubicBezTo>
                            <a:pt x="2845" y="133217"/>
                            <a:pt x="9982" y="128459"/>
                            <a:pt x="13551" y="129648"/>
                          </a:cubicBezTo>
                          <a:cubicBezTo>
                            <a:pt x="17119" y="130838"/>
                            <a:pt x="18308" y="137975"/>
                            <a:pt x="21877" y="136785"/>
                          </a:cubicBezTo>
                          <a:cubicBezTo>
                            <a:pt x="30203" y="133217"/>
                            <a:pt x="29013" y="122512"/>
                            <a:pt x="36150" y="117754"/>
                          </a:cubicBezTo>
                          <a:cubicBezTo>
                            <a:pt x="38529" y="116565"/>
                            <a:pt x="40907" y="118944"/>
                            <a:pt x="43286" y="117754"/>
                          </a:cubicBezTo>
                          <a:cubicBezTo>
                            <a:pt x="52802" y="115375"/>
                            <a:pt x="46855" y="102291"/>
                            <a:pt x="51612" y="93965"/>
                          </a:cubicBezTo>
                          <a:cubicBezTo>
                            <a:pt x="52802" y="90397"/>
                            <a:pt x="48044" y="91587"/>
                            <a:pt x="46855" y="91587"/>
                          </a:cubicBezTo>
                          <a:cubicBezTo>
                            <a:pt x="40907" y="93965"/>
                            <a:pt x="37339" y="88018"/>
                            <a:pt x="40907" y="856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8" name="Freeform 837">
                      <a:extLst>
                        <a:ext uri="{FF2B5EF4-FFF2-40B4-BE49-F238E27FC236}">
                          <a16:creationId xmlns:a16="http://schemas.microsoft.com/office/drawing/2014/main" id="{3461BD0D-9D54-F0EC-304C-499CBBB1AF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8518" y="1764010"/>
                      <a:ext cx="8511" cy="6250"/>
                    </a:xfrm>
                    <a:custGeom>
                      <a:avLst/>
                      <a:gdLst>
                        <a:gd name="connsiteX0" fmla="*/ 8326 w 8511"/>
                        <a:gd name="connsiteY0" fmla="*/ 5947 h 6250"/>
                        <a:gd name="connsiteX1" fmla="*/ 0 w 8511"/>
                        <a:gd name="connsiteY1" fmla="*/ 0 h 6250"/>
                        <a:gd name="connsiteX2" fmla="*/ 8326 w 8511"/>
                        <a:gd name="connsiteY2" fmla="*/ 5947 h 6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511" h="6250">
                          <a:moveTo>
                            <a:pt x="8326" y="5947"/>
                          </a:moveTo>
                          <a:cubicBezTo>
                            <a:pt x="9516" y="0"/>
                            <a:pt x="4758" y="0"/>
                            <a:pt x="0" y="0"/>
                          </a:cubicBezTo>
                          <a:cubicBezTo>
                            <a:pt x="0" y="4758"/>
                            <a:pt x="3568" y="7137"/>
                            <a:pt x="8326" y="594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9" name="Freeform 838">
                      <a:extLst>
                        <a:ext uri="{FF2B5EF4-FFF2-40B4-BE49-F238E27FC236}">
                          <a16:creationId xmlns:a16="http://schemas.microsoft.com/office/drawing/2014/main" id="{6F8E8423-4B35-B757-05BF-1FC2969386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4376" y="1806829"/>
                      <a:ext cx="7136" cy="8326"/>
                    </a:xfrm>
                    <a:custGeom>
                      <a:avLst/>
                      <a:gdLst>
                        <a:gd name="connsiteX0" fmla="*/ 0 w 7136"/>
                        <a:gd name="connsiteY0" fmla="*/ 8326 h 8326"/>
                        <a:gd name="connsiteX1" fmla="*/ 7137 w 7136"/>
                        <a:gd name="connsiteY1" fmla="*/ 8326 h 8326"/>
                        <a:gd name="connsiteX2" fmla="*/ 7137 w 7136"/>
                        <a:gd name="connsiteY2" fmla="*/ 0 h 8326"/>
                        <a:gd name="connsiteX3" fmla="*/ 0 w 7136"/>
                        <a:gd name="connsiteY3" fmla="*/ 8326 h 8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136" h="8326">
                          <a:moveTo>
                            <a:pt x="0" y="8326"/>
                          </a:moveTo>
                          <a:cubicBezTo>
                            <a:pt x="2379" y="8326"/>
                            <a:pt x="4758" y="8326"/>
                            <a:pt x="7137" y="8326"/>
                          </a:cubicBezTo>
                          <a:cubicBezTo>
                            <a:pt x="7137" y="5947"/>
                            <a:pt x="7137" y="3568"/>
                            <a:pt x="7137" y="0"/>
                          </a:cubicBezTo>
                          <a:cubicBezTo>
                            <a:pt x="3568" y="2379"/>
                            <a:pt x="1189" y="4758"/>
                            <a:pt x="0" y="832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0" name="Freeform 839">
                      <a:extLst>
                        <a:ext uri="{FF2B5EF4-FFF2-40B4-BE49-F238E27FC236}">
                          <a16:creationId xmlns:a16="http://schemas.microsoft.com/office/drawing/2014/main" id="{948DBF7B-A865-3CA4-39FA-3DE5E8F7D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6713" y="1824671"/>
                      <a:ext cx="80485" cy="78502"/>
                    </a:xfrm>
                    <a:custGeom>
                      <a:avLst/>
                      <a:gdLst>
                        <a:gd name="connsiteX0" fmla="*/ 77313 w 80485"/>
                        <a:gd name="connsiteY0" fmla="*/ 67798 h 78502"/>
                        <a:gd name="connsiteX1" fmla="*/ 73745 w 80485"/>
                        <a:gd name="connsiteY1" fmla="*/ 30925 h 78502"/>
                        <a:gd name="connsiteX2" fmla="*/ 34494 w 80485"/>
                        <a:gd name="connsiteY2" fmla="*/ 15463 h 78502"/>
                        <a:gd name="connsiteX3" fmla="*/ 21410 w 80485"/>
                        <a:gd name="connsiteY3" fmla="*/ 4758 h 78502"/>
                        <a:gd name="connsiteX4" fmla="*/ 19031 w 80485"/>
                        <a:gd name="connsiteY4" fmla="*/ 0 h 78502"/>
                        <a:gd name="connsiteX5" fmla="*/ 11894 w 80485"/>
                        <a:gd name="connsiteY5" fmla="*/ 4758 h 78502"/>
                        <a:gd name="connsiteX6" fmla="*/ 8326 w 80485"/>
                        <a:gd name="connsiteY6" fmla="*/ 20220 h 78502"/>
                        <a:gd name="connsiteX7" fmla="*/ 0 w 80485"/>
                        <a:gd name="connsiteY7" fmla="*/ 30925 h 78502"/>
                        <a:gd name="connsiteX8" fmla="*/ 8326 w 80485"/>
                        <a:gd name="connsiteY8" fmla="*/ 34494 h 78502"/>
                        <a:gd name="connsiteX9" fmla="*/ 0 w 80485"/>
                        <a:gd name="connsiteY9" fmla="*/ 55903 h 78502"/>
                        <a:gd name="connsiteX10" fmla="*/ 22599 w 80485"/>
                        <a:gd name="connsiteY10" fmla="*/ 73745 h 78502"/>
                        <a:gd name="connsiteX11" fmla="*/ 72556 w 80485"/>
                        <a:gd name="connsiteY11" fmla="*/ 76124 h 78502"/>
                        <a:gd name="connsiteX12" fmla="*/ 77313 w 80485"/>
                        <a:gd name="connsiteY12" fmla="*/ 78503 h 78502"/>
                        <a:gd name="connsiteX13" fmla="*/ 77313 w 80485"/>
                        <a:gd name="connsiteY13" fmla="*/ 67798 h 785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80485" h="78502">
                          <a:moveTo>
                            <a:pt x="77313" y="67798"/>
                          </a:moveTo>
                          <a:cubicBezTo>
                            <a:pt x="79692" y="54714"/>
                            <a:pt x="71366" y="42820"/>
                            <a:pt x="73745" y="30925"/>
                          </a:cubicBezTo>
                          <a:cubicBezTo>
                            <a:pt x="65419" y="20220"/>
                            <a:pt x="53525" y="11894"/>
                            <a:pt x="34494" y="15463"/>
                          </a:cubicBezTo>
                          <a:cubicBezTo>
                            <a:pt x="33304" y="8326"/>
                            <a:pt x="23789" y="10705"/>
                            <a:pt x="21410" y="4758"/>
                          </a:cubicBezTo>
                          <a:cubicBezTo>
                            <a:pt x="22599" y="0"/>
                            <a:pt x="16652" y="3568"/>
                            <a:pt x="19031" y="0"/>
                          </a:cubicBezTo>
                          <a:cubicBezTo>
                            <a:pt x="14273" y="0"/>
                            <a:pt x="13084" y="1189"/>
                            <a:pt x="11894" y="4758"/>
                          </a:cubicBezTo>
                          <a:cubicBezTo>
                            <a:pt x="9516" y="9515"/>
                            <a:pt x="7137" y="13084"/>
                            <a:pt x="8326" y="20220"/>
                          </a:cubicBezTo>
                          <a:cubicBezTo>
                            <a:pt x="1190" y="19031"/>
                            <a:pt x="1190" y="24978"/>
                            <a:pt x="0" y="30925"/>
                          </a:cubicBezTo>
                          <a:cubicBezTo>
                            <a:pt x="2379" y="32115"/>
                            <a:pt x="5947" y="33304"/>
                            <a:pt x="8326" y="34494"/>
                          </a:cubicBezTo>
                          <a:cubicBezTo>
                            <a:pt x="10705" y="46388"/>
                            <a:pt x="0" y="46388"/>
                            <a:pt x="0" y="55903"/>
                          </a:cubicBezTo>
                          <a:cubicBezTo>
                            <a:pt x="5947" y="63040"/>
                            <a:pt x="10705" y="71366"/>
                            <a:pt x="22599" y="73745"/>
                          </a:cubicBezTo>
                          <a:cubicBezTo>
                            <a:pt x="35683" y="58282"/>
                            <a:pt x="55903" y="72556"/>
                            <a:pt x="72556" y="76124"/>
                          </a:cubicBezTo>
                          <a:cubicBezTo>
                            <a:pt x="73745" y="78503"/>
                            <a:pt x="74934" y="78503"/>
                            <a:pt x="77313" y="78503"/>
                          </a:cubicBezTo>
                          <a:cubicBezTo>
                            <a:pt x="77313" y="74934"/>
                            <a:pt x="84450" y="70177"/>
                            <a:pt x="77313" y="6779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1" name="Freeform 840">
                      <a:extLst>
                        <a:ext uri="{FF2B5EF4-FFF2-40B4-BE49-F238E27FC236}">
                          <a16:creationId xmlns:a16="http://schemas.microsoft.com/office/drawing/2014/main" id="{3CA592DB-38A9-6727-4974-BF347B01F0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5874" y="1899605"/>
                      <a:ext cx="5026" cy="4625"/>
                    </a:xfrm>
                    <a:custGeom>
                      <a:avLst/>
                      <a:gdLst>
                        <a:gd name="connsiteX0" fmla="*/ 134 w 5026"/>
                        <a:gd name="connsiteY0" fmla="*/ 3568 h 4625"/>
                        <a:gd name="connsiteX1" fmla="*/ 4892 w 5026"/>
                        <a:gd name="connsiteY1" fmla="*/ 3568 h 4625"/>
                        <a:gd name="connsiteX2" fmla="*/ 134 w 5026"/>
                        <a:gd name="connsiteY2" fmla="*/ 3568 h 46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026" h="4625">
                          <a:moveTo>
                            <a:pt x="134" y="3568"/>
                          </a:moveTo>
                          <a:cubicBezTo>
                            <a:pt x="2513" y="5947"/>
                            <a:pt x="1324" y="3568"/>
                            <a:pt x="4892" y="3568"/>
                          </a:cubicBezTo>
                          <a:cubicBezTo>
                            <a:pt x="6081" y="-1189"/>
                            <a:pt x="-1055" y="-1189"/>
                            <a:pt x="134" y="35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2" name="Freeform 841">
                      <a:extLst>
                        <a:ext uri="{FF2B5EF4-FFF2-40B4-BE49-F238E27FC236}">
                          <a16:creationId xmlns:a16="http://schemas.microsoft.com/office/drawing/2014/main" id="{8DC1167E-B245-E022-4197-4634824506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9312" y="1271583"/>
                      <a:ext cx="10895" cy="7326"/>
                    </a:xfrm>
                    <a:custGeom>
                      <a:avLst/>
                      <a:gdLst>
                        <a:gd name="connsiteX0" fmla="*/ 5947 w 10895"/>
                        <a:gd name="connsiteY0" fmla="*/ 4758 h 7326"/>
                        <a:gd name="connsiteX1" fmla="*/ 10705 w 10895"/>
                        <a:gd name="connsiteY1" fmla="*/ 7137 h 7326"/>
                        <a:gd name="connsiteX2" fmla="*/ 8326 w 10895"/>
                        <a:gd name="connsiteY2" fmla="*/ 1189 h 7326"/>
                        <a:gd name="connsiteX3" fmla="*/ 0 w 10895"/>
                        <a:gd name="connsiteY3" fmla="*/ 0 h 7326"/>
                        <a:gd name="connsiteX4" fmla="*/ 5947 w 10895"/>
                        <a:gd name="connsiteY4" fmla="*/ 4758 h 7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895" h="7326">
                          <a:moveTo>
                            <a:pt x="5947" y="4758"/>
                          </a:moveTo>
                          <a:cubicBezTo>
                            <a:pt x="4758" y="8326"/>
                            <a:pt x="9515" y="7137"/>
                            <a:pt x="10705" y="7137"/>
                          </a:cubicBezTo>
                          <a:cubicBezTo>
                            <a:pt x="10705" y="4758"/>
                            <a:pt x="11894" y="0"/>
                            <a:pt x="8326" y="1189"/>
                          </a:cubicBezTo>
                          <a:cubicBezTo>
                            <a:pt x="4758" y="2379"/>
                            <a:pt x="3568" y="0"/>
                            <a:pt x="0" y="0"/>
                          </a:cubicBezTo>
                          <a:cubicBezTo>
                            <a:pt x="0" y="4758"/>
                            <a:pt x="2379" y="4758"/>
                            <a:pt x="5947" y="47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3" name="Freeform 842">
                      <a:extLst>
                        <a:ext uri="{FF2B5EF4-FFF2-40B4-BE49-F238E27FC236}">
                          <a16:creationId xmlns:a16="http://schemas.microsoft.com/office/drawing/2014/main" id="{B7339CA0-B2AC-4E8B-3FAB-1EAA1D75D5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10536" y="1411746"/>
                      <a:ext cx="11004" cy="10370"/>
                    </a:xfrm>
                    <a:custGeom>
                      <a:avLst/>
                      <a:gdLst>
                        <a:gd name="connsiteX0" fmla="*/ 9699 w 11004"/>
                        <a:gd name="connsiteY0" fmla="*/ 190 h 10370"/>
                        <a:gd name="connsiteX1" fmla="*/ 1373 w 11004"/>
                        <a:gd name="connsiteY1" fmla="*/ 2569 h 10370"/>
                        <a:gd name="connsiteX2" fmla="*/ 1373 w 11004"/>
                        <a:gd name="connsiteY2" fmla="*/ 9706 h 10370"/>
                        <a:gd name="connsiteX3" fmla="*/ 9699 w 11004"/>
                        <a:gd name="connsiteY3" fmla="*/ 190 h 103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004" h="10370">
                          <a:moveTo>
                            <a:pt x="9699" y="190"/>
                          </a:moveTo>
                          <a:cubicBezTo>
                            <a:pt x="6131" y="190"/>
                            <a:pt x="6131" y="-999"/>
                            <a:pt x="1373" y="2569"/>
                          </a:cubicBezTo>
                          <a:cubicBezTo>
                            <a:pt x="-1005" y="3759"/>
                            <a:pt x="184" y="7327"/>
                            <a:pt x="1373" y="9706"/>
                          </a:cubicBezTo>
                          <a:cubicBezTo>
                            <a:pt x="4942" y="13274"/>
                            <a:pt x="14457" y="1380"/>
                            <a:pt x="9699" y="19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4" name="Freeform 843">
                      <a:extLst>
                        <a:ext uri="{FF2B5EF4-FFF2-40B4-BE49-F238E27FC236}">
                          <a16:creationId xmlns:a16="http://schemas.microsoft.com/office/drawing/2014/main" id="{28FA187D-5342-77E1-C6BE-11978B2978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7588" y="1440962"/>
                      <a:ext cx="30152" cy="30319"/>
                    </a:xfrm>
                    <a:custGeom>
                      <a:avLst/>
                      <a:gdLst>
                        <a:gd name="connsiteX0" fmla="*/ 27405 w 30152"/>
                        <a:gd name="connsiteY0" fmla="*/ 28068 h 30319"/>
                        <a:gd name="connsiteX1" fmla="*/ 27405 w 30152"/>
                        <a:gd name="connsiteY1" fmla="*/ 12605 h 30319"/>
                        <a:gd name="connsiteX2" fmla="*/ 3616 w 30152"/>
                        <a:gd name="connsiteY2" fmla="*/ 4279 h 30319"/>
                        <a:gd name="connsiteX3" fmla="*/ 1238 w 30152"/>
                        <a:gd name="connsiteY3" fmla="*/ 14984 h 30319"/>
                        <a:gd name="connsiteX4" fmla="*/ 11943 w 30152"/>
                        <a:gd name="connsiteY4" fmla="*/ 28068 h 30319"/>
                        <a:gd name="connsiteX5" fmla="*/ 27405 w 30152"/>
                        <a:gd name="connsiteY5" fmla="*/ 28068 h 303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0152" h="30319">
                          <a:moveTo>
                            <a:pt x="27405" y="28068"/>
                          </a:moveTo>
                          <a:cubicBezTo>
                            <a:pt x="32163" y="24500"/>
                            <a:pt x="29784" y="17363"/>
                            <a:pt x="27405" y="12605"/>
                          </a:cubicBezTo>
                          <a:cubicBezTo>
                            <a:pt x="23837" y="5469"/>
                            <a:pt x="10753" y="-6426"/>
                            <a:pt x="3616" y="4279"/>
                          </a:cubicBezTo>
                          <a:cubicBezTo>
                            <a:pt x="48" y="9037"/>
                            <a:pt x="-1141" y="11416"/>
                            <a:pt x="1238" y="14984"/>
                          </a:cubicBezTo>
                          <a:cubicBezTo>
                            <a:pt x="3616" y="19742"/>
                            <a:pt x="5995" y="25689"/>
                            <a:pt x="11943" y="28068"/>
                          </a:cubicBezTo>
                          <a:cubicBezTo>
                            <a:pt x="19079" y="30447"/>
                            <a:pt x="22647" y="31636"/>
                            <a:pt x="27405" y="2806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5" name="Freeform 844">
                      <a:extLst>
                        <a:ext uri="{FF2B5EF4-FFF2-40B4-BE49-F238E27FC236}">
                          <a16:creationId xmlns:a16="http://schemas.microsoft.com/office/drawing/2014/main" id="{649E5A52-2D97-EA4D-BFA7-C40A27F6D9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2173" y="1316438"/>
                      <a:ext cx="107574" cy="159249"/>
                    </a:xfrm>
                    <a:custGeom>
                      <a:avLst/>
                      <a:gdLst>
                        <a:gd name="connsiteX0" fmla="*/ 4274 w 107574"/>
                        <a:gd name="connsiteY0" fmla="*/ 90741 h 159249"/>
                        <a:gd name="connsiteX1" fmla="*/ 41147 w 107574"/>
                        <a:gd name="connsiteY1" fmla="*/ 91930 h 159249"/>
                        <a:gd name="connsiteX2" fmla="*/ 32820 w 107574"/>
                        <a:gd name="connsiteY2" fmla="*/ 101446 h 159249"/>
                        <a:gd name="connsiteX3" fmla="*/ 43526 w 107574"/>
                        <a:gd name="connsiteY3" fmla="*/ 109772 h 159249"/>
                        <a:gd name="connsiteX4" fmla="*/ 42336 w 107574"/>
                        <a:gd name="connsiteY4" fmla="*/ 115719 h 159249"/>
                        <a:gd name="connsiteX5" fmla="*/ 47094 w 107574"/>
                        <a:gd name="connsiteY5" fmla="*/ 113340 h 159249"/>
                        <a:gd name="connsiteX6" fmla="*/ 49473 w 107574"/>
                        <a:gd name="connsiteY6" fmla="*/ 115719 h 159249"/>
                        <a:gd name="connsiteX7" fmla="*/ 54230 w 107574"/>
                        <a:gd name="connsiteY7" fmla="*/ 116908 h 159249"/>
                        <a:gd name="connsiteX8" fmla="*/ 49473 w 107574"/>
                        <a:gd name="connsiteY8" fmla="*/ 156160 h 159249"/>
                        <a:gd name="connsiteX9" fmla="*/ 64935 w 107574"/>
                        <a:gd name="connsiteY9" fmla="*/ 158539 h 159249"/>
                        <a:gd name="connsiteX10" fmla="*/ 80398 w 107574"/>
                        <a:gd name="connsiteY10" fmla="*/ 143076 h 159249"/>
                        <a:gd name="connsiteX11" fmla="*/ 82777 w 107574"/>
                        <a:gd name="connsiteY11" fmla="*/ 116908 h 159249"/>
                        <a:gd name="connsiteX12" fmla="*/ 104187 w 107574"/>
                        <a:gd name="connsiteY12" fmla="*/ 97877 h 159249"/>
                        <a:gd name="connsiteX13" fmla="*/ 106566 w 107574"/>
                        <a:gd name="connsiteY13" fmla="*/ 71710 h 159249"/>
                        <a:gd name="connsiteX14" fmla="*/ 91103 w 107574"/>
                        <a:gd name="connsiteY14" fmla="*/ 64573 h 159249"/>
                        <a:gd name="connsiteX15" fmla="*/ 100618 w 107574"/>
                        <a:gd name="connsiteY15" fmla="*/ 57437 h 159249"/>
                        <a:gd name="connsiteX16" fmla="*/ 98239 w 107574"/>
                        <a:gd name="connsiteY16" fmla="*/ 49111 h 159249"/>
                        <a:gd name="connsiteX17" fmla="*/ 98239 w 107574"/>
                        <a:gd name="connsiteY17" fmla="*/ 44353 h 159249"/>
                        <a:gd name="connsiteX18" fmla="*/ 99429 w 107574"/>
                        <a:gd name="connsiteY18" fmla="*/ 44353 h 159249"/>
                        <a:gd name="connsiteX19" fmla="*/ 94671 w 107574"/>
                        <a:gd name="connsiteY19" fmla="*/ 34837 h 159249"/>
                        <a:gd name="connsiteX20" fmla="*/ 79209 w 107574"/>
                        <a:gd name="connsiteY20" fmla="*/ 38406 h 159249"/>
                        <a:gd name="connsiteX21" fmla="*/ 70883 w 107574"/>
                        <a:gd name="connsiteY21" fmla="*/ 47921 h 159249"/>
                        <a:gd name="connsiteX22" fmla="*/ 69693 w 107574"/>
                        <a:gd name="connsiteY22" fmla="*/ 45542 h 159249"/>
                        <a:gd name="connsiteX23" fmla="*/ 79209 w 107574"/>
                        <a:gd name="connsiteY23" fmla="*/ 14617 h 159249"/>
                        <a:gd name="connsiteX24" fmla="*/ 74451 w 107574"/>
                        <a:gd name="connsiteY24" fmla="*/ 6291 h 159249"/>
                        <a:gd name="connsiteX25" fmla="*/ 69693 w 107574"/>
                        <a:gd name="connsiteY25" fmla="*/ 3912 h 159249"/>
                        <a:gd name="connsiteX26" fmla="*/ 56609 w 107574"/>
                        <a:gd name="connsiteY26" fmla="*/ 3912 h 159249"/>
                        <a:gd name="connsiteX27" fmla="*/ 49473 w 107574"/>
                        <a:gd name="connsiteY27" fmla="*/ 9859 h 159249"/>
                        <a:gd name="connsiteX28" fmla="*/ 43526 w 107574"/>
                        <a:gd name="connsiteY28" fmla="*/ 344 h 159249"/>
                        <a:gd name="connsiteX29" fmla="*/ 28063 w 107574"/>
                        <a:gd name="connsiteY29" fmla="*/ 28890 h 159249"/>
                        <a:gd name="connsiteX30" fmla="*/ 39957 w 107574"/>
                        <a:gd name="connsiteY30" fmla="*/ 26511 h 159249"/>
                        <a:gd name="connsiteX31" fmla="*/ 24494 w 107574"/>
                        <a:gd name="connsiteY31" fmla="*/ 47921 h 159249"/>
                        <a:gd name="connsiteX32" fmla="*/ 48283 w 107574"/>
                        <a:gd name="connsiteY32" fmla="*/ 39595 h 159249"/>
                        <a:gd name="connsiteX33" fmla="*/ 35199 w 107574"/>
                        <a:gd name="connsiteY33" fmla="*/ 55058 h 159249"/>
                        <a:gd name="connsiteX34" fmla="*/ 37578 w 107574"/>
                        <a:gd name="connsiteY34" fmla="*/ 57437 h 159249"/>
                        <a:gd name="connsiteX35" fmla="*/ 48283 w 107574"/>
                        <a:gd name="connsiteY35" fmla="*/ 59815 h 159249"/>
                        <a:gd name="connsiteX36" fmla="*/ 32820 w 107574"/>
                        <a:gd name="connsiteY36" fmla="*/ 62194 h 159249"/>
                        <a:gd name="connsiteX37" fmla="*/ 37578 w 107574"/>
                        <a:gd name="connsiteY37" fmla="*/ 69331 h 159249"/>
                        <a:gd name="connsiteX38" fmla="*/ 26873 w 107574"/>
                        <a:gd name="connsiteY38" fmla="*/ 78846 h 159249"/>
                        <a:gd name="connsiteX39" fmla="*/ 16168 w 107574"/>
                        <a:gd name="connsiteY39" fmla="*/ 64573 h 159249"/>
                        <a:gd name="connsiteX40" fmla="*/ 706 w 107574"/>
                        <a:gd name="connsiteY40" fmla="*/ 82415 h 159249"/>
                        <a:gd name="connsiteX41" fmla="*/ 4274 w 107574"/>
                        <a:gd name="connsiteY41" fmla="*/ 90741 h 159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</a:cxnLst>
                      <a:rect l="l" t="t" r="r" b="b"/>
                      <a:pathLst>
                        <a:path w="107574" h="159249">
                          <a:moveTo>
                            <a:pt x="4274" y="90741"/>
                          </a:moveTo>
                          <a:cubicBezTo>
                            <a:pt x="14979" y="97877"/>
                            <a:pt x="36389" y="83604"/>
                            <a:pt x="41147" y="91930"/>
                          </a:cubicBezTo>
                          <a:cubicBezTo>
                            <a:pt x="43526" y="95499"/>
                            <a:pt x="31631" y="96688"/>
                            <a:pt x="32820" y="101446"/>
                          </a:cubicBezTo>
                          <a:cubicBezTo>
                            <a:pt x="35199" y="106203"/>
                            <a:pt x="38768" y="106203"/>
                            <a:pt x="43526" y="109772"/>
                          </a:cubicBezTo>
                          <a:cubicBezTo>
                            <a:pt x="42336" y="110961"/>
                            <a:pt x="41147" y="113340"/>
                            <a:pt x="42336" y="115719"/>
                          </a:cubicBezTo>
                          <a:cubicBezTo>
                            <a:pt x="43526" y="118098"/>
                            <a:pt x="47094" y="115719"/>
                            <a:pt x="47094" y="113340"/>
                          </a:cubicBezTo>
                          <a:cubicBezTo>
                            <a:pt x="48283" y="114529"/>
                            <a:pt x="48283" y="114529"/>
                            <a:pt x="49473" y="115719"/>
                          </a:cubicBezTo>
                          <a:cubicBezTo>
                            <a:pt x="50662" y="116908"/>
                            <a:pt x="54230" y="115719"/>
                            <a:pt x="54230" y="116908"/>
                          </a:cubicBezTo>
                          <a:cubicBezTo>
                            <a:pt x="57799" y="129992"/>
                            <a:pt x="32820" y="147834"/>
                            <a:pt x="49473" y="156160"/>
                          </a:cubicBezTo>
                          <a:cubicBezTo>
                            <a:pt x="56609" y="159728"/>
                            <a:pt x="60178" y="159728"/>
                            <a:pt x="64935" y="158539"/>
                          </a:cubicBezTo>
                          <a:cubicBezTo>
                            <a:pt x="72072" y="157349"/>
                            <a:pt x="78019" y="150213"/>
                            <a:pt x="80398" y="143076"/>
                          </a:cubicBezTo>
                          <a:cubicBezTo>
                            <a:pt x="86345" y="131182"/>
                            <a:pt x="82777" y="127613"/>
                            <a:pt x="82777" y="116908"/>
                          </a:cubicBezTo>
                          <a:cubicBezTo>
                            <a:pt x="82777" y="107393"/>
                            <a:pt x="95861" y="102635"/>
                            <a:pt x="104187" y="97877"/>
                          </a:cubicBezTo>
                          <a:cubicBezTo>
                            <a:pt x="102997" y="84794"/>
                            <a:pt x="110134" y="83604"/>
                            <a:pt x="106566" y="71710"/>
                          </a:cubicBezTo>
                          <a:cubicBezTo>
                            <a:pt x="102997" y="68142"/>
                            <a:pt x="92292" y="71710"/>
                            <a:pt x="91103" y="64573"/>
                          </a:cubicBezTo>
                          <a:cubicBezTo>
                            <a:pt x="94671" y="62194"/>
                            <a:pt x="94671" y="57437"/>
                            <a:pt x="100618" y="57437"/>
                          </a:cubicBezTo>
                          <a:cubicBezTo>
                            <a:pt x="100618" y="53868"/>
                            <a:pt x="100618" y="50300"/>
                            <a:pt x="98239" y="49111"/>
                          </a:cubicBezTo>
                          <a:cubicBezTo>
                            <a:pt x="99429" y="46732"/>
                            <a:pt x="99429" y="45542"/>
                            <a:pt x="98239" y="44353"/>
                          </a:cubicBezTo>
                          <a:cubicBezTo>
                            <a:pt x="98239" y="44353"/>
                            <a:pt x="99429" y="44353"/>
                            <a:pt x="99429" y="44353"/>
                          </a:cubicBezTo>
                          <a:cubicBezTo>
                            <a:pt x="100618" y="38406"/>
                            <a:pt x="95861" y="38406"/>
                            <a:pt x="94671" y="34837"/>
                          </a:cubicBezTo>
                          <a:cubicBezTo>
                            <a:pt x="88724" y="34837"/>
                            <a:pt x="85156" y="33648"/>
                            <a:pt x="79209" y="38406"/>
                          </a:cubicBezTo>
                          <a:cubicBezTo>
                            <a:pt x="74451" y="41974"/>
                            <a:pt x="75640" y="51489"/>
                            <a:pt x="70883" y="47921"/>
                          </a:cubicBezTo>
                          <a:cubicBezTo>
                            <a:pt x="69693" y="46732"/>
                            <a:pt x="69693" y="46732"/>
                            <a:pt x="69693" y="45542"/>
                          </a:cubicBezTo>
                          <a:cubicBezTo>
                            <a:pt x="72072" y="36027"/>
                            <a:pt x="88724" y="26511"/>
                            <a:pt x="79209" y="14617"/>
                          </a:cubicBezTo>
                          <a:cubicBezTo>
                            <a:pt x="76830" y="12238"/>
                            <a:pt x="76830" y="11049"/>
                            <a:pt x="74451" y="6291"/>
                          </a:cubicBezTo>
                          <a:cubicBezTo>
                            <a:pt x="73261" y="3912"/>
                            <a:pt x="72072" y="6291"/>
                            <a:pt x="69693" y="3912"/>
                          </a:cubicBezTo>
                          <a:cubicBezTo>
                            <a:pt x="64935" y="344"/>
                            <a:pt x="61367" y="1533"/>
                            <a:pt x="56609" y="3912"/>
                          </a:cubicBezTo>
                          <a:cubicBezTo>
                            <a:pt x="54230" y="5102"/>
                            <a:pt x="54230" y="9859"/>
                            <a:pt x="49473" y="9859"/>
                          </a:cubicBezTo>
                          <a:cubicBezTo>
                            <a:pt x="45904" y="8670"/>
                            <a:pt x="48283" y="-2035"/>
                            <a:pt x="43526" y="344"/>
                          </a:cubicBezTo>
                          <a:cubicBezTo>
                            <a:pt x="34010" y="5102"/>
                            <a:pt x="18547" y="19375"/>
                            <a:pt x="28063" y="28890"/>
                          </a:cubicBezTo>
                          <a:cubicBezTo>
                            <a:pt x="32820" y="33648"/>
                            <a:pt x="36389" y="22943"/>
                            <a:pt x="39957" y="26511"/>
                          </a:cubicBezTo>
                          <a:cubicBezTo>
                            <a:pt x="49473" y="34837"/>
                            <a:pt x="13790" y="39595"/>
                            <a:pt x="24494" y="47921"/>
                          </a:cubicBezTo>
                          <a:cubicBezTo>
                            <a:pt x="30442" y="52679"/>
                            <a:pt x="44715" y="27701"/>
                            <a:pt x="48283" y="39595"/>
                          </a:cubicBezTo>
                          <a:cubicBezTo>
                            <a:pt x="50662" y="47921"/>
                            <a:pt x="30442" y="49111"/>
                            <a:pt x="35199" y="55058"/>
                          </a:cubicBezTo>
                          <a:cubicBezTo>
                            <a:pt x="36389" y="56247"/>
                            <a:pt x="36389" y="56247"/>
                            <a:pt x="37578" y="57437"/>
                          </a:cubicBezTo>
                          <a:cubicBezTo>
                            <a:pt x="41147" y="62194"/>
                            <a:pt x="51852" y="55058"/>
                            <a:pt x="48283" y="59815"/>
                          </a:cubicBezTo>
                          <a:cubicBezTo>
                            <a:pt x="43526" y="65763"/>
                            <a:pt x="38768" y="61005"/>
                            <a:pt x="32820" y="62194"/>
                          </a:cubicBezTo>
                          <a:cubicBezTo>
                            <a:pt x="25684" y="63384"/>
                            <a:pt x="37578" y="65763"/>
                            <a:pt x="37578" y="69331"/>
                          </a:cubicBezTo>
                          <a:cubicBezTo>
                            <a:pt x="37578" y="74089"/>
                            <a:pt x="31631" y="81225"/>
                            <a:pt x="26873" y="78846"/>
                          </a:cubicBezTo>
                          <a:cubicBezTo>
                            <a:pt x="19737" y="75278"/>
                            <a:pt x="22116" y="66952"/>
                            <a:pt x="16168" y="64573"/>
                          </a:cubicBezTo>
                          <a:cubicBezTo>
                            <a:pt x="7842" y="59815"/>
                            <a:pt x="-2863" y="74089"/>
                            <a:pt x="706" y="82415"/>
                          </a:cubicBezTo>
                          <a:cubicBezTo>
                            <a:pt x="-484" y="83604"/>
                            <a:pt x="-484" y="88362"/>
                            <a:pt x="4274" y="9074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6" name="Freeform 845">
                      <a:extLst>
                        <a:ext uri="{FF2B5EF4-FFF2-40B4-BE49-F238E27FC236}">
                          <a16:creationId xmlns:a16="http://schemas.microsoft.com/office/drawing/2014/main" id="{35032162-6BB6-4311-1F21-448BC326F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9839" y="1435725"/>
                      <a:ext cx="21733" cy="51388"/>
                    </a:xfrm>
                    <a:custGeom>
                      <a:avLst/>
                      <a:gdLst>
                        <a:gd name="connsiteX0" fmla="*/ 2379 w 21733"/>
                        <a:gd name="connsiteY0" fmla="*/ 51146 h 51388"/>
                        <a:gd name="connsiteX1" fmla="*/ 15463 w 21733"/>
                        <a:gd name="connsiteY1" fmla="*/ 48767 h 51388"/>
                        <a:gd name="connsiteX2" fmla="*/ 15463 w 21733"/>
                        <a:gd name="connsiteY2" fmla="*/ 29736 h 51388"/>
                        <a:gd name="connsiteX3" fmla="*/ 14273 w 21733"/>
                        <a:gd name="connsiteY3" fmla="*/ 0 h 51388"/>
                        <a:gd name="connsiteX4" fmla="*/ 0 w 21733"/>
                        <a:gd name="connsiteY4" fmla="*/ 47577 h 51388"/>
                        <a:gd name="connsiteX5" fmla="*/ 2379 w 21733"/>
                        <a:gd name="connsiteY5" fmla="*/ 51146 h 513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1733" h="51388">
                          <a:moveTo>
                            <a:pt x="2379" y="51146"/>
                          </a:moveTo>
                          <a:cubicBezTo>
                            <a:pt x="9516" y="52335"/>
                            <a:pt x="10705" y="48767"/>
                            <a:pt x="15463" y="48767"/>
                          </a:cubicBezTo>
                          <a:cubicBezTo>
                            <a:pt x="14273" y="40441"/>
                            <a:pt x="21410" y="35683"/>
                            <a:pt x="15463" y="29736"/>
                          </a:cubicBezTo>
                          <a:cubicBezTo>
                            <a:pt x="20221" y="22599"/>
                            <a:pt x="27357" y="3568"/>
                            <a:pt x="14273" y="0"/>
                          </a:cubicBezTo>
                          <a:cubicBezTo>
                            <a:pt x="11894" y="19031"/>
                            <a:pt x="0" y="27357"/>
                            <a:pt x="0" y="47577"/>
                          </a:cubicBezTo>
                          <a:cubicBezTo>
                            <a:pt x="1190" y="48767"/>
                            <a:pt x="2379" y="48767"/>
                            <a:pt x="2379" y="5114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7" name="Freeform 846">
                      <a:extLst>
                        <a:ext uri="{FF2B5EF4-FFF2-40B4-BE49-F238E27FC236}">
                          <a16:creationId xmlns:a16="http://schemas.microsoft.com/office/drawing/2014/main" id="{D7C7E1F7-5FE8-0E89-1A4D-29F3644B37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94420" y="1497565"/>
                      <a:ext cx="64346" cy="33315"/>
                    </a:xfrm>
                    <a:custGeom>
                      <a:avLst/>
                      <a:gdLst>
                        <a:gd name="connsiteX0" fmla="*/ 50706 w 64346"/>
                        <a:gd name="connsiteY0" fmla="*/ 16663 h 33315"/>
                        <a:gd name="connsiteX1" fmla="*/ 3129 w 64346"/>
                        <a:gd name="connsiteY1" fmla="*/ 19042 h 33315"/>
                        <a:gd name="connsiteX2" fmla="*/ 16213 w 64346"/>
                        <a:gd name="connsiteY2" fmla="*/ 24989 h 33315"/>
                        <a:gd name="connsiteX3" fmla="*/ 29296 w 64346"/>
                        <a:gd name="connsiteY3" fmla="*/ 29747 h 33315"/>
                        <a:gd name="connsiteX4" fmla="*/ 48327 w 64346"/>
                        <a:gd name="connsiteY4" fmla="*/ 33315 h 33315"/>
                        <a:gd name="connsiteX5" fmla="*/ 63790 w 64346"/>
                        <a:gd name="connsiteY5" fmla="*/ 26179 h 33315"/>
                        <a:gd name="connsiteX6" fmla="*/ 59032 w 64346"/>
                        <a:gd name="connsiteY6" fmla="*/ 13095 h 33315"/>
                        <a:gd name="connsiteX7" fmla="*/ 50706 w 64346"/>
                        <a:gd name="connsiteY7" fmla="*/ 16663 h 333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64346" h="33315">
                          <a:moveTo>
                            <a:pt x="50706" y="16663"/>
                          </a:moveTo>
                          <a:cubicBezTo>
                            <a:pt x="49517" y="-3557"/>
                            <a:pt x="-14713" y="-8315"/>
                            <a:pt x="3129" y="19042"/>
                          </a:cubicBezTo>
                          <a:cubicBezTo>
                            <a:pt x="6697" y="24989"/>
                            <a:pt x="11455" y="21421"/>
                            <a:pt x="16213" y="24989"/>
                          </a:cubicBezTo>
                          <a:cubicBezTo>
                            <a:pt x="22160" y="28558"/>
                            <a:pt x="24539" y="26179"/>
                            <a:pt x="29296" y="29747"/>
                          </a:cubicBezTo>
                          <a:cubicBezTo>
                            <a:pt x="36433" y="35694"/>
                            <a:pt x="42380" y="32126"/>
                            <a:pt x="48327" y="33315"/>
                          </a:cubicBezTo>
                          <a:cubicBezTo>
                            <a:pt x="54275" y="30936"/>
                            <a:pt x="55464" y="24989"/>
                            <a:pt x="63790" y="26179"/>
                          </a:cubicBezTo>
                          <a:cubicBezTo>
                            <a:pt x="66169" y="17853"/>
                            <a:pt x="60222" y="17853"/>
                            <a:pt x="59032" y="13095"/>
                          </a:cubicBezTo>
                          <a:cubicBezTo>
                            <a:pt x="55464" y="13095"/>
                            <a:pt x="55464" y="17853"/>
                            <a:pt x="50706" y="1666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8" name="Freeform 847">
                      <a:extLst>
                        <a:ext uri="{FF2B5EF4-FFF2-40B4-BE49-F238E27FC236}">
                          <a16:creationId xmlns:a16="http://schemas.microsoft.com/office/drawing/2014/main" id="{91240E4B-A4B2-6F59-A5E4-5FBF759B8F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415" y="1551414"/>
                      <a:ext cx="34933" cy="18676"/>
                    </a:xfrm>
                    <a:custGeom>
                      <a:avLst/>
                      <a:gdLst>
                        <a:gd name="connsiteX0" fmla="*/ 309 w 34933"/>
                        <a:gd name="connsiteY0" fmla="*/ 9202 h 18676"/>
                        <a:gd name="connsiteX1" fmla="*/ 34803 w 34933"/>
                        <a:gd name="connsiteY1" fmla="*/ 5634 h 18676"/>
                        <a:gd name="connsiteX2" fmla="*/ 13393 w 34933"/>
                        <a:gd name="connsiteY2" fmla="*/ 3255 h 18676"/>
                        <a:gd name="connsiteX3" fmla="*/ 5067 w 34933"/>
                        <a:gd name="connsiteY3" fmla="*/ 3255 h 18676"/>
                        <a:gd name="connsiteX4" fmla="*/ 309 w 34933"/>
                        <a:gd name="connsiteY4" fmla="*/ 9202 h 186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4933" h="18676">
                          <a:moveTo>
                            <a:pt x="309" y="9202"/>
                          </a:moveTo>
                          <a:cubicBezTo>
                            <a:pt x="6257" y="17528"/>
                            <a:pt x="37182" y="27043"/>
                            <a:pt x="34803" y="5634"/>
                          </a:cubicBezTo>
                          <a:cubicBezTo>
                            <a:pt x="28856" y="3255"/>
                            <a:pt x="21719" y="2065"/>
                            <a:pt x="13393" y="3255"/>
                          </a:cubicBezTo>
                          <a:cubicBezTo>
                            <a:pt x="13393" y="876"/>
                            <a:pt x="5067" y="-2693"/>
                            <a:pt x="5067" y="3255"/>
                          </a:cubicBezTo>
                          <a:cubicBezTo>
                            <a:pt x="1499" y="3255"/>
                            <a:pt x="-880" y="4444"/>
                            <a:pt x="309" y="920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9" name="Freeform 848">
                      <a:extLst>
                        <a:ext uri="{FF2B5EF4-FFF2-40B4-BE49-F238E27FC236}">
                          <a16:creationId xmlns:a16="http://schemas.microsoft.com/office/drawing/2014/main" id="{F742280C-1371-7174-14E9-94925F43B9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2163" y="1553480"/>
                      <a:ext cx="5192" cy="10704"/>
                    </a:xfrm>
                    <a:custGeom>
                      <a:avLst/>
                      <a:gdLst>
                        <a:gd name="connsiteX0" fmla="*/ 1510 w 5192"/>
                        <a:gd name="connsiteY0" fmla="*/ 0 h 10704"/>
                        <a:gd name="connsiteX1" fmla="*/ 3889 w 5192"/>
                        <a:gd name="connsiteY1" fmla="*/ 10705 h 10704"/>
                        <a:gd name="connsiteX2" fmla="*/ 1510 w 5192"/>
                        <a:gd name="connsiteY2" fmla="*/ 0 h 107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192" h="10704">
                          <a:moveTo>
                            <a:pt x="1510" y="0"/>
                          </a:moveTo>
                          <a:cubicBezTo>
                            <a:pt x="-2059" y="3568"/>
                            <a:pt x="1510" y="9516"/>
                            <a:pt x="3889" y="10705"/>
                          </a:cubicBezTo>
                          <a:cubicBezTo>
                            <a:pt x="7457" y="7137"/>
                            <a:pt x="2699" y="3568"/>
                            <a:pt x="151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0" name="Freeform 849">
                      <a:extLst>
                        <a:ext uri="{FF2B5EF4-FFF2-40B4-BE49-F238E27FC236}">
                          <a16:creationId xmlns:a16="http://schemas.microsoft.com/office/drawing/2014/main" id="{71993722-F432-9D5F-6658-B120D2B91D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6099" y="1637927"/>
                      <a:ext cx="11280" cy="11896"/>
                    </a:xfrm>
                    <a:custGeom>
                      <a:avLst/>
                      <a:gdLst>
                        <a:gd name="connsiteX0" fmla="*/ 2727 w 11280"/>
                        <a:gd name="connsiteY0" fmla="*/ 11897 h 11896"/>
                        <a:gd name="connsiteX1" fmla="*/ 11053 w 11280"/>
                        <a:gd name="connsiteY1" fmla="*/ 1192 h 11896"/>
                        <a:gd name="connsiteX2" fmla="*/ 2727 w 11280"/>
                        <a:gd name="connsiteY2" fmla="*/ 11897 h 11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280" h="11896">
                          <a:moveTo>
                            <a:pt x="2727" y="11897"/>
                          </a:moveTo>
                          <a:cubicBezTo>
                            <a:pt x="8674" y="11897"/>
                            <a:pt x="12242" y="8329"/>
                            <a:pt x="11053" y="1192"/>
                          </a:cubicBezTo>
                          <a:cubicBezTo>
                            <a:pt x="3916" y="-3566"/>
                            <a:pt x="-4410" y="7139"/>
                            <a:pt x="2727" y="118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1" name="Freeform 850">
                      <a:extLst>
                        <a:ext uri="{FF2B5EF4-FFF2-40B4-BE49-F238E27FC236}">
                          <a16:creationId xmlns:a16="http://schemas.microsoft.com/office/drawing/2014/main" id="{71182B75-54D6-CA88-48B9-D4FDD3F0E6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7680" y="1693593"/>
                      <a:ext cx="10705" cy="7619"/>
                    </a:xfrm>
                    <a:custGeom>
                      <a:avLst/>
                      <a:gdLst>
                        <a:gd name="connsiteX0" fmla="*/ 0 w 10705"/>
                        <a:gd name="connsiteY0" fmla="*/ 7377 h 7619"/>
                        <a:gd name="connsiteX1" fmla="*/ 10705 w 10705"/>
                        <a:gd name="connsiteY1" fmla="*/ 4998 h 7619"/>
                        <a:gd name="connsiteX2" fmla="*/ 0 w 10705"/>
                        <a:gd name="connsiteY2" fmla="*/ 7377 h 76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0705" h="7619">
                          <a:moveTo>
                            <a:pt x="0" y="7377"/>
                          </a:moveTo>
                          <a:cubicBezTo>
                            <a:pt x="5947" y="8566"/>
                            <a:pt x="5947" y="4998"/>
                            <a:pt x="10705" y="4998"/>
                          </a:cubicBezTo>
                          <a:cubicBezTo>
                            <a:pt x="10705" y="-4518"/>
                            <a:pt x="0" y="1429"/>
                            <a:pt x="0" y="737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2" name="Freeform 851">
                      <a:extLst>
                        <a:ext uri="{FF2B5EF4-FFF2-40B4-BE49-F238E27FC236}">
                          <a16:creationId xmlns:a16="http://schemas.microsoft.com/office/drawing/2014/main" id="{7926EEEA-AADE-3462-5D18-9D3EF25028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8364" y="1790177"/>
                      <a:ext cx="9354" cy="14560"/>
                    </a:xfrm>
                    <a:custGeom>
                      <a:avLst/>
                      <a:gdLst>
                        <a:gd name="connsiteX0" fmla="*/ 5528 w 9354"/>
                        <a:gd name="connsiteY0" fmla="*/ 0 h 14560"/>
                        <a:gd name="connsiteX1" fmla="*/ 770 w 9354"/>
                        <a:gd name="connsiteY1" fmla="*/ 14273 h 14560"/>
                        <a:gd name="connsiteX2" fmla="*/ 5528 w 9354"/>
                        <a:gd name="connsiteY2" fmla="*/ 0 h 14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9354" h="14560">
                          <a:moveTo>
                            <a:pt x="5528" y="0"/>
                          </a:moveTo>
                          <a:cubicBezTo>
                            <a:pt x="1960" y="2379"/>
                            <a:pt x="-1609" y="7137"/>
                            <a:pt x="770" y="14273"/>
                          </a:cubicBezTo>
                          <a:cubicBezTo>
                            <a:pt x="9096" y="16652"/>
                            <a:pt x="12665" y="3568"/>
                            <a:pt x="5528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3" name="Freeform 852">
                      <a:extLst>
                        <a:ext uri="{FF2B5EF4-FFF2-40B4-BE49-F238E27FC236}">
                          <a16:creationId xmlns:a16="http://schemas.microsoft.com/office/drawing/2014/main" id="{93035764-F4A8-0BB1-3499-D81CB78A60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061" y="2149070"/>
                      <a:ext cx="54178" cy="54826"/>
                    </a:xfrm>
                    <a:custGeom>
                      <a:avLst/>
                      <a:gdLst>
                        <a:gd name="connsiteX0" fmla="*/ 18537 w 54178"/>
                        <a:gd name="connsiteY0" fmla="*/ 12211 h 54826"/>
                        <a:gd name="connsiteX1" fmla="*/ 1885 w 54178"/>
                        <a:gd name="connsiteY1" fmla="*/ 30052 h 54826"/>
                        <a:gd name="connsiteX2" fmla="*/ 1885 w 54178"/>
                        <a:gd name="connsiteY2" fmla="*/ 51462 h 54826"/>
                        <a:gd name="connsiteX3" fmla="*/ 20915 w 54178"/>
                        <a:gd name="connsiteY3" fmla="*/ 53841 h 54826"/>
                        <a:gd name="connsiteX4" fmla="*/ 41136 w 54178"/>
                        <a:gd name="connsiteY4" fmla="*/ 40757 h 54826"/>
                        <a:gd name="connsiteX5" fmla="*/ 45894 w 54178"/>
                        <a:gd name="connsiteY5" fmla="*/ 30052 h 54826"/>
                        <a:gd name="connsiteX6" fmla="*/ 53030 w 54178"/>
                        <a:gd name="connsiteY6" fmla="*/ 16968 h 54826"/>
                        <a:gd name="connsiteX7" fmla="*/ 48273 w 54178"/>
                        <a:gd name="connsiteY7" fmla="*/ 3885 h 54826"/>
                        <a:gd name="connsiteX8" fmla="*/ 30431 w 54178"/>
                        <a:gd name="connsiteY8" fmla="*/ 316 h 54826"/>
                        <a:gd name="connsiteX9" fmla="*/ 18537 w 54178"/>
                        <a:gd name="connsiteY9" fmla="*/ 12211 h 54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54178" h="54826">
                          <a:moveTo>
                            <a:pt x="18537" y="12211"/>
                          </a:moveTo>
                          <a:cubicBezTo>
                            <a:pt x="16158" y="15779"/>
                            <a:pt x="3074" y="24105"/>
                            <a:pt x="1885" y="30052"/>
                          </a:cubicBezTo>
                          <a:cubicBezTo>
                            <a:pt x="695" y="34810"/>
                            <a:pt x="-1684" y="49083"/>
                            <a:pt x="1885" y="51462"/>
                          </a:cubicBezTo>
                          <a:cubicBezTo>
                            <a:pt x="5453" y="53841"/>
                            <a:pt x="14968" y="56220"/>
                            <a:pt x="20915" y="53841"/>
                          </a:cubicBezTo>
                          <a:cubicBezTo>
                            <a:pt x="26863" y="52651"/>
                            <a:pt x="38757" y="45515"/>
                            <a:pt x="41136" y="40757"/>
                          </a:cubicBezTo>
                          <a:cubicBezTo>
                            <a:pt x="41136" y="40757"/>
                            <a:pt x="47083" y="34810"/>
                            <a:pt x="45894" y="30052"/>
                          </a:cubicBezTo>
                          <a:cubicBezTo>
                            <a:pt x="45894" y="25294"/>
                            <a:pt x="49462" y="20537"/>
                            <a:pt x="53030" y="16968"/>
                          </a:cubicBezTo>
                          <a:cubicBezTo>
                            <a:pt x="55409" y="14590"/>
                            <a:pt x="54220" y="5074"/>
                            <a:pt x="48273" y="3885"/>
                          </a:cubicBezTo>
                          <a:cubicBezTo>
                            <a:pt x="43515" y="1506"/>
                            <a:pt x="32810" y="-873"/>
                            <a:pt x="30431" y="316"/>
                          </a:cubicBezTo>
                          <a:cubicBezTo>
                            <a:pt x="29242" y="1506"/>
                            <a:pt x="20915" y="9832"/>
                            <a:pt x="18537" y="1221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4" name="Freeform 853">
                      <a:extLst>
                        <a:ext uri="{FF2B5EF4-FFF2-40B4-BE49-F238E27FC236}">
                          <a16:creationId xmlns:a16="http://schemas.microsoft.com/office/drawing/2014/main" id="{E155F2F5-BFCA-4EED-749F-F8B0DE9DBF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4657" y="2164849"/>
                      <a:ext cx="24265" cy="22094"/>
                    </a:xfrm>
                    <a:custGeom>
                      <a:avLst/>
                      <a:gdLst>
                        <a:gd name="connsiteX0" fmla="*/ 382 w 24265"/>
                        <a:gd name="connsiteY0" fmla="*/ 7137 h 22094"/>
                        <a:gd name="connsiteX1" fmla="*/ 7518 w 24265"/>
                        <a:gd name="connsiteY1" fmla="*/ 20221 h 22094"/>
                        <a:gd name="connsiteX2" fmla="*/ 22981 w 24265"/>
                        <a:gd name="connsiteY2" fmla="*/ 20221 h 22094"/>
                        <a:gd name="connsiteX3" fmla="*/ 21792 w 24265"/>
                        <a:gd name="connsiteY3" fmla="*/ 8326 h 22094"/>
                        <a:gd name="connsiteX4" fmla="*/ 12276 w 24265"/>
                        <a:gd name="connsiteY4" fmla="*/ 3568 h 22094"/>
                        <a:gd name="connsiteX5" fmla="*/ 7518 w 24265"/>
                        <a:gd name="connsiteY5" fmla="*/ 0 h 22094"/>
                        <a:gd name="connsiteX6" fmla="*/ 382 w 24265"/>
                        <a:gd name="connsiteY6" fmla="*/ 7137 h 220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4265" h="22094">
                          <a:moveTo>
                            <a:pt x="382" y="7137"/>
                          </a:moveTo>
                          <a:cubicBezTo>
                            <a:pt x="2761" y="10705"/>
                            <a:pt x="1571" y="21410"/>
                            <a:pt x="7518" y="20221"/>
                          </a:cubicBezTo>
                          <a:cubicBezTo>
                            <a:pt x="13466" y="19031"/>
                            <a:pt x="22981" y="24978"/>
                            <a:pt x="22981" y="20221"/>
                          </a:cubicBezTo>
                          <a:cubicBezTo>
                            <a:pt x="22981" y="20221"/>
                            <a:pt x="26549" y="11894"/>
                            <a:pt x="21792" y="8326"/>
                          </a:cubicBezTo>
                          <a:cubicBezTo>
                            <a:pt x="17034" y="5947"/>
                            <a:pt x="13466" y="5947"/>
                            <a:pt x="12276" y="3568"/>
                          </a:cubicBezTo>
                          <a:cubicBezTo>
                            <a:pt x="11087" y="1190"/>
                            <a:pt x="7518" y="0"/>
                            <a:pt x="7518" y="0"/>
                          </a:cubicBezTo>
                          <a:cubicBezTo>
                            <a:pt x="7518" y="2379"/>
                            <a:pt x="-1997" y="3568"/>
                            <a:pt x="382" y="7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5" name="Freeform 854">
                      <a:extLst>
                        <a:ext uri="{FF2B5EF4-FFF2-40B4-BE49-F238E27FC236}">
                          <a16:creationId xmlns:a16="http://schemas.microsoft.com/office/drawing/2014/main" id="{1D3686C9-DBEB-79AD-7897-466FFF6B0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3860" y="2140365"/>
                      <a:ext cx="7731" cy="9021"/>
                    </a:xfrm>
                    <a:custGeom>
                      <a:avLst/>
                      <a:gdLst>
                        <a:gd name="connsiteX0" fmla="*/ 297 w 7731"/>
                        <a:gd name="connsiteY0" fmla="*/ 1885 h 9021"/>
                        <a:gd name="connsiteX1" fmla="*/ 1487 w 7731"/>
                        <a:gd name="connsiteY1" fmla="*/ 9021 h 9021"/>
                        <a:gd name="connsiteX2" fmla="*/ 7434 w 7731"/>
                        <a:gd name="connsiteY2" fmla="*/ 6642 h 9021"/>
                        <a:gd name="connsiteX3" fmla="*/ 6245 w 7731"/>
                        <a:gd name="connsiteY3" fmla="*/ 1885 h 9021"/>
                        <a:gd name="connsiteX4" fmla="*/ 297 w 7731"/>
                        <a:gd name="connsiteY4" fmla="*/ 1885 h 90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731" h="9021">
                          <a:moveTo>
                            <a:pt x="297" y="1885"/>
                          </a:moveTo>
                          <a:cubicBezTo>
                            <a:pt x="297" y="5453"/>
                            <a:pt x="-892" y="9021"/>
                            <a:pt x="1487" y="9021"/>
                          </a:cubicBezTo>
                          <a:cubicBezTo>
                            <a:pt x="5055" y="9021"/>
                            <a:pt x="7434" y="7832"/>
                            <a:pt x="7434" y="6642"/>
                          </a:cubicBezTo>
                          <a:cubicBezTo>
                            <a:pt x="7434" y="5453"/>
                            <a:pt x="8623" y="3074"/>
                            <a:pt x="6245" y="1885"/>
                          </a:cubicBezTo>
                          <a:cubicBezTo>
                            <a:pt x="2676" y="695"/>
                            <a:pt x="297" y="-1684"/>
                            <a:pt x="297" y="18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6" name="Freeform 855">
                      <a:extLst>
                        <a:ext uri="{FF2B5EF4-FFF2-40B4-BE49-F238E27FC236}">
                          <a16:creationId xmlns:a16="http://schemas.microsoft.com/office/drawing/2014/main" id="{5F38C48A-6311-1562-62F9-88408D663F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0105" y="2124224"/>
                      <a:ext cx="7009" cy="10122"/>
                    </a:xfrm>
                    <a:custGeom>
                      <a:avLst/>
                      <a:gdLst>
                        <a:gd name="connsiteX0" fmla="*/ 4758 w 7009"/>
                        <a:gd name="connsiteY0" fmla="*/ 9700 h 10122"/>
                        <a:gd name="connsiteX1" fmla="*/ 4758 w 7009"/>
                        <a:gd name="connsiteY1" fmla="*/ 1374 h 10122"/>
                        <a:gd name="connsiteX2" fmla="*/ 0 w 7009"/>
                        <a:gd name="connsiteY2" fmla="*/ 1374 h 10122"/>
                        <a:gd name="connsiteX3" fmla="*/ 4758 w 7009"/>
                        <a:gd name="connsiteY3" fmla="*/ 9700 h 101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009" h="10122">
                          <a:moveTo>
                            <a:pt x="4758" y="9700"/>
                          </a:moveTo>
                          <a:cubicBezTo>
                            <a:pt x="7137" y="8510"/>
                            <a:pt x="8326" y="2563"/>
                            <a:pt x="4758" y="1374"/>
                          </a:cubicBezTo>
                          <a:cubicBezTo>
                            <a:pt x="1189" y="184"/>
                            <a:pt x="0" y="-1005"/>
                            <a:pt x="0" y="1374"/>
                          </a:cubicBezTo>
                          <a:cubicBezTo>
                            <a:pt x="0" y="3752"/>
                            <a:pt x="0" y="12078"/>
                            <a:pt x="4758" y="970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7" name="Freeform 856">
                      <a:extLst>
                        <a:ext uri="{FF2B5EF4-FFF2-40B4-BE49-F238E27FC236}">
                          <a16:creationId xmlns:a16="http://schemas.microsoft.com/office/drawing/2014/main" id="{A7795544-001B-0D88-AA5F-310C71C08A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6404" y="2088725"/>
                      <a:ext cx="33484" cy="25635"/>
                    </a:xfrm>
                    <a:custGeom>
                      <a:avLst/>
                      <a:gdLst>
                        <a:gd name="connsiteX0" fmla="*/ 26300 w 33484"/>
                        <a:gd name="connsiteY0" fmla="*/ 0 h 25635"/>
                        <a:gd name="connsiteX1" fmla="*/ 12027 w 33484"/>
                        <a:gd name="connsiteY1" fmla="*/ 10705 h 25635"/>
                        <a:gd name="connsiteX2" fmla="*/ 1322 w 33484"/>
                        <a:gd name="connsiteY2" fmla="*/ 11894 h 25635"/>
                        <a:gd name="connsiteX3" fmla="*/ 8458 w 33484"/>
                        <a:gd name="connsiteY3" fmla="*/ 24978 h 25635"/>
                        <a:gd name="connsiteX4" fmla="*/ 33436 w 33484"/>
                        <a:gd name="connsiteY4" fmla="*/ 3568 h 25635"/>
                        <a:gd name="connsiteX5" fmla="*/ 26300 w 33484"/>
                        <a:gd name="connsiteY5" fmla="*/ 0 h 256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3484" h="25635">
                          <a:moveTo>
                            <a:pt x="26300" y="0"/>
                          </a:moveTo>
                          <a:cubicBezTo>
                            <a:pt x="25110" y="1190"/>
                            <a:pt x="15595" y="9516"/>
                            <a:pt x="12027" y="10705"/>
                          </a:cubicBezTo>
                          <a:cubicBezTo>
                            <a:pt x="8458" y="11894"/>
                            <a:pt x="3701" y="8326"/>
                            <a:pt x="1322" y="11894"/>
                          </a:cubicBezTo>
                          <a:cubicBezTo>
                            <a:pt x="-1057" y="16652"/>
                            <a:pt x="-1057" y="28546"/>
                            <a:pt x="8458" y="24978"/>
                          </a:cubicBezTo>
                          <a:cubicBezTo>
                            <a:pt x="13216" y="23789"/>
                            <a:pt x="34626" y="7137"/>
                            <a:pt x="33436" y="3568"/>
                          </a:cubicBezTo>
                          <a:cubicBezTo>
                            <a:pt x="32247" y="0"/>
                            <a:pt x="27489" y="0"/>
                            <a:pt x="2630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8" name="Freeform 857">
                      <a:extLst>
                        <a:ext uri="{FF2B5EF4-FFF2-40B4-BE49-F238E27FC236}">
                          <a16:creationId xmlns:a16="http://schemas.microsoft.com/office/drawing/2014/main" id="{899EF107-E4A3-F749-AE96-3CAF6547C9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8181" y="2071116"/>
                      <a:ext cx="11970" cy="8249"/>
                    </a:xfrm>
                    <a:custGeom>
                      <a:avLst/>
                      <a:gdLst>
                        <a:gd name="connsiteX0" fmla="*/ 11175 w 11970"/>
                        <a:gd name="connsiteY0" fmla="*/ 958 h 8249"/>
                        <a:gd name="connsiteX1" fmla="*/ 470 w 11970"/>
                        <a:gd name="connsiteY1" fmla="*/ 4526 h 8249"/>
                        <a:gd name="connsiteX2" fmla="*/ 4038 w 11970"/>
                        <a:gd name="connsiteY2" fmla="*/ 8094 h 8249"/>
                        <a:gd name="connsiteX3" fmla="*/ 11175 w 11970"/>
                        <a:gd name="connsiteY3" fmla="*/ 958 h 8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970" h="8249">
                          <a:moveTo>
                            <a:pt x="11175" y="958"/>
                          </a:moveTo>
                          <a:cubicBezTo>
                            <a:pt x="7607" y="-1421"/>
                            <a:pt x="470" y="958"/>
                            <a:pt x="470" y="4526"/>
                          </a:cubicBezTo>
                          <a:cubicBezTo>
                            <a:pt x="470" y="8094"/>
                            <a:pt x="-1909" y="8094"/>
                            <a:pt x="4038" y="8094"/>
                          </a:cubicBezTo>
                          <a:cubicBezTo>
                            <a:pt x="5228" y="9284"/>
                            <a:pt x="14743" y="3336"/>
                            <a:pt x="11175" y="95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9" name="Freeform 858">
                      <a:extLst>
                        <a:ext uri="{FF2B5EF4-FFF2-40B4-BE49-F238E27FC236}">
                          <a16:creationId xmlns:a16="http://schemas.microsoft.com/office/drawing/2014/main" id="{E2485EE8-8C56-FF4B-0550-093BFEFA7E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7027" y="2095678"/>
                      <a:ext cx="12946" cy="12789"/>
                    </a:xfrm>
                    <a:custGeom>
                      <a:avLst/>
                      <a:gdLst>
                        <a:gd name="connsiteX0" fmla="*/ 11360 w 12946"/>
                        <a:gd name="connsiteY0" fmla="*/ 9699 h 12789"/>
                        <a:gd name="connsiteX1" fmla="*/ 11360 w 12946"/>
                        <a:gd name="connsiteY1" fmla="*/ 1373 h 12789"/>
                        <a:gd name="connsiteX2" fmla="*/ 3034 w 12946"/>
                        <a:gd name="connsiteY2" fmla="*/ 1373 h 12789"/>
                        <a:gd name="connsiteX3" fmla="*/ 1845 w 12946"/>
                        <a:gd name="connsiteY3" fmla="*/ 12078 h 12789"/>
                        <a:gd name="connsiteX4" fmla="*/ 11360 w 12946"/>
                        <a:gd name="connsiteY4" fmla="*/ 9699 h 12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946" h="12789">
                          <a:moveTo>
                            <a:pt x="11360" y="9699"/>
                          </a:moveTo>
                          <a:cubicBezTo>
                            <a:pt x="11360" y="8510"/>
                            <a:pt x="14929" y="2563"/>
                            <a:pt x="11360" y="1373"/>
                          </a:cubicBezTo>
                          <a:cubicBezTo>
                            <a:pt x="7792" y="184"/>
                            <a:pt x="3034" y="-1005"/>
                            <a:pt x="3034" y="1373"/>
                          </a:cubicBezTo>
                          <a:cubicBezTo>
                            <a:pt x="3034" y="4942"/>
                            <a:pt x="-2913" y="9699"/>
                            <a:pt x="1845" y="12078"/>
                          </a:cubicBezTo>
                          <a:cubicBezTo>
                            <a:pt x="4224" y="13268"/>
                            <a:pt x="8981" y="13268"/>
                            <a:pt x="11360" y="969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0" name="Freeform 859">
                      <a:extLst>
                        <a:ext uri="{FF2B5EF4-FFF2-40B4-BE49-F238E27FC236}">
                          <a16:creationId xmlns:a16="http://schemas.microsoft.com/office/drawing/2014/main" id="{86AE3745-27C3-DC61-E82A-4690D19CDB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8274" y="2057484"/>
                      <a:ext cx="21908" cy="14589"/>
                    </a:xfrm>
                    <a:custGeom>
                      <a:avLst/>
                      <a:gdLst>
                        <a:gd name="connsiteX0" fmla="*/ 11831 w 21908"/>
                        <a:gd name="connsiteY0" fmla="*/ 3885 h 14589"/>
                        <a:gd name="connsiteX1" fmla="*/ 4694 w 21908"/>
                        <a:gd name="connsiteY1" fmla="*/ 316 h 14589"/>
                        <a:gd name="connsiteX2" fmla="*/ 1126 w 21908"/>
                        <a:gd name="connsiteY2" fmla="*/ 5074 h 14589"/>
                        <a:gd name="connsiteX3" fmla="*/ 7073 w 21908"/>
                        <a:gd name="connsiteY3" fmla="*/ 9832 h 14589"/>
                        <a:gd name="connsiteX4" fmla="*/ 8263 w 21908"/>
                        <a:gd name="connsiteY4" fmla="*/ 14590 h 14589"/>
                        <a:gd name="connsiteX5" fmla="*/ 17778 w 21908"/>
                        <a:gd name="connsiteY5" fmla="*/ 11021 h 14589"/>
                        <a:gd name="connsiteX6" fmla="*/ 21346 w 21908"/>
                        <a:gd name="connsiteY6" fmla="*/ 7453 h 14589"/>
                        <a:gd name="connsiteX7" fmla="*/ 11831 w 21908"/>
                        <a:gd name="connsiteY7" fmla="*/ 3885 h 145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1908" h="14589">
                          <a:moveTo>
                            <a:pt x="11831" y="3885"/>
                          </a:moveTo>
                          <a:cubicBezTo>
                            <a:pt x="9452" y="1506"/>
                            <a:pt x="5884" y="-873"/>
                            <a:pt x="4694" y="316"/>
                          </a:cubicBezTo>
                          <a:cubicBezTo>
                            <a:pt x="3505" y="1506"/>
                            <a:pt x="-2442" y="2695"/>
                            <a:pt x="1126" y="5074"/>
                          </a:cubicBezTo>
                          <a:cubicBezTo>
                            <a:pt x="4694" y="7453"/>
                            <a:pt x="7073" y="7453"/>
                            <a:pt x="7073" y="9832"/>
                          </a:cubicBezTo>
                          <a:cubicBezTo>
                            <a:pt x="7073" y="12211"/>
                            <a:pt x="5884" y="14590"/>
                            <a:pt x="8263" y="14590"/>
                          </a:cubicBezTo>
                          <a:cubicBezTo>
                            <a:pt x="10642" y="14590"/>
                            <a:pt x="13020" y="9832"/>
                            <a:pt x="17778" y="11021"/>
                          </a:cubicBezTo>
                          <a:cubicBezTo>
                            <a:pt x="17778" y="11021"/>
                            <a:pt x="23725" y="9832"/>
                            <a:pt x="21346" y="7453"/>
                          </a:cubicBezTo>
                          <a:cubicBezTo>
                            <a:pt x="18968" y="6264"/>
                            <a:pt x="14210" y="6264"/>
                            <a:pt x="11831" y="388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1" name="Freeform 860">
                      <a:extLst>
                        <a:ext uri="{FF2B5EF4-FFF2-40B4-BE49-F238E27FC236}">
                          <a16:creationId xmlns:a16="http://schemas.microsoft.com/office/drawing/2014/main" id="{4094C6C0-F526-D8B6-83DA-49119EF0BB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4582" y="2075642"/>
                      <a:ext cx="7946" cy="5081"/>
                    </a:xfrm>
                    <a:custGeom>
                      <a:avLst/>
                      <a:gdLst>
                        <a:gd name="connsiteX0" fmla="*/ 2703 w 7946"/>
                        <a:gd name="connsiteY0" fmla="*/ 0 h 5081"/>
                        <a:gd name="connsiteX1" fmla="*/ 324 w 7946"/>
                        <a:gd name="connsiteY1" fmla="*/ 2379 h 5081"/>
                        <a:gd name="connsiteX2" fmla="*/ 2703 w 7946"/>
                        <a:gd name="connsiteY2" fmla="*/ 4758 h 5081"/>
                        <a:gd name="connsiteX3" fmla="*/ 7461 w 7946"/>
                        <a:gd name="connsiteY3" fmla="*/ 2379 h 5081"/>
                        <a:gd name="connsiteX4" fmla="*/ 2703 w 7946"/>
                        <a:gd name="connsiteY4" fmla="*/ 0 h 5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946" h="5081">
                          <a:moveTo>
                            <a:pt x="2703" y="0"/>
                          </a:moveTo>
                          <a:cubicBezTo>
                            <a:pt x="1514" y="0"/>
                            <a:pt x="-865" y="2379"/>
                            <a:pt x="324" y="2379"/>
                          </a:cubicBezTo>
                          <a:cubicBezTo>
                            <a:pt x="1514" y="3568"/>
                            <a:pt x="324" y="5947"/>
                            <a:pt x="2703" y="4758"/>
                          </a:cubicBezTo>
                          <a:cubicBezTo>
                            <a:pt x="2703" y="4758"/>
                            <a:pt x="9840" y="4758"/>
                            <a:pt x="7461" y="2379"/>
                          </a:cubicBezTo>
                          <a:cubicBezTo>
                            <a:pt x="6271" y="0"/>
                            <a:pt x="3893" y="0"/>
                            <a:pt x="2703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2" name="Freeform 861">
                      <a:extLst>
                        <a:ext uri="{FF2B5EF4-FFF2-40B4-BE49-F238E27FC236}">
                          <a16:creationId xmlns:a16="http://schemas.microsoft.com/office/drawing/2014/main" id="{7224CED2-8E1F-7394-D232-37C8F9749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08795" y="2050366"/>
                      <a:ext cx="9290" cy="6892"/>
                    </a:xfrm>
                    <a:custGeom>
                      <a:avLst/>
                      <a:gdLst>
                        <a:gd name="connsiteX0" fmla="*/ 5406 w 9290"/>
                        <a:gd name="connsiteY0" fmla="*/ 297 h 6892"/>
                        <a:gd name="connsiteX1" fmla="*/ 648 w 9290"/>
                        <a:gd name="connsiteY1" fmla="*/ 1487 h 6892"/>
                        <a:gd name="connsiteX2" fmla="*/ 8974 w 9290"/>
                        <a:gd name="connsiteY2" fmla="*/ 6245 h 6892"/>
                        <a:gd name="connsiteX3" fmla="*/ 5406 w 9290"/>
                        <a:gd name="connsiteY3" fmla="*/ 297 h 68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90" h="6892">
                          <a:moveTo>
                            <a:pt x="5406" y="297"/>
                          </a:moveTo>
                          <a:cubicBezTo>
                            <a:pt x="3027" y="297"/>
                            <a:pt x="-1731" y="-892"/>
                            <a:pt x="648" y="1487"/>
                          </a:cubicBezTo>
                          <a:cubicBezTo>
                            <a:pt x="3027" y="3866"/>
                            <a:pt x="10164" y="8623"/>
                            <a:pt x="8974" y="6245"/>
                          </a:cubicBezTo>
                          <a:cubicBezTo>
                            <a:pt x="10164" y="6245"/>
                            <a:pt x="7785" y="1487"/>
                            <a:pt x="5406" y="2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3" name="Freeform 862">
                      <a:extLst>
                        <a:ext uri="{FF2B5EF4-FFF2-40B4-BE49-F238E27FC236}">
                          <a16:creationId xmlns:a16="http://schemas.microsoft.com/office/drawing/2014/main" id="{3138E163-139B-F81A-690B-769F1BA8AF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92963" y="2046906"/>
                      <a:ext cx="5775" cy="5932"/>
                    </a:xfrm>
                    <a:custGeom>
                      <a:avLst/>
                      <a:gdLst>
                        <a:gd name="connsiteX0" fmla="*/ 2207 w 5775"/>
                        <a:gd name="connsiteY0" fmla="*/ 189 h 5932"/>
                        <a:gd name="connsiteX1" fmla="*/ 1018 w 5775"/>
                        <a:gd name="connsiteY1" fmla="*/ 2568 h 5932"/>
                        <a:gd name="connsiteX2" fmla="*/ 5776 w 5775"/>
                        <a:gd name="connsiteY2" fmla="*/ 4947 h 5932"/>
                        <a:gd name="connsiteX3" fmla="*/ 2207 w 5775"/>
                        <a:gd name="connsiteY3" fmla="*/ 189 h 59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75" h="5932">
                          <a:moveTo>
                            <a:pt x="2207" y="189"/>
                          </a:moveTo>
                          <a:cubicBezTo>
                            <a:pt x="1018" y="1379"/>
                            <a:pt x="-1361" y="189"/>
                            <a:pt x="1018" y="2568"/>
                          </a:cubicBezTo>
                          <a:cubicBezTo>
                            <a:pt x="3397" y="4947"/>
                            <a:pt x="4586" y="7326"/>
                            <a:pt x="5776" y="4947"/>
                          </a:cubicBezTo>
                          <a:cubicBezTo>
                            <a:pt x="4586" y="3758"/>
                            <a:pt x="3397" y="-1000"/>
                            <a:pt x="2207" y="1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4" name="Freeform 863">
                      <a:extLst>
                        <a:ext uri="{FF2B5EF4-FFF2-40B4-BE49-F238E27FC236}">
                          <a16:creationId xmlns:a16="http://schemas.microsoft.com/office/drawing/2014/main" id="{6AF9EB29-5530-761A-C268-CEDBA95336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1949" y="2134890"/>
                      <a:ext cx="6955" cy="18064"/>
                    </a:xfrm>
                    <a:custGeom>
                      <a:avLst/>
                      <a:gdLst>
                        <a:gd name="connsiteX0" fmla="*/ 5469 w 6955"/>
                        <a:gd name="connsiteY0" fmla="*/ 223 h 18064"/>
                        <a:gd name="connsiteX1" fmla="*/ 711 w 6955"/>
                        <a:gd name="connsiteY1" fmla="*/ 7360 h 18064"/>
                        <a:gd name="connsiteX2" fmla="*/ 3090 w 6955"/>
                        <a:gd name="connsiteY2" fmla="*/ 18065 h 18064"/>
                        <a:gd name="connsiteX3" fmla="*/ 6658 w 6955"/>
                        <a:gd name="connsiteY3" fmla="*/ 10928 h 18064"/>
                        <a:gd name="connsiteX4" fmla="*/ 5469 w 6955"/>
                        <a:gd name="connsiteY4" fmla="*/ 223 h 18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955" h="18064">
                          <a:moveTo>
                            <a:pt x="5469" y="223"/>
                          </a:moveTo>
                          <a:cubicBezTo>
                            <a:pt x="3090" y="1412"/>
                            <a:pt x="1901" y="4981"/>
                            <a:pt x="711" y="7360"/>
                          </a:cubicBezTo>
                          <a:cubicBezTo>
                            <a:pt x="-478" y="9738"/>
                            <a:pt x="-478" y="16875"/>
                            <a:pt x="3090" y="18065"/>
                          </a:cubicBezTo>
                          <a:cubicBezTo>
                            <a:pt x="3090" y="18065"/>
                            <a:pt x="7848" y="18065"/>
                            <a:pt x="6658" y="10928"/>
                          </a:cubicBezTo>
                          <a:cubicBezTo>
                            <a:pt x="6658" y="2602"/>
                            <a:pt x="7848" y="-966"/>
                            <a:pt x="5469" y="22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5" name="Freeform 864">
                      <a:extLst>
                        <a:ext uri="{FF2B5EF4-FFF2-40B4-BE49-F238E27FC236}">
                          <a16:creationId xmlns:a16="http://schemas.microsoft.com/office/drawing/2014/main" id="{07ED4F9A-578E-72B5-6844-F93CA33613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25693" y="1778126"/>
                      <a:ext cx="7136" cy="7401"/>
                    </a:xfrm>
                    <a:custGeom>
                      <a:avLst/>
                      <a:gdLst>
                        <a:gd name="connsiteX0" fmla="*/ 7137 w 7136"/>
                        <a:gd name="connsiteY0" fmla="*/ 4915 h 7401"/>
                        <a:gd name="connsiteX1" fmla="*/ 4758 w 7136"/>
                        <a:gd name="connsiteY1" fmla="*/ 157 h 7401"/>
                        <a:gd name="connsiteX2" fmla="*/ 0 w 7136"/>
                        <a:gd name="connsiteY2" fmla="*/ 6104 h 7401"/>
                        <a:gd name="connsiteX3" fmla="*/ 7137 w 7136"/>
                        <a:gd name="connsiteY3" fmla="*/ 4915 h 74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136" h="7401">
                          <a:moveTo>
                            <a:pt x="7137" y="4915"/>
                          </a:moveTo>
                          <a:cubicBezTo>
                            <a:pt x="7137" y="4915"/>
                            <a:pt x="7137" y="-1032"/>
                            <a:pt x="4758" y="157"/>
                          </a:cubicBezTo>
                          <a:cubicBezTo>
                            <a:pt x="2379" y="1347"/>
                            <a:pt x="0" y="3726"/>
                            <a:pt x="0" y="6104"/>
                          </a:cubicBezTo>
                          <a:cubicBezTo>
                            <a:pt x="1190" y="8483"/>
                            <a:pt x="4758" y="7294"/>
                            <a:pt x="7137" y="491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6" name="Freeform 865">
                      <a:extLst>
                        <a:ext uri="{FF2B5EF4-FFF2-40B4-BE49-F238E27FC236}">
                          <a16:creationId xmlns:a16="http://schemas.microsoft.com/office/drawing/2014/main" id="{1013A6D8-E9F5-3B5A-5E92-A4B557B54B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1602" y="1831510"/>
                      <a:ext cx="8942" cy="5712"/>
                    </a:xfrm>
                    <a:custGeom>
                      <a:avLst/>
                      <a:gdLst>
                        <a:gd name="connsiteX0" fmla="*/ 6426 w 8942"/>
                        <a:gd name="connsiteY0" fmla="*/ 5055 h 5712"/>
                        <a:gd name="connsiteX1" fmla="*/ 7615 w 8942"/>
                        <a:gd name="connsiteY1" fmla="*/ 297 h 5712"/>
                        <a:gd name="connsiteX2" fmla="*/ 479 w 8942"/>
                        <a:gd name="connsiteY2" fmla="*/ 1487 h 5712"/>
                        <a:gd name="connsiteX3" fmla="*/ 6426 w 8942"/>
                        <a:gd name="connsiteY3" fmla="*/ 5055 h 57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942" h="5712">
                          <a:moveTo>
                            <a:pt x="6426" y="5055"/>
                          </a:moveTo>
                          <a:cubicBezTo>
                            <a:pt x="6426" y="5055"/>
                            <a:pt x="11184" y="297"/>
                            <a:pt x="7615" y="297"/>
                          </a:cubicBezTo>
                          <a:cubicBezTo>
                            <a:pt x="5237" y="297"/>
                            <a:pt x="-1900" y="-892"/>
                            <a:pt x="479" y="1487"/>
                          </a:cubicBezTo>
                          <a:cubicBezTo>
                            <a:pt x="1668" y="2676"/>
                            <a:pt x="4047" y="7434"/>
                            <a:pt x="6426" y="505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7" name="Freeform 866">
                      <a:extLst>
                        <a:ext uri="{FF2B5EF4-FFF2-40B4-BE49-F238E27FC236}">
                          <a16:creationId xmlns:a16="http://schemas.microsoft.com/office/drawing/2014/main" id="{872BA9F5-30FE-3AA6-00D2-306013119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27485" y="2065108"/>
                      <a:ext cx="5548" cy="7950"/>
                    </a:xfrm>
                    <a:custGeom>
                      <a:avLst/>
                      <a:gdLst>
                        <a:gd name="connsiteX0" fmla="*/ 2703 w 5548"/>
                        <a:gd name="connsiteY0" fmla="*/ 2207 h 7950"/>
                        <a:gd name="connsiteX1" fmla="*/ 324 w 5548"/>
                        <a:gd name="connsiteY1" fmla="*/ 4586 h 7950"/>
                        <a:gd name="connsiteX2" fmla="*/ 5082 w 5548"/>
                        <a:gd name="connsiteY2" fmla="*/ 6965 h 7950"/>
                        <a:gd name="connsiteX3" fmla="*/ 5082 w 5548"/>
                        <a:gd name="connsiteY3" fmla="*/ 1018 h 7950"/>
                        <a:gd name="connsiteX4" fmla="*/ 2703 w 5548"/>
                        <a:gd name="connsiteY4" fmla="*/ 2207 h 7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48" h="7950">
                          <a:moveTo>
                            <a:pt x="2703" y="2207"/>
                          </a:moveTo>
                          <a:cubicBezTo>
                            <a:pt x="1514" y="3397"/>
                            <a:pt x="-865" y="2207"/>
                            <a:pt x="324" y="4586"/>
                          </a:cubicBezTo>
                          <a:cubicBezTo>
                            <a:pt x="1514" y="6965"/>
                            <a:pt x="5082" y="9344"/>
                            <a:pt x="5082" y="6965"/>
                          </a:cubicBezTo>
                          <a:cubicBezTo>
                            <a:pt x="5082" y="6965"/>
                            <a:pt x="5082" y="2207"/>
                            <a:pt x="5082" y="1018"/>
                          </a:cubicBezTo>
                          <a:cubicBezTo>
                            <a:pt x="6271" y="-1361"/>
                            <a:pt x="5082" y="1018"/>
                            <a:pt x="2703" y="220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8" name="Freeform 867">
                      <a:extLst>
                        <a:ext uri="{FF2B5EF4-FFF2-40B4-BE49-F238E27FC236}">
                          <a16:creationId xmlns:a16="http://schemas.microsoft.com/office/drawing/2014/main" id="{481A9542-57DD-36FD-62BB-4A17FB32A4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9241" y="2077888"/>
                      <a:ext cx="7872" cy="20539"/>
                    </a:xfrm>
                    <a:custGeom>
                      <a:avLst/>
                      <a:gdLst>
                        <a:gd name="connsiteX0" fmla="*/ 6190 w 7872"/>
                        <a:gd name="connsiteY0" fmla="*/ 133 h 20539"/>
                        <a:gd name="connsiteX1" fmla="*/ 2622 w 7872"/>
                        <a:gd name="connsiteY1" fmla="*/ 7269 h 20539"/>
                        <a:gd name="connsiteX2" fmla="*/ 243 w 7872"/>
                        <a:gd name="connsiteY2" fmla="*/ 13216 h 20539"/>
                        <a:gd name="connsiteX3" fmla="*/ 3811 w 7872"/>
                        <a:gd name="connsiteY3" fmla="*/ 20353 h 20539"/>
                        <a:gd name="connsiteX4" fmla="*/ 7379 w 7872"/>
                        <a:gd name="connsiteY4" fmla="*/ 8459 h 20539"/>
                        <a:gd name="connsiteX5" fmla="*/ 6190 w 7872"/>
                        <a:gd name="connsiteY5" fmla="*/ 133 h 205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872" h="20539">
                          <a:moveTo>
                            <a:pt x="6190" y="133"/>
                          </a:moveTo>
                          <a:cubicBezTo>
                            <a:pt x="5001" y="1322"/>
                            <a:pt x="2622" y="6080"/>
                            <a:pt x="2622" y="7269"/>
                          </a:cubicBezTo>
                          <a:cubicBezTo>
                            <a:pt x="2622" y="8459"/>
                            <a:pt x="-947" y="8459"/>
                            <a:pt x="243" y="13216"/>
                          </a:cubicBezTo>
                          <a:cubicBezTo>
                            <a:pt x="1432" y="16785"/>
                            <a:pt x="2622" y="21542"/>
                            <a:pt x="3811" y="20353"/>
                          </a:cubicBezTo>
                          <a:cubicBezTo>
                            <a:pt x="5001" y="19164"/>
                            <a:pt x="7379" y="14406"/>
                            <a:pt x="7379" y="8459"/>
                          </a:cubicBezTo>
                          <a:cubicBezTo>
                            <a:pt x="8569" y="6080"/>
                            <a:pt x="7379" y="-1057"/>
                            <a:pt x="6190" y="1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9" name="Freeform 868">
                      <a:extLst>
                        <a:ext uri="{FF2B5EF4-FFF2-40B4-BE49-F238E27FC236}">
                          <a16:creationId xmlns:a16="http://schemas.microsoft.com/office/drawing/2014/main" id="{C4964C85-1221-B824-B4E2-2A15412D49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6781" y="2048284"/>
                      <a:ext cx="3892" cy="4757"/>
                    </a:xfrm>
                    <a:custGeom>
                      <a:avLst/>
                      <a:gdLst>
                        <a:gd name="connsiteX0" fmla="*/ 324 w 3892"/>
                        <a:gd name="connsiteY0" fmla="*/ 2379 h 4757"/>
                        <a:gd name="connsiteX1" fmla="*/ 3892 w 3892"/>
                        <a:gd name="connsiteY1" fmla="*/ 4758 h 4757"/>
                        <a:gd name="connsiteX2" fmla="*/ 2703 w 3892"/>
                        <a:gd name="connsiteY2" fmla="*/ 0 h 4757"/>
                        <a:gd name="connsiteX3" fmla="*/ 324 w 3892"/>
                        <a:gd name="connsiteY3" fmla="*/ 2379 h 47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892" h="4757">
                          <a:moveTo>
                            <a:pt x="324" y="2379"/>
                          </a:moveTo>
                          <a:cubicBezTo>
                            <a:pt x="1514" y="3568"/>
                            <a:pt x="3892" y="4758"/>
                            <a:pt x="3892" y="4758"/>
                          </a:cubicBezTo>
                          <a:cubicBezTo>
                            <a:pt x="3892" y="4758"/>
                            <a:pt x="3892" y="0"/>
                            <a:pt x="2703" y="0"/>
                          </a:cubicBezTo>
                          <a:cubicBezTo>
                            <a:pt x="1514" y="0"/>
                            <a:pt x="-865" y="1189"/>
                            <a:pt x="324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0" name="Freeform 869">
                      <a:extLst>
                        <a:ext uri="{FF2B5EF4-FFF2-40B4-BE49-F238E27FC236}">
                          <a16:creationId xmlns:a16="http://schemas.microsoft.com/office/drawing/2014/main" id="{390E7B59-8015-D5F8-35F5-C76FB5441F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2031" y="2029254"/>
                      <a:ext cx="5074" cy="6267"/>
                    </a:xfrm>
                    <a:custGeom>
                      <a:avLst/>
                      <a:gdLst>
                        <a:gd name="connsiteX0" fmla="*/ 316 w 5074"/>
                        <a:gd name="connsiteY0" fmla="*/ 2379 h 6267"/>
                        <a:gd name="connsiteX1" fmla="*/ 5074 w 5074"/>
                        <a:gd name="connsiteY1" fmla="*/ 4758 h 6267"/>
                        <a:gd name="connsiteX2" fmla="*/ 3885 w 5074"/>
                        <a:gd name="connsiteY2" fmla="*/ 0 h 6267"/>
                        <a:gd name="connsiteX3" fmla="*/ 316 w 5074"/>
                        <a:gd name="connsiteY3" fmla="*/ 2379 h 62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074" h="6267">
                          <a:moveTo>
                            <a:pt x="316" y="2379"/>
                          </a:moveTo>
                          <a:cubicBezTo>
                            <a:pt x="1506" y="4758"/>
                            <a:pt x="2695" y="8326"/>
                            <a:pt x="5074" y="4758"/>
                          </a:cubicBezTo>
                          <a:cubicBezTo>
                            <a:pt x="5074" y="4758"/>
                            <a:pt x="5074" y="0"/>
                            <a:pt x="3885" y="0"/>
                          </a:cubicBezTo>
                          <a:cubicBezTo>
                            <a:pt x="1506" y="1189"/>
                            <a:pt x="-873" y="0"/>
                            <a:pt x="316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1" name="Freeform 870">
                      <a:extLst>
                        <a:ext uri="{FF2B5EF4-FFF2-40B4-BE49-F238E27FC236}">
                          <a16:creationId xmlns:a16="http://schemas.microsoft.com/office/drawing/2014/main" id="{B3805738-3B76-E767-BDBB-D2A01FA350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29404" y="2022117"/>
                      <a:ext cx="5410" cy="4941"/>
                    </a:xfrm>
                    <a:custGeom>
                      <a:avLst/>
                      <a:gdLst>
                        <a:gd name="connsiteX0" fmla="*/ 4353 w 5410"/>
                        <a:gd name="connsiteY0" fmla="*/ 0 h 4941"/>
                        <a:gd name="connsiteX1" fmla="*/ 785 w 5410"/>
                        <a:gd name="connsiteY1" fmla="*/ 3568 h 4941"/>
                        <a:gd name="connsiteX2" fmla="*/ 4353 w 5410"/>
                        <a:gd name="connsiteY2" fmla="*/ 3568 h 4941"/>
                        <a:gd name="connsiteX3" fmla="*/ 4353 w 5410"/>
                        <a:gd name="connsiteY3" fmla="*/ 0 h 49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410" h="4941">
                          <a:moveTo>
                            <a:pt x="4353" y="0"/>
                          </a:moveTo>
                          <a:cubicBezTo>
                            <a:pt x="1974" y="0"/>
                            <a:pt x="-1594" y="2379"/>
                            <a:pt x="785" y="3568"/>
                          </a:cubicBezTo>
                          <a:cubicBezTo>
                            <a:pt x="1974" y="4758"/>
                            <a:pt x="3163" y="5947"/>
                            <a:pt x="4353" y="3568"/>
                          </a:cubicBezTo>
                          <a:cubicBezTo>
                            <a:pt x="4353" y="2379"/>
                            <a:pt x="6732" y="0"/>
                            <a:pt x="4353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2" name="Freeform 871">
                      <a:extLst>
                        <a:ext uri="{FF2B5EF4-FFF2-40B4-BE49-F238E27FC236}">
                          <a16:creationId xmlns:a16="http://schemas.microsoft.com/office/drawing/2014/main" id="{0FFDFEC3-CC63-91D9-1412-9285718944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15391" y="2372604"/>
                      <a:ext cx="19592" cy="19743"/>
                    </a:xfrm>
                    <a:custGeom>
                      <a:avLst/>
                      <a:gdLst>
                        <a:gd name="connsiteX0" fmla="*/ 4758 w 19592"/>
                        <a:gd name="connsiteY0" fmla="*/ 7533 h 19743"/>
                        <a:gd name="connsiteX1" fmla="*/ 9516 w 19592"/>
                        <a:gd name="connsiteY1" fmla="*/ 15859 h 19743"/>
                        <a:gd name="connsiteX2" fmla="*/ 15463 w 19592"/>
                        <a:gd name="connsiteY2" fmla="*/ 19427 h 19743"/>
                        <a:gd name="connsiteX3" fmla="*/ 19031 w 19592"/>
                        <a:gd name="connsiteY3" fmla="*/ 15859 h 19743"/>
                        <a:gd name="connsiteX4" fmla="*/ 16652 w 19592"/>
                        <a:gd name="connsiteY4" fmla="*/ 9912 h 19743"/>
                        <a:gd name="connsiteX5" fmla="*/ 16652 w 19592"/>
                        <a:gd name="connsiteY5" fmla="*/ 5154 h 19743"/>
                        <a:gd name="connsiteX6" fmla="*/ 7137 w 19592"/>
                        <a:gd name="connsiteY6" fmla="*/ 1586 h 19743"/>
                        <a:gd name="connsiteX7" fmla="*/ 0 w 19592"/>
                        <a:gd name="connsiteY7" fmla="*/ 1586 h 19743"/>
                        <a:gd name="connsiteX8" fmla="*/ 4758 w 19592"/>
                        <a:gd name="connsiteY8" fmla="*/ 7533 h 19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9592" h="19743">
                          <a:moveTo>
                            <a:pt x="4758" y="7533"/>
                          </a:moveTo>
                          <a:cubicBezTo>
                            <a:pt x="5947" y="9912"/>
                            <a:pt x="7137" y="13480"/>
                            <a:pt x="9516" y="15859"/>
                          </a:cubicBezTo>
                          <a:cubicBezTo>
                            <a:pt x="11894" y="18238"/>
                            <a:pt x="10705" y="20617"/>
                            <a:pt x="15463" y="19427"/>
                          </a:cubicBezTo>
                          <a:cubicBezTo>
                            <a:pt x="15463" y="19427"/>
                            <a:pt x="21410" y="18238"/>
                            <a:pt x="19031" y="15859"/>
                          </a:cubicBezTo>
                          <a:cubicBezTo>
                            <a:pt x="17842" y="13480"/>
                            <a:pt x="15463" y="12291"/>
                            <a:pt x="16652" y="9912"/>
                          </a:cubicBezTo>
                          <a:cubicBezTo>
                            <a:pt x="19031" y="7533"/>
                            <a:pt x="19031" y="6344"/>
                            <a:pt x="16652" y="5154"/>
                          </a:cubicBezTo>
                          <a:cubicBezTo>
                            <a:pt x="14273" y="5154"/>
                            <a:pt x="9516" y="1586"/>
                            <a:pt x="7137" y="1586"/>
                          </a:cubicBezTo>
                          <a:cubicBezTo>
                            <a:pt x="3568" y="1586"/>
                            <a:pt x="0" y="-1982"/>
                            <a:pt x="0" y="1586"/>
                          </a:cubicBezTo>
                          <a:cubicBezTo>
                            <a:pt x="0" y="5154"/>
                            <a:pt x="2379" y="5154"/>
                            <a:pt x="4758" y="753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3" name="Freeform 872">
                      <a:extLst>
                        <a:ext uri="{FF2B5EF4-FFF2-40B4-BE49-F238E27FC236}">
                          <a16:creationId xmlns:a16="http://schemas.microsoft.com/office/drawing/2014/main" id="{F85B115C-71CA-E83D-8151-D4FD571A6A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84465" y="2378757"/>
                      <a:ext cx="24086" cy="24690"/>
                    </a:xfrm>
                    <a:custGeom>
                      <a:avLst/>
                      <a:gdLst>
                        <a:gd name="connsiteX0" fmla="*/ 22599 w 24086"/>
                        <a:gd name="connsiteY0" fmla="*/ 6137 h 24690"/>
                        <a:gd name="connsiteX1" fmla="*/ 15463 w 24086"/>
                        <a:gd name="connsiteY1" fmla="*/ 3759 h 24690"/>
                        <a:gd name="connsiteX2" fmla="*/ 9516 w 24086"/>
                        <a:gd name="connsiteY2" fmla="*/ 190 h 24690"/>
                        <a:gd name="connsiteX3" fmla="*/ 0 w 24086"/>
                        <a:gd name="connsiteY3" fmla="*/ 2569 h 24690"/>
                        <a:gd name="connsiteX4" fmla="*/ 3568 w 24086"/>
                        <a:gd name="connsiteY4" fmla="*/ 10895 h 24690"/>
                        <a:gd name="connsiteX5" fmla="*/ 9516 w 24086"/>
                        <a:gd name="connsiteY5" fmla="*/ 21600 h 24690"/>
                        <a:gd name="connsiteX6" fmla="*/ 15463 w 24086"/>
                        <a:gd name="connsiteY6" fmla="*/ 23979 h 24690"/>
                        <a:gd name="connsiteX7" fmla="*/ 23789 w 24086"/>
                        <a:gd name="connsiteY7" fmla="*/ 18032 h 24690"/>
                        <a:gd name="connsiteX8" fmla="*/ 22599 w 24086"/>
                        <a:gd name="connsiteY8" fmla="*/ 6137 h 24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4086" h="24690">
                          <a:moveTo>
                            <a:pt x="22599" y="6137"/>
                          </a:moveTo>
                          <a:cubicBezTo>
                            <a:pt x="20221" y="6137"/>
                            <a:pt x="16652" y="6137"/>
                            <a:pt x="15463" y="3759"/>
                          </a:cubicBezTo>
                          <a:cubicBezTo>
                            <a:pt x="14273" y="1380"/>
                            <a:pt x="9516" y="190"/>
                            <a:pt x="9516" y="190"/>
                          </a:cubicBezTo>
                          <a:cubicBezTo>
                            <a:pt x="9516" y="190"/>
                            <a:pt x="0" y="-999"/>
                            <a:pt x="0" y="2569"/>
                          </a:cubicBezTo>
                          <a:cubicBezTo>
                            <a:pt x="0" y="6137"/>
                            <a:pt x="1190" y="7327"/>
                            <a:pt x="3568" y="10895"/>
                          </a:cubicBezTo>
                          <a:cubicBezTo>
                            <a:pt x="5947" y="14464"/>
                            <a:pt x="7137" y="18032"/>
                            <a:pt x="9516" y="21600"/>
                          </a:cubicBezTo>
                          <a:cubicBezTo>
                            <a:pt x="11894" y="25168"/>
                            <a:pt x="13084" y="25168"/>
                            <a:pt x="15463" y="23979"/>
                          </a:cubicBezTo>
                          <a:cubicBezTo>
                            <a:pt x="19031" y="22790"/>
                            <a:pt x="23789" y="22790"/>
                            <a:pt x="23789" y="18032"/>
                          </a:cubicBezTo>
                          <a:cubicBezTo>
                            <a:pt x="23789" y="16842"/>
                            <a:pt x="24978" y="7327"/>
                            <a:pt x="22599" y="613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4" name="Freeform 873">
                      <a:extLst>
                        <a:ext uri="{FF2B5EF4-FFF2-40B4-BE49-F238E27FC236}">
                          <a16:creationId xmlns:a16="http://schemas.microsoft.com/office/drawing/2014/main" id="{678096AD-A8CF-3D10-55C1-4E6ABD7D3E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12695" y="2355456"/>
                      <a:ext cx="4776" cy="4699"/>
                    </a:xfrm>
                    <a:custGeom>
                      <a:avLst/>
                      <a:gdLst>
                        <a:gd name="connsiteX0" fmla="*/ 3885 w 4776"/>
                        <a:gd name="connsiteY0" fmla="*/ 4460 h 4699"/>
                        <a:gd name="connsiteX1" fmla="*/ 3885 w 4776"/>
                        <a:gd name="connsiteY1" fmla="*/ 892 h 4699"/>
                        <a:gd name="connsiteX2" fmla="*/ 316 w 4776"/>
                        <a:gd name="connsiteY2" fmla="*/ 892 h 4699"/>
                        <a:gd name="connsiteX3" fmla="*/ 3885 w 4776"/>
                        <a:gd name="connsiteY3" fmla="*/ 4460 h 46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776" h="4699">
                          <a:moveTo>
                            <a:pt x="3885" y="4460"/>
                          </a:moveTo>
                          <a:cubicBezTo>
                            <a:pt x="5074" y="4460"/>
                            <a:pt x="5074" y="2082"/>
                            <a:pt x="3885" y="892"/>
                          </a:cubicBezTo>
                          <a:cubicBezTo>
                            <a:pt x="2695" y="-297"/>
                            <a:pt x="316" y="-297"/>
                            <a:pt x="316" y="892"/>
                          </a:cubicBezTo>
                          <a:cubicBezTo>
                            <a:pt x="-873" y="2082"/>
                            <a:pt x="1506" y="5650"/>
                            <a:pt x="3885" y="446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5" name="Freeform 874">
                      <a:extLst>
                        <a:ext uri="{FF2B5EF4-FFF2-40B4-BE49-F238E27FC236}">
                          <a16:creationId xmlns:a16="http://schemas.microsoft.com/office/drawing/2014/main" id="{F373D409-5A81-64F5-687D-961A77AE23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3387" y="2423958"/>
                      <a:ext cx="14279" cy="7621"/>
                    </a:xfrm>
                    <a:custGeom>
                      <a:avLst/>
                      <a:gdLst>
                        <a:gd name="connsiteX0" fmla="*/ 770 w 14279"/>
                        <a:gd name="connsiteY0" fmla="*/ 188 h 7621"/>
                        <a:gd name="connsiteX1" fmla="*/ 5528 w 14279"/>
                        <a:gd name="connsiteY1" fmla="*/ 6135 h 7621"/>
                        <a:gd name="connsiteX2" fmla="*/ 13854 w 14279"/>
                        <a:gd name="connsiteY2" fmla="*/ 7324 h 7621"/>
                        <a:gd name="connsiteX3" fmla="*/ 6718 w 14279"/>
                        <a:gd name="connsiteY3" fmla="*/ 2567 h 7621"/>
                        <a:gd name="connsiteX4" fmla="*/ 770 w 14279"/>
                        <a:gd name="connsiteY4" fmla="*/ 188 h 76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4279" h="7621">
                          <a:moveTo>
                            <a:pt x="770" y="188"/>
                          </a:moveTo>
                          <a:cubicBezTo>
                            <a:pt x="-1609" y="-1002"/>
                            <a:pt x="1960" y="3756"/>
                            <a:pt x="5528" y="6135"/>
                          </a:cubicBezTo>
                          <a:cubicBezTo>
                            <a:pt x="7907" y="8514"/>
                            <a:pt x="13854" y="7324"/>
                            <a:pt x="13854" y="7324"/>
                          </a:cubicBezTo>
                          <a:cubicBezTo>
                            <a:pt x="16233" y="7324"/>
                            <a:pt x="7907" y="3756"/>
                            <a:pt x="6718" y="2567"/>
                          </a:cubicBezTo>
                          <a:cubicBezTo>
                            <a:pt x="5528" y="2567"/>
                            <a:pt x="3149" y="1377"/>
                            <a:pt x="770" y="18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6" name="Freeform 875">
                      <a:extLst>
                        <a:ext uri="{FF2B5EF4-FFF2-40B4-BE49-F238E27FC236}">
                          <a16:creationId xmlns:a16="http://schemas.microsoft.com/office/drawing/2014/main" id="{BA837698-595E-00E0-80B9-C0D413D16A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2553" y="2428812"/>
                      <a:ext cx="18418" cy="14365"/>
                    </a:xfrm>
                    <a:custGeom>
                      <a:avLst/>
                      <a:gdLst>
                        <a:gd name="connsiteX0" fmla="*/ 1297 w 18418"/>
                        <a:gd name="connsiteY0" fmla="*/ 92 h 14365"/>
                        <a:gd name="connsiteX1" fmla="*/ 2486 w 18418"/>
                        <a:gd name="connsiteY1" fmla="*/ 3660 h 14365"/>
                        <a:gd name="connsiteX2" fmla="*/ 7244 w 18418"/>
                        <a:gd name="connsiteY2" fmla="*/ 8418 h 14365"/>
                        <a:gd name="connsiteX3" fmla="*/ 13191 w 18418"/>
                        <a:gd name="connsiteY3" fmla="*/ 14365 h 14365"/>
                        <a:gd name="connsiteX4" fmla="*/ 17949 w 18418"/>
                        <a:gd name="connsiteY4" fmla="*/ 10797 h 14365"/>
                        <a:gd name="connsiteX5" fmla="*/ 1297 w 18418"/>
                        <a:gd name="connsiteY5" fmla="*/ 92 h 143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8418" h="14365">
                          <a:moveTo>
                            <a:pt x="1297" y="92"/>
                          </a:moveTo>
                          <a:cubicBezTo>
                            <a:pt x="-1082" y="92"/>
                            <a:pt x="107" y="2471"/>
                            <a:pt x="2486" y="3660"/>
                          </a:cubicBezTo>
                          <a:cubicBezTo>
                            <a:pt x="4865" y="4850"/>
                            <a:pt x="7244" y="6039"/>
                            <a:pt x="7244" y="8418"/>
                          </a:cubicBezTo>
                          <a:cubicBezTo>
                            <a:pt x="7244" y="10797"/>
                            <a:pt x="12002" y="14365"/>
                            <a:pt x="13191" y="14365"/>
                          </a:cubicBezTo>
                          <a:cubicBezTo>
                            <a:pt x="14380" y="14365"/>
                            <a:pt x="17949" y="10797"/>
                            <a:pt x="17949" y="10797"/>
                          </a:cubicBezTo>
                          <a:cubicBezTo>
                            <a:pt x="21517" y="9607"/>
                            <a:pt x="3676" y="-1097"/>
                            <a:pt x="1297" y="9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7" name="Freeform 876">
                      <a:extLst>
                        <a:ext uri="{FF2B5EF4-FFF2-40B4-BE49-F238E27FC236}">
                          <a16:creationId xmlns:a16="http://schemas.microsoft.com/office/drawing/2014/main" id="{B119EDCC-92FC-0C55-8331-417784D8F1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585" y="2534169"/>
                      <a:ext cx="16079" cy="18138"/>
                    </a:xfrm>
                    <a:custGeom>
                      <a:avLst/>
                      <a:gdLst>
                        <a:gd name="connsiteX0" fmla="*/ 8326 w 16079"/>
                        <a:gd name="connsiteY0" fmla="*/ 1784 h 18138"/>
                        <a:gd name="connsiteX1" fmla="*/ 0 w 16079"/>
                        <a:gd name="connsiteY1" fmla="*/ 10110 h 18138"/>
                        <a:gd name="connsiteX2" fmla="*/ 5947 w 16079"/>
                        <a:gd name="connsiteY2" fmla="*/ 16057 h 18138"/>
                        <a:gd name="connsiteX3" fmla="*/ 5947 w 16079"/>
                        <a:gd name="connsiteY3" fmla="*/ 16057 h 18138"/>
                        <a:gd name="connsiteX4" fmla="*/ 15463 w 16079"/>
                        <a:gd name="connsiteY4" fmla="*/ 1784 h 18138"/>
                        <a:gd name="connsiteX5" fmla="*/ 8326 w 16079"/>
                        <a:gd name="connsiteY5" fmla="*/ 1784 h 181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6079" h="18138">
                          <a:moveTo>
                            <a:pt x="8326" y="1784"/>
                          </a:moveTo>
                          <a:cubicBezTo>
                            <a:pt x="5947" y="2974"/>
                            <a:pt x="0" y="6542"/>
                            <a:pt x="0" y="10110"/>
                          </a:cubicBezTo>
                          <a:cubicBezTo>
                            <a:pt x="0" y="13679"/>
                            <a:pt x="0" y="22005"/>
                            <a:pt x="5947" y="16057"/>
                          </a:cubicBezTo>
                          <a:lnTo>
                            <a:pt x="5947" y="16057"/>
                          </a:lnTo>
                          <a:cubicBezTo>
                            <a:pt x="5947" y="16057"/>
                            <a:pt x="19031" y="4163"/>
                            <a:pt x="15463" y="1784"/>
                          </a:cubicBezTo>
                          <a:cubicBezTo>
                            <a:pt x="11894" y="-595"/>
                            <a:pt x="11894" y="-595"/>
                            <a:pt x="8326" y="178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8" name="Freeform 877">
                      <a:extLst>
                        <a:ext uri="{FF2B5EF4-FFF2-40B4-BE49-F238E27FC236}">
                          <a16:creationId xmlns:a16="http://schemas.microsoft.com/office/drawing/2014/main" id="{E38E8C31-3555-2EDC-F546-297784A55A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2088" y="2497594"/>
                      <a:ext cx="16894" cy="16408"/>
                    </a:xfrm>
                    <a:custGeom>
                      <a:avLst/>
                      <a:gdLst>
                        <a:gd name="connsiteX0" fmla="*/ 0 w 16894"/>
                        <a:gd name="connsiteY0" fmla="*/ 1487 h 16408"/>
                        <a:gd name="connsiteX1" fmla="*/ 2379 w 16894"/>
                        <a:gd name="connsiteY1" fmla="*/ 7434 h 16408"/>
                        <a:gd name="connsiteX2" fmla="*/ 8326 w 16894"/>
                        <a:gd name="connsiteY2" fmla="*/ 11002 h 16408"/>
                        <a:gd name="connsiteX3" fmla="*/ 10705 w 16894"/>
                        <a:gd name="connsiteY3" fmla="*/ 15760 h 16408"/>
                        <a:gd name="connsiteX4" fmla="*/ 14273 w 16894"/>
                        <a:gd name="connsiteY4" fmla="*/ 8623 h 16408"/>
                        <a:gd name="connsiteX5" fmla="*/ 16652 w 16894"/>
                        <a:gd name="connsiteY5" fmla="*/ 3866 h 16408"/>
                        <a:gd name="connsiteX6" fmla="*/ 9516 w 16894"/>
                        <a:gd name="connsiteY6" fmla="*/ 297 h 16408"/>
                        <a:gd name="connsiteX7" fmla="*/ 0 w 16894"/>
                        <a:gd name="connsiteY7" fmla="*/ 1487 h 164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6894" h="16408">
                          <a:moveTo>
                            <a:pt x="0" y="1487"/>
                          </a:moveTo>
                          <a:cubicBezTo>
                            <a:pt x="0" y="3866"/>
                            <a:pt x="1190" y="5055"/>
                            <a:pt x="2379" y="7434"/>
                          </a:cubicBezTo>
                          <a:cubicBezTo>
                            <a:pt x="3568" y="9813"/>
                            <a:pt x="8326" y="8623"/>
                            <a:pt x="8326" y="11002"/>
                          </a:cubicBezTo>
                          <a:cubicBezTo>
                            <a:pt x="8326" y="13381"/>
                            <a:pt x="8326" y="18139"/>
                            <a:pt x="10705" y="15760"/>
                          </a:cubicBezTo>
                          <a:cubicBezTo>
                            <a:pt x="13084" y="13381"/>
                            <a:pt x="13084" y="11002"/>
                            <a:pt x="14273" y="8623"/>
                          </a:cubicBezTo>
                          <a:cubicBezTo>
                            <a:pt x="14273" y="8623"/>
                            <a:pt x="17842" y="5055"/>
                            <a:pt x="16652" y="3866"/>
                          </a:cubicBezTo>
                          <a:cubicBezTo>
                            <a:pt x="15463" y="1487"/>
                            <a:pt x="13084" y="297"/>
                            <a:pt x="9516" y="297"/>
                          </a:cubicBezTo>
                          <a:cubicBezTo>
                            <a:pt x="5947" y="297"/>
                            <a:pt x="0" y="-892"/>
                            <a:pt x="0" y="148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9" name="Freeform 878">
                      <a:extLst>
                        <a:ext uri="{FF2B5EF4-FFF2-40B4-BE49-F238E27FC236}">
                          <a16:creationId xmlns:a16="http://schemas.microsoft.com/office/drawing/2014/main" id="{AC404E9A-A6C4-C94F-7147-F5E07C0103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8568" y="2484571"/>
                      <a:ext cx="10172" cy="11352"/>
                    </a:xfrm>
                    <a:custGeom>
                      <a:avLst/>
                      <a:gdLst>
                        <a:gd name="connsiteX0" fmla="*/ 10172 w 10172"/>
                        <a:gd name="connsiteY0" fmla="*/ 9752 h 11352"/>
                        <a:gd name="connsiteX1" fmla="*/ 7794 w 10172"/>
                        <a:gd name="connsiteY1" fmla="*/ 4994 h 11352"/>
                        <a:gd name="connsiteX2" fmla="*/ 4225 w 10172"/>
                        <a:gd name="connsiteY2" fmla="*/ 236 h 11352"/>
                        <a:gd name="connsiteX3" fmla="*/ 657 w 10172"/>
                        <a:gd name="connsiteY3" fmla="*/ 4994 h 11352"/>
                        <a:gd name="connsiteX4" fmla="*/ 10172 w 10172"/>
                        <a:gd name="connsiteY4" fmla="*/ 9752 h 113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72" h="11352">
                          <a:moveTo>
                            <a:pt x="10172" y="9752"/>
                          </a:moveTo>
                          <a:cubicBezTo>
                            <a:pt x="10172" y="8562"/>
                            <a:pt x="8983" y="7373"/>
                            <a:pt x="7794" y="4994"/>
                          </a:cubicBezTo>
                          <a:cubicBezTo>
                            <a:pt x="6604" y="2615"/>
                            <a:pt x="6604" y="-953"/>
                            <a:pt x="4225" y="236"/>
                          </a:cubicBezTo>
                          <a:cubicBezTo>
                            <a:pt x="3036" y="1426"/>
                            <a:pt x="-1722" y="2615"/>
                            <a:pt x="657" y="4994"/>
                          </a:cubicBezTo>
                          <a:cubicBezTo>
                            <a:pt x="4225" y="7373"/>
                            <a:pt x="8983" y="14509"/>
                            <a:pt x="10172" y="975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0" name="Freeform 879">
                      <a:extLst>
                        <a:ext uri="{FF2B5EF4-FFF2-40B4-BE49-F238E27FC236}">
                          <a16:creationId xmlns:a16="http://schemas.microsoft.com/office/drawing/2014/main" id="{E8236795-CD08-72C0-9117-20A52D9482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73265" y="2459496"/>
                      <a:ext cx="15172" cy="9289"/>
                    </a:xfrm>
                    <a:custGeom>
                      <a:avLst/>
                      <a:gdLst>
                        <a:gd name="connsiteX0" fmla="*/ 6180 w 15172"/>
                        <a:gd name="connsiteY0" fmla="*/ 1523 h 9289"/>
                        <a:gd name="connsiteX1" fmla="*/ 233 w 15172"/>
                        <a:gd name="connsiteY1" fmla="*/ 3901 h 9289"/>
                        <a:gd name="connsiteX2" fmla="*/ 7370 w 15172"/>
                        <a:gd name="connsiteY2" fmla="*/ 6280 h 9289"/>
                        <a:gd name="connsiteX3" fmla="*/ 12128 w 15172"/>
                        <a:gd name="connsiteY3" fmla="*/ 7470 h 9289"/>
                        <a:gd name="connsiteX4" fmla="*/ 14506 w 15172"/>
                        <a:gd name="connsiteY4" fmla="*/ 333 h 9289"/>
                        <a:gd name="connsiteX5" fmla="*/ 6180 w 15172"/>
                        <a:gd name="connsiteY5" fmla="*/ 1523 h 9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5172" h="9289">
                          <a:moveTo>
                            <a:pt x="6180" y="1523"/>
                          </a:moveTo>
                          <a:cubicBezTo>
                            <a:pt x="2612" y="1523"/>
                            <a:pt x="-956" y="1523"/>
                            <a:pt x="233" y="3901"/>
                          </a:cubicBezTo>
                          <a:cubicBezTo>
                            <a:pt x="1423" y="5091"/>
                            <a:pt x="7370" y="3901"/>
                            <a:pt x="7370" y="6280"/>
                          </a:cubicBezTo>
                          <a:cubicBezTo>
                            <a:pt x="7370" y="8659"/>
                            <a:pt x="8559" y="11038"/>
                            <a:pt x="12128" y="7470"/>
                          </a:cubicBezTo>
                          <a:cubicBezTo>
                            <a:pt x="12128" y="7470"/>
                            <a:pt x="16885" y="333"/>
                            <a:pt x="14506" y="333"/>
                          </a:cubicBezTo>
                          <a:cubicBezTo>
                            <a:pt x="12128" y="-856"/>
                            <a:pt x="8559" y="1523"/>
                            <a:pt x="6180" y="152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1" name="Freeform 880">
                      <a:extLst>
                        <a:ext uri="{FF2B5EF4-FFF2-40B4-BE49-F238E27FC236}">
                          <a16:creationId xmlns:a16="http://schemas.microsoft.com/office/drawing/2014/main" id="{C0F5E424-D9E4-F9F9-29C2-902106FF5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98237" y="2408683"/>
                      <a:ext cx="4336" cy="16524"/>
                    </a:xfrm>
                    <a:custGeom>
                      <a:avLst/>
                      <a:gdLst>
                        <a:gd name="connsiteX0" fmla="*/ 239 w 4336"/>
                        <a:gd name="connsiteY0" fmla="*/ 15463 h 16524"/>
                        <a:gd name="connsiteX1" fmla="*/ 3808 w 4336"/>
                        <a:gd name="connsiteY1" fmla="*/ 13084 h 16524"/>
                        <a:gd name="connsiteX2" fmla="*/ 3808 w 4336"/>
                        <a:gd name="connsiteY2" fmla="*/ 0 h 16524"/>
                        <a:gd name="connsiteX3" fmla="*/ 239 w 4336"/>
                        <a:gd name="connsiteY3" fmla="*/ 15463 h 165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336" h="16524">
                          <a:moveTo>
                            <a:pt x="239" y="15463"/>
                          </a:moveTo>
                          <a:cubicBezTo>
                            <a:pt x="1429" y="15463"/>
                            <a:pt x="3808" y="19031"/>
                            <a:pt x="3808" y="13084"/>
                          </a:cubicBezTo>
                          <a:cubicBezTo>
                            <a:pt x="3808" y="13084"/>
                            <a:pt x="4997" y="0"/>
                            <a:pt x="3808" y="0"/>
                          </a:cubicBezTo>
                          <a:cubicBezTo>
                            <a:pt x="2618" y="1190"/>
                            <a:pt x="-950" y="15463"/>
                            <a:pt x="239" y="1546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2" name="Freeform 881">
                      <a:extLst>
                        <a:ext uri="{FF2B5EF4-FFF2-40B4-BE49-F238E27FC236}">
                          <a16:creationId xmlns:a16="http://schemas.microsoft.com/office/drawing/2014/main" id="{75635211-F59A-FA80-C4C5-17FD3DBE14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7771" y="2357295"/>
                      <a:ext cx="7136" cy="5892"/>
                    </a:xfrm>
                    <a:custGeom>
                      <a:avLst/>
                      <a:gdLst>
                        <a:gd name="connsiteX0" fmla="*/ 4758 w 7136"/>
                        <a:gd name="connsiteY0" fmla="*/ 243 h 5892"/>
                        <a:gd name="connsiteX1" fmla="*/ 0 w 7136"/>
                        <a:gd name="connsiteY1" fmla="*/ 5000 h 5892"/>
                        <a:gd name="connsiteX2" fmla="*/ 5947 w 7136"/>
                        <a:gd name="connsiteY2" fmla="*/ 5000 h 5892"/>
                        <a:gd name="connsiteX3" fmla="*/ 7137 w 7136"/>
                        <a:gd name="connsiteY3" fmla="*/ 2622 h 5892"/>
                        <a:gd name="connsiteX4" fmla="*/ 4758 w 7136"/>
                        <a:gd name="connsiteY4" fmla="*/ 243 h 58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136" h="5892">
                          <a:moveTo>
                            <a:pt x="4758" y="243"/>
                          </a:moveTo>
                          <a:cubicBezTo>
                            <a:pt x="2379" y="1432"/>
                            <a:pt x="0" y="5000"/>
                            <a:pt x="0" y="5000"/>
                          </a:cubicBezTo>
                          <a:cubicBezTo>
                            <a:pt x="1190" y="6190"/>
                            <a:pt x="4758" y="6190"/>
                            <a:pt x="5947" y="5000"/>
                          </a:cubicBezTo>
                          <a:cubicBezTo>
                            <a:pt x="7137" y="3811"/>
                            <a:pt x="7137" y="3811"/>
                            <a:pt x="7137" y="2622"/>
                          </a:cubicBezTo>
                          <a:cubicBezTo>
                            <a:pt x="7137" y="2622"/>
                            <a:pt x="7137" y="-947"/>
                            <a:pt x="4758" y="24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3" name="Freeform 882">
                      <a:extLst>
                        <a:ext uri="{FF2B5EF4-FFF2-40B4-BE49-F238E27FC236}">
                          <a16:creationId xmlns:a16="http://schemas.microsoft.com/office/drawing/2014/main" id="{B291C537-9F13-207C-524C-1D21A30DB4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5656" y="2019414"/>
                      <a:ext cx="13865" cy="8947"/>
                    </a:xfrm>
                    <a:custGeom>
                      <a:avLst/>
                      <a:gdLst>
                        <a:gd name="connsiteX0" fmla="*/ 5947 w 13865"/>
                        <a:gd name="connsiteY0" fmla="*/ 324 h 8947"/>
                        <a:gd name="connsiteX1" fmla="*/ 0 w 13865"/>
                        <a:gd name="connsiteY1" fmla="*/ 5082 h 8947"/>
                        <a:gd name="connsiteX2" fmla="*/ 5947 w 13865"/>
                        <a:gd name="connsiteY2" fmla="*/ 8650 h 8947"/>
                        <a:gd name="connsiteX3" fmla="*/ 13084 w 13865"/>
                        <a:gd name="connsiteY3" fmla="*/ 7461 h 8947"/>
                        <a:gd name="connsiteX4" fmla="*/ 11894 w 13865"/>
                        <a:gd name="connsiteY4" fmla="*/ 2703 h 8947"/>
                        <a:gd name="connsiteX5" fmla="*/ 5947 w 13865"/>
                        <a:gd name="connsiteY5" fmla="*/ 324 h 89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865" h="8947">
                          <a:moveTo>
                            <a:pt x="5947" y="324"/>
                          </a:moveTo>
                          <a:cubicBezTo>
                            <a:pt x="3568" y="1514"/>
                            <a:pt x="0" y="1514"/>
                            <a:pt x="0" y="5082"/>
                          </a:cubicBezTo>
                          <a:cubicBezTo>
                            <a:pt x="0" y="7461"/>
                            <a:pt x="2379" y="8650"/>
                            <a:pt x="5947" y="8650"/>
                          </a:cubicBezTo>
                          <a:cubicBezTo>
                            <a:pt x="5947" y="8650"/>
                            <a:pt x="11894" y="9840"/>
                            <a:pt x="13084" y="7461"/>
                          </a:cubicBezTo>
                          <a:cubicBezTo>
                            <a:pt x="14273" y="5082"/>
                            <a:pt x="14273" y="3892"/>
                            <a:pt x="11894" y="2703"/>
                          </a:cubicBezTo>
                          <a:cubicBezTo>
                            <a:pt x="10705" y="1514"/>
                            <a:pt x="8326" y="-865"/>
                            <a:pt x="5947" y="32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4" name="Freeform 883">
                      <a:extLst>
                        <a:ext uri="{FF2B5EF4-FFF2-40B4-BE49-F238E27FC236}">
                          <a16:creationId xmlns:a16="http://schemas.microsoft.com/office/drawing/2014/main" id="{9AF7787E-7FC7-26E8-EB99-62B43879DC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3185" y="2034884"/>
                      <a:ext cx="14483" cy="7981"/>
                    </a:xfrm>
                    <a:custGeom>
                      <a:avLst/>
                      <a:gdLst>
                        <a:gd name="connsiteX0" fmla="*/ 1018 w 14483"/>
                        <a:gd name="connsiteY0" fmla="*/ 7453 h 7981"/>
                        <a:gd name="connsiteX1" fmla="*/ 6965 w 14483"/>
                        <a:gd name="connsiteY1" fmla="*/ 7453 h 7981"/>
                        <a:gd name="connsiteX2" fmla="*/ 14102 w 14483"/>
                        <a:gd name="connsiteY2" fmla="*/ 316 h 7981"/>
                        <a:gd name="connsiteX3" fmla="*/ 2207 w 14483"/>
                        <a:gd name="connsiteY3" fmla="*/ 3885 h 7981"/>
                        <a:gd name="connsiteX4" fmla="*/ 1018 w 14483"/>
                        <a:gd name="connsiteY4" fmla="*/ 7453 h 79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4483" h="7981">
                          <a:moveTo>
                            <a:pt x="1018" y="7453"/>
                          </a:moveTo>
                          <a:cubicBezTo>
                            <a:pt x="3397" y="7453"/>
                            <a:pt x="3397" y="8642"/>
                            <a:pt x="6965" y="7453"/>
                          </a:cubicBezTo>
                          <a:cubicBezTo>
                            <a:pt x="6965" y="7453"/>
                            <a:pt x="16480" y="1506"/>
                            <a:pt x="14102" y="316"/>
                          </a:cubicBezTo>
                          <a:cubicBezTo>
                            <a:pt x="11723" y="-873"/>
                            <a:pt x="3397" y="1506"/>
                            <a:pt x="2207" y="3885"/>
                          </a:cubicBezTo>
                          <a:cubicBezTo>
                            <a:pt x="1018" y="5074"/>
                            <a:pt x="-1361" y="7453"/>
                            <a:pt x="1018" y="745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5" name="Freeform 884">
                      <a:extLst>
                        <a:ext uri="{FF2B5EF4-FFF2-40B4-BE49-F238E27FC236}">
                          <a16:creationId xmlns:a16="http://schemas.microsoft.com/office/drawing/2014/main" id="{7C100192-8E5E-5CC5-2AB8-402BED14BF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2749" y="2105855"/>
                      <a:ext cx="8992" cy="6706"/>
                    </a:xfrm>
                    <a:custGeom>
                      <a:avLst/>
                      <a:gdLst>
                        <a:gd name="connsiteX0" fmla="*/ 0 w 8992"/>
                        <a:gd name="connsiteY0" fmla="*/ 3090 h 6706"/>
                        <a:gd name="connsiteX1" fmla="*/ 5947 w 8992"/>
                        <a:gd name="connsiteY1" fmla="*/ 5469 h 6706"/>
                        <a:gd name="connsiteX2" fmla="*/ 8326 w 8992"/>
                        <a:gd name="connsiteY2" fmla="*/ 711 h 6706"/>
                        <a:gd name="connsiteX3" fmla="*/ 0 w 8992"/>
                        <a:gd name="connsiteY3" fmla="*/ 3090 h 67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992" h="6706">
                          <a:moveTo>
                            <a:pt x="0" y="3090"/>
                          </a:moveTo>
                          <a:cubicBezTo>
                            <a:pt x="1190" y="6659"/>
                            <a:pt x="3568" y="7848"/>
                            <a:pt x="5947" y="5469"/>
                          </a:cubicBezTo>
                          <a:cubicBezTo>
                            <a:pt x="5947" y="5469"/>
                            <a:pt x="10705" y="1901"/>
                            <a:pt x="8326" y="711"/>
                          </a:cubicBezTo>
                          <a:cubicBezTo>
                            <a:pt x="7137" y="-478"/>
                            <a:pt x="0" y="-478"/>
                            <a:pt x="0" y="309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6" name="Freeform 885">
                      <a:extLst>
                        <a:ext uri="{FF2B5EF4-FFF2-40B4-BE49-F238E27FC236}">
                          <a16:creationId xmlns:a16="http://schemas.microsoft.com/office/drawing/2014/main" id="{62051F7C-A382-6CE7-3EF8-156A8388C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27604" y="2423089"/>
                      <a:ext cx="27232" cy="37447"/>
                    </a:xfrm>
                    <a:custGeom>
                      <a:avLst/>
                      <a:gdLst>
                        <a:gd name="connsiteX0" fmla="*/ 24746 w 27232"/>
                        <a:gd name="connsiteY0" fmla="*/ 1057 h 37447"/>
                        <a:gd name="connsiteX1" fmla="*/ 15231 w 27232"/>
                        <a:gd name="connsiteY1" fmla="*/ 1057 h 37447"/>
                        <a:gd name="connsiteX2" fmla="*/ 958 w 27232"/>
                        <a:gd name="connsiteY2" fmla="*/ 11762 h 37447"/>
                        <a:gd name="connsiteX3" fmla="*/ 958 w 27232"/>
                        <a:gd name="connsiteY3" fmla="*/ 23657 h 37447"/>
                        <a:gd name="connsiteX4" fmla="*/ 4526 w 27232"/>
                        <a:gd name="connsiteY4" fmla="*/ 35551 h 37447"/>
                        <a:gd name="connsiteX5" fmla="*/ 15231 w 27232"/>
                        <a:gd name="connsiteY5" fmla="*/ 29604 h 37447"/>
                        <a:gd name="connsiteX6" fmla="*/ 25936 w 27232"/>
                        <a:gd name="connsiteY6" fmla="*/ 18899 h 37447"/>
                        <a:gd name="connsiteX7" fmla="*/ 25936 w 27232"/>
                        <a:gd name="connsiteY7" fmla="*/ 11762 h 37447"/>
                        <a:gd name="connsiteX8" fmla="*/ 24746 w 27232"/>
                        <a:gd name="connsiteY8" fmla="*/ 1057 h 374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7232" h="37447">
                          <a:moveTo>
                            <a:pt x="24746" y="1057"/>
                          </a:moveTo>
                          <a:cubicBezTo>
                            <a:pt x="22367" y="1057"/>
                            <a:pt x="18799" y="-1322"/>
                            <a:pt x="15231" y="1057"/>
                          </a:cubicBezTo>
                          <a:cubicBezTo>
                            <a:pt x="11663" y="3436"/>
                            <a:pt x="-2611" y="8194"/>
                            <a:pt x="958" y="11762"/>
                          </a:cubicBezTo>
                          <a:cubicBezTo>
                            <a:pt x="3336" y="16520"/>
                            <a:pt x="3336" y="22467"/>
                            <a:pt x="958" y="23657"/>
                          </a:cubicBezTo>
                          <a:cubicBezTo>
                            <a:pt x="-1421" y="24846"/>
                            <a:pt x="958" y="31983"/>
                            <a:pt x="4526" y="35551"/>
                          </a:cubicBezTo>
                          <a:cubicBezTo>
                            <a:pt x="8094" y="39119"/>
                            <a:pt x="15231" y="37930"/>
                            <a:pt x="15231" y="29604"/>
                          </a:cubicBezTo>
                          <a:cubicBezTo>
                            <a:pt x="15231" y="29604"/>
                            <a:pt x="27125" y="22467"/>
                            <a:pt x="25936" y="18899"/>
                          </a:cubicBezTo>
                          <a:cubicBezTo>
                            <a:pt x="24746" y="15330"/>
                            <a:pt x="22367" y="16520"/>
                            <a:pt x="25936" y="11762"/>
                          </a:cubicBezTo>
                          <a:cubicBezTo>
                            <a:pt x="28315" y="8194"/>
                            <a:pt x="27125" y="1057"/>
                            <a:pt x="24746" y="105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7" name="Freeform 886">
                      <a:extLst>
                        <a:ext uri="{FF2B5EF4-FFF2-40B4-BE49-F238E27FC236}">
                          <a16:creationId xmlns:a16="http://schemas.microsoft.com/office/drawing/2014/main" id="{3D61AE82-33CC-73E3-6FE1-C41DFAA25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54586" y="2397794"/>
                      <a:ext cx="54359" cy="35867"/>
                    </a:xfrm>
                    <a:custGeom>
                      <a:avLst/>
                      <a:gdLst>
                        <a:gd name="connsiteX0" fmla="*/ 48997 w 54359"/>
                        <a:gd name="connsiteY0" fmla="*/ 9700 h 35867"/>
                        <a:gd name="connsiteX1" fmla="*/ 52566 w 54359"/>
                        <a:gd name="connsiteY1" fmla="*/ 1374 h 35867"/>
                        <a:gd name="connsiteX2" fmla="*/ 33535 w 54359"/>
                        <a:gd name="connsiteY2" fmla="*/ 1374 h 35867"/>
                        <a:gd name="connsiteX3" fmla="*/ 26398 w 54359"/>
                        <a:gd name="connsiteY3" fmla="*/ 3752 h 35867"/>
                        <a:gd name="connsiteX4" fmla="*/ 22830 w 54359"/>
                        <a:gd name="connsiteY4" fmla="*/ 184 h 35867"/>
                        <a:gd name="connsiteX5" fmla="*/ 14504 w 54359"/>
                        <a:gd name="connsiteY5" fmla="*/ 6131 h 35867"/>
                        <a:gd name="connsiteX6" fmla="*/ 7367 w 54359"/>
                        <a:gd name="connsiteY6" fmla="*/ 15647 h 35867"/>
                        <a:gd name="connsiteX7" fmla="*/ 231 w 54359"/>
                        <a:gd name="connsiteY7" fmla="*/ 18026 h 35867"/>
                        <a:gd name="connsiteX8" fmla="*/ 3799 w 54359"/>
                        <a:gd name="connsiteY8" fmla="*/ 27541 h 35867"/>
                        <a:gd name="connsiteX9" fmla="*/ 3799 w 54359"/>
                        <a:gd name="connsiteY9" fmla="*/ 35867 h 35867"/>
                        <a:gd name="connsiteX10" fmla="*/ 13314 w 54359"/>
                        <a:gd name="connsiteY10" fmla="*/ 27541 h 35867"/>
                        <a:gd name="connsiteX11" fmla="*/ 21640 w 54359"/>
                        <a:gd name="connsiteY11" fmla="*/ 31109 h 35867"/>
                        <a:gd name="connsiteX12" fmla="*/ 40671 w 54359"/>
                        <a:gd name="connsiteY12" fmla="*/ 15647 h 35867"/>
                        <a:gd name="connsiteX13" fmla="*/ 48997 w 54359"/>
                        <a:gd name="connsiteY13" fmla="*/ 9700 h 358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54359" h="35867">
                          <a:moveTo>
                            <a:pt x="48997" y="9700"/>
                          </a:moveTo>
                          <a:cubicBezTo>
                            <a:pt x="51376" y="7321"/>
                            <a:pt x="57323" y="1374"/>
                            <a:pt x="52566" y="1374"/>
                          </a:cubicBezTo>
                          <a:cubicBezTo>
                            <a:pt x="47808" y="184"/>
                            <a:pt x="37103" y="-1005"/>
                            <a:pt x="33535" y="1374"/>
                          </a:cubicBezTo>
                          <a:cubicBezTo>
                            <a:pt x="29966" y="3752"/>
                            <a:pt x="29966" y="4942"/>
                            <a:pt x="26398" y="3752"/>
                          </a:cubicBezTo>
                          <a:cubicBezTo>
                            <a:pt x="22830" y="2563"/>
                            <a:pt x="26398" y="1374"/>
                            <a:pt x="22830" y="184"/>
                          </a:cubicBezTo>
                          <a:cubicBezTo>
                            <a:pt x="19262" y="184"/>
                            <a:pt x="16883" y="2563"/>
                            <a:pt x="14504" y="6131"/>
                          </a:cubicBezTo>
                          <a:cubicBezTo>
                            <a:pt x="12125" y="9700"/>
                            <a:pt x="12125" y="14457"/>
                            <a:pt x="7367" y="15647"/>
                          </a:cubicBezTo>
                          <a:cubicBezTo>
                            <a:pt x="2609" y="16836"/>
                            <a:pt x="-959" y="15647"/>
                            <a:pt x="231" y="18026"/>
                          </a:cubicBezTo>
                          <a:cubicBezTo>
                            <a:pt x="1420" y="21594"/>
                            <a:pt x="4988" y="23973"/>
                            <a:pt x="3799" y="27541"/>
                          </a:cubicBezTo>
                          <a:cubicBezTo>
                            <a:pt x="2609" y="29920"/>
                            <a:pt x="1420" y="35867"/>
                            <a:pt x="3799" y="35867"/>
                          </a:cubicBezTo>
                          <a:cubicBezTo>
                            <a:pt x="6178" y="34678"/>
                            <a:pt x="10935" y="25162"/>
                            <a:pt x="13314" y="27541"/>
                          </a:cubicBezTo>
                          <a:cubicBezTo>
                            <a:pt x="15693" y="31109"/>
                            <a:pt x="20451" y="33488"/>
                            <a:pt x="21640" y="31109"/>
                          </a:cubicBezTo>
                          <a:cubicBezTo>
                            <a:pt x="22830" y="28730"/>
                            <a:pt x="34724" y="18026"/>
                            <a:pt x="40671" y="15647"/>
                          </a:cubicBezTo>
                          <a:cubicBezTo>
                            <a:pt x="40671" y="14457"/>
                            <a:pt x="46618" y="12078"/>
                            <a:pt x="48997" y="970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8" name="Freeform 887">
                      <a:extLst>
                        <a:ext uri="{FF2B5EF4-FFF2-40B4-BE49-F238E27FC236}">
                          <a16:creationId xmlns:a16="http://schemas.microsoft.com/office/drawing/2014/main" id="{826DF0A6-7CBB-C5A5-060F-44291F382A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4870" y="2244541"/>
                      <a:ext cx="139858" cy="135595"/>
                    </a:xfrm>
                    <a:custGeom>
                      <a:avLst/>
                      <a:gdLst>
                        <a:gd name="connsiteX0" fmla="*/ 139859 w 139858"/>
                        <a:gd name="connsiteY0" fmla="*/ 115375 h 135595"/>
                        <a:gd name="connsiteX1" fmla="*/ 137480 w 139858"/>
                        <a:gd name="connsiteY1" fmla="*/ 110617 h 135595"/>
                        <a:gd name="connsiteX2" fmla="*/ 137480 w 139858"/>
                        <a:gd name="connsiteY2" fmla="*/ 103481 h 135595"/>
                        <a:gd name="connsiteX3" fmla="*/ 131533 w 139858"/>
                        <a:gd name="connsiteY3" fmla="*/ 107049 h 135595"/>
                        <a:gd name="connsiteX4" fmla="*/ 123207 w 139858"/>
                        <a:gd name="connsiteY4" fmla="*/ 103481 h 135595"/>
                        <a:gd name="connsiteX5" fmla="*/ 108934 w 139858"/>
                        <a:gd name="connsiteY5" fmla="*/ 103481 h 135595"/>
                        <a:gd name="connsiteX6" fmla="*/ 120828 w 139858"/>
                        <a:gd name="connsiteY6" fmla="*/ 95155 h 135595"/>
                        <a:gd name="connsiteX7" fmla="*/ 118449 w 139858"/>
                        <a:gd name="connsiteY7" fmla="*/ 85639 h 135595"/>
                        <a:gd name="connsiteX8" fmla="*/ 114881 w 139858"/>
                        <a:gd name="connsiteY8" fmla="*/ 72555 h 135595"/>
                        <a:gd name="connsiteX9" fmla="*/ 101797 w 139858"/>
                        <a:gd name="connsiteY9" fmla="*/ 64229 h 135595"/>
                        <a:gd name="connsiteX10" fmla="*/ 101797 w 139858"/>
                        <a:gd name="connsiteY10" fmla="*/ 55903 h 135595"/>
                        <a:gd name="connsiteX11" fmla="*/ 93471 w 139858"/>
                        <a:gd name="connsiteY11" fmla="*/ 44009 h 135595"/>
                        <a:gd name="connsiteX12" fmla="*/ 78008 w 139858"/>
                        <a:gd name="connsiteY12" fmla="*/ 38062 h 135595"/>
                        <a:gd name="connsiteX13" fmla="*/ 74440 w 139858"/>
                        <a:gd name="connsiteY13" fmla="*/ 23789 h 135595"/>
                        <a:gd name="connsiteX14" fmla="*/ 66114 w 139858"/>
                        <a:gd name="connsiteY14" fmla="*/ 35683 h 135595"/>
                        <a:gd name="connsiteX15" fmla="*/ 63735 w 139858"/>
                        <a:gd name="connsiteY15" fmla="*/ 24978 h 135595"/>
                        <a:gd name="connsiteX16" fmla="*/ 61356 w 139858"/>
                        <a:gd name="connsiteY16" fmla="*/ 19031 h 135595"/>
                        <a:gd name="connsiteX17" fmla="*/ 67304 w 139858"/>
                        <a:gd name="connsiteY17" fmla="*/ 15463 h 135595"/>
                        <a:gd name="connsiteX18" fmla="*/ 64925 w 139858"/>
                        <a:gd name="connsiteY18" fmla="*/ 7137 h 135595"/>
                        <a:gd name="connsiteX19" fmla="*/ 64925 w 139858"/>
                        <a:gd name="connsiteY19" fmla="*/ 0 h 135595"/>
                        <a:gd name="connsiteX20" fmla="*/ 48273 w 139858"/>
                        <a:gd name="connsiteY20" fmla="*/ 7137 h 135595"/>
                        <a:gd name="connsiteX21" fmla="*/ 35189 w 139858"/>
                        <a:gd name="connsiteY21" fmla="*/ 40441 h 135595"/>
                        <a:gd name="connsiteX22" fmla="*/ 26863 w 139858"/>
                        <a:gd name="connsiteY22" fmla="*/ 60661 h 135595"/>
                        <a:gd name="connsiteX23" fmla="*/ 20915 w 139858"/>
                        <a:gd name="connsiteY23" fmla="*/ 68987 h 135595"/>
                        <a:gd name="connsiteX24" fmla="*/ 17347 w 139858"/>
                        <a:gd name="connsiteY24" fmla="*/ 86829 h 135595"/>
                        <a:gd name="connsiteX25" fmla="*/ 1885 w 139858"/>
                        <a:gd name="connsiteY25" fmla="*/ 95155 h 135595"/>
                        <a:gd name="connsiteX26" fmla="*/ 1885 w 139858"/>
                        <a:gd name="connsiteY26" fmla="*/ 111807 h 135595"/>
                        <a:gd name="connsiteX27" fmla="*/ 7832 w 139858"/>
                        <a:gd name="connsiteY27" fmla="*/ 108238 h 135595"/>
                        <a:gd name="connsiteX28" fmla="*/ 22105 w 139858"/>
                        <a:gd name="connsiteY28" fmla="*/ 111807 h 135595"/>
                        <a:gd name="connsiteX29" fmla="*/ 19726 w 139858"/>
                        <a:gd name="connsiteY29" fmla="*/ 122512 h 135595"/>
                        <a:gd name="connsiteX30" fmla="*/ 20915 w 139858"/>
                        <a:gd name="connsiteY30" fmla="*/ 135596 h 135595"/>
                        <a:gd name="connsiteX31" fmla="*/ 47083 w 139858"/>
                        <a:gd name="connsiteY31" fmla="*/ 127270 h 135595"/>
                        <a:gd name="connsiteX32" fmla="*/ 56599 w 139858"/>
                        <a:gd name="connsiteY32" fmla="*/ 111807 h 135595"/>
                        <a:gd name="connsiteX33" fmla="*/ 70872 w 139858"/>
                        <a:gd name="connsiteY33" fmla="*/ 111807 h 135595"/>
                        <a:gd name="connsiteX34" fmla="*/ 74440 w 139858"/>
                        <a:gd name="connsiteY34" fmla="*/ 96344 h 135595"/>
                        <a:gd name="connsiteX35" fmla="*/ 80387 w 139858"/>
                        <a:gd name="connsiteY35" fmla="*/ 91586 h 135595"/>
                        <a:gd name="connsiteX36" fmla="*/ 88713 w 139858"/>
                        <a:gd name="connsiteY36" fmla="*/ 89208 h 135595"/>
                        <a:gd name="connsiteX37" fmla="*/ 88713 w 139858"/>
                        <a:gd name="connsiteY37" fmla="*/ 102291 h 135595"/>
                        <a:gd name="connsiteX38" fmla="*/ 101797 w 139858"/>
                        <a:gd name="connsiteY38" fmla="*/ 105860 h 135595"/>
                        <a:gd name="connsiteX39" fmla="*/ 95850 w 139858"/>
                        <a:gd name="connsiteY39" fmla="*/ 118944 h 135595"/>
                        <a:gd name="connsiteX40" fmla="*/ 116070 w 139858"/>
                        <a:gd name="connsiteY40" fmla="*/ 126080 h 135595"/>
                        <a:gd name="connsiteX41" fmla="*/ 131533 w 139858"/>
                        <a:gd name="connsiteY41" fmla="*/ 127270 h 135595"/>
                        <a:gd name="connsiteX42" fmla="*/ 138670 w 139858"/>
                        <a:gd name="connsiteY42" fmla="*/ 120133 h 135595"/>
                        <a:gd name="connsiteX43" fmla="*/ 139859 w 139858"/>
                        <a:gd name="connsiteY43" fmla="*/ 115375 h 1355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</a:cxnLst>
                      <a:rect l="l" t="t" r="r" b="b"/>
                      <a:pathLst>
                        <a:path w="139858" h="135595">
                          <a:moveTo>
                            <a:pt x="139859" y="115375"/>
                          </a:moveTo>
                          <a:cubicBezTo>
                            <a:pt x="139859" y="115375"/>
                            <a:pt x="135101" y="111807"/>
                            <a:pt x="137480" y="110617"/>
                          </a:cubicBezTo>
                          <a:cubicBezTo>
                            <a:pt x="139859" y="109428"/>
                            <a:pt x="139859" y="104670"/>
                            <a:pt x="137480" y="103481"/>
                          </a:cubicBezTo>
                          <a:cubicBezTo>
                            <a:pt x="135101" y="102291"/>
                            <a:pt x="135101" y="107049"/>
                            <a:pt x="131533" y="107049"/>
                          </a:cubicBezTo>
                          <a:cubicBezTo>
                            <a:pt x="127965" y="105860"/>
                            <a:pt x="125586" y="102291"/>
                            <a:pt x="123207" y="103481"/>
                          </a:cubicBezTo>
                          <a:cubicBezTo>
                            <a:pt x="122017" y="104670"/>
                            <a:pt x="104176" y="105860"/>
                            <a:pt x="108934" y="103481"/>
                          </a:cubicBezTo>
                          <a:cubicBezTo>
                            <a:pt x="113691" y="99912"/>
                            <a:pt x="123207" y="97534"/>
                            <a:pt x="120828" y="95155"/>
                          </a:cubicBezTo>
                          <a:cubicBezTo>
                            <a:pt x="119639" y="92776"/>
                            <a:pt x="116070" y="88018"/>
                            <a:pt x="118449" y="85639"/>
                          </a:cubicBezTo>
                          <a:cubicBezTo>
                            <a:pt x="120828" y="83260"/>
                            <a:pt x="122017" y="78503"/>
                            <a:pt x="114881" y="72555"/>
                          </a:cubicBezTo>
                          <a:cubicBezTo>
                            <a:pt x="107744" y="66608"/>
                            <a:pt x="101797" y="68987"/>
                            <a:pt x="101797" y="64229"/>
                          </a:cubicBezTo>
                          <a:cubicBezTo>
                            <a:pt x="101797" y="59472"/>
                            <a:pt x="106555" y="55903"/>
                            <a:pt x="101797" y="55903"/>
                          </a:cubicBezTo>
                          <a:cubicBezTo>
                            <a:pt x="97039" y="54714"/>
                            <a:pt x="95850" y="44009"/>
                            <a:pt x="93471" y="44009"/>
                          </a:cubicBezTo>
                          <a:cubicBezTo>
                            <a:pt x="91092" y="44009"/>
                            <a:pt x="75630" y="40441"/>
                            <a:pt x="78008" y="38062"/>
                          </a:cubicBezTo>
                          <a:cubicBezTo>
                            <a:pt x="80387" y="35683"/>
                            <a:pt x="76819" y="22599"/>
                            <a:pt x="74440" y="23789"/>
                          </a:cubicBezTo>
                          <a:cubicBezTo>
                            <a:pt x="72061" y="24978"/>
                            <a:pt x="68493" y="41630"/>
                            <a:pt x="66114" y="35683"/>
                          </a:cubicBezTo>
                          <a:cubicBezTo>
                            <a:pt x="63735" y="29736"/>
                            <a:pt x="66114" y="26168"/>
                            <a:pt x="63735" y="24978"/>
                          </a:cubicBezTo>
                          <a:cubicBezTo>
                            <a:pt x="61356" y="23789"/>
                            <a:pt x="58978" y="19031"/>
                            <a:pt x="61356" y="19031"/>
                          </a:cubicBezTo>
                          <a:cubicBezTo>
                            <a:pt x="63735" y="19031"/>
                            <a:pt x="66114" y="20220"/>
                            <a:pt x="67304" y="15463"/>
                          </a:cubicBezTo>
                          <a:cubicBezTo>
                            <a:pt x="67304" y="10705"/>
                            <a:pt x="68493" y="8326"/>
                            <a:pt x="64925" y="7137"/>
                          </a:cubicBezTo>
                          <a:cubicBezTo>
                            <a:pt x="62546" y="5947"/>
                            <a:pt x="67304" y="0"/>
                            <a:pt x="64925" y="0"/>
                          </a:cubicBezTo>
                          <a:cubicBezTo>
                            <a:pt x="62546" y="0"/>
                            <a:pt x="48273" y="2379"/>
                            <a:pt x="48273" y="7137"/>
                          </a:cubicBezTo>
                          <a:cubicBezTo>
                            <a:pt x="48273" y="11894"/>
                            <a:pt x="37568" y="33304"/>
                            <a:pt x="35189" y="40441"/>
                          </a:cubicBezTo>
                          <a:cubicBezTo>
                            <a:pt x="32810" y="47577"/>
                            <a:pt x="31621" y="57093"/>
                            <a:pt x="26863" y="60661"/>
                          </a:cubicBezTo>
                          <a:cubicBezTo>
                            <a:pt x="22105" y="64229"/>
                            <a:pt x="20915" y="63040"/>
                            <a:pt x="20915" y="68987"/>
                          </a:cubicBezTo>
                          <a:cubicBezTo>
                            <a:pt x="20915" y="74934"/>
                            <a:pt x="23295" y="84450"/>
                            <a:pt x="17347" y="86829"/>
                          </a:cubicBezTo>
                          <a:cubicBezTo>
                            <a:pt x="11400" y="88018"/>
                            <a:pt x="3074" y="90397"/>
                            <a:pt x="1885" y="95155"/>
                          </a:cubicBezTo>
                          <a:cubicBezTo>
                            <a:pt x="695" y="99912"/>
                            <a:pt x="-1684" y="111807"/>
                            <a:pt x="1885" y="111807"/>
                          </a:cubicBezTo>
                          <a:cubicBezTo>
                            <a:pt x="5453" y="111807"/>
                            <a:pt x="4263" y="105860"/>
                            <a:pt x="7832" y="108238"/>
                          </a:cubicBezTo>
                          <a:cubicBezTo>
                            <a:pt x="11400" y="110617"/>
                            <a:pt x="22105" y="107049"/>
                            <a:pt x="22105" y="111807"/>
                          </a:cubicBezTo>
                          <a:cubicBezTo>
                            <a:pt x="20915" y="117754"/>
                            <a:pt x="23295" y="118944"/>
                            <a:pt x="19726" y="122512"/>
                          </a:cubicBezTo>
                          <a:cubicBezTo>
                            <a:pt x="16158" y="127270"/>
                            <a:pt x="13779" y="135596"/>
                            <a:pt x="20915" y="135596"/>
                          </a:cubicBezTo>
                          <a:cubicBezTo>
                            <a:pt x="28052" y="135596"/>
                            <a:pt x="42325" y="133217"/>
                            <a:pt x="47083" y="127270"/>
                          </a:cubicBezTo>
                          <a:cubicBezTo>
                            <a:pt x="51841" y="120133"/>
                            <a:pt x="49462" y="109428"/>
                            <a:pt x="56599" y="111807"/>
                          </a:cubicBezTo>
                          <a:cubicBezTo>
                            <a:pt x="63735" y="114186"/>
                            <a:pt x="70872" y="120133"/>
                            <a:pt x="70872" y="111807"/>
                          </a:cubicBezTo>
                          <a:cubicBezTo>
                            <a:pt x="70872" y="103481"/>
                            <a:pt x="72061" y="96344"/>
                            <a:pt x="74440" y="96344"/>
                          </a:cubicBezTo>
                          <a:cubicBezTo>
                            <a:pt x="76819" y="96344"/>
                            <a:pt x="79198" y="89208"/>
                            <a:pt x="80387" y="91586"/>
                          </a:cubicBezTo>
                          <a:cubicBezTo>
                            <a:pt x="81577" y="93965"/>
                            <a:pt x="83956" y="83260"/>
                            <a:pt x="88713" y="89208"/>
                          </a:cubicBezTo>
                          <a:cubicBezTo>
                            <a:pt x="92282" y="95155"/>
                            <a:pt x="83956" y="101102"/>
                            <a:pt x="88713" y="102291"/>
                          </a:cubicBezTo>
                          <a:cubicBezTo>
                            <a:pt x="93471" y="103481"/>
                            <a:pt x="102987" y="99912"/>
                            <a:pt x="101797" y="105860"/>
                          </a:cubicBezTo>
                          <a:cubicBezTo>
                            <a:pt x="101797" y="111807"/>
                            <a:pt x="92282" y="114186"/>
                            <a:pt x="95850" y="118944"/>
                          </a:cubicBezTo>
                          <a:cubicBezTo>
                            <a:pt x="99418" y="123701"/>
                            <a:pt x="111313" y="122512"/>
                            <a:pt x="116070" y="126080"/>
                          </a:cubicBezTo>
                          <a:cubicBezTo>
                            <a:pt x="120828" y="129648"/>
                            <a:pt x="125586" y="137974"/>
                            <a:pt x="131533" y="127270"/>
                          </a:cubicBezTo>
                          <a:cubicBezTo>
                            <a:pt x="131533" y="127270"/>
                            <a:pt x="135101" y="120133"/>
                            <a:pt x="138670" y="120133"/>
                          </a:cubicBezTo>
                          <a:cubicBezTo>
                            <a:pt x="139859" y="118944"/>
                            <a:pt x="139859" y="115375"/>
                            <a:pt x="139859" y="11537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9" name="Freeform 888">
                      <a:extLst>
                        <a:ext uri="{FF2B5EF4-FFF2-40B4-BE49-F238E27FC236}">
                          <a16:creationId xmlns:a16="http://schemas.microsoft.com/office/drawing/2014/main" id="{4282D73E-23AD-3F50-677F-F619153D8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8341" y="2235017"/>
                      <a:ext cx="19328" cy="29314"/>
                    </a:xfrm>
                    <a:custGeom>
                      <a:avLst/>
                      <a:gdLst>
                        <a:gd name="connsiteX0" fmla="*/ 10705 w 19328"/>
                        <a:gd name="connsiteY0" fmla="*/ 10714 h 29314"/>
                        <a:gd name="connsiteX1" fmla="*/ 0 w 19328"/>
                        <a:gd name="connsiteY1" fmla="*/ 1198 h 29314"/>
                        <a:gd name="connsiteX2" fmla="*/ 3568 w 19328"/>
                        <a:gd name="connsiteY2" fmla="*/ 13093 h 29314"/>
                        <a:gd name="connsiteX3" fmla="*/ 11894 w 19328"/>
                        <a:gd name="connsiteY3" fmla="*/ 27366 h 29314"/>
                        <a:gd name="connsiteX4" fmla="*/ 19031 w 19328"/>
                        <a:gd name="connsiteY4" fmla="*/ 24987 h 29314"/>
                        <a:gd name="connsiteX5" fmla="*/ 14273 w 19328"/>
                        <a:gd name="connsiteY5" fmla="*/ 20229 h 29314"/>
                        <a:gd name="connsiteX6" fmla="*/ 10705 w 19328"/>
                        <a:gd name="connsiteY6" fmla="*/ 10714 h 293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9328" h="29314">
                          <a:moveTo>
                            <a:pt x="10705" y="10714"/>
                          </a:moveTo>
                          <a:cubicBezTo>
                            <a:pt x="7137" y="7146"/>
                            <a:pt x="1190" y="-3559"/>
                            <a:pt x="0" y="1198"/>
                          </a:cubicBezTo>
                          <a:cubicBezTo>
                            <a:pt x="0" y="5956"/>
                            <a:pt x="3568" y="8335"/>
                            <a:pt x="3568" y="13093"/>
                          </a:cubicBezTo>
                          <a:cubicBezTo>
                            <a:pt x="3568" y="17851"/>
                            <a:pt x="5947" y="26177"/>
                            <a:pt x="11894" y="27366"/>
                          </a:cubicBezTo>
                          <a:cubicBezTo>
                            <a:pt x="17842" y="28555"/>
                            <a:pt x="20220" y="32124"/>
                            <a:pt x="19031" y="24987"/>
                          </a:cubicBezTo>
                          <a:cubicBezTo>
                            <a:pt x="19031" y="24987"/>
                            <a:pt x="17842" y="21419"/>
                            <a:pt x="14273" y="20229"/>
                          </a:cubicBezTo>
                          <a:cubicBezTo>
                            <a:pt x="10705" y="19040"/>
                            <a:pt x="15463" y="14282"/>
                            <a:pt x="10705" y="1071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0" name="Freeform 889">
                      <a:extLst>
                        <a:ext uri="{FF2B5EF4-FFF2-40B4-BE49-F238E27FC236}">
                          <a16:creationId xmlns:a16="http://schemas.microsoft.com/office/drawing/2014/main" id="{A8B25FEC-F20E-1795-711F-A17EFBC019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8864" y="2237405"/>
                      <a:ext cx="5600" cy="19584"/>
                    </a:xfrm>
                    <a:custGeom>
                      <a:avLst/>
                      <a:gdLst>
                        <a:gd name="connsiteX0" fmla="*/ 4014 w 5600"/>
                        <a:gd name="connsiteY0" fmla="*/ 17842 h 19584"/>
                        <a:gd name="connsiteX1" fmla="*/ 4014 w 5600"/>
                        <a:gd name="connsiteY1" fmla="*/ 0 h 19584"/>
                        <a:gd name="connsiteX2" fmla="*/ 446 w 5600"/>
                        <a:gd name="connsiteY2" fmla="*/ 7137 h 19584"/>
                        <a:gd name="connsiteX3" fmla="*/ 4014 w 5600"/>
                        <a:gd name="connsiteY3" fmla="*/ 17842 h 19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600" h="19584">
                          <a:moveTo>
                            <a:pt x="4014" y="17842"/>
                          </a:moveTo>
                          <a:cubicBezTo>
                            <a:pt x="4014" y="17842"/>
                            <a:pt x="7583" y="0"/>
                            <a:pt x="4014" y="0"/>
                          </a:cubicBezTo>
                          <a:cubicBezTo>
                            <a:pt x="446" y="0"/>
                            <a:pt x="-743" y="0"/>
                            <a:pt x="446" y="7137"/>
                          </a:cubicBezTo>
                          <a:cubicBezTo>
                            <a:pt x="1635" y="13084"/>
                            <a:pt x="446" y="23789"/>
                            <a:pt x="4014" y="1784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1" name="Freeform 890">
                      <a:extLst>
                        <a:ext uri="{FF2B5EF4-FFF2-40B4-BE49-F238E27FC236}">
                          <a16:creationId xmlns:a16="http://schemas.microsoft.com/office/drawing/2014/main" id="{DF55315C-94C9-FA0C-E5E4-48A643F291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0716" y="2810903"/>
                      <a:ext cx="32759" cy="20586"/>
                    </a:xfrm>
                    <a:custGeom>
                      <a:avLst/>
                      <a:gdLst>
                        <a:gd name="connsiteX0" fmla="*/ 24144 w 32759"/>
                        <a:gd name="connsiteY0" fmla="*/ 4567 h 20586"/>
                        <a:gd name="connsiteX1" fmla="*/ 12250 w 32759"/>
                        <a:gd name="connsiteY1" fmla="*/ 999 h 20586"/>
                        <a:gd name="connsiteX2" fmla="*/ 8682 w 32759"/>
                        <a:gd name="connsiteY2" fmla="*/ 8136 h 20586"/>
                        <a:gd name="connsiteX3" fmla="*/ 2735 w 32759"/>
                        <a:gd name="connsiteY3" fmla="*/ 9325 h 20586"/>
                        <a:gd name="connsiteX4" fmla="*/ 1545 w 32759"/>
                        <a:gd name="connsiteY4" fmla="*/ 15272 h 20586"/>
                        <a:gd name="connsiteX5" fmla="*/ 9871 w 32759"/>
                        <a:gd name="connsiteY5" fmla="*/ 20030 h 20586"/>
                        <a:gd name="connsiteX6" fmla="*/ 17008 w 32759"/>
                        <a:gd name="connsiteY6" fmla="*/ 16462 h 20586"/>
                        <a:gd name="connsiteX7" fmla="*/ 21766 w 32759"/>
                        <a:gd name="connsiteY7" fmla="*/ 17651 h 20586"/>
                        <a:gd name="connsiteX8" fmla="*/ 32470 w 32759"/>
                        <a:gd name="connsiteY8" fmla="*/ 17651 h 20586"/>
                        <a:gd name="connsiteX9" fmla="*/ 24144 w 32759"/>
                        <a:gd name="connsiteY9" fmla="*/ 4567 h 205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759" h="20586">
                          <a:moveTo>
                            <a:pt x="24144" y="4567"/>
                          </a:moveTo>
                          <a:cubicBezTo>
                            <a:pt x="19387" y="4567"/>
                            <a:pt x="13439" y="-2569"/>
                            <a:pt x="12250" y="999"/>
                          </a:cubicBezTo>
                          <a:cubicBezTo>
                            <a:pt x="11061" y="4567"/>
                            <a:pt x="11061" y="8136"/>
                            <a:pt x="8682" y="8136"/>
                          </a:cubicBezTo>
                          <a:cubicBezTo>
                            <a:pt x="6303" y="8136"/>
                            <a:pt x="3924" y="8136"/>
                            <a:pt x="2735" y="9325"/>
                          </a:cubicBezTo>
                          <a:cubicBezTo>
                            <a:pt x="1545" y="10515"/>
                            <a:pt x="-2023" y="14083"/>
                            <a:pt x="1545" y="15272"/>
                          </a:cubicBezTo>
                          <a:cubicBezTo>
                            <a:pt x="3924" y="16462"/>
                            <a:pt x="7492" y="22409"/>
                            <a:pt x="9871" y="20030"/>
                          </a:cubicBezTo>
                          <a:cubicBezTo>
                            <a:pt x="11061" y="17651"/>
                            <a:pt x="15818" y="15272"/>
                            <a:pt x="17008" y="16462"/>
                          </a:cubicBezTo>
                          <a:cubicBezTo>
                            <a:pt x="17008" y="17651"/>
                            <a:pt x="18197" y="16462"/>
                            <a:pt x="21766" y="17651"/>
                          </a:cubicBezTo>
                          <a:cubicBezTo>
                            <a:pt x="21766" y="17651"/>
                            <a:pt x="34849" y="22409"/>
                            <a:pt x="32470" y="17651"/>
                          </a:cubicBezTo>
                          <a:cubicBezTo>
                            <a:pt x="30092" y="12893"/>
                            <a:pt x="27713" y="4567"/>
                            <a:pt x="24144" y="456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2" name="Freeform 891">
                      <a:extLst>
                        <a:ext uri="{FF2B5EF4-FFF2-40B4-BE49-F238E27FC236}">
                          <a16:creationId xmlns:a16="http://schemas.microsoft.com/office/drawing/2014/main" id="{2FD0D953-EC8B-1F70-5819-31DB3006F5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8183" y="2806953"/>
                      <a:ext cx="4332" cy="5543"/>
                    </a:xfrm>
                    <a:custGeom>
                      <a:avLst/>
                      <a:gdLst>
                        <a:gd name="connsiteX0" fmla="*/ 4035 w 4332"/>
                        <a:gd name="connsiteY0" fmla="*/ 3759 h 5543"/>
                        <a:gd name="connsiteX1" fmla="*/ 2845 w 4332"/>
                        <a:gd name="connsiteY1" fmla="*/ 191 h 5543"/>
                        <a:gd name="connsiteX2" fmla="*/ 467 w 4332"/>
                        <a:gd name="connsiteY2" fmla="*/ 3759 h 5543"/>
                        <a:gd name="connsiteX3" fmla="*/ 4035 w 4332"/>
                        <a:gd name="connsiteY3" fmla="*/ 3759 h 55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332" h="5543">
                          <a:moveTo>
                            <a:pt x="4035" y="3759"/>
                          </a:moveTo>
                          <a:cubicBezTo>
                            <a:pt x="4035" y="3759"/>
                            <a:pt x="5224" y="-998"/>
                            <a:pt x="2845" y="191"/>
                          </a:cubicBezTo>
                          <a:cubicBezTo>
                            <a:pt x="467" y="1380"/>
                            <a:pt x="-723" y="1380"/>
                            <a:pt x="467" y="3759"/>
                          </a:cubicBezTo>
                          <a:cubicBezTo>
                            <a:pt x="2845" y="6138"/>
                            <a:pt x="4035" y="6138"/>
                            <a:pt x="4035" y="375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3" name="Freeform 892">
                      <a:extLst>
                        <a:ext uri="{FF2B5EF4-FFF2-40B4-BE49-F238E27FC236}">
                          <a16:creationId xmlns:a16="http://schemas.microsoft.com/office/drawing/2014/main" id="{DCF1C7EA-551D-31BB-50F5-BD966FB601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820" y="2682253"/>
                      <a:ext cx="26300" cy="26967"/>
                    </a:xfrm>
                    <a:custGeom>
                      <a:avLst/>
                      <a:gdLst>
                        <a:gd name="connsiteX0" fmla="*/ 7270 w 26300"/>
                        <a:gd name="connsiteY0" fmla="*/ 23789 h 26967"/>
                        <a:gd name="connsiteX1" fmla="*/ 15596 w 26300"/>
                        <a:gd name="connsiteY1" fmla="*/ 26168 h 26967"/>
                        <a:gd name="connsiteX2" fmla="*/ 17975 w 26300"/>
                        <a:gd name="connsiteY2" fmla="*/ 19031 h 26967"/>
                        <a:gd name="connsiteX3" fmla="*/ 26301 w 26300"/>
                        <a:gd name="connsiteY3" fmla="*/ 4758 h 26967"/>
                        <a:gd name="connsiteX4" fmla="*/ 22732 w 26300"/>
                        <a:gd name="connsiteY4" fmla="*/ 0 h 26967"/>
                        <a:gd name="connsiteX5" fmla="*/ 15596 w 26300"/>
                        <a:gd name="connsiteY5" fmla="*/ 9516 h 26967"/>
                        <a:gd name="connsiteX6" fmla="*/ 10838 w 26300"/>
                        <a:gd name="connsiteY6" fmla="*/ 7137 h 26967"/>
                        <a:gd name="connsiteX7" fmla="*/ 133 w 26300"/>
                        <a:gd name="connsiteY7" fmla="*/ 23789 h 26967"/>
                        <a:gd name="connsiteX8" fmla="*/ 7270 w 26300"/>
                        <a:gd name="connsiteY8" fmla="*/ 23789 h 269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6300" h="26967">
                          <a:moveTo>
                            <a:pt x="7270" y="23789"/>
                          </a:moveTo>
                          <a:cubicBezTo>
                            <a:pt x="8459" y="24978"/>
                            <a:pt x="13217" y="28547"/>
                            <a:pt x="15596" y="26168"/>
                          </a:cubicBezTo>
                          <a:cubicBezTo>
                            <a:pt x="16785" y="24978"/>
                            <a:pt x="16785" y="22599"/>
                            <a:pt x="17975" y="19031"/>
                          </a:cubicBezTo>
                          <a:cubicBezTo>
                            <a:pt x="17975" y="19031"/>
                            <a:pt x="26301" y="7137"/>
                            <a:pt x="26301" y="4758"/>
                          </a:cubicBezTo>
                          <a:cubicBezTo>
                            <a:pt x="25111" y="2379"/>
                            <a:pt x="23922" y="0"/>
                            <a:pt x="22732" y="0"/>
                          </a:cubicBezTo>
                          <a:cubicBezTo>
                            <a:pt x="21543" y="1190"/>
                            <a:pt x="17975" y="9516"/>
                            <a:pt x="15596" y="9516"/>
                          </a:cubicBezTo>
                          <a:cubicBezTo>
                            <a:pt x="13217" y="9516"/>
                            <a:pt x="13217" y="4758"/>
                            <a:pt x="10838" y="7137"/>
                          </a:cubicBezTo>
                          <a:cubicBezTo>
                            <a:pt x="8459" y="9516"/>
                            <a:pt x="-1056" y="21410"/>
                            <a:pt x="133" y="23789"/>
                          </a:cubicBezTo>
                          <a:cubicBezTo>
                            <a:pt x="-1056" y="28547"/>
                            <a:pt x="6080" y="23789"/>
                            <a:pt x="7270" y="237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4" name="Freeform 893">
                      <a:extLst>
                        <a:ext uri="{FF2B5EF4-FFF2-40B4-BE49-F238E27FC236}">
                          <a16:creationId xmlns:a16="http://schemas.microsoft.com/office/drawing/2014/main" id="{9361B841-9526-B0B8-A902-6B5344172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5257" y="2693601"/>
                      <a:ext cx="8811" cy="10528"/>
                    </a:xfrm>
                    <a:custGeom>
                      <a:avLst/>
                      <a:gdLst>
                        <a:gd name="connsiteX0" fmla="*/ 486 w 8811"/>
                        <a:gd name="connsiteY0" fmla="*/ 10062 h 10528"/>
                        <a:gd name="connsiteX1" fmla="*/ 8812 w 8811"/>
                        <a:gd name="connsiteY1" fmla="*/ 7683 h 10528"/>
                        <a:gd name="connsiteX2" fmla="*/ 5243 w 8811"/>
                        <a:gd name="connsiteY2" fmla="*/ 546 h 10528"/>
                        <a:gd name="connsiteX3" fmla="*/ 486 w 8811"/>
                        <a:gd name="connsiteY3" fmla="*/ 10062 h 105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811" h="10528">
                          <a:moveTo>
                            <a:pt x="486" y="10062"/>
                          </a:moveTo>
                          <a:cubicBezTo>
                            <a:pt x="2864" y="11251"/>
                            <a:pt x="8812" y="10062"/>
                            <a:pt x="8812" y="7683"/>
                          </a:cubicBezTo>
                          <a:cubicBezTo>
                            <a:pt x="8812" y="4115"/>
                            <a:pt x="7622" y="-1833"/>
                            <a:pt x="5243" y="546"/>
                          </a:cubicBezTo>
                          <a:cubicBezTo>
                            <a:pt x="5243" y="546"/>
                            <a:pt x="-1893" y="8872"/>
                            <a:pt x="486" y="1006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5" name="Freeform 894">
                      <a:extLst>
                        <a:ext uri="{FF2B5EF4-FFF2-40B4-BE49-F238E27FC236}">
                          <a16:creationId xmlns:a16="http://schemas.microsoft.com/office/drawing/2014/main" id="{82933040-2253-D4EF-509A-E004FEB614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56138" y="2686986"/>
                      <a:ext cx="13915" cy="10337"/>
                    </a:xfrm>
                    <a:custGeom>
                      <a:avLst/>
                      <a:gdLst>
                        <a:gd name="connsiteX0" fmla="*/ 1057 w 13915"/>
                        <a:gd name="connsiteY0" fmla="*/ 2404 h 10337"/>
                        <a:gd name="connsiteX1" fmla="*/ 1057 w 13915"/>
                        <a:gd name="connsiteY1" fmla="*/ 9541 h 10337"/>
                        <a:gd name="connsiteX2" fmla="*/ 12952 w 13915"/>
                        <a:gd name="connsiteY2" fmla="*/ 2404 h 10337"/>
                        <a:gd name="connsiteX3" fmla="*/ 1057 w 13915"/>
                        <a:gd name="connsiteY3" fmla="*/ 2404 h 103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915" h="10337">
                          <a:moveTo>
                            <a:pt x="1057" y="2404"/>
                          </a:moveTo>
                          <a:cubicBezTo>
                            <a:pt x="-1322" y="3594"/>
                            <a:pt x="1057" y="5973"/>
                            <a:pt x="1057" y="9541"/>
                          </a:cubicBezTo>
                          <a:cubicBezTo>
                            <a:pt x="1057" y="13109"/>
                            <a:pt x="11762" y="3594"/>
                            <a:pt x="12952" y="2404"/>
                          </a:cubicBezTo>
                          <a:cubicBezTo>
                            <a:pt x="17709" y="-2353"/>
                            <a:pt x="3436" y="1215"/>
                            <a:pt x="1057" y="240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6" name="Freeform 895">
                      <a:extLst>
                        <a:ext uri="{FF2B5EF4-FFF2-40B4-BE49-F238E27FC236}">
                          <a16:creationId xmlns:a16="http://schemas.microsoft.com/office/drawing/2014/main" id="{BC7A016E-152C-76C6-55CC-2C1221E08D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28011" y="2014534"/>
                      <a:ext cx="17777" cy="13529"/>
                    </a:xfrm>
                    <a:custGeom>
                      <a:avLst/>
                      <a:gdLst>
                        <a:gd name="connsiteX0" fmla="*/ 7688 w 17777"/>
                        <a:gd name="connsiteY0" fmla="*/ 446 h 13529"/>
                        <a:gd name="connsiteX1" fmla="*/ 551 w 17777"/>
                        <a:gd name="connsiteY1" fmla="*/ 4014 h 13529"/>
                        <a:gd name="connsiteX2" fmla="*/ 6498 w 17777"/>
                        <a:gd name="connsiteY2" fmla="*/ 11151 h 13529"/>
                        <a:gd name="connsiteX3" fmla="*/ 16014 w 17777"/>
                        <a:gd name="connsiteY3" fmla="*/ 13530 h 13529"/>
                        <a:gd name="connsiteX4" fmla="*/ 7688 w 17777"/>
                        <a:gd name="connsiteY4" fmla="*/ 446 h 135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777" h="13529">
                          <a:moveTo>
                            <a:pt x="7688" y="446"/>
                          </a:moveTo>
                          <a:cubicBezTo>
                            <a:pt x="4120" y="-743"/>
                            <a:pt x="2930" y="446"/>
                            <a:pt x="551" y="4014"/>
                          </a:cubicBezTo>
                          <a:cubicBezTo>
                            <a:pt x="-1828" y="6393"/>
                            <a:pt x="4120" y="11151"/>
                            <a:pt x="6498" y="11151"/>
                          </a:cubicBezTo>
                          <a:cubicBezTo>
                            <a:pt x="8877" y="9961"/>
                            <a:pt x="16014" y="13530"/>
                            <a:pt x="16014" y="13530"/>
                          </a:cubicBezTo>
                          <a:cubicBezTo>
                            <a:pt x="21961" y="12340"/>
                            <a:pt x="11256" y="2825"/>
                            <a:pt x="7688" y="44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7" name="Freeform 896">
                      <a:extLst>
                        <a:ext uri="{FF2B5EF4-FFF2-40B4-BE49-F238E27FC236}">
                          <a16:creationId xmlns:a16="http://schemas.microsoft.com/office/drawing/2014/main" id="{9351B7F7-E38F-D6F6-5A7E-E86995C45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0197" y="2119466"/>
                      <a:ext cx="11789" cy="17161"/>
                    </a:xfrm>
                    <a:custGeom>
                      <a:avLst/>
                      <a:gdLst>
                        <a:gd name="connsiteX0" fmla="*/ 11008 w 11789"/>
                        <a:gd name="connsiteY0" fmla="*/ 8511 h 17161"/>
                        <a:gd name="connsiteX1" fmla="*/ 9819 w 11789"/>
                        <a:gd name="connsiteY1" fmla="*/ 185 h 17161"/>
                        <a:gd name="connsiteX2" fmla="*/ 1493 w 11789"/>
                        <a:gd name="connsiteY2" fmla="*/ 7321 h 17161"/>
                        <a:gd name="connsiteX3" fmla="*/ 303 w 11789"/>
                        <a:gd name="connsiteY3" fmla="*/ 14458 h 17161"/>
                        <a:gd name="connsiteX4" fmla="*/ 6250 w 11789"/>
                        <a:gd name="connsiteY4" fmla="*/ 16837 h 17161"/>
                        <a:gd name="connsiteX5" fmla="*/ 11008 w 11789"/>
                        <a:gd name="connsiteY5" fmla="*/ 8511 h 171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1789" h="17161">
                          <a:moveTo>
                            <a:pt x="11008" y="8511"/>
                          </a:moveTo>
                          <a:cubicBezTo>
                            <a:pt x="12197" y="3753"/>
                            <a:pt x="12197" y="-1005"/>
                            <a:pt x="9819" y="185"/>
                          </a:cubicBezTo>
                          <a:cubicBezTo>
                            <a:pt x="7440" y="1374"/>
                            <a:pt x="303" y="3753"/>
                            <a:pt x="1493" y="7321"/>
                          </a:cubicBezTo>
                          <a:cubicBezTo>
                            <a:pt x="1493" y="10890"/>
                            <a:pt x="1493" y="13269"/>
                            <a:pt x="303" y="14458"/>
                          </a:cubicBezTo>
                          <a:cubicBezTo>
                            <a:pt x="-886" y="15647"/>
                            <a:pt x="1493" y="18026"/>
                            <a:pt x="6250" y="16837"/>
                          </a:cubicBezTo>
                          <a:cubicBezTo>
                            <a:pt x="5061" y="16837"/>
                            <a:pt x="9819" y="13269"/>
                            <a:pt x="11008" y="8511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8" name="Freeform 897">
                      <a:extLst>
                        <a:ext uri="{FF2B5EF4-FFF2-40B4-BE49-F238E27FC236}">
                          <a16:creationId xmlns:a16="http://schemas.microsoft.com/office/drawing/2014/main" id="{95D2F33F-CDC0-AF66-625B-5E97C995BD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5650" y="2139094"/>
                      <a:ext cx="10490" cy="6723"/>
                    </a:xfrm>
                    <a:custGeom>
                      <a:avLst/>
                      <a:gdLst>
                        <a:gd name="connsiteX0" fmla="*/ 3660 w 10490"/>
                        <a:gd name="connsiteY0" fmla="*/ 6724 h 6723"/>
                        <a:gd name="connsiteX1" fmla="*/ 9608 w 10490"/>
                        <a:gd name="connsiteY1" fmla="*/ 777 h 6723"/>
                        <a:gd name="connsiteX2" fmla="*/ 92 w 10490"/>
                        <a:gd name="connsiteY2" fmla="*/ 1966 h 6723"/>
                        <a:gd name="connsiteX3" fmla="*/ 3660 w 10490"/>
                        <a:gd name="connsiteY3" fmla="*/ 6724 h 67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90" h="6723">
                          <a:moveTo>
                            <a:pt x="3660" y="6724"/>
                          </a:moveTo>
                          <a:cubicBezTo>
                            <a:pt x="4850" y="6724"/>
                            <a:pt x="13176" y="777"/>
                            <a:pt x="9608" y="777"/>
                          </a:cubicBezTo>
                          <a:cubicBezTo>
                            <a:pt x="9608" y="777"/>
                            <a:pt x="-1097" y="-1602"/>
                            <a:pt x="92" y="1966"/>
                          </a:cubicBezTo>
                          <a:cubicBezTo>
                            <a:pt x="92" y="4345"/>
                            <a:pt x="1282" y="6724"/>
                            <a:pt x="3660" y="672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9" name="Freeform 898">
                      <a:extLst>
                        <a:ext uri="{FF2B5EF4-FFF2-40B4-BE49-F238E27FC236}">
                          <a16:creationId xmlns:a16="http://schemas.microsoft.com/office/drawing/2014/main" id="{9CB90EDA-B9F4-4023-2251-494459E6B7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7680" y="2045608"/>
                      <a:ext cx="4625" cy="5839"/>
                    </a:xfrm>
                    <a:custGeom>
                      <a:avLst/>
                      <a:gdLst>
                        <a:gd name="connsiteX0" fmla="*/ 3568 w 4625"/>
                        <a:gd name="connsiteY0" fmla="*/ 297 h 5839"/>
                        <a:gd name="connsiteX1" fmla="*/ 0 w 4625"/>
                        <a:gd name="connsiteY1" fmla="*/ 1487 h 5839"/>
                        <a:gd name="connsiteX2" fmla="*/ 3568 w 4625"/>
                        <a:gd name="connsiteY2" fmla="*/ 5055 h 5839"/>
                        <a:gd name="connsiteX3" fmla="*/ 3568 w 4625"/>
                        <a:gd name="connsiteY3" fmla="*/ 297 h 5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25" h="5839">
                          <a:moveTo>
                            <a:pt x="3568" y="297"/>
                          </a:moveTo>
                          <a:cubicBezTo>
                            <a:pt x="1190" y="297"/>
                            <a:pt x="0" y="-892"/>
                            <a:pt x="0" y="1487"/>
                          </a:cubicBezTo>
                          <a:cubicBezTo>
                            <a:pt x="0" y="3866"/>
                            <a:pt x="2379" y="7434"/>
                            <a:pt x="3568" y="5055"/>
                          </a:cubicBezTo>
                          <a:cubicBezTo>
                            <a:pt x="3568" y="3866"/>
                            <a:pt x="5947" y="-892"/>
                            <a:pt x="3568" y="29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0" name="Freeform 899">
                      <a:extLst>
                        <a:ext uri="{FF2B5EF4-FFF2-40B4-BE49-F238E27FC236}">
                          <a16:creationId xmlns:a16="http://schemas.microsoft.com/office/drawing/2014/main" id="{10FC05AA-4545-1BDF-7093-90501929F8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051" y="2046539"/>
                      <a:ext cx="5250" cy="8584"/>
                    </a:xfrm>
                    <a:custGeom>
                      <a:avLst/>
                      <a:gdLst>
                        <a:gd name="connsiteX0" fmla="*/ 1682 w 5250"/>
                        <a:gd name="connsiteY0" fmla="*/ 556 h 8584"/>
                        <a:gd name="connsiteX1" fmla="*/ 493 w 5250"/>
                        <a:gd name="connsiteY1" fmla="*/ 6503 h 8584"/>
                        <a:gd name="connsiteX2" fmla="*/ 5250 w 5250"/>
                        <a:gd name="connsiteY2" fmla="*/ 5314 h 8584"/>
                        <a:gd name="connsiteX3" fmla="*/ 1682 w 5250"/>
                        <a:gd name="connsiteY3" fmla="*/ 556 h 8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250" h="8584">
                          <a:moveTo>
                            <a:pt x="1682" y="556"/>
                          </a:moveTo>
                          <a:cubicBezTo>
                            <a:pt x="493" y="2935"/>
                            <a:pt x="-697" y="4125"/>
                            <a:pt x="493" y="6503"/>
                          </a:cubicBezTo>
                          <a:cubicBezTo>
                            <a:pt x="1682" y="8882"/>
                            <a:pt x="5250" y="10072"/>
                            <a:pt x="5250" y="5314"/>
                          </a:cubicBezTo>
                          <a:cubicBezTo>
                            <a:pt x="5250" y="4125"/>
                            <a:pt x="2872" y="-1823"/>
                            <a:pt x="1682" y="55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1" name="Freeform 900">
                      <a:extLst>
                        <a:ext uri="{FF2B5EF4-FFF2-40B4-BE49-F238E27FC236}">
                          <a16:creationId xmlns:a16="http://schemas.microsoft.com/office/drawing/2014/main" id="{E7F10BB6-4E50-D433-866C-D0A5D5898C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0844" y="2016541"/>
                      <a:ext cx="6131" cy="5575"/>
                    </a:xfrm>
                    <a:custGeom>
                      <a:avLst/>
                      <a:gdLst>
                        <a:gd name="connsiteX0" fmla="*/ 1374 w 6131"/>
                        <a:gd name="connsiteY0" fmla="*/ 818 h 5575"/>
                        <a:gd name="connsiteX1" fmla="*/ 1374 w 6131"/>
                        <a:gd name="connsiteY1" fmla="*/ 5575 h 5575"/>
                        <a:gd name="connsiteX2" fmla="*/ 6131 w 6131"/>
                        <a:gd name="connsiteY2" fmla="*/ 2007 h 5575"/>
                        <a:gd name="connsiteX3" fmla="*/ 1374 w 6131"/>
                        <a:gd name="connsiteY3" fmla="*/ 818 h 5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131" h="5575">
                          <a:moveTo>
                            <a:pt x="1374" y="818"/>
                          </a:moveTo>
                          <a:cubicBezTo>
                            <a:pt x="184" y="2007"/>
                            <a:pt x="-1005" y="5575"/>
                            <a:pt x="1374" y="5575"/>
                          </a:cubicBezTo>
                          <a:cubicBezTo>
                            <a:pt x="3752" y="4386"/>
                            <a:pt x="6131" y="4386"/>
                            <a:pt x="6131" y="2007"/>
                          </a:cubicBezTo>
                          <a:cubicBezTo>
                            <a:pt x="6131" y="2007"/>
                            <a:pt x="2563" y="-1561"/>
                            <a:pt x="1374" y="81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2" name="Freeform 901">
                      <a:extLst>
                        <a:ext uri="{FF2B5EF4-FFF2-40B4-BE49-F238E27FC236}">
                          <a16:creationId xmlns:a16="http://schemas.microsoft.com/office/drawing/2014/main" id="{BC3C056A-2BF0-4425-AA41-272E604CCE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8861" y="1904363"/>
                      <a:ext cx="5769" cy="4941"/>
                    </a:xfrm>
                    <a:custGeom>
                      <a:avLst/>
                      <a:gdLst>
                        <a:gd name="connsiteX0" fmla="*/ 3885 w 5769"/>
                        <a:gd name="connsiteY0" fmla="*/ 0 h 4941"/>
                        <a:gd name="connsiteX1" fmla="*/ 316 w 5769"/>
                        <a:gd name="connsiteY1" fmla="*/ 3568 h 4941"/>
                        <a:gd name="connsiteX2" fmla="*/ 3885 w 5769"/>
                        <a:gd name="connsiteY2" fmla="*/ 3568 h 4941"/>
                        <a:gd name="connsiteX3" fmla="*/ 3885 w 5769"/>
                        <a:gd name="connsiteY3" fmla="*/ 0 h 49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69" h="4941">
                          <a:moveTo>
                            <a:pt x="3885" y="0"/>
                          </a:moveTo>
                          <a:cubicBezTo>
                            <a:pt x="1506" y="0"/>
                            <a:pt x="-873" y="2379"/>
                            <a:pt x="316" y="3568"/>
                          </a:cubicBezTo>
                          <a:cubicBezTo>
                            <a:pt x="2695" y="4758"/>
                            <a:pt x="2695" y="5947"/>
                            <a:pt x="3885" y="3568"/>
                          </a:cubicBezTo>
                          <a:cubicBezTo>
                            <a:pt x="5074" y="3568"/>
                            <a:pt x="7453" y="0"/>
                            <a:pt x="3885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3" name="Freeform 902">
                      <a:extLst>
                        <a:ext uri="{FF2B5EF4-FFF2-40B4-BE49-F238E27FC236}">
                          <a16:creationId xmlns:a16="http://schemas.microsoft.com/office/drawing/2014/main" id="{7D033F7F-5041-74F5-89C3-CB5DA81A2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517" y="1925670"/>
                      <a:ext cx="7899" cy="18046"/>
                    </a:xfrm>
                    <a:custGeom>
                      <a:avLst/>
                      <a:gdLst>
                        <a:gd name="connsiteX0" fmla="*/ 3885 w 7899"/>
                        <a:gd name="connsiteY0" fmla="*/ 102 h 18046"/>
                        <a:gd name="connsiteX1" fmla="*/ 316 w 7899"/>
                        <a:gd name="connsiteY1" fmla="*/ 7239 h 18046"/>
                        <a:gd name="connsiteX2" fmla="*/ 3885 w 7899"/>
                        <a:gd name="connsiteY2" fmla="*/ 17944 h 18046"/>
                        <a:gd name="connsiteX3" fmla="*/ 7453 w 7899"/>
                        <a:gd name="connsiteY3" fmla="*/ 10807 h 18046"/>
                        <a:gd name="connsiteX4" fmla="*/ 3885 w 7899"/>
                        <a:gd name="connsiteY4" fmla="*/ 102 h 180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899" h="18046">
                          <a:moveTo>
                            <a:pt x="3885" y="102"/>
                          </a:moveTo>
                          <a:cubicBezTo>
                            <a:pt x="1506" y="1292"/>
                            <a:pt x="-873" y="4860"/>
                            <a:pt x="316" y="7239"/>
                          </a:cubicBezTo>
                          <a:cubicBezTo>
                            <a:pt x="1506" y="9618"/>
                            <a:pt x="1506" y="19133"/>
                            <a:pt x="3885" y="17944"/>
                          </a:cubicBezTo>
                          <a:cubicBezTo>
                            <a:pt x="6264" y="16754"/>
                            <a:pt x="8642" y="14376"/>
                            <a:pt x="7453" y="10807"/>
                          </a:cubicBezTo>
                          <a:cubicBezTo>
                            <a:pt x="8642" y="8428"/>
                            <a:pt x="7453" y="-1087"/>
                            <a:pt x="3885" y="10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4" name="Freeform 903">
                      <a:extLst>
                        <a:ext uri="{FF2B5EF4-FFF2-40B4-BE49-F238E27FC236}">
                          <a16:creationId xmlns:a16="http://schemas.microsoft.com/office/drawing/2014/main" id="{B897D706-030E-CD5D-AD4B-1F5E7DA0CC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7701" y="2014386"/>
                      <a:ext cx="14957" cy="16212"/>
                    </a:xfrm>
                    <a:custGeom>
                      <a:avLst/>
                      <a:gdLst>
                        <a:gd name="connsiteX0" fmla="*/ 7688 w 14957"/>
                        <a:gd name="connsiteY0" fmla="*/ 16057 h 16212"/>
                        <a:gd name="connsiteX1" fmla="*/ 13635 w 14957"/>
                        <a:gd name="connsiteY1" fmla="*/ 1784 h 16212"/>
                        <a:gd name="connsiteX2" fmla="*/ 6498 w 14957"/>
                        <a:gd name="connsiteY2" fmla="*/ 1784 h 16212"/>
                        <a:gd name="connsiteX3" fmla="*/ 551 w 14957"/>
                        <a:gd name="connsiteY3" fmla="*/ 12489 h 16212"/>
                        <a:gd name="connsiteX4" fmla="*/ 7688 w 14957"/>
                        <a:gd name="connsiteY4" fmla="*/ 8921 h 16212"/>
                        <a:gd name="connsiteX5" fmla="*/ 7688 w 14957"/>
                        <a:gd name="connsiteY5" fmla="*/ 16057 h 16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4957" h="16212">
                          <a:moveTo>
                            <a:pt x="7688" y="16057"/>
                          </a:moveTo>
                          <a:cubicBezTo>
                            <a:pt x="8877" y="16057"/>
                            <a:pt x="18393" y="4163"/>
                            <a:pt x="13635" y="1784"/>
                          </a:cubicBezTo>
                          <a:cubicBezTo>
                            <a:pt x="8877" y="-595"/>
                            <a:pt x="8877" y="-595"/>
                            <a:pt x="6498" y="1784"/>
                          </a:cubicBezTo>
                          <a:cubicBezTo>
                            <a:pt x="4120" y="4163"/>
                            <a:pt x="-1828" y="12489"/>
                            <a:pt x="551" y="12489"/>
                          </a:cubicBezTo>
                          <a:cubicBezTo>
                            <a:pt x="2930" y="12489"/>
                            <a:pt x="7688" y="7731"/>
                            <a:pt x="7688" y="8921"/>
                          </a:cubicBezTo>
                          <a:cubicBezTo>
                            <a:pt x="6498" y="11300"/>
                            <a:pt x="4120" y="17247"/>
                            <a:pt x="7688" y="1605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5" name="Freeform 904">
                      <a:extLst>
                        <a:ext uri="{FF2B5EF4-FFF2-40B4-BE49-F238E27FC236}">
                          <a16:creationId xmlns:a16="http://schemas.microsoft.com/office/drawing/2014/main" id="{401C90A3-D248-A5D8-9EBD-6B29A1BCF9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2437" y="2010930"/>
                      <a:ext cx="4625" cy="11186"/>
                    </a:xfrm>
                    <a:custGeom>
                      <a:avLst/>
                      <a:gdLst>
                        <a:gd name="connsiteX0" fmla="*/ 1057 w 4625"/>
                        <a:gd name="connsiteY0" fmla="*/ 11187 h 11186"/>
                        <a:gd name="connsiteX1" fmla="*/ 4626 w 4625"/>
                        <a:gd name="connsiteY1" fmla="*/ 6429 h 11186"/>
                        <a:gd name="connsiteX2" fmla="*/ 1057 w 4625"/>
                        <a:gd name="connsiteY2" fmla="*/ 482 h 11186"/>
                        <a:gd name="connsiteX3" fmla="*/ 1057 w 4625"/>
                        <a:gd name="connsiteY3" fmla="*/ 11187 h 111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25" h="11186">
                          <a:moveTo>
                            <a:pt x="1057" y="11187"/>
                          </a:moveTo>
                          <a:cubicBezTo>
                            <a:pt x="3436" y="9998"/>
                            <a:pt x="3436" y="9998"/>
                            <a:pt x="4626" y="6429"/>
                          </a:cubicBezTo>
                          <a:cubicBezTo>
                            <a:pt x="4626" y="5240"/>
                            <a:pt x="2247" y="-1897"/>
                            <a:pt x="1057" y="482"/>
                          </a:cubicBezTo>
                          <a:cubicBezTo>
                            <a:pt x="1057" y="1671"/>
                            <a:pt x="-1322" y="11187"/>
                            <a:pt x="1057" y="1118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6" name="Freeform 905">
                      <a:extLst>
                        <a:ext uri="{FF2B5EF4-FFF2-40B4-BE49-F238E27FC236}">
                          <a16:creationId xmlns:a16="http://schemas.microsoft.com/office/drawing/2014/main" id="{B626D94D-9AAE-66BC-A20F-DA05A8BC7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40531" y="2013791"/>
                      <a:ext cx="6952" cy="10300"/>
                    </a:xfrm>
                    <a:custGeom>
                      <a:avLst/>
                      <a:gdLst>
                        <a:gd name="connsiteX0" fmla="*/ 4945 w 6952"/>
                        <a:gd name="connsiteY0" fmla="*/ 9516 h 10300"/>
                        <a:gd name="connsiteX1" fmla="*/ 6135 w 6952"/>
                        <a:gd name="connsiteY1" fmla="*/ 0 h 10300"/>
                        <a:gd name="connsiteX2" fmla="*/ 188 w 6952"/>
                        <a:gd name="connsiteY2" fmla="*/ 5947 h 10300"/>
                        <a:gd name="connsiteX3" fmla="*/ 4945 w 6952"/>
                        <a:gd name="connsiteY3" fmla="*/ 9516 h 10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952" h="10300">
                          <a:moveTo>
                            <a:pt x="4945" y="9516"/>
                          </a:moveTo>
                          <a:cubicBezTo>
                            <a:pt x="4945" y="9516"/>
                            <a:pt x="8514" y="0"/>
                            <a:pt x="6135" y="0"/>
                          </a:cubicBezTo>
                          <a:cubicBezTo>
                            <a:pt x="3756" y="0"/>
                            <a:pt x="-1002" y="2379"/>
                            <a:pt x="188" y="5947"/>
                          </a:cubicBezTo>
                          <a:cubicBezTo>
                            <a:pt x="1377" y="8326"/>
                            <a:pt x="3756" y="11894"/>
                            <a:pt x="4945" y="95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7" name="Freeform 906">
                      <a:extLst>
                        <a:ext uri="{FF2B5EF4-FFF2-40B4-BE49-F238E27FC236}">
                          <a16:creationId xmlns:a16="http://schemas.microsoft.com/office/drawing/2014/main" id="{7B3801B9-98FB-FA20-FB04-BF36AD1785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25068" y="2019605"/>
                      <a:ext cx="14563" cy="22199"/>
                    </a:xfrm>
                    <a:custGeom>
                      <a:avLst/>
                      <a:gdLst>
                        <a:gd name="connsiteX0" fmla="*/ 188 w 14563"/>
                        <a:gd name="connsiteY0" fmla="*/ 17975 h 22199"/>
                        <a:gd name="connsiteX1" fmla="*/ 4946 w 14563"/>
                        <a:gd name="connsiteY1" fmla="*/ 21543 h 22199"/>
                        <a:gd name="connsiteX2" fmla="*/ 14461 w 14563"/>
                        <a:gd name="connsiteY2" fmla="*/ 7270 h 22199"/>
                        <a:gd name="connsiteX3" fmla="*/ 9703 w 14563"/>
                        <a:gd name="connsiteY3" fmla="*/ 133 h 22199"/>
                        <a:gd name="connsiteX4" fmla="*/ 6135 w 14563"/>
                        <a:gd name="connsiteY4" fmla="*/ 9649 h 22199"/>
                        <a:gd name="connsiteX5" fmla="*/ 188 w 14563"/>
                        <a:gd name="connsiteY5" fmla="*/ 17975 h 221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4563" h="22199">
                          <a:moveTo>
                            <a:pt x="188" y="17975"/>
                          </a:moveTo>
                          <a:cubicBezTo>
                            <a:pt x="1377" y="19164"/>
                            <a:pt x="3756" y="23922"/>
                            <a:pt x="4946" y="21543"/>
                          </a:cubicBezTo>
                          <a:cubicBezTo>
                            <a:pt x="6135" y="19164"/>
                            <a:pt x="15650" y="10838"/>
                            <a:pt x="14461" y="7270"/>
                          </a:cubicBezTo>
                          <a:cubicBezTo>
                            <a:pt x="14461" y="6080"/>
                            <a:pt x="9703" y="-1056"/>
                            <a:pt x="9703" y="133"/>
                          </a:cubicBezTo>
                          <a:cubicBezTo>
                            <a:pt x="8514" y="1323"/>
                            <a:pt x="7324" y="8459"/>
                            <a:pt x="6135" y="9649"/>
                          </a:cubicBezTo>
                          <a:cubicBezTo>
                            <a:pt x="3756" y="9649"/>
                            <a:pt x="-1002" y="15596"/>
                            <a:pt x="188" y="1797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8" name="Freeform 907">
                      <a:extLst>
                        <a:ext uri="{FF2B5EF4-FFF2-40B4-BE49-F238E27FC236}">
                          <a16:creationId xmlns:a16="http://schemas.microsoft.com/office/drawing/2014/main" id="{14C62CDE-07C4-7F42-B529-2FE4A99A7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26969" y="1987623"/>
                      <a:ext cx="9649" cy="15206"/>
                    </a:xfrm>
                    <a:custGeom>
                      <a:avLst/>
                      <a:gdLst>
                        <a:gd name="connsiteX0" fmla="*/ 4234 w 9649"/>
                        <a:gd name="connsiteY0" fmla="*/ 14273 h 15206"/>
                        <a:gd name="connsiteX1" fmla="*/ 8992 w 9649"/>
                        <a:gd name="connsiteY1" fmla="*/ 9516 h 15206"/>
                        <a:gd name="connsiteX2" fmla="*/ 5424 w 9649"/>
                        <a:gd name="connsiteY2" fmla="*/ 0 h 15206"/>
                        <a:gd name="connsiteX3" fmla="*/ 3045 w 9649"/>
                        <a:gd name="connsiteY3" fmla="*/ 4758 h 15206"/>
                        <a:gd name="connsiteX4" fmla="*/ 666 w 9649"/>
                        <a:gd name="connsiteY4" fmla="*/ 9516 h 15206"/>
                        <a:gd name="connsiteX5" fmla="*/ 4234 w 9649"/>
                        <a:gd name="connsiteY5" fmla="*/ 14273 h 152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9649" h="15206">
                          <a:moveTo>
                            <a:pt x="4234" y="14273"/>
                          </a:moveTo>
                          <a:cubicBezTo>
                            <a:pt x="5424" y="13084"/>
                            <a:pt x="4234" y="10705"/>
                            <a:pt x="8992" y="9516"/>
                          </a:cubicBezTo>
                          <a:cubicBezTo>
                            <a:pt x="11371" y="9516"/>
                            <a:pt x="6613" y="0"/>
                            <a:pt x="5424" y="0"/>
                          </a:cubicBezTo>
                          <a:cubicBezTo>
                            <a:pt x="4234" y="0"/>
                            <a:pt x="3045" y="3568"/>
                            <a:pt x="3045" y="4758"/>
                          </a:cubicBezTo>
                          <a:cubicBezTo>
                            <a:pt x="3045" y="5947"/>
                            <a:pt x="-1713" y="5947"/>
                            <a:pt x="666" y="9516"/>
                          </a:cubicBezTo>
                          <a:cubicBezTo>
                            <a:pt x="1856" y="14273"/>
                            <a:pt x="3045" y="16652"/>
                            <a:pt x="4234" y="1427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9" name="Freeform 908">
                      <a:extLst>
                        <a:ext uri="{FF2B5EF4-FFF2-40B4-BE49-F238E27FC236}">
                          <a16:creationId xmlns:a16="http://schemas.microsoft.com/office/drawing/2014/main" id="{5D8315B8-8627-9842-83B6-499ED23CD8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77030" y="2030443"/>
                      <a:ext cx="13541" cy="11008"/>
                    </a:xfrm>
                    <a:custGeom>
                      <a:avLst/>
                      <a:gdLst>
                        <a:gd name="connsiteX0" fmla="*/ 5406 w 13541"/>
                        <a:gd name="connsiteY0" fmla="*/ 2379 h 11008"/>
                        <a:gd name="connsiteX1" fmla="*/ 648 w 13541"/>
                        <a:gd name="connsiteY1" fmla="*/ 4758 h 11008"/>
                        <a:gd name="connsiteX2" fmla="*/ 8974 w 13541"/>
                        <a:gd name="connsiteY2" fmla="*/ 10705 h 11008"/>
                        <a:gd name="connsiteX3" fmla="*/ 12543 w 13541"/>
                        <a:gd name="connsiteY3" fmla="*/ 0 h 11008"/>
                        <a:gd name="connsiteX4" fmla="*/ 5406 w 13541"/>
                        <a:gd name="connsiteY4" fmla="*/ 2379 h 110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541" h="11008">
                          <a:moveTo>
                            <a:pt x="5406" y="2379"/>
                          </a:moveTo>
                          <a:cubicBezTo>
                            <a:pt x="3027" y="2379"/>
                            <a:pt x="-1731" y="0"/>
                            <a:pt x="648" y="4758"/>
                          </a:cubicBezTo>
                          <a:cubicBezTo>
                            <a:pt x="3027" y="9516"/>
                            <a:pt x="4217" y="11894"/>
                            <a:pt x="8974" y="10705"/>
                          </a:cubicBezTo>
                          <a:cubicBezTo>
                            <a:pt x="8974" y="10705"/>
                            <a:pt x="16111" y="0"/>
                            <a:pt x="12543" y="0"/>
                          </a:cubicBezTo>
                          <a:cubicBezTo>
                            <a:pt x="10164" y="0"/>
                            <a:pt x="8974" y="3568"/>
                            <a:pt x="5406" y="237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0" name="Freeform 909">
                      <a:extLst>
                        <a:ext uri="{FF2B5EF4-FFF2-40B4-BE49-F238E27FC236}">
                          <a16:creationId xmlns:a16="http://schemas.microsoft.com/office/drawing/2014/main" id="{39AEA44B-5D9F-533A-D5C5-2BC4E75998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36911" y="2078020"/>
                      <a:ext cx="5294" cy="7251"/>
                    </a:xfrm>
                    <a:custGeom>
                      <a:avLst/>
                      <a:gdLst>
                        <a:gd name="connsiteX0" fmla="*/ 4997 w 5294"/>
                        <a:gd name="connsiteY0" fmla="*/ 5947 h 7251"/>
                        <a:gd name="connsiteX1" fmla="*/ 3808 w 5294"/>
                        <a:gd name="connsiteY1" fmla="*/ 0 h 7251"/>
                        <a:gd name="connsiteX2" fmla="*/ 239 w 5294"/>
                        <a:gd name="connsiteY2" fmla="*/ 3568 h 7251"/>
                        <a:gd name="connsiteX3" fmla="*/ 4997 w 5294"/>
                        <a:gd name="connsiteY3" fmla="*/ 5947 h 72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294" h="7251">
                          <a:moveTo>
                            <a:pt x="4997" y="5947"/>
                          </a:moveTo>
                          <a:cubicBezTo>
                            <a:pt x="4997" y="5947"/>
                            <a:pt x="6187" y="0"/>
                            <a:pt x="3808" y="0"/>
                          </a:cubicBezTo>
                          <a:cubicBezTo>
                            <a:pt x="2618" y="0"/>
                            <a:pt x="-950" y="2379"/>
                            <a:pt x="239" y="3568"/>
                          </a:cubicBezTo>
                          <a:cubicBezTo>
                            <a:pt x="239" y="4758"/>
                            <a:pt x="3808" y="9516"/>
                            <a:pt x="4997" y="594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1" name="Freeform 910">
                      <a:extLst>
                        <a:ext uri="{FF2B5EF4-FFF2-40B4-BE49-F238E27FC236}">
                          <a16:creationId xmlns:a16="http://schemas.microsoft.com/office/drawing/2014/main" id="{4CDF195E-605A-A1EC-9AF2-1BEF8EA9B9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1308" y="1986319"/>
                      <a:ext cx="87609" cy="86943"/>
                    </a:xfrm>
                    <a:custGeom>
                      <a:avLst/>
                      <a:gdLst>
                        <a:gd name="connsiteX0" fmla="*/ 26283 w 87609"/>
                        <a:gd name="connsiteY0" fmla="*/ 66724 h 86943"/>
                        <a:gd name="connsiteX1" fmla="*/ 35799 w 87609"/>
                        <a:gd name="connsiteY1" fmla="*/ 72671 h 86943"/>
                        <a:gd name="connsiteX2" fmla="*/ 39367 w 87609"/>
                        <a:gd name="connsiteY2" fmla="*/ 82186 h 86943"/>
                        <a:gd name="connsiteX3" fmla="*/ 46504 w 87609"/>
                        <a:gd name="connsiteY3" fmla="*/ 78618 h 86943"/>
                        <a:gd name="connsiteX4" fmla="*/ 54830 w 87609"/>
                        <a:gd name="connsiteY4" fmla="*/ 86944 h 86943"/>
                        <a:gd name="connsiteX5" fmla="*/ 71482 w 87609"/>
                        <a:gd name="connsiteY5" fmla="*/ 78618 h 86943"/>
                        <a:gd name="connsiteX6" fmla="*/ 77429 w 87609"/>
                        <a:gd name="connsiteY6" fmla="*/ 79807 h 86943"/>
                        <a:gd name="connsiteX7" fmla="*/ 86944 w 87609"/>
                        <a:gd name="connsiteY7" fmla="*/ 70292 h 86943"/>
                        <a:gd name="connsiteX8" fmla="*/ 79808 w 87609"/>
                        <a:gd name="connsiteY8" fmla="*/ 69102 h 86943"/>
                        <a:gd name="connsiteX9" fmla="*/ 84566 w 87609"/>
                        <a:gd name="connsiteY9" fmla="*/ 53640 h 86943"/>
                        <a:gd name="connsiteX10" fmla="*/ 76240 w 87609"/>
                        <a:gd name="connsiteY10" fmla="*/ 61966 h 86943"/>
                        <a:gd name="connsiteX11" fmla="*/ 79808 w 87609"/>
                        <a:gd name="connsiteY11" fmla="*/ 46503 h 86943"/>
                        <a:gd name="connsiteX12" fmla="*/ 76240 w 87609"/>
                        <a:gd name="connsiteY12" fmla="*/ 31041 h 86943"/>
                        <a:gd name="connsiteX13" fmla="*/ 72671 w 87609"/>
                        <a:gd name="connsiteY13" fmla="*/ 26283 h 86943"/>
                        <a:gd name="connsiteX14" fmla="*/ 67914 w 87609"/>
                        <a:gd name="connsiteY14" fmla="*/ 16767 h 86943"/>
                        <a:gd name="connsiteX15" fmla="*/ 60777 w 87609"/>
                        <a:gd name="connsiteY15" fmla="*/ 20336 h 86943"/>
                        <a:gd name="connsiteX16" fmla="*/ 63156 w 87609"/>
                        <a:gd name="connsiteY16" fmla="*/ 10820 h 86943"/>
                        <a:gd name="connsiteX17" fmla="*/ 60777 w 87609"/>
                        <a:gd name="connsiteY17" fmla="*/ 115 h 86943"/>
                        <a:gd name="connsiteX18" fmla="*/ 46504 w 87609"/>
                        <a:gd name="connsiteY18" fmla="*/ 9631 h 86943"/>
                        <a:gd name="connsiteX19" fmla="*/ 45314 w 87609"/>
                        <a:gd name="connsiteY19" fmla="*/ 22715 h 86943"/>
                        <a:gd name="connsiteX20" fmla="*/ 39367 w 87609"/>
                        <a:gd name="connsiteY20" fmla="*/ 14388 h 86943"/>
                        <a:gd name="connsiteX21" fmla="*/ 38178 w 87609"/>
                        <a:gd name="connsiteY21" fmla="*/ 21525 h 86943"/>
                        <a:gd name="connsiteX22" fmla="*/ 34609 w 87609"/>
                        <a:gd name="connsiteY22" fmla="*/ 23904 h 86943"/>
                        <a:gd name="connsiteX23" fmla="*/ 35799 w 87609"/>
                        <a:gd name="connsiteY23" fmla="*/ 29851 h 86943"/>
                        <a:gd name="connsiteX24" fmla="*/ 28662 w 87609"/>
                        <a:gd name="connsiteY24" fmla="*/ 32230 h 86943"/>
                        <a:gd name="connsiteX25" fmla="*/ 25094 w 87609"/>
                        <a:gd name="connsiteY25" fmla="*/ 35798 h 86943"/>
                        <a:gd name="connsiteX26" fmla="*/ 9631 w 87609"/>
                        <a:gd name="connsiteY26" fmla="*/ 36988 h 86943"/>
                        <a:gd name="connsiteX27" fmla="*/ 116 w 87609"/>
                        <a:gd name="connsiteY27" fmla="*/ 44124 h 86943"/>
                        <a:gd name="connsiteX28" fmla="*/ 8442 w 87609"/>
                        <a:gd name="connsiteY28" fmla="*/ 53640 h 86943"/>
                        <a:gd name="connsiteX29" fmla="*/ 13199 w 87609"/>
                        <a:gd name="connsiteY29" fmla="*/ 45314 h 86943"/>
                        <a:gd name="connsiteX30" fmla="*/ 16768 w 87609"/>
                        <a:gd name="connsiteY30" fmla="*/ 51261 h 86943"/>
                        <a:gd name="connsiteX31" fmla="*/ 16768 w 87609"/>
                        <a:gd name="connsiteY31" fmla="*/ 58398 h 86943"/>
                        <a:gd name="connsiteX32" fmla="*/ 25094 w 87609"/>
                        <a:gd name="connsiteY32" fmla="*/ 57208 h 86943"/>
                        <a:gd name="connsiteX33" fmla="*/ 26283 w 87609"/>
                        <a:gd name="connsiteY33" fmla="*/ 66724 h 869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87609" h="86943">
                          <a:moveTo>
                            <a:pt x="26283" y="66724"/>
                          </a:moveTo>
                          <a:cubicBezTo>
                            <a:pt x="28662" y="69102"/>
                            <a:pt x="35799" y="69102"/>
                            <a:pt x="35799" y="72671"/>
                          </a:cubicBezTo>
                          <a:cubicBezTo>
                            <a:pt x="35799" y="75050"/>
                            <a:pt x="36988" y="80997"/>
                            <a:pt x="39367" y="82186"/>
                          </a:cubicBezTo>
                          <a:cubicBezTo>
                            <a:pt x="41746" y="83376"/>
                            <a:pt x="45314" y="75050"/>
                            <a:pt x="46504" y="78618"/>
                          </a:cubicBezTo>
                          <a:cubicBezTo>
                            <a:pt x="47693" y="83376"/>
                            <a:pt x="48882" y="86944"/>
                            <a:pt x="54830" y="86944"/>
                          </a:cubicBezTo>
                          <a:cubicBezTo>
                            <a:pt x="61966" y="86944"/>
                            <a:pt x="67914" y="76239"/>
                            <a:pt x="71482" y="78618"/>
                          </a:cubicBezTo>
                          <a:cubicBezTo>
                            <a:pt x="71482" y="78618"/>
                            <a:pt x="76240" y="78618"/>
                            <a:pt x="77429" y="79807"/>
                          </a:cubicBezTo>
                          <a:cubicBezTo>
                            <a:pt x="78618" y="80997"/>
                            <a:pt x="90513" y="70292"/>
                            <a:pt x="86944" y="70292"/>
                          </a:cubicBezTo>
                          <a:cubicBezTo>
                            <a:pt x="84566" y="70292"/>
                            <a:pt x="78618" y="72671"/>
                            <a:pt x="79808" y="69102"/>
                          </a:cubicBezTo>
                          <a:cubicBezTo>
                            <a:pt x="80997" y="64345"/>
                            <a:pt x="86944" y="52450"/>
                            <a:pt x="84566" y="53640"/>
                          </a:cubicBezTo>
                          <a:cubicBezTo>
                            <a:pt x="82187" y="53640"/>
                            <a:pt x="76240" y="64345"/>
                            <a:pt x="76240" y="61966"/>
                          </a:cubicBezTo>
                          <a:cubicBezTo>
                            <a:pt x="76240" y="59587"/>
                            <a:pt x="82187" y="50071"/>
                            <a:pt x="79808" y="46503"/>
                          </a:cubicBezTo>
                          <a:cubicBezTo>
                            <a:pt x="77429" y="44124"/>
                            <a:pt x="77429" y="34609"/>
                            <a:pt x="76240" y="31041"/>
                          </a:cubicBezTo>
                          <a:cubicBezTo>
                            <a:pt x="76240" y="27472"/>
                            <a:pt x="75050" y="27472"/>
                            <a:pt x="72671" y="26283"/>
                          </a:cubicBezTo>
                          <a:cubicBezTo>
                            <a:pt x="71482" y="25093"/>
                            <a:pt x="70292" y="16767"/>
                            <a:pt x="67914" y="16767"/>
                          </a:cubicBezTo>
                          <a:cubicBezTo>
                            <a:pt x="65535" y="17957"/>
                            <a:pt x="60777" y="22715"/>
                            <a:pt x="60777" y="20336"/>
                          </a:cubicBezTo>
                          <a:cubicBezTo>
                            <a:pt x="60777" y="16767"/>
                            <a:pt x="63156" y="14388"/>
                            <a:pt x="63156" y="10820"/>
                          </a:cubicBezTo>
                          <a:cubicBezTo>
                            <a:pt x="63156" y="7252"/>
                            <a:pt x="63156" y="-1074"/>
                            <a:pt x="60777" y="115"/>
                          </a:cubicBezTo>
                          <a:cubicBezTo>
                            <a:pt x="58398" y="1305"/>
                            <a:pt x="47693" y="8441"/>
                            <a:pt x="46504" y="9631"/>
                          </a:cubicBezTo>
                          <a:cubicBezTo>
                            <a:pt x="45314" y="12010"/>
                            <a:pt x="46504" y="22715"/>
                            <a:pt x="45314" y="22715"/>
                          </a:cubicBezTo>
                          <a:cubicBezTo>
                            <a:pt x="44125" y="22715"/>
                            <a:pt x="40556" y="14388"/>
                            <a:pt x="39367" y="14388"/>
                          </a:cubicBezTo>
                          <a:cubicBezTo>
                            <a:pt x="38178" y="15578"/>
                            <a:pt x="39367" y="20336"/>
                            <a:pt x="38178" y="21525"/>
                          </a:cubicBezTo>
                          <a:cubicBezTo>
                            <a:pt x="35799" y="22715"/>
                            <a:pt x="33420" y="22715"/>
                            <a:pt x="34609" y="23904"/>
                          </a:cubicBezTo>
                          <a:cubicBezTo>
                            <a:pt x="34609" y="25093"/>
                            <a:pt x="38178" y="28662"/>
                            <a:pt x="35799" y="29851"/>
                          </a:cubicBezTo>
                          <a:cubicBezTo>
                            <a:pt x="33420" y="31041"/>
                            <a:pt x="29851" y="29851"/>
                            <a:pt x="28662" y="32230"/>
                          </a:cubicBezTo>
                          <a:cubicBezTo>
                            <a:pt x="27473" y="34609"/>
                            <a:pt x="28662" y="34609"/>
                            <a:pt x="25094" y="35798"/>
                          </a:cubicBezTo>
                          <a:cubicBezTo>
                            <a:pt x="20336" y="36988"/>
                            <a:pt x="13199" y="35798"/>
                            <a:pt x="9631" y="36988"/>
                          </a:cubicBezTo>
                          <a:cubicBezTo>
                            <a:pt x="7252" y="38177"/>
                            <a:pt x="-1074" y="40556"/>
                            <a:pt x="116" y="44124"/>
                          </a:cubicBezTo>
                          <a:cubicBezTo>
                            <a:pt x="1305" y="47693"/>
                            <a:pt x="7252" y="56019"/>
                            <a:pt x="8442" y="53640"/>
                          </a:cubicBezTo>
                          <a:cubicBezTo>
                            <a:pt x="9631" y="51261"/>
                            <a:pt x="8442" y="44124"/>
                            <a:pt x="13199" y="45314"/>
                          </a:cubicBezTo>
                          <a:cubicBezTo>
                            <a:pt x="17957" y="46503"/>
                            <a:pt x="17957" y="47693"/>
                            <a:pt x="16768" y="51261"/>
                          </a:cubicBezTo>
                          <a:cubicBezTo>
                            <a:pt x="15578" y="54829"/>
                            <a:pt x="14389" y="57208"/>
                            <a:pt x="16768" y="58398"/>
                          </a:cubicBezTo>
                          <a:cubicBezTo>
                            <a:pt x="19147" y="59587"/>
                            <a:pt x="25094" y="53640"/>
                            <a:pt x="25094" y="57208"/>
                          </a:cubicBezTo>
                          <a:cubicBezTo>
                            <a:pt x="27473" y="60776"/>
                            <a:pt x="23904" y="64345"/>
                            <a:pt x="26283" y="6672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2" name="Freeform 911">
                      <a:extLst>
                        <a:ext uri="{FF2B5EF4-FFF2-40B4-BE49-F238E27FC236}">
                          <a16:creationId xmlns:a16="http://schemas.microsoft.com/office/drawing/2014/main" id="{25B5F54A-21BE-FD5F-C073-81B9B22FBD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9786" y="1754494"/>
                      <a:ext cx="1870981" cy="1448731"/>
                    </a:xfrm>
                    <a:custGeom>
                      <a:avLst/>
                      <a:gdLst>
                        <a:gd name="connsiteX0" fmla="*/ 1781774 w 1870981"/>
                        <a:gd name="connsiteY0" fmla="*/ 1179920 h 1448731"/>
                        <a:gd name="connsiteX1" fmla="*/ 1790100 w 1870981"/>
                        <a:gd name="connsiteY1" fmla="*/ 1169215 h 1448731"/>
                        <a:gd name="connsiteX2" fmla="*/ 1791289 w 1870981"/>
                        <a:gd name="connsiteY2" fmla="*/ 1165646 h 1448731"/>
                        <a:gd name="connsiteX3" fmla="*/ 1793668 w 1870981"/>
                        <a:gd name="connsiteY3" fmla="*/ 1164457 h 1448731"/>
                        <a:gd name="connsiteX4" fmla="*/ 1799615 w 1870981"/>
                        <a:gd name="connsiteY4" fmla="*/ 1162078 h 1448731"/>
                        <a:gd name="connsiteX5" fmla="*/ 1815078 w 1870981"/>
                        <a:gd name="connsiteY5" fmla="*/ 1162078 h 1448731"/>
                        <a:gd name="connsiteX6" fmla="*/ 1824593 w 1870981"/>
                        <a:gd name="connsiteY6" fmla="*/ 1160889 h 1448731"/>
                        <a:gd name="connsiteX7" fmla="*/ 1831730 w 1870981"/>
                        <a:gd name="connsiteY7" fmla="*/ 1162078 h 1448731"/>
                        <a:gd name="connsiteX8" fmla="*/ 1837677 w 1870981"/>
                        <a:gd name="connsiteY8" fmla="*/ 1157320 h 1448731"/>
                        <a:gd name="connsiteX9" fmla="*/ 1847193 w 1870981"/>
                        <a:gd name="connsiteY9" fmla="*/ 1153752 h 1448731"/>
                        <a:gd name="connsiteX10" fmla="*/ 1861466 w 1870981"/>
                        <a:gd name="connsiteY10" fmla="*/ 1144237 h 1448731"/>
                        <a:gd name="connsiteX11" fmla="*/ 1861466 w 1870981"/>
                        <a:gd name="connsiteY11" fmla="*/ 1139479 h 1448731"/>
                        <a:gd name="connsiteX12" fmla="*/ 1866224 w 1870981"/>
                        <a:gd name="connsiteY12" fmla="*/ 1138289 h 1448731"/>
                        <a:gd name="connsiteX13" fmla="*/ 1865034 w 1870981"/>
                        <a:gd name="connsiteY13" fmla="*/ 1133532 h 1448731"/>
                        <a:gd name="connsiteX14" fmla="*/ 1856708 w 1870981"/>
                        <a:gd name="connsiteY14" fmla="*/ 1129963 h 1448731"/>
                        <a:gd name="connsiteX15" fmla="*/ 1863845 w 1870981"/>
                        <a:gd name="connsiteY15" fmla="*/ 1128774 h 1448731"/>
                        <a:gd name="connsiteX16" fmla="*/ 1849572 w 1870981"/>
                        <a:gd name="connsiteY16" fmla="*/ 1118069 h 1448731"/>
                        <a:gd name="connsiteX17" fmla="*/ 1859087 w 1870981"/>
                        <a:gd name="connsiteY17" fmla="*/ 1120448 h 1448731"/>
                        <a:gd name="connsiteX18" fmla="*/ 1866224 w 1870981"/>
                        <a:gd name="connsiteY18" fmla="*/ 1112122 h 1448731"/>
                        <a:gd name="connsiteX19" fmla="*/ 1866224 w 1870981"/>
                        <a:gd name="connsiteY19" fmla="*/ 1108554 h 1448731"/>
                        <a:gd name="connsiteX20" fmla="*/ 1861466 w 1870981"/>
                        <a:gd name="connsiteY20" fmla="*/ 1107364 h 1448731"/>
                        <a:gd name="connsiteX21" fmla="*/ 1870981 w 1870981"/>
                        <a:gd name="connsiteY21" fmla="*/ 1101417 h 1448731"/>
                        <a:gd name="connsiteX22" fmla="*/ 1862655 w 1870981"/>
                        <a:gd name="connsiteY22" fmla="*/ 1094280 h 1448731"/>
                        <a:gd name="connsiteX23" fmla="*/ 1868603 w 1870981"/>
                        <a:gd name="connsiteY23" fmla="*/ 1087144 h 1448731"/>
                        <a:gd name="connsiteX24" fmla="*/ 1854329 w 1870981"/>
                        <a:gd name="connsiteY24" fmla="*/ 1083575 h 1448731"/>
                        <a:gd name="connsiteX25" fmla="*/ 1844814 w 1870981"/>
                        <a:gd name="connsiteY25" fmla="*/ 1082386 h 1448731"/>
                        <a:gd name="connsiteX26" fmla="*/ 1840056 w 1870981"/>
                        <a:gd name="connsiteY26" fmla="*/ 1088333 h 1448731"/>
                        <a:gd name="connsiteX27" fmla="*/ 1835298 w 1870981"/>
                        <a:gd name="connsiteY27" fmla="*/ 1083575 h 1448731"/>
                        <a:gd name="connsiteX28" fmla="*/ 1831730 w 1870981"/>
                        <a:gd name="connsiteY28" fmla="*/ 1083575 h 1448731"/>
                        <a:gd name="connsiteX29" fmla="*/ 1831730 w 1870981"/>
                        <a:gd name="connsiteY29" fmla="*/ 1080007 h 1448731"/>
                        <a:gd name="connsiteX30" fmla="*/ 1832920 w 1870981"/>
                        <a:gd name="connsiteY30" fmla="*/ 1078818 h 1448731"/>
                        <a:gd name="connsiteX31" fmla="*/ 1836488 w 1870981"/>
                        <a:gd name="connsiteY31" fmla="*/ 1064544 h 1448731"/>
                        <a:gd name="connsiteX32" fmla="*/ 1817457 w 1870981"/>
                        <a:gd name="connsiteY32" fmla="*/ 1060976 h 1448731"/>
                        <a:gd name="connsiteX33" fmla="*/ 1822214 w 1870981"/>
                        <a:gd name="connsiteY33" fmla="*/ 1064544 h 1448731"/>
                        <a:gd name="connsiteX34" fmla="*/ 1796047 w 1870981"/>
                        <a:gd name="connsiteY34" fmla="*/ 1076439 h 1448731"/>
                        <a:gd name="connsiteX35" fmla="*/ 1787721 w 1870981"/>
                        <a:gd name="connsiteY35" fmla="*/ 1083575 h 1448731"/>
                        <a:gd name="connsiteX36" fmla="*/ 1775826 w 1870981"/>
                        <a:gd name="connsiteY36" fmla="*/ 1085954 h 1448731"/>
                        <a:gd name="connsiteX37" fmla="*/ 1762743 w 1870981"/>
                        <a:gd name="connsiteY37" fmla="*/ 1096659 h 1448731"/>
                        <a:gd name="connsiteX38" fmla="*/ 1767500 w 1870981"/>
                        <a:gd name="connsiteY38" fmla="*/ 1088333 h 1448731"/>
                        <a:gd name="connsiteX39" fmla="*/ 1755606 w 1870981"/>
                        <a:gd name="connsiteY39" fmla="*/ 1069302 h 1448731"/>
                        <a:gd name="connsiteX40" fmla="*/ 1772258 w 1870981"/>
                        <a:gd name="connsiteY40" fmla="*/ 1081196 h 1448731"/>
                        <a:gd name="connsiteX41" fmla="*/ 1773448 w 1870981"/>
                        <a:gd name="connsiteY41" fmla="*/ 1075249 h 1448731"/>
                        <a:gd name="connsiteX42" fmla="*/ 1787721 w 1870981"/>
                        <a:gd name="connsiteY42" fmla="*/ 1070491 h 1448731"/>
                        <a:gd name="connsiteX43" fmla="*/ 1786531 w 1870981"/>
                        <a:gd name="connsiteY43" fmla="*/ 1066923 h 1448731"/>
                        <a:gd name="connsiteX44" fmla="*/ 1786531 w 1870981"/>
                        <a:gd name="connsiteY44" fmla="*/ 1065734 h 1448731"/>
                        <a:gd name="connsiteX45" fmla="*/ 1803184 w 1870981"/>
                        <a:gd name="connsiteY45" fmla="*/ 1060976 h 1448731"/>
                        <a:gd name="connsiteX46" fmla="*/ 1793668 w 1870981"/>
                        <a:gd name="connsiteY46" fmla="*/ 1065734 h 1448731"/>
                        <a:gd name="connsiteX47" fmla="*/ 1810320 w 1870981"/>
                        <a:gd name="connsiteY47" fmla="*/ 1063355 h 1448731"/>
                        <a:gd name="connsiteX48" fmla="*/ 1812699 w 1870981"/>
                        <a:gd name="connsiteY48" fmla="*/ 1058597 h 1448731"/>
                        <a:gd name="connsiteX49" fmla="*/ 1824593 w 1870981"/>
                        <a:gd name="connsiteY49" fmla="*/ 1051461 h 1448731"/>
                        <a:gd name="connsiteX50" fmla="*/ 1841245 w 1870981"/>
                        <a:gd name="connsiteY50" fmla="*/ 1050271 h 1448731"/>
                        <a:gd name="connsiteX51" fmla="*/ 1831730 w 1870981"/>
                        <a:gd name="connsiteY51" fmla="*/ 1037187 h 1448731"/>
                        <a:gd name="connsiteX52" fmla="*/ 1812699 w 1870981"/>
                        <a:gd name="connsiteY52" fmla="*/ 1038377 h 1448731"/>
                        <a:gd name="connsiteX53" fmla="*/ 1809131 w 1870981"/>
                        <a:gd name="connsiteY53" fmla="*/ 1030051 h 1448731"/>
                        <a:gd name="connsiteX54" fmla="*/ 1804373 w 1870981"/>
                        <a:gd name="connsiteY54" fmla="*/ 1024104 h 1448731"/>
                        <a:gd name="connsiteX55" fmla="*/ 1801994 w 1870981"/>
                        <a:gd name="connsiteY55" fmla="*/ 1020535 h 1448731"/>
                        <a:gd name="connsiteX56" fmla="*/ 1788910 w 1870981"/>
                        <a:gd name="connsiteY56" fmla="*/ 1033619 h 1448731"/>
                        <a:gd name="connsiteX57" fmla="*/ 1793668 w 1870981"/>
                        <a:gd name="connsiteY57" fmla="*/ 1026482 h 1448731"/>
                        <a:gd name="connsiteX58" fmla="*/ 1793668 w 1870981"/>
                        <a:gd name="connsiteY58" fmla="*/ 1022914 h 1448731"/>
                        <a:gd name="connsiteX59" fmla="*/ 1790100 w 1870981"/>
                        <a:gd name="connsiteY59" fmla="*/ 1022914 h 1448731"/>
                        <a:gd name="connsiteX60" fmla="*/ 1793668 w 1870981"/>
                        <a:gd name="connsiteY60" fmla="*/ 1016967 h 1448731"/>
                        <a:gd name="connsiteX61" fmla="*/ 1778205 w 1870981"/>
                        <a:gd name="connsiteY61" fmla="*/ 1027672 h 1448731"/>
                        <a:gd name="connsiteX62" fmla="*/ 1780584 w 1870981"/>
                        <a:gd name="connsiteY62" fmla="*/ 1018156 h 1448731"/>
                        <a:gd name="connsiteX63" fmla="*/ 1767500 w 1870981"/>
                        <a:gd name="connsiteY63" fmla="*/ 1026482 h 1448731"/>
                        <a:gd name="connsiteX64" fmla="*/ 1772258 w 1870981"/>
                        <a:gd name="connsiteY64" fmla="*/ 1018156 h 1448731"/>
                        <a:gd name="connsiteX65" fmla="*/ 1782963 w 1870981"/>
                        <a:gd name="connsiteY65" fmla="*/ 1007452 h 1448731"/>
                        <a:gd name="connsiteX66" fmla="*/ 1775826 w 1870981"/>
                        <a:gd name="connsiteY66" fmla="*/ 1005073 h 1448731"/>
                        <a:gd name="connsiteX67" fmla="*/ 1773448 w 1870981"/>
                        <a:gd name="connsiteY67" fmla="*/ 991989 h 1448731"/>
                        <a:gd name="connsiteX68" fmla="*/ 1767500 w 1870981"/>
                        <a:gd name="connsiteY68" fmla="*/ 991989 h 1448731"/>
                        <a:gd name="connsiteX69" fmla="*/ 1766311 w 1870981"/>
                        <a:gd name="connsiteY69" fmla="*/ 986042 h 1448731"/>
                        <a:gd name="connsiteX70" fmla="*/ 1763932 w 1870981"/>
                        <a:gd name="connsiteY70" fmla="*/ 977716 h 1448731"/>
                        <a:gd name="connsiteX71" fmla="*/ 1754417 w 1870981"/>
                        <a:gd name="connsiteY71" fmla="*/ 981284 h 1448731"/>
                        <a:gd name="connsiteX72" fmla="*/ 1743712 w 1870981"/>
                        <a:gd name="connsiteY72" fmla="*/ 981284 h 1448731"/>
                        <a:gd name="connsiteX73" fmla="*/ 1755606 w 1870981"/>
                        <a:gd name="connsiteY73" fmla="*/ 971768 h 1448731"/>
                        <a:gd name="connsiteX74" fmla="*/ 1743712 w 1870981"/>
                        <a:gd name="connsiteY74" fmla="*/ 961063 h 1448731"/>
                        <a:gd name="connsiteX75" fmla="*/ 1743712 w 1870981"/>
                        <a:gd name="connsiteY75" fmla="*/ 959874 h 1448731"/>
                        <a:gd name="connsiteX76" fmla="*/ 1761553 w 1870981"/>
                        <a:gd name="connsiteY76" fmla="*/ 958685 h 1448731"/>
                        <a:gd name="connsiteX77" fmla="*/ 1755606 w 1870981"/>
                        <a:gd name="connsiteY77" fmla="*/ 956306 h 1448731"/>
                        <a:gd name="connsiteX78" fmla="*/ 1763932 w 1870981"/>
                        <a:gd name="connsiteY78" fmla="*/ 953927 h 1448731"/>
                        <a:gd name="connsiteX79" fmla="*/ 1772258 w 1870981"/>
                        <a:gd name="connsiteY79" fmla="*/ 949169 h 1448731"/>
                        <a:gd name="connsiteX80" fmla="*/ 1773448 w 1870981"/>
                        <a:gd name="connsiteY80" fmla="*/ 943222 h 1448731"/>
                        <a:gd name="connsiteX81" fmla="*/ 1762743 w 1870981"/>
                        <a:gd name="connsiteY81" fmla="*/ 938464 h 1448731"/>
                        <a:gd name="connsiteX82" fmla="*/ 1756796 w 1870981"/>
                        <a:gd name="connsiteY82" fmla="*/ 923002 h 1448731"/>
                        <a:gd name="connsiteX83" fmla="*/ 1762743 w 1870981"/>
                        <a:gd name="connsiteY83" fmla="*/ 913486 h 1448731"/>
                        <a:gd name="connsiteX84" fmla="*/ 1748470 w 1870981"/>
                        <a:gd name="connsiteY84" fmla="*/ 908728 h 1448731"/>
                        <a:gd name="connsiteX85" fmla="*/ 1755606 w 1870981"/>
                        <a:gd name="connsiteY85" fmla="*/ 899213 h 1448731"/>
                        <a:gd name="connsiteX86" fmla="*/ 1738954 w 1870981"/>
                        <a:gd name="connsiteY86" fmla="*/ 901592 h 1448731"/>
                        <a:gd name="connsiteX87" fmla="*/ 1742522 w 1870981"/>
                        <a:gd name="connsiteY87" fmla="*/ 893266 h 1448731"/>
                        <a:gd name="connsiteX88" fmla="*/ 1753227 w 1870981"/>
                        <a:gd name="connsiteY88" fmla="*/ 883750 h 1448731"/>
                        <a:gd name="connsiteX89" fmla="*/ 1731817 w 1870981"/>
                        <a:gd name="connsiteY89" fmla="*/ 877803 h 1448731"/>
                        <a:gd name="connsiteX90" fmla="*/ 1750848 w 1870981"/>
                        <a:gd name="connsiteY90" fmla="*/ 870667 h 1448731"/>
                        <a:gd name="connsiteX91" fmla="*/ 1747280 w 1870981"/>
                        <a:gd name="connsiteY91" fmla="*/ 862340 h 1448731"/>
                        <a:gd name="connsiteX92" fmla="*/ 1731817 w 1870981"/>
                        <a:gd name="connsiteY92" fmla="*/ 861151 h 1448731"/>
                        <a:gd name="connsiteX93" fmla="*/ 1746091 w 1870981"/>
                        <a:gd name="connsiteY93" fmla="*/ 849257 h 1448731"/>
                        <a:gd name="connsiteX94" fmla="*/ 1744901 w 1870981"/>
                        <a:gd name="connsiteY94" fmla="*/ 845688 h 1448731"/>
                        <a:gd name="connsiteX95" fmla="*/ 1733007 w 1870981"/>
                        <a:gd name="connsiteY95" fmla="*/ 840931 h 1448731"/>
                        <a:gd name="connsiteX96" fmla="*/ 1738954 w 1870981"/>
                        <a:gd name="connsiteY96" fmla="*/ 831415 h 1448731"/>
                        <a:gd name="connsiteX97" fmla="*/ 1735386 w 1870981"/>
                        <a:gd name="connsiteY97" fmla="*/ 825468 h 1448731"/>
                        <a:gd name="connsiteX98" fmla="*/ 1738954 w 1870981"/>
                        <a:gd name="connsiteY98" fmla="*/ 818331 h 1448731"/>
                        <a:gd name="connsiteX99" fmla="*/ 1735386 w 1870981"/>
                        <a:gd name="connsiteY99" fmla="*/ 818331 h 1448731"/>
                        <a:gd name="connsiteX100" fmla="*/ 1734196 w 1870981"/>
                        <a:gd name="connsiteY100" fmla="*/ 812384 h 1448731"/>
                        <a:gd name="connsiteX101" fmla="*/ 1731817 w 1870981"/>
                        <a:gd name="connsiteY101" fmla="*/ 812384 h 1448731"/>
                        <a:gd name="connsiteX102" fmla="*/ 1731817 w 1870981"/>
                        <a:gd name="connsiteY102" fmla="*/ 808816 h 1448731"/>
                        <a:gd name="connsiteX103" fmla="*/ 1733007 w 1870981"/>
                        <a:gd name="connsiteY103" fmla="*/ 801679 h 1448731"/>
                        <a:gd name="connsiteX104" fmla="*/ 1736575 w 1870981"/>
                        <a:gd name="connsiteY104" fmla="*/ 795732 h 1448731"/>
                        <a:gd name="connsiteX105" fmla="*/ 1733007 w 1870981"/>
                        <a:gd name="connsiteY105" fmla="*/ 795732 h 1448731"/>
                        <a:gd name="connsiteX106" fmla="*/ 1725870 w 1870981"/>
                        <a:gd name="connsiteY106" fmla="*/ 793353 h 1448731"/>
                        <a:gd name="connsiteX107" fmla="*/ 1722302 w 1870981"/>
                        <a:gd name="connsiteY107" fmla="*/ 804058 h 1448731"/>
                        <a:gd name="connsiteX108" fmla="*/ 1717544 w 1870981"/>
                        <a:gd name="connsiteY108" fmla="*/ 812384 h 1448731"/>
                        <a:gd name="connsiteX109" fmla="*/ 1710408 w 1870981"/>
                        <a:gd name="connsiteY109" fmla="*/ 821900 h 1448731"/>
                        <a:gd name="connsiteX110" fmla="*/ 1706839 w 1870981"/>
                        <a:gd name="connsiteY110" fmla="*/ 821900 h 1448731"/>
                        <a:gd name="connsiteX111" fmla="*/ 1703271 w 1870981"/>
                        <a:gd name="connsiteY111" fmla="*/ 829036 h 1448731"/>
                        <a:gd name="connsiteX112" fmla="*/ 1710408 w 1870981"/>
                        <a:gd name="connsiteY112" fmla="*/ 838552 h 1448731"/>
                        <a:gd name="connsiteX113" fmla="*/ 1704460 w 1870981"/>
                        <a:gd name="connsiteY113" fmla="*/ 834983 h 1448731"/>
                        <a:gd name="connsiteX114" fmla="*/ 1699703 w 1870981"/>
                        <a:gd name="connsiteY114" fmla="*/ 839741 h 1448731"/>
                        <a:gd name="connsiteX115" fmla="*/ 1693756 w 1870981"/>
                        <a:gd name="connsiteY115" fmla="*/ 851635 h 1448731"/>
                        <a:gd name="connsiteX116" fmla="*/ 1683051 w 1870981"/>
                        <a:gd name="connsiteY116" fmla="*/ 873045 h 1448731"/>
                        <a:gd name="connsiteX117" fmla="*/ 1674724 w 1870981"/>
                        <a:gd name="connsiteY117" fmla="*/ 861151 h 1448731"/>
                        <a:gd name="connsiteX118" fmla="*/ 1666398 w 1870981"/>
                        <a:gd name="connsiteY118" fmla="*/ 873045 h 1448731"/>
                        <a:gd name="connsiteX119" fmla="*/ 1659262 w 1870981"/>
                        <a:gd name="connsiteY119" fmla="*/ 875424 h 1448731"/>
                        <a:gd name="connsiteX120" fmla="*/ 1653315 w 1870981"/>
                        <a:gd name="connsiteY120" fmla="*/ 877803 h 1448731"/>
                        <a:gd name="connsiteX121" fmla="*/ 1641420 w 1870981"/>
                        <a:gd name="connsiteY121" fmla="*/ 883750 h 1448731"/>
                        <a:gd name="connsiteX122" fmla="*/ 1634284 w 1870981"/>
                        <a:gd name="connsiteY122" fmla="*/ 894455 h 1448731"/>
                        <a:gd name="connsiteX123" fmla="*/ 1636663 w 1870981"/>
                        <a:gd name="connsiteY123" fmla="*/ 881371 h 1448731"/>
                        <a:gd name="connsiteX124" fmla="*/ 1635473 w 1870981"/>
                        <a:gd name="connsiteY124" fmla="*/ 867098 h 1448731"/>
                        <a:gd name="connsiteX125" fmla="*/ 1627147 w 1870981"/>
                        <a:gd name="connsiteY125" fmla="*/ 880182 h 1448731"/>
                        <a:gd name="connsiteX126" fmla="*/ 1617632 w 1870981"/>
                        <a:gd name="connsiteY126" fmla="*/ 890887 h 1448731"/>
                        <a:gd name="connsiteX127" fmla="*/ 1622389 w 1870981"/>
                        <a:gd name="connsiteY127" fmla="*/ 880182 h 1448731"/>
                        <a:gd name="connsiteX128" fmla="*/ 1625958 w 1870981"/>
                        <a:gd name="connsiteY128" fmla="*/ 867098 h 1448731"/>
                        <a:gd name="connsiteX129" fmla="*/ 1623579 w 1870981"/>
                        <a:gd name="connsiteY129" fmla="*/ 855204 h 1448731"/>
                        <a:gd name="connsiteX130" fmla="*/ 1615253 w 1870981"/>
                        <a:gd name="connsiteY130" fmla="*/ 856393 h 1448731"/>
                        <a:gd name="connsiteX131" fmla="*/ 1614063 w 1870981"/>
                        <a:gd name="connsiteY131" fmla="*/ 856393 h 1448731"/>
                        <a:gd name="connsiteX132" fmla="*/ 1605737 w 1870981"/>
                        <a:gd name="connsiteY132" fmla="*/ 845688 h 1448731"/>
                        <a:gd name="connsiteX133" fmla="*/ 1611685 w 1870981"/>
                        <a:gd name="connsiteY133" fmla="*/ 848067 h 1448731"/>
                        <a:gd name="connsiteX134" fmla="*/ 1605737 w 1870981"/>
                        <a:gd name="connsiteY134" fmla="*/ 831415 h 1448731"/>
                        <a:gd name="connsiteX135" fmla="*/ 1615253 w 1870981"/>
                        <a:gd name="connsiteY135" fmla="*/ 815952 h 1448731"/>
                        <a:gd name="connsiteX136" fmla="*/ 1589085 w 1870981"/>
                        <a:gd name="connsiteY136" fmla="*/ 798111 h 1448731"/>
                        <a:gd name="connsiteX137" fmla="*/ 1612874 w 1870981"/>
                        <a:gd name="connsiteY137" fmla="*/ 799300 h 1448731"/>
                        <a:gd name="connsiteX138" fmla="*/ 1618821 w 1870981"/>
                        <a:gd name="connsiteY138" fmla="*/ 794543 h 1448731"/>
                        <a:gd name="connsiteX139" fmla="*/ 1624768 w 1870981"/>
                        <a:gd name="connsiteY139" fmla="*/ 774322 h 1448731"/>
                        <a:gd name="connsiteX140" fmla="*/ 1631905 w 1870981"/>
                        <a:gd name="connsiteY140" fmla="*/ 767186 h 1448731"/>
                        <a:gd name="connsiteX141" fmla="*/ 1630715 w 1870981"/>
                        <a:gd name="connsiteY141" fmla="*/ 755291 h 1448731"/>
                        <a:gd name="connsiteX142" fmla="*/ 1617632 w 1870981"/>
                        <a:gd name="connsiteY142" fmla="*/ 757670 h 1448731"/>
                        <a:gd name="connsiteX143" fmla="*/ 1614063 w 1870981"/>
                        <a:gd name="connsiteY143" fmla="*/ 750533 h 1448731"/>
                        <a:gd name="connsiteX144" fmla="*/ 1600980 w 1870981"/>
                        <a:gd name="connsiteY144" fmla="*/ 751723 h 1448731"/>
                        <a:gd name="connsiteX145" fmla="*/ 1595032 w 1870981"/>
                        <a:gd name="connsiteY145" fmla="*/ 746965 h 1448731"/>
                        <a:gd name="connsiteX146" fmla="*/ 1587896 w 1870981"/>
                        <a:gd name="connsiteY146" fmla="*/ 746965 h 1448731"/>
                        <a:gd name="connsiteX147" fmla="*/ 1583138 w 1870981"/>
                        <a:gd name="connsiteY147" fmla="*/ 742207 h 1448731"/>
                        <a:gd name="connsiteX148" fmla="*/ 1578380 w 1870981"/>
                        <a:gd name="connsiteY148" fmla="*/ 736260 h 1448731"/>
                        <a:gd name="connsiteX149" fmla="*/ 1583138 w 1870981"/>
                        <a:gd name="connsiteY149" fmla="*/ 736260 h 1448731"/>
                        <a:gd name="connsiteX150" fmla="*/ 1583138 w 1870981"/>
                        <a:gd name="connsiteY150" fmla="*/ 732692 h 1448731"/>
                        <a:gd name="connsiteX151" fmla="*/ 1587896 w 1870981"/>
                        <a:gd name="connsiteY151" fmla="*/ 733881 h 1448731"/>
                        <a:gd name="connsiteX152" fmla="*/ 1579570 w 1870981"/>
                        <a:gd name="connsiteY152" fmla="*/ 726745 h 1448731"/>
                        <a:gd name="connsiteX153" fmla="*/ 1578380 w 1870981"/>
                        <a:gd name="connsiteY153" fmla="*/ 723176 h 1448731"/>
                        <a:gd name="connsiteX154" fmla="*/ 1571244 w 1870981"/>
                        <a:gd name="connsiteY154" fmla="*/ 714850 h 1448731"/>
                        <a:gd name="connsiteX155" fmla="*/ 1566486 w 1870981"/>
                        <a:gd name="connsiteY155" fmla="*/ 700577 h 1448731"/>
                        <a:gd name="connsiteX156" fmla="*/ 1555781 w 1870981"/>
                        <a:gd name="connsiteY156" fmla="*/ 685115 h 1448731"/>
                        <a:gd name="connsiteX157" fmla="*/ 1536750 w 1870981"/>
                        <a:gd name="connsiteY157" fmla="*/ 689872 h 1448731"/>
                        <a:gd name="connsiteX158" fmla="*/ 1534371 w 1870981"/>
                        <a:gd name="connsiteY158" fmla="*/ 688683 h 1448731"/>
                        <a:gd name="connsiteX159" fmla="*/ 1534371 w 1870981"/>
                        <a:gd name="connsiteY159" fmla="*/ 691062 h 1448731"/>
                        <a:gd name="connsiteX160" fmla="*/ 1530803 w 1870981"/>
                        <a:gd name="connsiteY160" fmla="*/ 691062 h 1448731"/>
                        <a:gd name="connsiteX161" fmla="*/ 1520098 w 1870981"/>
                        <a:gd name="connsiteY161" fmla="*/ 683925 h 1448731"/>
                        <a:gd name="connsiteX162" fmla="*/ 1507014 w 1870981"/>
                        <a:gd name="connsiteY162" fmla="*/ 688683 h 1448731"/>
                        <a:gd name="connsiteX163" fmla="*/ 1509393 w 1870981"/>
                        <a:gd name="connsiteY163" fmla="*/ 683925 h 1448731"/>
                        <a:gd name="connsiteX164" fmla="*/ 1487983 w 1870981"/>
                        <a:gd name="connsiteY164" fmla="*/ 674410 h 1448731"/>
                        <a:gd name="connsiteX165" fmla="*/ 1465384 w 1870981"/>
                        <a:gd name="connsiteY165" fmla="*/ 673220 h 1448731"/>
                        <a:gd name="connsiteX166" fmla="*/ 1454679 w 1870981"/>
                        <a:gd name="connsiteY166" fmla="*/ 680357 h 1448731"/>
                        <a:gd name="connsiteX167" fmla="*/ 1454679 w 1870981"/>
                        <a:gd name="connsiteY167" fmla="*/ 688683 h 1448731"/>
                        <a:gd name="connsiteX168" fmla="*/ 1452300 w 1870981"/>
                        <a:gd name="connsiteY168" fmla="*/ 694630 h 1448731"/>
                        <a:gd name="connsiteX169" fmla="*/ 1460626 w 1870981"/>
                        <a:gd name="connsiteY169" fmla="*/ 719608 h 1448731"/>
                        <a:gd name="connsiteX170" fmla="*/ 1454679 w 1870981"/>
                        <a:gd name="connsiteY170" fmla="*/ 721987 h 1448731"/>
                        <a:gd name="connsiteX171" fmla="*/ 1452300 w 1870981"/>
                        <a:gd name="connsiteY171" fmla="*/ 730313 h 1448731"/>
                        <a:gd name="connsiteX172" fmla="*/ 1442785 w 1870981"/>
                        <a:gd name="connsiteY172" fmla="*/ 741018 h 1448731"/>
                        <a:gd name="connsiteX173" fmla="*/ 1439217 w 1870981"/>
                        <a:gd name="connsiteY173" fmla="*/ 749344 h 1448731"/>
                        <a:gd name="connsiteX174" fmla="*/ 1443974 w 1870981"/>
                        <a:gd name="connsiteY174" fmla="*/ 756481 h 1448731"/>
                        <a:gd name="connsiteX175" fmla="*/ 1449921 w 1870981"/>
                        <a:gd name="connsiteY175" fmla="*/ 762428 h 1448731"/>
                        <a:gd name="connsiteX176" fmla="*/ 1442785 w 1870981"/>
                        <a:gd name="connsiteY176" fmla="*/ 763617 h 1448731"/>
                        <a:gd name="connsiteX177" fmla="*/ 1442785 w 1870981"/>
                        <a:gd name="connsiteY177" fmla="*/ 769565 h 1448731"/>
                        <a:gd name="connsiteX178" fmla="*/ 1445164 w 1870981"/>
                        <a:gd name="connsiteY178" fmla="*/ 771943 h 1448731"/>
                        <a:gd name="connsiteX179" fmla="*/ 1442785 w 1870981"/>
                        <a:gd name="connsiteY179" fmla="*/ 774322 h 1448731"/>
                        <a:gd name="connsiteX180" fmla="*/ 1443974 w 1870981"/>
                        <a:gd name="connsiteY180" fmla="*/ 780269 h 1448731"/>
                        <a:gd name="connsiteX181" fmla="*/ 1447543 w 1870981"/>
                        <a:gd name="connsiteY181" fmla="*/ 785027 h 1448731"/>
                        <a:gd name="connsiteX182" fmla="*/ 1442785 w 1870981"/>
                        <a:gd name="connsiteY182" fmla="*/ 790974 h 1448731"/>
                        <a:gd name="connsiteX183" fmla="*/ 1438027 w 1870981"/>
                        <a:gd name="connsiteY183" fmla="*/ 805248 h 1448731"/>
                        <a:gd name="connsiteX184" fmla="*/ 1432080 w 1870981"/>
                        <a:gd name="connsiteY184" fmla="*/ 799300 h 1448731"/>
                        <a:gd name="connsiteX185" fmla="*/ 1423754 w 1870981"/>
                        <a:gd name="connsiteY185" fmla="*/ 805248 h 1448731"/>
                        <a:gd name="connsiteX186" fmla="*/ 1426133 w 1870981"/>
                        <a:gd name="connsiteY186" fmla="*/ 810005 h 1448731"/>
                        <a:gd name="connsiteX187" fmla="*/ 1411859 w 1870981"/>
                        <a:gd name="connsiteY187" fmla="*/ 819521 h 1448731"/>
                        <a:gd name="connsiteX188" fmla="*/ 1408291 w 1870981"/>
                        <a:gd name="connsiteY188" fmla="*/ 827847 h 1448731"/>
                        <a:gd name="connsiteX189" fmla="*/ 1398776 w 1870981"/>
                        <a:gd name="connsiteY189" fmla="*/ 837362 h 1448731"/>
                        <a:gd name="connsiteX190" fmla="*/ 1398776 w 1870981"/>
                        <a:gd name="connsiteY190" fmla="*/ 837362 h 1448731"/>
                        <a:gd name="connsiteX191" fmla="*/ 1407102 w 1870981"/>
                        <a:gd name="connsiteY191" fmla="*/ 849257 h 1448731"/>
                        <a:gd name="connsiteX192" fmla="*/ 1407102 w 1870981"/>
                        <a:gd name="connsiteY192" fmla="*/ 857583 h 1448731"/>
                        <a:gd name="connsiteX193" fmla="*/ 1420185 w 1870981"/>
                        <a:gd name="connsiteY193" fmla="*/ 873045 h 1448731"/>
                        <a:gd name="connsiteX194" fmla="*/ 1420185 w 1870981"/>
                        <a:gd name="connsiteY194" fmla="*/ 898023 h 1448731"/>
                        <a:gd name="connsiteX195" fmla="*/ 1422564 w 1870981"/>
                        <a:gd name="connsiteY195" fmla="*/ 920623 h 1448731"/>
                        <a:gd name="connsiteX196" fmla="*/ 1417807 w 1870981"/>
                        <a:gd name="connsiteY196" fmla="*/ 942033 h 1448731"/>
                        <a:gd name="connsiteX197" fmla="*/ 1421375 w 1870981"/>
                        <a:gd name="connsiteY197" fmla="*/ 938464 h 1448731"/>
                        <a:gd name="connsiteX198" fmla="*/ 1426133 w 1870981"/>
                        <a:gd name="connsiteY198" fmla="*/ 949169 h 1448731"/>
                        <a:gd name="connsiteX199" fmla="*/ 1410670 w 1870981"/>
                        <a:gd name="connsiteY199" fmla="*/ 950359 h 1448731"/>
                        <a:gd name="connsiteX200" fmla="*/ 1403533 w 1870981"/>
                        <a:gd name="connsiteY200" fmla="*/ 959874 h 1448731"/>
                        <a:gd name="connsiteX201" fmla="*/ 1380934 w 1870981"/>
                        <a:gd name="connsiteY201" fmla="*/ 976526 h 1448731"/>
                        <a:gd name="connsiteX202" fmla="*/ 1353577 w 1870981"/>
                        <a:gd name="connsiteY202" fmla="*/ 988420 h 1448731"/>
                        <a:gd name="connsiteX203" fmla="*/ 1338115 w 1870981"/>
                        <a:gd name="connsiteY203" fmla="*/ 994368 h 1448731"/>
                        <a:gd name="connsiteX204" fmla="*/ 1327410 w 1870981"/>
                        <a:gd name="connsiteY204" fmla="*/ 1000315 h 1448731"/>
                        <a:gd name="connsiteX205" fmla="*/ 1325031 w 1870981"/>
                        <a:gd name="connsiteY205" fmla="*/ 1005073 h 1448731"/>
                        <a:gd name="connsiteX206" fmla="*/ 1328599 w 1870981"/>
                        <a:gd name="connsiteY206" fmla="*/ 1030051 h 1448731"/>
                        <a:gd name="connsiteX207" fmla="*/ 1329788 w 1870981"/>
                        <a:gd name="connsiteY207" fmla="*/ 1039566 h 1448731"/>
                        <a:gd name="connsiteX208" fmla="*/ 1327410 w 1870981"/>
                        <a:gd name="connsiteY208" fmla="*/ 1068113 h 1448731"/>
                        <a:gd name="connsiteX209" fmla="*/ 1330978 w 1870981"/>
                        <a:gd name="connsiteY209" fmla="*/ 1078818 h 1448731"/>
                        <a:gd name="connsiteX210" fmla="*/ 1329788 w 1870981"/>
                        <a:gd name="connsiteY210" fmla="*/ 1080007 h 1448731"/>
                        <a:gd name="connsiteX211" fmla="*/ 1325031 w 1870981"/>
                        <a:gd name="connsiteY211" fmla="*/ 1085954 h 1448731"/>
                        <a:gd name="connsiteX212" fmla="*/ 1328599 w 1870981"/>
                        <a:gd name="connsiteY212" fmla="*/ 1096659 h 1448731"/>
                        <a:gd name="connsiteX213" fmla="*/ 1322652 w 1870981"/>
                        <a:gd name="connsiteY213" fmla="*/ 1104985 h 1448731"/>
                        <a:gd name="connsiteX214" fmla="*/ 1319083 w 1870981"/>
                        <a:gd name="connsiteY214" fmla="*/ 1115690 h 1448731"/>
                        <a:gd name="connsiteX215" fmla="*/ 1317894 w 1870981"/>
                        <a:gd name="connsiteY215" fmla="*/ 1134721 h 1448731"/>
                        <a:gd name="connsiteX216" fmla="*/ 1326220 w 1870981"/>
                        <a:gd name="connsiteY216" fmla="*/ 1146615 h 1448731"/>
                        <a:gd name="connsiteX217" fmla="*/ 1315515 w 1870981"/>
                        <a:gd name="connsiteY217" fmla="*/ 1144237 h 1448731"/>
                        <a:gd name="connsiteX218" fmla="*/ 1314326 w 1870981"/>
                        <a:gd name="connsiteY218" fmla="*/ 1128774 h 1448731"/>
                        <a:gd name="connsiteX219" fmla="*/ 1310757 w 1870981"/>
                        <a:gd name="connsiteY219" fmla="*/ 1116880 h 1448731"/>
                        <a:gd name="connsiteX220" fmla="*/ 1295295 w 1870981"/>
                        <a:gd name="connsiteY220" fmla="*/ 1135910 h 1448731"/>
                        <a:gd name="connsiteX221" fmla="*/ 1284590 w 1870981"/>
                        <a:gd name="connsiteY221" fmla="*/ 1131153 h 1448731"/>
                        <a:gd name="connsiteX222" fmla="*/ 1271506 w 1870981"/>
                        <a:gd name="connsiteY222" fmla="*/ 1133532 h 1448731"/>
                        <a:gd name="connsiteX223" fmla="*/ 1281022 w 1870981"/>
                        <a:gd name="connsiteY223" fmla="*/ 1122827 h 1448731"/>
                        <a:gd name="connsiteX224" fmla="*/ 1276264 w 1870981"/>
                        <a:gd name="connsiteY224" fmla="*/ 1107364 h 1448731"/>
                        <a:gd name="connsiteX225" fmla="*/ 1264369 w 1870981"/>
                        <a:gd name="connsiteY225" fmla="*/ 1099038 h 1448731"/>
                        <a:gd name="connsiteX226" fmla="*/ 1263180 w 1870981"/>
                        <a:gd name="connsiteY226" fmla="*/ 1084765 h 1448731"/>
                        <a:gd name="connsiteX227" fmla="*/ 1257233 w 1870981"/>
                        <a:gd name="connsiteY227" fmla="*/ 1082386 h 1448731"/>
                        <a:gd name="connsiteX228" fmla="*/ 1256043 w 1870981"/>
                        <a:gd name="connsiteY228" fmla="*/ 1075249 h 1448731"/>
                        <a:gd name="connsiteX229" fmla="*/ 1253665 w 1870981"/>
                        <a:gd name="connsiteY229" fmla="*/ 1057408 h 1448731"/>
                        <a:gd name="connsiteX230" fmla="*/ 1258422 w 1870981"/>
                        <a:gd name="connsiteY230" fmla="*/ 1035998 h 1448731"/>
                        <a:gd name="connsiteX231" fmla="*/ 1265559 w 1870981"/>
                        <a:gd name="connsiteY231" fmla="*/ 1016967 h 1448731"/>
                        <a:gd name="connsiteX232" fmla="*/ 1264369 w 1870981"/>
                        <a:gd name="connsiteY232" fmla="*/ 1006262 h 1448731"/>
                        <a:gd name="connsiteX233" fmla="*/ 1269127 w 1870981"/>
                        <a:gd name="connsiteY233" fmla="*/ 997936 h 1448731"/>
                        <a:gd name="connsiteX234" fmla="*/ 1276264 w 1870981"/>
                        <a:gd name="connsiteY234" fmla="*/ 974147 h 1448731"/>
                        <a:gd name="connsiteX235" fmla="*/ 1260801 w 1870981"/>
                        <a:gd name="connsiteY235" fmla="*/ 975337 h 1448731"/>
                        <a:gd name="connsiteX236" fmla="*/ 1246528 w 1870981"/>
                        <a:gd name="connsiteY236" fmla="*/ 970579 h 1448731"/>
                        <a:gd name="connsiteX237" fmla="*/ 1232255 w 1870981"/>
                        <a:gd name="connsiteY237" fmla="*/ 968200 h 1448731"/>
                        <a:gd name="connsiteX238" fmla="*/ 1217982 w 1870981"/>
                        <a:gd name="connsiteY238" fmla="*/ 969389 h 1448731"/>
                        <a:gd name="connsiteX239" fmla="*/ 1209656 w 1870981"/>
                        <a:gd name="connsiteY239" fmla="*/ 958685 h 1448731"/>
                        <a:gd name="connsiteX240" fmla="*/ 1197761 w 1870981"/>
                        <a:gd name="connsiteY240" fmla="*/ 950359 h 1448731"/>
                        <a:gd name="connsiteX241" fmla="*/ 1175162 w 1870981"/>
                        <a:gd name="connsiteY241" fmla="*/ 934896 h 1448731"/>
                        <a:gd name="connsiteX242" fmla="*/ 1163267 w 1870981"/>
                        <a:gd name="connsiteY242" fmla="*/ 926570 h 1448731"/>
                        <a:gd name="connsiteX243" fmla="*/ 1158510 w 1870981"/>
                        <a:gd name="connsiteY243" fmla="*/ 914676 h 1448731"/>
                        <a:gd name="connsiteX244" fmla="*/ 1150184 w 1870981"/>
                        <a:gd name="connsiteY244" fmla="*/ 902781 h 1448731"/>
                        <a:gd name="connsiteX245" fmla="*/ 1141858 w 1870981"/>
                        <a:gd name="connsiteY245" fmla="*/ 893266 h 1448731"/>
                        <a:gd name="connsiteX246" fmla="*/ 1115690 w 1870981"/>
                        <a:gd name="connsiteY246" fmla="*/ 881371 h 1448731"/>
                        <a:gd name="connsiteX247" fmla="*/ 1099038 w 1870981"/>
                        <a:gd name="connsiteY247" fmla="*/ 874235 h 1448731"/>
                        <a:gd name="connsiteX248" fmla="*/ 1081196 w 1870981"/>
                        <a:gd name="connsiteY248" fmla="*/ 875424 h 1448731"/>
                        <a:gd name="connsiteX249" fmla="*/ 1060976 w 1870981"/>
                        <a:gd name="connsiteY249" fmla="*/ 880182 h 1448731"/>
                        <a:gd name="connsiteX250" fmla="*/ 1041945 w 1870981"/>
                        <a:gd name="connsiteY250" fmla="*/ 882561 h 1448731"/>
                        <a:gd name="connsiteX251" fmla="*/ 1053839 w 1870981"/>
                        <a:gd name="connsiteY251" fmla="*/ 875424 h 1448731"/>
                        <a:gd name="connsiteX252" fmla="*/ 1064544 w 1870981"/>
                        <a:gd name="connsiteY252" fmla="*/ 867098 h 1448731"/>
                        <a:gd name="connsiteX253" fmla="*/ 1071681 w 1870981"/>
                        <a:gd name="connsiteY253" fmla="*/ 855204 h 1448731"/>
                        <a:gd name="connsiteX254" fmla="*/ 1066923 w 1870981"/>
                        <a:gd name="connsiteY254" fmla="*/ 839741 h 1448731"/>
                        <a:gd name="connsiteX255" fmla="*/ 1070492 w 1870981"/>
                        <a:gd name="connsiteY255" fmla="*/ 833794 h 1448731"/>
                        <a:gd name="connsiteX256" fmla="*/ 1068113 w 1870981"/>
                        <a:gd name="connsiteY256" fmla="*/ 815952 h 1448731"/>
                        <a:gd name="connsiteX257" fmla="*/ 1071681 w 1870981"/>
                        <a:gd name="connsiteY257" fmla="*/ 800490 h 1448731"/>
                        <a:gd name="connsiteX258" fmla="*/ 1050271 w 1870981"/>
                        <a:gd name="connsiteY258" fmla="*/ 799300 h 1448731"/>
                        <a:gd name="connsiteX259" fmla="*/ 1031240 w 1870981"/>
                        <a:gd name="connsiteY259" fmla="*/ 821900 h 1448731"/>
                        <a:gd name="connsiteX260" fmla="*/ 1038377 w 1870981"/>
                        <a:gd name="connsiteY260" fmla="*/ 811195 h 1448731"/>
                        <a:gd name="connsiteX261" fmla="*/ 1041945 w 1870981"/>
                        <a:gd name="connsiteY261" fmla="*/ 799300 h 1448731"/>
                        <a:gd name="connsiteX262" fmla="*/ 1039566 w 1870981"/>
                        <a:gd name="connsiteY262" fmla="*/ 793353 h 1448731"/>
                        <a:gd name="connsiteX263" fmla="*/ 1041945 w 1870981"/>
                        <a:gd name="connsiteY263" fmla="*/ 786217 h 1448731"/>
                        <a:gd name="connsiteX264" fmla="*/ 1038377 w 1870981"/>
                        <a:gd name="connsiteY264" fmla="*/ 776701 h 1448731"/>
                        <a:gd name="connsiteX265" fmla="*/ 1046703 w 1870981"/>
                        <a:gd name="connsiteY265" fmla="*/ 767186 h 1448731"/>
                        <a:gd name="connsiteX266" fmla="*/ 1047892 w 1870981"/>
                        <a:gd name="connsiteY266" fmla="*/ 752912 h 1448731"/>
                        <a:gd name="connsiteX267" fmla="*/ 1053839 w 1870981"/>
                        <a:gd name="connsiteY267" fmla="*/ 739829 h 1448731"/>
                        <a:gd name="connsiteX268" fmla="*/ 1057408 w 1870981"/>
                        <a:gd name="connsiteY268" fmla="*/ 726745 h 1448731"/>
                        <a:gd name="connsiteX269" fmla="*/ 1063355 w 1870981"/>
                        <a:gd name="connsiteY269" fmla="*/ 718419 h 1448731"/>
                        <a:gd name="connsiteX270" fmla="*/ 1064544 w 1870981"/>
                        <a:gd name="connsiteY270" fmla="*/ 707714 h 1448731"/>
                        <a:gd name="connsiteX271" fmla="*/ 1072870 w 1870981"/>
                        <a:gd name="connsiteY271" fmla="*/ 707714 h 1448731"/>
                        <a:gd name="connsiteX272" fmla="*/ 1077628 w 1870981"/>
                        <a:gd name="connsiteY272" fmla="*/ 701767 h 1448731"/>
                        <a:gd name="connsiteX273" fmla="*/ 1085954 w 1870981"/>
                        <a:gd name="connsiteY273" fmla="*/ 698198 h 1448731"/>
                        <a:gd name="connsiteX274" fmla="*/ 1090712 w 1870981"/>
                        <a:gd name="connsiteY274" fmla="*/ 691062 h 1448731"/>
                        <a:gd name="connsiteX275" fmla="*/ 1094280 w 1870981"/>
                        <a:gd name="connsiteY275" fmla="*/ 687493 h 1448731"/>
                        <a:gd name="connsiteX276" fmla="*/ 1094280 w 1870981"/>
                        <a:gd name="connsiteY276" fmla="*/ 681546 h 1448731"/>
                        <a:gd name="connsiteX277" fmla="*/ 1100228 w 1870981"/>
                        <a:gd name="connsiteY277" fmla="*/ 676789 h 1448731"/>
                        <a:gd name="connsiteX278" fmla="*/ 1113311 w 1870981"/>
                        <a:gd name="connsiteY278" fmla="*/ 663705 h 1448731"/>
                        <a:gd name="connsiteX279" fmla="*/ 1115690 w 1870981"/>
                        <a:gd name="connsiteY279" fmla="*/ 651810 h 1448731"/>
                        <a:gd name="connsiteX280" fmla="*/ 1125206 w 1870981"/>
                        <a:gd name="connsiteY280" fmla="*/ 656568 h 1448731"/>
                        <a:gd name="connsiteX281" fmla="*/ 1129963 w 1870981"/>
                        <a:gd name="connsiteY281" fmla="*/ 642295 h 1448731"/>
                        <a:gd name="connsiteX282" fmla="*/ 1141858 w 1870981"/>
                        <a:gd name="connsiteY282" fmla="*/ 642295 h 1448731"/>
                        <a:gd name="connsiteX283" fmla="*/ 1143047 w 1870981"/>
                        <a:gd name="connsiteY283" fmla="*/ 632780 h 1448731"/>
                        <a:gd name="connsiteX284" fmla="*/ 1152563 w 1870981"/>
                        <a:gd name="connsiteY284" fmla="*/ 631590 h 1448731"/>
                        <a:gd name="connsiteX285" fmla="*/ 1148994 w 1870981"/>
                        <a:gd name="connsiteY285" fmla="*/ 622074 h 1448731"/>
                        <a:gd name="connsiteX286" fmla="*/ 1159699 w 1870981"/>
                        <a:gd name="connsiteY286" fmla="*/ 625643 h 1448731"/>
                        <a:gd name="connsiteX287" fmla="*/ 1156131 w 1870981"/>
                        <a:gd name="connsiteY287" fmla="*/ 614938 h 1448731"/>
                        <a:gd name="connsiteX288" fmla="*/ 1150184 w 1870981"/>
                        <a:gd name="connsiteY288" fmla="*/ 589960 h 1448731"/>
                        <a:gd name="connsiteX289" fmla="*/ 1157320 w 1870981"/>
                        <a:gd name="connsiteY289" fmla="*/ 601854 h 1448731"/>
                        <a:gd name="connsiteX290" fmla="*/ 1166836 w 1870981"/>
                        <a:gd name="connsiteY290" fmla="*/ 610180 h 1448731"/>
                        <a:gd name="connsiteX291" fmla="*/ 1194193 w 1870981"/>
                        <a:gd name="connsiteY291" fmla="*/ 608991 h 1448731"/>
                        <a:gd name="connsiteX292" fmla="*/ 1190624 w 1870981"/>
                        <a:gd name="connsiteY292" fmla="*/ 584013 h 1448731"/>
                        <a:gd name="connsiteX293" fmla="*/ 1183488 w 1870981"/>
                        <a:gd name="connsiteY293" fmla="*/ 574497 h 1448731"/>
                        <a:gd name="connsiteX294" fmla="*/ 1178730 w 1870981"/>
                        <a:gd name="connsiteY294" fmla="*/ 579255 h 1448731"/>
                        <a:gd name="connsiteX295" fmla="*/ 1170404 w 1870981"/>
                        <a:gd name="connsiteY295" fmla="*/ 580444 h 1448731"/>
                        <a:gd name="connsiteX296" fmla="*/ 1164457 w 1870981"/>
                        <a:gd name="connsiteY296" fmla="*/ 580444 h 1448731"/>
                        <a:gd name="connsiteX297" fmla="*/ 1173972 w 1870981"/>
                        <a:gd name="connsiteY297" fmla="*/ 576876 h 1448731"/>
                        <a:gd name="connsiteX298" fmla="*/ 1171594 w 1870981"/>
                        <a:gd name="connsiteY298" fmla="*/ 569739 h 1448731"/>
                        <a:gd name="connsiteX299" fmla="*/ 1158510 w 1870981"/>
                        <a:gd name="connsiteY299" fmla="*/ 554277 h 1448731"/>
                        <a:gd name="connsiteX300" fmla="*/ 1156131 w 1870981"/>
                        <a:gd name="connsiteY300" fmla="*/ 560224 h 1448731"/>
                        <a:gd name="connsiteX301" fmla="*/ 1151373 w 1870981"/>
                        <a:gd name="connsiteY301" fmla="*/ 548330 h 1448731"/>
                        <a:gd name="connsiteX302" fmla="*/ 1166836 w 1870981"/>
                        <a:gd name="connsiteY302" fmla="*/ 553087 h 1448731"/>
                        <a:gd name="connsiteX303" fmla="*/ 1177541 w 1870981"/>
                        <a:gd name="connsiteY303" fmla="*/ 566171 h 1448731"/>
                        <a:gd name="connsiteX304" fmla="*/ 1194193 w 1870981"/>
                        <a:gd name="connsiteY304" fmla="*/ 573308 h 1448731"/>
                        <a:gd name="connsiteX305" fmla="*/ 1207277 w 1870981"/>
                        <a:gd name="connsiteY305" fmla="*/ 585202 h 1448731"/>
                        <a:gd name="connsiteX306" fmla="*/ 1214413 w 1870981"/>
                        <a:gd name="connsiteY306" fmla="*/ 574497 h 1448731"/>
                        <a:gd name="connsiteX307" fmla="*/ 1216792 w 1870981"/>
                        <a:gd name="connsiteY307" fmla="*/ 574497 h 1448731"/>
                        <a:gd name="connsiteX308" fmla="*/ 1223929 w 1870981"/>
                        <a:gd name="connsiteY308" fmla="*/ 575687 h 1448731"/>
                        <a:gd name="connsiteX309" fmla="*/ 1226308 w 1870981"/>
                        <a:gd name="connsiteY309" fmla="*/ 555466 h 1448731"/>
                        <a:gd name="connsiteX310" fmla="*/ 1229876 w 1870981"/>
                        <a:gd name="connsiteY310" fmla="*/ 563792 h 1448731"/>
                        <a:gd name="connsiteX311" fmla="*/ 1240581 w 1870981"/>
                        <a:gd name="connsiteY311" fmla="*/ 556656 h 1448731"/>
                        <a:gd name="connsiteX312" fmla="*/ 1244149 w 1870981"/>
                        <a:gd name="connsiteY312" fmla="*/ 564982 h 1448731"/>
                        <a:gd name="connsiteX313" fmla="*/ 1256043 w 1870981"/>
                        <a:gd name="connsiteY313" fmla="*/ 572118 h 1448731"/>
                        <a:gd name="connsiteX314" fmla="*/ 1270317 w 1870981"/>
                        <a:gd name="connsiteY314" fmla="*/ 568550 h 1448731"/>
                        <a:gd name="connsiteX315" fmla="*/ 1279832 w 1870981"/>
                        <a:gd name="connsiteY315" fmla="*/ 557845 h 1448731"/>
                        <a:gd name="connsiteX316" fmla="*/ 1292916 w 1870981"/>
                        <a:gd name="connsiteY316" fmla="*/ 549519 h 1448731"/>
                        <a:gd name="connsiteX317" fmla="*/ 1320273 w 1870981"/>
                        <a:gd name="connsiteY317" fmla="*/ 518594 h 1448731"/>
                        <a:gd name="connsiteX318" fmla="*/ 1298863 w 1870981"/>
                        <a:gd name="connsiteY318" fmla="*/ 512646 h 1448731"/>
                        <a:gd name="connsiteX319" fmla="*/ 1278643 w 1870981"/>
                        <a:gd name="connsiteY319" fmla="*/ 507889 h 1448731"/>
                        <a:gd name="connsiteX320" fmla="*/ 1270317 w 1870981"/>
                        <a:gd name="connsiteY320" fmla="*/ 491237 h 1448731"/>
                        <a:gd name="connsiteX321" fmla="*/ 1267938 w 1870981"/>
                        <a:gd name="connsiteY321" fmla="*/ 484100 h 1448731"/>
                        <a:gd name="connsiteX322" fmla="*/ 1267938 w 1870981"/>
                        <a:gd name="connsiteY322" fmla="*/ 473395 h 1448731"/>
                        <a:gd name="connsiteX323" fmla="*/ 1252475 w 1870981"/>
                        <a:gd name="connsiteY323" fmla="*/ 469827 h 1448731"/>
                        <a:gd name="connsiteX324" fmla="*/ 1238202 w 1870981"/>
                        <a:gd name="connsiteY324" fmla="*/ 465069 h 1448731"/>
                        <a:gd name="connsiteX325" fmla="*/ 1256043 w 1870981"/>
                        <a:gd name="connsiteY325" fmla="*/ 466259 h 1448731"/>
                        <a:gd name="connsiteX326" fmla="*/ 1272696 w 1870981"/>
                        <a:gd name="connsiteY326" fmla="*/ 467448 h 1448731"/>
                        <a:gd name="connsiteX327" fmla="*/ 1281022 w 1870981"/>
                        <a:gd name="connsiteY327" fmla="*/ 479342 h 1448731"/>
                        <a:gd name="connsiteX328" fmla="*/ 1292916 w 1870981"/>
                        <a:gd name="connsiteY328" fmla="*/ 487668 h 1448731"/>
                        <a:gd name="connsiteX329" fmla="*/ 1288158 w 1870981"/>
                        <a:gd name="connsiteY329" fmla="*/ 492426 h 1448731"/>
                        <a:gd name="connsiteX330" fmla="*/ 1296484 w 1870981"/>
                        <a:gd name="connsiteY330" fmla="*/ 500752 h 1448731"/>
                        <a:gd name="connsiteX331" fmla="*/ 1308379 w 1870981"/>
                        <a:gd name="connsiteY331" fmla="*/ 507889 h 1448731"/>
                        <a:gd name="connsiteX332" fmla="*/ 1317894 w 1870981"/>
                        <a:gd name="connsiteY332" fmla="*/ 507889 h 1448731"/>
                        <a:gd name="connsiteX333" fmla="*/ 1325031 w 1870981"/>
                        <a:gd name="connsiteY333" fmla="*/ 504320 h 1448731"/>
                        <a:gd name="connsiteX334" fmla="*/ 1329788 w 1870981"/>
                        <a:gd name="connsiteY334" fmla="*/ 499563 h 1448731"/>
                        <a:gd name="connsiteX335" fmla="*/ 1335736 w 1870981"/>
                        <a:gd name="connsiteY335" fmla="*/ 494805 h 1448731"/>
                        <a:gd name="connsiteX336" fmla="*/ 1345251 w 1870981"/>
                        <a:gd name="connsiteY336" fmla="*/ 485289 h 1448731"/>
                        <a:gd name="connsiteX337" fmla="*/ 1348819 w 1870981"/>
                        <a:gd name="connsiteY337" fmla="*/ 481721 h 1448731"/>
                        <a:gd name="connsiteX338" fmla="*/ 1352388 w 1870981"/>
                        <a:gd name="connsiteY338" fmla="*/ 466259 h 1448731"/>
                        <a:gd name="connsiteX339" fmla="*/ 1350009 w 1870981"/>
                        <a:gd name="connsiteY339" fmla="*/ 463880 h 1448731"/>
                        <a:gd name="connsiteX340" fmla="*/ 1355956 w 1870981"/>
                        <a:gd name="connsiteY340" fmla="*/ 448417 h 1448731"/>
                        <a:gd name="connsiteX341" fmla="*/ 1367850 w 1870981"/>
                        <a:gd name="connsiteY341" fmla="*/ 451985 h 1448731"/>
                        <a:gd name="connsiteX342" fmla="*/ 1380934 w 1870981"/>
                        <a:gd name="connsiteY342" fmla="*/ 450796 h 1448731"/>
                        <a:gd name="connsiteX343" fmla="*/ 1379745 w 1870981"/>
                        <a:gd name="connsiteY343" fmla="*/ 463880 h 1448731"/>
                        <a:gd name="connsiteX344" fmla="*/ 1394018 w 1870981"/>
                        <a:gd name="connsiteY344" fmla="*/ 471016 h 1448731"/>
                        <a:gd name="connsiteX345" fmla="*/ 1389260 w 1870981"/>
                        <a:gd name="connsiteY345" fmla="*/ 460311 h 1448731"/>
                        <a:gd name="connsiteX346" fmla="*/ 1409481 w 1870981"/>
                        <a:gd name="connsiteY346" fmla="*/ 473395 h 1448731"/>
                        <a:gd name="connsiteX347" fmla="*/ 1404723 w 1870981"/>
                        <a:gd name="connsiteY347" fmla="*/ 455554 h 1448731"/>
                        <a:gd name="connsiteX348" fmla="*/ 1404723 w 1870981"/>
                        <a:gd name="connsiteY348" fmla="*/ 446038 h 1448731"/>
                        <a:gd name="connsiteX349" fmla="*/ 1399965 w 1870981"/>
                        <a:gd name="connsiteY349" fmla="*/ 438902 h 1448731"/>
                        <a:gd name="connsiteX350" fmla="*/ 1398776 w 1870981"/>
                        <a:gd name="connsiteY350" fmla="*/ 438902 h 1448731"/>
                        <a:gd name="connsiteX351" fmla="*/ 1398776 w 1870981"/>
                        <a:gd name="connsiteY351" fmla="*/ 436523 h 1448731"/>
                        <a:gd name="connsiteX352" fmla="*/ 1391639 w 1870981"/>
                        <a:gd name="connsiteY352" fmla="*/ 431765 h 1448731"/>
                        <a:gd name="connsiteX353" fmla="*/ 1405912 w 1870981"/>
                        <a:gd name="connsiteY353" fmla="*/ 432954 h 1448731"/>
                        <a:gd name="connsiteX354" fmla="*/ 1408291 w 1870981"/>
                        <a:gd name="connsiteY354" fmla="*/ 446038 h 1448731"/>
                        <a:gd name="connsiteX355" fmla="*/ 1415428 w 1870981"/>
                        <a:gd name="connsiteY355" fmla="*/ 443659 h 1448731"/>
                        <a:gd name="connsiteX356" fmla="*/ 1411859 w 1870981"/>
                        <a:gd name="connsiteY356" fmla="*/ 449606 h 1448731"/>
                        <a:gd name="connsiteX357" fmla="*/ 1411859 w 1870981"/>
                        <a:gd name="connsiteY357" fmla="*/ 457932 h 1448731"/>
                        <a:gd name="connsiteX358" fmla="*/ 1418996 w 1870981"/>
                        <a:gd name="connsiteY358" fmla="*/ 473395 h 1448731"/>
                        <a:gd name="connsiteX359" fmla="*/ 1429701 w 1870981"/>
                        <a:gd name="connsiteY359" fmla="*/ 462690 h 1448731"/>
                        <a:gd name="connsiteX360" fmla="*/ 1446353 w 1870981"/>
                        <a:gd name="connsiteY360" fmla="*/ 454364 h 1448731"/>
                        <a:gd name="connsiteX361" fmla="*/ 1458247 w 1870981"/>
                        <a:gd name="connsiteY361" fmla="*/ 442470 h 1448731"/>
                        <a:gd name="connsiteX362" fmla="*/ 1467763 w 1870981"/>
                        <a:gd name="connsiteY362" fmla="*/ 440091 h 1448731"/>
                        <a:gd name="connsiteX363" fmla="*/ 1476089 w 1870981"/>
                        <a:gd name="connsiteY363" fmla="*/ 443659 h 1448731"/>
                        <a:gd name="connsiteX364" fmla="*/ 1478468 w 1870981"/>
                        <a:gd name="connsiteY364" fmla="*/ 427007 h 1448731"/>
                        <a:gd name="connsiteX365" fmla="*/ 1479657 w 1870981"/>
                        <a:gd name="connsiteY365" fmla="*/ 410355 h 1448731"/>
                        <a:gd name="connsiteX366" fmla="*/ 1476089 w 1870981"/>
                        <a:gd name="connsiteY366" fmla="*/ 396082 h 1448731"/>
                        <a:gd name="connsiteX367" fmla="*/ 1480847 w 1870981"/>
                        <a:gd name="connsiteY367" fmla="*/ 382998 h 1448731"/>
                        <a:gd name="connsiteX368" fmla="*/ 1474900 w 1870981"/>
                        <a:gd name="connsiteY368" fmla="*/ 382998 h 1448731"/>
                        <a:gd name="connsiteX369" fmla="*/ 1477278 w 1870981"/>
                        <a:gd name="connsiteY369" fmla="*/ 378240 h 1448731"/>
                        <a:gd name="connsiteX370" fmla="*/ 1473710 w 1870981"/>
                        <a:gd name="connsiteY370" fmla="*/ 367535 h 1448731"/>
                        <a:gd name="connsiteX371" fmla="*/ 1474900 w 1870981"/>
                        <a:gd name="connsiteY371" fmla="*/ 361588 h 1448731"/>
                        <a:gd name="connsiteX372" fmla="*/ 1498688 w 1870981"/>
                        <a:gd name="connsiteY372" fmla="*/ 366346 h 1448731"/>
                        <a:gd name="connsiteX373" fmla="*/ 1512961 w 1870981"/>
                        <a:gd name="connsiteY373" fmla="*/ 358020 h 1448731"/>
                        <a:gd name="connsiteX374" fmla="*/ 1503446 w 1870981"/>
                        <a:gd name="connsiteY374" fmla="*/ 344936 h 1448731"/>
                        <a:gd name="connsiteX375" fmla="*/ 1516530 w 1870981"/>
                        <a:gd name="connsiteY375" fmla="*/ 327095 h 1448731"/>
                        <a:gd name="connsiteX376" fmla="*/ 1499878 w 1870981"/>
                        <a:gd name="connsiteY376" fmla="*/ 323526 h 1448731"/>
                        <a:gd name="connsiteX377" fmla="*/ 1490362 w 1870981"/>
                        <a:gd name="connsiteY377" fmla="*/ 308064 h 1448731"/>
                        <a:gd name="connsiteX378" fmla="*/ 1499878 w 1870981"/>
                        <a:gd name="connsiteY378" fmla="*/ 311632 h 1448731"/>
                        <a:gd name="connsiteX379" fmla="*/ 1496309 w 1870981"/>
                        <a:gd name="connsiteY379" fmla="*/ 304495 h 1448731"/>
                        <a:gd name="connsiteX380" fmla="*/ 1470142 w 1870981"/>
                        <a:gd name="connsiteY380" fmla="*/ 291412 h 1448731"/>
                        <a:gd name="connsiteX381" fmla="*/ 1459437 w 1870981"/>
                        <a:gd name="connsiteY381" fmla="*/ 281896 h 1448731"/>
                        <a:gd name="connsiteX382" fmla="*/ 1447543 w 1870981"/>
                        <a:gd name="connsiteY382" fmla="*/ 277138 h 1448731"/>
                        <a:gd name="connsiteX383" fmla="*/ 1445164 w 1870981"/>
                        <a:gd name="connsiteY383" fmla="*/ 277138 h 1448731"/>
                        <a:gd name="connsiteX384" fmla="*/ 1446353 w 1870981"/>
                        <a:gd name="connsiteY384" fmla="*/ 286654 h 1448731"/>
                        <a:gd name="connsiteX385" fmla="*/ 1445164 w 1870981"/>
                        <a:gd name="connsiteY385" fmla="*/ 286654 h 1448731"/>
                        <a:gd name="connsiteX386" fmla="*/ 1440406 w 1870981"/>
                        <a:gd name="connsiteY386" fmla="*/ 298548 h 1448731"/>
                        <a:gd name="connsiteX387" fmla="*/ 1440406 w 1870981"/>
                        <a:gd name="connsiteY387" fmla="*/ 305685 h 1448731"/>
                        <a:gd name="connsiteX388" fmla="*/ 1436837 w 1870981"/>
                        <a:gd name="connsiteY388" fmla="*/ 310443 h 1448731"/>
                        <a:gd name="connsiteX389" fmla="*/ 1439217 w 1870981"/>
                        <a:gd name="connsiteY389" fmla="*/ 323526 h 1448731"/>
                        <a:gd name="connsiteX390" fmla="*/ 1434459 w 1870981"/>
                        <a:gd name="connsiteY390" fmla="*/ 329473 h 1448731"/>
                        <a:gd name="connsiteX391" fmla="*/ 1427322 w 1870981"/>
                        <a:gd name="connsiteY391" fmla="*/ 331852 h 1448731"/>
                        <a:gd name="connsiteX392" fmla="*/ 1432080 w 1870981"/>
                        <a:gd name="connsiteY392" fmla="*/ 340178 h 1448731"/>
                        <a:gd name="connsiteX393" fmla="*/ 1409481 w 1870981"/>
                        <a:gd name="connsiteY393" fmla="*/ 344936 h 1448731"/>
                        <a:gd name="connsiteX394" fmla="*/ 1398776 w 1870981"/>
                        <a:gd name="connsiteY394" fmla="*/ 368725 h 1448731"/>
                        <a:gd name="connsiteX395" fmla="*/ 1379745 w 1870981"/>
                        <a:gd name="connsiteY395" fmla="*/ 386566 h 1448731"/>
                        <a:gd name="connsiteX396" fmla="*/ 1371419 w 1870981"/>
                        <a:gd name="connsiteY396" fmla="*/ 396082 h 1448731"/>
                        <a:gd name="connsiteX397" fmla="*/ 1367850 w 1870981"/>
                        <a:gd name="connsiteY397" fmla="*/ 407976 h 1448731"/>
                        <a:gd name="connsiteX398" fmla="*/ 1363093 w 1870981"/>
                        <a:gd name="connsiteY398" fmla="*/ 406787 h 1448731"/>
                        <a:gd name="connsiteX399" fmla="*/ 1358335 w 1870981"/>
                        <a:gd name="connsiteY399" fmla="*/ 413923 h 1448731"/>
                        <a:gd name="connsiteX400" fmla="*/ 1351198 w 1870981"/>
                        <a:gd name="connsiteY400" fmla="*/ 403218 h 1448731"/>
                        <a:gd name="connsiteX401" fmla="*/ 1345251 w 1870981"/>
                        <a:gd name="connsiteY401" fmla="*/ 388945 h 1448731"/>
                        <a:gd name="connsiteX402" fmla="*/ 1345251 w 1870981"/>
                        <a:gd name="connsiteY402" fmla="*/ 358020 h 1448731"/>
                        <a:gd name="connsiteX403" fmla="*/ 1346441 w 1870981"/>
                        <a:gd name="connsiteY403" fmla="*/ 358020 h 1448731"/>
                        <a:gd name="connsiteX404" fmla="*/ 1348819 w 1870981"/>
                        <a:gd name="connsiteY404" fmla="*/ 344936 h 1448731"/>
                        <a:gd name="connsiteX405" fmla="*/ 1358335 w 1870981"/>
                        <a:gd name="connsiteY405" fmla="*/ 344936 h 1448731"/>
                        <a:gd name="connsiteX406" fmla="*/ 1358335 w 1870981"/>
                        <a:gd name="connsiteY406" fmla="*/ 316390 h 1448731"/>
                        <a:gd name="connsiteX407" fmla="*/ 1350009 w 1870981"/>
                        <a:gd name="connsiteY407" fmla="*/ 290222 h 1448731"/>
                        <a:gd name="connsiteX408" fmla="*/ 1344062 w 1870981"/>
                        <a:gd name="connsiteY408" fmla="*/ 300927 h 1448731"/>
                        <a:gd name="connsiteX409" fmla="*/ 1336925 w 1870981"/>
                        <a:gd name="connsiteY409" fmla="*/ 310443 h 1448731"/>
                        <a:gd name="connsiteX410" fmla="*/ 1323841 w 1870981"/>
                        <a:gd name="connsiteY410" fmla="*/ 327095 h 1448731"/>
                        <a:gd name="connsiteX411" fmla="*/ 1309568 w 1870981"/>
                        <a:gd name="connsiteY411" fmla="*/ 347315 h 1448731"/>
                        <a:gd name="connsiteX412" fmla="*/ 1308379 w 1870981"/>
                        <a:gd name="connsiteY412" fmla="*/ 329473 h 1448731"/>
                        <a:gd name="connsiteX413" fmla="*/ 1317894 w 1870981"/>
                        <a:gd name="connsiteY413" fmla="*/ 305685 h 1448731"/>
                        <a:gd name="connsiteX414" fmla="*/ 1311947 w 1870981"/>
                        <a:gd name="connsiteY414" fmla="*/ 280707 h 1448731"/>
                        <a:gd name="connsiteX415" fmla="*/ 1315515 w 1870981"/>
                        <a:gd name="connsiteY415" fmla="*/ 286654 h 1448731"/>
                        <a:gd name="connsiteX416" fmla="*/ 1319083 w 1870981"/>
                        <a:gd name="connsiteY416" fmla="*/ 283085 h 1448731"/>
                        <a:gd name="connsiteX417" fmla="*/ 1325031 w 1870981"/>
                        <a:gd name="connsiteY417" fmla="*/ 280707 h 1448731"/>
                        <a:gd name="connsiteX418" fmla="*/ 1333357 w 1870981"/>
                        <a:gd name="connsiteY418" fmla="*/ 274759 h 1448731"/>
                        <a:gd name="connsiteX419" fmla="*/ 1319083 w 1870981"/>
                        <a:gd name="connsiteY419" fmla="*/ 267623 h 1448731"/>
                        <a:gd name="connsiteX420" fmla="*/ 1308379 w 1870981"/>
                        <a:gd name="connsiteY420" fmla="*/ 272381 h 1448731"/>
                        <a:gd name="connsiteX421" fmla="*/ 1301242 w 1870981"/>
                        <a:gd name="connsiteY421" fmla="*/ 266433 h 1448731"/>
                        <a:gd name="connsiteX422" fmla="*/ 1290537 w 1870981"/>
                        <a:gd name="connsiteY422" fmla="*/ 264055 h 1448731"/>
                        <a:gd name="connsiteX423" fmla="*/ 1313136 w 1870981"/>
                        <a:gd name="connsiteY423" fmla="*/ 239076 h 1448731"/>
                        <a:gd name="connsiteX424" fmla="*/ 1303621 w 1870981"/>
                        <a:gd name="connsiteY424" fmla="*/ 236698 h 1448731"/>
                        <a:gd name="connsiteX425" fmla="*/ 1309568 w 1870981"/>
                        <a:gd name="connsiteY425" fmla="*/ 231940 h 1448731"/>
                        <a:gd name="connsiteX426" fmla="*/ 1314326 w 1870981"/>
                        <a:gd name="connsiteY426" fmla="*/ 227182 h 1448731"/>
                        <a:gd name="connsiteX427" fmla="*/ 1320273 w 1870981"/>
                        <a:gd name="connsiteY427" fmla="*/ 239076 h 1448731"/>
                        <a:gd name="connsiteX428" fmla="*/ 1327410 w 1870981"/>
                        <a:gd name="connsiteY428" fmla="*/ 235508 h 1448731"/>
                        <a:gd name="connsiteX429" fmla="*/ 1322652 w 1870981"/>
                        <a:gd name="connsiteY429" fmla="*/ 221235 h 1448731"/>
                        <a:gd name="connsiteX430" fmla="*/ 1323841 w 1870981"/>
                        <a:gd name="connsiteY430" fmla="*/ 211719 h 1448731"/>
                        <a:gd name="connsiteX431" fmla="*/ 1321462 w 1870981"/>
                        <a:gd name="connsiteY431" fmla="*/ 202204 h 1448731"/>
                        <a:gd name="connsiteX432" fmla="*/ 1328599 w 1870981"/>
                        <a:gd name="connsiteY432" fmla="*/ 167710 h 1448731"/>
                        <a:gd name="connsiteX433" fmla="*/ 1327410 w 1870981"/>
                        <a:gd name="connsiteY433" fmla="*/ 162953 h 1448731"/>
                        <a:gd name="connsiteX434" fmla="*/ 1326220 w 1870981"/>
                        <a:gd name="connsiteY434" fmla="*/ 149869 h 1448731"/>
                        <a:gd name="connsiteX435" fmla="*/ 1321462 w 1870981"/>
                        <a:gd name="connsiteY435" fmla="*/ 146300 h 1448731"/>
                        <a:gd name="connsiteX436" fmla="*/ 1320273 w 1870981"/>
                        <a:gd name="connsiteY436" fmla="*/ 135596 h 1448731"/>
                        <a:gd name="connsiteX437" fmla="*/ 1323841 w 1870981"/>
                        <a:gd name="connsiteY437" fmla="*/ 132027 h 1448731"/>
                        <a:gd name="connsiteX438" fmla="*/ 1320273 w 1870981"/>
                        <a:gd name="connsiteY438" fmla="*/ 127270 h 1448731"/>
                        <a:gd name="connsiteX439" fmla="*/ 1313136 w 1870981"/>
                        <a:gd name="connsiteY439" fmla="*/ 117754 h 1448731"/>
                        <a:gd name="connsiteX440" fmla="*/ 1296484 w 1870981"/>
                        <a:gd name="connsiteY440" fmla="*/ 117754 h 1448731"/>
                        <a:gd name="connsiteX441" fmla="*/ 1282211 w 1870981"/>
                        <a:gd name="connsiteY441" fmla="*/ 126080 h 1448731"/>
                        <a:gd name="connsiteX442" fmla="*/ 1276264 w 1870981"/>
                        <a:gd name="connsiteY442" fmla="*/ 132027 h 1448731"/>
                        <a:gd name="connsiteX443" fmla="*/ 1284590 w 1870981"/>
                        <a:gd name="connsiteY443" fmla="*/ 136785 h 1448731"/>
                        <a:gd name="connsiteX444" fmla="*/ 1278643 w 1870981"/>
                        <a:gd name="connsiteY444" fmla="*/ 152248 h 1448731"/>
                        <a:gd name="connsiteX445" fmla="*/ 1276264 w 1870981"/>
                        <a:gd name="connsiteY445" fmla="*/ 153437 h 1448731"/>
                        <a:gd name="connsiteX446" fmla="*/ 1272696 w 1870981"/>
                        <a:gd name="connsiteY446" fmla="*/ 139164 h 1448731"/>
                        <a:gd name="connsiteX447" fmla="*/ 1261991 w 1870981"/>
                        <a:gd name="connsiteY447" fmla="*/ 146300 h 1448731"/>
                        <a:gd name="connsiteX448" fmla="*/ 1245339 w 1870981"/>
                        <a:gd name="connsiteY448" fmla="*/ 165331 h 1448731"/>
                        <a:gd name="connsiteX449" fmla="*/ 1240581 w 1870981"/>
                        <a:gd name="connsiteY449" fmla="*/ 179605 h 1448731"/>
                        <a:gd name="connsiteX450" fmla="*/ 1250096 w 1870981"/>
                        <a:gd name="connsiteY450" fmla="*/ 185552 h 1448731"/>
                        <a:gd name="connsiteX451" fmla="*/ 1250096 w 1870981"/>
                        <a:gd name="connsiteY451" fmla="*/ 187931 h 1448731"/>
                        <a:gd name="connsiteX452" fmla="*/ 1225118 w 1870981"/>
                        <a:gd name="connsiteY452" fmla="*/ 218856 h 1448731"/>
                        <a:gd name="connsiteX453" fmla="*/ 1223929 w 1870981"/>
                        <a:gd name="connsiteY453" fmla="*/ 231940 h 1448731"/>
                        <a:gd name="connsiteX454" fmla="*/ 1229876 w 1870981"/>
                        <a:gd name="connsiteY454" fmla="*/ 240266 h 1448731"/>
                        <a:gd name="connsiteX455" fmla="*/ 1245339 w 1870981"/>
                        <a:gd name="connsiteY455" fmla="*/ 252160 h 1448731"/>
                        <a:gd name="connsiteX456" fmla="*/ 1247717 w 1870981"/>
                        <a:gd name="connsiteY456" fmla="*/ 259297 h 1448731"/>
                        <a:gd name="connsiteX457" fmla="*/ 1254854 w 1870981"/>
                        <a:gd name="connsiteY457" fmla="*/ 261676 h 1448731"/>
                        <a:gd name="connsiteX458" fmla="*/ 1270317 w 1870981"/>
                        <a:gd name="connsiteY458" fmla="*/ 266433 h 1448731"/>
                        <a:gd name="connsiteX459" fmla="*/ 1270317 w 1870981"/>
                        <a:gd name="connsiteY459" fmla="*/ 270002 h 1448731"/>
                        <a:gd name="connsiteX460" fmla="*/ 1258422 w 1870981"/>
                        <a:gd name="connsiteY460" fmla="*/ 280707 h 1448731"/>
                        <a:gd name="connsiteX461" fmla="*/ 1258422 w 1870981"/>
                        <a:gd name="connsiteY461" fmla="*/ 272381 h 1448731"/>
                        <a:gd name="connsiteX462" fmla="*/ 1248907 w 1870981"/>
                        <a:gd name="connsiteY462" fmla="*/ 274759 h 1448731"/>
                        <a:gd name="connsiteX463" fmla="*/ 1245339 w 1870981"/>
                        <a:gd name="connsiteY463" fmla="*/ 284275 h 1448731"/>
                        <a:gd name="connsiteX464" fmla="*/ 1233444 w 1870981"/>
                        <a:gd name="connsiteY464" fmla="*/ 297359 h 1448731"/>
                        <a:gd name="connsiteX465" fmla="*/ 1242960 w 1870981"/>
                        <a:gd name="connsiteY465" fmla="*/ 299738 h 1448731"/>
                        <a:gd name="connsiteX466" fmla="*/ 1251286 w 1870981"/>
                        <a:gd name="connsiteY466" fmla="*/ 292601 h 1448731"/>
                        <a:gd name="connsiteX467" fmla="*/ 1253665 w 1870981"/>
                        <a:gd name="connsiteY467" fmla="*/ 294980 h 1448731"/>
                        <a:gd name="connsiteX468" fmla="*/ 1233444 w 1870981"/>
                        <a:gd name="connsiteY468" fmla="*/ 322337 h 1448731"/>
                        <a:gd name="connsiteX469" fmla="*/ 1219171 w 1870981"/>
                        <a:gd name="connsiteY469" fmla="*/ 333042 h 1448731"/>
                        <a:gd name="connsiteX470" fmla="*/ 1212034 w 1870981"/>
                        <a:gd name="connsiteY470" fmla="*/ 340178 h 1448731"/>
                        <a:gd name="connsiteX471" fmla="*/ 1202519 w 1870981"/>
                        <a:gd name="connsiteY471" fmla="*/ 336610 h 1448731"/>
                        <a:gd name="connsiteX472" fmla="*/ 1196572 w 1870981"/>
                        <a:gd name="connsiteY472" fmla="*/ 337800 h 1448731"/>
                        <a:gd name="connsiteX473" fmla="*/ 1185867 w 1870981"/>
                        <a:gd name="connsiteY473" fmla="*/ 356830 h 1448731"/>
                        <a:gd name="connsiteX474" fmla="*/ 1183488 w 1870981"/>
                        <a:gd name="connsiteY474" fmla="*/ 381809 h 1448731"/>
                        <a:gd name="connsiteX475" fmla="*/ 1194193 w 1870981"/>
                        <a:gd name="connsiteY475" fmla="*/ 380619 h 1448731"/>
                        <a:gd name="connsiteX476" fmla="*/ 1176351 w 1870981"/>
                        <a:gd name="connsiteY476" fmla="*/ 393703 h 1448731"/>
                        <a:gd name="connsiteX477" fmla="*/ 1156131 w 1870981"/>
                        <a:gd name="connsiteY477" fmla="*/ 393703 h 1448731"/>
                        <a:gd name="connsiteX478" fmla="*/ 1153752 w 1870981"/>
                        <a:gd name="connsiteY478" fmla="*/ 409166 h 1448731"/>
                        <a:gd name="connsiteX479" fmla="*/ 1150184 w 1870981"/>
                        <a:gd name="connsiteY479" fmla="*/ 394892 h 1448731"/>
                        <a:gd name="connsiteX480" fmla="*/ 1152563 w 1870981"/>
                        <a:gd name="connsiteY480" fmla="*/ 384187 h 1448731"/>
                        <a:gd name="connsiteX481" fmla="*/ 1164457 w 1870981"/>
                        <a:gd name="connsiteY481" fmla="*/ 387756 h 1448731"/>
                        <a:gd name="connsiteX482" fmla="*/ 1165646 w 1870981"/>
                        <a:gd name="connsiteY482" fmla="*/ 390135 h 1448731"/>
                        <a:gd name="connsiteX483" fmla="*/ 1176351 w 1870981"/>
                        <a:gd name="connsiteY483" fmla="*/ 384187 h 1448731"/>
                        <a:gd name="connsiteX484" fmla="*/ 1171594 w 1870981"/>
                        <a:gd name="connsiteY484" fmla="*/ 379430 h 1448731"/>
                        <a:gd name="connsiteX485" fmla="*/ 1175162 w 1870981"/>
                        <a:gd name="connsiteY485" fmla="*/ 372293 h 1448731"/>
                        <a:gd name="connsiteX486" fmla="*/ 1165646 w 1870981"/>
                        <a:gd name="connsiteY486" fmla="*/ 375861 h 1448731"/>
                        <a:gd name="connsiteX487" fmla="*/ 1166836 w 1870981"/>
                        <a:gd name="connsiteY487" fmla="*/ 368725 h 1448731"/>
                        <a:gd name="connsiteX488" fmla="*/ 1162078 w 1870981"/>
                        <a:gd name="connsiteY488" fmla="*/ 362778 h 1448731"/>
                        <a:gd name="connsiteX489" fmla="*/ 1164457 w 1870981"/>
                        <a:gd name="connsiteY489" fmla="*/ 352073 h 1448731"/>
                        <a:gd name="connsiteX490" fmla="*/ 1168025 w 1870981"/>
                        <a:gd name="connsiteY490" fmla="*/ 353262 h 1448731"/>
                        <a:gd name="connsiteX491" fmla="*/ 1169215 w 1870981"/>
                        <a:gd name="connsiteY491" fmla="*/ 349694 h 1448731"/>
                        <a:gd name="connsiteX492" fmla="*/ 1172783 w 1870981"/>
                        <a:gd name="connsiteY492" fmla="*/ 347315 h 1448731"/>
                        <a:gd name="connsiteX493" fmla="*/ 1175162 w 1870981"/>
                        <a:gd name="connsiteY493" fmla="*/ 342557 h 1448731"/>
                        <a:gd name="connsiteX494" fmla="*/ 1183488 w 1870981"/>
                        <a:gd name="connsiteY494" fmla="*/ 335421 h 1448731"/>
                        <a:gd name="connsiteX495" fmla="*/ 1189435 w 1870981"/>
                        <a:gd name="connsiteY495" fmla="*/ 323526 h 1448731"/>
                        <a:gd name="connsiteX496" fmla="*/ 1168025 w 1870981"/>
                        <a:gd name="connsiteY496" fmla="*/ 331852 h 1448731"/>
                        <a:gd name="connsiteX497" fmla="*/ 1171594 w 1870981"/>
                        <a:gd name="connsiteY497" fmla="*/ 323526 h 1448731"/>
                        <a:gd name="connsiteX498" fmla="*/ 1165646 w 1870981"/>
                        <a:gd name="connsiteY498" fmla="*/ 323526 h 1448731"/>
                        <a:gd name="connsiteX499" fmla="*/ 1164457 w 1870981"/>
                        <a:gd name="connsiteY499" fmla="*/ 317579 h 1448731"/>
                        <a:gd name="connsiteX500" fmla="*/ 1164457 w 1870981"/>
                        <a:gd name="connsiteY500" fmla="*/ 311632 h 1448731"/>
                        <a:gd name="connsiteX501" fmla="*/ 1164457 w 1870981"/>
                        <a:gd name="connsiteY501" fmla="*/ 310443 h 1448731"/>
                        <a:gd name="connsiteX502" fmla="*/ 1158510 w 1870981"/>
                        <a:gd name="connsiteY502" fmla="*/ 304495 h 1448731"/>
                        <a:gd name="connsiteX503" fmla="*/ 1151373 w 1870981"/>
                        <a:gd name="connsiteY503" fmla="*/ 305685 h 1448731"/>
                        <a:gd name="connsiteX504" fmla="*/ 1143047 w 1870981"/>
                        <a:gd name="connsiteY504" fmla="*/ 308064 h 1448731"/>
                        <a:gd name="connsiteX505" fmla="*/ 1137100 w 1870981"/>
                        <a:gd name="connsiteY505" fmla="*/ 302117 h 1448731"/>
                        <a:gd name="connsiteX506" fmla="*/ 1139479 w 1870981"/>
                        <a:gd name="connsiteY506" fmla="*/ 319958 h 1448731"/>
                        <a:gd name="connsiteX507" fmla="*/ 1131153 w 1870981"/>
                        <a:gd name="connsiteY507" fmla="*/ 316390 h 1448731"/>
                        <a:gd name="connsiteX508" fmla="*/ 1132342 w 1870981"/>
                        <a:gd name="connsiteY508" fmla="*/ 324716 h 1448731"/>
                        <a:gd name="connsiteX509" fmla="*/ 1135911 w 1870981"/>
                        <a:gd name="connsiteY509" fmla="*/ 334231 h 1448731"/>
                        <a:gd name="connsiteX510" fmla="*/ 1141858 w 1870981"/>
                        <a:gd name="connsiteY510" fmla="*/ 340178 h 1448731"/>
                        <a:gd name="connsiteX511" fmla="*/ 1144237 w 1870981"/>
                        <a:gd name="connsiteY511" fmla="*/ 349694 h 1448731"/>
                        <a:gd name="connsiteX512" fmla="*/ 1124016 w 1870981"/>
                        <a:gd name="connsiteY512" fmla="*/ 322337 h 1448731"/>
                        <a:gd name="connsiteX513" fmla="*/ 1126395 w 1870981"/>
                        <a:gd name="connsiteY513" fmla="*/ 341368 h 1448731"/>
                        <a:gd name="connsiteX514" fmla="*/ 1112122 w 1870981"/>
                        <a:gd name="connsiteY514" fmla="*/ 341368 h 1448731"/>
                        <a:gd name="connsiteX515" fmla="*/ 1093091 w 1870981"/>
                        <a:gd name="connsiteY515" fmla="*/ 331852 h 1448731"/>
                        <a:gd name="connsiteX516" fmla="*/ 1071681 w 1870981"/>
                        <a:gd name="connsiteY516" fmla="*/ 334231 h 1448731"/>
                        <a:gd name="connsiteX517" fmla="*/ 1053839 w 1870981"/>
                        <a:gd name="connsiteY517" fmla="*/ 335421 h 1448731"/>
                        <a:gd name="connsiteX518" fmla="*/ 1046703 w 1870981"/>
                        <a:gd name="connsiteY518" fmla="*/ 327095 h 1448731"/>
                        <a:gd name="connsiteX519" fmla="*/ 1038377 w 1870981"/>
                        <a:gd name="connsiteY519" fmla="*/ 327095 h 1448731"/>
                        <a:gd name="connsiteX520" fmla="*/ 1033619 w 1870981"/>
                        <a:gd name="connsiteY520" fmla="*/ 317579 h 1448731"/>
                        <a:gd name="connsiteX521" fmla="*/ 1033619 w 1870981"/>
                        <a:gd name="connsiteY521" fmla="*/ 308064 h 1448731"/>
                        <a:gd name="connsiteX522" fmla="*/ 1028861 w 1870981"/>
                        <a:gd name="connsiteY522" fmla="*/ 302117 h 1448731"/>
                        <a:gd name="connsiteX523" fmla="*/ 1011020 w 1870981"/>
                        <a:gd name="connsiteY523" fmla="*/ 300927 h 1448731"/>
                        <a:gd name="connsiteX524" fmla="*/ 1005073 w 1870981"/>
                        <a:gd name="connsiteY524" fmla="*/ 297359 h 1448731"/>
                        <a:gd name="connsiteX525" fmla="*/ 1000315 w 1870981"/>
                        <a:gd name="connsiteY525" fmla="*/ 292601 h 1448731"/>
                        <a:gd name="connsiteX526" fmla="*/ 1006262 w 1870981"/>
                        <a:gd name="connsiteY526" fmla="*/ 286654 h 1448731"/>
                        <a:gd name="connsiteX527" fmla="*/ 1000315 w 1870981"/>
                        <a:gd name="connsiteY527" fmla="*/ 285464 h 1448731"/>
                        <a:gd name="connsiteX528" fmla="*/ 997936 w 1870981"/>
                        <a:gd name="connsiteY528" fmla="*/ 273570 h 1448731"/>
                        <a:gd name="connsiteX529" fmla="*/ 1001504 w 1870981"/>
                        <a:gd name="connsiteY529" fmla="*/ 264055 h 1448731"/>
                        <a:gd name="connsiteX530" fmla="*/ 1001504 w 1870981"/>
                        <a:gd name="connsiteY530" fmla="*/ 252160 h 1448731"/>
                        <a:gd name="connsiteX531" fmla="*/ 986042 w 1870981"/>
                        <a:gd name="connsiteY531" fmla="*/ 240266 h 1448731"/>
                        <a:gd name="connsiteX532" fmla="*/ 963442 w 1870981"/>
                        <a:gd name="connsiteY532" fmla="*/ 245024 h 1448731"/>
                        <a:gd name="connsiteX533" fmla="*/ 938464 w 1870981"/>
                        <a:gd name="connsiteY533" fmla="*/ 249781 h 1448731"/>
                        <a:gd name="connsiteX534" fmla="*/ 931328 w 1870981"/>
                        <a:gd name="connsiteY534" fmla="*/ 260486 h 1448731"/>
                        <a:gd name="connsiteX535" fmla="*/ 934896 w 1870981"/>
                        <a:gd name="connsiteY535" fmla="*/ 267623 h 1448731"/>
                        <a:gd name="connsiteX536" fmla="*/ 945601 w 1870981"/>
                        <a:gd name="connsiteY536" fmla="*/ 270002 h 1448731"/>
                        <a:gd name="connsiteX537" fmla="*/ 944411 w 1870981"/>
                        <a:gd name="connsiteY537" fmla="*/ 262865 h 1448731"/>
                        <a:gd name="connsiteX538" fmla="*/ 961063 w 1870981"/>
                        <a:gd name="connsiteY538" fmla="*/ 265244 h 1448731"/>
                        <a:gd name="connsiteX539" fmla="*/ 965821 w 1870981"/>
                        <a:gd name="connsiteY539" fmla="*/ 261676 h 1448731"/>
                        <a:gd name="connsiteX540" fmla="*/ 969390 w 1870981"/>
                        <a:gd name="connsiteY540" fmla="*/ 268812 h 1448731"/>
                        <a:gd name="connsiteX541" fmla="*/ 981284 w 1870981"/>
                        <a:gd name="connsiteY541" fmla="*/ 259297 h 1448731"/>
                        <a:gd name="connsiteX542" fmla="*/ 996747 w 1870981"/>
                        <a:gd name="connsiteY542" fmla="*/ 260486 h 1448731"/>
                        <a:gd name="connsiteX543" fmla="*/ 993178 w 1870981"/>
                        <a:gd name="connsiteY543" fmla="*/ 270002 h 1448731"/>
                        <a:gd name="connsiteX544" fmla="*/ 986042 w 1870981"/>
                        <a:gd name="connsiteY544" fmla="*/ 273570 h 1448731"/>
                        <a:gd name="connsiteX545" fmla="*/ 977716 w 1870981"/>
                        <a:gd name="connsiteY545" fmla="*/ 271191 h 1448731"/>
                        <a:gd name="connsiteX546" fmla="*/ 969390 w 1870981"/>
                        <a:gd name="connsiteY546" fmla="*/ 284275 h 1448731"/>
                        <a:gd name="connsiteX547" fmla="*/ 955116 w 1870981"/>
                        <a:gd name="connsiteY547" fmla="*/ 286654 h 1448731"/>
                        <a:gd name="connsiteX548" fmla="*/ 949169 w 1870981"/>
                        <a:gd name="connsiteY548" fmla="*/ 285464 h 1448731"/>
                        <a:gd name="connsiteX549" fmla="*/ 944411 w 1870981"/>
                        <a:gd name="connsiteY549" fmla="*/ 287843 h 1448731"/>
                        <a:gd name="connsiteX550" fmla="*/ 933707 w 1870981"/>
                        <a:gd name="connsiteY550" fmla="*/ 285464 h 1448731"/>
                        <a:gd name="connsiteX551" fmla="*/ 923002 w 1870981"/>
                        <a:gd name="connsiteY551" fmla="*/ 291412 h 1448731"/>
                        <a:gd name="connsiteX552" fmla="*/ 924191 w 1870981"/>
                        <a:gd name="connsiteY552" fmla="*/ 302117 h 1448731"/>
                        <a:gd name="connsiteX553" fmla="*/ 920623 w 1870981"/>
                        <a:gd name="connsiteY553" fmla="*/ 312821 h 1448731"/>
                        <a:gd name="connsiteX554" fmla="*/ 917054 w 1870981"/>
                        <a:gd name="connsiteY554" fmla="*/ 324716 h 1448731"/>
                        <a:gd name="connsiteX555" fmla="*/ 915865 w 1870981"/>
                        <a:gd name="connsiteY555" fmla="*/ 330663 h 1448731"/>
                        <a:gd name="connsiteX556" fmla="*/ 919433 w 1870981"/>
                        <a:gd name="connsiteY556" fmla="*/ 335421 h 1448731"/>
                        <a:gd name="connsiteX557" fmla="*/ 915865 w 1870981"/>
                        <a:gd name="connsiteY557" fmla="*/ 338989 h 1448731"/>
                        <a:gd name="connsiteX558" fmla="*/ 919433 w 1870981"/>
                        <a:gd name="connsiteY558" fmla="*/ 350883 h 1448731"/>
                        <a:gd name="connsiteX559" fmla="*/ 912297 w 1870981"/>
                        <a:gd name="connsiteY559" fmla="*/ 352073 h 1448731"/>
                        <a:gd name="connsiteX560" fmla="*/ 912297 w 1870981"/>
                        <a:gd name="connsiteY560" fmla="*/ 346126 h 1448731"/>
                        <a:gd name="connsiteX561" fmla="*/ 905160 w 1870981"/>
                        <a:gd name="connsiteY561" fmla="*/ 384187 h 1448731"/>
                        <a:gd name="connsiteX562" fmla="*/ 901592 w 1870981"/>
                        <a:gd name="connsiteY562" fmla="*/ 372293 h 1448731"/>
                        <a:gd name="connsiteX563" fmla="*/ 899213 w 1870981"/>
                        <a:gd name="connsiteY563" fmla="*/ 367535 h 1448731"/>
                        <a:gd name="connsiteX564" fmla="*/ 899213 w 1870981"/>
                        <a:gd name="connsiteY564" fmla="*/ 360399 h 1448731"/>
                        <a:gd name="connsiteX565" fmla="*/ 894455 w 1870981"/>
                        <a:gd name="connsiteY565" fmla="*/ 348504 h 1448731"/>
                        <a:gd name="connsiteX566" fmla="*/ 894455 w 1870981"/>
                        <a:gd name="connsiteY566" fmla="*/ 341368 h 1448731"/>
                        <a:gd name="connsiteX567" fmla="*/ 890887 w 1870981"/>
                        <a:gd name="connsiteY567" fmla="*/ 334231 h 1448731"/>
                        <a:gd name="connsiteX568" fmla="*/ 899213 w 1870981"/>
                        <a:gd name="connsiteY568" fmla="*/ 308064 h 1448731"/>
                        <a:gd name="connsiteX569" fmla="*/ 890887 w 1870981"/>
                        <a:gd name="connsiteY569" fmla="*/ 318769 h 1448731"/>
                        <a:gd name="connsiteX570" fmla="*/ 892076 w 1870981"/>
                        <a:gd name="connsiteY570" fmla="*/ 299738 h 1448731"/>
                        <a:gd name="connsiteX571" fmla="*/ 882561 w 1870981"/>
                        <a:gd name="connsiteY571" fmla="*/ 277138 h 1448731"/>
                        <a:gd name="connsiteX572" fmla="*/ 854014 w 1870981"/>
                        <a:gd name="connsiteY572" fmla="*/ 285464 h 1448731"/>
                        <a:gd name="connsiteX573" fmla="*/ 846878 w 1870981"/>
                        <a:gd name="connsiteY573" fmla="*/ 285464 h 1448731"/>
                        <a:gd name="connsiteX574" fmla="*/ 838552 w 1870981"/>
                        <a:gd name="connsiteY574" fmla="*/ 287843 h 1448731"/>
                        <a:gd name="connsiteX575" fmla="*/ 824278 w 1870981"/>
                        <a:gd name="connsiteY575" fmla="*/ 286654 h 1448731"/>
                        <a:gd name="connsiteX576" fmla="*/ 811195 w 1870981"/>
                        <a:gd name="connsiteY576" fmla="*/ 283085 h 1448731"/>
                        <a:gd name="connsiteX577" fmla="*/ 795732 w 1870981"/>
                        <a:gd name="connsiteY577" fmla="*/ 280707 h 1448731"/>
                        <a:gd name="connsiteX578" fmla="*/ 789785 w 1870981"/>
                        <a:gd name="connsiteY578" fmla="*/ 277138 h 1448731"/>
                        <a:gd name="connsiteX579" fmla="*/ 785027 w 1870981"/>
                        <a:gd name="connsiteY579" fmla="*/ 272381 h 1448731"/>
                        <a:gd name="connsiteX580" fmla="*/ 771943 w 1870981"/>
                        <a:gd name="connsiteY580" fmla="*/ 264055 h 1448731"/>
                        <a:gd name="connsiteX581" fmla="*/ 764807 w 1870981"/>
                        <a:gd name="connsiteY581" fmla="*/ 256918 h 1448731"/>
                        <a:gd name="connsiteX582" fmla="*/ 774322 w 1870981"/>
                        <a:gd name="connsiteY582" fmla="*/ 249781 h 1448731"/>
                        <a:gd name="connsiteX583" fmla="*/ 781459 w 1870981"/>
                        <a:gd name="connsiteY583" fmla="*/ 243834 h 1448731"/>
                        <a:gd name="connsiteX584" fmla="*/ 795732 w 1870981"/>
                        <a:gd name="connsiteY584" fmla="*/ 243834 h 1448731"/>
                        <a:gd name="connsiteX585" fmla="*/ 810005 w 1870981"/>
                        <a:gd name="connsiteY585" fmla="*/ 243834 h 1448731"/>
                        <a:gd name="connsiteX586" fmla="*/ 807626 w 1870981"/>
                        <a:gd name="connsiteY586" fmla="*/ 215288 h 1448731"/>
                        <a:gd name="connsiteX587" fmla="*/ 793353 w 1870981"/>
                        <a:gd name="connsiteY587" fmla="*/ 195067 h 1448731"/>
                        <a:gd name="connsiteX588" fmla="*/ 790974 w 1870981"/>
                        <a:gd name="connsiteY588" fmla="*/ 199825 h 1448731"/>
                        <a:gd name="connsiteX589" fmla="*/ 782648 w 1870981"/>
                        <a:gd name="connsiteY589" fmla="*/ 192688 h 1448731"/>
                        <a:gd name="connsiteX590" fmla="*/ 781459 w 1870981"/>
                        <a:gd name="connsiteY590" fmla="*/ 197446 h 1448731"/>
                        <a:gd name="connsiteX591" fmla="*/ 779080 w 1870981"/>
                        <a:gd name="connsiteY591" fmla="*/ 205772 h 1448731"/>
                        <a:gd name="connsiteX592" fmla="*/ 771943 w 1870981"/>
                        <a:gd name="connsiteY592" fmla="*/ 197446 h 1448731"/>
                        <a:gd name="connsiteX593" fmla="*/ 736260 w 1870981"/>
                        <a:gd name="connsiteY593" fmla="*/ 170089 h 1448731"/>
                        <a:gd name="connsiteX594" fmla="*/ 731503 w 1870981"/>
                        <a:gd name="connsiteY594" fmla="*/ 166521 h 1448731"/>
                        <a:gd name="connsiteX595" fmla="*/ 730313 w 1870981"/>
                        <a:gd name="connsiteY595" fmla="*/ 166521 h 1448731"/>
                        <a:gd name="connsiteX596" fmla="*/ 717229 w 1870981"/>
                        <a:gd name="connsiteY596" fmla="*/ 155816 h 1448731"/>
                        <a:gd name="connsiteX597" fmla="*/ 707714 w 1870981"/>
                        <a:gd name="connsiteY597" fmla="*/ 140353 h 1448731"/>
                        <a:gd name="connsiteX598" fmla="*/ 705335 w 1870981"/>
                        <a:gd name="connsiteY598" fmla="*/ 130838 h 1448731"/>
                        <a:gd name="connsiteX599" fmla="*/ 704146 w 1870981"/>
                        <a:gd name="connsiteY599" fmla="*/ 121322 h 1448731"/>
                        <a:gd name="connsiteX600" fmla="*/ 698198 w 1870981"/>
                        <a:gd name="connsiteY600" fmla="*/ 120133 h 1448731"/>
                        <a:gd name="connsiteX601" fmla="*/ 693441 w 1870981"/>
                        <a:gd name="connsiteY601" fmla="*/ 117754 h 1448731"/>
                        <a:gd name="connsiteX602" fmla="*/ 686304 w 1870981"/>
                        <a:gd name="connsiteY602" fmla="*/ 114186 h 1448731"/>
                        <a:gd name="connsiteX603" fmla="*/ 670841 w 1870981"/>
                        <a:gd name="connsiteY603" fmla="*/ 110617 h 1448731"/>
                        <a:gd name="connsiteX604" fmla="*/ 661326 w 1870981"/>
                        <a:gd name="connsiteY604" fmla="*/ 122512 h 1448731"/>
                        <a:gd name="connsiteX605" fmla="*/ 654189 w 1870981"/>
                        <a:gd name="connsiteY605" fmla="*/ 126080 h 1448731"/>
                        <a:gd name="connsiteX606" fmla="*/ 647053 w 1870981"/>
                        <a:gd name="connsiteY606" fmla="*/ 129648 h 1448731"/>
                        <a:gd name="connsiteX607" fmla="*/ 631590 w 1870981"/>
                        <a:gd name="connsiteY607" fmla="*/ 124891 h 1448731"/>
                        <a:gd name="connsiteX608" fmla="*/ 641106 w 1870981"/>
                        <a:gd name="connsiteY608" fmla="*/ 114186 h 1448731"/>
                        <a:gd name="connsiteX609" fmla="*/ 642295 w 1870981"/>
                        <a:gd name="connsiteY609" fmla="*/ 105860 h 1448731"/>
                        <a:gd name="connsiteX610" fmla="*/ 645863 w 1870981"/>
                        <a:gd name="connsiteY610" fmla="*/ 95155 h 1448731"/>
                        <a:gd name="connsiteX611" fmla="*/ 649432 w 1870981"/>
                        <a:gd name="connsiteY611" fmla="*/ 83260 h 1448731"/>
                        <a:gd name="connsiteX612" fmla="*/ 641106 w 1870981"/>
                        <a:gd name="connsiteY612" fmla="*/ 85639 h 1448731"/>
                        <a:gd name="connsiteX613" fmla="*/ 629211 w 1870981"/>
                        <a:gd name="connsiteY613" fmla="*/ 90397 h 1448731"/>
                        <a:gd name="connsiteX614" fmla="*/ 630401 w 1870981"/>
                        <a:gd name="connsiteY614" fmla="*/ 95155 h 1448731"/>
                        <a:gd name="connsiteX615" fmla="*/ 632780 w 1870981"/>
                        <a:gd name="connsiteY615" fmla="*/ 98723 h 1448731"/>
                        <a:gd name="connsiteX616" fmla="*/ 628022 w 1870981"/>
                        <a:gd name="connsiteY616" fmla="*/ 98723 h 1448731"/>
                        <a:gd name="connsiteX617" fmla="*/ 618506 w 1870981"/>
                        <a:gd name="connsiteY617" fmla="*/ 102291 h 1448731"/>
                        <a:gd name="connsiteX618" fmla="*/ 616127 w 1870981"/>
                        <a:gd name="connsiteY618" fmla="*/ 109428 h 1448731"/>
                        <a:gd name="connsiteX619" fmla="*/ 612559 w 1870981"/>
                        <a:gd name="connsiteY619" fmla="*/ 109428 h 1448731"/>
                        <a:gd name="connsiteX620" fmla="*/ 610180 w 1870981"/>
                        <a:gd name="connsiteY620" fmla="*/ 111807 h 1448731"/>
                        <a:gd name="connsiteX621" fmla="*/ 614938 w 1870981"/>
                        <a:gd name="connsiteY621" fmla="*/ 120133 h 1448731"/>
                        <a:gd name="connsiteX622" fmla="*/ 606612 w 1870981"/>
                        <a:gd name="connsiteY622" fmla="*/ 115375 h 1448731"/>
                        <a:gd name="connsiteX623" fmla="*/ 600665 w 1870981"/>
                        <a:gd name="connsiteY623" fmla="*/ 110617 h 1448731"/>
                        <a:gd name="connsiteX624" fmla="*/ 601854 w 1870981"/>
                        <a:gd name="connsiteY624" fmla="*/ 109428 h 1448731"/>
                        <a:gd name="connsiteX625" fmla="*/ 598286 w 1870981"/>
                        <a:gd name="connsiteY625" fmla="*/ 93965 h 1448731"/>
                        <a:gd name="connsiteX626" fmla="*/ 603044 w 1870981"/>
                        <a:gd name="connsiteY626" fmla="*/ 78503 h 1448731"/>
                        <a:gd name="connsiteX627" fmla="*/ 604233 w 1870981"/>
                        <a:gd name="connsiteY627" fmla="*/ 58282 h 1448731"/>
                        <a:gd name="connsiteX628" fmla="*/ 605422 w 1870981"/>
                        <a:gd name="connsiteY628" fmla="*/ 38062 h 1448731"/>
                        <a:gd name="connsiteX629" fmla="*/ 603044 w 1870981"/>
                        <a:gd name="connsiteY629" fmla="*/ 28546 h 1448731"/>
                        <a:gd name="connsiteX630" fmla="*/ 594718 w 1870981"/>
                        <a:gd name="connsiteY630" fmla="*/ 32115 h 1448731"/>
                        <a:gd name="connsiteX631" fmla="*/ 592339 w 1870981"/>
                        <a:gd name="connsiteY631" fmla="*/ 41630 h 1448731"/>
                        <a:gd name="connsiteX632" fmla="*/ 592339 w 1870981"/>
                        <a:gd name="connsiteY632" fmla="*/ 52335 h 1448731"/>
                        <a:gd name="connsiteX633" fmla="*/ 592339 w 1870981"/>
                        <a:gd name="connsiteY633" fmla="*/ 52335 h 1448731"/>
                        <a:gd name="connsiteX634" fmla="*/ 582823 w 1870981"/>
                        <a:gd name="connsiteY634" fmla="*/ 55903 h 1448731"/>
                        <a:gd name="connsiteX635" fmla="*/ 576876 w 1870981"/>
                        <a:gd name="connsiteY635" fmla="*/ 58282 h 1448731"/>
                        <a:gd name="connsiteX636" fmla="*/ 573308 w 1870981"/>
                        <a:gd name="connsiteY636" fmla="*/ 63040 h 1448731"/>
                        <a:gd name="connsiteX637" fmla="*/ 568550 w 1870981"/>
                        <a:gd name="connsiteY637" fmla="*/ 65419 h 1448731"/>
                        <a:gd name="connsiteX638" fmla="*/ 563792 w 1870981"/>
                        <a:gd name="connsiteY638" fmla="*/ 68987 h 1448731"/>
                        <a:gd name="connsiteX639" fmla="*/ 553087 w 1870981"/>
                        <a:gd name="connsiteY639" fmla="*/ 72556 h 1448731"/>
                        <a:gd name="connsiteX640" fmla="*/ 557845 w 1870981"/>
                        <a:gd name="connsiteY640" fmla="*/ 66608 h 1448731"/>
                        <a:gd name="connsiteX641" fmla="*/ 559035 w 1870981"/>
                        <a:gd name="connsiteY641" fmla="*/ 60661 h 1448731"/>
                        <a:gd name="connsiteX642" fmla="*/ 551898 w 1870981"/>
                        <a:gd name="connsiteY642" fmla="*/ 63040 h 1448731"/>
                        <a:gd name="connsiteX643" fmla="*/ 543572 w 1870981"/>
                        <a:gd name="connsiteY643" fmla="*/ 65419 h 1448731"/>
                        <a:gd name="connsiteX644" fmla="*/ 525730 w 1870981"/>
                        <a:gd name="connsiteY644" fmla="*/ 68987 h 1448731"/>
                        <a:gd name="connsiteX645" fmla="*/ 510268 w 1870981"/>
                        <a:gd name="connsiteY645" fmla="*/ 77313 h 1448731"/>
                        <a:gd name="connsiteX646" fmla="*/ 498373 w 1870981"/>
                        <a:gd name="connsiteY646" fmla="*/ 86829 h 1448731"/>
                        <a:gd name="connsiteX647" fmla="*/ 501942 w 1870981"/>
                        <a:gd name="connsiteY647" fmla="*/ 74934 h 1448731"/>
                        <a:gd name="connsiteX648" fmla="*/ 490047 w 1870981"/>
                        <a:gd name="connsiteY648" fmla="*/ 79692 h 1448731"/>
                        <a:gd name="connsiteX649" fmla="*/ 485289 w 1870981"/>
                        <a:gd name="connsiteY649" fmla="*/ 77313 h 1448731"/>
                        <a:gd name="connsiteX650" fmla="*/ 478153 w 1870981"/>
                        <a:gd name="connsiteY650" fmla="*/ 76124 h 1448731"/>
                        <a:gd name="connsiteX651" fmla="*/ 475774 w 1870981"/>
                        <a:gd name="connsiteY651" fmla="*/ 82071 h 1448731"/>
                        <a:gd name="connsiteX652" fmla="*/ 463880 w 1870981"/>
                        <a:gd name="connsiteY652" fmla="*/ 88018 h 1448731"/>
                        <a:gd name="connsiteX653" fmla="*/ 450796 w 1870981"/>
                        <a:gd name="connsiteY653" fmla="*/ 92776 h 1448731"/>
                        <a:gd name="connsiteX654" fmla="*/ 442470 w 1870981"/>
                        <a:gd name="connsiteY654" fmla="*/ 102291 h 1448731"/>
                        <a:gd name="connsiteX655" fmla="*/ 435333 w 1870981"/>
                        <a:gd name="connsiteY655" fmla="*/ 104670 h 1448731"/>
                        <a:gd name="connsiteX656" fmla="*/ 436523 w 1870981"/>
                        <a:gd name="connsiteY656" fmla="*/ 110617 h 1448731"/>
                        <a:gd name="connsiteX657" fmla="*/ 428197 w 1870981"/>
                        <a:gd name="connsiteY657" fmla="*/ 103481 h 1448731"/>
                        <a:gd name="connsiteX658" fmla="*/ 435333 w 1870981"/>
                        <a:gd name="connsiteY658" fmla="*/ 96344 h 1448731"/>
                        <a:gd name="connsiteX659" fmla="*/ 442470 w 1870981"/>
                        <a:gd name="connsiteY659" fmla="*/ 90397 h 1448731"/>
                        <a:gd name="connsiteX660" fmla="*/ 450796 w 1870981"/>
                        <a:gd name="connsiteY660" fmla="*/ 84450 h 1448731"/>
                        <a:gd name="connsiteX661" fmla="*/ 469827 w 1870981"/>
                        <a:gd name="connsiteY661" fmla="*/ 77313 h 1448731"/>
                        <a:gd name="connsiteX662" fmla="*/ 478153 w 1870981"/>
                        <a:gd name="connsiteY662" fmla="*/ 71366 h 1448731"/>
                        <a:gd name="connsiteX663" fmla="*/ 488858 w 1870981"/>
                        <a:gd name="connsiteY663" fmla="*/ 71366 h 1448731"/>
                        <a:gd name="connsiteX664" fmla="*/ 499563 w 1870981"/>
                        <a:gd name="connsiteY664" fmla="*/ 67798 h 1448731"/>
                        <a:gd name="connsiteX665" fmla="*/ 510268 w 1870981"/>
                        <a:gd name="connsiteY665" fmla="*/ 67798 h 1448731"/>
                        <a:gd name="connsiteX666" fmla="*/ 520972 w 1870981"/>
                        <a:gd name="connsiteY666" fmla="*/ 65419 h 1448731"/>
                        <a:gd name="connsiteX667" fmla="*/ 526920 w 1870981"/>
                        <a:gd name="connsiteY667" fmla="*/ 59472 h 1448731"/>
                        <a:gd name="connsiteX668" fmla="*/ 545951 w 1870981"/>
                        <a:gd name="connsiteY668" fmla="*/ 54714 h 1448731"/>
                        <a:gd name="connsiteX669" fmla="*/ 549519 w 1870981"/>
                        <a:gd name="connsiteY669" fmla="*/ 38062 h 1448731"/>
                        <a:gd name="connsiteX670" fmla="*/ 543572 w 1870981"/>
                        <a:gd name="connsiteY670" fmla="*/ 40441 h 1448731"/>
                        <a:gd name="connsiteX671" fmla="*/ 536435 w 1870981"/>
                        <a:gd name="connsiteY671" fmla="*/ 40441 h 1448731"/>
                        <a:gd name="connsiteX672" fmla="*/ 519783 w 1870981"/>
                        <a:gd name="connsiteY672" fmla="*/ 45198 h 1448731"/>
                        <a:gd name="connsiteX673" fmla="*/ 519783 w 1870981"/>
                        <a:gd name="connsiteY673" fmla="*/ 48767 h 1448731"/>
                        <a:gd name="connsiteX674" fmla="*/ 516215 w 1870981"/>
                        <a:gd name="connsiteY674" fmla="*/ 51146 h 1448731"/>
                        <a:gd name="connsiteX675" fmla="*/ 497184 w 1870981"/>
                        <a:gd name="connsiteY675" fmla="*/ 52335 h 1448731"/>
                        <a:gd name="connsiteX676" fmla="*/ 486479 w 1870981"/>
                        <a:gd name="connsiteY676" fmla="*/ 54714 h 1448731"/>
                        <a:gd name="connsiteX677" fmla="*/ 475774 w 1870981"/>
                        <a:gd name="connsiteY677" fmla="*/ 51146 h 1448731"/>
                        <a:gd name="connsiteX678" fmla="*/ 465069 w 1870981"/>
                        <a:gd name="connsiteY678" fmla="*/ 54714 h 1448731"/>
                        <a:gd name="connsiteX679" fmla="*/ 466259 w 1870981"/>
                        <a:gd name="connsiteY679" fmla="*/ 55903 h 1448731"/>
                        <a:gd name="connsiteX680" fmla="*/ 460311 w 1870981"/>
                        <a:gd name="connsiteY680" fmla="*/ 60661 h 1448731"/>
                        <a:gd name="connsiteX681" fmla="*/ 455554 w 1870981"/>
                        <a:gd name="connsiteY681" fmla="*/ 67798 h 1448731"/>
                        <a:gd name="connsiteX682" fmla="*/ 443659 w 1870981"/>
                        <a:gd name="connsiteY682" fmla="*/ 66608 h 1448731"/>
                        <a:gd name="connsiteX683" fmla="*/ 432954 w 1870981"/>
                        <a:gd name="connsiteY683" fmla="*/ 71366 h 1448731"/>
                        <a:gd name="connsiteX684" fmla="*/ 411545 w 1870981"/>
                        <a:gd name="connsiteY684" fmla="*/ 83260 h 1448731"/>
                        <a:gd name="connsiteX685" fmla="*/ 403218 w 1870981"/>
                        <a:gd name="connsiteY685" fmla="*/ 85639 h 1448731"/>
                        <a:gd name="connsiteX686" fmla="*/ 402029 w 1870981"/>
                        <a:gd name="connsiteY686" fmla="*/ 98723 h 1448731"/>
                        <a:gd name="connsiteX687" fmla="*/ 403218 w 1870981"/>
                        <a:gd name="connsiteY687" fmla="*/ 111807 h 1448731"/>
                        <a:gd name="connsiteX688" fmla="*/ 398461 w 1870981"/>
                        <a:gd name="connsiteY688" fmla="*/ 120133 h 1448731"/>
                        <a:gd name="connsiteX689" fmla="*/ 387756 w 1870981"/>
                        <a:gd name="connsiteY689" fmla="*/ 126080 h 1448731"/>
                        <a:gd name="connsiteX690" fmla="*/ 392514 w 1870981"/>
                        <a:gd name="connsiteY690" fmla="*/ 118944 h 1448731"/>
                        <a:gd name="connsiteX691" fmla="*/ 388945 w 1870981"/>
                        <a:gd name="connsiteY691" fmla="*/ 110617 h 1448731"/>
                        <a:gd name="connsiteX692" fmla="*/ 384187 w 1870981"/>
                        <a:gd name="connsiteY692" fmla="*/ 103481 h 1448731"/>
                        <a:gd name="connsiteX693" fmla="*/ 377051 w 1870981"/>
                        <a:gd name="connsiteY693" fmla="*/ 97534 h 1448731"/>
                        <a:gd name="connsiteX694" fmla="*/ 368725 w 1870981"/>
                        <a:gd name="connsiteY694" fmla="*/ 80882 h 1448731"/>
                        <a:gd name="connsiteX695" fmla="*/ 365157 w 1870981"/>
                        <a:gd name="connsiteY695" fmla="*/ 78503 h 1448731"/>
                        <a:gd name="connsiteX696" fmla="*/ 363967 w 1870981"/>
                        <a:gd name="connsiteY696" fmla="*/ 73745 h 1448731"/>
                        <a:gd name="connsiteX697" fmla="*/ 354452 w 1870981"/>
                        <a:gd name="connsiteY697" fmla="*/ 71366 h 1448731"/>
                        <a:gd name="connsiteX698" fmla="*/ 347315 w 1870981"/>
                        <a:gd name="connsiteY698" fmla="*/ 64230 h 1448731"/>
                        <a:gd name="connsiteX699" fmla="*/ 344936 w 1870981"/>
                        <a:gd name="connsiteY699" fmla="*/ 51146 h 1448731"/>
                        <a:gd name="connsiteX700" fmla="*/ 337800 w 1870981"/>
                        <a:gd name="connsiteY700" fmla="*/ 47577 h 1448731"/>
                        <a:gd name="connsiteX701" fmla="*/ 337800 w 1870981"/>
                        <a:gd name="connsiteY701" fmla="*/ 39251 h 1448731"/>
                        <a:gd name="connsiteX702" fmla="*/ 331852 w 1870981"/>
                        <a:gd name="connsiteY702" fmla="*/ 22599 h 1448731"/>
                        <a:gd name="connsiteX703" fmla="*/ 321148 w 1870981"/>
                        <a:gd name="connsiteY703" fmla="*/ 13084 h 1448731"/>
                        <a:gd name="connsiteX704" fmla="*/ 300927 w 1870981"/>
                        <a:gd name="connsiteY704" fmla="*/ 2379 h 1448731"/>
                        <a:gd name="connsiteX705" fmla="*/ 297359 w 1870981"/>
                        <a:gd name="connsiteY705" fmla="*/ 0 h 1448731"/>
                        <a:gd name="connsiteX706" fmla="*/ 0 w 1870981"/>
                        <a:gd name="connsiteY706" fmla="*/ 541193 h 1448731"/>
                        <a:gd name="connsiteX707" fmla="*/ 22599 w 1870981"/>
                        <a:gd name="connsiteY707" fmla="*/ 544761 h 1448731"/>
                        <a:gd name="connsiteX708" fmla="*/ 32115 w 1870981"/>
                        <a:gd name="connsiteY708" fmla="*/ 540004 h 1448731"/>
                        <a:gd name="connsiteX709" fmla="*/ 44009 w 1870981"/>
                        <a:gd name="connsiteY709" fmla="*/ 538814 h 1448731"/>
                        <a:gd name="connsiteX710" fmla="*/ 39251 w 1870981"/>
                        <a:gd name="connsiteY710" fmla="*/ 557845 h 1448731"/>
                        <a:gd name="connsiteX711" fmla="*/ 44009 w 1870981"/>
                        <a:gd name="connsiteY711" fmla="*/ 576876 h 1448731"/>
                        <a:gd name="connsiteX712" fmla="*/ 51146 w 1870981"/>
                        <a:gd name="connsiteY712" fmla="*/ 593528 h 1448731"/>
                        <a:gd name="connsiteX713" fmla="*/ 52335 w 1870981"/>
                        <a:gd name="connsiteY713" fmla="*/ 616127 h 1448731"/>
                        <a:gd name="connsiteX714" fmla="*/ 88018 w 1870981"/>
                        <a:gd name="connsiteY714" fmla="*/ 601854 h 1448731"/>
                        <a:gd name="connsiteX715" fmla="*/ 121322 w 1870981"/>
                        <a:gd name="connsiteY715" fmla="*/ 593528 h 1448731"/>
                        <a:gd name="connsiteX716" fmla="*/ 121322 w 1870981"/>
                        <a:gd name="connsiteY716" fmla="*/ 610180 h 1448731"/>
                        <a:gd name="connsiteX717" fmla="*/ 124891 w 1870981"/>
                        <a:gd name="connsiteY717" fmla="*/ 629211 h 1448731"/>
                        <a:gd name="connsiteX718" fmla="*/ 129648 w 1870981"/>
                        <a:gd name="connsiteY718" fmla="*/ 649432 h 1448731"/>
                        <a:gd name="connsiteX719" fmla="*/ 133217 w 1870981"/>
                        <a:gd name="connsiteY719" fmla="*/ 669652 h 1448731"/>
                        <a:gd name="connsiteX720" fmla="*/ 135596 w 1870981"/>
                        <a:gd name="connsiteY720" fmla="*/ 687493 h 1448731"/>
                        <a:gd name="connsiteX721" fmla="*/ 133217 w 1870981"/>
                        <a:gd name="connsiteY721" fmla="*/ 707714 h 1448731"/>
                        <a:gd name="connsiteX722" fmla="*/ 132027 w 1870981"/>
                        <a:gd name="connsiteY722" fmla="*/ 726745 h 1448731"/>
                        <a:gd name="connsiteX723" fmla="*/ 129648 w 1870981"/>
                        <a:gd name="connsiteY723" fmla="*/ 735071 h 1448731"/>
                        <a:gd name="connsiteX724" fmla="*/ 134406 w 1870981"/>
                        <a:gd name="connsiteY724" fmla="*/ 742207 h 1448731"/>
                        <a:gd name="connsiteX725" fmla="*/ 132027 w 1870981"/>
                        <a:gd name="connsiteY725" fmla="*/ 751723 h 1448731"/>
                        <a:gd name="connsiteX726" fmla="*/ 136785 w 1870981"/>
                        <a:gd name="connsiteY726" fmla="*/ 760049 h 1448731"/>
                        <a:gd name="connsiteX727" fmla="*/ 151058 w 1870981"/>
                        <a:gd name="connsiteY727" fmla="*/ 774322 h 1448731"/>
                        <a:gd name="connsiteX728" fmla="*/ 158195 w 1870981"/>
                        <a:gd name="connsiteY728" fmla="*/ 807626 h 1448731"/>
                        <a:gd name="connsiteX729" fmla="*/ 146301 w 1870981"/>
                        <a:gd name="connsiteY729" fmla="*/ 834983 h 1448731"/>
                        <a:gd name="connsiteX730" fmla="*/ 146301 w 1870981"/>
                        <a:gd name="connsiteY730" fmla="*/ 837362 h 1448731"/>
                        <a:gd name="connsiteX731" fmla="*/ 166521 w 1870981"/>
                        <a:gd name="connsiteY731" fmla="*/ 823089 h 1448731"/>
                        <a:gd name="connsiteX732" fmla="*/ 152248 w 1870981"/>
                        <a:gd name="connsiteY732" fmla="*/ 842120 h 1448731"/>
                        <a:gd name="connsiteX733" fmla="*/ 149869 w 1870981"/>
                        <a:gd name="connsiteY733" fmla="*/ 849257 h 1448731"/>
                        <a:gd name="connsiteX734" fmla="*/ 141543 w 1870981"/>
                        <a:gd name="connsiteY734" fmla="*/ 850446 h 1448731"/>
                        <a:gd name="connsiteX735" fmla="*/ 133217 w 1870981"/>
                        <a:gd name="connsiteY735" fmla="*/ 859961 h 1448731"/>
                        <a:gd name="connsiteX736" fmla="*/ 124891 w 1870981"/>
                        <a:gd name="connsiteY736" fmla="*/ 869477 h 1448731"/>
                        <a:gd name="connsiteX737" fmla="*/ 129648 w 1870981"/>
                        <a:gd name="connsiteY737" fmla="*/ 881371 h 1448731"/>
                        <a:gd name="connsiteX738" fmla="*/ 136785 w 1870981"/>
                        <a:gd name="connsiteY738" fmla="*/ 907539 h 1448731"/>
                        <a:gd name="connsiteX739" fmla="*/ 139164 w 1870981"/>
                        <a:gd name="connsiteY739" fmla="*/ 900402 h 1448731"/>
                        <a:gd name="connsiteX740" fmla="*/ 158195 w 1870981"/>
                        <a:gd name="connsiteY740" fmla="*/ 892076 h 1448731"/>
                        <a:gd name="connsiteX741" fmla="*/ 154627 w 1870981"/>
                        <a:gd name="connsiteY741" fmla="*/ 911107 h 1448731"/>
                        <a:gd name="connsiteX742" fmla="*/ 168900 w 1870981"/>
                        <a:gd name="connsiteY742" fmla="*/ 919433 h 1448731"/>
                        <a:gd name="connsiteX743" fmla="*/ 147490 w 1870981"/>
                        <a:gd name="connsiteY743" fmla="*/ 918244 h 1448731"/>
                        <a:gd name="connsiteX744" fmla="*/ 151058 w 1870981"/>
                        <a:gd name="connsiteY744" fmla="*/ 939654 h 1448731"/>
                        <a:gd name="connsiteX745" fmla="*/ 158195 w 1870981"/>
                        <a:gd name="connsiteY745" fmla="*/ 940843 h 1448731"/>
                        <a:gd name="connsiteX746" fmla="*/ 158195 w 1870981"/>
                        <a:gd name="connsiteY746" fmla="*/ 952737 h 1448731"/>
                        <a:gd name="connsiteX747" fmla="*/ 142732 w 1870981"/>
                        <a:gd name="connsiteY747" fmla="*/ 961063 h 1448731"/>
                        <a:gd name="connsiteX748" fmla="*/ 151058 w 1870981"/>
                        <a:gd name="connsiteY748" fmla="*/ 962253 h 1448731"/>
                        <a:gd name="connsiteX749" fmla="*/ 152248 w 1870981"/>
                        <a:gd name="connsiteY749" fmla="*/ 965821 h 1448731"/>
                        <a:gd name="connsiteX750" fmla="*/ 187931 w 1870981"/>
                        <a:gd name="connsiteY750" fmla="*/ 947980 h 1448731"/>
                        <a:gd name="connsiteX751" fmla="*/ 173657 w 1870981"/>
                        <a:gd name="connsiteY751" fmla="*/ 962253 h 1448731"/>
                        <a:gd name="connsiteX752" fmla="*/ 185552 w 1870981"/>
                        <a:gd name="connsiteY752" fmla="*/ 974147 h 1448731"/>
                        <a:gd name="connsiteX753" fmla="*/ 177226 w 1870981"/>
                        <a:gd name="connsiteY753" fmla="*/ 971768 h 1448731"/>
                        <a:gd name="connsiteX754" fmla="*/ 176036 w 1870981"/>
                        <a:gd name="connsiteY754" fmla="*/ 986042 h 1448731"/>
                        <a:gd name="connsiteX755" fmla="*/ 170089 w 1870981"/>
                        <a:gd name="connsiteY755" fmla="*/ 971768 h 1448731"/>
                        <a:gd name="connsiteX756" fmla="*/ 145111 w 1870981"/>
                        <a:gd name="connsiteY756" fmla="*/ 994368 h 1448731"/>
                        <a:gd name="connsiteX757" fmla="*/ 153437 w 1870981"/>
                        <a:gd name="connsiteY757" fmla="*/ 993178 h 1448731"/>
                        <a:gd name="connsiteX758" fmla="*/ 167710 w 1870981"/>
                        <a:gd name="connsiteY758" fmla="*/ 999125 h 1448731"/>
                        <a:gd name="connsiteX759" fmla="*/ 155816 w 1870981"/>
                        <a:gd name="connsiteY759" fmla="*/ 999125 h 1448731"/>
                        <a:gd name="connsiteX760" fmla="*/ 154627 w 1870981"/>
                        <a:gd name="connsiteY760" fmla="*/ 1003883 h 1448731"/>
                        <a:gd name="connsiteX761" fmla="*/ 147490 w 1870981"/>
                        <a:gd name="connsiteY761" fmla="*/ 1005073 h 1448731"/>
                        <a:gd name="connsiteX762" fmla="*/ 154627 w 1870981"/>
                        <a:gd name="connsiteY762" fmla="*/ 1008641 h 1448731"/>
                        <a:gd name="connsiteX763" fmla="*/ 143922 w 1870981"/>
                        <a:gd name="connsiteY763" fmla="*/ 1015778 h 1448731"/>
                        <a:gd name="connsiteX764" fmla="*/ 155816 w 1870981"/>
                        <a:gd name="connsiteY764" fmla="*/ 1015778 h 1448731"/>
                        <a:gd name="connsiteX765" fmla="*/ 153437 w 1870981"/>
                        <a:gd name="connsiteY765" fmla="*/ 1019346 h 1448731"/>
                        <a:gd name="connsiteX766" fmla="*/ 158195 w 1870981"/>
                        <a:gd name="connsiteY766" fmla="*/ 1021725 h 1448731"/>
                        <a:gd name="connsiteX767" fmla="*/ 147490 w 1870981"/>
                        <a:gd name="connsiteY767" fmla="*/ 1026482 h 1448731"/>
                        <a:gd name="connsiteX768" fmla="*/ 147490 w 1870981"/>
                        <a:gd name="connsiteY768" fmla="*/ 1028861 h 1448731"/>
                        <a:gd name="connsiteX769" fmla="*/ 170089 w 1870981"/>
                        <a:gd name="connsiteY769" fmla="*/ 1030051 h 1448731"/>
                        <a:gd name="connsiteX770" fmla="*/ 190310 w 1870981"/>
                        <a:gd name="connsiteY770" fmla="*/ 1031240 h 1448731"/>
                        <a:gd name="connsiteX771" fmla="*/ 170089 w 1870981"/>
                        <a:gd name="connsiteY771" fmla="*/ 1045513 h 1448731"/>
                        <a:gd name="connsiteX772" fmla="*/ 184362 w 1870981"/>
                        <a:gd name="connsiteY772" fmla="*/ 1047892 h 1448731"/>
                        <a:gd name="connsiteX773" fmla="*/ 185552 w 1870981"/>
                        <a:gd name="connsiteY773" fmla="*/ 1053839 h 1448731"/>
                        <a:gd name="connsiteX774" fmla="*/ 193878 w 1870981"/>
                        <a:gd name="connsiteY774" fmla="*/ 1051461 h 1448731"/>
                        <a:gd name="connsiteX775" fmla="*/ 203393 w 1870981"/>
                        <a:gd name="connsiteY775" fmla="*/ 1033619 h 1448731"/>
                        <a:gd name="connsiteX776" fmla="*/ 199825 w 1870981"/>
                        <a:gd name="connsiteY776" fmla="*/ 1056218 h 1448731"/>
                        <a:gd name="connsiteX777" fmla="*/ 206962 w 1870981"/>
                        <a:gd name="connsiteY777" fmla="*/ 1055029 h 1448731"/>
                        <a:gd name="connsiteX778" fmla="*/ 206962 w 1870981"/>
                        <a:gd name="connsiteY778" fmla="*/ 1057408 h 1448731"/>
                        <a:gd name="connsiteX779" fmla="*/ 198636 w 1870981"/>
                        <a:gd name="connsiteY779" fmla="*/ 1068113 h 1448731"/>
                        <a:gd name="connsiteX780" fmla="*/ 195067 w 1870981"/>
                        <a:gd name="connsiteY780" fmla="*/ 1078818 h 1448731"/>
                        <a:gd name="connsiteX781" fmla="*/ 212909 w 1870981"/>
                        <a:gd name="connsiteY781" fmla="*/ 1093091 h 1448731"/>
                        <a:gd name="connsiteX782" fmla="*/ 206962 w 1870981"/>
                        <a:gd name="connsiteY782" fmla="*/ 1088333 h 1448731"/>
                        <a:gd name="connsiteX783" fmla="*/ 211719 w 1870981"/>
                        <a:gd name="connsiteY783" fmla="*/ 1099038 h 1448731"/>
                        <a:gd name="connsiteX784" fmla="*/ 225993 w 1870981"/>
                        <a:gd name="connsiteY784" fmla="*/ 1093091 h 1448731"/>
                        <a:gd name="connsiteX785" fmla="*/ 227182 w 1870981"/>
                        <a:gd name="connsiteY785" fmla="*/ 1120448 h 1448731"/>
                        <a:gd name="connsiteX786" fmla="*/ 227182 w 1870981"/>
                        <a:gd name="connsiteY786" fmla="*/ 1118069 h 1448731"/>
                        <a:gd name="connsiteX787" fmla="*/ 231940 w 1870981"/>
                        <a:gd name="connsiteY787" fmla="*/ 1118069 h 1448731"/>
                        <a:gd name="connsiteX788" fmla="*/ 902781 w 1870981"/>
                        <a:gd name="connsiteY788" fmla="*/ 1188246 h 1448731"/>
                        <a:gd name="connsiteX789" fmla="*/ 907539 w 1870981"/>
                        <a:gd name="connsiteY789" fmla="*/ 1185867 h 1448731"/>
                        <a:gd name="connsiteX790" fmla="*/ 924191 w 1870981"/>
                        <a:gd name="connsiteY790" fmla="*/ 1198950 h 1448731"/>
                        <a:gd name="connsiteX791" fmla="*/ 933707 w 1870981"/>
                        <a:gd name="connsiteY791" fmla="*/ 1202519 h 1448731"/>
                        <a:gd name="connsiteX792" fmla="*/ 944411 w 1870981"/>
                        <a:gd name="connsiteY792" fmla="*/ 1202519 h 1448731"/>
                        <a:gd name="connsiteX793" fmla="*/ 962253 w 1870981"/>
                        <a:gd name="connsiteY793" fmla="*/ 1214413 h 1448731"/>
                        <a:gd name="connsiteX794" fmla="*/ 978905 w 1870981"/>
                        <a:gd name="connsiteY794" fmla="*/ 1222739 h 1448731"/>
                        <a:gd name="connsiteX795" fmla="*/ 991989 w 1870981"/>
                        <a:gd name="connsiteY795" fmla="*/ 1222739 h 1448731"/>
                        <a:gd name="connsiteX796" fmla="*/ 1000315 w 1870981"/>
                        <a:gd name="connsiteY796" fmla="*/ 1226308 h 1448731"/>
                        <a:gd name="connsiteX797" fmla="*/ 1021725 w 1870981"/>
                        <a:gd name="connsiteY797" fmla="*/ 1233444 h 1448731"/>
                        <a:gd name="connsiteX798" fmla="*/ 1020535 w 1870981"/>
                        <a:gd name="connsiteY798" fmla="*/ 1233444 h 1448731"/>
                        <a:gd name="connsiteX799" fmla="*/ 1047892 w 1870981"/>
                        <a:gd name="connsiteY799" fmla="*/ 1215603 h 1448731"/>
                        <a:gd name="connsiteX800" fmla="*/ 1049082 w 1870981"/>
                        <a:gd name="connsiteY800" fmla="*/ 1222739 h 1448731"/>
                        <a:gd name="connsiteX801" fmla="*/ 1052650 w 1870981"/>
                        <a:gd name="connsiteY801" fmla="*/ 1210845 h 1448731"/>
                        <a:gd name="connsiteX802" fmla="*/ 1060976 w 1870981"/>
                        <a:gd name="connsiteY802" fmla="*/ 1202519 h 1448731"/>
                        <a:gd name="connsiteX803" fmla="*/ 1059787 w 1870981"/>
                        <a:gd name="connsiteY803" fmla="*/ 1216792 h 1448731"/>
                        <a:gd name="connsiteX804" fmla="*/ 1063355 w 1870981"/>
                        <a:gd name="connsiteY804" fmla="*/ 1202519 h 1448731"/>
                        <a:gd name="connsiteX805" fmla="*/ 1075249 w 1870981"/>
                        <a:gd name="connsiteY805" fmla="*/ 1203708 h 1448731"/>
                        <a:gd name="connsiteX806" fmla="*/ 1102606 w 1870981"/>
                        <a:gd name="connsiteY806" fmla="*/ 1212034 h 1448731"/>
                        <a:gd name="connsiteX807" fmla="*/ 1109743 w 1870981"/>
                        <a:gd name="connsiteY807" fmla="*/ 1222739 h 1448731"/>
                        <a:gd name="connsiteX808" fmla="*/ 1112122 w 1870981"/>
                        <a:gd name="connsiteY808" fmla="*/ 1237012 h 1448731"/>
                        <a:gd name="connsiteX809" fmla="*/ 1137100 w 1870981"/>
                        <a:gd name="connsiteY809" fmla="*/ 1246528 h 1448731"/>
                        <a:gd name="connsiteX810" fmla="*/ 1132342 w 1870981"/>
                        <a:gd name="connsiteY810" fmla="*/ 1258422 h 1448731"/>
                        <a:gd name="connsiteX811" fmla="*/ 1134721 w 1870981"/>
                        <a:gd name="connsiteY811" fmla="*/ 1265559 h 1448731"/>
                        <a:gd name="connsiteX812" fmla="*/ 1134721 w 1870981"/>
                        <a:gd name="connsiteY812" fmla="*/ 1275074 h 1448731"/>
                        <a:gd name="connsiteX813" fmla="*/ 1138289 w 1870981"/>
                        <a:gd name="connsiteY813" fmla="*/ 1276264 h 1448731"/>
                        <a:gd name="connsiteX814" fmla="*/ 1135911 w 1870981"/>
                        <a:gd name="connsiteY814" fmla="*/ 1290537 h 1448731"/>
                        <a:gd name="connsiteX815" fmla="*/ 1146615 w 1870981"/>
                        <a:gd name="connsiteY815" fmla="*/ 1297674 h 1448731"/>
                        <a:gd name="connsiteX816" fmla="*/ 1175162 w 1870981"/>
                        <a:gd name="connsiteY816" fmla="*/ 1306000 h 1448731"/>
                        <a:gd name="connsiteX817" fmla="*/ 1203708 w 1870981"/>
                        <a:gd name="connsiteY817" fmla="*/ 1313136 h 1448731"/>
                        <a:gd name="connsiteX818" fmla="*/ 1217982 w 1870981"/>
                        <a:gd name="connsiteY818" fmla="*/ 1315515 h 1448731"/>
                        <a:gd name="connsiteX819" fmla="*/ 1222739 w 1870981"/>
                        <a:gd name="connsiteY819" fmla="*/ 1327410 h 1448731"/>
                        <a:gd name="connsiteX820" fmla="*/ 1231065 w 1870981"/>
                        <a:gd name="connsiteY820" fmla="*/ 1336925 h 1448731"/>
                        <a:gd name="connsiteX821" fmla="*/ 1240581 w 1870981"/>
                        <a:gd name="connsiteY821" fmla="*/ 1358335 h 1448731"/>
                        <a:gd name="connsiteX822" fmla="*/ 1232255 w 1870981"/>
                        <a:gd name="connsiteY822" fmla="*/ 1354767 h 1448731"/>
                        <a:gd name="connsiteX823" fmla="*/ 1232255 w 1870981"/>
                        <a:gd name="connsiteY823" fmla="*/ 1367850 h 1448731"/>
                        <a:gd name="connsiteX824" fmla="*/ 1214413 w 1870981"/>
                        <a:gd name="connsiteY824" fmla="*/ 1358335 h 1448731"/>
                        <a:gd name="connsiteX825" fmla="*/ 1198950 w 1870981"/>
                        <a:gd name="connsiteY825" fmla="*/ 1340493 h 1448731"/>
                        <a:gd name="connsiteX826" fmla="*/ 1198950 w 1870981"/>
                        <a:gd name="connsiteY826" fmla="*/ 1353577 h 1448731"/>
                        <a:gd name="connsiteX827" fmla="*/ 1196572 w 1870981"/>
                        <a:gd name="connsiteY827" fmla="*/ 1366661 h 1448731"/>
                        <a:gd name="connsiteX828" fmla="*/ 1187056 w 1870981"/>
                        <a:gd name="connsiteY828" fmla="*/ 1389260 h 1448731"/>
                        <a:gd name="connsiteX829" fmla="*/ 1177541 w 1870981"/>
                        <a:gd name="connsiteY829" fmla="*/ 1409480 h 1448731"/>
                        <a:gd name="connsiteX830" fmla="*/ 1163267 w 1870981"/>
                        <a:gd name="connsiteY830" fmla="*/ 1417807 h 1448731"/>
                        <a:gd name="connsiteX831" fmla="*/ 1163267 w 1870981"/>
                        <a:gd name="connsiteY831" fmla="*/ 1420185 h 1448731"/>
                        <a:gd name="connsiteX832" fmla="*/ 1158510 w 1870981"/>
                        <a:gd name="connsiteY832" fmla="*/ 1429701 h 1448731"/>
                        <a:gd name="connsiteX833" fmla="*/ 1156131 w 1870981"/>
                        <a:gd name="connsiteY833" fmla="*/ 1429701 h 1448731"/>
                        <a:gd name="connsiteX834" fmla="*/ 1157320 w 1870981"/>
                        <a:gd name="connsiteY834" fmla="*/ 1438027 h 1448731"/>
                        <a:gd name="connsiteX835" fmla="*/ 1144237 w 1870981"/>
                        <a:gd name="connsiteY835" fmla="*/ 1440406 h 1448731"/>
                        <a:gd name="connsiteX836" fmla="*/ 1150184 w 1870981"/>
                        <a:gd name="connsiteY836" fmla="*/ 1448732 h 1448731"/>
                        <a:gd name="connsiteX837" fmla="*/ 1163267 w 1870981"/>
                        <a:gd name="connsiteY837" fmla="*/ 1443974 h 1448731"/>
                        <a:gd name="connsiteX838" fmla="*/ 1183488 w 1870981"/>
                        <a:gd name="connsiteY838" fmla="*/ 1433269 h 1448731"/>
                        <a:gd name="connsiteX839" fmla="*/ 1204898 w 1870981"/>
                        <a:gd name="connsiteY839" fmla="*/ 1432080 h 1448731"/>
                        <a:gd name="connsiteX840" fmla="*/ 1225118 w 1870981"/>
                        <a:gd name="connsiteY840" fmla="*/ 1426133 h 1448731"/>
                        <a:gd name="connsiteX841" fmla="*/ 1245339 w 1870981"/>
                        <a:gd name="connsiteY841" fmla="*/ 1424943 h 1448731"/>
                        <a:gd name="connsiteX842" fmla="*/ 1246528 w 1870981"/>
                        <a:gd name="connsiteY842" fmla="*/ 1416617 h 1448731"/>
                        <a:gd name="connsiteX843" fmla="*/ 1237013 w 1870981"/>
                        <a:gd name="connsiteY843" fmla="*/ 1401154 h 1448731"/>
                        <a:gd name="connsiteX844" fmla="*/ 1261991 w 1870981"/>
                        <a:gd name="connsiteY844" fmla="*/ 1391639 h 1448731"/>
                        <a:gd name="connsiteX845" fmla="*/ 1290537 w 1870981"/>
                        <a:gd name="connsiteY845" fmla="*/ 1390450 h 1448731"/>
                        <a:gd name="connsiteX846" fmla="*/ 1314326 w 1870981"/>
                        <a:gd name="connsiteY846" fmla="*/ 1378555 h 1448731"/>
                        <a:gd name="connsiteX847" fmla="*/ 1336925 w 1870981"/>
                        <a:gd name="connsiteY847" fmla="*/ 1367850 h 1448731"/>
                        <a:gd name="connsiteX848" fmla="*/ 1358335 w 1870981"/>
                        <a:gd name="connsiteY848" fmla="*/ 1353577 h 1448731"/>
                        <a:gd name="connsiteX849" fmla="*/ 1386881 w 1870981"/>
                        <a:gd name="connsiteY849" fmla="*/ 1342872 h 1448731"/>
                        <a:gd name="connsiteX850" fmla="*/ 1405912 w 1870981"/>
                        <a:gd name="connsiteY850" fmla="*/ 1325031 h 1448731"/>
                        <a:gd name="connsiteX851" fmla="*/ 1424943 w 1870981"/>
                        <a:gd name="connsiteY851" fmla="*/ 1311947 h 1448731"/>
                        <a:gd name="connsiteX852" fmla="*/ 1411859 w 1870981"/>
                        <a:gd name="connsiteY852" fmla="*/ 1323841 h 1448731"/>
                        <a:gd name="connsiteX853" fmla="*/ 1401154 w 1870981"/>
                        <a:gd name="connsiteY853" fmla="*/ 1339304 h 1448731"/>
                        <a:gd name="connsiteX854" fmla="*/ 1384502 w 1870981"/>
                        <a:gd name="connsiteY854" fmla="*/ 1348819 h 1448731"/>
                        <a:gd name="connsiteX855" fmla="*/ 1367850 w 1870981"/>
                        <a:gd name="connsiteY855" fmla="*/ 1355956 h 1448731"/>
                        <a:gd name="connsiteX856" fmla="*/ 1394018 w 1870981"/>
                        <a:gd name="connsiteY856" fmla="*/ 1355956 h 1448731"/>
                        <a:gd name="connsiteX857" fmla="*/ 1416617 w 1870981"/>
                        <a:gd name="connsiteY857" fmla="*/ 1357145 h 1448731"/>
                        <a:gd name="connsiteX858" fmla="*/ 1438027 w 1870981"/>
                        <a:gd name="connsiteY858" fmla="*/ 1355956 h 1448731"/>
                        <a:gd name="connsiteX859" fmla="*/ 1446353 w 1870981"/>
                        <a:gd name="connsiteY859" fmla="*/ 1351198 h 1448731"/>
                        <a:gd name="connsiteX860" fmla="*/ 1455869 w 1870981"/>
                        <a:gd name="connsiteY860" fmla="*/ 1348819 h 1448731"/>
                        <a:gd name="connsiteX861" fmla="*/ 1467763 w 1870981"/>
                        <a:gd name="connsiteY861" fmla="*/ 1336925 h 1448731"/>
                        <a:gd name="connsiteX862" fmla="*/ 1479657 w 1870981"/>
                        <a:gd name="connsiteY862" fmla="*/ 1325031 h 1448731"/>
                        <a:gd name="connsiteX863" fmla="*/ 1483226 w 1870981"/>
                        <a:gd name="connsiteY863" fmla="*/ 1316705 h 1448731"/>
                        <a:gd name="connsiteX864" fmla="*/ 1489173 w 1870981"/>
                        <a:gd name="connsiteY864" fmla="*/ 1310757 h 1448731"/>
                        <a:gd name="connsiteX865" fmla="*/ 1492741 w 1870981"/>
                        <a:gd name="connsiteY865" fmla="*/ 1302431 h 1448731"/>
                        <a:gd name="connsiteX866" fmla="*/ 1497499 w 1870981"/>
                        <a:gd name="connsiteY866" fmla="*/ 1295295 h 1448731"/>
                        <a:gd name="connsiteX867" fmla="*/ 1508204 w 1870981"/>
                        <a:gd name="connsiteY867" fmla="*/ 1282211 h 1448731"/>
                        <a:gd name="connsiteX868" fmla="*/ 1514151 w 1870981"/>
                        <a:gd name="connsiteY868" fmla="*/ 1285779 h 1448731"/>
                        <a:gd name="connsiteX869" fmla="*/ 1521287 w 1870981"/>
                        <a:gd name="connsiteY869" fmla="*/ 1285779 h 1448731"/>
                        <a:gd name="connsiteX870" fmla="*/ 1530803 w 1870981"/>
                        <a:gd name="connsiteY870" fmla="*/ 1285779 h 1448731"/>
                        <a:gd name="connsiteX871" fmla="*/ 1534371 w 1870981"/>
                        <a:gd name="connsiteY871" fmla="*/ 1285779 h 1448731"/>
                        <a:gd name="connsiteX872" fmla="*/ 1537939 w 1870981"/>
                        <a:gd name="connsiteY872" fmla="*/ 1289348 h 1448731"/>
                        <a:gd name="connsiteX873" fmla="*/ 1541508 w 1870981"/>
                        <a:gd name="connsiteY873" fmla="*/ 1308378 h 1448731"/>
                        <a:gd name="connsiteX874" fmla="*/ 1539129 w 1870981"/>
                        <a:gd name="connsiteY874" fmla="*/ 1317894 h 1448731"/>
                        <a:gd name="connsiteX875" fmla="*/ 1537939 w 1870981"/>
                        <a:gd name="connsiteY875" fmla="*/ 1328599 h 1448731"/>
                        <a:gd name="connsiteX876" fmla="*/ 1537939 w 1870981"/>
                        <a:gd name="connsiteY876" fmla="*/ 1339304 h 1448731"/>
                        <a:gd name="connsiteX877" fmla="*/ 1541508 w 1870981"/>
                        <a:gd name="connsiteY877" fmla="*/ 1348819 h 1448731"/>
                        <a:gd name="connsiteX878" fmla="*/ 1542697 w 1870981"/>
                        <a:gd name="connsiteY878" fmla="*/ 1359524 h 1448731"/>
                        <a:gd name="connsiteX879" fmla="*/ 1549834 w 1870981"/>
                        <a:gd name="connsiteY879" fmla="*/ 1363093 h 1448731"/>
                        <a:gd name="connsiteX880" fmla="*/ 1549834 w 1870981"/>
                        <a:gd name="connsiteY880" fmla="*/ 1363093 h 1448731"/>
                        <a:gd name="connsiteX881" fmla="*/ 1555781 w 1870981"/>
                        <a:gd name="connsiteY881" fmla="*/ 1364282 h 1448731"/>
                        <a:gd name="connsiteX882" fmla="*/ 1559349 w 1870981"/>
                        <a:gd name="connsiteY882" fmla="*/ 1364282 h 1448731"/>
                        <a:gd name="connsiteX883" fmla="*/ 1573623 w 1870981"/>
                        <a:gd name="connsiteY883" fmla="*/ 1355956 h 1448731"/>
                        <a:gd name="connsiteX884" fmla="*/ 1579570 w 1870981"/>
                        <a:gd name="connsiteY884" fmla="*/ 1354767 h 1448731"/>
                        <a:gd name="connsiteX885" fmla="*/ 1579570 w 1870981"/>
                        <a:gd name="connsiteY885" fmla="*/ 1360714 h 1448731"/>
                        <a:gd name="connsiteX886" fmla="*/ 1590275 w 1870981"/>
                        <a:gd name="connsiteY886" fmla="*/ 1355956 h 1448731"/>
                        <a:gd name="connsiteX887" fmla="*/ 1600980 w 1870981"/>
                        <a:gd name="connsiteY887" fmla="*/ 1353577 h 1448731"/>
                        <a:gd name="connsiteX888" fmla="*/ 1608116 w 1870981"/>
                        <a:gd name="connsiteY888" fmla="*/ 1345251 h 1448731"/>
                        <a:gd name="connsiteX889" fmla="*/ 1617632 w 1870981"/>
                        <a:gd name="connsiteY889" fmla="*/ 1340493 h 1448731"/>
                        <a:gd name="connsiteX890" fmla="*/ 1610495 w 1870981"/>
                        <a:gd name="connsiteY890" fmla="*/ 1355956 h 1448731"/>
                        <a:gd name="connsiteX891" fmla="*/ 1616442 w 1870981"/>
                        <a:gd name="connsiteY891" fmla="*/ 1353577 h 1448731"/>
                        <a:gd name="connsiteX892" fmla="*/ 1622389 w 1870981"/>
                        <a:gd name="connsiteY892" fmla="*/ 1355956 h 1448731"/>
                        <a:gd name="connsiteX893" fmla="*/ 1637852 w 1870981"/>
                        <a:gd name="connsiteY893" fmla="*/ 1355956 h 1448731"/>
                        <a:gd name="connsiteX894" fmla="*/ 1627147 w 1870981"/>
                        <a:gd name="connsiteY894" fmla="*/ 1358335 h 1448731"/>
                        <a:gd name="connsiteX895" fmla="*/ 1620011 w 1870981"/>
                        <a:gd name="connsiteY895" fmla="*/ 1365471 h 1448731"/>
                        <a:gd name="connsiteX896" fmla="*/ 1576002 w 1870981"/>
                        <a:gd name="connsiteY896" fmla="*/ 1377366 h 1448731"/>
                        <a:gd name="connsiteX897" fmla="*/ 1566486 w 1870981"/>
                        <a:gd name="connsiteY897" fmla="*/ 1399965 h 1448731"/>
                        <a:gd name="connsiteX898" fmla="*/ 1572433 w 1870981"/>
                        <a:gd name="connsiteY898" fmla="*/ 1409480 h 1448731"/>
                        <a:gd name="connsiteX899" fmla="*/ 1583138 w 1870981"/>
                        <a:gd name="connsiteY899" fmla="*/ 1414238 h 1448731"/>
                        <a:gd name="connsiteX900" fmla="*/ 1600980 w 1870981"/>
                        <a:gd name="connsiteY900" fmla="*/ 1401154 h 1448731"/>
                        <a:gd name="connsiteX901" fmla="*/ 1610495 w 1870981"/>
                        <a:gd name="connsiteY901" fmla="*/ 1391639 h 1448731"/>
                        <a:gd name="connsiteX902" fmla="*/ 1625958 w 1870981"/>
                        <a:gd name="connsiteY902" fmla="*/ 1377366 h 1448731"/>
                        <a:gd name="connsiteX903" fmla="*/ 1625958 w 1870981"/>
                        <a:gd name="connsiteY903" fmla="*/ 1382124 h 1448731"/>
                        <a:gd name="connsiteX904" fmla="*/ 1642610 w 1870981"/>
                        <a:gd name="connsiteY904" fmla="*/ 1377366 h 1448731"/>
                        <a:gd name="connsiteX905" fmla="*/ 1660451 w 1870981"/>
                        <a:gd name="connsiteY905" fmla="*/ 1372608 h 1448731"/>
                        <a:gd name="connsiteX906" fmla="*/ 1677104 w 1870981"/>
                        <a:gd name="connsiteY906" fmla="*/ 1366661 h 1448731"/>
                        <a:gd name="connsiteX907" fmla="*/ 1696134 w 1870981"/>
                        <a:gd name="connsiteY907" fmla="*/ 1363093 h 1448731"/>
                        <a:gd name="connsiteX908" fmla="*/ 1686619 w 1870981"/>
                        <a:gd name="connsiteY908" fmla="*/ 1361903 h 1448731"/>
                        <a:gd name="connsiteX909" fmla="*/ 1688998 w 1870981"/>
                        <a:gd name="connsiteY909" fmla="*/ 1358335 h 1448731"/>
                        <a:gd name="connsiteX910" fmla="*/ 1675914 w 1870981"/>
                        <a:gd name="connsiteY910" fmla="*/ 1350009 h 1448731"/>
                        <a:gd name="connsiteX911" fmla="*/ 1674724 w 1870981"/>
                        <a:gd name="connsiteY911" fmla="*/ 1345251 h 1448731"/>
                        <a:gd name="connsiteX912" fmla="*/ 1664020 w 1870981"/>
                        <a:gd name="connsiteY912" fmla="*/ 1351198 h 1448731"/>
                        <a:gd name="connsiteX913" fmla="*/ 1652125 w 1870981"/>
                        <a:gd name="connsiteY913" fmla="*/ 1346441 h 1448731"/>
                        <a:gd name="connsiteX914" fmla="*/ 1627147 w 1870981"/>
                        <a:gd name="connsiteY914" fmla="*/ 1340493 h 1448731"/>
                        <a:gd name="connsiteX915" fmla="*/ 1627147 w 1870981"/>
                        <a:gd name="connsiteY915" fmla="*/ 1338114 h 1448731"/>
                        <a:gd name="connsiteX916" fmla="*/ 1634284 w 1870981"/>
                        <a:gd name="connsiteY916" fmla="*/ 1333357 h 1448731"/>
                        <a:gd name="connsiteX917" fmla="*/ 1620011 w 1870981"/>
                        <a:gd name="connsiteY917" fmla="*/ 1329788 h 1448731"/>
                        <a:gd name="connsiteX918" fmla="*/ 1611685 w 1870981"/>
                        <a:gd name="connsiteY918" fmla="*/ 1319083 h 1448731"/>
                        <a:gd name="connsiteX919" fmla="*/ 1612874 w 1870981"/>
                        <a:gd name="connsiteY919" fmla="*/ 1300052 h 1448731"/>
                        <a:gd name="connsiteX920" fmla="*/ 1606927 w 1870981"/>
                        <a:gd name="connsiteY920" fmla="*/ 1300052 h 1448731"/>
                        <a:gd name="connsiteX921" fmla="*/ 1614063 w 1870981"/>
                        <a:gd name="connsiteY921" fmla="*/ 1285779 h 1448731"/>
                        <a:gd name="connsiteX922" fmla="*/ 1618821 w 1870981"/>
                        <a:gd name="connsiteY922" fmla="*/ 1279832 h 1448731"/>
                        <a:gd name="connsiteX923" fmla="*/ 1616442 w 1870981"/>
                        <a:gd name="connsiteY923" fmla="*/ 1275074 h 1448731"/>
                        <a:gd name="connsiteX924" fmla="*/ 1604548 w 1870981"/>
                        <a:gd name="connsiteY924" fmla="*/ 1278643 h 1448731"/>
                        <a:gd name="connsiteX925" fmla="*/ 1592654 w 1870981"/>
                        <a:gd name="connsiteY925" fmla="*/ 1271506 h 1448731"/>
                        <a:gd name="connsiteX926" fmla="*/ 1576002 w 1870981"/>
                        <a:gd name="connsiteY926" fmla="*/ 1267938 h 1448731"/>
                        <a:gd name="connsiteX927" fmla="*/ 1576002 w 1870981"/>
                        <a:gd name="connsiteY927" fmla="*/ 1266748 h 1448731"/>
                        <a:gd name="connsiteX928" fmla="*/ 1591464 w 1870981"/>
                        <a:gd name="connsiteY928" fmla="*/ 1264369 h 1448731"/>
                        <a:gd name="connsiteX929" fmla="*/ 1606927 w 1870981"/>
                        <a:gd name="connsiteY929" fmla="*/ 1267938 h 1448731"/>
                        <a:gd name="connsiteX930" fmla="*/ 1631905 w 1870981"/>
                        <a:gd name="connsiteY930" fmla="*/ 1256043 h 1448731"/>
                        <a:gd name="connsiteX931" fmla="*/ 1634284 w 1870981"/>
                        <a:gd name="connsiteY931" fmla="*/ 1245339 h 1448731"/>
                        <a:gd name="connsiteX932" fmla="*/ 1624768 w 1870981"/>
                        <a:gd name="connsiteY932" fmla="*/ 1241770 h 1448731"/>
                        <a:gd name="connsiteX933" fmla="*/ 1631905 w 1870981"/>
                        <a:gd name="connsiteY933" fmla="*/ 1239391 h 1448731"/>
                        <a:gd name="connsiteX934" fmla="*/ 1608116 w 1870981"/>
                        <a:gd name="connsiteY934" fmla="*/ 1227497 h 1448731"/>
                        <a:gd name="connsiteX935" fmla="*/ 1578380 w 1870981"/>
                        <a:gd name="connsiteY935" fmla="*/ 1232255 h 1448731"/>
                        <a:gd name="connsiteX936" fmla="*/ 1549834 w 1870981"/>
                        <a:gd name="connsiteY936" fmla="*/ 1240581 h 1448731"/>
                        <a:gd name="connsiteX937" fmla="*/ 1526045 w 1870981"/>
                        <a:gd name="connsiteY937" fmla="*/ 1253665 h 1448731"/>
                        <a:gd name="connsiteX938" fmla="*/ 1502256 w 1870981"/>
                        <a:gd name="connsiteY938" fmla="*/ 1270317 h 1448731"/>
                        <a:gd name="connsiteX939" fmla="*/ 1454679 w 1870981"/>
                        <a:gd name="connsiteY939" fmla="*/ 1304810 h 1448731"/>
                        <a:gd name="connsiteX940" fmla="*/ 1454679 w 1870981"/>
                        <a:gd name="connsiteY940" fmla="*/ 1304810 h 1448731"/>
                        <a:gd name="connsiteX941" fmla="*/ 1454679 w 1870981"/>
                        <a:gd name="connsiteY941" fmla="*/ 1304810 h 1448731"/>
                        <a:gd name="connsiteX942" fmla="*/ 1454679 w 1870981"/>
                        <a:gd name="connsiteY942" fmla="*/ 1304810 h 1448731"/>
                        <a:gd name="connsiteX943" fmla="*/ 1454679 w 1870981"/>
                        <a:gd name="connsiteY943" fmla="*/ 1304810 h 1448731"/>
                        <a:gd name="connsiteX944" fmla="*/ 1466573 w 1870981"/>
                        <a:gd name="connsiteY944" fmla="*/ 1292916 h 1448731"/>
                        <a:gd name="connsiteX945" fmla="*/ 1479657 w 1870981"/>
                        <a:gd name="connsiteY945" fmla="*/ 1282211 h 1448731"/>
                        <a:gd name="connsiteX946" fmla="*/ 1498688 w 1870981"/>
                        <a:gd name="connsiteY946" fmla="*/ 1265559 h 1448731"/>
                        <a:gd name="connsiteX947" fmla="*/ 1507014 w 1870981"/>
                        <a:gd name="connsiteY947" fmla="*/ 1254854 h 1448731"/>
                        <a:gd name="connsiteX948" fmla="*/ 1517719 w 1870981"/>
                        <a:gd name="connsiteY948" fmla="*/ 1246528 h 1448731"/>
                        <a:gd name="connsiteX949" fmla="*/ 1523666 w 1870981"/>
                        <a:gd name="connsiteY949" fmla="*/ 1242960 h 1448731"/>
                        <a:gd name="connsiteX950" fmla="*/ 1526045 w 1870981"/>
                        <a:gd name="connsiteY950" fmla="*/ 1235823 h 1448731"/>
                        <a:gd name="connsiteX951" fmla="*/ 1530803 w 1870981"/>
                        <a:gd name="connsiteY951" fmla="*/ 1232255 h 1448731"/>
                        <a:gd name="connsiteX952" fmla="*/ 1534371 w 1870981"/>
                        <a:gd name="connsiteY952" fmla="*/ 1227497 h 1448731"/>
                        <a:gd name="connsiteX953" fmla="*/ 1541508 w 1870981"/>
                        <a:gd name="connsiteY953" fmla="*/ 1225118 h 1448731"/>
                        <a:gd name="connsiteX954" fmla="*/ 1548644 w 1870981"/>
                        <a:gd name="connsiteY954" fmla="*/ 1222739 h 1448731"/>
                        <a:gd name="connsiteX955" fmla="*/ 1561728 w 1870981"/>
                        <a:gd name="connsiteY955" fmla="*/ 1219171 h 1448731"/>
                        <a:gd name="connsiteX956" fmla="*/ 1573623 w 1870981"/>
                        <a:gd name="connsiteY956" fmla="*/ 1212034 h 1448731"/>
                        <a:gd name="connsiteX957" fmla="*/ 1579570 w 1870981"/>
                        <a:gd name="connsiteY957" fmla="*/ 1198950 h 1448731"/>
                        <a:gd name="connsiteX958" fmla="*/ 1590275 w 1870981"/>
                        <a:gd name="connsiteY958" fmla="*/ 1189435 h 1448731"/>
                        <a:gd name="connsiteX959" fmla="*/ 1599790 w 1870981"/>
                        <a:gd name="connsiteY959" fmla="*/ 1179920 h 1448731"/>
                        <a:gd name="connsiteX960" fmla="*/ 1600980 w 1870981"/>
                        <a:gd name="connsiteY960" fmla="*/ 1178730 h 1448731"/>
                        <a:gd name="connsiteX961" fmla="*/ 1604548 w 1870981"/>
                        <a:gd name="connsiteY961" fmla="*/ 1179920 h 1448731"/>
                        <a:gd name="connsiteX962" fmla="*/ 1629526 w 1870981"/>
                        <a:gd name="connsiteY962" fmla="*/ 1185867 h 1448731"/>
                        <a:gd name="connsiteX963" fmla="*/ 1635473 w 1870981"/>
                        <a:gd name="connsiteY963" fmla="*/ 1188246 h 1448731"/>
                        <a:gd name="connsiteX964" fmla="*/ 1642610 w 1870981"/>
                        <a:gd name="connsiteY964" fmla="*/ 1185867 h 1448731"/>
                        <a:gd name="connsiteX965" fmla="*/ 1649746 w 1870981"/>
                        <a:gd name="connsiteY965" fmla="*/ 1188246 h 1448731"/>
                        <a:gd name="connsiteX966" fmla="*/ 1656883 w 1870981"/>
                        <a:gd name="connsiteY966" fmla="*/ 1184677 h 1448731"/>
                        <a:gd name="connsiteX967" fmla="*/ 1668777 w 1870981"/>
                        <a:gd name="connsiteY967" fmla="*/ 1188246 h 1448731"/>
                        <a:gd name="connsiteX968" fmla="*/ 1675914 w 1870981"/>
                        <a:gd name="connsiteY968" fmla="*/ 1185867 h 1448731"/>
                        <a:gd name="connsiteX969" fmla="*/ 1680672 w 1870981"/>
                        <a:gd name="connsiteY969" fmla="*/ 1190624 h 1448731"/>
                        <a:gd name="connsiteX970" fmla="*/ 1693756 w 1870981"/>
                        <a:gd name="connsiteY970" fmla="*/ 1193003 h 1448731"/>
                        <a:gd name="connsiteX971" fmla="*/ 1706839 w 1870981"/>
                        <a:gd name="connsiteY971" fmla="*/ 1196572 h 1448731"/>
                        <a:gd name="connsiteX972" fmla="*/ 1733007 w 1870981"/>
                        <a:gd name="connsiteY972" fmla="*/ 1193003 h 1448731"/>
                        <a:gd name="connsiteX973" fmla="*/ 1746091 w 1870981"/>
                        <a:gd name="connsiteY973" fmla="*/ 1195382 h 1448731"/>
                        <a:gd name="connsiteX974" fmla="*/ 1757985 w 1870981"/>
                        <a:gd name="connsiteY974" fmla="*/ 1189435 h 1448731"/>
                        <a:gd name="connsiteX975" fmla="*/ 1781774 w 1870981"/>
                        <a:gd name="connsiteY975" fmla="*/ 1179920 h 1448731"/>
                        <a:gd name="connsiteX976" fmla="*/ 518594 w 1870981"/>
                        <a:gd name="connsiteY976" fmla="*/ 373483 h 1448731"/>
                        <a:gd name="connsiteX977" fmla="*/ 537625 w 1870981"/>
                        <a:gd name="connsiteY977" fmla="*/ 360399 h 1448731"/>
                        <a:gd name="connsiteX978" fmla="*/ 541193 w 1870981"/>
                        <a:gd name="connsiteY978" fmla="*/ 350883 h 1448731"/>
                        <a:gd name="connsiteX979" fmla="*/ 562603 w 1870981"/>
                        <a:gd name="connsiteY979" fmla="*/ 341368 h 1448731"/>
                        <a:gd name="connsiteX980" fmla="*/ 555466 w 1870981"/>
                        <a:gd name="connsiteY980" fmla="*/ 331852 h 1448731"/>
                        <a:gd name="connsiteX981" fmla="*/ 575687 w 1870981"/>
                        <a:gd name="connsiteY981" fmla="*/ 336610 h 1448731"/>
                        <a:gd name="connsiteX982" fmla="*/ 591149 w 1870981"/>
                        <a:gd name="connsiteY982" fmla="*/ 331852 h 1448731"/>
                        <a:gd name="connsiteX983" fmla="*/ 562603 w 1870981"/>
                        <a:gd name="connsiteY983" fmla="*/ 317579 h 1448731"/>
                        <a:gd name="connsiteX984" fmla="*/ 555466 w 1870981"/>
                        <a:gd name="connsiteY984" fmla="*/ 322337 h 1448731"/>
                        <a:gd name="connsiteX985" fmla="*/ 547140 w 1870981"/>
                        <a:gd name="connsiteY985" fmla="*/ 317579 h 1448731"/>
                        <a:gd name="connsiteX986" fmla="*/ 528109 w 1870981"/>
                        <a:gd name="connsiteY986" fmla="*/ 314011 h 1448731"/>
                        <a:gd name="connsiteX987" fmla="*/ 510268 w 1870981"/>
                        <a:gd name="connsiteY987" fmla="*/ 317579 h 1448731"/>
                        <a:gd name="connsiteX988" fmla="*/ 515025 w 1870981"/>
                        <a:gd name="connsiteY988" fmla="*/ 297359 h 1448731"/>
                        <a:gd name="connsiteX989" fmla="*/ 523352 w 1870981"/>
                        <a:gd name="connsiteY989" fmla="*/ 302117 h 1448731"/>
                        <a:gd name="connsiteX990" fmla="*/ 553087 w 1870981"/>
                        <a:gd name="connsiteY990" fmla="*/ 297359 h 1448731"/>
                        <a:gd name="connsiteX991" fmla="*/ 573308 w 1870981"/>
                        <a:gd name="connsiteY991" fmla="*/ 300927 h 1448731"/>
                        <a:gd name="connsiteX992" fmla="*/ 599475 w 1870981"/>
                        <a:gd name="connsiteY992" fmla="*/ 297359 h 1448731"/>
                        <a:gd name="connsiteX993" fmla="*/ 614938 w 1870981"/>
                        <a:gd name="connsiteY993" fmla="*/ 292601 h 1448731"/>
                        <a:gd name="connsiteX994" fmla="*/ 638727 w 1870981"/>
                        <a:gd name="connsiteY994" fmla="*/ 285464 h 1448731"/>
                        <a:gd name="connsiteX995" fmla="*/ 660137 w 1870981"/>
                        <a:gd name="connsiteY995" fmla="*/ 294980 h 1448731"/>
                        <a:gd name="connsiteX996" fmla="*/ 617317 w 1870981"/>
                        <a:gd name="connsiteY996" fmla="*/ 309253 h 1448731"/>
                        <a:gd name="connsiteX997" fmla="*/ 651810 w 1870981"/>
                        <a:gd name="connsiteY997" fmla="*/ 331852 h 1448731"/>
                        <a:gd name="connsiteX998" fmla="*/ 661326 w 1870981"/>
                        <a:gd name="connsiteY998" fmla="*/ 325905 h 1448731"/>
                        <a:gd name="connsiteX999" fmla="*/ 682736 w 1870981"/>
                        <a:gd name="connsiteY999" fmla="*/ 317579 h 1448731"/>
                        <a:gd name="connsiteX1000" fmla="*/ 674410 w 1870981"/>
                        <a:gd name="connsiteY1000" fmla="*/ 331852 h 1448731"/>
                        <a:gd name="connsiteX1001" fmla="*/ 682736 w 1870981"/>
                        <a:gd name="connsiteY1001" fmla="*/ 331852 h 1448731"/>
                        <a:gd name="connsiteX1002" fmla="*/ 663705 w 1870981"/>
                        <a:gd name="connsiteY1002" fmla="*/ 344936 h 1448731"/>
                        <a:gd name="connsiteX1003" fmla="*/ 663705 w 1870981"/>
                        <a:gd name="connsiteY1003" fmla="*/ 350883 h 1448731"/>
                        <a:gd name="connsiteX1004" fmla="*/ 651810 w 1870981"/>
                        <a:gd name="connsiteY1004" fmla="*/ 350883 h 1448731"/>
                        <a:gd name="connsiteX1005" fmla="*/ 656568 w 1870981"/>
                        <a:gd name="connsiteY1005" fmla="*/ 360399 h 1448731"/>
                        <a:gd name="connsiteX1006" fmla="*/ 651810 w 1870981"/>
                        <a:gd name="connsiteY1006" fmla="*/ 367535 h 1448731"/>
                        <a:gd name="connsiteX1007" fmla="*/ 637537 w 1870981"/>
                        <a:gd name="connsiteY1007" fmla="*/ 371104 h 1448731"/>
                        <a:gd name="connsiteX1008" fmla="*/ 636348 w 1870981"/>
                        <a:gd name="connsiteY1008" fmla="*/ 361588 h 1448731"/>
                        <a:gd name="connsiteX1009" fmla="*/ 617317 w 1870981"/>
                        <a:gd name="connsiteY1009" fmla="*/ 354452 h 1448731"/>
                        <a:gd name="connsiteX1010" fmla="*/ 617317 w 1870981"/>
                        <a:gd name="connsiteY1010" fmla="*/ 362778 h 1448731"/>
                        <a:gd name="connsiteX1011" fmla="*/ 604233 w 1870981"/>
                        <a:gd name="connsiteY1011" fmla="*/ 361588 h 1448731"/>
                        <a:gd name="connsiteX1012" fmla="*/ 611370 w 1870981"/>
                        <a:gd name="connsiteY1012" fmla="*/ 384187 h 1448731"/>
                        <a:gd name="connsiteX1013" fmla="*/ 598286 w 1870981"/>
                        <a:gd name="connsiteY1013" fmla="*/ 382998 h 1448731"/>
                        <a:gd name="connsiteX1014" fmla="*/ 563792 w 1870981"/>
                        <a:gd name="connsiteY1014" fmla="*/ 398461 h 1448731"/>
                        <a:gd name="connsiteX1015" fmla="*/ 555466 w 1870981"/>
                        <a:gd name="connsiteY1015" fmla="*/ 394892 h 1448731"/>
                        <a:gd name="connsiteX1016" fmla="*/ 578065 w 1870981"/>
                        <a:gd name="connsiteY1016" fmla="*/ 380619 h 1448731"/>
                        <a:gd name="connsiteX1017" fmla="*/ 594718 w 1870981"/>
                        <a:gd name="connsiteY1017" fmla="*/ 363967 h 1448731"/>
                        <a:gd name="connsiteX1018" fmla="*/ 564982 w 1870981"/>
                        <a:gd name="connsiteY1018" fmla="*/ 366346 h 1448731"/>
                        <a:gd name="connsiteX1019" fmla="*/ 536435 w 1870981"/>
                        <a:gd name="connsiteY1019" fmla="*/ 387756 h 1448731"/>
                        <a:gd name="connsiteX1020" fmla="*/ 518594 w 1870981"/>
                        <a:gd name="connsiteY1020" fmla="*/ 373483 h 1448731"/>
                        <a:gd name="connsiteX1021" fmla="*/ 736260 w 1870981"/>
                        <a:gd name="connsiteY1021" fmla="*/ 732692 h 1448731"/>
                        <a:gd name="connsiteX1022" fmla="*/ 720798 w 1870981"/>
                        <a:gd name="connsiteY1022" fmla="*/ 736260 h 1448731"/>
                        <a:gd name="connsiteX1023" fmla="*/ 686304 w 1870981"/>
                        <a:gd name="connsiteY1023" fmla="*/ 736260 h 1448731"/>
                        <a:gd name="connsiteX1024" fmla="*/ 664894 w 1870981"/>
                        <a:gd name="connsiteY1024" fmla="*/ 752912 h 1448731"/>
                        <a:gd name="connsiteX1025" fmla="*/ 630401 w 1870981"/>
                        <a:gd name="connsiteY1025" fmla="*/ 748155 h 1448731"/>
                        <a:gd name="connsiteX1026" fmla="*/ 628022 w 1870981"/>
                        <a:gd name="connsiteY1026" fmla="*/ 760049 h 1448731"/>
                        <a:gd name="connsiteX1027" fmla="*/ 618506 w 1870981"/>
                        <a:gd name="connsiteY1027" fmla="*/ 744586 h 1448731"/>
                        <a:gd name="connsiteX1028" fmla="*/ 628022 w 1870981"/>
                        <a:gd name="connsiteY1028" fmla="*/ 737450 h 1448731"/>
                        <a:gd name="connsiteX1029" fmla="*/ 654189 w 1870981"/>
                        <a:gd name="connsiteY1029" fmla="*/ 742207 h 1448731"/>
                        <a:gd name="connsiteX1030" fmla="*/ 664894 w 1870981"/>
                        <a:gd name="connsiteY1030" fmla="*/ 735071 h 1448731"/>
                        <a:gd name="connsiteX1031" fmla="*/ 693441 w 1870981"/>
                        <a:gd name="connsiteY1031" fmla="*/ 719608 h 1448731"/>
                        <a:gd name="connsiteX1032" fmla="*/ 701767 w 1870981"/>
                        <a:gd name="connsiteY1032" fmla="*/ 710093 h 1448731"/>
                        <a:gd name="connsiteX1033" fmla="*/ 713661 w 1870981"/>
                        <a:gd name="connsiteY1033" fmla="*/ 717229 h 1448731"/>
                        <a:gd name="connsiteX1034" fmla="*/ 713661 w 1870981"/>
                        <a:gd name="connsiteY1034" fmla="*/ 724366 h 1448731"/>
                        <a:gd name="connsiteX1035" fmla="*/ 726745 w 1870981"/>
                        <a:gd name="connsiteY1035" fmla="*/ 721987 h 1448731"/>
                        <a:gd name="connsiteX1036" fmla="*/ 761239 w 1870981"/>
                        <a:gd name="connsiteY1036" fmla="*/ 737450 h 1448731"/>
                        <a:gd name="connsiteX1037" fmla="*/ 736260 w 1870981"/>
                        <a:gd name="connsiteY1037" fmla="*/ 732692 h 1448731"/>
                        <a:gd name="connsiteX1038" fmla="*/ 775512 w 1870981"/>
                        <a:gd name="connsiteY1038" fmla="*/ 563792 h 1448731"/>
                        <a:gd name="connsiteX1039" fmla="*/ 739829 w 1870981"/>
                        <a:gd name="connsiteY1039" fmla="*/ 549519 h 1448731"/>
                        <a:gd name="connsiteX1040" fmla="*/ 714850 w 1870981"/>
                        <a:gd name="connsiteY1040" fmla="*/ 562603 h 1448731"/>
                        <a:gd name="connsiteX1041" fmla="*/ 746965 w 1870981"/>
                        <a:gd name="connsiteY1041" fmla="*/ 557845 h 1448731"/>
                        <a:gd name="connsiteX1042" fmla="*/ 752912 w 1870981"/>
                        <a:gd name="connsiteY1042" fmla="*/ 564982 h 1448731"/>
                        <a:gd name="connsiteX1043" fmla="*/ 739829 w 1870981"/>
                        <a:gd name="connsiteY1043" fmla="*/ 568550 h 1448731"/>
                        <a:gd name="connsiteX1044" fmla="*/ 713661 w 1870981"/>
                        <a:gd name="connsiteY1044" fmla="*/ 584013 h 1448731"/>
                        <a:gd name="connsiteX1045" fmla="*/ 667273 w 1870981"/>
                        <a:gd name="connsiteY1045" fmla="*/ 613748 h 1448731"/>
                        <a:gd name="connsiteX1046" fmla="*/ 651810 w 1870981"/>
                        <a:gd name="connsiteY1046" fmla="*/ 604233 h 1448731"/>
                        <a:gd name="connsiteX1047" fmla="*/ 637537 w 1870981"/>
                        <a:gd name="connsiteY1047" fmla="*/ 618506 h 1448731"/>
                        <a:gd name="connsiteX1048" fmla="*/ 589960 w 1870981"/>
                        <a:gd name="connsiteY1048" fmla="*/ 631590 h 1448731"/>
                        <a:gd name="connsiteX1049" fmla="*/ 572118 w 1870981"/>
                        <a:gd name="connsiteY1049" fmla="*/ 617317 h 1448731"/>
                        <a:gd name="connsiteX1050" fmla="*/ 537625 w 1870981"/>
                        <a:gd name="connsiteY1050" fmla="*/ 592339 h 1448731"/>
                        <a:gd name="connsiteX1051" fmla="*/ 542382 w 1870981"/>
                        <a:gd name="connsiteY1051" fmla="*/ 579255 h 1448731"/>
                        <a:gd name="connsiteX1052" fmla="*/ 556656 w 1870981"/>
                        <a:gd name="connsiteY1052" fmla="*/ 603044 h 1448731"/>
                        <a:gd name="connsiteX1053" fmla="*/ 568550 w 1870981"/>
                        <a:gd name="connsiteY1053" fmla="*/ 601854 h 1448731"/>
                        <a:gd name="connsiteX1054" fmla="*/ 585202 w 1870981"/>
                        <a:gd name="connsiteY1054" fmla="*/ 610180 h 1448731"/>
                        <a:gd name="connsiteX1055" fmla="*/ 594718 w 1870981"/>
                        <a:gd name="connsiteY1055" fmla="*/ 601854 h 1448731"/>
                        <a:gd name="connsiteX1056" fmla="*/ 608991 w 1870981"/>
                        <a:gd name="connsiteY1056" fmla="*/ 582823 h 1448731"/>
                        <a:gd name="connsiteX1057" fmla="*/ 631590 w 1870981"/>
                        <a:gd name="connsiteY1057" fmla="*/ 582823 h 1448731"/>
                        <a:gd name="connsiteX1058" fmla="*/ 629211 w 1870981"/>
                        <a:gd name="connsiteY1058" fmla="*/ 563792 h 1448731"/>
                        <a:gd name="connsiteX1059" fmla="*/ 616127 w 1870981"/>
                        <a:gd name="connsiteY1059" fmla="*/ 538814 h 1448731"/>
                        <a:gd name="connsiteX1060" fmla="*/ 616127 w 1870981"/>
                        <a:gd name="connsiteY1060" fmla="*/ 510268 h 1448731"/>
                        <a:gd name="connsiteX1061" fmla="*/ 626832 w 1870981"/>
                        <a:gd name="connsiteY1061" fmla="*/ 516215 h 1448731"/>
                        <a:gd name="connsiteX1062" fmla="*/ 638727 w 1870981"/>
                        <a:gd name="connsiteY1062" fmla="*/ 511457 h 1448731"/>
                        <a:gd name="connsiteX1063" fmla="*/ 624453 w 1870981"/>
                        <a:gd name="connsiteY1063" fmla="*/ 530488 h 1448731"/>
                        <a:gd name="connsiteX1064" fmla="*/ 633969 w 1870981"/>
                        <a:gd name="connsiteY1064" fmla="*/ 549519 h 1448731"/>
                        <a:gd name="connsiteX1065" fmla="*/ 647053 w 1870981"/>
                        <a:gd name="connsiteY1065" fmla="*/ 556656 h 1448731"/>
                        <a:gd name="connsiteX1066" fmla="*/ 656568 w 1870981"/>
                        <a:gd name="connsiteY1066" fmla="*/ 581634 h 1448731"/>
                        <a:gd name="connsiteX1067" fmla="*/ 698198 w 1870981"/>
                        <a:gd name="connsiteY1067" fmla="*/ 573308 h 1448731"/>
                        <a:gd name="connsiteX1068" fmla="*/ 711282 w 1870981"/>
                        <a:gd name="connsiteY1068" fmla="*/ 559034 h 1448731"/>
                        <a:gd name="connsiteX1069" fmla="*/ 742207 w 1870981"/>
                        <a:gd name="connsiteY1069" fmla="*/ 545951 h 1448731"/>
                        <a:gd name="connsiteX1070" fmla="*/ 775512 w 1870981"/>
                        <a:gd name="connsiteY1070" fmla="*/ 563792 h 1448731"/>
                        <a:gd name="connsiteX1071" fmla="*/ 882561 w 1870981"/>
                        <a:gd name="connsiteY1071" fmla="*/ 1132342 h 1448731"/>
                        <a:gd name="connsiteX1072" fmla="*/ 878993 w 1870981"/>
                        <a:gd name="connsiteY1072" fmla="*/ 1103796 h 1448731"/>
                        <a:gd name="connsiteX1073" fmla="*/ 886129 w 1870981"/>
                        <a:gd name="connsiteY1073" fmla="*/ 1090712 h 1448731"/>
                        <a:gd name="connsiteX1074" fmla="*/ 878993 w 1870981"/>
                        <a:gd name="connsiteY1074" fmla="*/ 1082386 h 1448731"/>
                        <a:gd name="connsiteX1075" fmla="*/ 874235 w 1870981"/>
                        <a:gd name="connsiteY1075" fmla="*/ 1070491 h 1448731"/>
                        <a:gd name="connsiteX1076" fmla="*/ 867098 w 1870981"/>
                        <a:gd name="connsiteY1076" fmla="*/ 1076439 h 1448731"/>
                        <a:gd name="connsiteX1077" fmla="*/ 861151 w 1870981"/>
                        <a:gd name="connsiteY1077" fmla="*/ 1053839 h 1448731"/>
                        <a:gd name="connsiteX1078" fmla="*/ 852825 w 1870981"/>
                        <a:gd name="connsiteY1078" fmla="*/ 1033619 h 1448731"/>
                        <a:gd name="connsiteX1079" fmla="*/ 863530 w 1870981"/>
                        <a:gd name="connsiteY1079" fmla="*/ 1024104 h 1448731"/>
                        <a:gd name="connsiteX1080" fmla="*/ 852825 w 1870981"/>
                        <a:gd name="connsiteY1080" fmla="*/ 1016967 h 1448731"/>
                        <a:gd name="connsiteX1081" fmla="*/ 862340 w 1870981"/>
                        <a:gd name="connsiteY1081" fmla="*/ 994368 h 1448731"/>
                        <a:gd name="connsiteX1082" fmla="*/ 876614 w 1870981"/>
                        <a:gd name="connsiteY1082" fmla="*/ 997936 h 1448731"/>
                        <a:gd name="connsiteX1083" fmla="*/ 887319 w 1870981"/>
                        <a:gd name="connsiteY1083" fmla="*/ 1003883 h 1448731"/>
                        <a:gd name="connsiteX1084" fmla="*/ 887319 w 1870981"/>
                        <a:gd name="connsiteY1084" fmla="*/ 1043135 h 1448731"/>
                        <a:gd name="connsiteX1085" fmla="*/ 887319 w 1870981"/>
                        <a:gd name="connsiteY1085" fmla="*/ 1065734 h 1448731"/>
                        <a:gd name="connsiteX1086" fmla="*/ 887319 w 1870981"/>
                        <a:gd name="connsiteY1086" fmla="*/ 1082386 h 1448731"/>
                        <a:gd name="connsiteX1087" fmla="*/ 894455 w 1870981"/>
                        <a:gd name="connsiteY1087" fmla="*/ 1107364 h 1448731"/>
                        <a:gd name="connsiteX1088" fmla="*/ 882561 w 1870981"/>
                        <a:gd name="connsiteY1088" fmla="*/ 1132342 h 14487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  <a:cxn ang="0">
                          <a:pos x="connsiteX375" y="connsiteY375"/>
                        </a:cxn>
                        <a:cxn ang="0">
                          <a:pos x="connsiteX376" y="connsiteY376"/>
                        </a:cxn>
                        <a:cxn ang="0">
                          <a:pos x="connsiteX377" y="connsiteY377"/>
                        </a:cxn>
                        <a:cxn ang="0">
                          <a:pos x="connsiteX378" y="connsiteY378"/>
                        </a:cxn>
                        <a:cxn ang="0">
                          <a:pos x="connsiteX379" y="connsiteY379"/>
                        </a:cxn>
                        <a:cxn ang="0">
                          <a:pos x="connsiteX380" y="connsiteY380"/>
                        </a:cxn>
                        <a:cxn ang="0">
                          <a:pos x="connsiteX381" y="connsiteY381"/>
                        </a:cxn>
                        <a:cxn ang="0">
                          <a:pos x="connsiteX382" y="connsiteY382"/>
                        </a:cxn>
                        <a:cxn ang="0">
                          <a:pos x="connsiteX383" y="connsiteY383"/>
                        </a:cxn>
                        <a:cxn ang="0">
                          <a:pos x="connsiteX384" y="connsiteY384"/>
                        </a:cxn>
                        <a:cxn ang="0">
                          <a:pos x="connsiteX385" y="connsiteY385"/>
                        </a:cxn>
                        <a:cxn ang="0">
                          <a:pos x="connsiteX386" y="connsiteY386"/>
                        </a:cxn>
                        <a:cxn ang="0">
                          <a:pos x="connsiteX387" y="connsiteY387"/>
                        </a:cxn>
                        <a:cxn ang="0">
                          <a:pos x="connsiteX388" y="connsiteY388"/>
                        </a:cxn>
                        <a:cxn ang="0">
                          <a:pos x="connsiteX389" y="connsiteY389"/>
                        </a:cxn>
                        <a:cxn ang="0">
                          <a:pos x="connsiteX390" y="connsiteY390"/>
                        </a:cxn>
                        <a:cxn ang="0">
                          <a:pos x="connsiteX391" y="connsiteY391"/>
                        </a:cxn>
                        <a:cxn ang="0">
                          <a:pos x="connsiteX392" y="connsiteY392"/>
                        </a:cxn>
                        <a:cxn ang="0">
                          <a:pos x="connsiteX393" y="connsiteY393"/>
                        </a:cxn>
                        <a:cxn ang="0">
                          <a:pos x="connsiteX394" y="connsiteY394"/>
                        </a:cxn>
                        <a:cxn ang="0">
                          <a:pos x="connsiteX395" y="connsiteY395"/>
                        </a:cxn>
                        <a:cxn ang="0">
                          <a:pos x="connsiteX396" y="connsiteY396"/>
                        </a:cxn>
                        <a:cxn ang="0">
                          <a:pos x="connsiteX397" y="connsiteY397"/>
                        </a:cxn>
                        <a:cxn ang="0">
                          <a:pos x="connsiteX398" y="connsiteY398"/>
                        </a:cxn>
                        <a:cxn ang="0">
                          <a:pos x="connsiteX399" y="connsiteY399"/>
                        </a:cxn>
                        <a:cxn ang="0">
                          <a:pos x="connsiteX400" y="connsiteY400"/>
                        </a:cxn>
                        <a:cxn ang="0">
                          <a:pos x="connsiteX401" y="connsiteY401"/>
                        </a:cxn>
                        <a:cxn ang="0">
                          <a:pos x="connsiteX402" y="connsiteY402"/>
                        </a:cxn>
                        <a:cxn ang="0">
                          <a:pos x="connsiteX403" y="connsiteY403"/>
                        </a:cxn>
                        <a:cxn ang="0">
                          <a:pos x="connsiteX404" y="connsiteY404"/>
                        </a:cxn>
                        <a:cxn ang="0">
                          <a:pos x="connsiteX405" y="connsiteY405"/>
                        </a:cxn>
                        <a:cxn ang="0">
                          <a:pos x="connsiteX406" y="connsiteY406"/>
                        </a:cxn>
                        <a:cxn ang="0">
                          <a:pos x="connsiteX407" y="connsiteY407"/>
                        </a:cxn>
                        <a:cxn ang="0">
                          <a:pos x="connsiteX408" y="connsiteY408"/>
                        </a:cxn>
                        <a:cxn ang="0">
                          <a:pos x="connsiteX409" y="connsiteY409"/>
                        </a:cxn>
                        <a:cxn ang="0">
                          <a:pos x="connsiteX410" y="connsiteY410"/>
                        </a:cxn>
                        <a:cxn ang="0">
                          <a:pos x="connsiteX411" y="connsiteY411"/>
                        </a:cxn>
                        <a:cxn ang="0">
                          <a:pos x="connsiteX412" y="connsiteY412"/>
                        </a:cxn>
                        <a:cxn ang="0">
                          <a:pos x="connsiteX413" y="connsiteY413"/>
                        </a:cxn>
                        <a:cxn ang="0">
                          <a:pos x="connsiteX414" y="connsiteY414"/>
                        </a:cxn>
                        <a:cxn ang="0">
                          <a:pos x="connsiteX415" y="connsiteY415"/>
                        </a:cxn>
                        <a:cxn ang="0">
                          <a:pos x="connsiteX416" y="connsiteY416"/>
                        </a:cxn>
                        <a:cxn ang="0">
                          <a:pos x="connsiteX417" y="connsiteY417"/>
                        </a:cxn>
                        <a:cxn ang="0">
                          <a:pos x="connsiteX418" y="connsiteY418"/>
                        </a:cxn>
                        <a:cxn ang="0">
                          <a:pos x="connsiteX419" y="connsiteY419"/>
                        </a:cxn>
                        <a:cxn ang="0">
                          <a:pos x="connsiteX420" y="connsiteY420"/>
                        </a:cxn>
                        <a:cxn ang="0">
                          <a:pos x="connsiteX421" y="connsiteY421"/>
                        </a:cxn>
                        <a:cxn ang="0">
                          <a:pos x="connsiteX422" y="connsiteY422"/>
                        </a:cxn>
                        <a:cxn ang="0">
                          <a:pos x="connsiteX423" y="connsiteY423"/>
                        </a:cxn>
                        <a:cxn ang="0">
                          <a:pos x="connsiteX424" y="connsiteY424"/>
                        </a:cxn>
                        <a:cxn ang="0">
                          <a:pos x="connsiteX425" y="connsiteY425"/>
                        </a:cxn>
                        <a:cxn ang="0">
                          <a:pos x="connsiteX426" y="connsiteY426"/>
                        </a:cxn>
                        <a:cxn ang="0">
                          <a:pos x="connsiteX427" y="connsiteY427"/>
                        </a:cxn>
                        <a:cxn ang="0">
                          <a:pos x="connsiteX428" y="connsiteY428"/>
                        </a:cxn>
                        <a:cxn ang="0">
                          <a:pos x="connsiteX429" y="connsiteY429"/>
                        </a:cxn>
                        <a:cxn ang="0">
                          <a:pos x="connsiteX430" y="connsiteY430"/>
                        </a:cxn>
                        <a:cxn ang="0">
                          <a:pos x="connsiteX431" y="connsiteY431"/>
                        </a:cxn>
                        <a:cxn ang="0">
                          <a:pos x="connsiteX432" y="connsiteY432"/>
                        </a:cxn>
                        <a:cxn ang="0">
                          <a:pos x="connsiteX433" y="connsiteY433"/>
                        </a:cxn>
                        <a:cxn ang="0">
                          <a:pos x="connsiteX434" y="connsiteY434"/>
                        </a:cxn>
                        <a:cxn ang="0">
                          <a:pos x="connsiteX435" y="connsiteY435"/>
                        </a:cxn>
                        <a:cxn ang="0">
                          <a:pos x="connsiteX436" y="connsiteY436"/>
                        </a:cxn>
                        <a:cxn ang="0">
                          <a:pos x="connsiteX437" y="connsiteY437"/>
                        </a:cxn>
                        <a:cxn ang="0">
                          <a:pos x="connsiteX438" y="connsiteY438"/>
                        </a:cxn>
                        <a:cxn ang="0">
                          <a:pos x="connsiteX439" y="connsiteY439"/>
                        </a:cxn>
                        <a:cxn ang="0">
                          <a:pos x="connsiteX440" y="connsiteY440"/>
                        </a:cxn>
                        <a:cxn ang="0">
                          <a:pos x="connsiteX441" y="connsiteY441"/>
                        </a:cxn>
                        <a:cxn ang="0">
                          <a:pos x="connsiteX442" y="connsiteY442"/>
                        </a:cxn>
                        <a:cxn ang="0">
                          <a:pos x="connsiteX443" y="connsiteY443"/>
                        </a:cxn>
                        <a:cxn ang="0">
                          <a:pos x="connsiteX444" y="connsiteY444"/>
                        </a:cxn>
                        <a:cxn ang="0">
                          <a:pos x="connsiteX445" y="connsiteY445"/>
                        </a:cxn>
                        <a:cxn ang="0">
                          <a:pos x="connsiteX446" y="connsiteY446"/>
                        </a:cxn>
                        <a:cxn ang="0">
                          <a:pos x="connsiteX447" y="connsiteY447"/>
                        </a:cxn>
                        <a:cxn ang="0">
                          <a:pos x="connsiteX448" y="connsiteY448"/>
                        </a:cxn>
                        <a:cxn ang="0">
                          <a:pos x="connsiteX449" y="connsiteY449"/>
                        </a:cxn>
                        <a:cxn ang="0">
                          <a:pos x="connsiteX450" y="connsiteY450"/>
                        </a:cxn>
                        <a:cxn ang="0">
                          <a:pos x="connsiteX451" y="connsiteY451"/>
                        </a:cxn>
                        <a:cxn ang="0">
                          <a:pos x="connsiteX452" y="connsiteY452"/>
                        </a:cxn>
                        <a:cxn ang="0">
                          <a:pos x="connsiteX453" y="connsiteY453"/>
                        </a:cxn>
                        <a:cxn ang="0">
                          <a:pos x="connsiteX454" y="connsiteY454"/>
                        </a:cxn>
                        <a:cxn ang="0">
                          <a:pos x="connsiteX455" y="connsiteY455"/>
                        </a:cxn>
                        <a:cxn ang="0">
                          <a:pos x="connsiteX456" y="connsiteY456"/>
                        </a:cxn>
                        <a:cxn ang="0">
                          <a:pos x="connsiteX457" y="connsiteY457"/>
                        </a:cxn>
                        <a:cxn ang="0">
                          <a:pos x="connsiteX458" y="connsiteY458"/>
                        </a:cxn>
                        <a:cxn ang="0">
                          <a:pos x="connsiteX459" y="connsiteY459"/>
                        </a:cxn>
                        <a:cxn ang="0">
                          <a:pos x="connsiteX460" y="connsiteY460"/>
                        </a:cxn>
                        <a:cxn ang="0">
                          <a:pos x="connsiteX461" y="connsiteY461"/>
                        </a:cxn>
                        <a:cxn ang="0">
                          <a:pos x="connsiteX462" y="connsiteY462"/>
                        </a:cxn>
                        <a:cxn ang="0">
                          <a:pos x="connsiteX463" y="connsiteY463"/>
                        </a:cxn>
                        <a:cxn ang="0">
                          <a:pos x="connsiteX464" y="connsiteY464"/>
                        </a:cxn>
                        <a:cxn ang="0">
                          <a:pos x="connsiteX465" y="connsiteY465"/>
                        </a:cxn>
                        <a:cxn ang="0">
                          <a:pos x="connsiteX466" y="connsiteY466"/>
                        </a:cxn>
                        <a:cxn ang="0">
                          <a:pos x="connsiteX467" y="connsiteY467"/>
                        </a:cxn>
                        <a:cxn ang="0">
                          <a:pos x="connsiteX468" y="connsiteY468"/>
                        </a:cxn>
                        <a:cxn ang="0">
                          <a:pos x="connsiteX469" y="connsiteY469"/>
                        </a:cxn>
                        <a:cxn ang="0">
                          <a:pos x="connsiteX470" y="connsiteY470"/>
                        </a:cxn>
                        <a:cxn ang="0">
                          <a:pos x="connsiteX471" y="connsiteY471"/>
                        </a:cxn>
                        <a:cxn ang="0">
                          <a:pos x="connsiteX472" y="connsiteY472"/>
                        </a:cxn>
                        <a:cxn ang="0">
                          <a:pos x="connsiteX473" y="connsiteY473"/>
                        </a:cxn>
                        <a:cxn ang="0">
                          <a:pos x="connsiteX474" y="connsiteY474"/>
                        </a:cxn>
                        <a:cxn ang="0">
                          <a:pos x="connsiteX475" y="connsiteY475"/>
                        </a:cxn>
                        <a:cxn ang="0">
                          <a:pos x="connsiteX476" y="connsiteY476"/>
                        </a:cxn>
                        <a:cxn ang="0">
                          <a:pos x="connsiteX477" y="connsiteY477"/>
                        </a:cxn>
                        <a:cxn ang="0">
                          <a:pos x="connsiteX478" y="connsiteY478"/>
                        </a:cxn>
                        <a:cxn ang="0">
                          <a:pos x="connsiteX479" y="connsiteY479"/>
                        </a:cxn>
                        <a:cxn ang="0">
                          <a:pos x="connsiteX480" y="connsiteY480"/>
                        </a:cxn>
                        <a:cxn ang="0">
                          <a:pos x="connsiteX481" y="connsiteY481"/>
                        </a:cxn>
                        <a:cxn ang="0">
                          <a:pos x="connsiteX482" y="connsiteY482"/>
                        </a:cxn>
                        <a:cxn ang="0">
                          <a:pos x="connsiteX483" y="connsiteY483"/>
                        </a:cxn>
                        <a:cxn ang="0">
                          <a:pos x="connsiteX484" y="connsiteY484"/>
                        </a:cxn>
                        <a:cxn ang="0">
                          <a:pos x="connsiteX485" y="connsiteY485"/>
                        </a:cxn>
                        <a:cxn ang="0">
                          <a:pos x="connsiteX486" y="connsiteY486"/>
                        </a:cxn>
                        <a:cxn ang="0">
                          <a:pos x="connsiteX487" y="connsiteY487"/>
                        </a:cxn>
                        <a:cxn ang="0">
                          <a:pos x="connsiteX488" y="connsiteY488"/>
                        </a:cxn>
                        <a:cxn ang="0">
                          <a:pos x="connsiteX489" y="connsiteY489"/>
                        </a:cxn>
                        <a:cxn ang="0">
                          <a:pos x="connsiteX490" y="connsiteY490"/>
                        </a:cxn>
                        <a:cxn ang="0">
                          <a:pos x="connsiteX491" y="connsiteY491"/>
                        </a:cxn>
                        <a:cxn ang="0">
                          <a:pos x="connsiteX492" y="connsiteY492"/>
                        </a:cxn>
                        <a:cxn ang="0">
                          <a:pos x="connsiteX493" y="connsiteY493"/>
                        </a:cxn>
                        <a:cxn ang="0">
                          <a:pos x="connsiteX494" y="connsiteY494"/>
                        </a:cxn>
                        <a:cxn ang="0">
                          <a:pos x="connsiteX495" y="connsiteY495"/>
                        </a:cxn>
                        <a:cxn ang="0">
                          <a:pos x="connsiteX496" y="connsiteY496"/>
                        </a:cxn>
                        <a:cxn ang="0">
                          <a:pos x="connsiteX497" y="connsiteY497"/>
                        </a:cxn>
                        <a:cxn ang="0">
                          <a:pos x="connsiteX498" y="connsiteY498"/>
                        </a:cxn>
                        <a:cxn ang="0">
                          <a:pos x="connsiteX499" y="connsiteY499"/>
                        </a:cxn>
                        <a:cxn ang="0">
                          <a:pos x="connsiteX500" y="connsiteY500"/>
                        </a:cxn>
                        <a:cxn ang="0">
                          <a:pos x="connsiteX501" y="connsiteY501"/>
                        </a:cxn>
                        <a:cxn ang="0">
                          <a:pos x="connsiteX502" y="connsiteY502"/>
                        </a:cxn>
                        <a:cxn ang="0">
                          <a:pos x="connsiteX503" y="connsiteY503"/>
                        </a:cxn>
                        <a:cxn ang="0">
                          <a:pos x="connsiteX504" y="connsiteY504"/>
                        </a:cxn>
                        <a:cxn ang="0">
                          <a:pos x="connsiteX505" y="connsiteY505"/>
                        </a:cxn>
                        <a:cxn ang="0">
                          <a:pos x="connsiteX506" y="connsiteY506"/>
                        </a:cxn>
                        <a:cxn ang="0">
                          <a:pos x="connsiteX507" y="connsiteY507"/>
                        </a:cxn>
                        <a:cxn ang="0">
                          <a:pos x="connsiteX508" y="connsiteY508"/>
                        </a:cxn>
                        <a:cxn ang="0">
                          <a:pos x="connsiteX509" y="connsiteY509"/>
                        </a:cxn>
                        <a:cxn ang="0">
                          <a:pos x="connsiteX510" y="connsiteY510"/>
                        </a:cxn>
                        <a:cxn ang="0">
                          <a:pos x="connsiteX511" y="connsiteY511"/>
                        </a:cxn>
                        <a:cxn ang="0">
                          <a:pos x="connsiteX512" y="connsiteY512"/>
                        </a:cxn>
                        <a:cxn ang="0">
                          <a:pos x="connsiteX513" y="connsiteY513"/>
                        </a:cxn>
                        <a:cxn ang="0">
                          <a:pos x="connsiteX514" y="connsiteY514"/>
                        </a:cxn>
                        <a:cxn ang="0">
                          <a:pos x="connsiteX515" y="connsiteY515"/>
                        </a:cxn>
                        <a:cxn ang="0">
                          <a:pos x="connsiteX516" y="connsiteY516"/>
                        </a:cxn>
                        <a:cxn ang="0">
                          <a:pos x="connsiteX517" y="connsiteY517"/>
                        </a:cxn>
                        <a:cxn ang="0">
                          <a:pos x="connsiteX518" y="connsiteY518"/>
                        </a:cxn>
                        <a:cxn ang="0">
                          <a:pos x="connsiteX519" y="connsiteY519"/>
                        </a:cxn>
                        <a:cxn ang="0">
                          <a:pos x="connsiteX520" y="connsiteY520"/>
                        </a:cxn>
                        <a:cxn ang="0">
                          <a:pos x="connsiteX521" y="connsiteY521"/>
                        </a:cxn>
                        <a:cxn ang="0">
                          <a:pos x="connsiteX522" y="connsiteY522"/>
                        </a:cxn>
                        <a:cxn ang="0">
                          <a:pos x="connsiteX523" y="connsiteY523"/>
                        </a:cxn>
                        <a:cxn ang="0">
                          <a:pos x="connsiteX524" y="connsiteY524"/>
                        </a:cxn>
                        <a:cxn ang="0">
                          <a:pos x="connsiteX525" y="connsiteY525"/>
                        </a:cxn>
                        <a:cxn ang="0">
                          <a:pos x="connsiteX526" y="connsiteY526"/>
                        </a:cxn>
                        <a:cxn ang="0">
                          <a:pos x="connsiteX527" y="connsiteY527"/>
                        </a:cxn>
                        <a:cxn ang="0">
                          <a:pos x="connsiteX528" y="connsiteY528"/>
                        </a:cxn>
                        <a:cxn ang="0">
                          <a:pos x="connsiteX529" y="connsiteY529"/>
                        </a:cxn>
                        <a:cxn ang="0">
                          <a:pos x="connsiteX530" y="connsiteY530"/>
                        </a:cxn>
                        <a:cxn ang="0">
                          <a:pos x="connsiteX531" y="connsiteY531"/>
                        </a:cxn>
                        <a:cxn ang="0">
                          <a:pos x="connsiteX532" y="connsiteY532"/>
                        </a:cxn>
                        <a:cxn ang="0">
                          <a:pos x="connsiteX533" y="connsiteY533"/>
                        </a:cxn>
                        <a:cxn ang="0">
                          <a:pos x="connsiteX534" y="connsiteY534"/>
                        </a:cxn>
                        <a:cxn ang="0">
                          <a:pos x="connsiteX535" y="connsiteY535"/>
                        </a:cxn>
                        <a:cxn ang="0">
                          <a:pos x="connsiteX536" y="connsiteY536"/>
                        </a:cxn>
                        <a:cxn ang="0">
                          <a:pos x="connsiteX537" y="connsiteY537"/>
                        </a:cxn>
                        <a:cxn ang="0">
                          <a:pos x="connsiteX538" y="connsiteY538"/>
                        </a:cxn>
                        <a:cxn ang="0">
                          <a:pos x="connsiteX539" y="connsiteY539"/>
                        </a:cxn>
                        <a:cxn ang="0">
                          <a:pos x="connsiteX540" y="connsiteY540"/>
                        </a:cxn>
                        <a:cxn ang="0">
                          <a:pos x="connsiteX541" y="connsiteY541"/>
                        </a:cxn>
                        <a:cxn ang="0">
                          <a:pos x="connsiteX542" y="connsiteY542"/>
                        </a:cxn>
                        <a:cxn ang="0">
                          <a:pos x="connsiteX543" y="connsiteY543"/>
                        </a:cxn>
                        <a:cxn ang="0">
                          <a:pos x="connsiteX544" y="connsiteY544"/>
                        </a:cxn>
                        <a:cxn ang="0">
                          <a:pos x="connsiteX545" y="connsiteY545"/>
                        </a:cxn>
                        <a:cxn ang="0">
                          <a:pos x="connsiteX546" y="connsiteY546"/>
                        </a:cxn>
                        <a:cxn ang="0">
                          <a:pos x="connsiteX547" y="connsiteY547"/>
                        </a:cxn>
                        <a:cxn ang="0">
                          <a:pos x="connsiteX548" y="connsiteY548"/>
                        </a:cxn>
                        <a:cxn ang="0">
                          <a:pos x="connsiteX549" y="connsiteY549"/>
                        </a:cxn>
                        <a:cxn ang="0">
                          <a:pos x="connsiteX550" y="connsiteY550"/>
                        </a:cxn>
                        <a:cxn ang="0">
                          <a:pos x="connsiteX551" y="connsiteY551"/>
                        </a:cxn>
                        <a:cxn ang="0">
                          <a:pos x="connsiteX552" y="connsiteY552"/>
                        </a:cxn>
                        <a:cxn ang="0">
                          <a:pos x="connsiteX553" y="connsiteY553"/>
                        </a:cxn>
                        <a:cxn ang="0">
                          <a:pos x="connsiteX554" y="connsiteY554"/>
                        </a:cxn>
                        <a:cxn ang="0">
                          <a:pos x="connsiteX555" y="connsiteY555"/>
                        </a:cxn>
                        <a:cxn ang="0">
                          <a:pos x="connsiteX556" y="connsiteY556"/>
                        </a:cxn>
                        <a:cxn ang="0">
                          <a:pos x="connsiteX557" y="connsiteY557"/>
                        </a:cxn>
                        <a:cxn ang="0">
                          <a:pos x="connsiteX558" y="connsiteY558"/>
                        </a:cxn>
                        <a:cxn ang="0">
                          <a:pos x="connsiteX559" y="connsiteY559"/>
                        </a:cxn>
                        <a:cxn ang="0">
                          <a:pos x="connsiteX560" y="connsiteY560"/>
                        </a:cxn>
                        <a:cxn ang="0">
                          <a:pos x="connsiteX561" y="connsiteY561"/>
                        </a:cxn>
                        <a:cxn ang="0">
                          <a:pos x="connsiteX562" y="connsiteY562"/>
                        </a:cxn>
                        <a:cxn ang="0">
                          <a:pos x="connsiteX563" y="connsiteY563"/>
                        </a:cxn>
                        <a:cxn ang="0">
                          <a:pos x="connsiteX564" y="connsiteY564"/>
                        </a:cxn>
                        <a:cxn ang="0">
                          <a:pos x="connsiteX565" y="connsiteY565"/>
                        </a:cxn>
                        <a:cxn ang="0">
                          <a:pos x="connsiteX566" y="connsiteY566"/>
                        </a:cxn>
                        <a:cxn ang="0">
                          <a:pos x="connsiteX567" y="connsiteY567"/>
                        </a:cxn>
                        <a:cxn ang="0">
                          <a:pos x="connsiteX568" y="connsiteY568"/>
                        </a:cxn>
                        <a:cxn ang="0">
                          <a:pos x="connsiteX569" y="connsiteY569"/>
                        </a:cxn>
                        <a:cxn ang="0">
                          <a:pos x="connsiteX570" y="connsiteY570"/>
                        </a:cxn>
                        <a:cxn ang="0">
                          <a:pos x="connsiteX571" y="connsiteY571"/>
                        </a:cxn>
                        <a:cxn ang="0">
                          <a:pos x="connsiteX572" y="connsiteY572"/>
                        </a:cxn>
                        <a:cxn ang="0">
                          <a:pos x="connsiteX573" y="connsiteY573"/>
                        </a:cxn>
                        <a:cxn ang="0">
                          <a:pos x="connsiteX574" y="connsiteY574"/>
                        </a:cxn>
                        <a:cxn ang="0">
                          <a:pos x="connsiteX575" y="connsiteY575"/>
                        </a:cxn>
                        <a:cxn ang="0">
                          <a:pos x="connsiteX576" y="connsiteY576"/>
                        </a:cxn>
                        <a:cxn ang="0">
                          <a:pos x="connsiteX577" y="connsiteY577"/>
                        </a:cxn>
                        <a:cxn ang="0">
                          <a:pos x="connsiteX578" y="connsiteY578"/>
                        </a:cxn>
                        <a:cxn ang="0">
                          <a:pos x="connsiteX579" y="connsiteY579"/>
                        </a:cxn>
                        <a:cxn ang="0">
                          <a:pos x="connsiteX580" y="connsiteY580"/>
                        </a:cxn>
                        <a:cxn ang="0">
                          <a:pos x="connsiteX581" y="connsiteY581"/>
                        </a:cxn>
                        <a:cxn ang="0">
                          <a:pos x="connsiteX582" y="connsiteY582"/>
                        </a:cxn>
                        <a:cxn ang="0">
                          <a:pos x="connsiteX583" y="connsiteY583"/>
                        </a:cxn>
                        <a:cxn ang="0">
                          <a:pos x="connsiteX584" y="connsiteY584"/>
                        </a:cxn>
                        <a:cxn ang="0">
                          <a:pos x="connsiteX585" y="connsiteY585"/>
                        </a:cxn>
                        <a:cxn ang="0">
                          <a:pos x="connsiteX586" y="connsiteY586"/>
                        </a:cxn>
                        <a:cxn ang="0">
                          <a:pos x="connsiteX587" y="connsiteY587"/>
                        </a:cxn>
                        <a:cxn ang="0">
                          <a:pos x="connsiteX588" y="connsiteY588"/>
                        </a:cxn>
                        <a:cxn ang="0">
                          <a:pos x="connsiteX589" y="connsiteY589"/>
                        </a:cxn>
                        <a:cxn ang="0">
                          <a:pos x="connsiteX590" y="connsiteY590"/>
                        </a:cxn>
                        <a:cxn ang="0">
                          <a:pos x="connsiteX591" y="connsiteY591"/>
                        </a:cxn>
                        <a:cxn ang="0">
                          <a:pos x="connsiteX592" y="connsiteY592"/>
                        </a:cxn>
                        <a:cxn ang="0">
                          <a:pos x="connsiteX593" y="connsiteY593"/>
                        </a:cxn>
                        <a:cxn ang="0">
                          <a:pos x="connsiteX594" y="connsiteY594"/>
                        </a:cxn>
                        <a:cxn ang="0">
                          <a:pos x="connsiteX595" y="connsiteY595"/>
                        </a:cxn>
                        <a:cxn ang="0">
                          <a:pos x="connsiteX596" y="connsiteY596"/>
                        </a:cxn>
                        <a:cxn ang="0">
                          <a:pos x="connsiteX597" y="connsiteY597"/>
                        </a:cxn>
                        <a:cxn ang="0">
                          <a:pos x="connsiteX598" y="connsiteY598"/>
                        </a:cxn>
                        <a:cxn ang="0">
                          <a:pos x="connsiteX599" y="connsiteY599"/>
                        </a:cxn>
                        <a:cxn ang="0">
                          <a:pos x="connsiteX600" y="connsiteY600"/>
                        </a:cxn>
                        <a:cxn ang="0">
                          <a:pos x="connsiteX601" y="connsiteY601"/>
                        </a:cxn>
                        <a:cxn ang="0">
                          <a:pos x="connsiteX602" y="connsiteY602"/>
                        </a:cxn>
                        <a:cxn ang="0">
                          <a:pos x="connsiteX603" y="connsiteY603"/>
                        </a:cxn>
                        <a:cxn ang="0">
                          <a:pos x="connsiteX604" y="connsiteY604"/>
                        </a:cxn>
                        <a:cxn ang="0">
                          <a:pos x="connsiteX605" y="connsiteY605"/>
                        </a:cxn>
                        <a:cxn ang="0">
                          <a:pos x="connsiteX606" y="connsiteY606"/>
                        </a:cxn>
                        <a:cxn ang="0">
                          <a:pos x="connsiteX607" y="connsiteY607"/>
                        </a:cxn>
                        <a:cxn ang="0">
                          <a:pos x="connsiteX608" y="connsiteY608"/>
                        </a:cxn>
                        <a:cxn ang="0">
                          <a:pos x="connsiteX609" y="connsiteY609"/>
                        </a:cxn>
                        <a:cxn ang="0">
                          <a:pos x="connsiteX610" y="connsiteY610"/>
                        </a:cxn>
                        <a:cxn ang="0">
                          <a:pos x="connsiteX611" y="connsiteY611"/>
                        </a:cxn>
                        <a:cxn ang="0">
                          <a:pos x="connsiteX612" y="connsiteY612"/>
                        </a:cxn>
                        <a:cxn ang="0">
                          <a:pos x="connsiteX613" y="connsiteY613"/>
                        </a:cxn>
                        <a:cxn ang="0">
                          <a:pos x="connsiteX614" y="connsiteY614"/>
                        </a:cxn>
                        <a:cxn ang="0">
                          <a:pos x="connsiteX615" y="connsiteY615"/>
                        </a:cxn>
                        <a:cxn ang="0">
                          <a:pos x="connsiteX616" y="connsiteY616"/>
                        </a:cxn>
                        <a:cxn ang="0">
                          <a:pos x="connsiteX617" y="connsiteY617"/>
                        </a:cxn>
                        <a:cxn ang="0">
                          <a:pos x="connsiteX618" y="connsiteY618"/>
                        </a:cxn>
                        <a:cxn ang="0">
                          <a:pos x="connsiteX619" y="connsiteY619"/>
                        </a:cxn>
                        <a:cxn ang="0">
                          <a:pos x="connsiteX620" y="connsiteY620"/>
                        </a:cxn>
                        <a:cxn ang="0">
                          <a:pos x="connsiteX621" y="connsiteY621"/>
                        </a:cxn>
                        <a:cxn ang="0">
                          <a:pos x="connsiteX622" y="connsiteY622"/>
                        </a:cxn>
                        <a:cxn ang="0">
                          <a:pos x="connsiteX623" y="connsiteY623"/>
                        </a:cxn>
                        <a:cxn ang="0">
                          <a:pos x="connsiteX624" y="connsiteY624"/>
                        </a:cxn>
                        <a:cxn ang="0">
                          <a:pos x="connsiteX625" y="connsiteY625"/>
                        </a:cxn>
                        <a:cxn ang="0">
                          <a:pos x="connsiteX626" y="connsiteY626"/>
                        </a:cxn>
                        <a:cxn ang="0">
                          <a:pos x="connsiteX627" y="connsiteY627"/>
                        </a:cxn>
                        <a:cxn ang="0">
                          <a:pos x="connsiteX628" y="connsiteY628"/>
                        </a:cxn>
                        <a:cxn ang="0">
                          <a:pos x="connsiteX629" y="connsiteY629"/>
                        </a:cxn>
                        <a:cxn ang="0">
                          <a:pos x="connsiteX630" y="connsiteY630"/>
                        </a:cxn>
                        <a:cxn ang="0">
                          <a:pos x="connsiteX631" y="connsiteY631"/>
                        </a:cxn>
                        <a:cxn ang="0">
                          <a:pos x="connsiteX632" y="connsiteY632"/>
                        </a:cxn>
                        <a:cxn ang="0">
                          <a:pos x="connsiteX633" y="connsiteY633"/>
                        </a:cxn>
                        <a:cxn ang="0">
                          <a:pos x="connsiteX634" y="connsiteY634"/>
                        </a:cxn>
                        <a:cxn ang="0">
                          <a:pos x="connsiteX635" y="connsiteY635"/>
                        </a:cxn>
                        <a:cxn ang="0">
                          <a:pos x="connsiteX636" y="connsiteY636"/>
                        </a:cxn>
                        <a:cxn ang="0">
                          <a:pos x="connsiteX637" y="connsiteY637"/>
                        </a:cxn>
                        <a:cxn ang="0">
                          <a:pos x="connsiteX638" y="connsiteY638"/>
                        </a:cxn>
                        <a:cxn ang="0">
                          <a:pos x="connsiteX639" y="connsiteY639"/>
                        </a:cxn>
                        <a:cxn ang="0">
                          <a:pos x="connsiteX640" y="connsiteY640"/>
                        </a:cxn>
                        <a:cxn ang="0">
                          <a:pos x="connsiteX641" y="connsiteY641"/>
                        </a:cxn>
                        <a:cxn ang="0">
                          <a:pos x="connsiteX642" y="connsiteY642"/>
                        </a:cxn>
                        <a:cxn ang="0">
                          <a:pos x="connsiteX643" y="connsiteY643"/>
                        </a:cxn>
                        <a:cxn ang="0">
                          <a:pos x="connsiteX644" y="connsiteY644"/>
                        </a:cxn>
                        <a:cxn ang="0">
                          <a:pos x="connsiteX645" y="connsiteY645"/>
                        </a:cxn>
                        <a:cxn ang="0">
                          <a:pos x="connsiteX646" y="connsiteY646"/>
                        </a:cxn>
                        <a:cxn ang="0">
                          <a:pos x="connsiteX647" y="connsiteY647"/>
                        </a:cxn>
                        <a:cxn ang="0">
                          <a:pos x="connsiteX648" y="connsiteY648"/>
                        </a:cxn>
                        <a:cxn ang="0">
                          <a:pos x="connsiteX649" y="connsiteY649"/>
                        </a:cxn>
                        <a:cxn ang="0">
                          <a:pos x="connsiteX650" y="connsiteY650"/>
                        </a:cxn>
                        <a:cxn ang="0">
                          <a:pos x="connsiteX651" y="connsiteY651"/>
                        </a:cxn>
                        <a:cxn ang="0">
                          <a:pos x="connsiteX652" y="connsiteY652"/>
                        </a:cxn>
                        <a:cxn ang="0">
                          <a:pos x="connsiteX653" y="connsiteY653"/>
                        </a:cxn>
                        <a:cxn ang="0">
                          <a:pos x="connsiteX654" y="connsiteY654"/>
                        </a:cxn>
                        <a:cxn ang="0">
                          <a:pos x="connsiteX655" y="connsiteY655"/>
                        </a:cxn>
                        <a:cxn ang="0">
                          <a:pos x="connsiteX656" y="connsiteY656"/>
                        </a:cxn>
                        <a:cxn ang="0">
                          <a:pos x="connsiteX657" y="connsiteY657"/>
                        </a:cxn>
                        <a:cxn ang="0">
                          <a:pos x="connsiteX658" y="connsiteY658"/>
                        </a:cxn>
                        <a:cxn ang="0">
                          <a:pos x="connsiteX659" y="connsiteY659"/>
                        </a:cxn>
                        <a:cxn ang="0">
                          <a:pos x="connsiteX660" y="connsiteY660"/>
                        </a:cxn>
                        <a:cxn ang="0">
                          <a:pos x="connsiteX661" y="connsiteY661"/>
                        </a:cxn>
                        <a:cxn ang="0">
                          <a:pos x="connsiteX662" y="connsiteY662"/>
                        </a:cxn>
                        <a:cxn ang="0">
                          <a:pos x="connsiteX663" y="connsiteY663"/>
                        </a:cxn>
                        <a:cxn ang="0">
                          <a:pos x="connsiteX664" y="connsiteY664"/>
                        </a:cxn>
                        <a:cxn ang="0">
                          <a:pos x="connsiteX665" y="connsiteY665"/>
                        </a:cxn>
                        <a:cxn ang="0">
                          <a:pos x="connsiteX666" y="connsiteY666"/>
                        </a:cxn>
                        <a:cxn ang="0">
                          <a:pos x="connsiteX667" y="connsiteY667"/>
                        </a:cxn>
                        <a:cxn ang="0">
                          <a:pos x="connsiteX668" y="connsiteY668"/>
                        </a:cxn>
                        <a:cxn ang="0">
                          <a:pos x="connsiteX669" y="connsiteY669"/>
                        </a:cxn>
                        <a:cxn ang="0">
                          <a:pos x="connsiteX670" y="connsiteY670"/>
                        </a:cxn>
                        <a:cxn ang="0">
                          <a:pos x="connsiteX671" y="connsiteY671"/>
                        </a:cxn>
                        <a:cxn ang="0">
                          <a:pos x="connsiteX672" y="connsiteY672"/>
                        </a:cxn>
                        <a:cxn ang="0">
                          <a:pos x="connsiteX673" y="connsiteY673"/>
                        </a:cxn>
                        <a:cxn ang="0">
                          <a:pos x="connsiteX674" y="connsiteY674"/>
                        </a:cxn>
                        <a:cxn ang="0">
                          <a:pos x="connsiteX675" y="connsiteY675"/>
                        </a:cxn>
                        <a:cxn ang="0">
                          <a:pos x="connsiteX676" y="connsiteY676"/>
                        </a:cxn>
                        <a:cxn ang="0">
                          <a:pos x="connsiteX677" y="connsiteY677"/>
                        </a:cxn>
                        <a:cxn ang="0">
                          <a:pos x="connsiteX678" y="connsiteY678"/>
                        </a:cxn>
                        <a:cxn ang="0">
                          <a:pos x="connsiteX679" y="connsiteY679"/>
                        </a:cxn>
                        <a:cxn ang="0">
                          <a:pos x="connsiteX680" y="connsiteY680"/>
                        </a:cxn>
                        <a:cxn ang="0">
                          <a:pos x="connsiteX681" y="connsiteY681"/>
                        </a:cxn>
                        <a:cxn ang="0">
                          <a:pos x="connsiteX682" y="connsiteY682"/>
                        </a:cxn>
                        <a:cxn ang="0">
                          <a:pos x="connsiteX683" y="connsiteY683"/>
                        </a:cxn>
                        <a:cxn ang="0">
                          <a:pos x="connsiteX684" y="connsiteY684"/>
                        </a:cxn>
                        <a:cxn ang="0">
                          <a:pos x="connsiteX685" y="connsiteY685"/>
                        </a:cxn>
                        <a:cxn ang="0">
                          <a:pos x="connsiteX686" y="connsiteY686"/>
                        </a:cxn>
                        <a:cxn ang="0">
                          <a:pos x="connsiteX687" y="connsiteY687"/>
                        </a:cxn>
                        <a:cxn ang="0">
                          <a:pos x="connsiteX688" y="connsiteY688"/>
                        </a:cxn>
                        <a:cxn ang="0">
                          <a:pos x="connsiteX689" y="connsiteY689"/>
                        </a:cxn>
                        <a:cxn ang="0">
                          <a:pos x="connsiteX690" y="connsiteY690"/>
                        </a:cxn>
                        <a:cxn ang="0">
                          <a:pos x="connsiteX691" y="connsiteY691"/>
                        </a:cxn>
                        <a:cxn ang="0">
                          <a:pos x="connsiteX692" y="connsiteY692"/>
                        </a:cxn>
                        <a:cxn ang="0">
                          <a:pos x="connsiteX693" y="connsiteY693"/>
                        </a:cxn>
                        <a:cxn ang="0">
                          <a:pos x="connsiteX694" y="connsiteY694"/>
                        </a:cxn>
                        <a:cxn ang="0">
                          <a:pos x="connsiteX695" y="connsiteY695"/>
                        </a:cxn>
                        <a:cxn ang="0">
                          <a:pos x="connsiteX696" y="connsiteY696"/>
                        </a:cxn>
                        <a:cxn ang="0">
                          <a:pos x="connsiteX697" y="connsiteY697"/>
                        </a:cxn>
                        <a:cxn ang="0">
                          <a:pos x="connsiteX698" y="connsiteY698"/>
                        </a:cxn>
                        <a:cxn ang="0">
                          <a:pos x="connsiteX699" y="connsiteY699"/>
                        </a:cxn>
                        <a:cxn ang="0">
                          <a:pos x="connsiteX700" y="connsiteY700"/>
                        </a:cxn>
                        <a:cxn ang="0">
                          <a:pos x="connsiteX701" y="connsiteY701"/>
                        </a:cxn>
                        <a:cxn ang="0">
                          <a:pos x="connsiteX702" y="connsiteY702"/>
                        </a:cxn>
                        <a:cxn ang="0">
                          <a:pos x="connsiteX703" y="connsiteY703"/>
                        </a:cxn>
                        <a:cxn ang="0">
                          <a:pos x="connsiteX704" y="connsiteY704"/>
                        </a:cxn>
                        <a:cxn ang="0">
                          <a:pos x="connsiteX705" y="connsiteY705"/>
                        </a:cxn>
                        <a:cxn ang="0">
                          <a:pos x="connsiteX706" y="connsiteY706"/>
                        </a:cxn>
                        <a:cxn ang="0">
                          <a:pos x="connsiteX707" y="connsiteY707"/>
                        </a:cxn>
                        <a:cxn ang="0">
                          <a:pos x="connsiteX708" y="connsiteY708"/>
                        </a:cxn>
                        <a:cxn ang="0">
                          <a:pos x="connsiteX709" y="connsiteY709"/>
                        </a:cxn>
                        <a:cxn ang="0">
                          <a:pos x="connsiteX710" y="connsiteY710"/>
                        </a:cxn>
                        <a:cxn ang="0">
                          <a:pos x="connsiteX711" y="connsiteY711"/>
                        </a:cxn>
                        <a:cxn ang="0">
                          <a:pos x="connsiteX712" y="connsiteY712"/>
                        </a:cxn>
                        <a:cxn ang="0">
                          <a:pos x="connsiteX713" y="connsiteY713"/>
                        </a:cxn>
                        <a:cxn ang="0">
                          <a:pos x="connsiteX714" y="connsiteY714"/>
                        </a:cxn>
                        <a:cxn ang="0">
                          <a:pos x="connsiteX715" y="connsiteY715"/>
                        </a:cxn>
                        <a:cxn ang="0">
                          <a:pos x="connsiteX716" y="connsiteY716"/>
                        </a:cxn>
                        <a:cxn ang="0">
                          <a:pos x="connsiteX717" y="connsiteY717"/>
                        </a:cxn>
                        <a:cxn ang="0">
                          <a:pos x="connsiteX718" y="connsiteY718"/>
                        </a:cxn>
                        <a:cxn ang="0">
                          <a:pos x="connsiteX719" y="connsiteY719"/>
                        </a:cxn>
                        <a:cxn ang="0">
                          <a:pos x="connsiteX720" y="connsiteY720"/>
                        </a:cxn>
                        <a:cxn ang="0">
                          <a:pos x="connsiteX721" y="connsiteY721"/>
                        </a:cxn>
                        <a:cxn ang="0">
                          <a:pos x="connsiteX722" y="connsiteY722"/>
                        </a:cxn>
                        <a:cxn ang="0">
                          <a:pos x="connsiteX723" y="connsiteY723"/>
                        </a:cxn>
                        <a:cxn ang="0">
                          <a:pos x="connsiteX724" y="connsiteY724"/>
                        </a:cxn>
                        <a:cxn ang="0">
                          <a:pos x="connsiteX725" y="connsiteY725"/>
                        </a:cxn>
                        <a:cxn ang="0">
                          <a:pos x="connsiteX726" y="connsiteY726"/>
                        </a:cxn>
                        <a:cxn ang="0">
                          <a:pos x="connsiteX727" y="connsiteY727"/>
                        </a:cxn>
                        <a:cxn ang="0">
                          <a:pos x="connsiteX728" y="connsiteY728"/>
                        </a:cxn>
                        <a:cxn ang="0">
                          <a:pos x="connsiteX729" y="connsiteY729"/>
                        </a:cxn>
                        <a:cxn ang="0">
                          <a:pos x="connsiteX730" y="connsiteY730"/>
                        </a:cxn>
                        <a:cxn ang="0">
                          <a:pos x="connsiteX731" y="connsiteY731"/>
                        </a:cxn>
                        <a:cxn ang="0">
                          <a:pos x="connsiteX732" y="connsiteY732"/>
                        </a:cxn>
                        <a:cxn ang="0">
                          <a:pos x="connsiteX733" y="connsiteY733"/>
                        </a:cxn>
                        <a:cxn ang="0">
                          <a:pos x="connsiteX734" y="connsiteY734"/>
                        </a:cxn>
                        <a:cxn ang="0">
                          <a:pos x="connsiteX735" y="connsiteY735"/>
                        </a:cxn>
                        <a:cxn ang="0">
                          <a:pos x="connsiteX736" y="connsiteY736"/>
                        </a:cxn>
                        <a:cxn ang="0">
                          <a:pos x="connsiteX737" y="connsiteY737"/>
                        </a:cxn>
                        <a:cxn ang="0">
                          <a:pos x="connsiteX738" y="connsiteY738"/>
                        </a:cxn>
                        <a:cxn ang="0">
                          <a:pos x="connsiteX739" y="connsiteY739"/>
                        </a:cxn>
                        <a:cxn ang="0">
                          <a:pos x="connsiteX740" y="connsiteY740"/>
                        </a:cxn>
                        <a:cxn ang="0">
                          <a:pos x="connsiteX741" y="connsiteY741"/>
                        </a:cxn>
                        <a:cxn ang="0">
                          <a:pos x="connsiteX742" y="connsiteY742"/>
                        </a:cxn>
                        <a:cxn ang="0">
                          <a:pos x="connsiteX743" y="connsiteY743"/>
                        </a:cxn>
                        <a:cxn ang="0">
                          <a:pos x="connsiteX744" y="connsiteY744"/>
                        </a:cxn>
                        <a:cxn ang="0">
                          <a:pos x="connsiteX745" y="connsiteY745"/>
                        </a:cxn>
                        <a:cxn ang="0">
                          <a:pos x="connsiteX746" y="connsiteY746"/>
                        </a:cxn>
                        <a:cxn ang="0">
                          <a:pos x="connsiteX747" y="connsiteY747"/>
                        </a:cxn>
                        <a:cxn ang="0">
                          <a:pos x="connsiteX748" y="connsiteY748"/>
                        </a:cxn>
                        <a:cxn ang="0">
                          <a:pos x="connsiteX749" y="connsiteY749"/>
                        </a:cxn>
                        <a:cxn ang="0">
                          <a:pos x="connsiteX750" y="connsiteY750"/>
                        </a:cxn>
                        <a:cxn ang="0">
                          <a:pos x="connsiteX751" y="connsiteY751"/>
                        </a:cxn>
                        <a:cxn ang="0">
                          <a:pos x="connsiteX752" y="connsiteY752"/>
                        </a:cxn>
                        <a:cxn ang="0">
                          <a:pos x="connsiteX753" y="connsiteY753"/>
                        </a:cxn>
                        <a:cxn ang="0">
                          <a:pos x="connsiteX754" y="connsiteY754"/>
                        </a:cxn>
                        <a:cxn ang="0">
                          <a:pos x="connsiteX755" y="connsiteY755"/>
                        </a:cxn>
                        <a:cxn ang="0">
                          <a:pos x="connsiteX756" y="connsiteY756"/>
                        </a:cxn>
                        <a:cxn ang="0">
                          <a:pos x="connsiteX757" y="connsiteY757"/>
                        </a:cxn>
                        <a:cxn ang="0">
                          <a:pos x="connsiteX758" y="connsiteY758"/>
                        </a:cxn>
                        <a:cxn ang="0">
                          <a:pos x="connsiteX759" y="connsiteY759"/>
                        </a:cxn>
                        <a:cxn ang="0">
                          <a:pos x="connsiteX760" y="connsiteY760"/>
                        </a:cxn>
                        <a:cxn ang="0">
                          <a:pos x="connsiteX761" y="connsiteY761"/>
                        </a:cxn>
                        <a:cxn ang="0">
                          <a:pos x="connsiteX762" y="connsiteY762"/>
                        </a:cxn>
                        <a:cxn ang="0">
                          <a:pos x="connsiteX763" y="connsiteY763"/>
                        </a:cxn>
                        <a:cxn ang="0">
                          <a:pos x="connsiteX764" y="connsiteY764"/>
                        </a:cxn>
                        <a:cxn ang="0">
                          <a:pos x="connsiteX765" y="connsiteY765"/>
                        </a:cxn>
                        <a:cxn ang="0">
                          <a:pos x="connsiteX766" y="connsiteY766"/>
                        </a:cxn>
                        <a:cxn ang="0">
                          <a:pos x="connsiteX767" y="connsiteY767"/>
                        </a:cxn>
                        <a:cxn ang="0">
                          <a:pos x="connsiteX768" y="connsiteY768"/>
                        </a:cxn>
                        <a:cxn ang="0">
                          <a:pos x="connsiteX769" y="connsiteY769"/>
                        </a:cxn>
                        <a:cxn ang="0">
                          <a:pos x="connsiteX770" y="connsiteY770"/>
                        </a:cxn>
                        <a:cxn ang="0">
                          <a:pos x="connsiteX771" y="connsiteY771"/>
                        </a:cxn>
                        <a:cxn ang="0">
                          <a:pos x="connsiteX772" y="connsiteY772"/>
                        </a:cxn>
                        <a:cxn ang="0">
                          <a:pos x="connsiteX773" y="connsiteY773"/>
                        </a:cxn>
                        <a:cxn ang="0">
                          <a:pos x="connsiteX774" y="connsiteY774"/>
                        </a:cxn>
                        <a:cxn ang="0">
                          <a:pos x="connsiteX775" y="connsiteY775"/>
                        </a:cxn>
                        <a:cxn ang="0">
                          <a:pos x="connsiteX776" y="connsiteY776"/>
                        </a:cxn>
                        <a:cxn ang="0">
                          <a:pos x="connsiteX777" y="connsiteY777"/>
                        </a:cxn>
                        <a:cxn ang="0">
                          <a:pos x="connsiteX778" y="connsiteY778"/>
                        </a:cxn>
                        <a:cxn ang="0">
                          <a:pos x="connsiteX779" y="connsiteY779"/>
                        </a:cxn>
                        <a:cxn ang="0">
                          <a:pos x="connsiteX780" y="connsiteY780"/>
                        </a:cxn>
                        <a:cxn ang="0">
                          <a:pos x="connsiteX781" y="connsiteY781"/>
                        </a:cxn>
                        <a:cxn ang="0">
                          <a:pos x="connsiteX782" y="connsiteY782"/>
                        </a:cxn>
                        <a:cxn ang="0">
                          <a:pos x="connsiteX783" y="connsiteY783"/>
                        </a:cxn>
                        <a:cxn ang="0">
                          <a:pos x="connsiteX784" y="connsiteY784"/>
                        </a:cxn>
                        <a:cxn ang="0">
                          <a:pos x="connsiteX785" y="connsiteY785"/>
                        </a:cxn>
                        <a:cxn ang="0">
                          <a:pos x="connsiteX786" y="connsiteY786"/>
                        </a:cxn>
                        <a:cxn ang="0">
                          <a:pos x="connsiteX787" y="connsiteY787"/>
                        </a:cxn>
                        <a:cxn ang="0">
                          <a:pos x="connsiteX788" y="connsiteY788"/>
                        </a:cxn>
                        <a:cxn ang="0">
                          <a:pos x="connsiteX789" y="connsiteY789"/>
                        </a:cxn>
                        <a:cxn ang="0">
                          <a:pos x="connsiteX790" y="connsiteY790"/>
                        </a:cxn>
                        <a:cxn ang="0">
                          <a:pos x="connsiteX791" y="connsiteY791"/>
                        </a:cxn>
                        <a:cxn ang="0">
                          <a:pos x="connsiteX792" y="connsiteY792"/>
                        </a:cxn>
                        <a:cxn ang="0">
                          <a:pos x="connsiteX793" y="connsiteY793"/>
                        </a:cxn>
                        <a:cxn ang="0">
                          <a:pos x="connsiteX794" y="connsiteY794"/>
                        </a:cxn>
                        <a:cxn ang="0">
                          <a:pos x="connsiteX795" y="connsiteY795"/>
                        </a:cxn>
                        <a:cxn ang="0">
                          <a:pos x="connsiteX796" y="connsiteY796"/>
                        </a:cxn>
                        <a:cxn ang="0">
                          <a:pos x="connsiteX797" y="connsiteY797"/>
                        </a:cxn>
                        <a:cxn ang="0">
                          <a:pos x="connsiteX798" y="connsiteY798"/>
                        </a:cxn>
                        <a:cxn ang="0">
                          <a:pos x="connsiteX799" y="connsiteY799"/>
                        </a:cxn>
                        <a:cxn ang="0">
                          <a:pos x="connsiteX800" y="connsiteY800"/>
                        </a:cxn>
                        <a:cxn ang="0">
                          <a:pos x="connsiteX801" y="connsiteY801"/>
                        </a:cxn>
                        <a:cxn ang="0">
                          <a:pos x="connsiteX802" y="connsiteY802"/>
                        </a:cxn>
                        <a:cxn ang="0">
                          <a:pos x="connsiteX803" y="connsiteY803"/>
                        </a:cxn>
                        <a:cxn ang="0">
                          <a:pos x="connsiteX804" y="connsiteY804"/>
                        </a:cxn>
                        <a:cxn ang="0">
                          <a:pos x="connsiteX805" y="connsiteY805"/>
                        </a:cxn>
                        <a:cxn ang="0">
                          <a:pos x="connsiteX806" y="connsiteY806"/>
                        </a:cxn>
                        <a:cxn ang="0">
                          <a:pos x="connsiteX807" y="connsiteY807"/>
                        </a:cxn>
                        <a:cxn ang="0">
                          <a:pos x="connsiteX808" y="connsiteY808"/>
                        </a:cxn>
                        <a:cxn ang="0">
                          <a:pos x="connsiteX809" y="connsiteY809"/>
                        </a:cxn>
                        <a:cxn ang="0">
                          <a:pos x="connsiteX810" y="connsiteY810"/>
                        </a:cxn>
                        <a:cxn ang="0">
                          <a:pos x="connsiteX811" y="connsiteY811"/>
                        </a:cxn>
                        <a:cxn ang="0">
                          <a:pos x="connsiteX812" y="connsiteY812"/>
                        </a:cxn>
                        <a:cxn ang="0">
                          <a:pos x="connsiteX813" y="connsiteY813"/>
                        </a:cxn>
                        <a:cxn ang="0">
                          <a:pos x="connsiteX814" y="connsiteY814"/>
                        </a:cxn>
                        <a:cxn ang="0">
                          <a:pos x="connsiteX815" y="connsiteY815"/>
                        </a:cxn>
                        <a:cxn ang="0">
                          <a:pos x="connsiteX816" y="connsiteY816"/>
                        </a:cxn>
                        <a:cxn ang="0">
                          <a:pos x="connsiteX817" y="connsiteY817"/>
                        </a:cxn>
                        <a:cxn ang="0">
                          <a:pos x="connsiteX818" y="connsiteY818"/>
                        </a:cxn>
                        <a:cxn ang="0">
                          <a:pos x="connsiteX819" y="connsiteY819"/>
                        </a:cxn>
                        <a:cxn ang="0">
                          <a:pos x="connsiteX820" y="connsiteY820"/>
                        </a:cxn>
                        <a:cxn ang="0">
                          <a:pos x="connsiteX821" y="connsiteY821"/>
                        </a:cxn>
                        <a:cxn ang="0">
                          <a:pos x="connsiteX822" y="connsiteY822"/>
                        </a:cxn>
                        <a:cxn ang="0">
                          <a:pos x="connsiteX823" y="connsiteY823"/>
                        </a:cxn>
                        <a:cxn ang="0">
                          <a:pos x="connsiteX824" y="connsiteY824"/>
                        </a:cxn>
                        <a:cxn ang="0">
                          <a:pos x="connsiteX825" y="connsiteY825"/>
                        </a:cxn>
                        <a:cxn ang="0">
                          <a:pos x="connsiteX826" y="connsiteY826"/>
                        </a:cxn>
                        <a:cxn ang="0">
                          <a:pos x="connsiteX827" y="connsiteY827"/>
                        </a:cxn>
                        <a:cxn ang="0">
                          <a:pos x="connsiteX828" y="connsiteY828"/>
                        </a:cxn>
                        <a:cxn ang="0">
                          <a:pos x="connsiteX829" y="connsiteY829"/>
                        </a:cxn>
                        <a:cxn ang="0">
                          <a:pos x="connsiteX830" y="connsiteY830"/>
                        </a:cxn>
                        <a:cxn ang="0">
                          <a:pos x="connsiteX831" y="connsiteY831"/>
                        </a:cxn>
                        <a:cxn ang="0">
                          <a:pos x="connsiteX832" y="connsiteY832"/>
                        </a:cxn>
                        <a:cxn ang="0">
                          <a:pos x="connsiteX833" y="connsiteY833"/>
                        </a:cxn>
                        <a:cxn ang="0">
                          <a:pos x="connsiteX834" y="connsiteY834"/>
                        </a:cxn>
                        <a:cxn ang="0">
                          <a:pos x="connsiteX835" y="connsiteY835"/>
                        </a:cxn>
                        <a:cxn ang="0">
                          <a:pos x="connsiteX836" y="connsiteY836"/>
                        </a:cxn>
                        <a:cxn ang="0">
                          <a:pos x="connsiteX837" y="connsiteY837"/>
                        </a:cxn>
                        <a:cxn ang="0">
                          <a:pos x="connsiteX838" y="connsiteY838"/>
                        </a:cxn>
                        <a:cxn ang="0">
                          <a:pos x="connsiteX839" y="connsiteY839"/>
                        </a:cxn>
                        <a:cxn ang="0">
                          <a:pos x="connsiteX840" y="connsiteY840"/>
                        </a:cxn>
                        <a:cxn ang="0">
                          <a:pos x="connsiteX841" y="connsiteY841"/>
                        </a:cxn>
                        <a:cxn ang="0">
                          <a:pos x="connsiteX842" y="connsiteY842"/>
                        </a:cxn>
                        <a:cxn ang="0">
                          <a:pos x="connsiteX843" y="connsiteY843"/>
                        </a:cxn>
                        <a:cxn ang="0">
                          <a:pos x="connsiteX844" y="connsiteY844"/>
                        </a:cxn>
                        <a:cxn ang="0">
                          <a:pos x="connsiteX845" y="connsiteY845"/>
                        </a:cxn>
                        <a:cxn ang="0">
                          <a:pos x="connsiteX846" y="connsiteY846"/>
                        </a:cxn>
                        <a:cxn ang="0">
                          <a:pos x="connsiteX847" y="connsiteY847"/>
                        </a:cxn>
                        <a:cxn ang="0">
                          <a:pos x="connsiteX848" y="connsiteY848"/>
                        </a:cxn>
                        <a:cxn ang="0">
                          <a:pos x="connsiteX849" y="connsiteY849"/>
                        </a:cxn>
                        <a:cxn ang="0">
                          <a:pos x="connsiteX850" y="connsiteY850"/>
                        </a:cxn>
                        <a:cxn ang="0">
                          <a:pos x="connsiteX851" y="connsiteY851"/>
                        </a:cxn>
                        <a:cxn ang="0">
                          <a:pos x="connsiteX852" y="connsiteY852"/>
                        </a:cxn>
                        <a:cxn ang="0">
                          <a:pos x="connsiteX853" y="connsiteY853"/>
                        </a:cxn>
                        <a:cxn ang="0">
                          <a:pos x="connsiteX854" y="connsiteY854"/>
                        </a:cxn>
                        <a:cxn ang="0">
                          <a:pos x="connsiteX855" y="connsiteY855"/>
                        </a:cxn>
                        <a:cxn ang="0">
                          <a:pos x="connsiteX856" y="connsiteY856"/>
                        </a:cxn>
                        <a:cxn ang="0">
                          <a:pos x="connsiteX857" y="connsiteY857"/>
                        </a:cxn>
                        <a:cxn ang="0">
                          <a:pos x="connsiteX858" y="connsiteY858"/>
                        </a:cxn>
                        <a:cxn ang="0">
                          <a:pos x="connsiteX859" y="connsiteY859"/>
                        </a:cxn>
                        <a:cxn ang="0">
                          <a:pos x="connsiteX860" y="connsiteY860"/>
                        </a:cxn>
                        <a:cxn ang="0">
                          <a:pos x="connsiteX861" y="connsiteY861"/>
                        </a:cxn>
                        <a:cxn ang="0">
                          <a:pos x="connsiteX862" y="connsiteY862"/>
                        </a:cxn>
                        <a:cxn ang="0">
                          <a:pos x="connsiteX863" y="connsiteY863"/>
                        </a:cxn>
                        <a:cxn ang="0">
                          <a:pos x="connsiteX864" y="connsiteY864"/>
                        </a:cxn>
                        <a:cxn ang="0">
                          <a:pos x="connsiteX865" y="connsiteY865"/>
                        </a:cxn>
                        <a:cxn ang="0">
                          <a:pos x="connsiteX866" y="connsiteY866"/>
                        </a:cxn>
                        <a:cxn ang="0">
                          <a:pos x="connsiteX867" y="connsiteY867"/>
                        </a:cxn>
                        <a:cxn ang="0">
                          <a:pos x="connsiteX868" y="connsiteY868"/>
                        </a:cxn>
                        <a:cxn ang="0">
                          <a:pos x="connsiteX869" y="connsiteY869"/>
                        </a:cxn>
                        <a:cxn ang="0">
                          <a:pos x="connsiteX870" y="connsiteY870"/>
                        </a:cxn>
                        <a:cxn ang="0">
                          <a:pos x="connsiteX871" y="connsiteY871"/>
                        </a:cxn>
                        <a:cxn ang="0">
                          <a:pos x="connsiteX872" y="connsiteY872"/>
                        </a:cxn>
                        <a:cxn ang="0">
                          <a:pos x="connsiteX873" y="connsiteY873"/>
                        </a:cxn>
                        <a:cxn ang="0">
                          <a:pos x="connsiteX874" y="connsiteY874"/>
                        </a:cxn>
                        <a:cxn ang="0">
                          <a:pos x="connsiteX875" y="connsiteY875"/>
                        </a:cxn>
                        <a:cxn ang="0">
                          <a:pos x="connsiteX876" y="connsiteY876"/>
                        </a:cxn>
                        <a:cxn ang="0">
                          <a:pos x="connsiteX877" y="connsiteY877"/>
                        </a:cxn>
                        <a:cxn ang="0">
                          <a:pos x="connsiteX878" y="connsiteY878"/>
                        </a:cxn>
                        <a:cxn ang="0">
                          <a:pos x="connsiteX879" y="connsiteY879"/>
                        </a:cxn>
                        <a:cxn ang="0">
                          <a:pos x="connsiteX880" y="connsiteY880"/>
                        </a:cxn>
                        <a:cxn ang="0">
                          <a:pos x="connsiteX881" y="connsiteY881"/>
                        </a:cxn>
                        <a:cxn ang="0">
                          <a:pos x="connsiteX882" y="connsiteY882"/>
                        </a:cxn>
                        <a:cxn ang="0">
                          <a:pos x="connsiteX883" y="connsiteY883"/>
                        </a:cxn>
                        <a:cxn ang="0">
                          <a:pos x="connsiteX884" y="connsiteY884"/>
                        </a:cxn>
                        <a:cxn ang="0">
                          <a:pos x="connsiteX885" y="connsiteY885"/>
                        </a:cxn>
                        <a:cxn ang="0">
                          <a:pos x="connsiteX886" y="connsiteY886"/>
                        </a:cxn>
                        <a:cxn ang="0">
                          <a:pos x="connsiteX887" y="connsiteY887"/>
                        </a:cxn>
                        <a:cxn ang="0">
                          <a:pos x="connsiteX888" y="connsiteY888"/>
                        </a:cxn>
                        <a:cxn ang="0">
                          <a:pos x="connsiteX889" y="connsiteY889"/>
                        </a:cxn>
                        <a:cxn ang="0">
                          <a:pos x="connsiteX890" y="connsiteY890"/>
                        </a:cxn>
                        <a:cxn ang="0">
                          <a:pos x="connsiteX891" y="connsiteY891"/>
                        </a:cxn>
                        <a:cxn ang="0">
                          <a:pos x="connsiteX892" y="connsiteY892"/>
                        </a:cxn>
                        <a:cxn ang="0">
                          <a:pos x="connsiteX893" y="connsiteY893"/>
                        </a:cxn>
                        <a:cxn ang="0">
                          <a:pos x="connsiteX894" y="connsiteY894"/>
                        </a:cxn>
                        <a:cxn ang="0">
                          <a:pos x="connsiteX895" y="connsiteY895"/>
                        </a:cxn>
                        <a:cxn ang="0">
                          <a:pos x="connsiteX896" y="connsiteY896"/>
                        </a:cxn>
                        <a:cxn ang="0">
                          <a:pos x="connsiteX897" y="connsiteY897"/>
                        </a:cxn>
                        <a:cxn ang="0">
                          <a:pos x="connsiteX898" y="connsiteY898"/>
                        </a:cxn>
                        <a:cxn ang="0">
                          <a:pos x="connsiteX899" y="connsiteY899"/>
                        </a:cxn>
                        <a:cxn ang="0">
                          <a:pos x="connsiteX900" y="connsiteY900"/>
                        </a:cxn>
                        <a:cxn ang="0">
                          <a:pos x="connsiteX901" y="connsiteY901"/>
                        </a:cxn>
                        <a:cxn ang="0">
                          <a:pos x="connsiteX902" y="connsiteY902"/>
                        </a:cxn>
                        <a:cxn ang="0">
                          <a:pos x="connsiteX903" y="connsiteY903"/>
                        </a:cxn>
                        <a:cxn ang="0">
                          <a:pos x="connsiteX904" y="connsiteY904"/>
                        </a:cxn>
                        <a:cxn ang="0">
                          <a:pos x="connsiteX905" y="connsiteY905"/>
                        </a:cxn>
                        <a:cxn ang="0">
                          <a:pos x="connsiteX906" y="connsiteY906"/>
                        </a:cxn>
                        <a:cxn ang="0">
                          <a:pos x="connsiteX907" y="connsiteY907"/>
                        </a:cxn>
                        <a:cxn ang="0">
                          <a:pos x="connsiteX908" y="connsiteY908"/>
                        </a:cxn>
                        <a:cxn ang="0">
                          <a:pos x="connsiteX909" y="connsiteY909"/>
                        </a:cxn>
                        <a:cxn ang="0">
                          <a:pos x="connsiteX910" y="connsiteY910"/>
                        </a:cxn>
                        <a:cxn ang="0">
                          <a:pos x="connsiteX911" y="connsiteY911"/>
                        </a:cxn>
                        <a:cxn ang="0">
                          <a:pos x="connsiteX912" y="connsiteY912"/>
                        </a:cxn>
                        <a:cxn ang="0">
                          <a:pos x="connsiteX913" y="connsiteY913"/>
                        </a:cxn>
                        <a:cxn ang="0">
                          <a:pos x="connsiteX914" y="connsiteY914"/>
                        </a:cxn>
                        <a:cxn ang="0">
                          <a:pos x="connsiteX915" y="connsiteY915"/>
                        </a:cxn>
                        <a:cxn ang="0">
                          <a:pos x="connsiteX916" y="connsiteY916"/>
                        </a:cxn>
                        <a:cxn ang="0">
                          <a:pos x="connsiteX917" y="connsiteY917"/>
                        </a:cxn>
                        <a:cxn ang="0">
                          <a:pos x="connsiteX918" y="connsiteY918"/>
                        </a:cxn>
                        <a:cxn ang="0">
                          <a:pos x="connsiteX919" y="connsiteY919"/>
                        </a:cxn>
                        <a:cxn ang="0">
                          <a:pos x="connsiteX920" y="connsiteY920"/>
                        </a:cxn>
                        <a:cxn ang="0">
                          <a:pos x="connsiteX921" y="connsiteY921"/>
                        </a:cxn>
                        <a:cxn ang="0">
                          <a:pos x="connsiteX922" y="connsiteY922"/>
                        </a:cxn>
                        <a:cxn ang="0">
                          <a:pos x="connsiteX923" y="connsiteY923"/>
                        </a:cxn>
                        <a:cxn ang="0">
                          <a:pos x="connsiteX924" y="connsiteY924"/>
                        </a:cxn>
                        <a:cxn ang="0">
                          <a:pos x="connsiteX925" y="connsiteY925"/>
                        </a:cxn>
                        <a:cxn ang="0">
                          <a:pos x="connsiteX926" y="connsiteY926"/>
                        </a:cxn>
                        <a:cxn ang="0">
                          <a:pos x="connsiteX927" y="connsiteY927"/>
                        </a:cxn>
                        <a:cxn ang="0">
                          <a:pos x="connsiteX928" y="connsiteY928"/>
                        </a:cxn>
                        <a:cxn ang="0">
                          <a:pos x="connsiteX929" y="connsiteY929"/>
                        </a:cxn>
                        <a:cxn ang="0">
                          <a:pos x="connsiteX930" y="connsiteY930"/>
                        </a:cxn>
                        <a:cxn ang="0">
                          <a:pos x="connsiteX931" y="connsiteY931"/>
                        </a:cxn>
                        <a:cxn ang="0">
                          <a:pos x="connsiteX932" y="connsiteY932"/>
                        </a:cxn>
                        <a:cxn ang="0">
                          <a:pos x="connsiteX933" y="connsiteY933"/>
                        </a:cxn>
                        <a:cxn ang="0">
                          <a:pos x="connsiteX934" y="connsiteY934"/>
                        </a:cxn>
                        <a:cxn ang="0">
                          <a:pos x="connsiteX935" y="connsiteY935"/>
                        </a:cxn>
                        <a:cxn ang="0">
                          <a:pos x="connsiteX936" y="connsiteY936"/>
                        </a:cxn>
                        <a:cxn ang="0">
                          <a:pos x="connsiteX937" y="connsiteY937"/>
                        </a:cxn>
                        <a:cxn ang="0">
                          <a:pos x="connsiteX938" y="connsiteY938"/>
                        </a:cxn>
                        <a:cxn ang="0">
                          <a:pos x="connsiteX939" y="connsiteY939"/>
                        </a:cxn>
                        <a:cxn ang="0">
                          <a:pos x="connsiteX940" y="connsiteY940"/>
                        </a:cxn>
                        <a:cxn ang="0">
                          <a:pos x="connsiteX941" y="connsiteY941"/>
                        </a:cxn>
                        <a:cxn ang="0">
                          <a:pos x="connsiteX942" y="connsiteY942"/>
                        </a:cxn>
                        <a:cxn ang="0">
                          <a:pos x="connsiteX943" y="connsiteY943"/>
                        </a:cxn>
                        <a:cxn ang="0">
                          <a:pos x="connsiteX944" y="connsiteY944"/>
                        </a:cxn>
                        <a:cxn ang="0">
                          <a:pos x="connsiteX945" y="connsiteY945"/>
                        </a:cxn>
                        <a:cxn ang="0">
                          <a:pos x="connsiteX946" y="connsiteY946"/>
                        </a:cxn>
                        <a:cxn ang="0">
                          <a:pos x="connsiteX947" y="connsiteY947"/>
                        </a:cxn>
                        <a:cxn ang="0">
                          <a:pos x="connsiteX948" y="connsiteY948"/>
                        </a:cxn>
                        <a:cxn ang="0">
                          <a:pos x="connsiteX949" y="connsiteY949"/>
                        </a:cxn>
                        <a:cxn ang="0">
                          <a:pos x="connsiteX950" y="connsiteY950"/>
                        </a:cxn>
                        <a:cxn ang="0">
                          <a:pos x="connsiteX951" y="connsiteY951"/>
                        </a:cxn>
                        <a:cxn ang="0">
                          <a:pos x="connsiteX952" y="connsiteY952"/>
                        </a:cxn>
                        <a:cxn ang="0">
                          <a:pos x="connsiteX953" y="connsiteY953"/>
                        </a:cxn>
                        <a:cxn ang="0">
                          <a:pos x="connsiteX954" y="connsiteY954"/>
                        </a:cxn>
                        <a:cxn ang="0">
                          <a:pos x="connsiteX955" y="connsiteY955"/>
                        </a:cxn>
                        <a:cxn ang="0">
                          <a:pos x="connsiteX956" y="connsiteY956"/>
                        </a:cxn>
                        <a:cxn ang="0">
                          <a:pos x="connsiteX957" y="connsiteY957"/>
                        </a:cxn>
                        <a:cxn ang="0">
                          <a:pos x="connsiteX958" y="connsiteY958"/>
                        </a:cxn>
                        <a:cxn ang="0">
                          <a:pos x="connsiteX959" y="connsiteY959"/>
                        </a:cxn>
                        <a:cxn ang="0">
                          <a:pos x="connsiteX960" y="connsiteY960"/>
                        </a:cxn>
                        <a:cxn ang="0">
                          <a:pos x="connsiteX961" y="connsiteY961"/>
                        </a:cxn>
                        <a:cxn ang="0">
                          <a:pos x="connsiteX962" y="connsiteY962"/>
                        </a:cxn>
                        <a:cxn ang="0">
                          <a:pos x="connsiteX963" y="connsiteY963"/>
                        </a:cxn>
                        <a:cxn ang="0">
                          <a:pos x="connsiteX964" y="connsiteY964"/>
                        </a:cxn>
                        <a:cxn ang="0">
                          <a:pos x="connsiteX965" y="connsiteY965"/>
                        </a:cxn>
                        <a:cxn ang="0">
                          <a:pos x="connsiteX966" y="connsiteY966"/>
                        </a:cxn>
                        <a:cxn ang="0">
                          <a:pos x="connsiteX967" y="connsiteY967"/>
                        </a:cxn>
                        <a:cxn ang="0">
                          <a:pos x="connsiteX968" y="connsiteY968"/>
                        </a:cxn>
                        <a:cxn ang="0">
                          <a:pos x="connsiteX969" y="connsiteY969"/>
                        </a:cxn>
                        <a:cxn ang="0">
                          <a:pos x="connsiteX970" y="connsiteY970"/>
                        </a:cxn>
                        <a:cxn ang="0">
                          <a:pos x="connsiteX971" y="connsiteY971"/>
                        </a:cxn>
                        <a:cxn ang="0">
                          <a:pos x="connsiteX972" y="connsiteY972"/>
                        </a:cxn>
                        <a:cxn ang="0">
                          <a:pos x="connsiteX973" y="connsiteY973"/>
                        </a:cxn>
                        <a:cxn ang="0">
                          <a:pos x="connsiteX974" y="connsiteY974"/>
                        </a:cxn>
                        <a:cxn ang="0">
                          <a:pos x="connsiteX975" y="connsiteY975"/>
                        </a:cxn>
                        <a:cxn ang="0">
                          <a:pos x="connsiteX976" y="connsiteY976"/>
                        </a:cxn>
                        <a:cxn ang="0">
                          <a:pos x="connsiteX977" y="connsiteY977"/>
                        </a:cxn>
                        <a:cxn ang="0">
                          <a:pos x="connsiteX978" y="connsiteY978"/>
                        </a:cxn>
                        <a:cxn ang="0">
                          <a:pos x="connsiteX979" y="connsiteY979"/>
                        </a:cxn>
                        <a:cxn ang="0">
                          <a:pos x="connsiteX980" y="connsiteY980"/>
                        </a:cxn>
                        <a:cxn ang="0">
                          <a:pos x="connsiteX981" y="connsiteY981"/>
                        </a:cxn>
                        <a:cxn ang="0">
                          <a:pos x="connsiteX982" y="connsiteY982"/>
                        </a:cxn>
                        <a:cxn ang="0">
                          <a:pos x="connsiteX983" y="connsiteY983"/>
                        </a:cxn>
                        <a:cxn ang="0">
                          <a:pos x="connsiteX984" y="connsiteY984"/>
                        </a:cxn>
                        <a:cxn ang="0">
                          <a:pos x="connsiteX985" y="connsiteY985"/>
                        </a:cxn>
                        <a:cxn ang="0">
                          <a:pos x="connsiteX986" y="connsiteY986"/>
                        </a:cxn>
                        <a:cxn ang="0">
                          <a:pos x="connsiteX987" y="connsiteY987"/>
                        </a:cxn>
                        <a:cxn ang="0">
                          <a:pos x="connsiteX988" y="connsiteY988"/>
                        </a:cxn>
                        <a:cxn ang="0">
                          <a:pos x="connsiteX989" y="connsiteY989"/>
                        </a:cxn>
                        <a:cxn ang="0">
                          <a:pos x="connsiteX990" y="connsiteY990"/>
                        </a:cxn>
                        <a:cxn ang="0">
                          <a:pos x="connsiteX991" y="connsiteY991"/>
                        </a:cxn>
                        <a:cxn ang="0">
                          <a:pos x="connsiteX992" y="connsiteY992"/>
                        </a:cxn>
                        <a:cxn ang="0">
                          <a:pos x="connsiteX993" y="connsiteY993"/>
                        </a:cxn>
                        <a:cxn ang="0">
                          <a:pos x="connsiteX994" y="connsiteY994"/>
                        </a:cxn>
                        <a:cxn ang="0">
                          <a:pos x="connsiteX995" y="connsiteY995"/>
                        </a:cxn>
                        <a:cxn ang="0">
                          <a:pos x="connsiteX996" y="connsiteY996"/>
                        </a:cxn>
                        <a:cxn ang="0">
                          <a:pos x="connsiteX997" y="connsiteY997"/>
                        </a:cxn>
                        <a:cxn ang="0">
                          <a:pos x="connsiteX998" y="connsiteY998"/>
                        </a:cxn>
                        <a:cxn ang="0">
                          <a:pos x="connsiteX999" y="connsiteY999"/>
                        </a:cxn>
                        <a:cxn ang="0">
                          <a:pos x="connsiteX1000" y="connsiteY1000"/>
                        </a:cxn>
                        <a:cxn ang="0">
                          <a:pos x="connsiteX1001" y="connsiteY1001"/>
                        </a:cxn>
                        <a:cxn ang="0">
                          <a:pos x="connsiteX1002" y="connsiteY1002"/>
                        </a:cxn>
                        <a:cxn ang="0">
                          <a:pos x="connsiteX1003" y="connsiteY1003"/>
                        </a:cxn>
                        <a:cxn ang="0">
                          <a:pos x="connsiteX1004" y="connsiteY1004"/>
                        </a:cxn>
                        <a:cxn ang="0">
                          <a:pos x="connsiteX1005" y="connsiteY1005"/>
                        </a:cxn>
                        <a:cxn ang="0">
                          <a:pos x="connsiteX1006" y="connsiteY1006"/>
                        </a:cxn>
                        <a:cxn ang="0">
                          <a:pos x="connsiteX1007" y="connsiteY1007"/>
                        </a:cxn>
                        <a:cxn ang="0">
                          <a:pos x="connsiteX1008" y="connsiteY1008"/>
                        </a:cxn>
                        <a:cxn ang="0">
                          <a:pos x="connsiteX1009" y="connsiteY1009"/>
                        </a:cxn>
                        <a:cxn ang="0">
                          <a:pos x="connsiteX1010" y="connsiteY1010"/>
                        </a:cxn>
                        <a:cxn ang="0">
                          <a:pos x="connsiteX1011" y="connsiteY1011"/>
                        </a:cxn>
                        <a:cxn ang="0">
                          <a:pos x="connsiteX1012" y="connsiteY1012"/>
                        </a:cxn>
                        <a:cxn ang="0">
                          <a:pos x="connsiteX1013" y="connsiteY1013"/>
                        </a:cxn>
                        <a:cxn ang="0">
                          <a:pos x="connsiteX1014" y="connsiteY1014"/>
                        </a:cxn>
                        <a:cxn ang="0">
                          <a:pos x="connsiteX1015" y="connsiteY1015"/>
                        </a:cxn>
                        <a:cxn ang="0">
                          <a:pos x="connsiteX1016" y="connsiteY1016"/>
                        </a:cxn>
                        <a:cxn ang="0">
                          <a:pos x="connsiteX1017" y="connsiteY1017"/>
                        </a:cxn>
                        <a:cxn ang="0">
                          <a:pos x="connsiteX1018" y="connsiteY1018"/>
                        </a:cxn>
                        <a:cxn ang="0">
                          <a:pos x="connsiteX1019" y="connsiteY1019"/>
                        </a:cxn>
                        <a:cxn ang="0">
                          <a:pos x="connsiteX1020" y="connsiteY1020"/>
                        </a:cxn>
                        <a:cxn ang="0">
                          <a:pos x="connsiteX1021" y="connsiteY1021"/>
                        </a:cxn>
                        <a:cxn ang="0">
                          <a:pos x="connsiteX1022" y="connsiteY1022"/>
                        </a:cxn>
                        <a:cxn ang="0">
                          <a:pos x="connsiteX1023" y="connsiteY1023"/>
                        </a:cxn>
                        <a:cxn ang="0">
                          <a:pos x="connsiteX1024" y="connsiteY1024"/>
                        </a:cxn>
                        <a:cxn ang="0">
                          <a:pos x="connsiteX1025" y="connsiteY1025"/>
                        </a:cxn>
                        <a:cxn ang="0">
                          <a:pos x="connsiteX1026" y="connsiteY1026"/>
                        </a:cxn>
                        <a:cxn ang="0">
                          <a:pos x="connsiteX1027" y="connsiteY1027"/>
                        </a:cxn>
                        <a:cxn ang="0">
                          <a:pos x="connsiteX1028" y="connsiteY1028"/>
                        </a:cxn>
                        <a:cxn ang="0">
                          <a:pos x="connsiteX1029" y="connsiteY1029"/>
                        </a:cxn>
                        <a:cxn ang="0">
                          <a:pos x="connsiteX1030" y="connsiteY1030"/>
                        </a:cxn>
                        <a:cxn ang="0">
                          <a:pos x="connsiteX1031" y="connsiteY1031"/>
                        </a:cxn>
                        <a:cxn ang="0">
                          <a:pos x="connsiteX1032" y="connsiteY1032"/>
                        </a:cxn>
                        <a:cxn ang="0">
                          <a:pos x="connsiteX1033" y="connsiteY1033"/>
                        </a:cxn>
                        <a:cxn ang="0">
                          <a:pos x="connsiteX1034" y="connsiteY1034"/>
                        </a:cxn>
                        <a:cxn ang="0">
                          <a:pos x="connsiteX1035" y="connsiteY1035"/>
                        </a:cxn>
                        <a:cxn ang="0">
                          <a:pos x="connsiteX1036" y="connsiteY1036"/>
                        </a:cxn>
                        <a:cxn ang="0">
                          <a:pos x="connsiteX1037" y="connsiteY1037"/>
                        </a:cxn>
                        <a:cxn ang="0">
                          <a:pos x="connsiteX1038" y="connsiteY1038"/>
                        </a:cxn>
                        <a:cxn ang="0">
                          <a:pos x="connsiteX1039" y="connsiteY1039"/>
                        </a:cxn>
                        <a:cxn ang="0">
                          <a:pos x="connsiteX1040" y="connsiteY1040"/>
                        </a:cxn>
                        <a:cxn ang="0">
                          <a:pos x="connsiteX1041" y="connsiteY1041"/>
                        </a:cxn>
                        <a:cxn ang="0">
                          <a:pos x="connsiteX1042" y="connsiteY1042"/>
                        </a:cxn>
                        <a:cxn ang="0">
                          <a:pos x="connsiteX1043" y="connsiteY1043"/>
                        </a:cxn>
                        <a:cxn ang="0">
                          <a:pos x="connsiteX1044" y="connsiteY1044"/>
                        </a:cxn>
                        <a:cxn ang="0">
                          <a:pos x="connsiteX1045" y="connsiteY1045"/>
                        </a:cxn>
                        <a:cxn ang="0">
                          <a:pos x="connsiteX1046" y="connsiteY1046"/>
                        </a:cxn>
                        <a:cxn ang="0">
                          <a:pos x="connsiteX1047" y="connsiteY1047"/>
                        </a:cxn>
                        <a:cxn ang="0">
                          <a:pos x="connsiteX1048" y="connsiteY1048"/>
                        </a:cxn>
                        <a:cxn ang="0">
                          <a:pos x="connsiteX1049" y="connsiteY1049"/>
                        </a:cxn>
                        <a:cxn ang="0">
                          <a:pos x="connsiteX1050" y="connsiteY1050"/>
                        </a:cxn>
                        <a:cxn ang="0">
                          <a:pos x="connsiteX1051" y="connsiteY1051"/>
                        </a:cxn>
                        <a:cxn ang="0">
                          <a:pos x="connsiteX1052" y="connsiteY1052"/>
                        </a:cxn>
                        <a:cxn ang="0">
                          <a:pos x="connsiteX1053" y="connsiteY1053"/>
                        </a:cxn>
                        <a:cxn ang="0">
                          <a:pos x="connsiteX1054" y="connsiteY1054"/>
                        </a:cxn>
                        <a:cxn ang="0">
                          <a:pos x="connsiteX1055" y="connsiteY1055"/>
                        </a:cxn>
                        <a:cxn ang="0">
                          <a:pos x="connsiteX1056" y="connsiteY1056"/>
                        </a:cxn>
                        <a:cxn ang="0">
                          <a:pos x="connsiteX1057" y="connsiteY1057"/>
                        </a:cxn>
                        <a:cxn ang="0">
                          <a:pos x="connsiteX1058" y="connsiteY1058"/>
                        </a:cxn>
                        <a:cxn ang="0">
                          <a:pos x="connsiteX1059" y="connsiteY1059"/>
                        </a:cxn>
                        <a:cxn ang="0">
                          <a:pos x="connsiteX1060" y="connsiteY1060"/>
                        </a:cxn>
                        <a:cxn ang="0">
                          <a:pos x="connsiteX1061" y="connsiteY1061"/>
                        </a:cxn>
                        <a:cxn ang="0">
                          <a:pos x="connsiteX1062" y="connsiteY1062"/>
                        </a:cxn>
                        <a:cxn ang="0">
                          <a:pos x="connsiteX1063" y="connsiteY1063"/>
                        </a:cxn>
                        <a:cxn ang="0">
                          <a:pos x="connsiteX1064" y="connsiteY1064"/>
                        </a:cxn>
                        <a:cxn ang="0">
                          <a:pos x="connsiteX1065" y="connsiteY1065"/>
                        </a:cxn>
                        <a:cxn ang="0">
                          <a:pos x="connsiteX1066" y="connsiteY1066"/>
                        </a:cxn>
                        <a:cxn ang="0">
                          <a:pos x="connsiteX1067" y="connsiteY1067"/>
                        </a:cxn>
                        <a:cxn ang="0">
                          <a:pos x="connsiteX1068" y="connsiteY1068"/>
                        </a:cxn>
                        <a:cxn ang="0">
                          <a:pos x="connsiteX1069" y="connsiteY1069"/>
                        </a:cxn>
                        <a:cxn ang="0">
                          <a:pos x="connsiteX1070" y="connsiteY1070"/>
                        </a:cxn>
                        <a:cxn ang="0">
                          <a:pos x="connsiteX1071" y="connsiteY1071"/>
                        </a:cxn>
                        <a:cxn ang="0">
                          <a:pos x="connsiteX1072" y="connsiteY1072"/>
                        </a:cxn>
                        <a:cxn ang="0">
                          <a:pos x="connsiteX1073" y="connsiteY1073"/>
                        </a:cxn>
                        <a:cxn ang="0">
                          <a:pos x="connsiteX1074" y="connsiteY1074"/>
                        </a:cxn>
                        <a:cxn ang="0">
                          <a:pos x="connsiteX1075" y="connsiteY1075"/>
                        </a:cxn>
                        <a:cxn ang="0">
                          <a:pos x="connsiteX1076" y="connsiteY1076"/>
                        </a:cxn>
                        <a:cxn ang="0">
                          <a:pos x="connsiteX1077" y="connsiteY1077"/>
                        </a:cxn>
                        <a:cxn ang="0">
                          <a:pos x="connsiteX1078" y="connsiteY1078"/>
                        </a:cxn>
                        <a:cxn ang="0">
                          <a:pos x="connsiteX1079" y="connsiteY1079"/>
                        </a:cxn>
                        <a:cxn ang="0">
                          <a:pos x="connsiteX1080" y="connsiteY1080"/>
                        </a:cxn>
                        <a:cxn ang="0">
                          <a:pos x="connsiteX1081" y="connsiteY1081"/>
                        </a:cxn>
                        <a:cxn ang="0">
                          <a:pos x="connsiteX1082" y="connsiteY1082"/>
                        </a:cxn>
                        <a:cxn ang="0">
                          <a:pos x="connsiteX1083" y="connsiteY1083"/>
                        </a:cxn>
                        <a:cxn ang="0">
                          <a:pos x="connsiteX1084" y="connsiteY1084"/>
                        </a:cxn>
                        <a:cxn ang="0">
                          <a:pos x="connsiteX1085" y="connsiteY1085"/>
                        </a:cxn>
                        <a:cxn ang="0">
                          <a:pos x="connsiteX1086" y="connsiteY1086"/>
                        </a:cxn>
                        <a:cxn ang="0">
                          <a:pos x="connsiteX1087" y="connsiteY1087"/>
                        </a:cxn>
                        <a:cxn ang="0">
                          <a:pos x="connsiteX1088" y="connsiteY1088"/>
                        </a:cxn>
                      </a:cxnLst>
                      <a:rect l="l" t="t" r="r" b="b"/>
                      <a:pathLst>
                        <a:path w="1870981" h="1448731">
                          <a:moveTo>
                            <a:pt x="1781774" y="1179920"/>
                          </a:moveTo>
                          <a:cubicBezTo>
                            <a:pt x="1784153" y="1175162"/>
                            <a:pt x="1786531" y="1172783"/>
                            <a:pt x="1790100" y="1169215"/>
                          </a:cubicBezTo>
                          <a:cubicBezTo>
                            <a:pt x="1791289" y="1168025"/>
                            <a:pt x="1790100" y="1166836"/>
                            <a:pt x="1791289" y="1165646"/>
                          </a:cubicBezTo>
                          <a:cubicBezTo>
                            <a:pt x="1792478" y="1165646"/>
                            <a:pt x="1793668" y="1164457"/>
                            <a:pt x="1793668" y="1164457"/>
                          </a:cubicBezTo>
                          <a:cubicBezTo>
                            <a:pt x="1796047" y="1163267"/>
                            <a:pt x="1797237" y="1163267"/>
                            <a:pt x="1799615" y="1162078"/>
                          </a:cubicBezTo>
                          <a:cubicBezTo>
                            <a:pt x="1805562" y="1168025"/>
                            <a:pt x="1809131" y="1163267"/>
                            <a:pt x="1815078" y="1162078"/>
                          </a:cubicBezTo>
                          <a:cubicBezTo>
                            <a:pt x="1817457" y="1162078"/>
                            <a:pt x="1822214" y="1160889"/>
                            <a:pt x="1824593" y="1160889"/>
                          </a:cubicBezTo>
                          <a:cubicBezTo>
                            <a:pt x="1828162" y="1160889"/>
                            <a:pt x="1828162" y="1163267"/>
                            <a:pt x="1831730" y="1162078"/>
                          </a:cubicBezTo>
                          <a:cubicBezTo>
                            <a:pt x="1832920" y="1162078"/>
                            <a:pt x="1836488" y="1158510"/>
                            <a:pt x="1837677" y="1157320"/>
                          </a:cubicBezTo>
                          <a:cubicBezTo>
                            <a:pt x="1841245" y="1154941"/>
                            <a:pt x="1843624" y="1154941"/>
                            <a:pt x="1847193" y="1153752"/>
                          </a:cubicBezTo>
                          <a:cubicBezTo>
                            <a:pt x="1853140" y="1151373"/>
                            <a:pt x="1855519" y="1147805"/>
                            <a:pt x="1861466" y="1144237"/>
                          </a:cubicBezTo>
                          <a:cubicBezTo>
                            <a:pt x="1861466" y="1141858"/>
                            <a:pt x="1861466" y="1140668"/>
                            <a:pt x="1861466" y="1139479"/>
                          </a:cubicBezTo>
                          <a:cubicBezTo>
                            <a:pt x="1862655" y="1139479"/>
                            <a:pt x="1865034" y="1138289"/>
                            <a:pt x="1866224" y="1138289"/>
                          </a:cubicBezTo>
                          <a:cubicBezTo>
                            <a:pt x="1866224" y="1137100"/>
                            <a:pt x="1865034" y="1134721"/>
                            <a:pt x="1865034" y="1133532"/>
                          </a:cubicBezTo>
                          <a:cubicBezTo>
                            <a:pt x="1861466" y="1133532"/>
                            <a:pt x="1854329" y="1134721"/>
                            <a:pt x="1856708" y="1129963"/>
                          </a:cubicBezTo>
                          <a:cubicBezTo>
                            <a:pt x="1859087" y="1129963"/>
                            <a:pt x="1861466" y="1128774"/>
                            <a:pt x="1863845" y="1128774"/>
                          </a:cubicBezTo>
                          <a:cubicBezTo>
                            <a:pt x="1863845" y="1124016"/>
                            <a:pt x="1844814" y="1125206"/>
                            <a:pt x="1849572" y="1118069"/>
                          </a:cubicBezTo>
                          <a:cubicBezTo>
                            <a:pt x="1851950" y="1114501"/>
                            <a:pt x="1855519" y="1121637"/>
                            <a:pt x="1859087" y="1120448"/>
                          </a:cubicBezTo>
                          <a:cubicBezTo>
                            <a:pt x="1862655" y="1118069"/>
                            <a:pt x="1857897" y="1112122"/>
                            <a:pt x="1866224" y="1112122"/>
                          </a:cubicBezTo>
                          <a:cubicBezTo>
                            <a:pt x="1866224" y="1110932"/>
                            <a:pt x="1866224" y="1109743"/>
                            <a:pt x="1866224" y="1108554"/>
                          </a:cubicBezTo>
                          <a:cubicBezTo>
                            <a:pt x="1863845" y="1108554"/>
                            <a:pt x="1863845" y="1107364"/>
                            <a:pt x="1861466" y="1107364"/>
                          </a:cubicBezTo>
                          <a:cubicBezTo>
                            <a:pt x="1859087" y="1101417"/>
                            <a:pt x="1867413" y="1103796"/>
                            <a:pt x="1870981" y="1101417"/>
                          </a:cubicBezTo>
                          <a:cubicBezTo>
                            <a:pt x="1870981" y="1096659"/>
                            <a:pt x="1865034" y="1097849"/>
                            <a:pt x="1862655" y="1094280"/>
                          </a:cubicBezTo>
                          <a:cubicBezTo>
                            <a:pt x="1860276" y="1089523"/>
                            <a:pt x="1865034" y="1089523"/>
                            <a:pt x="1868603" y="1087144"/>
                          </a:cubicBezTo>
                          <a:cubicBezTo>
                            <a:pt x="1866224" y="1082386"/>
                            <a:pt x="1859087" y="1087144"/>
                            <a:pt x="1854329" y="1083575"/>
                          </a:cubicBezTo>
                          <a:cubicBezTo>
                            <a:pt x="1857897" y="1075249"/>
                            <a:pt x="1848382" y="1078818"/>
                            <a:pt x="1844814" y="1082386"/>
                          </a:cubicBezTo>
                          <a:cubicBezTo>
                            <a:pt x="1843624" y="1084765"/>
                            <a:pt x="1843624" y="1087144"/>
                            <a:pt x="1840056" y="1088333"/>
                          </a:cubicBezTo>
                          <a:cubicBezTo>
                            <a:pt x="1836488" y="1089523"/>
                            <a:pt x="1834109" y="1087144"/>
                            <a:pt x="1835298" y="1083575"/>
                          </a:cubicBezTo>
                          <a:cubicBezTo>
                            <a:pt x="1834109" y="1083575"/>
                            <a:pt x="1832920" y="1083575"/>
                            <a:pt x="1831730" y="1083575"/>
                          </a:cubicBezTo>
                          <a:cubicBezTo>
                            <a:pt x="1831730" y="1082386"/>
                            <a:pt x="1831730" y="1081196"/>
                            <a:pt x="1831730" y="1080007"/>
                          </a:cubicBezTo>
                          <a:cubicBezTo>
                            <a:pt x="1832920" y="1078818"/>
                            <a:pt x="1831730" y="1080007"/>
                            <a:pt x="1832920" y="1078818"/>
                          </a:cubicBezTo>
                          <a:cubicBezTo>
                            <a:pt x="1840056" y="1077628"/>
                            <a:pt x="1841245" y="1069302"/>
                            <a:pt x="1836488" y="1064544"/>
                          </a:cubicBezTo>
                          <a:cubicBezTo>
                            <a:pt x="1831730" y="1059787"/>
                            <a:pt x="1823404" y="1059787"/>
                            <a:pt x="1817457" y="1060976"/>
                          </a:cubicBezTo>
                          <a:cubicBezTo>
                            <a:pt x="1818646" y="1062165"/>
                            <a:pt x="1821025" y="1063355"/>
                            <a:pt x="1822214" y="1064544"/>
                          </a:cubicBezTo>
                          <a:cubicBezTo>
                            <a:pt x="1816267" y="1066923"/>
                            <a:pt x="1794857" y="1066923"/>
                            <a:pt x="1796047" y="1076439"/>
                          </a:cubicBezTo>
                          <a:cubicBezTo>
                            <a:pt x="1792478" y="1077628"/>
                            <a:pt x="1791289" y="1081196"/>
                            <a:pt x="1787721" y="1083575"/>
                          </a:cubicBezTo>
                          <a:cubicBezTo>
                            <a:pt x="1784153" y="1085954"/>
                            <a:pt x="1779395" y="1085954"/>
                            <a:pt x="1775826" y="1085954"/>
                          </a:cubicBezTo>
                          <a:cubicBezTo>
                            <a:pt x="1773448" y="1091901"/>
                            <a:pt x="1769879" y="1097849"/>
                            <a:pt x="1762743" y="1096659"/>
                          </a:cubicBezTo>
                          <a:cubicBezTo>
                            <a:pt x="1760364" y="1091901"/>
                            <a:pt x="1761553" y="1087144"/>
                            <a:pt x="1767500" y="1088333"/>
                          </a:cubicBezTo>
                          <a:cubicBezTo>
                            <a:pt x="1768690" y="1082386"/>
                            <a:pt x="1747280" y="1076439"/>
                            <a:pt x="1755606" y="1069302"/>
                          </a:cubicBezTo>
                          <a:cubicBezTo>
                            <a:pt x="1757985" y="1074060"/>
                            <a:pt x="1766311" y="1082386"/>
                            <a:pt x="1772258" y="1081196"/>
                          </a:cubicBezTo>
                          <a:cubicBezTo>
                            <a:pt x="1772258" y="1078818"/>
                            <a:pt x="1773448" y="1077628"/>
                            <a:pt x="1773448" y="1075249"/>
                          </a:cubicBezTo>
                          <a:cubicBezTo>
                            <a:pt x="1779395" y="1075249"/>
                            <a:pt x="1781774" y="1071681"/>
                            <a:pt x="1787721" y="1070491"/>
                          </a:cubicBezTo>
                          <a:cubicBezTo>
                            <a:pt x="1787721" y="1068113"/>
                            <a:pt x="1787721" y="1068113"/>
                            <a:pt x="1786531" y="1066923"/>
                          </a:cubicBezTo>
                          <a:cubicBezTo>
                            <a:pt x="1786531" y="1066923"/>
                            <a:pt x="1786531" y="1065734"/>
                            <a:pt x="1786531" y="1065734"/>
                          </a:cubicBezTo>
                          <a:cubicBezTo>
                            <a:pt x="1792478" y="1063355"/>
                            <a:pt x="1796047" y="1059787"/>
                            <a:pt x="1803184" y="1060976"/>
                          </a:cubicBezTo>
                          <a:cubicBezTo>
                            <a:pt x="1803184" y="1065734"/>
                            <a:pt x="1797237" y="1064544"/>
                            <a:pt x="1793668" y="1065734"/>
                          </a:cubicBezTo>
                          <a:cubicBezTo>
                            <a:pt x="1796047" y="1069302"/>
                            <a:pt x="1805562" y="1064544"/>
                            <a:pt x="1810320" y="1063355"/>
                          </a:cubicBezTo>
                          <a:cubicBezTo>
                            <a:pt x="1815078" y="1062165"/>
                            <a:pt x="1812699" y="1058597"/>
                            <a:pt x="1812699" y="1058597"/>
                          </a:cubicBezTo>
                          <a:cubicBezTo>
                            <a:pt x="1817457" y="1055029"/>
                            <a:pt x="1817457" y="1052650"/>
                            <a:pt x="1824593" y="1051461"/>
                          </a:cubicBezTo>
                          <a:cubicBezTo>
                            <a:pt x="1830541" y="1050271"/>
                            <a:pt x="1836488" y="1051461"/>
                            <a:pt x="1841245" y="1050271"/>
                          </a:cubicBezTo>
                          <a:cubicBezTo>
                            <a:pt x="1842435" y="1041945"/>
                            <a:pt x="1826972" y="1049082"/>
                            <a:pt x="1831730" y="1037187"/>
                          </a:cubicBezTo>
                          <a:cubicBezTo>
                            <a:pt x="1823404" y="1033619"/>
                            <a:pt x="1821025" y="1044324"/>
                            <a:pt x="1812699" y="1038377"/>
                          </a:cubicBezTo>
                          <a:cubicBezTo>
                            <a:pt x="1809131" y="1035998"/>
                            <a:pt x="1809131" y="1037187"/>
                            <a:pt x="1809131" y="1030051"/>
                          </a:cubicBezTo>
                          <a:cubicBezTo>
                            <a:pt x="1809131" y="1026482"/>
                            <a:pt x="1811510" y="1021725"/>
                            <a:pt x="1804373" y="1024104"/>
                          </a:cubicBezTo>
                          <a:cubicBezTo>
                            <a:pt x="1804373" y="1022914"/>
                            <a:pt x="1803184" y="1021725"/>
                            <a:pt x="1801994" y="1020535"/>
                          </a:cubicBezTo>
                          <a:cubicBezTo>
                            <a:pt x="1799615" y="1026482"/>
                            <a:pt x="1794857" y="1032430"/>
                            <a:pt x="1788910" y="1033619"/>
                          </a:cubicBezTo>
                          <a:cubicBezTo>
                            <a:pt x="1786531" y="1030051"/>
                            <a:pt x="1790100" y="1026482"/>
                            <a:pt x="1793668" y="1026482"/>
                          </a:cubicBezTo>
                          <a:cubicBezTo>
                            <a:pt x="1793668" y="1025293"/>
                            <a:pt x="1793668" y="1024104"/>
                            <a:pt x="1793668" y="1022914"/>
                          </a:cubicBezTo>
                          <a:cubicBezTo>
                            <a:pt x="1792478" y="1022914"/>
                            <a:pt x="1791289" y="1022914"/>
                            <a:pt x="1790100" y="1022914"/>
                          </a:cubicBezTo>
                          <a:cubicBezTo>
                            <a:pt x="1790100" y="1020535"/>
                            <a:pt x="1791289" y="1018156"/>
                            <a:pt x="1793668" y="1016967"/>
                          </a:cubicBezTo>
                          <a:cubicBezTo>
                            <a:pt x="1786531" y="1014588"/>
                            <a:pt x="1786531" y="1028861"/>
                            <a:pt x="1778205" y="1027672"/>
                          </a:cubicBezTo>
                          <a:cubicBezTo>
                            <a:pt x="1777016" y="1024104"/>
                            <a:pt x="1779395" y="1020535"/>
                            <a:pt x="1780584" y="1018156"/>
                          </a:cubicBezTo>
                          <a:cubicBezTo>
                            <a:pt x="1775826" y="1019346"/>
                            <a:pt x="1774637" y="1028861"/>
                            <a:pt x="1767500" y="1026482"/>
                          </a:cubicBezTo>
                          <a:cubicBezTo>
                            <a:pt x="1757985" y="1024104"/>
                            <a:pt x="1768690" y="1020535"/>
                            <a:pt x="1772258" y="1018156"/>
                          </a:cubicBezTo>
                          <a:cubicBezTo>
                            <a:pt x="1774637" y="1015778"/>
                            <a:pt x="1781774" y="1011020"/>
                            <a:pt x="1782963" y="1007452"/>
                          </a:cubicBezTo>
                          <a:cubicBezTo>
                            <a:pt x="1786531" y="1000315"/>
                            <a:pt x="1779395" y="1001504"/>
                            <a:pt x="1775826" y="1005073"/>
                          </a:cubicBezTo>
                          <a:cubicBezTo>
                            <a:pt x="1775826" y="1000315"/>
                            <a:pt x="1777016" y="994368"/>
                            <a:pt x="1773448" y="991989"/>
                          </a:cubicBezTo>
                          <a:cubicBezTo>
                            <a:pt x="1771069" y="990799"/>
                            <a:pt x="1769879" y="994368"/>
                            <a:pt x="1767500" y="991989"/>
                          </a:cubicBezTo>
                          <a:cubicBezTo>
                            <a:pt x="1766311" y="990799"/>
                            <a:pt x="1765122" y="987231"/>
                            <a:pt x="1766311" y="986042"/>
                          </a:cubicBezTo>
                          <a:cubicBezTo>
                            <a:pt x="1762743" y="984852"/>
                            <a:pt x="1763932" y="981284"/>
                            <a:pt x="1763932" y="977716"/>
                          </a:cubicBezTo>
                          <a:cubicBezTo>
                            <a:pt x="1759174" y="976526"/>
                            <a:pt x="1757985" y="980094"/>
                            <a:pt x="1754417" y="981284"/>
                          </a:cubicBezTo>
                          <a:cubicBezTo>
                            <a:pt x="1750848" y="982473"/>
                            <a:pt x="1747280" y="981284"/>
                            <a:pt x="1743712" y="981284"/>
                          </a:cubicBezTo>
                          <a:cubicBezTo>
                            <a:pt x="1744901" y="974147"/>
                            <a:pt x="1757985" y="978905"/>
                            <a:pt x="1755606" y="971768"/>
                          </a:cubicBezTo>
                          <a:cubicBezTo>
                            <a:pt x="1749659" y="970579"/>
                            <a:pt x="1749659" y="962253"/>
                            <a:pt x="1743712" y="961063"/>
                          </a:cubicBezTo>
                          <a:cubicBezTo>
                            <a:pt x="1743712" y="961063"/>
                            <a:pt x="1743712" y="959874"/>
                            <a:pt x="1743712" y="959874"/>
                          </a:cubicBezTo>
                          <a:cubicBezTo>
                            <a:pt x="1748470" y="957495"/>
                            <a:pt x="1759174" y="965821"/>
                            <a:pt x="1761553" y="958685"/>
                          </a:cubicBezTo>
                          <a:cubicBezTo>
                            <a:pt x="1759174" y="957495"/>
                            <a:pt x="1757985" y="956306"/>
                            <a:pt x="1755606" y="956306"/>
                          </a:cubicBezTo>
                          <a:cubicBezTo>
                            <a:pt x="1756796" y="952737"/>
                            <a:pt x="1760364" y="955116"/>
                            <a:pt x="1763932" y="953927"/>
                          </a:cubicBezTo>
                          <a:cubicBezTo>
                            <a:pt x="1767500" y="952737"/>
                            <a:pt x="1767500" y="947980"/>
                            <a:pt x="1772258" y="949169"/>
                          </a:cubicBezTo>
                          <a:cubicBezTo>
                            <a:pt x="1773448" y="946790"/>
                            <a:pt x="1774637" y="945601"/>
                            <a:pt x="1773448" y="943222"/>
                          </a:cubicBezTo>
                          <a:cubicBezTo>
                            <a:pt x="1769879" y="942033"/>
                            <a:pt x="1765122" y="940843"/>
                            <a:pt x="1762743" y="938464"/>
                          </a:cubicBezTo>
                          <a:cubicBezTo>
                            <a:pt x="1771069" y="927759"/>
                            <a:pt x="1737765" y="931328"/>
                            <a:pt x="1756796" y="923002"/>
                          </a:cubicBezTo>
                          <a:cubicBezTo>
                            <a:pt x="1761553" y="920623"/>
                            <a:pt x="1766311" y="919433"/>
                            <a:pt x="1762743" y="913486"/>
                          </a:cubicBezTo>
                          <a:cubicBezTo>
                            <a:pt x="1760364" y="907539"/>
                            <a:pt x="1754417" y="909918"/>
                            <a:pt x="1748470" y="908728"/>
                          </a:cubicBezTo>
                          <a:cubicBezTo>
                            <a:pt x="1748470" y="902781"/>
                            <a:pt x="1760364" y="902781"/>
                            <a:pt x="1755606" y="899213"/>
                          </a:cubicBezTo>
                          <a:cubicBezTo>
                            <a:pt x="1750848" y="895645"/>
                            <a:pt x="1742522" y="901592"/>
                            <a:pt x="1738954" y="901592"/>
                          </a:cubicBezTo>
                          <a:cubicBezTo>
                            <a:pt x="1730628" y="900402"/>
                            <a:pt x="1738954" y="895645"/>
                            <a:pt x="1742522" y="893266"/>
                          </a:cubicBezTo>
                          <a:cubicBezTo>
                            <a:pt x="1748470" y="890887"/>
                            <a:pt x="1757985" y="888508"/>
                            <a:pt x="1753227" y="883750"/>
                          </a:cubicBezTo>
                          <a:cubicBezTo>
                            <a:pt x="1747280" y="878993"/>
                            <a:pt x="1723491" y="886129"/>
                            <a:pt x="1731817" y="877803"/>
                          </a:cubicBezTo>
                          <a:cubicBezTo>
                            <a:pt x="1736575" y="874235"/>
                            <a:pt x="1761553" y="877803"/>
                            <a:pt x="1750848" y="870667"/>
                          </a:cubicBezTo>
                          <a:cubicBezTo>
                            <a:pt x="1746091" y="867098"/>
                            <a:pt x="1747280" y="865909"/>
                            <a:pt x="1747280" y="862340"/>
                          </a:cubicBezTo>
                          <a:cubicBezTo>
                            <a:pt x="1747280" y="857583"/>
                            <a:pt x="1735386" y="864719"/>
                            <a:pt x="1731817" y="861151"/>
                          </a:cubicBezTo>
                          <a:cubicBezTo>
                            <a:pt x="1725870" y="856393"/>
                            <a:pt x="1749659" y="858772"/>
                            <a:pt x="1746091" y="849257"/>
                          </a:cubicBezTo>
                          <a:cubicBezTo>
                            <a:pt x="1744901" y="848067"/>
                            <a:pt x="1746091" y="846878"/>
                            <a:pt x="1744901" y="845688"/>
                          </a:cubicBezTo>
                          <a:cubicBezTo>
                            <a:pt x="1742522" y="842120"/>
                            <a:pt x="1728249" y="848067"/>
                            <a:pt x="1733007" y="840931"/>
                          </a:cubicBezTo>
                          <a:cubicBezTo>
                            <a:pt x="1737765" y="834983"/>
                            <a:pt x="1741333" y="837362"/>
                            <a:pt x="1738954" y="831415"/>
                          </a:cubicBezTo>
                          <a:cubicBezTo>
                            <a:pt x="1737765" y="829036"/>
                            <a:pt x="1735386" y="829036"/>
                            <a:pt x="1735386" y="825468"/>
                          </a:cubicBezTo>
                          <a:cubicBezTo>
                            <a:pt x="1735386" y="821900"/>
                            <a:pt x="1742522" y="820710"/>
                            <a:pt x="1738954" y="818331"/>
                          </a:cubicBezTo>
                          <a:cubicBezTo>
                            <a:pt x="1737765" y="818331"/>
                            <a:pt x="1736575" y="818331"/>
                            <a:pt x="1735386" y="818331"/>
                          </a:cubicBezTo>
                          <a:cubicBezTo>
                            <a:pt x="1734196" y="817142"/>
                            <a:pt x="1736575" y="813574"/>
                            <a:pt x="1734196" y="812384"/>
                          </a:cubicBezTo>
                          <a:cubicBezTo>
                            <a:pt x="1734196" y="812384"/>
                            <a:pt x="1731817" y="812384"/>
                            <a:pt x="1731817" y="812384"/>
                          </a:cubicBezTo>
                          <a:cubicBezTo>
                            <a:pt x="1730628" y="811195"/>
                            <a:pt x="1730628" y="810005"/>
                            <a:pt x="1731817" y="808816"/>
                          </a:cubicBezTo>
                          <a:cubicBezTo>
                            <a:pt x="1735386" y="805248"/>
                            <a:pt x="1733007" y="804058"/>
                            <a:pt x="1733007" y="801679"/>
                          </a:cubicBezTo>
                          <a:cubicBezTo>
                            <a:pt x="1734196" y="799300"/>
                            <a:pt x="1737765" y="796921"/>
                            <a:pt x="1736575" y="795732"/>
                          </a:cubicBezTo>
                          <a:cubicBezTo>
                            <a:pt x="1735386" y="794543"/>
                            <a:pt x="1734196" y="795732"/>
                            <a:pt x="1733007" y="795732"/>
                          </a:cubicBezTo>
                          <a:cubicBezTo>
                            <a:pt x="1729439" y="790974"/>
                            <a:pt x="1728249" y="790974"/>
                            <a:pt x="1725870" y="793353"/>
                          </a:cubicBezTo>
                          <a:cubicBezTo>
                            <a:pt x="1723491" y="795732"/>
                            <a:pt x="1723491" y="801679"/>
                            <a:pt x="1722302" y="804058"/>
                          </a:cubicBezTo>
                          <a:cubicBezTo>
                            <a:pt x="1721113" y="807626"/>
                            <a:pt x="1718734" y="810005"/>
                            <a:pt x="1717544" y="812384"/>
                          </a:cubicBezTo>
                          <a:cubicBezTo>
                            <a:pt x="1715165" y="815952"/>
                            <a:pt x="1713976" y="820710"/>
                            <a:pt x="1710408" y="821900"/>
                          </a:cubicBezTo>
                          <a:cubicBezTo>
                            <a:pt x="1709218" y="821900"/>
                            <a:pt x="1708029" y="821900"/>
                            <a:pt x="1706839" y="821900"/>
                          </a:cubicBezTo>
                          <a:cubicBezTo>
                            <a:pt x="1704460" y="823089"/>
                            <a:pt x="1702082" y="826657"/>
                            <a:pt x="1703271" y="829036"/>
                          </a:cubicBezTo>
                          <a:cubicBezTo>
                            <a:pt x="1703271" y="833794"/>
                            <a:pt x="1715165" y="836173"/>
                            <a:pt x="1710408" y="838552"/>
                          </a:cubicBezTo>
                          <a:cubicBezTo>
                            <a:pt x="1709218" y="839741"/>
                            <a:pt x="1706839" y="834983"/>
                            <a:pt x="1704460" y="834983"/>
                          </a:cubicBezTo>
                          <a:cubicBezTo>
                            <a:pt x="1699703" y="834983"/>
                            <a:pt x="1702082" y="837362"/>
                            <a:pt x="1699703" y="839741"/>
                          </a:cubicBezTo>
                          <a:cubicBezTo>
                            <a:pt x="1696134" y="843309"/>
                            <a:pt x="1697324" y="848067"/>
                            <a:pt x="1693756" y="851635"/>
                          </a:cubicBezTo>
                          <a:cubicBezTo>
                            <a:pt x="1686619" y="857583"/>
                            <a:pt x="1688998" y="869477"/>
                            <a:pt x="1683051" y="873045"/>
                          </a:cubicBezTo>
                          <a:cubicBezTo>
                            <a:pt x="1680672" y="874235"/>
                            <a:pt x="1680672" y="858772"/>
                            <a:pt x="1674724" y="861151"/>
                          </a:cubicBezTo>
                          <a:cubicBezTo>
                            <a:pt x="1667588" y="863530"/>
                            <a:pt x="1669967" y="869477"/>
                            <a:pt x="1666398" y="873045"/>
                          </a:cubicBezTo>
                          <a:cubicBezTo>
                            <a:pt x="1664020" y="875424"/>
                            <a:pt x="1662830" y="874235"/>
                            <a:pt x="1659262" y="875424"/>
                          </a:cubicBezTo>
                          <a:cubicBezTo>
                            <a:pt x="1656883" y="876614"/>
                            <a:pt x="1654504" y="877803"/>
                            <a:pt x="1653315" y="877803"/>
                          </a:cubicBezTo>
                          <a:cubicBezTo>
                            <a:pt x="1648557" y="878993"/>
                            <a:pt x="1644989" y="878993"/>
                            <a:pt x="1641420" y="883750"/>
                          </a:cubicBezTo>
                          <a:cubicBezTo>
                            <a:pt x="1639041" y="887319"/>
                            <a:pt x="1639041" y="895645"/>
                            <a:pt x="1634284" y="894455"/>
                          </a:cubicBezTo>
                          <a:cubicBezTo>
                            <a:pt x="1629526" y="893266"/>
                            <a:pt x="1635473" y="886129"/>
                            <a:pt x="1636663" y="881371"/>
                          </a:cubicBezTo>
                          <a:cubicBezTo>
                            <a:pt x="1636663" y="877803"/>
                            <a:pt x="1640231" y="868287"/>
                            <a:pt x="1635473" y="867098"/>
                          </a:cubicBezTo>
                          <a:cubicBezTo>
                            <a:pt x="1630715" y="865909"/>
                            <a:pt x="1629526" y="875424"/>
                            <a:pt x="1627147" y="880182"/>
                          </a:cubicBezTo>
                          <a:cubicBezTo>
                            <a:pt x="1623579" y="884940"/>
                            <a:pt x="1622389" y="894455"/>
                            <a:pt x="1617632" y="890887"/>
                          </a:cubicBezTo>
                          <a:cubicBezTo>
                            <a:pt x="1614063" y="889697"/>
                            <a:pt x="1621200" y="882561"/>
                            <a:pt x="1622389" y="880182"/>
                          </a:cubicBezTo>
                          <a:cubicBezTo>
                            <a:pt x="1623579" y="876614"/>
                            <a:pt x="1625958" y="870667"/>
                            <a:pt x="1625958" y="867098"/>
                          </a:cubicBezTo>
                          <a:cubicBezTo>
                            <a:pt x="1627147" y="862340"/>
                            <a:pt x="1627147" y="858772"/>
                            <a:pt x="1623579" y="855204"/>
                          </a:cubicBezTo>
                          <a:cubicBezTo>
                            <a:pt x="1620011" y="851635"/>
                            <a:pt x="1621200" y="851635"/>
                            <a:pt x="1615253" y="856393"/>
                          </a:cubicBezTo>
                          <a:cubicBezTo>
                            <a:pt x="1615253" y="856393"/>
                            <a:pt x="1614063" y="856393"/>
                            <a:pt x="1614063" y="856393"/>
                          </a:cubicBezTo>
                          <a:cubicBezTo>
                            <a:pt x="1609306" y="855204"/>
                            <a:pt x="1602169" y="849257"/>
                            <a:pt x="1605737" y="845688"/>
                          </a:cubicBezTo>
                          <a:cubicBezTo>
                            <a:pt x="1606927" y="844499"/>
                            <a:pt x="1610495" y="849257"/>
                            <a:pt x="1611685" y="848067"/>
                          </a:cubicBezTo>
                          <a:cubicBezTo>
                            <a:pt x="1617632" y="845688"/>
                            <a:pt x="1603358" y="839741"/>
                            <a:pt x="1605737" y="831415"/>
                          </a:cubicBezTo>
                          <a:cubicBezTo>
                            <a:pt x="1606927" y="825468"/>
                            <a:pt x="1614063" y="823089"/>
                            <a:pt x="1615253" y="815952"/>
                          </a:cubicBezTo>
                          <a:cubicBezTo>
                            <a:pt x="1616442" y="799300"/>
                            <a:pt x="1583138" y="808816"/>
                            <a:pt x="1589085" y="798111"/>
                          </a:cubicBezTo>
                          <a:cubicBezTo>
                            <a:pt x="1592654" y="790974"/>
                            <a:pt x="1608116" y="807626"/>
                            <a:pt x="1612874" y="799300"/>
                          </a:cubicBezTo>
                          <a:cubicBezTo>
                            <a:pt x="1615253" y="795732"/>
                            <a:pt x="1611685" y="794543"/>
                            <a:pt x="1618821" y="794543"/>
                          </a:cubicBezTo>
                          <a:cubicBezTo>
                            <a:pt x="1627147" y="794543"/>
                            <a:pt x="1615253" y="779080"/>
                            <a:pt x="1624768" y="774322"/>
                          </a:cubicBezTo>
                          <a:cubicBezTo>
                            <a:pt x="1629526" y="771943"/>
                            <a:pt x="1630715" y="773133"/>
                            <a:pt x="1631905" y="767186"/>
                          </a:cubicBezTo>
                          <a:cubicBezTo>
                            <a:pt x="1633094" y="763617"/>
                            <a:pt x="1633094" y="758860"/>
                            <a:pt x="1630715" y="755291"/>
                          </a:cubicBezTo>
                          <a:cubicBezTo>
                            <a:pt x="1624768" y="757670"/>
                            <a:pt x="1615253" y="771943"/>
                            <a:pt x="1617632" y="757670"/>
                          </a:cubicBezTo>
                          <a:cubicBezTo>
                            <a:pt x="1618821" y="749344"/>
                            <a:pt x="1614063" y="750533"/>
                            <a:pt x="1614063" y="750533"/>
                          </a:cubicBezTo>
                          <a:cubicBezTo>
                            <a:pt x="1609306" y="750533"/>
                            <a:pt x="1605737" y="751723"/>
                            <a:pt x="1600980" y="751723"/>
                          </a:cubicBezTo>
                          <a:cubicBezTo>
                            <a:pt x="1599790" y="749344"/>
                            <a:pt x="1597411" y="746965"/>
                            <a:pt x="1595032" y="746965"/>
                          </a:cubicBezTo>
                          <a:cubicBezTo>
                            <a:pt x="1591464" y="745776"/>
                            <a:pt x="1590275" y="748155"/>
                            <a:pt x="1587896" y="746965"/>
                          </a:cubicBezTo>
                          <a:cubicBezTo>
                            <a:pt x="1581949" y="745776"/>
                            <a:pt x="1585517" y="745776"/>
                            <a:pt x="1583138" y="742207"/>
                          </a:cubicBezTo>
                          <a:cubicBezTo>
                            <a:pt x="1580759" y="739829"/>
                            <a:pt x="1578380" y="741018"/>
                            <a:pt x="1578380" y="736260"/>
                          </a:cubicBezTo>
                          <a:cubicBezTo>
                            <a:pt x="1579570" y="736260"/>
                            <a:pt x="1581949" y="736260"/>
                            <a:pt x="1583138" y="736260"/>
                          </a:cubicBezTo>
                          <a:cubicBezTo>
                            <a:pt x="1583138" y="735071"/>
                            <a:pt x="1583138" y="733881"/>
                            <a:pt x="1583138" y="732692"/>
                          </a:cubicBezTo>
                          <a:cubicBezTo>
                            <a:pt x="1584328" y="732692"/>
                            <a:pt x="1586706" y="732692"/>
                            <a:pt x="1587896" y="733881"/>
                          </a:cubicBezTo>
                          <a:cubicBezTo>
                            <a:pt x="1589085" y="725555"/>
                            <a:pt x="1584328" y="726745"/>
                            <a:pt x="1579570" y="726745"/>
                          </a:cubicBezTo>
                          <a:cubicBezTo>
                            <a:pt x="1578380" y="725555"/>
                            <a:pt x="1578380" y="724366"/>
                            <a:pt x="1578380" y="723176"/>
                          </a:cubicBezTo>
                          <a:cubicBezTo>
                            <a:pt x="1585517" y="721987"/>
                            <a:pt x="1573623" y="714850"/>
                            <a:pt x="1571244" y="714850"/>
                          </a:cubicBezTo>
                          <a:cubicBezTo>
                            <a:pt x="1568865" y="710093"/>
                            <a:pt x="1578380" y="697009"/>
                            <a:pt x="1566486" y="700577"/>
                          </a:cubicBezTo>
                          <a:cubicBezTo>
                            <a:pt x="1562918" y="694630"/>
                            <a:pt x="1564107" y="685115"/>
                            <a:pt x="1555781" y="685115"/>
                          </a:cubicBezTo>
                          <a:cubicBezTo>
                            <a:pt x="1548644" y="685115"/>
                            <a:pt x="1542697" y="688683"/>
                            <a:pt x="1536750" y="689872"/>
                          </a:cubicBezTo>
                          <a:cubicBezTo>
                            <a:pt x="1535561" y="688683"/>
                            <a:pt x="1535561" y="689872"/>
                            <a:pt x="1534371" y="688683"/>
                          </a:cubicBezTo>
                          <a:cubicBezTo>
                            <a:pt x="1534371" y="689872"/>
                            <a:pt x="1534371" y="689872"/>
                            <a:pt x="1534371" y="691062"/>
                          </a:cubicBezTo>
                          <a:cubicBezTo>
                            <a:pt x="1533182" y="691062"/>
                            <a:pt x="1531992" y="691062"/>
                            <a:pt x="1530803" y="691062"/>
                          </a:cubicBezTo>
                          <a:cubicBezTo>
                            <a:pt x="1529613" y="687493"/>
                            <a:pt x="1522477" y="687493"/>
                            <a:pt x="1520098" y="683925"/>
                          </a:cubicBezTo>
                          <a:cubicBezTo>
                            <a:pt x="1516530" y="687493"/>
                            <a:pt x="1511772" y="693441"/>
                            <a:pt x="1507014" y="688683"/>
                          </a:cubicBezTo>
                          <a:cubicBezTo>
                            <a:pt x="1507014" y="686304"/>
                            <a:pt x="1507014" y="685115"/>
                            <a:pt x="1509393" y="683925"/>
                          </a:cubicBezTo>
                          <a:cubicBezTo>
                            <a:pt x="1502256" y="683925"/>
                            <a:pt x="1493930" y="677978"/>
                            <a:pt x="1487983" y="674410"/>
                          </a:cubicBezTo>
                          <a:cubicBezTo>
                            <a:pt x="1478468" y="668463"/>
                            <a:pt x="1476089" y="673220"/>
                            <a:pt x="1465384" y="673220"/>
                          </a:cubicBezTo>
                          <a:cubicBezTo>
                            <a:pt x="1464195" y="679167"/>
                            <a:pt x="1457058" y="674410"/>
                            <a:pt x="1454679" y="680357"/>
                          </a:cubicBezTo>
                          <a:cubicBezTo>
                            <a:pt x="1454679" y="681546"/>
                            <a:pt x="1454679" y="686304"/>
                            <a:pt x="1454679" y="688683"/>
                          </a:cubicBezTo>
                          <a:cubicBezTo>
                            <a:pt x="1453490" y="691062"/>
                            <a:pt x="1452300" y="692251"/>
                            <a:pt x="1452300" y="694630"/>
                          </a:cubicBezTo>
                          <a:cubicBezTo>
                            <a:pt x="1451111" y="704146"/>
                            <a:pt x="1461816" y="710093"/>
                            <a:pt x="1460626" y="719608"/>
                          </a:cubicBezTo>
                          <a:cubicBezTo>
                            <a:pt x="1459437" y="720798"/>
                            <a:pt x="1455869" y="720798"/>
                            <a:pt x="1454679" y="721987"/>
                          </a:cubicBezTo>
                          <a:cubicBezTo>
                            <a:pt x="1453490" y="723176"/>
                            <a:pt x="1453490" y="727934"/>
                            <a:pt x="1452300" y="730313"/>
                          </a:cubicBezTo>
                          <a:cubicBezTo>
                            <a:pt x="1449921" y="733881"/>
                            <a:pt x="1445164" y="738639"/>
                            <a:pt x="1442785" y="741018"/>
                          </a:cubicBezTo>
                          <a:cubicBezTo>
                            <a:pt x="1439217" y="744586"/>
                            <a:pt x="1432080" y="745776"/>
                            <a:pt x="1439217" y="749344"/>
                          </a:cubicBezTo>
                          <a:cubicBezTo>
                            <a:pt x="1441595" y="750533"/>
                            <a:pt x="1454679" y="752912"/>
                            <a:pt x="1443974" y="756481"/>
                          </a:cubicBezTo>
                          <a:cubicBezTo>
                            <a:pt x="1443974" y="760049"/>
                            <a:pt x="1447543" y="761238"/>
                            <a:pt x="1449921" y="762428"/>
                          </a:cubicBezTo>
                          <a:cubicBezTo>
                            <a:pt x="1448732" y="763617"/>
                            <a:pt x="1443974" y="762428"/>
                            <a:pt x="1442785" y="763617"/>
                          </a:cubicBezTo>
                          <a:cubicBezTo>
                            <a:pt x="1438027" y="767186"/>
                            <a:pt x="1442785" y="765996"/>
                            <a:pt x="1442785" y="769565"/>
                          </a:cubicBezTo>
                          <a:cubicBezTo>
                            <a:pt x="1442785" y="769565"/>
                            <a:pt x="1443974" y="770754"/>
                            <a:pt x="1445164" y="771943"/>
                          </a:cubicBezTo>
                          <a:cubicBezTo>
                            <a:pt x="1445164" y="773133"/>
                            <a:pt x="1442785" y="774322"/>
                            <a:pt x="1442785" y="774322"/>
                          </a:cubicBezTo>
                          <a:cubicBezTo>
                            <a:pt x="1442785" y="777891"/>
                            <a:pt x="1441595" y="776701"/>
                            <a:pt x="1443974" y="780269"/>
                          </a:cubicBezTo>
                          <a:cubicBezTo>
                            <a:pt x="1445164" y="782648"/>
                            <a:pt x="1447543" y="780269"/>
                            <a:pt x="1447543" y="785027"/>
                          </a:cubicBezTo>
                          <a:cubicBezTo>
                            <a:pt x="1447543" y="787406"/>
                            <a:pt x="1443974" y="788595"/>
                            <a:pt x="1442785" y="790974"/>
                          </a:cubicBezTo>
                          <a:cubicBezTo>
                            <a:pt x="1440406" y="795732"/>
                            <a:pt x="1441595" y="801679"/>
                            <a:pt x="1438027" y="805248"/>
                          </a:cubicBezTo>
                          <a:cubicBezTo>
                            <a:pt x="1434459" y="802869"/>
                            <a:pt x="1436837" y="799300"/>
                            <a:pt x="1432080" y="799300"/>
                          </a:cubicBezTo>
                          <a:cubicBezTo>
                            <a:pt x="1430890" y="799300"/>
                            <a:pt x="1426133" y="805248"/>
                            <a:pt x="1423754" y="805248"/>
                          </a:cubicBezTo>
                          <a:cubicBezTo>
                            <a:pt x="1424943" y="807626"/>
                            <a:pt x="1423754" y="808816"/>
                            <a:pt x="1426133" y="810005"/>
                          </a:cubicBezTo>
                          <a:cubicBezTo>
                            <a:pt x="1423754" y="813574"/>
                            <a:pt x="1415428" y="818331"/>
                            <a:pt x="1411859" y="819521"/>
                          </a:cubicBezTo>
                          <a:cubicBezTo>
                            <a:pt x="1410670" y="821900"/>
                            <a:pt x="1409481" y="825468"/>
                            <a:pt x="1408291" y="827847"/>
                          </a:cubicBezTo>
                          <a:cubicBezTo>
                            <a:pt x="1404723" y="830226"/>
                            <a:pt x="1401154" y="833794"/>
                            <a:pt x="1398776" y="837362"/>
                          </a:cubicBezTo>
                          <a:cubicBezTo>
                            <a:pt x="1398776" y="837362"/>
                            <a:pt x="1398776" y="837362"/>
                            <a:pt x="1398776" y="837362"/>
                          </a:cubicBezTo>
                          <a:cubicBezTo>
                            <a:pt x="1398776" y="843309"/>
                            <a:pt x="1399965" y="849257"/>
                            <a:pt x="1407102" y="849257"/>
                          </a:cubicBezTo>
                          <a:cubicBezTo>
                            <a:pt x="1407102" y="851635"/>
                            <a:pt x="1407102" y="855204"/>
                            <a:pt x="1407102" y="857583"/>
                          </a:cubicBezTo>
                          <a:cubicBezTo>
                            <a:pt x="1413049" y="856393"/>
                            <a:pt x="1418996" y="868287"/>
                            <a:pt x="1420185" y="873045"/>
                          </a:cubicBezTo>
                          <a:cubicBezTo>
                            <a:pt x="1422564" y="881371"/>
                            <a:pt x="1421375" y="890887"/>
                            <a:pt x="1420185" y="898023"/>
                          </a:cubicBezTo>
                          <a:cubicBezTo>
                            <a:pt x="1418996" y="906350"/>
                            <a:pt x="1424943" y="911107"/>
                            <a:pt x="1422564" y="920623"/>
                          </a:cubicBezTo>
                          <a:cubicBezTo>
                            <a:pt x="1421375" y="925380"/>
                            <a:pt x="1411859" y="937275"/>
                            <a:pt x="1417807" y="942033"/>
                          </a:cubicBezTo>
                          <a:cubicBezTo>
                            <a:pt x="1417807" y="940843"/>
                            <a:pt x="1420185" y="939654"/>
                            <a:pt x="1421375" y="938464"/>
                          </a:cubicBezTo>
                          <a:cubicBezTo>
                            <a:pt x="1422564" y="943222"/>
                            <a:pt x="1426133" y="944411"/>
                            <a:pt x="1426133" y="949169"/>
                          </a:cubicBezTo>
                          <a:cubicBezTo>
                            <a:pt x="1421375" y="949169"/>
                            <a:pt x="1414238" y="947980"/>
                            <a:pt x="1410670" y="950359"/>
                          </a:cubicBezTo>
                          <a:cubicBezTo>
                            <a:pt x="1408291" y="952737"/>
                            <a:pt x="1407102" y="957495"/>
                            <a:pt x="1403533" y="959874"/>
                          </a:cubicBezTo>
                          <a:cubicBezTo>
                            <a:pt x="1397586" y="965821"/>
                            <a:pt x="1389260" y="971768"/>
                            <a:pt x="1380934" y="976526"/>
                          </a:cubicBezTo>
                          <a:cubicBezTo>
                            <a:pt x="1371419" y="981284"/>
                            <a:pt x="1363093" y="984852"/>
                            <a:pt x="1353577" y="988420"/>
                          </a:cubicBezTo>
                          <a:cubicBezTo>
                            <a:pt x="1348819" y="989610"/>
                            <a:pt x="1342872" y="991989"/>
                            <a:pt x="1338115" y="994368"/>
                          </a:cubicBezTo>
                          <a:cubicBezTo>
                            <a:pt x="1335736" y="995557"/>
                            <a:pt x="1329788" y="997936"/>
                            <a:pt x="1327410" y="1000315"/>
                          </a:cubicBezTo>
                          <a:cubicBezTo>
                            <a:pt x="1326220" y="1001504"/>
                            <a:pt x="1325031" y="1001504"/>
                            <a:pt x="1325031" y="1005073"/>
                          </a:cubicBezTo>
                          <a:cubicBezTo>
                            <a:pt x="1330978" y="1006262"/>
                            <a:pt x="1330978" y="1026482"/>
                            <a:pt x="1328599" y="1030051"/>
                          </a:cubicBezTo>
                          <a:cubicBezTo>
                            <a:pt x="1328599" y="1030051"/>
                            <a:pt x="1330978" y="1035998"/>
                            <a:pt x="1329788" y="1039566"/>
                          </a:cubicBezTo>
                          <a:cubicBezTo>
                            <a:pt x="1328599" y="1043135"/>
                            <a:pt x="1325031" y="1065734"/>
                            <a:pt x="1327410" y="1068113"/>
                          </a:cubicBezTo>
                          <a:cubicBezTo>
                            <a:pt x="1329788" y="1071681"/>
                            <a:pt x="1333357" y="1075249"/>
                            <a:pt x="1330978" y="1078818"/>
                          </a:cubicBezTo>
                          <a:cubicBezTo>
                            <a:pt x="1330978" y="1078818"/>
                            <a:pt x="1329788" y="1080007"/>
                            <a:pt x="1329788" y="1080007"/>
                          </a:cubicBezTo>
                          <a:cubicBezTo>
                            <a:pt x="1326220" y="1081196"/>
                            <a:pt x="1321462" y="1083575"/>
                            <a:pt x="1325031" y="1085954"/>
                          </a:cubicBezTo>
                          <a:cubicBezTo>
                            <a:pt x="1330978" y="1089523"/>
                            <a:pt x="1327410" y="1093091"/>
                            <a:pt x="1328599" y="1096659"/>
                          </a:cubicBezTo>
                          <a:cubicBezTo>
                            <a:pt x="1329788" y="1101417"/>
                            <a:pt x="1323841" y="1101417"/>
                            <a:pt x="1322652" y="1104985"/>
                          </a:cubicBezTo>
                          <a:cubicBezTo>
                            <a:pt x="1321462" y="1108554"/>
                            <a:pt x="1323841" y="1109743"/>
                            <a:pt x="1319083" y="1115690"/>
                          </a:cubicBezTo>
                          <a:cubicBezTo>
                            <a:pt x="1314326" y="1120448"/>
                            <a:pt x="1315515" y="1127584"/>
                            <a:pt x="1317894" y="1134721"/>
                          </a:cubicBezTo>
                          <a:cubicBezTo>
                            <a:pt x="1319083" y="1140668"/>
                            <a:pt x="1330978" y="1141858"/>
                            <a:pt x="1326220" y="1146615"/>
                          </a:cubicBezTo>
                          <a:cubicBezTo>
                            <a:pt x="1323841" y="1148994"/>
                            <a:pt x="1317894" y="1146615"/>
                            <a:pt x="1315515" y="1144237"/>
                          </a:cubicBezTo>
                          <a:cubicBezTo>
                            <a:pt x="1311947" y="1140668"/>
                            <a:pt x="1316705" y="1133532"/>
                            <a:pt x="1314326" y="1128774"/>
                          </a:cubicBezTo>
                          <a:cubicBezTo>
                            <a:pt x="1311947" y="1124016"/>
                            <a:pt x="1315515" y="1120448"/>
                            <a:pt x="1310757" y="1116880"/>
                          </a:cubicBezTo>
                          <a:cubicBezTo>
                            <a:pt x="1306000" y="1112122"/>
                            <a:pt x="1302431" y="1133532"/>
                            <a:pt x="1295295" y="1135910"/>
                          </a:cubicBezTo>
                          <a:cubicBezTo>
                            <a:pt x="1289348" y="1137100"/>
                            <a:pt x="1289348" y="1131153"/>
                            <a:pt x="1284590" y="1131153"/>
                          </a:cubicBezTo>
                          <a:cubicBezTo>
                            <a:pt x="1281022" y="1131153"/>
                            <a:pt x="1276264" y="1133532"/>
                            <a:pt x="1271506" y="1133532"/>
                          </a:cubicBezTo>
                          <a:cubicBezTo>
                            <a:pt x="1273885" y="1129963"/>
                            <a:pt x="1279832" y="1127584"/>
                            <a:pt x="1281022" y="1122827"/>
                          </a:cubicBezTo>
                          <a:cubicBezTo>
                            <a:pt x="1282211" y="1119258"/>
                            <a:pt x="1278643" y="1110932"/>
                            <a:pt x="1276264" y="1107364"/>
                          </a:cubicBezTo>
                          <a:cubicBezTo>
                            <a:pt x="1272696" y="1102606"/>
                            <a:pt x="1267938" y="1102606"/>
                            <a:pt x="1264369" y="1099038"/>
                          </a:cubicBezTo>
                          <a:cubicBezTo>
                            <a:pt x="1260801" y="1095470"/>
                            <a:pt x="1261991" y="1089523"/>
                            <a:pt x="1263180" y="1084765"/>
                          </a:cubicBezTo>
                          <a:cubicBezTo>
                            <a:pt x="1260801" y="1083575"/>
                            <a:pt x="1258422" y="1082386"/>
                            <a:pt x="1257233" y="1082386"/>
                          </a:cubicBezTo>
                          <a:cubicBezTo>
                            <a:pt x="1256043" y="1080007"/>
                            <a:pt x="1256043" y="1077628"/>
                            <a:pt x="1256043" y="1075249"/>
                          </a:cubicBezTo>
                          <a:cubicBezTo>
                            <a:pt x="1245339" y="1075249"/>
                            <a:pt x="1251286" y="1062165"/>
                            <a:pt x="1253665" y="1057408"/>
                          </a:cubicBezTo>
                          <a:cubicBezTo>
                            <a:pt x="1257233" y="1050271"/>
                            <a:pt x="1256043" y="1043135"/>
                            <a:pt x="1258422" y="1035998"/>
                          </a:cubicBezTo>
                          <a:cubicBezTo>
                            <a:pt x="1260801" y="1030051"/>
                            <a:pt x="1265559" y="1024104"/>
                            <a:pt x="1265559" y="1016967"/>
                          </a:cubicBezTo>
                          <a:cubicBezTo>
                            <a:pt x="1265559" y="1013399"/>
                            <a:pt x="1263180" y="1011020"/>
                            <a:pt x="1264369" y="1006262"/>
                          </a:cubicBezTo>
                          <a:cubicBezTo>
                            <a:pt x="1265559" y="1002694"/>
                            <a:pt x="1269127" y="1001504"/>
                            <a:pt x="1269127" y="997936"/>
                          </a:cubicBezTo>
                          <a:cubicBezTo>
                            <a:pt x="1272696" y="995557"/>
                            <a:pt x="1281022" y="976526"/>
                            <a:pt x="1276264" y="974147"/>
                          </a:cubicBezTo>
                          <a:cubicBezTo>
                            <a:pt x="1273885" y="972958"/>
                            <a:pt x="1264369" y="976526"/>
                            <a:pt x="1260801" y="975337"/>
                          </a:cubicBezTo>
                          <a:cubicBezTo>
                            <a:pt x="1256043" y="974147"/>
                            <a:pt x="1251286" y="971768"/>
                            <a:pt x="1246528" y="970579"/>
                          </a:cubicBezTo>
                          <a:cubicBezTo>
                            <a:pt x="1241770" y="969389"/>
                            <a:pt x="1238202" y="968200"/>
                            <a:pt x="1232255" y="968200"/>
                          </a:cubicBezTo>
                          <a:cubicBezTo>
                            <a:pt x="1228686" y="969389"/>
                            <a:pt x="1222739" y="971768"/>
                            <a:pt x="1217982" y="969389"/>
                          </a:cubicBezTo>
                          <a:cubicBezTo>
                            <a:pt x="1214413" y="967011"/>
                            <a:pt x="1213224" y="962253"/>
                            <a:pt x="1209656" y="958685"/>
                          </a:cubicBezTo>
                          <a:cubicBezTo>
                            <a:pt x="1206087" y="955116"/>
                            <a:pt x="1201330" y="952737"/>
                            <a:pt x="1197761" y="950359"/>
                          </a:cubicBezTo>
                          <a:cubicBezTo>
                            <a:pt x="1189435" y="945601"/>
                            <a:pt x="1182298" y="939654"/>
                            <a:pt x="1175162" y="934896"/>
                          </a:cubicBezTo>
                          <a:cubicBezTo>
                            <a:pt x="1170404" y="932517"/>
                            <a:pt x="1166836" y="931328"/>
                            <a:pt x="1163267" y="926570"/>
                          </a:cubicBezTo>
                          <a:cubicBezTo>
                            <a:pt x="1160889" y="921812"/>
                            <a:pt x="1160889" y="918244"/>
                            <a:pt x="1158510" y="914676"/>
                          </a:cubicBezTo>
                          <a:cubicBezTo>
                            <a:pt x="1156131" y="911107"/>
                            <a:pt x="1152563" y="907539"/>
                            <a:pt x="1150184" y="902781"/>
                          </a:cubicBezTo>
                          <a:cubicBezTo>
                            <a:pt x="1147805" y="896834"/>
                            <a:pt x="1147805" y="895645"/>
                            <a:pt x="1141858" y="893266"/>
                          </a:cubicBezTo>
                          <a:cubicBezTo>
                            <a:pt x="1132342" y="889697"/>
                            <a:pt x="1124016" y="886129"/>
                            <a:pt x="1115690" y="881371"/>
                          </a:cubicBezTo>
                          <a:cubicBezTo>
                            <a:pt x="1109743" y="877803"/>
                            <a:pt x="1104985" y="876614"/>
                            <a:pt x="1099038" y="874235"/>
                          </a:cubicBezTo>
                          <a:cubicBezTo>
                            <a:pt x="1090712" y="870667"/>
                            <a:pt x="1088333" y="873045"/>
                            <a:pt x="1081196" y="875424"/>
                          </a:cubicBezTo>
                          <a:cubicBezTo>
                            <a:pt x="1074060" y="877803"/>
                            <a:pt x="1066923" y="877803"/>
                            <a:pt x="1060976" y="880182"/>
                          </a:cubicBezTo>
                          <a:cubicBezTo>
                            <a:pt x="1057408" y="881371"/>
                            <a:pt x="1045513" y="884940"/>
                            <a:pt x="1041945" y="882561"/>
                          </a:cubicBezTo>
                          <a:cubicBezTo>
                            <a:pt x="1044324" y="883750"/>
                            <a:pt x="1050271" y="877803"/>
                            <a:pt x="1053839" y="875424"/>
                          </a:cubicBezTo>
                          <a:cubicBezTo>
                            <a:pt x="1058597" y="873045"/>
                            <a:pt x="1060976" y="870667"/>
                            <a:pt x="1064544" y="867098"/>
                          </a:cubicBezTo>
                          <a:cubicBezTo>
                            <a:pt x="1066923" y="863530"/>
                            <a:pt x="1070492" y="859961"/>
                            <a:pt x="1071681" y="855204"/>
                          </a:cubicBezTo>
                          <a:cubicBezTo>
                            <a:pt x="1072870" y="848067"/>
                            <a:pt x="1068113" y="845688"/>
                            <a:pt x="1066923" y="839741"/>
                          </a:cubicBezTo>
                          <a:cubicBezTo>
                            <a:pt x="1065734" y="836173"/>
                            <a:pt x="1070492" y="833794"/>
                            <a:pt x="1070492" y="833794"/>
                          </a:cubicBezTo>
                          <a:cubicBezTo>
                            <a:pt x="1070492" y="827847"/>
                            <a:pt x="1068113" y="821900"/>
                            <a:pt x="1068113" y="815952"/>
                          </a:cubicBezTo>
                          <a:cubicBezTo>
                            <a:pt x="1068113" y="810005"/>
                            <a:pt x="1072870" y="806437"/>
                            <a:pt x="1071681" y="800490"/>
                          </a:cubicBezTo>
                          <a:cubicBezTo>
                            <a:pt x="1066923" y="799300"/>
                            <a:pt x="1055029" y="798111"/>
                            <a:pt x="1050271" y="799300"/>
                          </a:cubicBezTo>
                          <a:cubicBezTo>
                            <a:pt x="1050271" y="810005"/>
                            <a:pt x="1038377" y="814763"/>
                            <a:pt x="1031240" y="821900"/>
                          </a:cubicBezTo>
                          <a:cubicBezTo>
                            <a:pt x="1033619" y="818331"/>
                            <a:pt x="1035998" y="814763"/>
                            <a:pt x="1038377" y="811195"/>
                          </a:cubicBezTo>
                          <a:cubicBezTo>
                            <a:pt x="1041945" y="805248"/>
                            <a:pt x="1043135" y="806437"/>
                            <a:pt x="1041945" y="799300"/>
                          </a:cubicBezTo>
                          <a:cubicBezTo>
                            <a:pt x="1041945" y="798111"/>
                            <a:pt x="1039566" y="795732"/>
                            <a:pt x="1039566" y="793353"/>
                          </a:cubicBezTo>
                          <a:cubicBezTo>
                            <a:pt x="1039566" y="790974"/>
                            <a:pt x="1041945" y="788595"/>
                            <a:pt x="1041945" y="786217"/>
                          </a:cubicBezTo>
                          <a:cubicBezTo>
                            <a:pt x="1039566" y="780269"/>
                            <a:pt x="1032430" y="783838"/>
                            <a:pt x="1038377" y="776701"/>
                          </a:cubicBezTo>
                          <a:cubicBezTo>
                            <a:pt x="1041945" y="773133"/>
                            <a:pt x="1044324" y="773133"/>
                            <a:pt x="1046703" y="767186"/>
                          </a:cubicBezTo>
                          <a:cubicBezTo>
                            <a:pt x="1049082" y="761238"/>
                            <a:pt x="1047892" y="757670"/>
                            <a:pt x="1047892" y="752912"/>
                          </a:cubicBezTo>
                          <a:cubicBezTo>
                            <a:pt x="1047892" y="745776"/>
                            <a:pt x="1050271" y="745776"/>
                            <a:pt x="1053839" y="739829"/>
                          </a:cubicBezTo>
                          <a:cubicBezTo>
                            <a:pt x="1056218" y="736260"/>
                            <a:pt x="1056218" y="731502"/>
                            <a:pt x="1057408" y="726745"/>
                          </a:cubicBezTo>
                          <a:cubicBezTo>
                            <a:pt x="1058597" y="723176"/>
                            <a:pt x="1062165" y="721987"/>
                            <a:pt x="1063355" y="718419"/>
                          </a:cubicBezTo>
                          <a:cubicBezTo>
                            <a:pt x="1065734" y="714850"/>
                            <a:pt x="1063355" y="711282"/>
                            <a:pt x="1064544" y="707714"/>
                          </a:cubicBezTo>
                          <a:cubicBezTo>
                            <a:pt x="1069302" y="708903"/>
                            <a:pt x="1068113" y="711282"/>
                            <a:pt x="1072870" y="707714"/>
                          </a:cubicBezTo>
                          <a:cubicBezTo>
                            <a:pt x="1074060" y="706524"/>
                            <a:pt x="1075249" y="702956"/>
                            <a:pt x="1077628" y="701767"/>
                          </a:cubicBezTo>
                          <a:cubicBezTo>
                            <a:pt x="1080007" y="700577"/>
                            <a:pt x="1083575" y="700577"/>
                            <a:pt x="1085954" y="698198"/>
                          </a:cubicBezTo>
                          <a:cubicBezTo>
                            <a:pt x="1088333" y="697009"/>
                            <a:pt x="1089523" y="693441"/>
                            <a:pt x="1090712" y="691062"/>
                          </a:cubicBezTo>
                          <a:cubicBezTo>
                            <a:pt x="1091901" y="689872"/>
                            <a:pt x="1093091" y="688683"/>
                            <a:pt x="1094280" y="687493"/>
                          </a:cubicBezTo>
                          <a:cubicBezTo>
                            <a:pt x="1095470" y="686304"/>
                            <a:pt x="1093091" y="683925"/>
                            <a:pt x="1094280" y="681546"/>
                          </a:cubicBezTo>
                          <a:cubicBezTo>
                            <a:pt x="1095470" y="679167"/>
                            <a:pt x="1097849" y="677978"/>
                            <a:pt x="1100228" y="676789"/>
                          </a:cubicBezTo>
                          <a:cubicBezTo>
                            <a:pt x="1103796" y="673220"/>
                            <a:pt x="1109743" y="668463"/>
                            <a:pt x="1113311" y="663705"/>
                          </a:cubicBezTo>
                          <a:cubicBezTo>
                            <a:pt x="1110932" y="661326"/>
                            <a:pt x="1112122" y="654189"/>
                            <a:pt x="1115690" y="651810"/>
                          </a:cubicBezTo>
                          <a:cubicBezTo>
                            <a:pt x="1121637" y="648242"/>
                            <a:pt x="1120448" y="656568"/>
                            <a:pt x="1125206" y="656568"/>
                          </a:cubicBezTo>
                          <a:cubicBezTo>
                            <a:pt x="1124016" y="650621"/>
                            <a:pt x="1129963" y="648242"/>
                            <a:pt x="1129963" y="642295"/>
                          </a:cubicBezTo>
                          <a:cubicBezTo>
                            <a:pt x="1133532" y="642295"/>
                            <a:pt x="1139479" y="643484"/>
                            <a:pt x="1141858" y="642295"/>
                          </a:cubicBezTo>
                          <a:cubicBezTo>
                            <a:pt x="1147805" y="638727"/>
                            <a:pt x="1140668" y="635158"/>
                            <a:pt x="1143047" y="632780"/>
                          </a:cubicBezTo>
                          <a:cubicBezTo>
                            <a:pt x="1145426" y="628022"/>
                            <a:pt x="1150184" y="636348"/>
                            <a:pt x="1152563" y="631590"/>
                          </a:cubicBezTo>
                          <a:cubicBezTo>
                            <a:pt x="1154941" y="628022"/>
                            <a:pt x="1148994" y="626832"/>
                            <a:pt x="1148994" y="622074"/>
                          </a:cubicBezTo>
                          <a:cubicBezTo>
                            <a:pt x="1151373" y="622074"/>
                            <a:pt x="1154941" y="629211"/>
                            <a:pt x="1159699" y="625643"/>
                          </a:cubicBezTo>
                          <a:cubicBezTo>
                            <a:pt x="1163267" y="622074"/>
                            <a:pt x="1158510" y="618506"/>
                            <a:pt x="1156131" y="614938"/>
                          </a:cubicBezTo>
                          <a:cubicBezTo>
                            <a:pt x="1153752" y="607801"/>
                            <a:pt x="1148994" y="598286"/>
                            <a:pt x="1150184" y="589960"/>
                          </a:cubicBezTo>
                          <a:cubicBezTo>
                            <a:pt x="1153752" y="592339"/>
                            <a:pt x="1156131" y="598286"/>
                            <a:pt x="1157320" y="601854"/>
                          </a:cubicBezTo>
                          <a:cubicBezTo>
                            <a:pt x="1159699" y="608991"/>
                            <a:pt x="1159699" y="607801"/>
                            <a:pt x="1166836" y="610180"/>
                          </a:cubicBezTo>
                          <a:cubicBezTo>
                            <a:pt x="1175162" y="612559"/>
                            <a:pt x="1187056" y="616127"/>
                            <a:pt x="1194193" y="608991"/>
                          </a:cubicBezTo>
                          <a:cubicBezTo>
                            <a:pt x="1201330" y="600665"/>
                            <a:pt x="1194193" y="592339"/>
                            <a:pt x="1190624" y="584013"/>
                          </a:cubicBezTo>
                          <a:cubicBezTo>
                            <a:pt x="1189435" y="579255"/>
                            <a:pt x="1188246" y="573308"/>
                            <a:pt x="1183488" y="574497"/>
                          </a:cubicBezTo>
                          <a:cubicBezTo>
                            <a:pt x="1181109" y="574497"/>
                            <a:pt x="1179920" y="578065"/>
                            <a:pt x="1178730" y="579255"/>
                          </a:cubicBezTo>
                          <a:cubicBezTo>
                            <a:pt x="1176351" y="580444"/>
                            <a:pt x="1172783" y="580444"/>
                            <a:pt x="1170404" y="580444"/>
                          </a:cubicBezTo>
                          <a:cubicBezTo>
                            <a:pt x="1168025" y="580444"/>
                            <a:pt x="1166836" y="580444"/>
                            <a:pt x="1164457" y="580444"/>
                          </a:cubicBezTo>
                          <a:cubicBezTo>
                            <a:pt x="1164457" y="575687"/>
                            <a:pt x="1170404" y="579255"/>
                            <a:pt x="1173972" y="576876"/>
                          </a:cubicBezTo>
                          <a:cubicBezTo>
                            <a:pt x="1178730" y="573308"/>
                            <a:pt x="1175162" y="572118"/>
                            <a:pt x="1171594" y="569739"/>
                          </a:cubicBezTo>
                          <a:cubicBezTo>
                            <a:pt x="1166836" y="566171"/>
                            <a:pt x="1164457" y="556656"/>
                            <a:pt x="1158510" y="554277"/>
                          </a:cubicBezTo>
                          <a:cubicBezTo>
                            <a:pt x="1157320" y="556656"/>
                            <a:pt x="1156131" y="557845"/>
                            <a:pt x="1156131" y="560224"/>
                          </a:cubicBezTo>
                          <a:cubicBezTo>
                            <a:pt x="1151373" y="560224"/>
                            <a:pt x="1150184" y="551898"/>
                            <a:pt x="1151373" y="548330"/>
                          </a:cubicBezTo>
                          <a:cubicBezTo>
                            <a:pt x="1156131" y="547140"/>
                            <a:pt x="1164457" y="551898"/>
                            <a:pt x="1166836" y="553087"/>
                          </a:cubicBezTo>
                          <a:cubicBezTo>
                            <a:pt x="1171594" y="556656"/>
                            <a:pt x="1173972" y="561413"/>
                            <a:pt x="1177541" y="566171"/>
                          </a:cubicBezTo>
                          <a:cubicBezTo>
                            <a:pt x="1182298" y="570929"/>
                            <a:pt x="1188246" y="568550"/>
                            <a:pt x="1194193" y="573308"/>
                          </a:cubicBezTo>
                          <a:cubicBezTo>
                            <a:pt x="1198950" y="576876"/>
                            <a:pt x="1201330" y="582823"/>
                            <a:pt x="1207277" y="585202"/>
                          </a:cubicBezTo>
                          <a:cubicBezTo>
                            <a:pt x="1209656" y="581634"/>
                            <a:pt x="1212034" y="578065"/>
                            <a:pt x="1214413" y="574497"/>
                          </a:cubicBezTo>
                          <a:cubicBezTo>
                            <a:pt x="1215603" y="574497"/>
                            <a:pt x="1215603" y="574497"/>
                            <a:pt x="1216792" y="574497"/>
                          </a:cubicBezTo>
                          <a:cubicBezTo>
                            <a:pt x="1217982" y="584013"/>
                            <a:pt x="1223929" y="587581"/>
                            <a:pt x="1223929" y="575687"/>
                          </a:cubicBezTo>
                          <a:cubicBezTo>
                            <a:pt x="1223929" y="570929"/>
                            <a:pt x="1220360" y="556656"/>
                            <a:pt x="1226308" y="555466"/>
                          </a:cubicBezTo>
                          <a:cubicBezTo>
                            <a:pt x="1227497" y="559034"/>
                            <a:pt x="1226308" y="562603"/>
                            <a:pt x="1229876" y="563792"/>
                          </a:cubicBezTo>
                          <a:cubicBezTo>
                            <a:pt x="1232255" y="560224"/>
                            <a:pt x="1234634" y="555466"/>
                            <a:pt x="1240581" y="556656"/>
                          </a:cubicBezTo>
                          <a:cubicBezTo>
                            <a:pt x="1240581" y="559034"/>
                            <a:pt x="1238202" y="569739"/>
                            <a:pt x="1244149" y="564982"/>
                          </a:cubicBezTo>
                          <a:cubicBezTo>
                            <a:pt x="1246528" y="567361"/>
                            <a:pt x="1253665" y="570929"/>
                            <a:pt x="1256043" y="572118"/>
                          </a:cubicBezTo>
                          <a:cubicBezTo>
                            <a:pt x="1260801" y="573308"/>
                            <a:pt x="1266748" y="570929"/>
                            <a:pt x="1270317" y="568550"/>
                          </a:cubicBezTo>
                          <a:cubicBezTo>
                            <a:pt x="1273885" y="564982"/>
                            <a:pt x="1275074" y="561413"/>
                            <a:pt x="1279832" y="557845"/>
                          </a:cubicBezTo>
                          <a:cubicBezTo>
                            <a:pt x="1284590" y="554277"/>
                            <a:pt x="1288158" y="551898"/>
                            <a:pt x="1292916" y="549519"/>
                          </a:cubicBezTo>
                          <a:cubicBezTo>
                            <a:pt x="1295295" y="534056"/>
                            <a:pt x="1317894" y="531678"/>
                            <a:pt x="1320273" y="518594"/>
                          </a:cubicBezTo>
                          <a:cubicBezTo>
                            <a:pt x="1314326" y="518594"/>
                            <a:pt x="1302431" y="517404"/>
                            <a:pt x="1298863" y="512646"/>
                          </a:cubicBezTo>
                          <a:cubicBezTo>
                            <a:pt x="1292916" y="512646"/>
                            <a:pt x="1282211" y="511457"/>
                            <a:pt x="1278643" y="507889"/>
                          </a:cubicBezTo>
                          <a:cubicBezTo>
                            <a:pt x="1275074" y="504320"/>
                            <a:pt x="1272696" y="495994"/>
                            <a:pt x="1270317" y="491237"/>
                          </a:cubicBezTo>
                          <a:cubicBezTo>
                            <a:pt x="1267938" y="486479"/>
                            <a:pt x="1267938" y="484100"/>
                            <a:pt x="1267938" y="484100"/>
                          </a:cubicBezTo>
                          <a:cubicBezTo>
                            <a:pt x="1267938" y="480532"/>
                            <a:pt x="1267938" y="476963"/>
                            <a:pt x="1267938" y="473395"/>
                          </a:cubicBezTo>
                          <a:cubicBezTo>
                            <a:pt x="1261991" y="473395"/>
                            <a:pt x="1257233" y="471016"/>
                            <a:pt x="1252475" y="469827"/>
                          </a:cubicBezTo>
                          <a:cubicBezTo>
                            <a:pt x="1246528" y="468637"/>
                            <a:pt x="1240581" y="469827"/>
                            <a:pt x="1238202" y="465069"/>
                          </a:cubicBezTo>
                          <a:cubicBezTo>
                            <a:pt x="1244149" y="465069"/>
                            <a:pt x="1250096" y="465069"/>
                            <a:pt x="1256043" y="466259"/>
                          </a:cubicBezTo>
                          <a:cubicBezTo>
                            <a:pt x="1260801" y="467448"/>
                            <a:pt x="1267938" y="466259"/>
                            <a:pt x="1272696" y="467448"/>
                          </a:cubicBezTo>
                          <a:cubicBezTo>
                            <a:pt x="1276264" y="468637"/>
                            <a:pt x="1277453" y="475774"/>
                            <a:pt x="1281022" y="479342"/>
                          </a:cubicBezTo>
                          <a:cubicBezTo>
                            <a:pt x="1284590" y="484100"/>
                            <a:pt x="1288158" y="484100"/>
                            <a:pt x="1292916" y="487668"/>
                          </a:cubicBezTo>
                          <a:cubicBezTo>
                            <a:pt x="1290537" y="487668"/>
                            <a:pt x="1288158" y="488858"/>
                            <a:pt x="1288158" y="492426"/>
                          </a:cubicBezTo>
                          <a:cubicBezTo>
                            <a:pt x="1292916" y="492426"/>
                            <a:pt x="1295295" y="497184"/>
                            <a:pt x="1296484" y="500752"/>
                          </a:cubicBezTo>
                          <a:cubicBezTo>
                            <a:pt x="1301242" y="501942"/>
                            <a:pt x="1301242" y="507889"/>
                            <a:pt x="1308379" y="507889"/>
                          </a:cubicBezTo>
                          <a:cubicBezTo>
                            <a:pt x="1311947" y="507889"/>
                            <a:pt x="1315515" y="507889"/>
                            <a:pt x="1317894" y="507889"/>
                          </a:cubicBezTo>
                          <a:cubicBezTo>
                            <a:pt x="1323841" y="507889"/>
                            <a:pt x="1321462" y="509078"/>
                            <a:pt x="1325031" y="504320"/>
                          </a:cubicBezTo>
                          <a:cubicBezTo>
                            <a:pt x="1327410" y="501942"/>
                            <a:pt x="1326220" y="500752"/>
                            <a:pt x="1329788" y="499563"/>
                          </a:cubicBezTo>
                          <a:cubicBezTo>
                            <a:pt x="1333357" y="497184"/>
                            <a:pt x="1333357" y="498373"/>
                            <a:pt x="1335736" y="494805"/>
                          </a:cubicBezTo>
                          <a:cubicBezTo>
                            <a:pt x="1340493" y="490047"/>
                            <a:pt x="1339304" y="490047"/>
                            <a:pt x="1345251" y="485289"/>
                          </a:cubicBezTo>
                          <a:cubicBezTo>
                            <a:pt x="1345251" y="485289"/>
                            <a:pt x="1348819" y="481721"/>
                            <a:pt x="1348819" y="481721"/>
                          </a:cubicBezTo>
                          <a:cubicBezTo>
                            <a:pt x="1361903" y="474585"/>
                            <a:pt x="1367850" y="465069"/>
                            <a:pt x="1352388" y="466259"/>
                          </a:cubicBezTo>
                          <a:cubicBezTo>
                            <a:pt x="1352388" y="466259"/>
                            <a:pt x="1351198" y="465069"/>
                            <a:pt x="1350009" y="463880"/>
                          </a:cubicBezTo>
                          <a:cubicBezTo>
                            <a:pt x="1350009" y="456743"/>
                            <a:pt x="1344062" y="443659"/>
                            <a:pt x="1355956" y="448417"/>
                          </a:cubicBezTo>
                          <a:cubicBezTo>
                            <a:pt x="1360714" y="450796"/>
                            <a:pt x="1361903" y="451985"/>
                            <a:pt x="1367850" y="451985"/>
                          </a:cubicBezTo>
                          <a:cubicBezTo>
                            <a:pt x="1371419" y="451985"/>
                            <a:pt x="1376176" y="450796"/>
                            <a:pt x="1380934" y="450796"/>
                          </a:cubicBezTo>
                          <a:cubicBezTo>
                            <a:pt x="1380934" y="454364"/>
                            <a:pt x="1380934" y="460311"/>
                            <a:pt x="1379745" y="463880"/>
                          </a:cubicBezTo>
                          <a:cubicBezTo>
                            <a:pt x="1382124" y="465069"/>
                            <a:pt x="1390450" y="471016"/>
                            <a:pt x="1394018" y="471016"/>
                          </a:cubicBezTo>
                          <a:cubicBezTo>
                            <a:pt x="1394018" y="466259"/>
                            <a:pt x="1389260" y="465069"/>
                            <a:pt x="1389260" y="460311"/>
                          </a:cubicBezTo>
                          <a:cubicBezTo>
                            <a:pt x="1397586" y="457932"/>
                            <a:pt x="1398776" y="475774"/>
                            <a:pt x="1409481" y="473395"/>
                          </a:cubicBezTo>
                          <a:cubicBezTo>
                            <a:pt x="1407102" y="467448"/>
                            <a:pt x="1405912" y="461501"/>
                            <a:pt x="1404723" y="455554"/>
                          </a:cubicBezTo>
                          <a:cubicBezTo>
                            <a:pt x="1404723" y="453175"/>
                            <a:pt x="1405912" y="449606"/>
                            <a:pt x="1404723" y="446038"/>
                          </a:cubicBezTo>
                          <a:cubicBezTo>
                            <a:pt x="1403533" y="443659"/>
                            <a:pt x="1401154" y="441280"/>
                            <a:pt x="1399965" y="438902"/>
                          </a:cubicBezTo>
                          <a:cubicBezTo>
                            <a:pt x="1399965" y="438902"/>
                            <a:pt x="1398776" y="438902"/>
                            <a:pt x="1398776" y="438902"/>
                          </a:cubicBezTo>
                          <a:cubicBezTo>
                            <a:pt x="1398776" y="437712"/>
                            <a:pt x="1398776" y="437712"/>
                            <a:pt x="1398776" y="436523"/>
                          </a:cubicBezTo>
                          <a:cubicBezTo>
                            <a:pt x="1395207" y="436523"/>
                            <a:pt x="1388071" y="438902"/>
                            <a:pt x="1391639" y="431765"/>
                          </a:cubicBezTo>
                          <a:cubicBezTo>
                            <a:pt x="1398776" y="431765"/>
                            <a:pt x="1401154" y="429386"/>
                            <a:pt x="1405912" y="432954"/>
                          </a:cubicBezTo>
                          <a:cubicBezTo>
                            <a:pt x="1411859" y="437712"/>
                            <a:pt x="1408291" y="440091"/>
                            <a:pt x="1408291" y="446038"/>
                          </a:cubicBezTo>
                          <a:cubicBezTo>
                            <a:pt x="1411859" y="447228"/>
                            <a:pt x="1411859" y="443659"/>
                            <a:pt x="1415428" y="443659"/>
                          </a:cubicBezTo>
                          <a:cubicBezTo>
                            <a:pt x="1415428" y="447228"/>
                            <a:pt x="1413049" y="447228"/>
                            <a:pt x="1411859" y="449606"/>
                          </a:cubicBezTo>
                          <a:cubicBezTo>
                            <a:pt x="1410670" y="451985"/>
                            <a:pt x="1410670" y="455554"/>
                            <a:pt x="1411859" y="457932"/>
                          </a:cubicBezTo>
                          <a:cubicBezTo>
                            <a:pt x="1413049" y="462690"/>
                            <a:pt x="1415428" y="471016"/>
                            <a:pt x="1418996" y="473395"/>
                          </a:cubicBezTo>
                          <a:cubicBezTo>
                            <a:pt x="1421375" y="469827"/>
                            <a:pt x="1429701" y="467448"/>
                            <a:pt x="1429701" y="462690"/>
                          </a:cubicBezTo>
                          <a:cubicBezTo>
                            <a:pt x="1438027" y="462690"/>
                            <a:pt x="1439217" y="457932"/>
                            <a:pt x="1446353" y="454364"/>
                          </a:cubicBezTo>
                          <a:cubicBezTo>
                            <a:pt x="1452300" y="450796"/>
                            <a:pt x="1457058" y="450796"/>
                            <a:pt x="1458247" y="442470"/>
                          </a:cubicBezTo>
                          <a:cubicBezTo>
                            <a:pt x="1460626" y="441280"/>
                            <a:pt x="1465384" y="440091"/>
                            <a:pt x="1467763" y="440091"/>
                          </a:cubicBezTo>
                          <a:cubicBezTo>
                            <a:pt x="1471331" y="440091"/>
                            <a:pt x="1472521" y="443659"/>
                            <a:pt x="1476089" y="443659"/>
                          </a:cubicBezTo>
                          <a:cubicBezTo>
                            <a:pt x="1477278" y="438902"/>
                            <a:pt x="1477278" y="432954"/>
                            <a:pt x="1478468" y="427007"/>
                          </a:cubicBezTo>
                          <a:cubicBezTo>
                            <a:pt x="1479657" y="421060"/>
                            <a:pt x="1482036" y="416302"/>
                            <a:pt x="1479657" y="410355"/>
                          </a:cubicBezTo>
                          <a:cubicBezTo>
                            <a:pt x="1478468" y="404408"/>
                            <a:pt x="1476089" y="402029"/>
                            <a:pt x="1476089" y="396082"/>
                          </a:cubicBezTo>
                          <a:cubicBezTo>
                            <a:pt x="1474900" y="387756"/>
                            <a:pt x="1478468" y="390135"/>
                            <a:pt x="1480847" y="382998"/>
                          </a:cubicBezTo>
                          <a:cubicBezTo>
                            <a:pt x="1478468" y="382998"/>
                            <a:pt x="1476089" y="382998"/>
                            <a:pt x="1474900" y="382998"/>
                          </a:cubicBezTo>
                          <a:cubicBezTo>
                            <a:pt x="1476089" y="380619"/>
                            <a:pt x="1474900" y="379430"/>
                            <a:pt x="1477278" y="378240"/>
                          </a:cubicBezTo>
                          <a:cubicBezTo>
                            <a:pt x="1474900" y="374672"/>
                            <a:pt x="1478468" y="369914"/>
                            <a:pt x="1473710" y="367535"/>
                          </a:cubicBezTo>
                          <a:cubicBezTo>
                            <a:pt x="1472521" y="365157"/>
                            <a:pt x="1472521" y="362778"/>
                            <a:pt x="1474900" y="361588"/>
                          </a:cubicBezTo>
                          <a:cubicBezTo>
                            <a:pt x="1483226" y="360399"/>
                            <a:pt x="1492741" y="377051"/>
                            <a:pt x="1498688" y="366346"/>
                          </a:cubicBezTo>
                          <a:cubicBezTo>
                            <a:pt x="1504635" y="366346"/>
                            <a:pt x="1512961" y="365157"/>
                            <a:pt x="1512961" y="358020"/>
                          </a:cubicBezTo>
                          <a:cubicBezTo>
                            <a:pt x="1512961" y="352073"/>
                            <a:pt x="1507014" y="346126"/>
                            <a:pt x="1503446" y="344936"/>
                          </a:cubicBezTo>
                          <a:cubicBezTo>
                            <a:pt x="1508204" y="343747"/>
                            <a:pt x="1523666" y="334231"/>
                            <a:pt x="1516530" y="327095"/>
                          </a:cubicBezTo>
                          <a:cubicBezTo>
                            <a:pt x="1511772" y="325905"/>
                            <a:pt x="1503446" y="327095"/>
                            <a:pt x="1499878" y="323526"/>
                          </a:cubicBezTo>
                          <a:cubicBezTo>
                            <a:pt x="1508204" y="317579"/>
                            <a:pt x="1492741" y="314011"/>
                            <a:pt x="1490362" y="308064"/>
                          </a:cubicBezTo>
                          <a:cubicBezTo>
                            <a:pt x="1493930" y="308064"/>
                            <a:pt x="1497499" y="309253"/>
                            <a:pt x="1499878" y="311632"/>
                          </a:cubicBezTo>
                          <a:cubicBezTo>
                            <a:pt x="1501067" y="308064"/>
                            <a:pt x="1501067" y="304495"/>
                            <a:pt x="1496309" y="304495"/>
                          </a:cubicBezTo>
                          <a:cubicBezTo>
                            <a:pt x="1490362" y="292601"/>
                            <a:pt x="1478468" y="302117"/>
                            <a:pt x="1470142" y="291412"/>
                          </a:cubicBezTo>
                          <a:cubicBezTo>
                            <a:pt x="1466573" y="287843"/>
                            <a:pt x="1466573" y="281896"/>
                            <a:pt x="1459437" y="281896"/>
                          </a:cubicBezTo>
                          <a:cubicBezTo>
                            <a:pt x="1452300" y="281896"/>
                            <a:pt x="1451111" y="286654"/>
                            <a:pt x="1447543" y="277138"/>
                          </a:cubicBezTo>
                          <a:cubicBezTo>
                            <a:pt x="1446353" y="277138"/>
                            <a:pt x="1446353" y="277138"/>
                            <a:pt x="1445164" y="277138"/>
                          </a:cubicBezTo>
                          <a:cubicBezTo>
                            <a:pt x="1441595" y="280707"/>
                            <a:pt x="1446353" y="283085"/>
                            <a:pt x="1446353" y="286654"/>
                          </a:cubicBezTo>
                          <a:cubicBezTo>
                            <a:pt x="1445164" y="286654"/>
                            <a:pt x="1445164" y="286654"/>
                            <a:pt x="1445164" y="286654"/>
                          </a:cubicBezTo>
                          <a:cubicBezTo>
                            <a:pt x="1443974" y="290222"/>
                            <a:pt x="1441595" y="294980"/>
                            <a:pt x="1440406" y="298548"/>
                          </a:cubicBezTo>
                          <a:cubicBezTo>
                            <a:pt x="1440406" y="300927"/>
                            <a:pt x="1441595" y="303306"/>
                            <a:pt x="1440406" y="305685"/>
                          </a:cubicBezTo>
                          <a:cubicBezTo>
                            <a:pt x="1440406" y="306874"/>
                            <a:pt x="1438027" y="309253"/>
                            <a:pt x="1436837" y="310443"/>
                          </a:cubicBezTo>
                          <a:cubicBezTo>
                            <a:pt x="1434459" y="316390"/>
                            <a:pt x="1436837" y="318769"/>
                            <a:pt x="1439217" y="323526"/>
                          </a:cubicBezTo>
                          <a:cubicBezTo>
                            <a:pt x="1441595" y="327095"/>
                            <a:pt x="1442785" y="331852"/>
                            <a:pt x="1434459" y="329473"/>
                          </a:cubicBezTo>
                          <a:cubicBezTo>
                            <a:pt x="1433269" y="328284"/>
                            <a:pt x="1428511" y="329473"/>
                            <a:pt x="1427322" y="331852"/>
                          </a:cubicBezTo>
                          <a:cubicBezTo>
                            <a:pt x="1426133" y="335421"/>
                            <a:pt x="1430890" y="338989"/>
                            <a:pt x="1432080" y="340178"/>
                          </a:cubicBezTo>
                          <a:cubicBezTo>
                            <a:pt x="1421375" y="342557"/>
                            <a:pt x="1416617" y="330663"/>
                            <a:pt x="1409481" y="344936"/>
                          </a:cubicBezTo>
                          <a:cubicBezTo>
                            <a:pt x="1405912" y="352073"/>
                            <a:pt x="1403533" y="362778"/>
                            <a:pt x="1398776" y="368725"/>
                          </a:cubicBezTo>
                          <a:cubicBezTo>
                            <a:pt x="1394018" y="375861"/>
                            <a:pt x="1385692" y="379430"/>
                            <a:pt x="1379745" y="386566"/>
                          </a:cubicBezTo>
                          <a:cubicBezTo>
                            <a:pt x="1376176" y="390135"/>
                            <a:pt x="1372608" y="391324"/>
                            <a:pt x="1371419" y="396082"/>
                          </a:cubicBezTo>
                          <a:cubicBezTo>
                            <a:pt x="1370229" y="400840"/>
                            <a:pt x="1370229" y="403218"/>
                            <a:pt x="1367850" y="407976"/>
                          </a:cubicBezTo>
                          <a:cubicBezTo>
                            <a:pt x="1365471" y="407976"/>
                            <a:pt x="1364282" y="407976"/>
                            <a:pt x="1363093" y="406787"/>
                          </a:cubicBezTo>
                          <a:cubicBezTo>
                            <a:pt x="1358335" y="405597"/>
                            <a:pt x="1358335" y="410355"/>
                            <a:pt x="1358335" y="413923"/>
                          </a:cubicBezTo>
                          <a:cubicBezTo>
                            <a:pt x="1352388" y="412734"/>
                            <a:pt x="1352388" y="409166"/>
                            <a:pt x="1351198" y="403218"/>
                          </a:cubicBezTo>
                          <a:cubicBezTo>
                            <a:pt x="1350009" y="398461"/>
                            <a:pt x="1347630" y="393703"/>
                            <a:pt x="1345251" y="388945"/>
                          </a:cubicBezTo>
                          <a:cubicBezTo>
                            <a:pt x="1341683" y="380619"/>
                            <a:pt x="1342872" y="366346"/>
                            <a:pt x="1345251" y="358020"/>
                          </a:cubicBezTo>
                          <a:cubicBezTo>
                            <a:pt x="1345251" y="358020"/>
                            <a:pt x="1346441" y="358020"/>
                            <a:pt x="1346441" y="358020"/>
                          </a:cubicBezTo>
                          <a:cubicBezTo>
                            <a:pt x="1347630" y="353262"/>
                            <a:pt x="1350009" y="349694"/>
                            <a:pt x="1348819" y="344936"/>
                          </a:cubicBezTo>
                          <a:cubicBezTo>
                            <a:pt x="1352388" y="344936"/>
                            <a:pt x="1354767" y="346126"/>
                            <a:pt x="1358335" y="344936"/>
                          </a:cubicBezTo>
                          <a:cubicBezTo>
                            <a:pt x="1363093" y="334231"/>
                            <a:pt x="1359524" y="327095"/>
                            <a:pt x="1358335" y="316390"/>
                          </a:cubicBezTo>
                          <a:cubicBezTo>
                            <a:pt x="1357145" y="306874"/>
                            <a:pt x="1353577" y="298548"/>
                            <a:pt x="1350009" y="290222"/>
                          </a:cubicBezTo>
                          <a:cubicBezTo>
                            <a:pt x="1347630" y="292601"/>
                            <a:pt x="1346441" y="297359"/>
                            <a:pt x="1344062" y="300927"/>
                          </a:cubicBezTo>
                          <a:cubicBezTo>
                            <a:pt x="1341683" y="304495"/>
                            <a:pt x="1339304" y="306874"/>
                            <a:pt x="1336925" y="310443"/>
                          </a:cubicBezTo>
                          <a:cubicBezTo>
                            <a:pt x="1334546" y="315200"/>
                            <a:pt x="1333357" y="331852"/>
                            <a:pt x="1323841" y="327095"/>
                          </a:cubicBezTo>
                          <a:cubicBezTo>
                            <a:pt x="1321462" y="333042"/>
                            <a:pt x="1315515" y="344936"/>
                            <a:pt x="1309568" y="347315"/>
                          </a:cubicBezTo>
                          <a:cubicBezTo>
                            <a:pt x="1295295" y="352073"/>
                            <a:pt x="1307189" y="333042"/>
                            <a:pt x="1308379" y="329473"/>
                          </a:cubicBezTo>
                          <a:cubicBezTo>
                            <a:pt x="1310757" y="322337"/>
                            <a:pt x="1316705" y="314011"/>
                            <a:pt x="1317894" y="305685"/>
                          </a:cubicBezTo>
                          <a:cubicBezTo>
                            <a:pt x="1319083" y="297359"/>
                            <a:pt x="1311947" y="290222"/>
                            <a:pt x="1311947" y="280707"/>
                          </a:cubicBezTo>
                          <a:cubicBezTo>
                            <a:pt x="1313136" y="281896"/>
                            <a:pt x="1314326" y="284275"/>
                            <a:pt x="1315515" y="286654"/>
                          </a:cubicBezTo>
                          <a:cubicBezTo>
                            <a:pt x="1319083" y="286654"/>
                            <a:pt x="1316705" y="284275"/>
                            <a:pt x="1319083" y="283085"/>
                          </a:cubicBezTo>
                          <a:cubicBezTo>
                            <a:pt x="1321462" y="281896"/>
                            <a:pt x="1322652" y="281896"/>
                            <a:pt x="1325031" y="280707"/>
                          </a:cubicBezTo>
                          <a:cubicBezTo>
                            <a:pt x="1328599" y="279517"/>
                            <a:pt x="1332167" y="278328"/>
                            <a:pt x="1333357" y="274759"/>
                          </a:cubicBezTo>
                          <a:cubicBezTo>
                            <a:pt x="1326220" y="273570"/>
                            <a:pt x="1319083" y="278328"/>
                            <a:pt x="1319083" y="267623"/>
                          </a:cubicBezTo>
                          <a:cubicBezTo>
                            <a:pt x="1314326" y="267623"/>
                            <a:pt x="1313136" y="271191"/>
                            <a:pt x="1308379" y="272381"/>
                          </a:cubicBezTo>
                          <a:cubicBezTo>
                            <a:pt x="1301242" y="273570"/>
                            <a:pt x="1303621" y="271191"/>
                            <a:pt x="1301242" y="266433"/>
                          </a:cubicBezTo>
                          <a:cubicBezTo>
                            <a:pt x="1296484" y="266433"/>
                            <a:pt x="1295295" y="262865"/>
                            <a:pt x="1290537" y="264055"/>
                          </a:cubicBezTo>
                          <a:cubicBezTo>
                            <a:pt x="1284590" y="250971"/>
                            <a:pt x="1314326" y="250971"/>
                            <a:pt x="1313136" y="239076"/>
                          </a:cubicBezTo>
                          <a:cubicBezTo>
                            <a:pt x="1309568" y="239076"/>
                            <a:pt x="1306000" y="239076"/>
                            <a:pt x="1303621" y="236698"/>
                          </a:cubicBezTo>
                          <a:cubicBezTo>
                            <a:pt x="1306000" y="235508"/>
                            <a:pt x="1307189" y="233129"/>
                            <a:pt x="1309568" y="231940"/>
                          </a:cubicBezTo>
                          <a:cubicBezTo>
                            <a:pt x="1311947" y="229561"/>
                            <a:pt x="1310757" y="227182"/>
                            <a:pt x="1314326" y="227182"/>
                          </a:cubicBezTo>
                          <a:cubicBezTo>
                            <a:pt x="1313136" y="234319"/>
                            <a:pt x="1319083" y="234319"/>
                            <a:pt x="1320273" y="239076"/>
                          </a:cubicBezTo>
                          <a:cubicBezTo>
                            <a:pt x="1322652" y="239076"/>
                            <a:pt x="1325031" y="236698"/>
                            <a:pt x="1327410" y="235508"/>
                          </a:cubicBezTo>
                          <a:cubicBezTo>
                            <a:pt x="1334546" y="229561"/>
                            <a:pt x="1325031" y="227182"/>
                            <a:pt x="1322652" y="221235"/>
                          </a:cubicBezTo>
                          <a:cubicBezTo>
                            <a:pt x="1321462" y="217667"/>
                            <a:pt x="1323841" y="215288"/>
                            <a:pt x="1323841" y="211719"/>
                          </a:cubicBezTo>
                          <a:cubicBezTo>
                            <a:pt x="1323841" y="206962"/>
                            <a:pt x="1322652" y="205772"/>
                            <a:pt x="1321462" y="202204"/>
                          </a:cubicBezTo>
                          <a:cubicBezTo>
                            <a:pt x="1316705" y="190310"/>
                            <a:pt x="1322652" y="177226"/>
                            <a:pt x="1328599" y="167710"/>
                          </a:cubicBezTo>
                          <a:cubicBezTo>
                            <a:pt x="1330978" y="164142"/>
                            <a:pt x="1327410" y="162953"/>
                            <a:pt x="1327410" y="162953"/>
                          </a:cubicBezTo>
                          <a:cubicBezTo>
                            <a:pt x="1327410" y="158195"/>
                            <a:pt x="1327410" y="154627"/>
                            <a:pt x="1326220" y="149869"/>
                          </a:cubicBezTo>
                          <a:cubicBezTo>
                            <a:pt x="1325031" y="148679"/>
                            <a:pt x="1323841" y="147490"/>
                            <a:pt x="1321462" y="146300"/>
                          </a:cubicBezTo>
                          <a:cubicBezTo>
                            <a:pt x="1319083" y="142732"/>
                            <a:pt x="1320273" y="140353"/>
                            <a:pt x="1320273" y="135596"/>
                          </a:cubicBezTo>
                          <a:cubicBezTo>
                            <a:pt x="1322652" y="135596"/>
                            <a:pt x="1323841" y="134406"/>
                            <a:pt x="1323841" y="132027"/>
                          </a:cubicBezTo>
                          <a:cubicBezTo>
                            <a:pt x="1325031" y="127270"/>
                            <a:pt x="1323841" y="129648"/>
                            <a:pt x="1320273" y="127270"/>
                          </a:cubicBezTo>
                          <a:cubicBezTo>
                            <a:pt x="1314326" y="123701"/>
                            <a:pt x="1313136" y="124891"/>
                            <a:pt x="1313136" y="117754"/>
                          </a:cubicBezTo>
                          <a:cubicBezTo>
                            <a:pt x="1309568" y="116565"/>
                            <a:pt x="1295295" y="109428"/>
                            <a:pt x="1296484" y="117754"/>
                          </a:cubicBezTo>
                          <a:cubicBezTo>
                            <a:pt x="1291726" y="118944"/>
                            <a:pt x="1286969" y="123701"/>
                            <a:pt x="1282211" y="126080"/>
                          </a:cubicBezTo>
                          <a:cubicBezTo>
                            <a:pt x="1279832" y="127270"/>
                            <a:pt x="1275074" y="127270"/>
                            <a:pt x="1276264" y="132027"/>
                          </a:cubicBezTo>
                          <a:cubicBezTo>
                            <a:pt x="1276264" y="133217"/>
                            <a:pt x="1282211" y="136785"/>
                            <a:pt x="1284590" y="136785"/>
                          </a:cubicBezTo>
                          <a:cubicBezTo>
                            <a:pt x="1284590" y="141543"/>
                            <a:pt x="1282211" y="149869"/>
                            <a:pt x="1278643" y="152248"/>
                          </a:cubicBezTo>
                          <a:cubicBezTo>
                            <a:pt x="1277453" y="152248"/>
                            <a:pt x="1277453" y="152248"/>
                            <a:pt x="1276264" y="153437"/>
                          </a:cubicBezTo>
                          <a:cubicBezTo>
                            <a:pt x="1275074" y="151058"/>
                            <a:pt x="1276264" y="140353"/>
                            <a:pt x="1272696" y="139164"/>
                          </a:cubicBezTo>
                          <a:cubicBezTo>
                            <a:pt x="1271506" y="137974"/>
                            <a:pt x="1263180" y="145111"/>
                            <a:pt x="1261991" y="146300"/>
                          </a:cubicBezTo>
                          <a:cubicBezTo>
                            <a:pt x="1253665" y="151058"/>
                            <a:pt x="1252475" y="160574"/>
                            <a:pt x="1245339" y="165331"/>
                          </a:cubicBezTo>
                          <a:cubicBezTo>
                            <a:pt x="1245339" y="170089"/>
                            <a:pt x="1240581" y="174847"/>
                            <a:pt x="1240581" y="179605"/>
                          </a:cubicBezTo>
                          <a:cubicBezTo>
                            <a:pt x="1240581" y="185552"/>
                            <a:pt x="1245339" y="190310"/>
                            <a:pt x="1250096" y="185552"/>
                          </a:cubicBezTo>
                          <a:cubicBezTo>
                            <a:pt x="1250096" y="186741"/>
                            <a:pt x="1250096" y="186741"/>
                            <a:pt x="1250096" y="187931"/>
                          </a:cubicBezTo>
                          <a:cubicBezTo>
                            <a:pt x="1234634" y="195067"/>
                            <a:pt x="1225118" y="201015"/>
                            <a:pt x="1225118" y="218856"/>
                          </a:cubicBezTo>
                          <a:cubicBezTo>
                            <a:pt x="1225118" y="222424"/>
                            <a:pt x="1223929" y="228371"/>
                            <a:pt x="1223929" y="231940"/>
                          </a:cubicBezTo>
                          <a:cubicBezTo>
                            <a:pt x="1225118" y="235508"/>
                            <a:pt x="1227497" y="236698"/>
                            <a:pt x="1229876" y="240266"/>
                          </a:cubicBezTo>
                          <a:cubicBezTo>
                            <a:pt x="1232255" y="242645"/>
                            <a:pt x="1240581" y="259297"/>
                            <a:pt x="1245339" y="252160"/>
                          </a:cubicBezTo>
                          <a:cubicBezTo>
                            <a:pt x="1246528" y="254539"/>
                            <a:pt x="1246528" y="256918"/>
                            <a:pt x="1247717" y="259297"/>
                          </a:cubicBezTo>
                          <a:cubicBezTo>
                            <a:pt x="1248907" y="260486"/>
                            <a:pt x="1253665" y="261676"/>
                            <a:pt x="1254854" y="261676"/>
                          </a:cubicBezTo>
                          <a:cubicBezTo>
                            <a:pt x="1259612" y="264055"/>
                            <a:pt x="1264369" y="265244"/>
                            <a:pt x="1270317" y="266433"/>
                          </a:cubicBezTo>
                          <a:cubicBezTo>
                            <a:pt x="1270317" y="267623"/>
                            <a:pt x="1270317" y="268812"/>
                            <a:pt x="1270317" y="270002"/>
                          </a:cubicBezTo>
                          <a:cubicBezTo>
                            <a:pt x="1265559" y="271191"/>
                            <a:pt x="1263180" y="280707"/>
                            <a:pt x="1258422" y="280707"/>
                          </a:cubicBezTo>
                          <a:cubicBezTo>
                            <a:pt x="1258422" y="277138"/>
                            <a:pt x="1259612" y="275949"/>
                            <a:pt x="1258422" y="272381"/>
                          </a:cubicBezTo>
                          <a:cubicBezTo>
                            <a:pt x="1256043" y="272381"/>
                            <a:pt x="1251286" y="272381"/>
                            <a:pt x="1248907" y="274759"/>
                          </a:cubicBezTo>
                          <a:cubicBezTo>
                            <a:pt x="1246528" y="277138"/>
                            <a:pt x="1247717" y="280707"/>
                            <a:pt x="1245339" y="284275"/>
                          </a:cubicBezTo>
                          <a:cubicBezTo>
                            <a:pt x="1241770" y="289033"/>
                            <a:pt x="1232255" y="290222"/>
                            <a:pt x="1233444" y="297359"/>
                          </a:cubicBezTo>
                          <a:cubicBezTo>
                            <a:pt x="1237013" y="297359"/>
                            <a:pt x="1239391" y="298548"/>
                            <a:pt x="1242960" y="299738"/>
                          </a:cubicBezTo>
                          <a:cubicBezTo>
                            <a:pt x="1245339" y="297359"/>
                            <a:pt x="1247717" y="293790"/>
                            <a:pt x="1251286" y="292601"/>
                          </a:cubicBezTo>
                          <a:cubicBezTo>
                            <a:pt x="1250096" y="294980"/>
                            <a:pt x="1251286" y="294980"/>
                            <a:pt x="1253665" y="294980"/>
                          </a:cubicBezTo>
                          <a:cubicBezTo>
                            <a:pt x="1258422" y="305685"/>
                            <a:pt x="1238202" y="317579"/>
                            <a:pt x="1233444" y="322337"/>
                          </a:cubicBezTo>
                          <a:cubicBezTo>
                            <a:pt x="1228686" y="327095"/>
                            <a:pt x="1225118" y="329473"/>
                            <a:pt x="1219171" y="333042"/>
                          </a:cubicBezTo>
                          <a:cubicBezTo>
                            <a:pt x="1216792" y="334231"/>
                            <a:pt x="1213224" y="340178"/>
                            <a:pt x="1212034" y="340178"/>
                          </a:cubicBezTo>
                          <a:cubicBezTo>
                            <a:pt x="1208466" y="341368"/>
                            <a:pt x="1206087" y="336610"/>
                            <a:pt x="1202519" y="336610"/>
                          </a:cubicBezTo>
                          <a:cubicBezTo>
                            <a:pt x="1201330" y="340178"/>
                            <a:pt x="1197761" y="341368"/>
                            <a:pt x="1196572" y="337800"/>
                          </a:cubicBezTo>
                          <a:cubicBezTo>
                            <a:pt x="1191814" y="338989"/>
                            <a:pt x="1185867" y="352073"/>
                            <a:pt x="1185867" y="356830"/>
                          </a:cubicBezTo>
                          <a:cubicBezTo>
                            <a:pt x="1185867" y="365157"/>
                            <a:pt x="1184677" y="373483"/>
                            <a:pt x="1183488" y="381809"/>
                          </a:cubicBezTo>
                          <a:cubicBezTo>
                            <a:pt x="1187056" y="381809"/>
                            <a:pt x="1190624" y="381809"/>
                            <a:pt x="1194193" y="380619"/>
                          </a:cubicBezTo>
                          <a:cubicBezTo>
                            <a:pt x="1187056" y="382998"/>
                            <a:pt x="1181109" y="387756"/>
                            <a:pt x="1176351" y="393703"/>
                          </a:cubicBezTo>
                          <a:cubicBezTo>
                            <a:pt x="1168025" y="403218"/>
                            <a:pt x="1166836" y="392513"/>
                            <a:pt x="1156131" y="393703"/>
                          </a:cubicBezTo>
                          <a:cubicBezTo>
                            <a:pt x="1156131" y="399650"/>
                            <a:pt x="1157320" y="404408"/>
                            <a:pt x="1153752" y="409166"/>
                          </a:cubicBezTo>
                          <a:cubicBezTo>
                            <a:pt x="1152563" y="403218"/>
                            <a:pt x="1153752" y="399650"/>
                            <a:pt x="1150184" y="394892"/>
                          </a:cubicBezTo>
                          <a:cubicBezTo>
                            <a:pt x="1147805" y="391324"/>
                            <a:pt x="1143047" y="382998"/>
                            <a:pt x="1152563" y="384187"/>
                          </a:cubicBezTo>
                          <a:cubicBezTo>
                            <a:pt x="1153752" y="391324"/>
                            <a:pt x="1159699" y="387756"/>
                            <a:pt x="1164457" y="387756"/>
                          </a:cubicBezTo>
                          <a:cubicBezTo>
                            <a:pt x="1164457" y="388945"/>
                            <a:pt x="1165646" y="388945"/>
                            <a:pt x="1165646" y="390135"/>
                          </a:cubicBezTo>
                          <a:cubicBezTo>
                            <a:pt x="1170404" y="391324"/>
                            <a:pt x="1179920" y="391324"/>
                            <a:pt x="1176351" y="384187"/>
                          </a:cubicBezTo>
                          <a:cubicBezTo>
                            <a:pt x="1175162" y="380619"/>
                            <a:pt x="1171594" y="384187"/>
                            <a:pt x="1171594" y="379430"/>
                          </a:cubicBezTo>
                          <a:cubicBezTo>
                            <a:pt x="1171594" y="378240"/>
                            <a:pt x="1177541" y="373483"/>
                            <a:pt x="1175162" y="372293"/>
                          </a:cubicBezTo>
                          <a:cubicBezTo>
                            <a:pt x="1170404" y="371104"/>
                            <a:pt x="1169215" y="375861"/>
                            <a:pt x="1165646" y="375861"/>
                          </a:cubicBezTo>
                          <a:cubicBezTo>
                            <a:pt x="1164457" y="373483"/>
                            <a:pt x="1164457" y="371104"/>
                            <a:pt x="1166836" y="368725"/>
                          </a:cubicBezTo>
                          <a:cubicBezTo>
                            <a:pt x="1163267" y="366346"/>
                            <a:pt x="1162078" y="368725"/>
                            <a:pt x="1162078" y="362778"/>
                          </a:cubicBezTo>
                          <a:cubicBezTo>
                            <a:pt x="1162078" y="359209"/>
                            <a:pt x="1164457" y="354452"/>
                            <a:pt x="1164457" y="352073"/>
                          </a:cubicBezTo>
                          <a:cubicBezTo>
                            <a:pt x="1165646" y="352073"/>
                            <a:pt x="1166836" y="352073"/>
                            <a:pt x="1168025" y="353262"/>
                          </a:cubicBezTo>
                          <a:cubicBezTo>
                            <a:pt x="1168025" y="352073"/>
                            <a:pt x="1169215" y="350883"/>
                            <a:pt x="1169215" y="349694"/>
                          </a:cubicBezTo>
                          <a:cubicBezTo>
                            <a:pt x="1170404" y="348504"/>
                            <a:pt x="1172783" y="348504"/>
                            <a:pt x="1172783" y="347315"/>
                          </a:cubicBezTo>
                          <a:cubicBezTo>
                            <a:pt x="1173972" y="346126"/>
                            <a:pt x="1175162" y="343747"/>
                            <a:pt x="1175162" y="342557"/>
                          </a:cubicBezTo>
                          <a:cubicBezTo>
                            <a:pt x="1177541" y="340178"/>
                            <a:pt x="1181109" y="336610"/>
                            <a:pt x="1183488" y="335421"/>
                          </a:cubicBezTo>
                          <a:cubicBezTo>
                            <a:pt x="1183488" y="328284"/>
                            <a:pt x="1187056" y="328284"/>
                            <a:pt x="1189435" y="323526"/>
                          </a:cubicBezTo>
                          <a:cubicBezTo>
                            <a:pt x="1182298" y="319958"/>
                            <a:pt x="1177541" y="333042"/>
                            <a:pt x="1168025" y="331852"/>
                          </a:cubicBezTo>
                          <a:cubicBezTo>
                            <a:pt x="1170404" y="328284"/>
                            <a:pt x="1175162" y="327095"/>
                            <a:pt x="1171594" y="323526"/>
                          </a:cubicBezTo>
                          <a:cubicBezTo>
                            <a:pt x="1170404" y="322337"/>
                            <a:pt x="1168025" y="324716"/>
                            <a:pt x="1165646" y="323526"/>
                          </a:cubicBezTo>
                          <a:cubicBezTo>
                            <a:pt x="1164457" y="322337"/>
                            <a:pt x="1164457" y="318769"/>
                            <a:pt x="1164457" y="317579"/>
                          </a:cubicBezTo>
                          <a:cubicBezTo>
                            <a:pt x="1168025" y="316390"/>
                            <a:pt x="1168025" y="311632"/>
                            <a:pt x="1164457" y="311632"/>
                          </a:cubicBezTo>
                          <a:cubicBezTo>
                            <a:pt x="1164457" y="311632"/>
                            <a:pt x="1164457" y="310443"/>
                            <a:pt x="1164457" y="310443"/>
                          </a:cubicBezTo>
                          <a:cubicBezTo>
                            <a:pt x="1159699" y="310443"/>
                            <a:pt x="1160889" y="306874"/>
                            <a:pt x="1158510" y="304495"/>
                          </a:cubicBezTo>
                          <a:cubicBezTo>
                            <a:pt x="1153752" y="300927"/>
                            <a:pt x="1153752" y="303306"/>
                            <a:pt x="1151373" y="305685"/>
                          </a:cubicBezTo>
                          <a:cubicBezTo>
                            <a:pt x="1147805" y="308064"/>
                            <a:pt x="1147805" y="310443"/>
                            <a:pt x="1143047" y="308064"/>
                          </a:cubicBezTo>
                          <a:cubicBezTo>
                            <a:pt x="1140668" y="305685"/>
                            <a:pt x="1140668" y="302117"/>
                            <a:pt x="1137100" y="302117"/>
                          </a:cubicBezTo>
                          <a:cubicBezTo>
                            <a:pt x="1134721" y="309253"/>
                            <a:pt x="1140668" y="312821"/>
                            <a:pt x="1139479" y="319958"/>
                          </a:cubicBezTo>
                          <a:cubicBezTo>
                            <a:pt x="1137100" y="319958"/>
                            <a:pt x="1133532" y="318769"/>
                            <a:pt x="1131153" y="316390"/>
                          </a:cubicBezTo>
                          <a:cubicBezTo>
                            <a:pt x="1129963" y="319958"/>
                            <a:pt x="1131153" y="321147"/>
                            <a:pt x="1132342" y="324716"/>
                          </a:cubicBezTo>
                          <a:cubicBezTo>
                            <a:pt x="1133532" y="327095"/>
                            <a:pt x="1134721" y="331852"/>
                            <a:pt x="1135911" y="334231"/>
                          </a:cubicBezTo>
                          <a:cubicBezTo>
                            <a:pt x="1137100" y="336610"/>
                            <a:pt x="1140668" y="337800"/>
                            <a:pt x="1141858" y="340178"/>
                          </a:cubicBezTo>
                          <a:cubicBezTo>
                            <a:pt x="1144237" y="343747"/>
                            <a:pt x="1144237" y="344936"/>
                            <a:pt x="1144237" y="349694"/>
                          </a:cubicBezTo>
                          <a:cubicBezTo>
                            <a:pt x="1131153" y="344936"/>
                            <a:pt x="1134721" y="329473"/>
                            <a:pt x="1124016" y="322337"/>
                          </a:cubicBezTo>
                          <a:cubicBezTo>
                            <a:pt x="1119258" y="321147"/>
                            <a:pt x="1131153" y="335421"/>
                            <a:pt x="1126395" y="341368"/>
                          </a:cubicBezTo>
                          <a:cubicBezTo>
                            <a:pt x="1119258" y="337800"/>
                            <a:pt x="1118069" y="335421"/>
                            <a:pt x="1112122" y="341368"/>
                          </a:cubicBezTo>
                          <a:cubicBezTo>
                            <a:pt x="1107364" y="341368"/>
                            <a:pt x="1099038" y="334231"/>
                            <a:pt x="1093091" y="331852"/>
                          </a:cubicBezTo>
                          <a:cubicBezTo>
                            <a:pt x="1085954" y="328284"/>
                            <a:pt x="1076439" y="327095"/>
                            <a:pt x="1071681" y="334231"/>
                          </a:cubicBezTo>
                          <a:cubicBezTo>
                            <a:pt x="1065734" y="334231"/>
                            <a:pt x="1059787" y="337800"/>
                            <a:pt x="1053839" y="335421"/>
                          </a:cubicBezTo>
                          <a:cubicBezTo>
                            <a:pt x="1049082" y="334231"/>
                            <a:pt x="1052650" y="330663"/>
                            <a:pt x="1046703" y="327095"/>
                          </a:cubicBezTo>
                          <a:cubicBezTo>
                            <a:pt x="1044324" y="325905"/>
                            <a:pt x="1039566" y="329473"/>
                            <a:pt x="1038377" y="327095"/>
                          </a:cubicBezTo>
                          <a:cubicBezTo>
                            <a:pt x="1035998" y="323526"/>
                            <a:pt x="1035998" y="321147"/>
                            <a:pt x="1033619" y="317579"/>
                          </a:cubicBezTo>
                          <a:cubicBezTo>
                            <a:pt x="1031240" y="315200"/>
                            <a:pt x="1035998" y="310443"/>
                            <a:pt x="1033619" y="308064"/>
                          </a:cubicBezTo>
                          <a:cubicBezTo>
                            <a:pt x="1030051" y="305685"/>
                            <a:pt x="1031240" y="304495"/>
                            <a:pt x="1028861" y="302117"/>
                          </a:cubicBezTo>
                          <a:cubicBezTo>
                            <a:pt x="1025293" y="297359"/>
                            <a:pt x="1016967" y="303306"/>
                            <a:pt x="1011020" y="300927"/>
                          </a:cubicBezTo>
                          <a:cubicBezTo>
                            <a:pt x="1009830" y="299738"/>
                            <a:pt x="1006262" y="297359"/>
                            <a:pt x="1005073" y="297359"/>
                          </a:cubicBezTo>
                          <a:cubicBezTo>
                            <a:pt x="1002694" y="294980"/>
                            <a:pt x="999126" y="296169"/>
                            <a:pt x="1000315" y="292601"/>
                          </a:cubicBezTo>
                          <a:cubicBezTo>
                            <a:pt x="1003883" y="291412"/>
                            <a:pt x="1006262" y="290222"/>
                            <a:pt x="1006262" y="286654"/>
                          </a:cubicBezTo>
                          <a:cubicBezTo>
                            <a:pt x="1003883" y="286654"/>
                            <a:pt x="1002694" y="285464"/>
                            <a:pt x="1000315" y="285464"/>
                          </a:cubicBezTo>
                          <a:cubicBezTo>
                            <a:pt x="999126" y="281896"/>
                            <a:pt x="1001504" y="274759"/>
                            <a:pt x="997936" y="273570"/>
                          </a:cubicBezTo>
                          <a:cubicBezTo>
                            <a:pt x="997936" y="270002"/>
                            <a:pt x="1000315" y="268812"/>
                            <a:pt x="1001504" y="264055"/>
                          </a:cubicBezTo>
                          <a:cubicBezTo>
                            <a:pt x="1001504" y="261676"/>
                            <a:pt x="1001504" y="254539"/>
                            <a:pt x="1001504" y="252160"/>
                          </a:cubicBezTo>
                          <a:cubicBezTo>
                            <a:pt x="1000315" y="245024"/>
                            <a:pt x="993178" y="239076"/>
                            <a:pt x="986042" y="240266"/>
                          </a:cubicBezTo>
                          <a:cubicBezTo>
                            <a:pt x="978905" y="241455"/>
                            <a:pt x="971768" y="243834"/>
                            <a:pt x="963442" y="245024"/>
                          </a:cubicBezTo>
                          <a:cubicBezTo>
                            <a:pt x="955116" y="246213"/>
                            <a:pt x="943222" y="243834"/>
                            <a:pt x="938464" y="249781"/>
                          </a:cubicBezTo>
                          <a:cubicBezTo>
                            <a:pt x="933707" y="255729"/>
                            <a:pt x="924191" y="255729"/>
                            <a:pt x="931328" y="260486"/>
                          </a:cubicBezTo>
                          <a:cubicBezTo>
                            <a:pt x="938464" y="265244"/>
                            <a:pt x="932517" y="264055"/>
                            <a:pt x="934896" y="267623"/>
                          </a:cubicBezTo>
                          <a:cubicBezTo>
                            <a:pt x="938464" y="274759"/>
                            <a:pt x="940843" y="274759"/>
                            <a:pt x="945601" y="270002"/>
                          </a:cubicBezTo>
                          <a:cubicBezTo>
                            <a:pt x="947980" y="267623"/>
                            <a:pt x="942033" y="265244"/>
                            <a:pt x="944411" y="262865"/>
                          </a:cubicBezTo>
                          <a:cubicBezTo>
                            <a:pt x="949169" y="258107"/>
                            <a:pt x="953927" y="268812"/>
                            <a:pt x="961063" y="265244"/>
                          </a:cubicBezTo>
                          <a:cubicBezTo>
                            <a:pt x="963442" y="264055"/>
                            <a:pt x="961063" y="259297"/>
                            <a:pt x="965821" y="261676"/>
                          </a:cubicBezTo>
                          <a:cubicBezTo>
                            <a:pt x="968200" y="262865"/>
                            <a:pt x="967011" y="267623"/>
                            <a:pt x="969390" y="268812"/>
                          </a:cubicBezTo>
                          <a:cubicBezTo>
                            <a:pt x="974147" y="262865"/>
                            <a:pt x="974147" y="261676"/>
                            <a:pt x="981284" y="259297"/>
                          </a:cubicBezTo>
                          <a:cubicBezTo>
                            <a:pt x="986042" y="258107"/>
                            <a:pt x="993178" y="255729"/>
                            <a:pt x="996747" y="260486"/>
                          </a:cubicBezTo>
                          <a:cubicBezTo>
                            <a:pt x="994368" y="262865"/>
                            <a:pt x="994368" y="266433"/>
                            <a:pt x="993178" y="270002"/>
                          </a:cubicBezTo>
                          <a:cubicBezTo>
                            <a:pt x="989610" y="270002"/>
                            <a:pt x="989610" y="273570"/>
                            <a:pt x="986042" y="273570"/>
                          </a:cubicBezTo>
                          <a:cubicBezTo>
                            <a:pt x="982473" y="273570"/>
                            <a:pt x="980094" y="271191"/>
                            <a:pt x="977716" y="271191"/>
                          </a:cubicBezTo>
                          <a:cubicBezTo>
                            <a:pt x="970579" y="271191"/>
                            <a:pt x="969390" y="278328"/>
                            <a:pt x="969390" y="284275"/>
                          </a:cubicBezTo>
                          <a:cubicBezTo>
                            <a:pt x="965821" y="281896"/>
                            <a:pt x="956306" y="279517"/>
                            <a:pt x="955116" y="286654"/>
                          </a:cubicBezTo>
                          <a:cubicBezTo>
                            <a:pt x="953927" y="286654"/>
                            <a:pt x="950359" y="285464"/>
                            <a:pt x="949169" y="285464"/>
                          </a:cubicBezTo>
                          <a:cubicBezTo>
                            <a:pt x="947980" y="285464"/>
                            <a:pt x="946790" y="287843"/>
                            <a:pt x="944411" y="287843"/>
                          </a:cubicBezTo>
                          <a:cubicBezTo>
                            <a:pt x="940843" y="287843"/>
                            <a:pt x="938464" y="285464"/>
                            <a:pt x="933707" y="285464"/>
                          </a:cubicBezTo>
                          <a:cubicBezTo>
                            <a:pt x="934896" y="292601"/>
                            <a:pt x="926570" y="289033"/>
                            <a:pt x="923002" y="291412"/>
                          </a:cubicBezTo>
                          <a:cubicBezTo>
                            <a:pt x="920623" y="296169"/>
                            <a:pt x="924191" y="298548"/>
                            <a:pt x="924191" y="302117"/>
                          </a:cubicBezTo>
                          <a:cubicBezTo>
                            <a:pt x="924191" y="305685"/>
                            <a:pt x="921812" y="309253"/>
                            <a:pt x="920623" y="312821"/>
                          </a:cubicBezTo>
                          <a:cubicBezTo>
                            <a:pt x="919433" y="316390"/>
                            <a:pt x="918244" y="319958"/>
                            <a:pt x="917054" y="324716"/>
                          </a:cubicBezTo>
                          <a:cubicBezTo>
                            <a:pt x="917054" y="325905"/>
                            <a:pt x="915865" y="329473"/>
                            <a:pt x="915865" y="330663"/>
                          </a:cubicBezTo>
                          <a:cubicBezTo>
                            <a:pt x="915865" y="333042"/>
                            <a:pt x="920623" y="333042"/>
                            <a:pt x="919433" y="335421"/>
                          </a:cubicBezTo>
                          <a:cubicBezTo>
                            <a:pt x="918244" y="336610"/>
                            <a:pt x="915865" y="336610"/>
                            <a:pt x="915865" y="338989"/>
                          </a:cubicBezTo>
                          <a:cubicBezTo>
                            <a:pt x="915865" y="343747"/>
                            <a:pt x="921812" y="346126"/>
                            <a:pt x="919433" y="350883"/>
                          </a:cubicBezTo>
                          <a:cubicBezTo>
                            <a:pt x="918244" y="353262"/>
                            <a:pt x="913486" y="353262"/>
                            <a:pt x="912297" y="352073"/>
                          </a:cubicBezTo>
                          <a:cubicBezTo>
                            <a:pt x="911107" y="349694"/>
                            <a:pt x="913486" y="346126"/>
                            <a:pt x="912297" y="346126"/>
                          </a:cubicBezTo>
                          <a:cubicBezTo>
                            <a:pt x="898024" y="337800"/>
                            <a:pt x="907539" y="371104"/>
                            <a:pt x="905160" y="384187"/>
                          </a:cubicBezTo>
                          <a:cubicBezTo>
                            <a:pt x="903971" y="381809"/>
                            <a:pt x="902781" y="375861"/>
                            <a:pt x="901592" y="372293"/>
                          </a:cubicBezTo>
                          <a:cubicBezTo>
                            <a:pt x="900402" y="369914"/>
                            <a:pt x="900402" y="369914"/>
                            <a:pt x="899213" y="367535"/>
                          </a:cubicBezTo>
                          <a:cubicBezTo>
                            <a:pt x="898024" y="365157"/>
                            <a:pt x="899213" y="362778"/>
                            <a:pt x="899213" y="360399"/>
                          </a:cubicBezTo>
                          <a:cubicBezTo>
                            <a:pt x="894455" y="358020"/>
                            <a:pt x="894455" y="353262"/>
                            <a:pt x="894455" y="348504"/>
                          </a:cubicBezTo>
                          <a:cubicBezTo>
                            <a:pt x="894455" y="346126"/>
                            <a:pt x="895645" y="343747"/>
                            <a:pt x="894455" y="341368"/>
                          </a:cubicBezTo>
                          <a:cubicBezTo>
                            <a:pt x="894455" y="340178"/>
                            <a:pt x="890887" y="336610"/>
                            <a:pt x="890887" y="334231"/>
                          </a:cubicBezTo>
                          <a:cubicBezTo>
                            <a:pt x="890887" y="325905"/>
                            <a:pt x="899213" y="312821"/>
                            <a:pt x="899213" y="308064"/>
                          </a:cubicBezTo>
                          <a:cubicBezTo>
                            <a:pt x="899213" y="303306"/>
                            <a:pt x="895645" y="315200"/>
                            <a:pt x="890887" y="318769"/>
                          </a:cubicBezTo>
                          <a:cubicBezTo>
                            <a:pt x="887319" y="311632"/>
                            <a:pt x="896834" y="305685"/>
                            <a:pt x="892076" y="299738"/>
                          </a:cubicBezTo>
                          <a:cubicBezTo>
                            <a:pt x="875424" y="298548"/>
                            <a:pt x="889697" y="281896"/>
                            <a:pt x="882561" y="277138"/>
                          </a:cubicBezTo>
                          <a:cubicBezTo>
                            <a:pt x="876614" y="274759"/>
                            <a:pt x="859961" y="284275"/>
                            <a:pt x="854014" y="285464"/>
                          </a:cubicBezTo>
                          <a:cubicBezTo>
                            <a:pt x="851635" y="285464"/>
                            <a:pt x="849257" y="285464"/>
                            <a:pt x="846878" y="285464"/>
                          </a:cubicBezTo>
                          <a:cubicBezTo>
                            <a:pt x="844499" y="285464"/>
                            <a:pt x="842120" y="287843"/>
                            <a:pt x="838552" y="287843"/>
                          </a:cubicBezTo>
                          <a:cubicBezTo>
                            <a:pt x="833794" y="287843"/>
                            <a:pt x="830226" y="286654"/>
                            <a:pt x="824278" y="286654"/>
                          </a:cubicBezTo>
                          <a:cubicBezTo>
                            <a:pt x="817142" y="287843"/>
                            <a:pt x="817142" y="284275"/>
                            <a:pt x="811195" y="283085"/>
                          </a:cubicBezTo>
                          <a:cubicBezTo>
                            <a:pt x="806437" y="281896"/>
                            <a:pt x="801679" y="283085"/>
                            <a:pt x="795732" y="280707"/>
                          </a:cubicBezTo>
                          <a:cubicBezTo>
                            <a:pt x="793353" y="279517"/>
                            <a:pt x="790974" y="278328"/>
                            <a:pt x="789785" y="277138"/>
                          </a:cubicBezTo>
                          <a:cubicBezTo>
                            <a:pt x="787406" y="275949"/>
                            <a:pt x="787406" y="274759"/>
                            <a:pt x="785027" y="272381"/>
                          </a:cubicBezTo>
                          <a:cubicBezTo>
                            <a:pt x="780269" y="268812"/>
                            <a:pt x="776701" y="268812"/>
                            <a:pt x="771943" y="264055"/>
                          </a:cubicBezTo>
                          <a:cubicBezTo>
                            <a:pt x="768375" y="260486"/>
                            <a:pt x="762428" y="259297"/>
                            <a:pt x="764807" y="256918"/>
                          </a:cubicBezTo>
                          <a:cubicBezTo>
                            <a:pt x="767186" y="254539"/>
                            <a:pt x="773133" y="252160"/>
                            <a:pt x="774322" y="249781"/>
                          </a:cubicBezTo>
                          <a:cubicBezTo>
                            <a:pt x="777891" y="243834"/>
                            <a:pt x="774322" y="242645"/>
                            <a:pt x="781459" y="243834"/>
                          </a:cubicBezTo>
                          <a:cubicBezTo>
                            <a:pt x="786217" y="243834"/>
                            <a:pt x="792164" y="243834"/>
                            <a:pt x="795732" y="243834"/>
                          </a:cubicBezTo>
                          <a:cubicBezTo>
                            <a:pt x="800490" y="243834"/>
                            <a:pt x="806437" y="248592"/>
                            <a:pt x="810005" y="243834"/>
                          </a:cubicBezTo>
                          <a:cubicBezTo>
                            <a:pt x="815952" y="236698"/>
                            <a:pt x="807626" y="222424"/>
                            <a:pt x="807626" y="215288"/>
                          </a:cubicBezTo>
                          <a:cubicBezTo>
                            <a:pt x="806437" y="205772"/>
                            <a:pt x="801679" y="198636"/>
                            <a:pt x="793353" y="195067"/>
                          </a:cubicBezTo>
                          <a:cubicBezTo>
                            <a:pt x="793353" y="196257"/>
                            <a:pt x="790974" y="198636"/>
                            <a:pt x="790974" y="199825"/>
                          </a:cubicBezTo>
                          <a:cubicBezTo>
                            <a:pt x="789785" y="198636"/>
                            <a:pt x="783838" y="193878"/>
                            <a:pt x="782648" y="192688"/>
                          </a:cubicBezTo>
                          <a:cubicBezTo>
                            <a:pt x="775512" y="191499"/>
                            <a:pt x="780269" y="195067"/>
                            <a:pt x="781459" y="197446"/>
                          </a:cubicBezTo>
                          <a:cubicBezTo>
                            <a:pt x="782648" y="201015"/>
                            <a:pt x="785027" y="206962"/>
                            <a:pt x="779080" y="205772"/>
                          </a:cubicBezTo>
                          <a:cubicBezTo>
                            <a:pt x="776701" y="204583"/>
                            <a:pt x="774322" y="199825"/>
                            <a:pt x="771943" y="197446"/>
                          </a:cubicBezTo>
                          <a:cubicBezTo>
                            <a:pt x="760049" y="189120"/>
                            <a:pt x="744586" y="180794"/>
                            <a:pt x="736260" y="170089"/>
                          </a:cubicBezTo>
                          <a:cubicBezTo>
                            <a:pt x="736260" y="170089"/>
                            <a:pt x="737450" y="166521"/>
                            <a:pt x="731503" y="166521"/>
                          </a:cubicBezTo>
                          <a:cubicBezTo>
                            <a:pt x="731503" y="166521"/>
                            <a:pt x="730313" y="166521"/>
                            <a:pt x="730313" y="166521"/>
                          </a:cubicBezTo>
                          <a:cubicBezTo>
                            <a:pt x="726745" y="161763"/>
                            <a:pt x="720798" y="159384"/>
                            <a:pt x="717229" y="155816"/>
                          </a:cubicBezTo>
                          <a:cubicBezTo>
                            <a:pt x="712472" y="151058"/>
                            <a:pt x="710093" y="146300"/>
                            <a:pt x="707714" y="140353"/>
                          </a:cubicBezTo>
                          <a:cubicBezTo>
                            <a:pt x="706524" y="136785"/>
                            <a:pt x="705335" y="134406"/>
                            <a:pt x="705335" y="130838"/>
                          </a:cubicBezTo>
                          <a:cubicBezTo>
                            <a:pt x="705335" y="128459"/>
                            <a:pt x="705335" y="122512"/>
                            <a:pt x="704146" y="121322"/>
                          </a:cubicBezTo>
                          <a:cubicBezTo>
                            <a:pt x="702956" y="121322"/>
                            <a:pt x="699388" y="121322"/>
                            <a:pt x="698198" y="120133"/>
                          </a:cubicBezTo>
                          <a:cubicBezTo>
                            <a:pt x="697009" y="120133"/>
                            <a:pt x="694630" y="118944"/>
                            <a:pt x="693441" y="117754"/>
                          </a:cubicBezTo>
                          <a:cubicBezTo>
                            <a:pt x="691062" y="116565"/>
                            <a:pt x="688683" y="115375"/>
                            <a:pt x="686304" y="114186"/>
                          </a:cubicBezTo>
                          <a:cubicBezTo>
                            <a:pt x="682736" y="111807"/>
                            <a:pt x="674410" y="108239"/>
                            <a:pt x="670841" y="110617"/>
                          </a:cubicBezTo>
                          <a:cubicBezTo>
                            <a:pt x="666084" y="112996"/>
                            <a:pt x="664894" y="120133"/>
                            <a:pt x="661326" y="122512"/>
                          </a:cubicBezTo>
                          <a:cubicBezTo>
                            <a:pt x="658947" y="124891"/>
                            <a:pt x="656568" y="124891"/>
                            <a:pt x="654189" y="126080"/>
                          </a:cubicBezTo>
                          <a:cubicBezTo>
                            <a:pt x="651810" y="127270"/>
                            <a:pt x="650621" y="129648"/>
                            <a:pt x="647053" y="129648"/>
                          </a:cubicBezTo>
                          <a:cubicBezTo>
                            <a:pt x="641106" y="130838"/>
                            <a:pt x="635158" y="129648"/>
                            <a:pt x="631590" y="124891"/>
                          </a:cubicBezTo>
                          <a:cubicBezTo>
                            <a:pt x="628022" y="120133"/>
                            <a:pt x="636348" y="117754"/>
                            <a:pt x="641106" y="114186"/>
                          </a:cubicBezTo>
                          <a:cubicBezTo>
                            <a:pt x="644674" y="111807"/>
                            <a:pt x="651810" y="105860"/>
                            <a:pt x="642295" y="105860"/>
                          </a:cubicBezTo>
                          <a:cubicBezTo>
                            <a:pt x="641106" y="99913"/>
                            <a:pt x="643484" y="98723"/>
                            <a:pt x="645863" y="95155"/>
                          </a:cubicBezTo>
                          <a:cubicBezTo>
                            <a:pt x="648242" y="91586"/>
                            <a:pt x="650621" y="88018"/>
                            <a:pt x="649432" y="83260"/>
                          </a:cubicBezTo>
                          <a:cubicBezTo>
                            <a:pt x="647053" y="77313"/>
                            <a:pt x="643484" y="83260"/>
                            <a:pt x="641106" y="85639"/>
                          </a:cubicBezTo>
                          <a:cubicBezTo>
                            <a:pt x="637537" y="89208"/>
                            <a:pt x="632780" y="86829"/>
                            <a:pt x="629211" y="90397"/>
                          </a:cubicBezTo>
                          <a:cubicBezTo>
                            <a:pt x="628022" y="91586"/>
                            <a:pt x="629211" y="93965"/>
                            <a:pt x="630401" y="95155"/>
                          </a:cubicBezTo>
                          <a:cubicBezTo>
                            <a:pt x="631590" y="96344"/>
                            <a:pt x="632780" y="96344"/>
                            <a:pt x="632780" y="98723"/>
                          </a:cubicBezTo>
                          <a:cubicBezTo>
                            <a:pt x="632780" y="102291"/>
                            <a:pt x="631590" y="102291"/>
                            <a:pt x="628022" y="98723"/>
                          </a:cubicBezTo>
                          <a:cubicBezTo>
                            <a:pt x="625643" y="96344"/>
                            <a:pt x="620885" y="99913"/>
                            <a:pt x="618506" y="102291"/>
                          </a:cubicBezTo>
                          <a:cubicBezTo>
                            <a:pt x="616127" y="104670"/>
                            <a:pt x="618506" y="107049"/>
                            <a:pt x="616127" y="109428"/>
                          </a:cubicBezTo>
                          <a:cubicBezTo>
                            <a:pt x="614938" y="109428"/>
                            <a:pt x="613748" y="109428"/>
                            <a:pt x="612559" y="109428"/>
                          </a:cubicBezTo>
                          <a:cubicBezTo>
                            <a:pt x="611370" y="109428"/>
                            <a:pt x="610180" y="110617"/>
                            <a:pt x="610180" y="111807"/>
                          </a:cubicBezTo>
                          <a:cubicBezTo>
                            <a:pt x="608991" y="115375"/>
                            <a:pt x="619696" y="114186"/>
                            <a:pt x="614938" y="120133"/>
                          </a:cubicBezTo>
                          <a:cubicBezTo>
                            <a:pt x="610180" y="124891"/>
                            <a:pt x="606612" y="121322"/>
                            <a:pt x="606612" y="115375"/>
                          </a:cubicBezTo>
                          <a:cubicBezTo>
                            <a:pt x="604233" y="114186"/>
                            <a:pt x="601854" y="112996"/>
                            <a:pt x="600665" y="110617"/>
                          </a:cubicBezTo>
                          <a:cubicBezTo>
                            <a:pt x="600665" y="110617"/>
                            <a:pt x="600665" y="110617"/>
                            <a:pt x="601854" y="109428"/>
                          </a:cubicBezTo>
                          <a:cubicBezTo>
                            <a:pt x="600665" y="104670"/>
                            <a:pt x="598286" y="98723"/>
                            <a:pt x="598286" y="93965"/>
                          </a:cubicBezTo>
                          <a:cubicBezTo>
                            <a:pt x="598286" y="90397"/>
                            <a:pt x="599475" y="80882"/>
                            <a:pt x="603044" y="78503"/>
                          </a:cubicBezTo>
                          <a:cubicBezTo>
                            <a:pt x="605422" y="71366"/>
                            <a:pt x="600665" y="64230"/>
                            <a:pt x="604233" y="58282"/>
                          </a:cubicBezTo>
                          <a:cubicBezTo>
                            <a:pt x="606612" y="52335"/>
                            <a:pt x="606612" y="45198"/>
                            <a:pt x="605422" y="38062"/>
                          </a:cubicBezTo>
                          <a:cubicBezTo>
                            <a:pt x="605422" y="35683"/>
                            <a:pt x="605422" y="29736"/>
                            <a:pt x="603044" y="28546"/>
                          </a:cubicBezTo>
                          <a:cubicBezTo>
                            <a:pt x="601854" y="27357"/>
                            <a:pt x="595907" y="30925"/>
                            <a:pt x="594718" y="32115"/>
                          </a:cubicBezTo>
                          <a:cubicBezTo>
                            <a:pt x="593528" y="34494"/>
                            <a:pt x="593528" y="39251"/>
                            <a:pt x="592339" y="41630"/>
                          </a:cubicBezTo>
                          <a:cubicBezTo>
                            <a:pt x="592339" y="42820"/>
                            <a:pt x="592339" y="51146"/>
                            <a:pt x="592339" y="52335"/>
                          </a:cubicBezTo>
                          <a:cubicBezTo>
                            <a:pt x="592339" y="52335"/>
                            <a:pt x="592339" y="52335"/>
                            <a:pt x="592339" y="52335"/>
                          </a:cubicBezTo>
                          <a:cubicBezTo>
                            <a:pt x="586391" y="51146"/>
                            <a:pt x="587581" y="53525"/>
                            <a:pt x="582823" y="55903"/>
                          </a:cubicBezTo>
                          <a:cubicBezTo>
                            <a:pt x="580444" y="57093"/>
                            <a:pt x="579255" y="55903"/>
                            <a:pt x="576876" y="58282"/>
                          </a:cubicBezTo>
                          <a:cubicBezTo>
                            <a:pt x="575687" y="59472"/>
                            <a:pt x="574497" y="61851"/>
                            <a:pt x="573308" y="63040"/>
                          </a:cubicBezTo>
                          <a:cubicBezTo>
                            <a:pt x="572118" y="64230"/>
                            <a:pt x="569739" y="64230"/>
                            <a:pt x="568550" y="65419"/>
                          </a:cubicBezTo>
                          <a:cubicBezTo>
                            <a:pt x="567361" y="66608"/>
                            <a:pt x="564982" y="67798"/>
                            <a:pt x="563792" y="68987"/>
                          </a:cubicBezTo>
                          <a:cubicBezTo>
                            <a:pt x="561413" y="70177"/>
                            <a:pt x="555466" y="76124"/>
                            <a:pt x="553087" y="72556"/>
                          </a:cubicBezTo>
                          <a:cubicBezTo>
                            <a:pt x="550708" y="68987"/>
                            <a:pt x="554277" y="68987"/>
                            <a:pt x="557845" y="66608"/>
                          </a:cubicBezTo>
                          <a:cubicBezTo>
                            <a:pt x="559035" y="65419"/>
                            <a:pt x="560224" y="61851"/>
                            <a:pt x="559035" y="60661"/>
                          </a:cubicBezTo>
                          <a:cubicBezTo>
                            <a:pt x="556656" y="58282"/>
                            <a:pt x="554277" y="61851"/>
                            <a:pt x="551898" y="63040"/>
                          </a:cubicBezTo>
                          <a:cubicBezTo>
                            <a:pt x="549519" y="64230"/>
                            <a:pt x="547140" y="65419"/>
                            <a:pt x="543572" y="65419"/>
                          </a:cubicBezTo>
                          <a:cubicBezTo>
                            <a:pt x="537625" y="65419"/>
                            <a:pt x="531678" y="67798"/>
                            <a:pt x="525730" y="68987"/>
                          </a:cubicBezTo>
                          <a:cubicBezTo>
                            <a:pt x="520972" y="71366"/>
                            <a:pt x="515025" y="73745"/>
                            <a:pt x="510268" y="77313"/>
                          </a:cubicBezTo>
                          <a:cubicBezTo>
                            <a:pt x="506699" y="79692"/>
                            <a:pt x="503131" y="86829"/>
                            <a:pt x="498373" y="86829"/>
                          </a:cubicBezTo>
                          <a:cubicBezTo>
                            <a:pt x="497184" y="82071"/>
                            <a:pt x="501942" y="80882"/>
                            <a:pt x="501942" y="74934"/>
                          </a:cubicBezTo>
                          <a:cubicBezTo>
                            <a:pt x="498373" y="76124"/>
                            <a:pt x="494805" y="78503"/>
                            <a:pt x="490047" y="79692"/>
                          </a:cubicBezTo>
                          <a:cubicBezTo>
                            <a:pt x="485289" y="80882"/>
                            <a:pt x="488858" y="79692"/>
                            <a:pt x="485289" y="77313"/>
                          </a:cubicBezTo>
                          <a:cubicBezTo>
                            <a:pt x="482911" y="76124"/>
                            <a:pt x="479342" y="73745"/>
                            <a:pt x="478153" y="76124"/>
                          </a:cubicBezTo>
                          <a:cubicBezTo>
                            <a:pt x="476963" y="77313"/>
                            <a:pt x="480532" y="78503"/>
                            <a:pt x="475774" y="82071"/>
                          </a:cubicBezTo>
                          <a:cubicBezTo>
                            <a:pt x="472206" y="84450"/>
                            <a:pt x="467448" y="86829"/>
                            <a:pt x="463880" y="88018"/>
                          </a:cubicBezTo>
                          <a:cubicBezTo>
                            <a:pt x="459122" y="90397"/>
                            <a:pt x="454364" y="90397"/>
                            <a:pt x="450796" y="92776"/>
                          </a:cubicBezTo>
                          <a:cubicBezTo>
                            <a:pt x="447228" y="95155"/>
                            <a:pt x="446038" y="99913"/>
                            <a:pt x="442470" y="102291"/>
                          </a:cubicBezTo>
                          <a:cubicBezTo>
                            <a:pt x="441280" y="103481"/>
                            <a:pt x="436523" y="102291"/>
                            <a:pt x="435333" y="104670"/>
                          </a:cubicBezTo>
                          <a:cubicBezTo>
                            <a:pt x="435333" y="105860"/>
                            <a:pt x="437712" y="109428"/>
                            <a:pt x="436523" y="110617"/>
                          </a:cubicBezTo>
                          <a:cubicBezTo>
                            <a:pt x="432954" y="110617"/>
                            <a:pt x="428197" y="107049"/>
                            <a:pt x="428197" y="103481"/>
                          </a:cubicBezTo>
                          <a:cubicBezTo>
                            <a:pt x="428197" y="99913"/>
                            <a:pt x="432954" y="98723"/>
                            <a:pt x="435333" y="96344"/>
                          </a:cubicBezTo>
                          <a:cubicBezTo>
                            <a:pt x="438902" y="93965"/>
                            <a:pt x="438902" y="91586"/>
                            <a:pt x="442470" y="90397"/>
                          </a:cubicBezTo>
                          <a:cubicBezTo>
                            <a:pt x="446038" y="89208"/>
                            <a:pt x="449606" y="88018"/>
                            <a:pt x="450796" y="84450"/>
                          </a:cubicBezTo>
                          <a:cubicBezTo>
                            <a:pt x="456743" y="83260"/>
                            <a:pt x="465069" y="80882"/>
                            <a:pt x="469827" y="77313"/>
                          </a:cubicBezTo>
                          <a:cubicBezTo>
                            <a:pt x="473395" y="74934"/>
                            <a:pt x="473395" y="72556"/>
                            <a:pt x="478153" y="71366"/>
                          </a:cubicBezTo>
                          <a:cubicBezTo>
                            <a:pt x="481721" y="71366"/>
                            <a:pt x="485289" y="71366"/>
                            <a:pt x="488858" y="71366"/>
                          </a:cubicBezTo>
                          <a:cubicBezTo>
                            <a:pt x="492426" y="71366"/>
                            <a:pt x="495994" y="68987"/>
                            <a:pt x="499563" y="67798"/>
                          </a:cubicBezTo>
                          <a:cubicBezTo>
                            <a:pt x="503131" y="67798"/>
                            <a:pt x="506699" y="67798"/>
                            <a:pt x="510268" y="67798"/>
                          </a:cubicBezTo>
                          <a:cubicBezTo>
                            <a:pt x="513836" y="67798"/>
                            <a:pt x="517404" y="67798"/>
                            <a:pt x="520972" y="65419"/>
                          </a:cubicBezTo>
                          <a:cubicBezTo>
                            <a:pt x="523352" y="64230"/>
                            <a:pt x="524541" y="60661"/>
                            <a:pt x="526920" y="59472"/>
                          </a:cubicBezTo>
                          <a:cubicBezTo>
                            <a:pt x="531678" y="55903"/>
                            <a:pt x="541193" y="58282"/>
                            <a:pt x="545951" y="54714"/>
                          </a:cubicBezTo>
                          <a:cubicBezTo>
                            <a:pt x="551898" y="51146"/>
                            <a:pt x="554277" y="44009"/>
                            <a:pt x="549519" y="38062"/>
                          </a:cubicBezTo>
                          <a:cubicBezTo>
                            <a:pt x="545951" y="34494"/>
                            <a:pt x="545951" y="36872"/>
                            <a:pt x="543572" y="40441"/>
                          </a:cubicBezTo>
                          <a:cubicBezTo>
                            <a:pt x="541193" y="44009"/>
                            <a:pt x="540004" y="42820"/>
                            <a:pt x="536435" y="40441"/>
                          </a:cubicBezTo>
                          <a:cubicBezTo>
                            <a:pt x="529299" y="36872"/>
                            <a:pt x="523352" y="38062"/>
                            <a:pt x="519783" y="45198"/>
                          </a:cubicBezTo>
                          <a:cubicBezTo>
                            <a:pt x="519783" y="46388"/>
                            <a:pt x="519783" y="47577"/>
                            <a:pt x="519783" y="48767"/>
                          </a:cubicBezTo>
                          <a:cubicBezTo>
                            <a:pt x="518594" y="49956"/>
                            <a:pt x="517404" y="51146"/>
                            <a:pt x="516215" y="51146"/>
                          </a:cubicBezTo>
                          <a:cubicBezTo>
                            <a:pt x="507889" y="47577"/>
                            <a:pt x="503131" y="49956"/>
                            <a:pt x="497184" y="52335"/>
                          </a:cubicBezTo>
                          <a:cubicBezTo>
                            <a:pt x="493616" y="53525"/>
                            <a:pt x="490047" y="54714"/>
                            <a:pt x="486479" y="54714"/>
                          </a:cubicBezTo>
                          <a:cubicBezTo>
                            <a:pt x="481721" y="54714"/>
                            <a:pt x="479342" y="49956"/>
                            <a:pt x="475774" y="51146"/>
                          </a:cubicBezTo>
                          <a:cubicBezTo>
                            <a:pt x="472206" y="53525"/>
                            <a:pt x="466259" y="49956"/>
                            <a:pt x="465069" y="54714"/>
                          </a:cubicBezTo>
                          <a:cubicBezTo>
                            <a:pt x="465069" y="54714"/>
                            <a:pt x="466259" y="55903"/>
                            <a:pt x="466259" y="55903"/>
                          </a:cubicBezTo>
                          <a:cubicBezTo>
                            <a:pt x="465069" y="59472"/>
                            <a:pt x="462690" y="58282"/>
                            <a:pt x="460311" y="60661"/>
                          </a:cubicBezTo>
                          <a:cubicBezTo>
                            <a:pt x="459122" y="63040"/>
                            <a:pt x="456743" y="65419"/>
                            <a:pt x="455554" y="67798"/>
                          </a:cubicBezTo>
                          <a:cubicBezTo>
                            <a:pt x="451985" y="68987"/>
                            <a:pt x="447228" y="66608"/>
                            <a:pt x="443659" y="66608"/>
                          </a:cubicBezTo>
                          <a:cubicBezTo>
                            <a:pt x="437712" y="66608"/>
                            <a:pt x="436523" y="67798"/>
                            <a:pt x="432954" y="71366"/>
                          </a:cubicBezTo>
                          <a:cubicBezTo>
                            <a:pt x="427007" y="76124"/>
                            <a:pt x="416302" y="78503"/>
                            <a:pt x="411545" y="83260"/>
                          </a:cubicBezTo>
                          <a:cubicBezTo>
                            <a:pt x="409166" y="83260"/>
                            <a:pt x="406787" y="85639"/>
                            <a:pt x="403218" y="85639"/>
                          </a:cubicBezTo>
                          <a:cubicBezTo>
                            <a:pt x="400840" y="89208"/>
                            <a:pt x="402029" y="95155"/>
                            <a:pt x="402029" y="98723"/>
                          </a:cubicBezTo>
                          <a:cubicBezTo>
                            <a:pt x="400840" y="103481"/>
                            <a:pt x="402029" y="107049"/>
                            <a:pt x="403218" y="111807"/>
                          </a:cubicBezTo>
                          <a:cubicBezTo>
                            <a:pt x="404408" y="116565"/>
                            <a:pt x="402029" y="117754"/>
                            <a:pt x="398461" y="120133"/>
                          </a:cubicBezTo>
                          <a:cubicBezTo>
                            <a:pt x="394892" y="122512"/>
                            <a:pt x="391324" y="124891"/>
                            <a:pt x="387756" y="126080"/>
                          </a:cubicBezTo>
                          <a:cubicBezTo>
                            <a:pt x="388945" y="123701"/>
                            <a:pt x="392514" y="122512"/>
                            <a:pt x="392514" y="118944"/>
                          </a:cubicBezTo>
                          <a:cubicBezTo>
                            <a:pt x="393703" y="114186"/>
                            <a:pt x="391324" y="112996"/>
                            <a:pt x="388945" y="110617"/>
                          </a:cubicBezTo>
                          <a:cubicBezTo>
                            <a:pt x="386566" y="108239"/>
                            <a:pt x="386566" y="104670"/>
                            <a:pt x="384187" y="103481"/>
                          </a:cubicBezTo>
                          <a:cubicBezTo>
                            <a:pt x="381809" y="101102"/>
                            <a:pt x="378240" y="101102"/>
                            <a:pt x="377051" y="97534"/>
                          </a:cubicBezTo>
                          <a:cubicBezTo>
                            <a:pt x="373483" y="91586"/>
                            <a:pt x="373483" y="85639"/>
                            <a:pt x="368725" y="80882"/>
                          </a:cubicBezTo>
                          <a:cubicBezTo>
                            <a:pt x="367535" y="79692"/>
                            <a:pt x="366346" y="79692"/>
                            <a:pt x="365157" y="78503"/>
                          </a:cubicBezTo>
                          <a:cubicBezTo>
                            <a:pt x="363967" y="77313"/>
                            <a:pt x="365157" y="74934"/>
                            <a:pt x="363967" y="73745"/>
                          </a:cubicBezTo>
                          <a:cubicBezTo>
                            <a:pt x="361588" y="71366"/>
                            <a:pt x="356831" y="72556"/>
                            <a:pt x="354452" y="71366"/>
                          </a:cubicBezTo>
                          <a:cubicBezTo>
                            <a:pt x="352073" y="70177"/>
                            <a:pt x="348504" y="66608"/>
                            <a:pt x="347315" y="64230"/>
                          </a:cubicBezTo>
                          <a:cubicBezTo>
                            <a:pt x="344936" y="60661"/>
                            <a:pt x="346126" y="55903"/>
                            <a:pt x="344936" y="51146"/>
                          </a:cubicBezTo>
                          <a:cubicBezTo>
                            <a:pt x="342557" y="49956"/>
                            <a:pt x="340178" y="49956"/>
                            <a:pt x="337800" y="47577"/>
                          </a:cubicBezTo>
                          <a:cubicBezTo>
                            <a:pt x="335421" y="44009"/>
                            <a:pt x="337800" y="42820"/>
                            <a:pt x="337800" y="39251"/>
                          </a:cubicBezTo>
                          <a:cubicBezTo>
                            <a:pt x="338989" y="30925"/>
                            <a:pt x="335421" y="28546"/>
                            <a:pt x="331852" y="22599"/>
                          </a:cubicBezTo>
                          <a:cubicBezTo>
                            <a:pt x="329474" y="17842"/>
                            <a:pt x="325905" y="16652"/>
                            <a:pt x="321148" y="13084"/>
                          </a:cubicBezTo>
                          <a:cubicBezTo>
                            <a:pt x="317579" y="10705"/>
                            <a:pt x="306874" y="5947"/>
                            <a:pt x="300927" y="2379"/>
                          </a:cubicBezTo>
                          <a:cubicBezTo>
                            <a:pt x="299738" y="1189"/>
                            <a:pt x="297359" y="0"/>
                            <a:pt x="297359" y="0"/>
                          </a:cubicBezTo>
                          <a:lnTo>
                            <a:pt x="0" y="541193"/>
                          </a:lnTo>
                          <a:cubicBezTo>
                            <a:pt x="8326" y="540004"/>
                            <a:pt x="14273" y="547140"/>
                            <a:pt x="22599" y="544761"/>
                          </a:cubicBezTo>
                          <a:cubicBezTo>
                            <a:pt x="24978" y="543572"/>
                            <a:pt x="27357" y="541193"/>
                            <a:pt x="32115" y="540004"/>
                          </a:cubicBezTo>
                          <a:cubicBezTo>
                            <a:pt x="35683" y="538814"/>
                            <a:pt x="40441" y="540004"/>
                            <a:pt x="44009" y="538814"/>
                          </a:cubicBezTo>
                          <a:cubicBezTo>
                            <a:pt x="41630" y="544761"/>
                            <a:pt x="39251" y="548330"/>
                            <a:pt x="39251" y="557845"/>
                          </a:cubicBezTo>
                          <a:cubicBezTo>
                            <a:pt x="40441" y="564982"/>
                            <a:pt x="41630" y="570929"/>
                            <a:pt x="44009" y="576876"/>
                          </a:cubicBezTo>
                          <a:cubicBezTo>
                            <a:pt x="46388" y="582823"/>
                            <a:pt x="49956" y="587581"/>
                            <a:pt x="51146" y="593528"/>
                          </a:cubicBezTo>
                          <a:cubicBezTo>
                            <a:pt x="53525" y="600665"/>
                            <a:pt x="52335" y="608991"/>
                            <a:pt x="52335" y="616127"/>
                          </a:cubicBezTo>
                          <a:cubicBezTo>
                            <a:pt x="65419" y="619696"/>
                            <a:pt x="77313" y="608991"/>
                            <a:pt x="88018" y="601854"/>
                          </a:cubicBezTo>
                          <a:cubicBezTo>
                            <a:pt x="96344" y="595907"/>
                            <a:pt x="111807" y="585202"/>
                            <a:pt x="121322" y="593528"/>
                          </a:cubicBezTo>
                          <a:cubicBezTo>
                            <a:pt x="127270" y="598286"/>
                            <a:pt x="121322" y="603044"/>
                            <a:pt x="121322" y="610180"/>
                          </a:cubicBezTo>
                          <a:cubicBezTo>
                            <a:pt x="120133" y="618506"/>
                            <a:pt x="123701" y="623264"/>
                            <a:pt x="124891" y="629211"/>
                          </a:cubicBezTo>
                          <a:cubicBezTo>
                            <a:pt x="127270" y="636348"/>
                            <a:pt x="126080" y="642295"/>
                            <a:pt x="129648" y="649432"/>
                          </a:cubicBezTo>
                          <a:cubicBezTo>
                            <a:pt x="133217" y="656568"/>
                            <a:pt x="132027" y="661326"/>
                            <a:pt x="133217" y="669652"/>
                          </a:cubicBezTo>
                          <a:cubicBezTo>
                            <a:pt x="134406" y="676789"/>
                            <a:pt x="136785" y="680357"/>
                            <a:pt x="135596" y="687493"/>
                          </a:cubicBezTo>
                          <a:cubicBezTo>
                            <a:pt x="134406" y="694630"/>
                            <a:pt x="134406" y="700577"/>
                            <a:pt x="133217" y="707714"/>
                          </a:cubicBezTo>
                          <a:cubicBezTo>
                            <a:pt x="133217" y="713661"/>
                            <a:pt x="133217" y="721987"/>
                            <a:pt x="132027" y="726745"/>
                          </a:cubicBezTo>
                          <a:cubicBezTo>
                            <a:pt x="132027" y="729124"/>
                            <a:pt x="129648" y="733881"/>
                            <a:pt x="129648" y="735071"/>
                          </a:cubicBezTo>
                          <a:cubicBezTo>
                            <a:pt x="129648" y="738639"/>
                            <a:pt x="133217" y="738639"/>
                            <a:pt x="134406" y="742207"/>
                          </a:cubicBezTo>
                          <a:cubicBezTo>
                            <a:pt x="135596" y="745776"/>
                            <a:pt x="132027" y="748155"/>
                            <a:pt x="132027" y="751723"/>
                          </a:cubicBezTo>
                          <a:cubicBezTo>
                            <a:pt x="132027" y="756481"/>
                            <a:pt x="134406" y="756481"/>
                            <a:pt x="136785" y="760049"/>
                          </a:cubicBezTo>
                          <a:cubicBezTo>
                            <a:pt x="140353" y="764807"/>
                            <a:pt x="147490" y="768375"/>
                            <a:pt x="151058" y="774322"/>
                          </a:cubicBezTo>
                          <a:cubicBezTo>
                            <a:pt x="159384" y="785027"/>
                            <a:pt x="162953" y="793353"/>
                            <a:pt x="158195" y="807626"/>
                          </a:cubicBezTo>
                          <a:cubicBezTo>
                            <a:pt x="154627" y="817142"/>
                            <a:pt x="147490" y="825468"/>
                            <a:pt x="146301" y="834983"/>
                          </a:cubicBezTo>
                          <a:cubicBezTo>
                            <a:pt x="146301" y="836173"/>
                            <a:pt x="146301" y="836173"/>
                            <a:pt x="146301" y="837362"/>
                          </a:cubicBezTo>
                          <a:cubicBezTo>
                            <a:pt x="146301" y="842120"/>
                            <a:pt x="157005" y="824278"/>
                            <a:pt x="166521" y="823089"/>
                          </a:cubicBezTo>
                          <a:cubicBezTo>
                            <a:pt x="170089" y="832604"/>
                            <a:pt x="155816" y="837362"/>
                            <a:pt x="152248" y="842120"/>
                          </a:cubicBezTo>
                          <a:cubicBezTo>
                            <a:pt x="151058" y="843309"/>
                            <a:pt x="152248" y="846878"/>
                            <a:pt x="149869" y="849257"/>
                          </a:cubicBezTo>
                          <a:cubicBezTo>
                            <a:pt x="147490" y="850446"/>
                            <a:pt x="143922" y="849257"/>
                            <a:pt x="141543" y="850446"/>
                          </a:cubicBezTo>
                          <a:cubicBezTo>
                            <a:pt x="135596" y="852825"/>
                            <a:pt x="137974" y="855204"/>
                            <a:pt x="133217" y="859961"/>
                          </a:cubicBezTo>
                          <a:cubicBezTo>
                            <a:pt x="128459" y="863530"/>
                            <a:pt x="123701" y="861151"/>
                            <a:pt x="124891" y="869477"/>
                          </a:cubicBezTo>
                          <a:cubicBezTo>
                            <a:pt x="124891" y="874235"/>
                            <a:pt x="129648" y="875424"/>
                            <a:pt x="129648" y="881371"/>
                          </a:cubicBezTo>
                          <a:cubicBezTo>
                            <a:pt x="129648" y="887319"/>
                            <a:pt x="128459" y="915865"/>
                            <a:pt x="136785" y="907539"/>
                          </a:cubicBezTo>
                          <a:cubicBezTo>
                            <a:pt x="139164" y="905160"/>
                            <a:pt x="137974" y="902781"/>
                            <a:pt x="139164" y="900402"/>
                          </a:cubicBezTo>
                          <a:cubicBezTo>
                            <a:pt x="143922" y="896834"/>
                            <a:pt x="153437" y="890887"/>
                            <a:pt x="158195" y="892076"/>
                          </a:cubicBezTo>
                          <a:cubicBezTo>
                            <a:pt x="167710" y="894455"/>
                            <a:pt x="152248" y="906350"/>
                            <a:pt x="154627" y="911107"/>
                          </a:cubicBezTo>
                          <a:cubicBezTo>
                            <a:pt x="158195" y="915865"/>
                            <a:pt x="170089" y="914676"/>
                            <a:pt x="168900" y="919433"/>
                          </a:cubicBezTo>
                          <a:cubicBezTo>
                            <a:pt x="166521" y="926570"/>
                            <a:pt x="152248" y="913486"/>
                            <a:pt x="147490" y="918244"/>
                          </a:cubicBezTo>
                          <a:cubicBezTo>
                            <a:pt x="143922" y="921812"/>
                            <a:pt x="146301" y="937275"/>
                            <a:pt x="151058" y="939654"/>
                          </a:cubicBezTo>
                          <a:cubicBezTo>
                            <a:pt x="153437" y="940843"/>
                            <a:pt x="155816" y="939654"/>
                            <a:pt x="158195" y="940843"/>
                          </a:cubicBezTo>
                          <a:cubicBezTo>
                            <a:pt x="161763" y="943222"/>
                            <a:pt x="160574" y="950359"/>
                            <a:pt x="158195" y="952737"/>
                          </a:cubicBezTo>
                          <a:cubicBezTo>
                            <a:pt x="154627" y="956306"/>
                            <a:pt x="140353" y="956306"/>
                            <a:pt x="142732" y="961063"/>
                          </a:cubicBezTo>
                          <a:cubicBezTo>
                            <a:pt x="143922" y="963442"/>
                            <a:pt x="147490" y="961063"/>
                            <a:pt x="151058" y="962253"/>
                          </a:cubicBezTo>
                          <a:cubicBezTo>
                            <a:pt x="152248" y="963442"/>
                            <a:pt x="151058" y="964632"/>
                            <a:pt x="152248" y="965821"/>
                          </a:cubicBezTo>
                          <a:cubicBezTo>
                            <a:pt x="162953" y="972958"/>
                            <a:pt x="180794" y="938464"/>
                            <a:pt x="187931" y="947980"/>
                          </a:cubicBezTo>
                          <a:cubicBezTo>
                            <a:pt x="192689" y="952737"/>
                            <a:pt x="173657" y="956306"/>
                            <a:pt x="173657" y="962253"/>
                          </a:cubicBezTo>
                          <a:cubicBezTo>
                            <a:pt x="173657" y="968200"/>
                            <a:pt x="197446" y="969389"/>
                            <a:pt x="185552" y="974147"/>
                          </a:cubicBezTo>
                          <a:cubicBezTo>
                            <a:pt x="183173" y="975337"/>
                            <a:pt x="179605" y="970579"/>
                            <a:pt x="177226" y="971768"/>
                          </a:cubicBezTo>
                          <a:cubicBezTo>
                            <a:pt x="172468" y="972958"/>
                            <a:pt x="179605" y="982473"/>
                            <a:pt x="176036" y="986042"/>
                          </a:cubicBezTo>
                          <a:cubicBezTo>
                            <a:pt x="171279" y="989610"/>
                            <a:pt x="172468" y="975337"/>
                            <a:pt x="170089" y="971768"/>
                          </a:cubicBezTo>
                          <a:cubicBezTo>
                            <a:pt x="167710" y="969389"/>
                            <a:pt x="145111" y="986042"/>
                            <a:pt x="145111" y="994368"/>
                          </a:cubicBezTo>
                          <a:cubicBezTo>
                            <a:pt x="145111" y="1006262"/>
                            <a:pt x="148679" y="994368"/>
                            <a:pt x="153437" y="993178"/>
                          </a:cubicBezTo>
                          <a:cubicBezTo>
                            <a:pt x="158195" y="991989"/>
                            <a:pt x="168900" y="995557"/>
                            <a:pt x="167710" y="999125"/>
                          </a:cubicBezTo>
                          <a:cubicBezTo>
                            <a:pt x="165331" y="1002694"/>
                            <a:pt x="159384" y="996747"/>
                            <a:pt x="155816" y="999125"/>
                          </a:cubicBezTo>
                          <a:cubicBezTo>
                            <a:pt x="154627" y="1000315"/>
                            <a:pt x="155816" y="1002694"/>
                            <a:pt x="154627" y="1003883"/>
                          </a:cubicBezTo>
                          <a:cubicBezTo>
                            <a:pt x="153437" y="1005073"/>
                            <a:pt x="145111" y="1001504"/>
                            <a:pt x="147490" y="1005073"/>
                          </a:cubicBezTo>
                          <a:cubicBezTo>
                            <a:pt x="148679" y="1007452"/>
                            <a:pt x="154627" y="1006262"/>
                            <a:pt x="154627" y="1008641"/>
                          </a:cubicBezTo>
                          <a:cubicBezTo>
                            <a:pt x="155816" y="1013399"/>
                            <a:pt x="135596" y="1011020"/>
                            <a:pt x="143922" y="1015778"/>
                          </a:cubicBezTo>
                          <a:cubicBezTo>
                            <a:pt x="147490" y="1018156"/>
                            <a:pt x="154627" y="1012209"/>
                            <a:pt x="155816" y="1015778"/>
                          </a:cubicBezTo>
                          <a:cubicBezTo>
                            <a:pt x="155816" y="1016967"/>
                            <a:pt x="153437" y="1019346"/>
                            <a:pt x="153437" y="1019346"/>
                          </a:cubicBezTo>
                          <a:cubicBezTo>
                            <a:pt x="154627" y="1021725"/>
                            <a:pt x="158195" y="1019346"/>
                            <a:pt x="158195" y="1021725"/>
                          </a:cubicBezTo>
                          <a:cubicBezTo>
                            <a:pt x="160574" y="1026482"/>
                            <a:pt x="151058" y="1022914"/>
                            <a:pt x="147490" y="1026482"/>
                          </a:cubicBezTo>
                          <a:cubicBezTo>
                            <a:pt x="147490" y="1026482"/>
                            <a:pt x="147490" y="1028861"/>
                            <a:pt x="147490" y="1028861"/>
                          </a:cubicBezTo>
                          <a:cubicBezTo>
                            <a:pt x="151058" y="1035998"/>
                            <a:pt x="165331" y="1025293"/>
                            <a:pt x="170089" y="1030051"/>
                          </a:cubicBezTo>
                          <a:cubicBezTo>
                            <a:pt x="181984" y="1041945"/>
                            <a:pt x="186741" y="1026482"/>
                            <a:pt x="190310" y="1031240"/>
                          </a:cubicBezTo>
                          <a:cubicBezTo>
                            <a:pt x="198636" y="1040756"/>
                            <a:pt x="174847" y="1039566"/>
                            <a:pt x="170089" y="1045513"/>
                          </a:cubicBezTo>
                          <a:cubicBezTo>
                            <a:pt x="162953" y="1055029"/>
                            <a:pt x="181984" y="1045513"/>
                            <a:pt x="184362" y="1047892"/>
                          </a:cubicBezTo>
                          <a:cubicBezTo>
                            <a:pt x="185552" y="1049082"/>
                            <a:pt x="184362" y="1052650"/>
                            <a:pt x="185552" y="1053839"/>
                          </a:cubicBezTo>
                          <a:cubicBezTo>
                            <a:pt x="187931" y="1056218"/>
                            <a:pt x="192689" y="1053839"/>
                            <a:pt x="193878" y="1051461"/>
                          </a:cubicBezTo>
                          <a:cubicBezTo>
                            <a:pt x="196257" y="1046703"/>
                            <a:pt x="198636" y="1028861"/>
                            <a:pt x="203393" y="1033619"/>
                          </a:cubicBezTo>
                          <a:cubicBezTo>
                            <a:pt x="209341" y="1039566"/>
                            <a:pt x="191499" y="1052650"/>
                            <a:pt x="199825" y="1056218"/>
                          </a:cubicBezTo>
                          <a:cubicBezTo>
                            <a:pt x="202204" y="1057408"/>
                            <a:pt x="204583" y="1057408"/>
                            <a:pt x="206962" y="1055029"/>
                          </a:cubicBezTo>
                          <a:cubicBezTo>
                            <a:pt x="206962" y="1055029"/>
                            <a:pt x="206962" y="1057408"/>
                            <a:pt x="206962" y="1057408"/>
                          </a:cubicBezTo>
                          <a:cubicBezTo>
                            <a:pt x="205772" y="1059787"/>
                            <a:pt x="199825" y="1065734"/>
                            <a:pt x="198636" y="1068113"/>
                          </a:cubicBezTo>
                          <a:cubicBezTo>
                            <a:pt x="196257" y="1071681"/>
                            <a:pt x="191499" y="1072870"/>
                            <a:pt x="195067" y="1078818"/>
                          </a:cubicBezTo>
                          <a:cubicBezTo>
                            <a:pt x="198636" y="1085954"/>
                            <a:pt x="216477" y="1078818"/>
                            <a:pt x="212909" y="1093091"/>
                          </a:cubicBezTo>
                          <a:cubicBezTo>
                            <a:pt x="211719" y="1090712"/>
                            <a:pt x="209341" y="1087144"/>
                            <a:pt x="206962" y="1088333"/>
                          </a:cubicBezTo>
                          <a:cubicBezTo>
                            <a:pt x="203393" y="1090712"/>
                            <a:pt x="209341" y="1095470"/>
                            <a:pt x="211719" y="1099038"/>
                          </a:cubicBezTo>
                          <a:cubicBezTo>
                            <a:pt x="218856" y="1100227"/>
                            <a:pt x="220045" y="1094280"/>
                            <a:pt x="225993" y="1093091"/>
                          </a:cubicBezTo>
                          <a:cubicBezTo>
                            <a:pt x="225993" y="1102606"/>
                            <a:pt x="217667" y="1113311"/>
                            <a:pt x="227182" y="1120448"/>
                          </a:cubicBezTo>
                          <a:cubicBezTo>
                            <a:pt x="227182" y="1119258"/>
                            <a:pt x="227182" y="1119258"/>
                            <a:pt x="227182" y="1118069"/>
                          </a:cubicBezTo>
                          <a:cubicBezTo>
                            <a:pt x="228372" y="1118069"/>
                            <a:pt x="229561" y="1118069"/>
                            <a:pt x="231940" y="1118069"/>
                          </a:cubicBezTo>
                          <a:lnTo>
                            <a:pt x="902781" y="1188246"/>
                          </a:lnTo>
                          <a:cubicBezTo>
                            <a:pt x="903971" y="1185867"/>
                            <a:pt x="905160" y="1187056"/>
                            <a:pt x="907539" y="1185867"/>
                          </a:cubicBezTo>
                          <a:cubicBezTo>
                            <a:pt x="912297" y="1193003"/>
                            <a:pt x="914676" y="1195382"/>
                            <a:pt x="924191" y="1198950"/>
                          </a:cubicBezTo>
                          <a:cubicBezTo>
                            <a:pt x="927759" y="1200140"/>
                            <a:pt x="930138" y="1202519"/>
                            <a:pt x="933707" y="1202519"/>
                          </a:cubicBezTo>
                          <a:cubicBezTo>
                            <a:pt x="937275" y="1202519"/>
                            <a:pt x="940843" y="1201329"/>
                            <a:pt x="944411" y="1202519"/>
                          </a:cubicBezTo>
                          <a:cubicBezTo>
                            <a:pt x="951548" y="1203708"/>
                            <a:pt x="955116" y="1210845"/>
                            <a:pt x="962253" y="1214413"/>
                          </a:cubicBezTo>
                          <a:cubicBezTo>
                            <a:pt x="968200" y="1216792"/>
                            <a:pt x="974147" y="1219171"/>
                            <a:pt x="978905" y="1222739"/>
                          </a:cubicBezTo>
                          <a:cubicBezTo>
                            <a:pt x="983663" y="1223929"/>
                            <a:pt x="987231" y="1222739"/>
                            <a:pt x="991989" y="1222739"/>
                          </a:cubicBezTo>
                          <a:cubicBezTo>
                            <a:pt x="997936" y="1222739"/>
                            <a:pt x="995557" y="1223929"/>
                            <a:pt x="1000315" y="1226308"/>
                          </a:cubicBezTo>
                          <a:cubicBezTo>
                            <a:pt x="1005073" y="1229876"/>
                            <a:pt x="1014588" y="1231065"/>
                            <a:pt x="1021725" y="1233444"/>
                          </a:cubicBezTo>
                          <a:cubicBezTo>
                            <a:pt x="1021725" y="1233444"/>
                            <a:pt x="1021725" y="1233444"/>
                            <a:pt x="1020535" y="1233444"/>
                          </a:cubicBezTo>
                          <a:cubicBezTo>
                            <a:pt x="1031240" y="1229876"/>
                            <a:pt x="1038377" y="1214413"/>
                            <a:pt x="1047892" y="1215603"/>
                          </a:cubicBezTo>
                          <a:cubicBezTo>
                            <a:pt x="1047892" y="1217982"/>
                            <a:pt x="1047892" y="1220360"/>
                            <a:pt x="1049082" y="1222739"/>
                          </a:cubicBezTo>
                          <a:cubicBezTo>
                            <a:pt x="1051461" y="1219171"/>
                            <a:pt x="1050271" y="1214413"/>
                            <a:pt x="1052650" y="1210845"/>
                          </a:cubicBezTo>
                          <a:cubicBezTo>
                            <a:pt x="1053839" y="1207276"/>
                            <a:pt x="1057408" y="1203708"/>
                            <a:pt x="1060976" y="1202519"/>
                          </a:cubicBezTo>
                          <a:cubicBezTo>
                            <a:pt x="1062165" y="1207276"/>
                            <a:pt x="1059787" y="1212034"/>
                            <a:pt x="1059787" y="1216792"/>
                          </a:cubicBezTo>
                          <a:cubicBezTo>
                            <a:pt x="1066923" y="1215603"/>
                            <a:pt x="1060976" y="1206087"/>
                            <a:pt x="1063355" y="1202519"/>
                          </a:cubicBezTo>
                          <a:cubicBezTo>
                            <a:pt x="1066923" y="1197761"/>
                            <a:pt x="1071681" y="1202519"/>
                            <a:pt x="1075249" y="1203708"/>
                          </a:cubicBezTo>
                          <a:cubicBezTo>
                            <a:pt x="1083575" y="1206087"/>
                            <a:pt x="1095470" y="1206087"/>
                            <a:pt x="1102606" y="1212034"/>
                          </a:cubicBezTo>
                          <a:cubicBezTo>
                            <a:pt x="1106175" y="1214413"/>
                            <a:pt x="1108554" y="1217982"/>
                            <a:pt x="1109743" y="1222739"/>
                          </a:cubicBezTo>
                          <a:cubicBezTo>
                            <a:pt x="1110932" y="1227497"/>
                            <a:pt x="1107364" y="1233444"/>
                            <a:pt x="1112122" y="1237012"/>
                          </a:cubicBezTo>
                          <a:cubicBezTo>
                            <a:pt x="1118069" y="1241770"/>
                            <a:pt x="1138289" y="1234634"/>
                            <a:pt x="1137100" y="1246528"/>
                          </a:cubicBezTo>
                          <a:cubicBezTo>
                            <a:pt x="1137100" y="1251286"/>
                            <a:pt x="1132342" y="1253665"/>
                            <a:pt x="1132342" y="1258422"/>
                          </a:cubicBezTo>
                          <a:cubicBezTo>
                            <a:pt x="1132342" y="1260801"/>
                            <a:pt x="1134721" y="1263180"/>
                            <a:pt x="1134721" y="1265559"/>
                          </a:cubicBezTo>
                          <a:cubicBezTo>
                            <a:pt x="1134721" y="1269127"/>
                            <a:pt x="1134721" y="1271506"/>
                            <a:pt x="1134721" y="1275074"/>
                          </a:cubicBezTo>
                          <a:cubicBezTo>
                            <a:pt x="1135911" y="1275074"/>
                            <a:pt x="1137100" y="1276264"/>
                            <a:pt x="1138289" y="1276264"/>
                          </a:cubicBezTo>
                          <a:cubicBezTo>
                            <a:pt x="1139479" y="1281022"/>
                            <a:pt x="1134721" y="1286969"/>
                            <a:pt x="1135911" y="1290537"/>
                          </a:cubicBezTo>
                          <a:cubicBezTo>
                            <a:pt x="1137100" y="1292916"/>
                            <a:pt x="1144237" y="1296484"/>
                            <a:pt x="1146615" y="1297674"/>
                          </a:cubicBezTo>
                          <a:cubicBezTo>
                            <a:pt x="1156131" y="1302431"/>
                            <a:pt x="1165646" y="1303621"/>
                            <a:pt x="1175162" y="1306000"/>
                          </a:cubicBezTo>
                          <a:cubicBezTo>
                            <a:pt x="1184677" y="1308378"/>
                            <a:pt x="1194193" y="1310757"/>
                            <a:pt x="1203708" y="1313136"/>
                          </a:cubicBezTo>
                          <a:cubicBezTo>
                            <a:pt x="1207277" y="1314326"/>
                            <a:pt x="1214413" y="1313136"/>
                            <a:pt x="1217982" y="1315515"/>
                          </a:cubicBezTo>
                          <a:cubicBezTo>
                            <a:pt x="1220360" y="1317894"/>
                            <a:pt x="1220360" y="1323841"/>
                            <a:pt x="1222739" y="1327410"/>
                          </a:cubicBezTo>
                          <a:cubicBezTo>
                            <a:pt x="1223929" y="1330978"/>
                            <a:pt x="1227497" y="1335736"/>
                            <a:pt x="1231065" y="1336925"/>
                          </a:cubicBezTo>
                          <a:cubicBezTo>
                            <a:pt x="1232255" y="1344062"/>
                            <a:pt x="1242960" y="1350009"/>
                            <a:pt x="1240581" y="1358335"/>
                          </a:cubicBezTo>
                          <a:cubicBezTo>
                            <a:pt x="1239391" y="1357145"/>
                            <a:pt x="1233444" y="1353577"/>
                            <a:pt x="1232255" y="1354767"/>
                          </a:cubicBezTo>
                          <a:cubicBezTo>
                            <a:pt x="1231065" y="1355956"/>
                            <a:pt x="1232255" y="1365471"/>
                            <a:pt x="1232255" y="1367850"/>
                          </a:cubicBezTo>
                          <a:cubicBezTo>
                            <a:pt x="1227497" y="1371419"/>
                            <a:pt x="1219171" y="1361903"/>
                            <a:pt x="1214413" y="1358335"/>
                          </a:cubicBezTo>
                          <a:cubicBezTo>
                            <a:pt x="1207277" y="1367850"/>
                            <a:pt x="1202519" y="1345251"/>
                            <a:pt x="1198950" y="1340493"/>
                          </a:cubicBezTo>
                          <a:cubicBezTo>
                            <a:pt x="1196572" y="1344062"/>
                            <a:pt x="1197761" y="1348819"/>
                            <a:pt x="1198950" y="1353577"/>
                          </a:cubicBezTo>
                          <a:cubicBezTo>
                            <a:pt x="1200140" y="1360714"/>
                            <a:pt x="1200140" y="1361903"/>
                            <a:pt x="1196572" y="1366661"/>
                          </a:cubicBezTo>
                          <a:cubicBezTo>
                            <a:pt x="1191814" y="1373797"/>
                            <a:pt x="1188246" y="1378555"/>
                            <a:pt x="1187056" y="1389260"/>
                          </a:cubicBezTo>
                          <a:cubicBezTo>
                            <a:pt x="1185867" y="1397586"/>
                            <a:pt x="1183488" y="1404723"/>
                            <a:pt x="1177541" y="1409480"/>
                          </a:cubicBezTo>
                          <a:cubicBezTo>
                            <a:pt x="1173972" y="1411859"/>
                            <a:pt x="1169215" y="1415428"/>
                            <a:pt x="1163267" y="1417807"/>
                          </a:cubicBezTo>
                          <a:cubicBezTo>
                            <a:pt x="1163267" y="1418996"/>
                            <a:pt x="1163267" y="1418996"/>
                            <a:pt x="1163267" y="1420185"/>
                          </a:cubicBezTo>
                          <a:cubicBezTo>
                            <a:pt x="1162078" y="1422564"/>
                            <a:pt x="1160889" y="1427322"/>
                            <a:pt x="1158510" y="1429701"/>
                          </a:cubicBezTo>
                          <a:cubicBezTo>
                            <a:pt x="1157320" y="1429701"/>
                            <a:pt x="1157320" y="1429701"/>
                            <a:pt x="1156131" y="1429701"/>
                          </a:cubicBezTo>
                          <a:cubicBezTo>
                            <a:pt x="1157320" y="1432080"/>
                            <a:pt x="1159699" y="1435648"/>
                            <a:pt x="1157320" y="1438027"/>
                          </a:cubicBezTo>
                          <a:cubicBezTo>
                            <a:pt x="1154941" y="1443974"/>
                            <a:pt x="1147805" y="1439216"/>
                            <a:pt x="1144237" y="1440406"/>
                          </a:cubicBezTo>
                          <a:cubicBezTo>
                            <a:pt x="1141858" y="1446353"/>
                            <a:pt x="1143047" y="1448732"/>
                            <a:pt x="1150184" y="1448732"/>
                          </a:cubicBezTo>
                          <a:cubicBezTo>
                            <a:pt x="1156131" y="1448732"/>
                            <a:pt x="1158510" y="1443974"/>
                            <a:pt x="1163267" y="1443974"/>
                          </a:cubicBezTo>
                          <a:cubicBezTo>
                            <a:pt x="1166836" y="1440406"/>
                            <a:pt x="1178730" y="1436837"/>
                            <a:pt x="1183488" y="1433269"/>
                          </a:cubicBezTo>
                          <a:cubicBezTo>
                            <a:pt x="1190624" y="1428511"/>
                            <a:pt x="1196572" y="1429701"/>
                            <a:pt x="1204898" y="1432080"/>
                          </a:cubicBezTo>
                          <a:cubicBezTo>
                            <a:pt x="1213224" y="1433269"/>
                            <a:pt x="1216792" y="1427322"/>
                            <a:pt x="1225118" y="1426133"/>
                          </a:cubicBezTo>
                          <a:cubicBezTo>
                            <a:pt x="1232255" y="1424943"/>
                            <a:pt x="1239391" y="1424943"/>
                            <a:pt x="1245339" y="1424943"/>
                          </a:cubicBezTo>
                          <a:cubicBezTo>
                            <a:pt x="1245339" y="1422564"/>
                            <a:pt x="1246528" y="1418996"/>
                            <a:pt x="1246528" y="1416617"/>
                          </a:cubicBezTo>
                          <a:cubicBezTo>
                            <a:pt x="1238202" y="1414238"/>
                            <a:pt x="1228686" y="1410670"/>
                            <a:pt x="1237013" y="1401154"/>
                          </a:cubicBezTo>
                          <a:cubicBezTo>
                            <a:pt x="1241770" y="1395207"/>
                            <a:pt x="1254854" y="1394018"/>
                            <a:pt x="1261991" y="1391639"/>
                          </a:cubicBezTo>
                          <a:cubicBezTo>
                            <a:pt x="1271506" y="1388071"/>
                            <a:pt x="1281022" y="1388071"/>
                            <a:pt x="1290537" y="1390450"/>
                          </a:cubicBezTo>
                          <a:cubicBezTo>
                            <a:pt x="1301242" y="1392828"/>
                            <a:pt x="1303621" y="1380934"/>
                            <a:pt x="1314326" y="1378555"/>
                          </a:cubicBezTo>
                          <a:cubicBezTo>
                            <a:pt x="1323841" y="1376176"/>
                            <a:pt x="1330978" y="1376176"/>
                            <a:pt x="1336925" y="1367850"/>
                          </a:cubicBezTo>
                          <a:cubicBezTo>
                            <a:pt x="1342872" y="1360714"/>
                            <a:pt x="1350009" y="1358335"/>
                            <a:pt x="1358335" y="1353577"/>
                          </a:cubicBezTo>
                          <a:cubicBezTo>
                            <a:pt x="1367850" y="1348819"/>
                            <a:pt x="1377366" y="1347630"/>
                            <a:pt x="1386881" y="1342872"/>
                          </a:cubicBezTo>
                          <a:cubicBezTo>
                            <a:pt x="1395207" y="1338114"/>
                            <a:pt x="1399965" y="1330978"/>
                            <a:pt x="1405912" y="1325031"/>
                          </a:cubicBezTo>
                          <a:cubicBezTo>
                            <a:pt x="1411859" y="1319083"/>
                            <a:pt x="1417807" y="1316705"/>
                            <a:pt x="1424943" y="1311947"/>
                          </a:cubicBezTo>
                          <a:cubicBezTo>
                            <a:pt x="1423754" y="1317894"/>
                            <a:pt x="1416617" y="1320273"/>
                            <a:pt x="1411859" y="1323841"/>
                          </a:cubicBezTo>
                          <a:cubicBezTo>
                            <a:pt x="1407102" y="1328599"/>
                            <a:pt x="1404723" y="1334546"/>
                            <a:pt x="1401154" y="1339304"/>
                          </a:cubicBezTo>
                          <a:cubicBezTo>
                            <a:pt x="1397586" y="1342872"/>
                            <a:pt x="1390450" y="1346441"/>
                            <a:pt x="1384502" y="1348819"/>
                          </a:cubicBezTo>
                          <a:cubicBezTo>
                            <a:pt x="1379745" y="1351198"/>
                            <a:pt x="1371419" y="1351198"/>
                            <a:pt x="1367850" y="1355956"/>
                          </a:cubicBezTo>
                          <a:cubicBezTo>
                            <a:pt x="1376176" y="1354767"/>
                            <a:pt x="1385692" y="1355956"/>
                            <a:pt x="1394018" y="1355956"/>
                          </a:cubicBezTo>
                          <a:cubicBezTo>
                            <a:pt x="1401154" y="1355956"/>
                            <a:pt x="1409481" y="1357145"/>
                            <a:pt x="1416617" y="1357145"/>
                          </a:cubicBezTo>
                          <a:cubicBezTo>
                            <a:pt x="1423754" y="1357145"/>
                            <a:pt x="1432080" y="1358335"/>
                            <a:pt x="1438027" y="1355956"/>
                          </a:cubicBezTo>
                          <a:cubicBezTo>
                            <a:pt x="1440406" y="1354767"/>
                            <a:pt x="1443974" y="1353577"/>
                            <a:pt x="1446353" y="1351198"/>
                          </a:cubicBezTo>
                          <a:cubicBezTo>
                            <a:pt x="1449921" y="1348819"/>
                            <a:pt x="1451111" y="1350009"/>
                            <a:pt x="1455869" y="1348819"/>
                          </a:cubicBezTo>
                          <a:cubicBezTo>
                            <a:pt x="1460626" y="1347630"/>
                            <a:pt x="1464195" y="1340493"/>
                            <a:pt x="1467763" y="1336925"/>
                          </a:cubicBezTo>
                          <a:cubicBezTo>
                            <a:pt x="1472521" y="1333357"/>
                            <a:pt x="1476089" y="1329788"/>
                            <a:pt x="1479657" y="1325031"/>
                          </a:cubicBezTo>
                          <a:cubicBezTo>
                            <a:pt x="1480847" y="1322652"/>
                            <a:pt x="1482036" y="1319083"/>
                            <a:pt x="1483226" y="1316705"/>
                          </a:cubicBezTo>
                          <a:cubicBezTo>
                            <a:pt x="1484415" y="1313136"/>
                            <a:pt x="1486794" y="1313136"/>
                            <a:pt x="1489173" y="1310757"/>
                          </a:cubicBezTo>
                          <a:cubicBezTo>
                            <a:pt x="1490362" y="1308378"/>
                            <a:pt x="1491552" y="1304810"/>
                            <a:pt x="1492741" y="1302431"/>
                          </a:cubicBezTo>
                          <a:cubicBezTo>
                            <a:pt x="1493930" y="1300052"/>
                            <a:pt x="1495120" y="1297674"/>
                            <a:pt x="1497499" y="1295295"/>
                          </a:cubicBezTo>
                          <a:cubicBezTo>
                            <a:pt x="1501067" y="1291726"/>
                            <a:pt x="1507014" y="1286969"/>
                            <a:pt x="1508204" y="1282211"/>
                          </a:cubicBezTo>
                          <a:cubicBezTo>
                            <a:pt x="1511772" y="1281022"/>
                            <a:pt x="1511772" y="1284590"/>
                            <a:pt x="1514151" y="1285779"/>
                          </a:cubicBezTo>
                          <a:cubicBezTo>
                            <a:pt x="1516530" y="1286969"/>
                            <a:pt x="1518909" y="1286969"/>
                            <a:pt x="1521287" y="1285779"/>
                          </a:cubicBezTo>
                          <a:cubicBezTo>
                            <a:pt x="1524856" y="1285779"/>
                            <a:pt x="1528424" y="1285779"/>
                            <a:pt x="1530803" y="1285779"/>
                          </a:cubicBezTo>
                          <a:cubicBezTo>
                            <a:pt x="1533182" y="1285779"/>
                            <a:pt x="1531992" y="1284590"/>
                            <a:pt x="1534371" y="1285779"/>
                          </a:cubicBezTo>
                          <a:cubicBezTo>
                            <a:pt x="1535561" y="1285779"/>
                            <a:pt x="1536750" y="1288158"/>
                            <a:pt x="1537939" y="1289348"/>
                          </a:cubicBezTo>
                          <a:cubicBezTo>
                            <a:pt x="1543887" y="1294105"/>
                            <a:pt x="1542697" y="1301242"/>
                            <a:pt x="1541508" y="1308378"/>
                          </a:cubicBezTo>
                          <a:cubicBezTo>
                            <a:pt x="1541508" y="1311947"/>
                            <a:pt x="1539129" y="1314326"/>
                            <a:pt x="1539129" y="1317894"/>
                          </a:cubicBezTo>
                          <a:cubicBezTo>
                            <a:pt x="1537939" y="1321462"/>
                            <a:pt x="1539129" y="1325031"/>
                            <a:pt x="1537939" y="1328599"/>
                          </a:cubicBezTo>
                          <a:cubicBezTo>
                            <a:pt x="1536750" y="1332167"/>
                            <a:pt x="1536750" y="1335736"/>
                            <a:pt x="1537939" y="1339304"/>
                          </a:cubicBezTo>
                          <a:cubicBezTo>
                            <a:pt x="1539129" y="1342872"/>
                            <a:pt x="1541508" y="1344062"/>
                            <a:pt x="1541508" y="1348819"/>
                          </a:cubicBezTo>
                          <a:cubicBezTo>
                            <a:pt x="1541508" y="1352388"/>
                            <a:pt x="1540318" y="1355956"/>
                            <a:pt x="1542697" y="1359524"/>
                          </a:cubicBezTo>
                          <a:cubicBezTo>
                            <a:pt x="1545076" y="1361903"/>
                            <a:pt x="1548644" y="1360714"/>
                            <a:pt x="1549834" y="1363093"/>
                          </a:cubicBezTo>
                          <a:cubicBezTo>
                            <a:pt x="1549834" y="1363093"/>
                            <a:pt x="1549834" y="1363093"/>
                            <a:pt x="1549834" y="1363093"/>
                          </a:cubicBezTo>
                          <a:cubicBezTo>
                            <a:pt x="1552213" y="1361903"/>
                            <a:pt x="1553402" y="1361903"/>
                            <a:pt x="1555781" y="1364282"/>
                          </a:cubicBezTo>
                          <a:cubicBezTo>
                            <a:pt x="1556970" y="1364282"/>
                            <a:pt x="1558160" y="1364282"/>
                            <a:pt x="1559349" y="1364282"/>
                          </a:cubicBezTo>
                          <a:cubicBezTo>
                            <a:pt x="1561728" y="1358335"/>
                            <a:pt x="1576002" y="1366661"/>
                            <a:pt x="1573623" y="1355956"/>
                          </a:cubicBezTo>
                          <a:cubicBezTo>
                            <a:pt x="1574812" y="1354767"/>
                            <a:pt x="1577191" y="1354767"/>
                            <a:pt x="1579570" y="1354767"/>
                          </a:cubicBezTo>
                          <a:cubicBezTo>
                            <a:pt x="1579570" y="1357145"/>
                            <a:pt x="1579570" y="1358335"/>
                            <a:pt x="1579570" y="1360714"/>
                          </a:cubicBezTo>
                          <a:cubicBezTo>
                            <a:pt x="1581949" y="1358335"/>
                            <a:pt x="1586706" y="1357145"/>
                            <a:pt x="1590275" y="1355956"/>
                          </a:cubicBezTo>
                          <a:cubicBezTo>
                            <a:pt x="1592654" y="1354767"/>
                            <a:pt x="1598601" y="1355956"/>
                            <a:pt x="1600980" y="1353577"/>
                          </a:cubicBezTo>
                          <a:cubicBezTo>
                            <a:pt x="1603358" y="1352388"/>
                            <a:pt x="1604548" y="1347630"/>
                            <a:pt x="1608116" y="1345251"/>
                          </a:cubicBezTo>
                          <a:cubicBezTo>
                            <a:pt x="1610495" y="1342872"/>
                            <a:pt x="1614063" y="1341683"/>
                            <a:pt x="1617632" y="1340493"/>
                          </a:cubicBezTo>
                          <a:cubicBezTo>
                            <a:pt x="1618821" y="1345251"/>
                            <a:pt x="1599790" y="1357145"/>
                            <a:pt x="1610495" y="1355956"/>
                          </a:cubicBezTo>
                          <a:cubicBezTo>
                            <a:pt x="1611685" y="1355956"/>
                            <a:pt x="1614063" y="1353577"/>
                            <a:pt x="1616442" y="1353577"/>
                          </a:cubicBezTo>
                          <a:cubicBezTo>
                            <a:pt x="1617632" y="1353577"/>
                            <a:pt x="1620011" y="1355956"/>
                            <a:pt x="1622389" y="1355956"/>
                          </a:cubicBezTo>
                          <a:cubicBezTo>
                            <a:pt x="1627147" y="1357145"/>
                            <a:pt x="1633094" y="1355956"/>
                            <a:pt x="1637852" y="1355956"/>
                          </a:cubicBezTo>
                          <a:cubicBezTo>
                            <a:pt x="1636663" y="1360714"/>
                            <a:pt x="1630715" y="1357145"/>
                            <a:pt x="1627147" y="1358335"/>
                          </a:cubicBezTo>
                          <a:cubicBezTo>
                            <a:pt x="1623579" y="1359524"/>
                            <a:pt x="1623579" y="1364282"/>
                            <a:pt x="1620011" y="1365471"/>
                          </a:cubicBezTo>
                          <a:cubicBezTo>
                            <a:pt x="1617632" y="1350009"/>
                            <a:pt x="1581949" y="1372608"/>
                            <a:pt x="1576002" y="1377366"/>
                          </a:cubicBezTo>
                          <a:cubicBezTo>
                            <a:pt x="1570054" y="1382124"/>
                            <a:pt x="1564107" y="1392828"/>
                            <a:pt x="1566486" y="1399965"/>
                          </a:cubicBezTo>
                          <a:cubicBezTo>
                            <a:pt x="1567675" y="1402344"/>
                            <a:pt x="1571244" y="1407102"/>
                            <a:pt x="1572433" y="1409480"/>
                          </a:cubicBezTo>
                          <a:cubicBezTo>
                            <a:pt x="1576002" y="1414238"/>
                            <a:pt x="1577191" y="1414238"/>
                            <a:pt x="1583138" y="1414238"/>
                          </a:cubicBezTo>
                          <a:cubicBezTo>
                            <a:pt x="1585517" y="1404723"/>
                            <a:pt x="1593843" y="1405912"/>
                            <a:pt x="1600980" y="1401154"/>
                          </a:cubicBezTo>
                          <a:cubicBezTo>
                            <a:pt x="1602169" y="1396397"/>
                            <a:pt x="1606927" y="1392828"/>
                            <a:pt x="1610495" y="1391639"/>
                          </a:cubicBezTo>
                          <a:cubicBezTo>
                            <a:pt x="1615253" y="1384502"/>
                            <a:pt x="1615253" y="1376176"/>
                            <a:pt x="1625958" y="1377366"/>
                          </a:cubicBezTo>
                          <a:cubicBezTo>
                            <a:pt x="1625958" y="1378555"/>
                            <a:pt x="1625958" y="1380934"/>
                            <a:pt x="1625958" y="1382124"/>
                          </a:cubicBezTo>
                          <a:cubicBezTo>
                            <a:pt x="1631905" y="1383313"/>
                            <a:pt x="1637852" y="1377366"/>
                            <a:pt x="1642610" y="1377366"/>
                          </a:cubicBezTo>
                          <a:cubicBezTo>
                            <a:pt x="1649746" y="1376176"/>
                            <a:pt x="1654504" y="1374987"/>
                            <a:pt x="1660451" y="1372608"/>
                          </a:cubicBezTo>
                          <a:cubicBezTo>
                            <a:pt x="1666398" y="1370229"/>
                            <a:pt x="1671156" y="1367850"/>
                            <a:pt x="1677104" y="1366661"/>
                          </a:cubicBezTo>
                          <a:cubicBezTo>
                            <a:pt x="1681861" y="1365471"/>
                            <a:pt x="1694945" y="1369040"/>
                            <a:pt x="1696134" y="1363093"/>
                          </a:cubicBezTo>
                          <a:cubicBezTo>
                            <a:pt x="1692566" y="1361903"/>
                            <a:pt x="1690187" y="1361903"/>
                            <a:pt x="1686619" y="1361903"/>
                          </a:cubicBezTo>
                          <a:cubicBezTo>
                            <a:pt x="1687808" y="1359524"/>
                            <a:pt x="1686619" y="1359524"/>
                            <a:pt x="1688998" y="1358335"/>
                          </a:cubicBezTo>
                          <a:cubicBezTo>
                            <a:pt x="1688998" y="1354767"/>
                            <a:pt x="1679482" y="1350009"/>
                            <a:pt x="1675914" y="1350009"/>
                          </a:cubicBezTo>
                          <a:cubicBezTo>
                            <a:pt x="1675914" y="1348819"/>
                            <a:pt x="1674724" y="1346441"/>
                            <a:pt x="1674724" y="1345251"/>
                          </a:cubicBezTo>
                          <a:cubicBezTo>
                            <a:pt x="1672346" y="1348819"/>
                            <a:pt x="1668777" y="1351198"/>
                            <a:pt x="1664020" y="1351198"/>
                          </a:cubicBezTo>
                          <a:cubicBezTo>
                            <a:pt x="1658072" y="1352388"/>
                            <a:pt x="1656883" y="1348819"/>
                            <a:pt x="1652125" y="1346441"/>
                          </a:cubicBezTo>
                          <a:cubicBezTo>
                            <a:pt x="1644989" y="1342872"/>
                            <a:pt x="1634284" y="1342872"/>
                            <a:pt x="1627147" y="1340493"/>
                          </a:cubicBezTo>
                          <a:cubicBezTo>
                            <a:pt x="1627147" y="1340493"/>
                            <a:pt x="1627147" y="1339304"/>
                            <a:pt x="1627147" y="1338114"/>
                          </a:cubicBezTo>
                          <a:cubicBezTo>
                            <a:pt x="1629526" y="1336925"/>
                            <a:pt x="1634284" y="1336925"/>
                            <a:pt x="1634284" y="1333357"/>
                          </a:cubicBezTo>
                          <a:cubicBezTo>
                            <a:pt x="1629526" y="1332167"/>
                            <a:pt x="1624768" y="1332167"/>
                            <a:pt x="1620011" y="1329788"/>
                          </a:cubicBezTo>
                          <a:cubicBezTo>
                            <a:pt x="1616442" y="1327410"/>
                            <a:pt x="1614063" y="1322652"/>
                            <a:pt x="1611685" y="1319083"/>
                          </a:cubicBezTo>
                          <a:cubicBezTo>
                            <a:pt x="1610495" y="1313136"/>
                            <a:pt x="1611685" y="1306000"/>
                            <a:pt x="1612874" y="1300052"/>
                          </a:cubicBezTo>
                          <a:cubicBezTo>
                            <a:pt x="1610495" y="1300052"/>
                            <a:pt x="1608116" y="1300052"/>
                            <a:pt x="1606927" y="1300052"/>
                          </a:cubicBezTo>
                          <a:cubicBezTo>
                            <a:pt x="1605737" y="1295295"/>
                            <a:pt x="1612874" y="1290537"/>
                            <a:pt x="1614063" y="1285779"/>
                          </a:cubicBezTo>
                          <a:cubicBezTo>
                            <a:pt x="1615253" y="1284590"/>
                            <a:pt x="1618821" y="1282211"/>
                            <a:pt x="1618821" y="1279832"/>
                          </a:cubicBezTo>
                          <a:cubicBezTo>
                            <a:pt x="1620011" y="1275074"/>
                            <a:pt x="1620011" y="1277453"/>
                            <a:pt x="1616442" y="1275074"/>
                          </a:cubicBezTo>
                          <a:cubicBezTo>
                            <a:pt x="1609306" y="1270317"/>
                            <a:pt x="1611685" y="1276264"/>
                            <a:pt x="1604548" y="1278643"/>
                          </a:cubicBezTo>
                          <a:cubicBezTo>
                            <a:pt x="1596222" y="1281022"/>
                            <a:pt x="1598601" y="1273885"/>
                            <a:pt x="1592654" y="1271506"/>
                          </a:cubicBezTo>
                          <a:cubicBezTo>
                            <a:pt x="1587896" y="1269127"/>
                            <a:pt x="1580759" y="1270317"/>
                            <a:pt x="1576002" y="1267938"/>
                          </a:cubicBezTo>
                          <a:cubicBezTo>
                            <a:pt x="1576002" y="1267938"/>
                            <a:pt x="1576002" y="1266748"/>
                            <a:pt x="1576002" y="1266748"/>
                          </a:cubicBezTo>
                          <a:cubicBezTo>
                            <a:pt x="1579570" y="1265559"/>
                            <a:pt x="1587896" y="1264369"/>
                            <a:pt x="1591464" y="1264369"/>
                          </a:cubicBezTo>
                          <a:cubicBezTo>
                            <a:pt x="1597411" y="1264369"/>
                            <a:pt x="1600980" y="1267938"/>
                            <a:pt x="1606927" y="1267938"/>
                          </a:cubicBezTo>
                          <a:cubicBezTo>
                            <a:pt x="1616442" y="1267938"/>
                            <a:pt x="1624768" y="1259612"/>
                            <a:pt x="1631905" y="1256043"/>
                          </a:cubicBezTo>
                          <a:cubicBezTo>
                            <a:pt x="1631905" y="1251286"/>
                            <a:pt x="1634284" y="1248907"/>
                            <a:pt x="1634284" y="1245339"/>
                          </a:cubicBezTo>
                          <a:cubicBezTo>
                            <a:pt x="1630715" y="1244149"/>
                            <a:pt x="1627147" y="1245339"/>
                            <a:pt x="1624768" y="1241770"/>
                          </a:cubicBezTo>
                          <a:cubicBezTo>
                            <a:pt x="1627147" y="1241770"/>
                            <a:pt x="1629526" y="1241770"/>
                            <a:pt x="1631905" y="1239391"/>
                          </a:cubicBezTo>
                          <a:cubicBezTo>
                            <a:pt x="1624768" y="1234634"/>
                            <a:pt x="1617632" y="1228686"/>
                            <a:pt x="1608116" y="1227497"/>
                          </a:cubicBezTo>
                          <a:cubicBezTo>
                            <a:pt x="1599790" y="1226308"/>
                            <a:pt x="1586706" y="1229876"/>
                            <a:pt x="1578380" y="1232255"/>
                          </a:cubicBezTo>
                          <a:cubicBezTo>
                            <a:pt x="1568865" y="1235823"/>
                            <a:pt x="1560539" y="1238202"/>
                            <a:pt x="1549834" y="1240581"/>
                          </a:cubicBezTo>
                          <a:cubicBezTo>
                            <a:pt x="1540318" y="1242960"/>
                            <a:pt x="1533182" y="1247717"/>
                            <a:pt x="1526045" y="1253665"/>
                          </a:cubicBezTo>
                          <a:cubicBezTo>
                            <a:pt x="1518909" y="1259612"/>
                            <a:pt x="1511772" y="1267938"/>
                            <a:pt x="1502256" y="1270317"/>
                          </a:cubicBezTo>
                          <a:cubicBezTo>
                            <a:pt x="1489173" y="1288158"/>
                            <a:pt x="1472521" y="1295295"/>
                            <a:pt x="1454679" y="1304810"/>
                          </a:cubicBezTo>
                          <a:cubicBezTo>
                            <a:pt x="1454679" y="1304810"/>
                            <a:pt x="1454679" y="1304810"/>
                            <a:pt x="1454679" y="1304810"/>
                          </a:cubicBezTo>
                          <a:cubicBezTo>
                            <a:pt x="1454679" y="1304810"/>
                            <a:pt x="1454679" y="1304810"/>
                            <a:pt x="1454679" y="1304810"/>
                          </a:cubicBezTo>
                          <a:cubicBezTo>
                            <a:pt x="1454679" y="1304810"/>
                            <a:pt x="1454679" y="1304810"/>
                            <a:pt x="1454679" y="1304810"/>
                          </a:cubicBezTo>
                          <a:cubicBezTo>
                            <a:pt x="1454679" y="1304810"/>
                            <a:pt x="1454679" y="1304810"/>
                            <a:pt x="1454679" y="1304810"/>
                          </a:cubicBezTo>
                          <a:cubicBezTo>
                            <a:pt x="1459437" y="1301242"/>
                            <a:pt x="1463005" y="1296484"/>
                            <a:pt x="1466573" y="1292916"/>
                          </a:cubicBezTo>
                          <a:cubicBezTo>
                            <a:pt x="1471331" y="1289348"/>
                            <a:pt x="1476089" y="1286969"/>
                            <a:pt x="1479657" y="1282211"/>
                          </a:cubicBezTo>
                          <a:cubicBezTo>
                            <a:pt x="1478468" y="1271506"/>
                            <a:pt x="1492741" y="1271506"/>
                            <a:pt x="1498688" y="1265559"/>
                          </a:cubicBezTo>
                          <a:cubicBezTo>
                            <a:pt x="1502256" y="1261991"/>
                            <a:pt x="1502256" y="1258422"/>
                            <a:pt x="1507014" y="1254854"/>
                          </a:cubicBezTo>
                          <a:cubicBezTo>
                            <a:pt x="1510583" y="1252475"/>
                            <a:pt x="1514151" y="1248907"/>
                            <a:pt x="1517719" y="1246528"/>
                          </a:cubicBezTo>
                          <a:cubicBezTo>
                            <a:pt x="1520098" y="1245339"/>
                            <a:pt x="1522477" y="1245339"/>
                            <a:pt x="1523666" y="1242960"/>
                          </a:cubicBezTo>
                          <a:cubicBezTo>
                            <a:pt x="1524856" y="1241770"/>
                            <a:pt x="1524856" y="1238202"/>
                            <a:pt x="1526045" y="1235823"/>
                          </a:cubicBezTo>
                          <a:cubicBezTo>
                            <a:pt x="1527235" y="1234634"/>
                            <a:pt x="1529613" y="1233444"/>
                            <a:pt x="1530803" y="1232255"/>
                          </a:cubicBezTo>
                          <a:cubicBezTo>
                            <a:pt x="1531992" y="1231065"/>
                            <a:pt x="1533182" y="1227497"/>
                            <a:pt x="1534371" y="1227497"/>
                          </a:cubicBezTo>
                          <a:cubicBezTo>
                            <a:pt x="1536750" y="1226308"/>
                            <a:pt x="1539129" y="1226308"/>
                            <a:pt x="1541508" y="1225118"/>
                          </a:cubicBezTo>
                          <a:cubicBezTo>
                            <a:pt x="1545076" y="1223929"/>
                            <a:pt x="1546266" y="1223929"/>
                            <a:pt x="1548644" y="1222739"/>
                          </a:cubicBezTo>
                          <a:cubicBezTo>
                            <a:pt x="1552213" y="1221550"/>
                            <a:pt x="1556970" y="1219171"/>
                            <a:pt x="1561728" y="1219171"/>
                          </a:cubicBezTo>
                          <a:cubicBezTo>
                            <a:pt x="1568865" y="1217982"/>
                            <a:pt x="1571244" y="1219171"/>
                            <a:pt x="1573623" y="1212034"/>
                          </a:cubicBezTo>
                          <a:cubicBezTo>
                            <a:pt x="1576002" y="1204898"/>
                            <a:pt x="1576002" y="1204898"/>
                            <a:pt x="1579570" y="1198950"/>
                          </a:cubicBezTo>
                          <a:cubicBezTo>
                            <a:pt x="1583138" y="1195382"/>
                            <a:pt x="1585517" y="1191814"/>
                            <a:pt x="1590275" y="1189435"/>
                          </a:cubicBezTo>
                          <a:cubicBezTo>
                            <a:pt x="1595032" y="1187056"/>
                            <a:pt x="1600980" y="1187056"/>
                            <a:pt x="1599790" y="1179920"/>
                          </a:cubicBezTo>
                          <a:cubicBezTo>
                            <a:pt x="1599790" y="1179920"/>
                            <a:pt x="1600980" y="1178730"/>
                            <a:pt x="1600980" y="1178730"/>
                          </a:cubicBezTo>
                          <a:cubicBezTo>
                            <a:pt x="1602169" y="1178730"/>
                            <a:pt x="1603358" y="1178730"/>
                            <a:pt x="1604548" y="1179920"/>
                          </a:cubicBezTo>
                          <a:cubicBezTo>
                            <a:pt x="1605737" y="1189435"/>
                            <a:pt x="1623579" y="1185867"/>
                            <a:pt x="1629526" y="1185867"/>
                          </a:cubicBezTo>
                          <a:cubicBezTo>
                            <a:pt x="1631905" y="1185867"/>
                            <a:pt x="1633094" y="1188246"/>
                            <a:pt x="1635473" y="1188246"/>
                          </a:cubicBezTo>
                          <a:cubicBezTo>
                            <a:pt x="1637852" y="1188246"/>
                            <a:pt x="1640231" y="1185867"/>
                            <a:pt x="1642610" y="1185867"/>
                          </a:cubicBezTo>
                          <a:cubicBezTo>
                            <a:pt x="1644989" y="1185867"/>
                            <a:pt x="1647368" y="1188246"/>
                            <a:pt x="1649746" y="1188246"/>
                          </a:cubicBezTo>
                          <a:cubicBezTo>
                            <a:pt x="1652125" y="1188246"/>
                            <a:pt x="1653315" y="1184677"/>
                            <a:pt x="1656883" y="1184677"/>
                          </a:cubicBezTo>
                          <a:cubicBezTo>
                            <a:pt x="1661641" y="1184677"/>
                            <a:pt x="1662830" y="1189435"/>
                            <a:pt x="1668777" y="1188246"/>
                          </a:cubicBezTo>
                          <a:cubicBezTo>
                            <a:pt x="1671156" y="1188246"/>
                            <a:pt x="1672346" y="1184677"/>
                            <a:pt x="1675914" y="1185867"/>
                          </a:cubicBezTo>
                          <a:cubicBezTo>
                            <a:pt x="1678293" y="1185867"/>
                            <a:pt x="1679482" y="1189435"/>
                            <a:pt x="1680672" y="1190624"/>
                          </a:cubicBezTo>
                          <a:cubicBezTo>
                            <a:pt x="1684240" y="1193003"/>
                            <a:pt x="1690187" y="1191814"/>
                            <a:pt x="1693756" y="1193003"/>
                          </a:cubicBezTo>
                          <a:cubicBezTo>
                            <a:pt x="1698513" y="1193003"/>
                            <a:pt x="1702082" y="1195382"/>
                            <a:pt x="1706839" y="1196572"/>
                          </a:cubicBezTo>
                          <a:cubicBezTo>
                            <a:pt x="1713976" y="1198950"/>
                            <a:pt x="1724681" y="1193003"/>
                            <a:pt x="1733007" y="1193003"/>
                          </a:cubicBezTo>
                          <a:cubicBezTo>
                            <a:pt x="1737765" y="1193003"/>
                            <a:pt x="1742522" y="1195382"/>
                            <a:pt x="1746091" y="1195382"/>
                          </a:cubicBezTo>
                          <a:cubicBezTo>
                            <a:pt x="1749659" y="1195382"/>
                            <a:pt x="1754417" y="1191814"/>
                            <a:pt x="1757985" y="1189435"/>
                          </a:cubicBezTo>
                          <a:cubicBezTo>
                            <a:pt x="1768690" y="1191814"/>
                            <a:pt x="1777016" y="1185867"/>
                            <a:pt x="1781774" y="1179920"/>
                          </a:cubicBezTo>
                          <a:close/>
                          <a:moveTo>
                            <a:pt x="518594" y="373483"/>
                          </a:moveTo>
                          <a:cubicBezTo>
                            <a:pt x="513836" y="368725"/>
                            <a:pt x="532867" y="363967"/>
                            <a:pt x="537625" y="360399"/>
                          </a:cubicBezTo>
                          <a:cubicBezTo>
                            <a:pt x="542382" y="356830"/>
                            <a:pt x="540004" y="353262"/>
                            <a:pt x="541193" y="350883"/>
                          </a:cubicBezTo>
                          <a:cubicBezTo>
                            <a:pt x="542382" y="348504"/>
                            <a:pt x="556656" y="344936"/>
                            <a:pt x="562603" y="341368"/>
                          </a:cubicBezTo>
                          <a:cubicBezTo>
                            <a:pt x="568550" y="337800"/>
                            <a:pt x="559035" y="333042"/>
                            <a:pt x="555466" y="331852"/>
                          </a:cubicBezTo>
                          <a:cubicBezTo>
                            <a:pt x="551898" y="330663"/>
                            <a:pt x="568550" y="333042"/>
                            <a:pt x="575687" y="336610"/>
                          </a:cubicBezTo>
                          <a:cubicBezTo>
                            <a:pt x="584013" y="340178"/>
                            <a:pt x="586391" y="334231"/>
                            <a:pt x="591149" y="331852"/>
                          </a:cubicBezTo>
                          <a:cubicBezTo>
                            <a:pt x="595907" y="329473"/>
                            <a:pt x="570929" y="316390"/>
                            <a:pt x="562603" y="317579"/>
                          </a:cubicBezTo>
                          <a:cubicBezTo>
                            <a:pt x="554277" y="318769"/>
                            <a:pt x="561413" y="319958"/>
                            <a:pt x="555466" y="322337"/>
                          </a:cubicBezTo>
                          <a:cubicBezTo>
                            <a:pt x="549519" y="324716"/>
                            <a:pt x="553087" y="317579"/>
                            <a:pt x="547140" y="317579"/>
                          </a:cubicBezTo>
                          <a:cubicBezTo>
                            <a:pt x="542382" y="317579"/>
                            <a:pt x="535246" y="314011"/>
                            <a:pt x="528109" y="314011"/>
                          </a:cubicBezTo>
                          <a:cubicBezTo>
                            <a:pt x="520972" y="312821"/>
                            <a:pt x="519783" y="318769"/>
                            <a:pt x="510268" y="317579"/>
                          </a:cubicBezTo>
                          <a:cubicBezTo>
                            <a:pt x="500752" y="316390"/>
                            <a:pt x="512646" y="302117"/>
                            <a:pt x="515025" y="297359"/>
                          </a:cubicBezTo>
                          <a:cubicBezTo>
                            <a:pt x="517404" y="292601"/>
                            <a:pt x="519783" y="300927"/>
                            <a:pt x="523352" y="302117"/>
                          </a:cubicBezTo>
                          <a:cubicBezTo>
                            <a:pt x="526920" y="303306"/>
                            <a:pt x="545951" y="302117"/>
                            <a:pt x="553087" y="297359"/>
                          </a:cubicBezTo>
                          <a:cubicBezTo>
                            <a:pt x="560224" y="292601"/>
                            <a:pt x="564982" y="299738"/>
                            <a:pt x="573308" y="300927"/>
                          </a:cubicBezTo>
                          <a:cubicBezTo>
                            <a:pt x="581634" y="302117"/>
                            <a:pt x="595907" y="299738"/>
                            <a:pt x="599475" y="297359"/>
                          </a:cubicBezTo>
                          <a:cubicBezTo>
                            <a:pt x="603044" y="294980"/>
                            <a:pt x="612559" y="292601"/>
                            <a:pt x="614938" y="292601"/>
                          </a:cubicBezTo>
                          <a:cubicBezTo>
                            <a:pt x="618506" y="292601"/>
                            <a:pt x="631590" y="286654"/>
                            <a:pt x="638727" y="285464"/>
                          </a:cubicBezTo>
                          <a:cubicBezTo>
                            <a:pt x="645863" y="284275"/>
                            <a:pt x="656568" y="290222"/>
                            <a:pt x="660137" y="294980"/>
                          </a:cubicBezTo>
                          <a:cubicBezTo>
                            <a:pt x="663705" y="298548"/>
                            <a:pt x="629211" y="308064"/>
                            <a:pt x="617317" y="309253"/>
                          </a:cubicBezTo>
                          <a:cubicBezTo>
                            <a:pt x="605422" y="310443"/>
                            <a:pt x="648242" y="333042"/>
                            <a:pt x="651810" y="331852"/>
                          </a:cubicBezTo>
                          <a:cubicBezTo>
                            <a:pt x="655379" y="330663"/>
                            <a:pt x="658947" y="330663"/>
                            <a:pt x="661326" y="325905"/>
                          </a:cubicBezTo>
                          <a:cubicBezTo>
                            <a:pt x="664894" y="321147"/>
                            <a:pt x="680357" y="317579"/>
                            <a:pt x="682736" y="317579"/>
                          </a:cubicBezTo>
                          <a:cubicBezTo>
                            <a:pt x="683925" y="317579"/>
                            <a:pt x="675599" y="328284"/>
                            <a:pt x="674410" y="331852"/>
                          </a:cubicBezTo>
                          <a:cubicBezTo>
                            <a:pt x="673220" y="335421"/>
                            <a:pt x="681546" y="333042"/>
                            <a:pt x="682736" y="331852"/>
                          </a:cubicBezTo>
                          <a:cubicBezTo>
                            <a:pt x="685115" y="330663"/>
                            <a:pt x="668463" y="342557"/>
                            <a:pt x="663705" y="344936"/>
                          </a:cubicBezTo>
                          <a:cubicBezTo>
                            <a:pt x="660137" y="347315"/>
                            <a:pt x="663705" y="350883"/>
                            <a:pt x="663705" y="350883"/>
                          </a:cubicBezTo>
                          <a:cubicBezTo>
                            <a:pt x="663705" y="350883"/>
                            <a:pt x="655379" y="349694"/>
                            <a:pt x="651810" y="350883"/>
                          </a:cubicBezTo>
                          <a:cubicBezTo>
                            <a:pt x="648242" y="352073"/>
                            <a:pt x="654189" y="359209"/>
                            <a:pt x="656568" y="360399"/>
                          </a:cubicBezTo>
                          <a:cubicBezTo>
                            <a:pt x="658947" y="361588"/>
                            <a:pt x="651810" y="367535"/>
                            <a:pt x="651810" y="367535"/>
                          </a:cubicBezTo>
                          <a:cubicBezTo>
                            <a:pt x="647053" y="374672"/>
                            <a:pt x="642295" y="369914"/>
                            <a:pt x="637537" y="371104"/>
                          </a:cubicBezTo>
                          <a:cubicBezTo>
                            <a:pt x="632780" y="372293"/>
                            <a:pt x="633969" y="367535"/>
                            <a:pt x="636348" y="361588"/>
                          </a:cubicBezTo>
                          <a:cubicBezTo>
                            <a:pt x="638727" y="356830"/>
                            <a:pt x="624453" y="355641"/>
                            <a:pt x="617317" y="354452"/>
                          </a:cubicBezTo>
                          <a:cubicBezTo>
                            <a:pt x="608991" y="353262"/>
                            <a:pt x="618506" y="359209"/>
                            <a:pt x="617317" y="362778"/>
                          </a:cubicBezTo>
                          <a:cubicBezTo>
                            <a:pt x="616127" y="366346"/>
                            <a:pt x="611370" y="361588"/>
                            <a:pt x="604233" y="361588"/>
                          </a:cubicBezTo>
                          <a:cubicBezTo>
                            <a:pt x="597096" y="360399"/>
                            <a:pt x="612559" y="379430"/>
                            <a:pt x="611370" y="384187"/>
                          </a:cubicBezTo>
                          <a:cubicBezTo>
                            <a:pt x="610180" y="387756"/>
                            <a:pt x="604233" y="382998"/>
                            <a:pt x="598286" y="382998"/>
                          </a:cubicBezTo>
                          <a:cubicBezTo>
                            <a:pt x="593528" y="382998"/>
                            <a:pt x="566171" y="397271"/>
                            <a:pt x="563792" y="398461"/>
                          </a:cubicBezTo>
                          <a:cubicBezTo>
                            <a:pt x="561413" y="400840"/>
                            <a:pt x="557845" y="399650"/>
                            <a:pt x="555466" y="394892"/>
                          </a:cubicBezTo>
                          <a:cubicBezTo>
                            <a:pt x="553087" y="390135"/>
                            <a:pt x="570929" y="384187"/>
                            <a:pt x="578065" y="380619"/>
                          </a:cubicBezTo>
                          <a:cubicBezTo>
                            <a:pt x="585202" y="377051"/>
                            <a:pt x="587581" y="372293"/>
                            <a:pt x="594718" y="363967"/>
                          </a:cubicBezTo>
                          <a:cubicBezTo>
                            <a:pt x="601854" y="355641"/>
                            <a:pt x="572118" y="365157"/>
                            <a:pt x="564982" y="366346"/>
                          </a:cubicBezTo>
                          <a:cubicBezTo>
                            <a:pt x="557845" y="367535"/>
                            <a:pt x="541193" y="387756"/>
                            <a:pt x="536435" y="387756"/>
                          </a:cubicBezTo>
                          <a:cubicBezTo>
                            <a:pt x="531678" y="387756"/>
                            <a:pt x="523352" y="378240"/>
                            <a:pt x="518594" y="373483"/>
                          </a:cubicBezTo>
                          <a:close/>
                          <a:moveTo>
                            <a:pt x="736260" y="732692"/>
                          </a:moveTo>
                          <a:cubicBezTo>
                            <a:pt x="732692" y="731502"/>
                            <a:pt x="727934" y="737450"/>
                            <a:pt x="720798" y="736260"/>
                          </a:cubicBezTo>
                          <a:cubicBezTo>
                            <a:pt x="714850" y="735071"/>
                            <a:pt x="695820" y="736260"/>
                            <a:pt x="686304" y="736260"/>
                          </a:cubicBezTo>
                          <a:cubicBezTo>
                            <a:pt x="676789" y="736260"/>
                            <a:pt x="670841" y="751723"/>
                            <a:pt x="664894" y="752912"/>
                          </a:cubicBezTo>
                          <a:cubicBezTo>
                            <a:pt x="658947" y="754102"/>
                            <a:pt x="632780" y="749344"/>
                            <a:pt x="630401" y="748155"/>
                          </a:cubicBezTo>
                          <a:cubicBezTo>
                            <a:pt x="626832" y="746965"/>
                            <a:pt x="629211" y="756481"/>
                            <a:pt x="628022" y="760049"/>
                          </a:cubicBezTo>
                          <a:cubicBezTo>
                            <a:pt x="626832" y="764807"/>
                            <a:pt x="620885" y="751723"/>
                            <a:pt x="618506" y="744586"/>
                          </a:cubicBezTo>
                          <a:cubicBezTo>
                            <a:pt x="616127" y="737450"/>
                            <a:pt x="628022" y="733881"/>
                            <a:pt x="628022" y="737450"/>
                          </a:cubicBezTo>
                          <a:cubicBezTo>
                            <a:pt x="628022" y="741018"/>
                            <a:pt x="649432" y="742207"/>
                            <a:pt x="654189" y="742207"/>
                          </a:cubicBezTo>
                          <a:cubicBezTo>
                            <a:pt x="657758" y="742207"/>
                            <a:pt x="663705" y="738639"/>
                            <a:pt x="664894" y="735071"/>
                          </a:cubicBezTo>
                          <a:cubicBezTo>
                            <a:pt x="666084" y="731502"/>
                            <a:pt x="686304" y="723176"/>
                            <a:pt x="693441" y="719608"/>
                          </a:cubicBezTo>
                          <a:cubicBezTo>
                            <a:pt x="701767" y="716040"/>
                            <a:pt x="699388" y="712472"/>
                            <a:pt x="701767" y="710093"/>
                          </a:cubicBezTo>
                          <a:cubicBezTo>
                            <a:pt x="704146" y="708903"/>
                            <a:pt x="711282" y="717229"/>
                            <a:pt x="713661" y="717229"/>
                          </a:cubicBezTo>
                          <a:cubicBezTo>
                            <a:pt x="716040" y="717229"/>
                            <a:pt x="717229" y="720798"/>
                            <a:pt x="713661" y="724366"/>
                          </a:cubicBezTo>
                          <a:cubicBezTo>
                            <a:pt x="711282" y="727934"/>
                            <a:pt x="720798" y="724366"/>
                            <a:pt x="726745" y="721987"/>
                          </a:cubicBezTo>
                          <a:cubicBezTo>
                            <a:pt x="732692" y="719608"/>
                            <a:pt x="761239" y="737450"/>
                            <a:pt x="761239" y="737450"/>
                          </a:cubicBezTo>
                          <a:cubicBezTo>
                            <a:pt x="767186" y="746965"/>
                            <a:pt x="739829" y="735071"/>
                            <a:pt x="736260" y="732692"/>
                          </a:cubicBezTo>
                          <a:close/>
                          <a:moveTo>
                            <a:pt x="775512" y="563792"/>
                          </a:moveTo>
                          <a:cubicBezTo>
                            <a:pt x="773133" y="570929"/>
                            <a:pt x="767186" y="549519"/>
                            <a:pt x="739829" y="549519"/>
                          </a:cubicBezTo>
                          <a:cubicBezTo>
                            <a:pt x="726745" y="549519"/>
                            <a:pt x="711282" y="562603"/>
                            <a:pt x="714850" y="562603"/>
                          </a:cubicBezTo>
                          <a:cubicBezTo>
                            <a:pt x="719608" y="561413"/>
                            <a:pt x="727934" y="555466"/>
                            <a:pt x="746965" y="557845"/>
                          </a:cubicBezTo>
                          <a:cubicBezTo>
                            <a:pt x="755291" y="559034"/>
                            <a:pt x="755291" y="563792"/>
                            <a:pt x="752912" y="564982"/>
                          </a:cubicBezTo>
                          <a:cubicBezTo>
                            <a:pt x="750533" y="566171"/>
                            <a:pt x="739829" y="568550"/>
                            <a:pt x="739829" y="568550"/>
                          </a:cubicBezTo>
                          <a:cubicBezTo>
                            <a:pt x="739829" y="569739"/>
                            <a:pt x="720798" y="581634"/>
                            <a:pt x="713661" y="584013"/>
                          </a:cubicBezTo>
                          <a:cubicBezTo>
                            <a:pt x="706524" y="586391"/>
                            <a:pt x="674410" y="607801"/>
                            <a:pt x="667273" y="613748"/>
                          </a:cubicBezTo>
                          <a:cubicBezTo>
                            <a:pt x="658947" y="619696"/>
                            <a:pt x="658947" y="608991"/>
                            <a:pt x="651810" y="604233"/>
                          </a:cubicBezTo>
                          <a:cubicBezTo>
                            <a:pt x="645863" y="599475"/>
                            <a:pt x="638727" y="613748"/>
                            <a:pt x="637537" y="618506"/>
                          </a:cubicBezTo>
                          <a:cubicBezTo>
                            <a:pt x="636348" y="623264"/>
                            <a:pt x="605422" y="631590"/>
                            <a:pt x="589960" y="631590"/>
                          </a:cubicBezTo>
                          <a:cubicBezTo>
                            <a:pt x="574497" y="632780"/>
                            <a:pt x="576876" y="618506"/>
                            <a:pt x="572118" y="617317"/>
                          </a:cubicBezTo>
                          <a:cubicBezTo>
                            <a:pt x="566171" y="616127"/>
                            <a:pt x="543572" y="595907"/>
                            <a:pt x="537625" y="592339"/>
                          </a:cubicBezTo>
                          <a:cubicBezTo>
                            <a:pt x="531678" y="588770"/>
                            <a:pt x="538814" y="582823"/>
                            <a:pt x="542382" y="579255"/>
                          </a:cubicBezTo>
                          <a:cubicBezTo>
                            <a:pt x="545951" y="575687"/>
                            <a:pt x="554277" y="595907"/>
                            <a:pt x="556656" y="603044"/>
                          </a:cubicBezTo>
                          <a:cubicBezTo>
                            <a:pt x="560224" y="610180"/>
                            <a:pt x="566171" y="604233"/>
                            <a:pt x="568550" y="601854"/>
                          </a:cubicBezTo>
                          <a:cubicBezTo>
                            <a:pt x="570929" y="599475"/>
                            <a:pt x="581634" y="608991"/>
                            <a:pt x="585202" y="610180"/>
                          </a:cubicBezTo>
                          <a:cubicBezTo>
                            <a:pt x="587581" y="611370"/>
                            <a:pt x="591149" y="606612"/>
                            <a:pt x="594718" y="601854"/>
                          </a:cubicBezTo>
                          <a:cubicBezTo>
                            <a:pt x="598286" y="597096"/>
                            <a:pt x="607801" y="587581"/>
                            <a:pt x="608991" y="582823"/>
                          </a:cubicBezTo>
                          <a:cubicBezTo>
                            <a:pt x="610180" y="578065"/>
                            <a:pt x="626832" y="584013"/>
                            <a:pt x="631590" y="582823"/>
                          </a:cubicBezTo>
                          <a:cubicBezTo>
                            <a:pt x="636348" y="581634"/>
                            <a:pt x="630401" y="570929"/>
                            <a:pt x="629211" y="563792"/>
                          </a:cubicBezTo>
                          <a:cubicBezTo>
                            <a:pt x="628022" y="555466"/>
                            <a:pt x="622074" y="542382"/>
                            <a:pt x="616127" y="538814"/>
                          </a:cubicBezTo>
                          <a:cubicBezTo>
                            <a:pt x="610180" y="535246"/>
                            <a:pt x="616127" y="517404"/>
                            <a:pt x="616127" y="510268"/>
                          </a:cubicBezTo>
                          <a:cubicBezTo>
                            <a:pt x="616127" y="501942"/>
                            <a:pt x="619696" y="517404"/>
                            <a:pt x="626832" y="516215"/>
                          </a:cubicBezTo>
                          <a:cubicBezTo>
                            <a:pt x="633969" y="515025"/>
                            <a:pt x="633969" y="509078"/>
                            <a:pt x="638727" y="511457"/>
                          </a:cubicBezTo>
                          <a:cubicBezTo>
                            <a:pt x="642295" y="513836"/>
                            <a:pt x="630401" y="524541"/>
                            <a:pt x="624453" y="530488"/>
                          </a:cubicBezTo>
                          <a:cubicBezTo>
                            <a:pt x="619696" y="536435"/>
                            <a:pt x="633969" y="549519"/>
                            <a:pt x="633969" y="549519"/>
                          </a:cubicBezTo>
                          <a:cubicBezTo>
                            <a:pt x="633969" y="549519"/>
                            <a:pt x="642295" y="556656"/>
                            <a:pt x="647053" y="556656"/>
                          </a:cubicBezTo>
                          <a:cubicBezTo>
                            <a:pt x="651810" y="555466"/>
                            <a:pt x="651810" y="570929"/>
                            <a:pt x="656568" y="581634"/>
                          </a:cubicBezTo>
                          <a:cubicBezTo>
                            <a:pt x="661326" y="592339"/>
                            <a:pt x="691062" y="574497"/>
                            <a:pt x="698198" y="573308"/>
                          </a:cubicBezTo>
                          <a:cubicBezTo>
                            <a:pt x="705335" y="572118"/>
                            <a:pt x="707714" y="562603"/>
                            <a:pt x="711282" y="559034"/>
                          </a:cubicBezTo>
                          <a:cubicBezTo>
                            <a:pt x="714850" y="555466"/>
                            <a:pt x="733881" y="547140"/>
                            <a:pt x="742207" y="545951"/>
                          </a:cubicBezTo>
                          <a:cubicBezTo>
                            <a:pt x="752912" y="541193"/>
                            <a:pt x="777891" y="555466"/>
                            <a:pt x="775512" y="563792"/>
                          </a:cubicBezTo>
                          <a:close/>
                          <a:moveTo>
                            <a:pt x="882561" y="1132342"/>
                          </a:moveTo>
                          <a:cubicBezTo>
                            <a:pt x="869477" y="1137100"/>
                            <a:pt x="881371" y="1112122"/>
                            <a:pt x="878993" y="1103796"/>
                          </a:cubicBezTo>
                          <a:cubicBezTo>
                            <a:pt x="876614" y="1095470"/>
                            <a:pt x="886129" y="1095470"/>
                            <a:pt x="886129" y="1090712"/>
                          </a:cubicBezTo>
                          <a:cubicBezTo>
                            <a:pt x="887319" y="1085954"/>
                            <a:pt x="877803" y="1088333"/>
                            <a:pt x="878993" y="1082386"/>
                          </a:cubicBezTo>
                          <a:cubicBezTo>
                            <a:pt x="880182" y="1076439"/>
                            <a:pt x="877803" y="1071681"/>
                            <a:pt x="874235" y="1070491"/>
                          </a:cubicBezTo>
                          <a:cubicBezTo>
                            <a:pt x="870667" y="1069302"/>
                            <a:pt x="870667" y="1075249"/>
                            <a:pt x="867098" y="1076439"/>
                          </a:cubicBezTo>
                          <a:cubicBezTo>
                            <a:pt x="864719" y="1077628"/>
                            <a:pt x="862340" y="1062165"/>
                            <a:pt x="861151" y="1053839"/>
                          </a:cubicBezTo>
                          <a:cubicBezTo>
                            <a:pt x="859961" y="1045513"/>
                            <a:pt x="856393" y="1037187"/>
                            <a:pt x="852825" y="1033619"/>
                          </a:cubicBezTo>
                          <a:cubicBezTo>
                            <a:pt x="849257" y="1030051"/>
                            <a:pt x="859961" y="1027672"/>
                            <a:pt x="863530" y="1024104"/>
                          </a:cubicBezTo>
                          <a:cubicBezTo>
                            <a:pt x="867098" y="1020535"/>
                            <a:pt x="856393" y="1020535"/>
                            <a:pt x="852825" y="1016967"/>
                          </a:cubicBezTo>
                          <a:cubicBezTo>
                            <a:pt x="849257" y="1013399"/>
                            <a:pt x="862340" y="994368"/>
                            <a:pt x="862340" y="994368"/>
                          </a:cubicBezTo>
                          <a:cubicBezTo>
                            <a:pt x="862340" y="994368"/>
                            <a:pt x="870667" y="995557"/>
                            <a:pt x="876614" y="997936"/>
                          </a:cubicBezTo>
                          <a:cubicBezTo>
                            <a:pt x="882561" y="1001504"/>
                            <a:pt x="882561" y="996747"/>
                            <a:pt x="887319" y="1003883"/>
                          </a:cubicBezTo>
                          <a:cubicBezTo>
                            <a:pt x="892076" y="1011020"/>
                            <a:pt x="884940" y="1033619"/>
                            <a:pt x="887319" y="1043135"/>
                          </a:cubicBezTo>
                          <a:cubicBezTo>
                            <a:pt x="889697" y="1052650"/>
                            <a:pt x="884940" y="1059787"/>
                            <a:pt x="887319" y="1065734"/>
                          </a:cubicBezTo>
                          <a:cubicBezTo>
                            <a:pt x="889697" y="1071681"/>
                            <a:pt x="887319" y="1082386"/>
                            <a:pt x="887319" y="1082386"/>
                          </a:cubicBezTo>
                          <a:cubicBezTo>
                            <a:pt x="887319" y="1082386"/>
                            <a:pt x="890887" y="1099038"/>
                            <a:pt x="894455" y="1107364"/>
                          </a:cubicBezTo>
                          <a:cubicBezTo>
                            <a:pt x="898024" y="1115690"/>
                            <a:pt x="883750" y="1131153"/>
                            <a:pt x="882561" y="1132342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grpSp>
                  <p:nvGrpSpPr>
                    <p:cNvPr id="913" name="Graphic 27">
                      <a:extLst>
                        <a:ext uri="{FF2B5EF4-FFF2-40B4-BE49-F238E27FC236}">
                          <a16:creationId xmlns:a16="http://schemas.microsoft.com/office/drawing/2014/main" id="{FFA5C647-EF8F-638F-2353-19BA7B961B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05420" y="1552189"/>
                      <a:ext cx="7538234" cy="3168351"/>
                      <a:chOff x="1805420" y="1552189"/>
                      <a:chExt cx="7538234" cy="3168351"/>
                    </a:xfrm>
                    <a:grpFill/>
                  </p:grpSpPr>
                  <p:grpSp>
                    <p:nvGrpSpPr>
                      <p:cNvPr id="914" name="Graphic 27">
                        <a:extLst>
                          <a:ext uri="{FF2B5EF4-FFF2-40B4-BE49-F238E27FC236}">
                            <a16:creationId xmlns:a16="http://schemas.microsoft.com/office/drawing/2014/main" id="{E3DCCA8A-2D6B-3CD6-ABFA-D6F8C97368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81894" y="4228026"/>
                        <a:ext cx="552200" cy="171771"/>
                        <a:chOff x="8281894" y="4228026"/>
                        <a:chExt cx="552200" cy="171771"/>
                      </a:xfrm>
                      <a:grpFill/>
                    </p:grpSpPr>
                    <p:sp>
                      <p:nvSpPr>
                        <p:cNvPr id="915" name="Freeform 914">
                          <a:extLst>
                            <a:ext uri="{FF2B5EF4-FFF2-40B4-BE49-F238E27FC236}">
                              <a16:creationId xmlns:a16="http://schemas.microsoft.com/office/drawing/2014/main" id="{878828DF-6B99-CAD7-DFD9-D097B61E64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81894" y="4241603"/>
                          <a:ext cx="110617" cy="146003"/>
                        </a:xfrm>
                        <a:custGeom>
                          <a:avLst/>
                          <a:gdLst>
                            <a:gd name="connsiteX0" fmla="*/ 105859 w 110617"/>
                            <a:gd name="connsiteY0" fmla="*/ 124891 h 146003"/>
                            <a:gd name="connsiteX1" fmla="*/ 99912 w 110617"/>
                            <a:gd name="connsiteY1" fmla="*/ 112996 h 146003"/>
                            <a:gd name="connsiteX2" fmla="*/ 91587 w 110617"/>
                            <a:gd name="connsiteY2" fmla="*/ 102291 h 146003"/>
                            <a:gd name="connsiteX3" fmla="*/ 89208 w 110617"/>
                            <a:gd name="connsiteY3" fmla="*/ 86829 h 146003"/>
                            <a:gd name="connsiteX4" fmla="*/ 88018 w 110617"/>
                            <a:gd name="connsiteY4" fmla="*/ 79692 h 146003"/>
                            <a:gd name="connsiteX5" fmla="*/ 88018 w 110617"/>
                            <a:gd name="connsiteY5" fmla="*/ 71366 h 146003"/>
                            <a:gd name="connsiteX6" fmla="*/ 89208 w 110617"/>
                            <a:gd name="connsiteY6" fmla="*/ 57093 h 146003"/>
                            <a:gd name="connsiteX7" fmla="*/ 83260 w 110617"/>
                            <a:gd name="connsiteY7" fmla="*/ 44009 h 146003"/>
                            <a:gd name="connsiteX8" fmla="*/ 65419 w 110617"/>
                            <a:gd name="connsiteY8" fmla="*/ 26168 h 146003"/>
                            <a:gd name="connsiteX9" fmla="*/ 60661 w 110617"/>
                            <a:gd name="connsiteY9" fmla="*/ 20221 h 146003"/>
                            <a:gd name="connsiteX10" fmla="*/ 57093 w 110617"/>
                            <a:gd name="connsiteY10" fmla="*/ 15463 h 146003"/>
                            <a:gd name="connsiteX11" fmla="*/ 51146 w 110617"/>
                            <a:gd name="connsiteY11" fmla="*/ 17842 h 146003"/>
                            <a:gd name="connsiteX12" fmla="*/ 48767 w 110617"/>
                            <a:gd name="connsiteY12" fmla="*/ 17842 h 146003"/>
                            <a:gd name="connsiteX13" fmla="*/ 48767 w 110617"/>
                            <a:gd name="connsiteY13" fmla="*/ 19031 h 146003"/>
                            <a:gd name="connsiteX14" fmla="*/ 42819 w 110617"/>
                            <a:gd name="connsiteY14" fmla="*/ 24978 h 146003"/>
                            <a:gd name="connsiteX15" fmla="*/ 39251 w 110617"/>
                            <a:gd name="connsiteY15" fmla="*/ 23789 h 146003"/>
                            <a:gd name="connsiteX16" fmla="*/ 35683 w 110617"/>
                            <a:gd name="connsiteY16" fmla="*/ 24978 h 146003"/>
                            <a:gd name="connsiteX17" fmla="*/ 26168 w 110617"/>
                            <a:gd name="connsiteY17" fmla="*/ 22599 h 146003"/>
                            <a:gd name="connsiteX18" fmla="*/ 28546 w 110617"/>
                            <a:gd name="connsiteY18" fmla="*/ 15463 h 146003"/>
                            <a:gd name="connsiteX19" fmla="*/ 27357 w 110617"/>
                            <a:gd name="connsiteY19" fmla="*/ 8326 h 146003"/>
                            <a:gd name="connsiteX20" fmla="*/ 19031 w 110617"/>
                            <a:gd name="connsiteY20" fmla="*/ 5947 h 146003"/>
                            <a:gd name="connsiteX21" fmla="*/ 10704 w 110617"/>
                            <a:gd name="connsiteY21" fmla="*/ 2379 h 146003"/>
                            <a:gd name="connsiteX22" fmla="*/ 3568 w 110617"/>
                            <a:gd name="connsiteY22" fmla="*/ 0 h 146003"/>
                            <a:gd name="connsiteX23" fmla="*/ 0 w 110617"/>
                            <a:gd name="connsiteY23" fmla="*/ 5947 h 146003"/>
                            <a:gd name="connsiteX24" fmla="*/ 1189 w 110617"/>
                            <a:gd name="connsiteY24" fmla="*/ 9515 h 146003"/>
                            <a:gd name="connsiteX25" fmla="*/ 4757 w 110617"/>
                            <a:gd name="connsiteY25" fmla="*/ 19031 h 146003"/>
                            <a:gd name="connsiteX26" fmla="*/ 8326 w 110617"/>
                            <a:gd name="connsiteY26" fmla="*/ 41630 h 146003"/>
                            <a:gd name="connsiteX27" fmla="*/ 13083 w 110617"/>
                            <a:gd name="connsiteY27" fmla="*/ 54714 h 146003"/>
                            <a:gd name="connsiteX28" fmla="*/ 13083 w 110617"/>
                            <a:gd name="connsiteY28" fmla="*/ 70177 h 146003"/>
                            <a:gd name="connsiteX29" fmla="*/ 16652 w 110617"/>
                            <a:gd name="connsiteY29" fmla="*/ 74934 h 146003"/>
                            <a:gd name="connsiteX30" fmla="*/ 21410 w 110617"/>
                            <a:gd name="connsiteY30" fmla="*/ 79692 h 146003"/>
                            <a:gd name="connsiteX31" fmla="*/ 24978 w 110617"/>
                            <a:gd name="connsiteY31" fmla="*/ 85639 h 146003"/>
                            <a:gd name="connsiteX32" fmla="*/ 29736 w 110617"/>
                            <a:gd name="connsiteY32" fmla="*/ 89208 h 146003"/>
                            <a:gd name="connsiteX33" fmla="*/ 35683 w 110617"/>
                            <a:gd name="connsiteY33" fmla="*/ 93965 h 146003"/>
                            <a:gd name="connsiteX34" fmla="*/ 34493 w 110617"/>
                            <a:gd name="connsiteY34" fmla="*/ 99912 h 146003"/>
                            <a:gd name="connsiteX35" fmla="*/ 41630 w 110617"/>
                            <a:gd name="connsiteY35" fmla="*/ 109428 h 146003"/>
                            <a:gd name="connsiteX36" fmla="*/ 52335 w 110617"/>
                            <a:gd name="connsiteY36" fmla="*/ 117754 h 146003"/>
                            <a:gd name="connsiteX37" fmla="*/ 59472 w 110617"/>
                            <a:gd name="connsiteY37" fmla="*/ 127270 h 146003"/>
                            <a:gd name="connsiteX38" fmla="*/ 66608 w 110617"/>
                            <a:gd name="connsiteY38" fmla="*/ 128459 h 146003"/>
                            <a:gd name="connsiteX39" fmla="*/ 71366 w 110617"/>
                            <a:gd name="connsiteY39" fmla="*/ 133217 h 146003"/>
                            <a:gd name="connsiteX40" fmla="*/ 84450 w 110617"/>
                            <a:gd name="connsiteY40" fmla="*/ 137975 h 146003"/>
                            <a:gd name="connsiteX41" fmla="*/ 89208 w 110617"/>
                            <a:gd name="connsiteY41" fmla="*/ 141543 h 146003"/>
                            <a:gd name="connsiteX42" fmla="*/ 95155 w 110617"/>
                            <a:gd name="connsiteY42" fmla="*/ 145111 h 146003"/>
                            <a:gd name="connsiteX43" fmla="*/ 104670 w 110617"/>
                            <a:gd name="connsiteY43" fmla="*/ 137975 h 146003"/>
                            <a:gd name="connsiteX44" fmla="*/ 105859 w 110617"/>
                            <a:gd name="connsiteY44" fmla="*/ 141543 h 146003"/>
                            <a:gd name="connsiteX45" fmla="*/ 110617 w 110617"/>
                            <a:gd name="connsiteY45" fmla="*/ 140353 h 146003"/>
                            <a:gd name="connsiteX46" fmla="*/ 108238 w 110617"/>
                            <a:gd name="connsiteY46" fmla="*/ 133217 h 146003"/>
                            <a:gd name="connsiteX47" fmla="*/ 105859 w 110617"/>
                            <a:gd name="connsiteY47" fmla="*/ 124891 h 14600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</a:cxnLst>
                          <a:rect l="l" t="t" r="r" b="b"/>
                          <a:pathLst>
                            <a:path w="110617" h="146003">
                              <a:moveTo>
                                <a:pt x="105859" y="124891"/>
                              </a:moveTo>
                              <a:cubicBezTo>
                                <a:pt x="103481" y="120133"/>
                                <a:pt x="103481" y="116564"/>
                                <a:pt x="99912" y="112996"/>
                              </a:cubicBezTo>
                              <a:cubicBezTo>
                                <a:pt x="96344" y="109428"/>
                                <a:pt x="93965" y="107049"/>
                                <a:pt x="91587" y="102291"/>
                              </a:cubicBezTo>
                              <a:cubicBezTo>
                                <a:pt x="89208" y="97534"/>
                                <a:pt x="90397" y="92776"/>
                                <a:pt x="89208" y="86829"/>
                              </a:cubicBezTo>
                              <a:cubicBezTo>
                                <a:pt x="89208" y="84450"/>
                                <a:pt x="88018" y="83260"/>
                                <a:pt x="88018" y="79692"/>
                              </a:cubicBezTo>
                              <a:cubicBezTo>
                                <a:pt x="88018" y="77313"/>
                                <a:pt x="88018" y="74934"/>
                                <a:pt x="88018" y="71366"/>
                              </a:cubicBezTo>
                              <a:cubicBezTo>
                                <a:pt x="88018" y="66608"/>
                                <a:pt x="90397" y="61851"/>
                                <a:pt x="89208" y="57093"/>
                              </a:cubicBezTo>
                              <a:cubicBezTo>
                                <a:pt x="88018" y="52335"/>
                                <a:pt x="86829" y="48767"/>
                                <a:pt x="83260" y="44009"/>
                              </a:cubicBezTo>
                              <a:cubicBezTo>
                                <a:pt x="77313" y="36873"/>
                                <a:pt x="71366" y="32115"/>
                                <a:pt x="65419" y="26168"/>
                              </a:cubicBezTo>
                              <a:cubicBezTo>
                                <a:pt x="64229" y="24978"/>
                                <a:pt x="61851" y="22599"/>
                                <a:pt x="60661" y="20221"/>
                              </a:cubicBezTo>
                              <a:cubicBezTo>
                                <a:pt x="59472" y="17842"/>
                                <a:pt x="61851" y="14273"/>
                                <a:pt x="57093" y="15463"/>
                              </a:cubicBezTo>
                              <a:cubicBezTo>
                                <a:pt x="54714" y="16652"/>
                                <a:pt x="54714" y="17842"/>
                                <a:pt x="51146" y="17842"/>
                              </a:cubicBezTo>
                              <a:cubicBezTo>
                                <a:pt x="51146" y="17842"/>
                                <a:pt x="49956" y="17842"/>
                                <a:pt x="48767" y="17842"/>
                              </a:cubicBezTo>
                              <a:cubicBezTo>
                                <a:pt x="48767" y="17842"/>
                                <a:pt x="48767" y="19031"/>
                                <a:pt x="48767" y="19031"/>
                              </a:cubicBezTo>
                              <a:cubicBezTo>
                                <a:pt x="48767" y="22599"/>
                                <a:pt x="47577" y="26168"/>
                                <a:pt x="42819" y="24978"/>
                              </a:cubicBezTo>
                              <a:cubicBezTo>
                                <a:pt x="41630" y="24978"/>
                                <a:pt x="40440" y="23789"/>
                                <a:pt x="39251" y="23789"/>
                              </a:cubicBezTo>
                              <a:cubicBezTo>
                                <a:pt x="36872" y="23789"/>
                                <a:pt x="36872" y="24978"/>
                                <a:pt x="35683" y="24978"/>
                              </a:cubicBezTo>
                              <a:cubicBezTo>
                                <a:pt x="32115" y="26168"/>
                                <a:pt x="24978" y="28546"/>
                                <a:pt x="26168" y="22599"/>
                              </a:cubicBezTo>
                              <a:cubicBezTo>
                                <a:pt x="26168" y="20221"/>
                                <a:pt x="28546" y="17842"/>
                                <a:pt x="28546" y="15463"/>
                              </a:cubicBezTo>
                              <a:cubicBezTo>
                                <a:pt x="28546" y="13084"/>
                                <a:pt x="27357" y="10705"/>
                                <a:pt x="27357" y="8326"/>
                              </a:cubicBezTo>
                              <a:cubicBezTo>
                                <a:pt x="23789" y="8326"/>
                                <a:pt x="22599" y="8326"/>
                                <a:pt x="19031" y="5947"/>
                              </a:cubicBezTo>
                              <a:cubicBezTo>
                                <a:pt x="16652" y="4758"/>
                                <a:pt x="13083" y="3568"/>
                                <a:pt x="10704" y="2379"/>
                              </a:cubicBezTo>
                              <a:cubicBezTo>
                                <a:pt x="8326" y="2379"/>
                                <a:pt x="5947" y="0"/>
                                <a:pt x="3568" y="0"/>
                              </a:cubicBezTo>
                              <a:cubicBezTo>
                                <a:pt x="3568" y="3568"/>
                                <a:pt x="2379" y="5947"/>
                                <a:pt x="0" y="5947"/>
                              </a:cubicBezTo>
                              <a:cubicBezTo>
                                <a:pt x="0" y="7137"/>
                                <a:pt x="1189" y="8326"/>
                                <a:pt x="1189" y="9515"/>
                              </a:cubicBezTo>
                              <a:cubicBezTo>
                                <a:pt x="3568" y="13084"/>
                                <a:pt x="4757" y="15463"/>
                                <a:pt x="4757" y="19031"/>
                              </a:cubicBezTo>
                              <a:cubicBezTo>
                                <a:pt x="7136" y="26168"/>
                                <a:pt x="5947" y="34494"/>
                                <a:pt x="8326" y="41630"/>
                              </a:cubicBezTo>
                              <a:cubicBezTo>
                                <a:pt x="9515" y="46388"/>
                                <a:pt x="13083" y="49956"/>
                                <a:pt x="13083" y="54714"/>
                              </a:cubicBezTo>
                              <a:cubicBezTo>
                                <a:pt x="13083" y="59472"/>
                                <a:pt x="9515" y="66608"/>
                                <a:pt x="13083" y="70177"/>
                              </a:cubicBezTo>
                              <a:cubicBezTo>
                                <a:pt x="14273" y="72556"/>
                                <a:pt x="15463" y="72556"/>
                                <a:pt x="16652" y="74934"/>
                              </a:cubicBezTo>
                              <a:cubicBezTo>
                                <a:pt x="17842" y="78503"/>
                                <a:pt x="19031" y="78503"/>
                                <a:pt x="21410" y="79692"/>
                              </a:cubicBezTo>
                              <a:cubicBezTo>
                                <a:pt x="24978" y="82071"/>
                                <a:pt x="23789" y="83260"/>
                                <a:pt x="24978" y="85639"/>
                              </a:cubicBezTo>
                              <a:cubicBezTo>
                                <a:pt x="26168" y="86829"/>
                                <a:pt x="28546" y="88018"/>
                                <a:pt x="29736" y="89208"/>
                              </a:cubicBezTo>
                              <a:cubicBezTo>
                                <a:pt x="32115" y="90397"/>
                                <a:pt x="34493" y="91587"/>
                                <a:pt x="35683" y="93965"/>
                              </a:cubicBezTo>
                              <a:cubicBezTo>
                                <a:pt x="38062" y="97534"/>
                                <a:pt x="35683" y="97534"/>
                                <a:pt x="34493" y="99912"/>
                              </a:cubicBezTo>
                              <a:cubicBezTo>
                                <a:pt x="32115" y="105860"/>
                                <a:pt x="36872" y="107049"/>
                                <a:pt x="41630" y="109428"/>
                              </a:cubicBezTo>
                              <a:cubicBezTo>
                                <a:pt x="45198" y="110617"/>
                                <a:pt x="51146" y="114186"/>
                                <a:pt x="52335" y="117754"/>
                              </a:cubicBezTo>
                              <a:cubicBezTo>
                                <a:pt x="54714" y="122512"/>
                                <a:pt x="53525" y="126080"/>
                                <a:pt x="59472" y="127270"/>
                              </a:cubicBezTo>
                              <a:cubicBezTo>
                                <a:pt x="61851" y="127270"/>
                                <a:pt x="64229" y="127270"/>
                                <a:pt x="66608" y="128459"/>
                              </a:cubicBezTo>
                              <a:cubicBezTo>
                                <a:pt x="68987" y="129648"/>
                                <a:pt x="70176" y="132027"/>
                                <a:pt x="71366" y="133217"/>
                              </a:cubicBezTo>
                              <a:cubicBezTo>
                                <a:pt x="76123" y="136785"/>
                                <a:pt x="78502" y="137975"/>
                                <a:pt x="84450" y="137975"/>
                              </a:cubicBezTo>
                              <a:cubicBezTo>
                                <a:pt x="88018" y="137975"/>
                                <a:pt x="88018" y="139164"/>
                                <a:pt x="89208" y="141543"/>
                              </a:cubicBezTo>
                              <a:cubicBezTo>
                                <a:pt x="90397" y="143922"/>
                                <a:pt x="92776" y="143922"/>
                                <a:pt x="95155" y="145111"/>
                              </a:cubicBezTo>
                              <a:cubicBezTo>
                                <a:pt x="101102" y="147490"/>
                                <a:pt x="103481" y="145111"/>
                                <a:pt x="104670" y="137975"/>
                              </a:cubicBezTo>
                              <a:cubicBezTo>
                                <a:pt x="107049" y="137975"/>
                                <a:pt x="105859" y="140353"/>
                                <a:pt x="105859" y="141543"/>
                              </a:cubicBezTo>
                              <a:cubicBezTo>
                                <a:pt x="107049" y="143922"/>
                                <a:pt x="109428" y="143922"/>
                                <a:pt x="110617" y="140353"/>
                              </a:cubicBezTo>
                              <a:cubicBezTo>
                                <a:pt x="110617" y="137975"/>
                                <a:pt x="109428" y="135596"/>
                                <a:pt x="108238" y="133217"/>
                              </a:cubicBezTo>
                              <a:cubicBezTo>
                                <a:pt x="109428" y="133217"/>
                                <a:pt x="107049" y="129648"/>
                                <a:pt x="105859" y="12489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>
                            <a:lumMod val="75000"/>
                          </a:schemeClr>
                        </a:solidFill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16" name="Freeform 915">
                          <a:extLst>
                            <a:ext uri="{FF2B5EF4-FFF2-40B4-BE49-F238E27FC236}">
                              <a16:creationId xmlns:a16="http://schemas.microsoft.com/office/drawing/2014/main" id="{3CE8755B-7766-A171-104B-CDFB6BC287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83744" y="4274597"/>
                          <a:ext cx="5154" cy="10381"/>
                        </a:xfrm>
                        <a:custGeom>
                          <a:avLst/>
                          <a:gdLst>
                            <a:gd name="connsiteX0" fmla="*/ 529 w 5154"/>
                            <a:gd name="connsiteY0" fmla="*/ 309 h 10381"/>
                            <a:gd name="connsiteX1" fmla="*/ 529 w 5154"/>
                            <a:gd name="connsiteY1" fmla="*/ 5067 h 10381"/>
                            <a:gd name="connsiteX2" fmla="*/ 4097 w 5154"/>
                            <a:gd name="connsiteY2" fmla="*/ 9825 h 10381"/>
                            <a:gd name="connsiteX3" fmla="*/ 4097 w 5154"/>
                            <a:gd name="connsiteY3" fmla="*/ 5067 h 10381"/>
                            <a:gd name="connsiteX4" fmla="*/ 529 w 5154"/>
                            <a:gd name="connsiteY4" fmla="*/ 309 h 1038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5154" h="10381">
                              <a:moveTo>
                                <a:pt x="529" y="309"/>
                              </a:moveTo>
                              <a:cubicBezTo>
                                <a:pt x="-661" y="1499"/>
                                <a:pt x="529" y="3878"/>
                                <a:pt x="529" y="5067"/>
                              </a:cubicBezTo>
                              <a:cubicBezTo>
                                <a:pt x="529" y="6256"/>
                                <a:pt x="2907" y="12204"/>
                                <a:pt x="4097" y="9825"/>
                              </a:cubicBezTo>
                              <a:cubicBezTo>
                                <a:pt x="4097" y="9825"/>
                                <a:pt x="6476" y="7446"/>
                                <a:pt x="4097" y="5067"/>
                              </a:cubicBezTo>
                              <a:cubicBezTo>
                                <a:pt x="2907" y="1499"/>
                                <a:pt x="1718" y="-880"/>
                                <a:pt x="529" y="30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17" name="Freeform 916">
                          <a:extLst>
                            <a:ext uri="{FF2B5EF4-FFF2-40B4-BE49-F238E27FC236}">
                              <a16:creationId xmlns:a16="http://schemas.microsoft.com/office/drawing/2014/main" id="{D937AF79-22A5-80F6-5AA1-CFE51C3E96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5244" y="4235655"/>
                          <a:ext cx="242884" cy="164141"/>
                        </a:xfrm>
                        <a:custGeom>
                          <a:avLst/>
                          <a:gdLst>
                            <a:gd name="connsiteX0" fmla="*/ 239076 w 242884"/>
                            <a:gd name="connsiteY0" fmla="*/ 55904 h 164141"/>
                            <a:gd name="connsiteX1" fmla="*/ 228372 w 242884"/>
                            <a:gd name="connsiteY1" fmla="*/ 58282 h 164141"/>
                            <a:gd name="connsiteX2" fmla="*/ 217666 w 242884"/>
                            <a:gd name="connsiteY2" fmla="*/ 59472 h 164141"/>
                            <a:gd name="connsiteX3" fmla="*/ 224804 w 242884"/>
                            <a:gd name="connsiteY3" fmla="*/ 74934 h 164141"/>
                            <a:gd name="connsiteX4" fmla="*/ 224804 w 242884"/>
                            <a:gd name="connsiteY4" fmla="*/ 74934 h 164141"/>
                            <a:gd name="connsiteX5" fmla="*/ 205772 w 242884"/>
                            <a:gd name="connsiteY5" fmla="*/ 77313 h 164141"/>
                            <a:gd name="connsiteX6" fmla="*/ 199825 w 242884"/>
                            <a:gd name="connsiteY6" fmla="*/ 74934 h 164141"/>
                            <a:gd name="connsiteX7" fmla="*/ 186741 w 242884"/>
                            <a:gd name="connsiteY7" fmla="*/ 72556 h 164141"/>
                            <a:gd name="connsiteX8" fmla="*/ 165332 w 242884"/>
                            <a:gd name="connsiteY8" fmla="*/ 72556 h 164141"/>
                            <a:gd name="connsiteX9" fmla="*/ 157006 w 242884"/>
                            <a:gd name="connsiteY9" fmla="*/ 76124 h 164141"/>
                            <a:gd name="connsiteX10" fmla="*/ 153437 w 242884"/>
                            <a:gd name="connsiteY10" fmla="*/ 84450 h 164141"/>
                            <a:gd name="connsiteX11" fmla="*/ 147490 w 242884"/>
                            <a:gd name="connsiteY11" fmla="*/ 103481 h 164141"/>
                            <a:gd name="connsiteX12" fmla="*/ 139164 w 242884"/>
                            <a:gd name="connsiteY12" fmla="*/ 120133 h 164141"/>
                            <a:gd name="connsiteX13" fmla="*/ 130838 w 242884"/>
                            <a:gd name="connsiteY13" fmla="*/ 139164 h 164141"/>
                            <a:gd name="connsiteX14" fmla="*/ 118944 w 242884"/>
                            <a:gd name="connsiteY14" fmla="*/ 152248 h 164141"/>
                            <a:gd name="connsiteX15" fmla="*/ 108238 w 242884"/>
                            <a:gd name="connsiteY15" fmla="*/ 153437 h 164141"/>
                            <a:gd name="connsiteX16" fmla="*/ 99913 w 242884"/>
                            <a:gd name="connsiteY16" fmla="*/ 157006 h 164141"/>
                            <a:gd name="connsiteX17" fmla="*/ 91587 w 242884"/>
                            <a:gd name="connsiteY17" fmla="*/ 153437 h 164141"/>
                            <a:gd name="connsiteX18" fmla="*/ 83260 w 242884"/>
                            <a:gd name="connsiteY18" fmla="*/ 151058 h 164141"/>
                            <a:gd name="connsiteX19" fmla="*/ 73745 w 242884"/>
                            <a:gd name="connsiteY19" fmla="*/ 152248 h 164141"/>
                            <a:gd name="connsiteX20" fmla="*/ 66608 w 242884"/>
                            <a:gd name="connsiteY20" fmla="*/ 157006 h 164141"/>
                            <a:gd name="connsiteX21" fmla="*/ 57093 w 242884"/>
                            <a:gd name="connsiteY21" fmla="*/ 158195 h 164141"/>
                            <a:gd name="connsiteX22" fmla="*/ 46388 w 242884"/>
                            <a:gd name="connsiteY22" fmla="*/ 159384 h 164141"/>
                            <a:gd name="connsiteX23" fmla="*/ 41630 w 242884"/>
                            <a:gd name="connsiteY23" fmla="*/ 159384 h 164141"/>
                            <a:gd name="connsiteX24" fmla="*/ 34494 w 242884"/>
                            <a:gd name="connsiteY24" fmla="*/ 161763 h 164141"/>
                            <a:gd name="connsiteX25" fmla="*/ 27357 w 242884"/>
                            <a:gd name="connsiteY25" fmla="*/ 164142 h 164141"/>
                            <a:gd name="connsiteX26" fmla="*/ 17842 w 242884"/>
                            <a:gd name="connsiteY26" fmla="*/ 155816 h 164141"/>
                            <a:gd name="connsiteX27" fmla="*/ 0 w 242884"/>
                            <a:gd name="connsiteY27" fmla="*/ 136785 h 164141"/>
                            <a:gd name="connsiteX28" fmla="*/ 0 w 242884"/>
                            <a:gd name="connsiteY28" fmla="*/ 136785 h 164141"/>
                            <a:gd name="connsiteX29" fmla="*/ 2379 w 242884"/>
                            <a:gd name="connsiteY29" fmla="*/ 136785 h 164141"/>
                            <a:gd name="connsiteX30" fmla="*/ 9515 w 242884"/>
                            <a:gd name="connsiteY30" fmla="*/ 142732 h 164141"/>
                            <a:gd name="connsiteX31" fmla="*/ 17842 w 242884"/>
                            <a:gd name="connsiteY31" fmla="*/ 145111 h 164141"/>
                            <a:gd name="connsiteX32" fmla="*/ 35683 w 242884"/>
                            <a:gd name="connsiteY32" fmla="*/ 149869 h 164141"/>
                            <a:gd name="connsiteX33" fmla="*/ 41630 w 242884"/>
                            <a:gd name="connsiteY33" fmla="*/ 142732 h 164141"/>
                            <a:gd name="connsiteX34" fmla="*/ 44009 w 242884"/>
                            <a:gd name="connsiteY34" fmla="*/ 133217 h 164141"/>
                            <a:gd name="connsiteX35" fmla="*/ 47577 w 242884"/>
                            <a:gd name="connsiteY35" fmla="*/ 126080 h 164141"/>
                            <a:gd name="connsiteX36" fmla="*/ 57093 w 242884"/>
                            <a:gd name="connsiteY36" fmla="*/ 122512 h 164141"/>
                            <a:gd name="connsiteX37" fmla="*/ 48767 w 242884"/>
                            <a:gd name="connsiteY37" fmla="*/ 118944 h 164141"/>
                            <a:gd name="connsiteX38" fmla="*/ 61851 w 242884"/>
                            <a:gd name="connsiteY38" fmla="*/ 112996 h 164141"/>
                            <a:gd name="connsiteX39" fmla="*/ 77313 w 242884"/>
                            <a:gd name="connsiteY39" fmla="*/ 108239 h 164141"/>
                            <a:gd name="connsiteX40" fmla="*/ 95155 w 242884"/>
                            <a:gd name="connsiteY40" fmla="*/ 90397 h 164141"/>
                            <a:gd name="connsiteX41" fmla="*/ 107049 w 242884"/>
                            <a:gd name="connsiteY41" fmla="*/ 78503 h 164141"/>
                            <a:gd name="connsiteX42" fmla="*/ 111807 w 242884"/>
                            <a:gd name="connsiteY42" fmla="*/ 71366 h 164141"/>
                            <a:gd name="connsiteX43" fmla="*/ 115375 w 242884"/>
                            <a:gd name="connsiteY43" fmla="*/ 63040 h 164141"/>
                            <a:gd name="connsiteX44" fmla="*/ 116564 w 242884"/>
                            <a:gd name="connsiteY44" fmla="*/ 63040 h 164141"/>
                            <a:gd name="connsiteX45" fmla="*/ 127270 w 242884"/>
                            <a:gd name="connsiteY45" fmla="*/ 72556 h 164141"/>
                            <a:gd name="connsiteX46" fmla="*/ 134406 w 242884"/>
                            <a:gd name="connsiteY46" fmla="*/ 60661 h 164141"/>
                            <a:gd name="connsiteX47" fmla="*/ 139164 w 242884"/>
                            <a:gd name="connsiteY47" fmla="*/ 64229 h 164141"/>
                            <a:gd name="connsiteX48" fmla="*/ 139164 w 242884"/>
                            <a:gd name="connsiteY48" fmla="*/ 70177 h 164141"/>
                            <a:gd name="connsiteX49" fmla="*/ 142732 w 242884"/>
                            <a:gd name="connsiteY49" fmla="*/ 59472 h 164141"/>
                            <a:gd name="connsiteX50" fmla="*/ 142732 w 242884"/>
                            <a:gd name="connsiteY50" fmla="*/ 55904 h 164141"/>
                            <a:gd name="connsiteX51" fmla="*/ 143921 w 242884"/>
                            <a:gd name="connsiteY51" fmla="*/ 53525 h 164141"/>
                            <a:gd name="connsiteX52" fmla="*/ 147490 w 242884"/>
                            <a:gd name="connsiteY52" fmla="*/ 49956 h 164141"/>
                            <a:gd name="connsiteX53" fmla="*/ 140353 w 242884"/>
                            <a:gd name="connsiteY53" fmla="*/ 49956 h 164141"/>
                            <a:gd name="connsiteX54" fmla="*/ 153437 w 242884"/>
                            <a:gd name="connsiteY54" fmla="*/ 41630 h 164141"/>
                            <a:gd name="connsiteX55" fmla="*/ 162953 w 242884"/>
                            <a:gd name="connsiteY55" fmla="*/ 26168 h 164141"/>
                            <a:gd name="connsiteX56" fmla="*/ 167710 w 242884"/>
                            <a:gd name="connsiteY56" fmla="*/ 17842 h 164141"/>
                            <a:gd name="connsiteX57" fmla="*/ 173657 w 242884"/>
                            <a:gd name="connsiteY57" fmla="*/ 10705 h 164141"/>
                            <a:gd name="connsiteX58" fmla="*/ 176036 w 242884"/>
                            <a:gd name="connsiteY58" fmla="*/ 2379 h 164141"/>
                            <a:gd name="connsiteX59" fmla="*/ 179604 w 242884"/>
                            <a:gd name="connsiteY59" fmla="*/ 9515 h 164141"/>
                            <a:gd name="connsiteX60" fmla="*/ 181983 w 242884"/>
                            <a:gd name="connsiteY60" fmla="*/ 9515 h 164141"/>
                            <a:gd name="connsiteX61" fmla="*/ 185552 w 242884"/>
                            <a:gd name="connsiteY61" fmla="*/ 3568 h 164141"/>
                            <a:gd name="connsiteX62" fmla="*/ 186741 w 242884"/>
                            <a:gd name="connsiteY62" fmla="*/ 0 h 164141"/>
                            <a:gd name="connsiteX63" fmla="*/ 190310 w 242884"/>
                            <a:gd name="connsiteY63" fmla="*/ 2379 h 164141"/>
                            <a:gd name="connsiteX64" fmla="*/ 193878 w 242884"/>
                            <a:gd name="connsiteY64" fmla="*/ 10705 h 164141"/>
                            <a:gd name="connsiteX65" fmla="*/ 204583 w 242884"/>
                            <a:gd name="connsiteY65" fmla="*/ 20221 h 164141"/>
                            <a:gd name="connsiteX66" fmla="*/ 199825 w 242884"/>
                            <a:gd name="connsiteY66" fmla="*/ 22599 h 164141"/>
                            <a:gd name="connsiteX67" fmla="*/ 199825 w 242884"/>
                            <a:gd name="connsiteY67" fmla="*/ 27357 h 164141"/>
                            <a:gd name="connsiteX68" fmla="*/ 206962 w 242884"/>
                            <a:gd name="connsiteY68" fmla="*/ 29736 h 164141"/>
                            <a:gd name="connsiteX69" fmla="*/ 209340 w 242884"/>
                            <a:gd name="connsiteY69" fmla="*/ 29736 h 164141"/>
                            <a:gd name="connsiteX70" fmla="*/ 208151 w 242884"/>
                            <a:gd name="connsiteY70" fmla="*/ 33304 h 164141"/>
                            <a:gd name="connsiteX71" fmla="*/ 215287 w 242884"/>
                            <a:gd name="connsiteY71" fmla="*/ 33304 h 164141"/>
                            <a:gd name="connsiteX72" fmla="*/ 221235 w 242884"/>
                            <a:gd name="connsiteY72" fmla="*/ 36873 h 164141"/>
                            <a:gd name="connsiteX73" fmla="*/ 229561 w 242884"/>
                            <a:gd name="connsiteY73" fmla="*/ 38062 h 164141"/>
                            <a:gd name="connsiteX74" fmla="*/ 235508 w 242884"/>
                            <a:gd name="connsiteY74" fmla="*/ 42820 h 164141"/>
                            <a:gd name="connsiteX75" fmla="*/ 242645 w 242884"/>
                            <a:gd name="connsiteY75" fmla="*/ 46388 h 164141"/>
                            <a:gd name="connsiteX76" fmla="*/ 239076 w 242884"/>
                            <a:gd name="connsiteY76" fmla="*/ 55904 h 16414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</a:cxnLst>
                          <a:rect l="l" t="t" r="r" b="b"/>
                          <a:pathLst>
                            <a:path w="242884" h="164141">
                              <a:moveTo>
                                <a:pt x="239076" y="55904"/>
                              </a:moveTo>
                              <a:cubicBezTo>
                                <a:pt x="235508" y="57093"/>
                                <a:pt x="231940" y="57093"/>
                                <a:pt x="228372" y="58282"/>
                              </a:cubicBezTo>
                              <a:cubicBezTo>
                                <a:pt x="225993" y="58282"/>
                                <a:pt x="220045" y="57093"/>
                                <a:pt x="217666" y="59472"/>
                              </a:cubicBezTo>
                              <a:cubicBezTo>
                                <a:pt x="212909" y="64229"/>
                                <a:pt x="221235" y="71366"/>
                                <a:pt x="224804" y="74934"/>
                              </a:cubicBezTo>
                              <a:cubicBezTo>
                                <a:pt x="224804" y="74934"/>
                                <a:pt x="224804" y="74934"/>
                                <a:pt x="224804" y="74934"/>
                              </a:cubicBezTo>
                              <a:cubicBezTo>
                                <a:pt x="223614" y="79692"/>
                                <a:pt x="209340" y="77313"/>
                                <a:pt x="205772" y="77313"/>
                              </a:cubicBezTo>
                              <a:cubicBezTo>
                                <a:pt x="203393" y="76124"/>
                                <a:pt x="202204" y="76124"/>
                                <a:pt x="199825" y="74934"/>
                              </a:cubicBezTo>
                              <a:cubicBezTo>
                                <a:pt x="195068" y="73745"/>
                                <a:pt x="191499" y="73745"/>
                                <a:pt x="186741" y="72556"/>
                              </a:cubicBezTo>
                              <a:cubicBezTo>
                                <a:pt x="179604" y="71366"/>
                                <a:pt x="172468" y="72556"/>
                                <a:pt x="165332" y="72556"/>
                              </a:cubicBezTo>
                              <a:cubicBezTo>
                                <a:pt x="160574" y="72556"/>
                                <a:pt x="159385" y="72556"/>
                                <a:pt x="157006" y="76124"/>
                              </a:cubicBezTo>
                              <a:cubicBezTo>
                                <a:pt x="155816" y="78503"/>
                                <a:pt x="154627" y="82071"/>
                                <a:pt x="153437" y="84450"/>
                              </a:cubicBezTo>
                              <a:cubicBezTo>
                                <a:pt x="151058" y="90397"/>
                                <a:pt x="149869" y="97534"/>
                                <a:pt x="147490" y="103481"/>
                              </a:cubicBezTo>
                              <a:cubicBezTo>
                                <a:pt x="145111" y="109428"/>
                                <a:pt x="141543" y="114186"/>
                                <a:pt x="139164" y="120133"/>
                              </a:cubicBezTo>
                              <a:cubicBezTo>
                                <a:pt x="135596" y="126080"/>
                                <a:pt x="134406" y="133217"/>
                                <a:pt x="130838" y="139164"/>
                              </a:cubicBezTo>
                              <a:cubicBezTo>
                                <a:pt x="127270" y="145111"/>
                                <a:pt x="124891" y="151058"/>
                                <a:pt x="118944" y="152248"/>
                              </a:cubicBezTo>
                              <a:cubicBezTo>
                                <a:pt x="115375" y="153437"/>
                                <a:pt x="111807" y="153437"/>
                                <a:pt x="108238" y="153437"/>
                              </a:cubicBezTo>
                              <a:cubicBezTo>
                                <a:pt x="104670" y="154627"/>
                                <a:pt x="103481" y="157006"/>
                                <a:pt x="99913" y="157006"/>
                              </a:cubicBezTo>
                              <a:cubicBezTo>
                                <a:pt x="96344" y="157006"/>
                                <a:pt x="93966" y="155816"/>
                                <a:pt x="91587" y="153437"/>
                              </a:cubicBezTo>
                              <a:cubicBezTo>
                                <a:pt x="88018" y="151058"/>
                                <a:pt x="88018" y="151058"/>
                                <a:pt x="83260" y="151058"/>
                              </a:cubicBezTo>
                              <a:cubicBezTo>
                                <a:pt x="79692" y="151058"/>
                                <a:pt x="76124" y="151058"/>
                                <a:pt x="73745" y="152248"/>
                              </a:cubicBezTo>
                              <a:cubicBezTo>
                                <a:pt x="71366" y="153437"/>
                                <a:pt x="68987" y="155816"/>
                                <a:pt x="66608" y="157006"/>
                              </a:cubicBezTo>
                              <a:cubicBezTo>
                                <a:pt x="63040" y="158195"/>
                                <a:pt x="60661" y="158195"/>
                                <a:pt x="57093" y="158195"/>
                              </a:cubicBezTo>
                              <a:cubicBezTo>
                                <a:pt x="53525" y="158195"/>
                                <a:pt x="49956" y="159384"/>
                                <a:pt x="46388" y="159384"/>
                              </a:cubicBezTo>
                              <a:cubicBezTo>
                                <a:pt x="42819" y="159384"/>
                                <a:pt x="41630" y="159384"/>
                                <a:pt x="41630" y="159384"/>
                              </a:cubicBezTo>
                              <a:cubicBezTo>
                                <a:pt x="39251" y="160574"/>
                                <a:pt x="36872" y="160574"/>
                                <a:pt x="34494" y="161763"/>
                              </a:cubicBezTo>
                              <a:cubicBezTo>
                                <a:pt x="32115" y="162953"/>
                                <a:pt x="32115" y="164142"/>
                                <a:pt x="27357" y="164142"/>
                              </a:cubicBezTo>
                              <a:cubicBezTo>
                                <a:pt x="20221" y="164142"/>
                                <a:pt x="21410" y="159384"/>
                                <a:pt x="17842" y="155816"/>
                              </a:cubicBezTo>
                              <a:cubicBezTo>
                                <a:pt x="11894" y="148679"/>
                                <a:pt x="2379" y="146300"/>
                                <a:pt x="0" y="136785"/>
                              </a:cubicBezTo>
                              <a:cubicBezTo>
                                <a:pt x="0" y="136785"/>
                                <a:pt x="0" y="136785"/>
                                <a:pt x="0" y="136785"/>
                              </a:cubicBezTo>
                              <a:cubicBezTo>
                                <a:pt x="1189" y="136785"/>
                                <a:pt x="1189" y="136785"/>
                                <a:pt x="2379" y="136785"/>
                              </a:cubicBezTo>
                              <a:cubicBezTo>
                                <a:pt x="4758" y="137975"/>
                                <a:pt x="7136" y="141543"/>
                                <a:pt x="9515" y="142732"/>
                              </a:cubicBezTo>
                              <a:cubicBezTo>
                                <a:pt x="11894" y="145111"/>
                                <a:pt x="14273" y="145111"/>
                                <a:pt x="17842" y="145111"/>
                              </a:cubicBezTo>
                              <a:cubicBezTo>
                                <a:pt x="22600" y="146300"/>
                                <a:pt x="30925" y="152248"/>
                                <a:pt x="35683" y="149869"/>
                              </a:cubicBezTo>
                              <a:cubicBezTo>
                                <a:pt x="38062" y="148679"/>
                                <a:pt x="40441" y="145111"/>
                                <a:pt x="41630" y="142732"/>
                              </a:cubicBezTo>
                              <a:cubicBezTo>
                                <a:pt x="42819" y="140353"/>
                                <a:pt x="42819" y="136785"/>
                                <a:pt x="44009" y="133217"/>
                              </a:cubicBezTo>
                              <a:cubicBezTo>
                                <a:pt x="45198" y="129648"/>
                                <a:pt x="45198" y="127270"/>
                                <a:pt x="47577" y="126080"/>
                              </a:cubicBezTo>
                              <a:cubicBezTo>
                                <a:pt x="49956" y="124891"/>
                                <a:pt x="54714" y="124891"/>
                                <a:pt x="57093" y="122512"/>
                              </a:cubicBezTo>
                              <a:cubicBezTo>
                                <a:pt x="54714" y="121323"/>
                                <a:pt x="49956" y="121323"/>
                                <a:pt x="48767" y="118944"/>
                              </a:cubicBezTo>
                              <a:cubicBezTo>
                                <a:pt x="51146" y="115375"/>
                                <a:pt x="57093" y="114186"/>
                                <a:pt x="61851" y="112996"/>
                              </a:cubicBezTo>
                              <a:cubicBezTo>
                                <a:pt x="67798" y="111807"/>
                                <a:pt x="72555" y="110617"/>
                                <a:pt x="77313" y="108239"/>
                              </a:cubicBezTo>
                              <a:cubicBezTo>
                                <a:pt x="85639" y="104670"/>
                                <a:pt x="89208" y="98723"/>
                                <a:pt x="95155" y="90397"/>
                              </a:cubicBezTo>
                              <a:cubicBezTo>
                                <a:pt x="98723" y="85639"/>
                                <a:pt x="103481" y="83260"/>
                                <a:pt x="107049" y="78503"/>
                              </a:cubicBezTo>
                              <a:cubicBezTo>
                                <a:pt x="108238" y="76124"/>
                                <a:pt x="110617" y="73745"/>
                                <a:pt x="111807" y="71366"/>
                              </a:cubicBezTo>
                              <a:cubicBezTo>
                                <a:pt x="112996" y="68987"/>
                                <a:pt x="111807" y="64229"/>
                                <a:pt x="115375" y="63040"/>
                              </a:cubicBezTo>
                              <a:cubicBezTo>
                                <a:pt x="115375" y="63040"/>
                                <a:pt x="116564" y="63040"/>
                                <a:pt x="116564" y="63040"/>
                              </a:cubicBezTo>
                              <a:cubicBezTo>
                                <a:pt x="121323" y="63040"/>
                                <a:pt x="126080" y="70177"/>
                                <a:pt x="127270" y="72556"/>
                              </a:cubicBezTo>
                              <a:cubicBezTo>
                                <a:pt x="134406" y="80881"/>
                                <a:pt x="134406" y="65419"/>
                                <a:pt x="134406" y="60661"/>
                              </a:cubicBezTo>
                              <a:cubicBezTo>
                                <a:pt x="136785" y="60661"/>
                                <a:pt x="137974" y="63040"/>
                                <a:pt x="139164" y="64229"/>
                              </a:cubicBezTo>
                              <a:cubicBezTo>
                                <a:pt x="139164" y="66608"/>
                                <a:pt x="139164" y="68987"/>
                                <a:pt x="139164" y="70177"/>
                              </a:cubicBezTo>
                              <a:cubicBezTo>
                                <a:pt x="146300" y="71366"/>
                                <a:pt x="142732" y="64229"/>
                                <a:pt x="142732" y="59472"/>
                              </a:cubicBezTo>
                              <a:cubicBezTo>
                                <a:pt x="142732" y="58282"/>
                                <a:pt x="142732" y="57093"/>
                                <a:pt x="142732" y="55904"/>
                              </a:cubicBezTo>
                              <a:cubicBezTo>
                                <a:pt x="142732" y="55904"/>
                                <a:pt x="143921" y="54714"/>
                                <a:pt x="143921" y="53525"/>
                              </a:cubicBezTo>
                              <a:cubicBezTo>
                                <a:pt x="145111" y="52335"/>
                                <a:pt x="147490" y="52335"/>
                                <a:pt x="147490" y="49956"/>
                              </a:cubicBezTo>
                              <a:cubicBezTo>
                                <a:pt x="145111" y="49956"/>
                                <a:pt x="142732" y="49956"/>
                                <a:pt x="140353" y="49956"/>
                              </a:cubicBezTo>
                              <a:cubicBezTo>
                                <a:pt x="136785" y="41630"/>
                                <a:pt x="148679" y="44009"/>
                                <a:pt x="153437" y="41630"/>
                              </a:cubicBezTo>
                              <a:cubicBezTo>
                                <a:pt x="159385" y="39251"/>
                                <a:pt x="161763" y="32115"/>
                                <a:pt x="162953" y="26168"/>
                              </a:cubicBezTo>
                              <a:cubicBezTo>
                                <a:pt x="164142" y="22599"/>
                                <a:pt x="165332" y="20221"/>
                                <a:pt x="167710" y="17842"/>
                              </a:cubicBezTo>
                              <a:cubicBezTo>
                                <a:pt x="170089" y="14273"/>
                                <a:pt x="171279" y="13084"/>
                                <a:pt x="173657" y="10705"/>
                              </a:cubicBezTo>
                              <a:cubicBezTo>
                                <a:pt x="174847" y="9515"/>
                                <a:pt x="174847" y="3568"/>
                                <a:pt x="176036" y="2379"/>
                              </a:cubicBezTo>
                              <a:cubicBezTo>
                                <a:pt x="179604" y="0"/>
                                <a:pt x="179604" y="7137"/>
                                <a:pt x="179604" y="9515"/>
                              </a:cubicBezTo>
                              <a:cubicBezTo>
                                <a:pt x="180794" y="9515"/>
                                <a:pt x="181983" y="9515"/>
                                <a:pt x="181983" y="9515"/>
                              </a:cubicBezTo>
                              <a:cubicBezTo>
                                <a:pt x="183173" y="7137"/>
                                <a:pt x="184362" y="5947"/>
                                <a:pt x="185552" y="3568"/>
                              </a:cubicBezTo>
                              <a:cubicBezTo>
                                <a:pt x="185552" y="2379"/>
                                <a:pt x="184362" y="0"/>
                                <a:pt x="186741" y="0"/>
                              </a:cubicBezTo>
                              <a:cubicBezTo>
                                <a:pt x="187931" y="0"/>
                                <a:pt x="190310" y="2379"/>
                                <a:pt x="190310" y="2379"/>
                              </a:cubicBezTo>
                              <a:cubicBezTo>
                                <a:pt x="192689" y="5947"/>
                                <a:pt x="190310" y="8326"/>
                                <a:pt x="193878" y="10705"/>
                              </a:cubicBezTo>
                              <a:cubicBezTo>
                                <a:pt x="196257" y="13084"/>
                                <a:pt x="210530" y="14273"/>
                                <a:pt x="204583" y="20221"/>
                              </a:cubicBezTo>
                              <a:cubicBezTo>
                                <a:pt x="203393" y="21410"/>
                                <a:pt x="201015" y="20221"/>
                                <a:pt x="199825" y="22599"/>
                              </a:cubicBezTo>
                              <a:cubicBezTo>
                                <a:pt x="199825" y="23789"/>
                                <a:pt x="199825" y="26168"/>
                                <a:pt x="199825" y="27357"/>
                              </a:cubicBezTo>
                              <a:cubicBezTo>
                                <a:pt x="201015" y="30925"/>
                                <a:pt x="203393" y="30925"/>
                                <a:pt x="206962" y="29736"/>
                              </a:cubicBezTo>
                              <a:cubicBezTo>
                                <a:pt x="208151" y="29736"/>
                                <a:pt x="209340" y="26168"/>
                                <a:pt x="209340" y="29736"/>
                              </a:cubicBezTo>
                              <a:cubicBezTo>
                                <a:pt x="209340" y="30925"/>
                                <a:pt x="206962" y="32115"/>
                                <a:pt x="208151" y="33304"/>
                              </a:cubicBezTo>
                              <a:cubicBezTo>
                                <a:pt x="208151" y="36873"/>
                                <a:pt x="214098" y="36873"/>
                                <a:pt x="215287" y="33304"/>
                              </a:cubicBezTo>
                              <a:cubicBezTo>
                                <a:pt x="218856" y="33304"/>
                                <a:pt x="218856" y="35683"/>
                                <a:pt x="221235" y="36873"/>
                              </a:cubicBezTo>
                              <a:cubicBezTo>
                                <a:pt x="223614" y="38062"/>
                                <a:pt x="227182" y="36873"/>
                                <a:pt x="229561" y="38062"/>
                              </a:cubicBezTo>
                              <a:cubicBezTo>
                                <a:pt x="231940" y="39251"/>
                                <a:pt x="233129" y="41630"/>
                                <a:pt x="235508" y="42820"/>
                              </a:cubicBezTo>
                              <a:cubicBezTo>
                                <a:pt x="237887" y="44009"/>
                                <a:pt x="240266" y="44009"/>
                                <a:pt x="242645" y="46388"/>
                              </a:cubicBezTo>
                              <a:cubicBezTo>
                                <a:pt x="243834" y="53525"/>
                                <a:pt x="240266" y="54714"/>
                                <a:pt x="239076" y="55904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>
                            <a:lumMod val="75000"/>
                          </a:schemeClr>
                        </a:solidFill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18" name="Freeform 917">
                          <a:extLst>
                            <a:ext uri="{FF2B5EF4-FFF2-40B4-BE49-F238E27FC236}">
                              <a16:creationId xmlns:a16="http://schemas.microsoft.com/office/drawing/2014/main" id="{0640B9CD-D1CA-F618-A525-4A3BF0A214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92046" y="4279665"/>
                          <a:ext cx="12721" cy="10704"/>
                        </a:xfrm>
                        <a:custGeom>
                          <a:avLst/>
                          <a:gdLst>
                            <a:gd name="connsiteX0" fmla="*/ 9631 w 12721"/>
                            <a:gd name="connsiteY0" fmla="*/ 0 h 10704"/>
                            <a:gd name="connsiteX1" fmla="*/ 1305 w 12721"/>
                            <a:gd name="connsiteY1" fmla="*/ 10705 h 10704"/>
                            <a:gd name="connsiteX2" fmla="*/ 12010 w 12721"/>
                            <a:gd name="connsiteY2" fmla="*/ 3568 h 10704"/>
                            <a:gd name="connsiteX3" fmla="*/ 9631 w 12721"/>
                            <a:gd name="connsiteY3" fmla="*/ 0 h 1070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721" h="10704">
                              <a:moveTo>
                                <a:pt x="9631" y="0"/>
                              </a:moveTo>
                              <a:cubicBezTo>
                                <a:pt x="6063" y="1189"/>
                                <a:pt x="-3453" y="9515"/>
                                <a:pt x="1305" y="10705"/>
                              </a:cubicBezTo>
                              <a:cubicBezTo>
                                <a:pt x="2494" y="10705"/>
                                <a:pt x="12010" y="7136"/>
                                <a:pt x="12010" y="3568"/>
                              </a:cubicBezTo>
                              <a:cubicBezTo>
                                <a:pt x="13200" y="1189"/>
                                <a:pt x="13200" y="0"/>
                                <a:pt x="9631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19" name="Freeform 918">
                          <a:extLst>
                            <a:ext uri="{FF2B5EF4-FFF2-40B4-BE49-F238E27FC236}">
                              <a16:creationId xmlns:a16="http://schemas.microsoft.com/office/drawing/2014/main" id="{6A7F6F9F-7918-976C-80FE-B6CE72F3D0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19519" y="4263012"/>
                          <a:ext cx="14575" cy="4758"/>
                        </a:xfrm>
                        <a:custGeom>
                          <a:avLst/>
                          <a:gdLst>
                            <a:gd name="connsiteX0" fmla="*/ 8325 w 14575"/>
                            <a:gd name="connsiteY0" fmla="*/ 0 h 4758"/>
                            <a:gd name="connsiteX1" fmla="*/ 0 w 14575"/>
                            <a:gd name="connsiteY1" fmla="*/ 2379 h 4758"/>
                            <a:gd name="connsiteX2" fmla="*/ 5947 w 14575"/>
                            <a:gd name="connsiteY2" fmla="*/ 4758 h 4758"/>
                            <a:gd name="connsiteX3" fmla="*/ 14273 w 14575"/>
                            <a:gd name="connsiteY3" fmla="*/ 3569 h 4758"/>
                            <a:gd name="connsiteX4" fmla="*/ 8325 w 14575"/>
                            <a:gd name="connsiteY4" fmla="*/ 0 h 475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4575" h="4758">
                              <a:moveTo>
                                <a:pt x="8325" y="0"/>
                              </a:moveTo>
                              <a:cubicBezTo>
                                <a:pt x="3568" y="0"/>
                                <a:pt x="0" y="0"/>
                                <a:pt x="0" y="2379"/>
                              </a:cubicBezTo>
                              <a:cubicBezTo>
                                <a:pt x="1189" y="4758"/>
                                <a:pt x="2378" y="4758"/>
                                <a:pt x="5947" y="4758"/>
                              </a:cubicBezTo>
                              <a:cubicBezTo>
                                <a:pt x="7136" y="4758"/>
                                <a:pt x="14273" y="4758"/>
                                <a:pt x="14273" y="3569"/>
                              </a:cubicBezTo>
                              <a:cubicBezTo>
                                <a:pt x="15463" y="1190"/>
                                <a:pt x="13083" y="0"/>
                                <a:pt x="8325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0" name="Freeform 919">
                          <a:extLst>
                            <a:ext uri="{FF2B5EF4-FFF2-40B4-BE49-F238E27FC236}">
                              <a16:creationId xmlns:a16="http://schemas.microsoft.com/office/drawing/2014/main" id="{AFD4E3F5-AD27-D269-D40B-8E0F80BF71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10422" y="4250802"/>
                          <a:ext cx="6855" cy="5566"/>
                        </a:xfrm>
                        <a:custGeom>
                          <a:avLst/>
                          <a:gdLst>
                            <a:gd name="connsiteX0" fmla="*/ 5528 w 6855"/>
                            <a:gd name="connsiteY0" fmla="*/ 316 h 5566"/>
                            <a:gd name="connsiteX1" fmla="*/ 770 w 6855"/>
                            <a:gd name="connsiteY1" fmla="*/ 3885 h 5566"/>
                            <a:gd name="connsiteX2" fmla="*/ 4339 w 6855"/>
                            <a:gd name="connsiteY2" fmla="*/ 5074 h 5566"/>
                            <a:gd name="connsiteX3" fmla="*/ 5528 w 6855"/>
                            <a:gd name="connsiteY3" fmla="*/ 316 h 556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855" h="5566">
                              <a:moveTo>
                                <a:pt x="5528" y="316"/>
                              </a:moveTo>
                              <a:cubicBezTo>
                                <a:pt x="1959" y="-873"/>
                                <a:pt x="-1609" y="1506"/>
                                <a:pt x="770" y="3885"/>
                              </a:cubicBezTo>
                              <a:cubicBezTo>
                                <a:pt x="3149" y="5074"/>
                                <a:pt x="3149" y="6263"/>
                                <a:pt x="4339" y="5074"/>
                              </a:cubicBezTo>
                              <a:cubicBezTo>
                                <a:pt x="4339" y="3885"/>
                                <a:pt x="9097" y="1506"/>
                                <a:pt x="5528" y="31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1" name="Freeform 920">
                          <a:extLst>
                            <a:ext uri="{FF2B5EF4-FFF2-40B4-BE49-F238E27FC236}">
                              <a16:creationId xmlns:a16="http://schemas.microsoft.com/office/drawing/2014/main" id="{EF05759E-5B1F-BA87-136C-EE69E48950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22728" y="4228195"/>
                          <a:ext cx="6021" cy="5882"/>
                        </a:xfrm>
                        <a:custGeom>
                          <a:avLst/>
                          <a:gdLst>
                            <a:gd name="connsiteX0" fmla="*/ 4014 w 6021"/>
                            <a:gd name="connsiteY0" fmla="*/ 5082 h 5882"/>
                            <a:gd name="connsiteX1" fmla="*/ 5204 w 6021"/>
                            <a:gd name="connsiteY1" fmla="*/ 324 h 5882"/>
                            <a:gd name="connsiteX2" fmla="*/ 446 w 6021"/>
                            <a:gd name="connsiteY2" fmla="*/ 2703 h 5882"/>
                            <a:gd name="connsiteX3" fmla="*/ 4014 w 6021"/>
                            <a:gd name="connsiteY3" fmla="*/ 5082 h 588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021" h="5882">
                              <a:moveTo>
                                <a:pt x="4014" y="5082"/>
                              </a:moveTo>
                              <a:cubicBezTo>
                                <a:pt x="4014" y="5082"/>
                                <a:pt x="7583" y="1514"/>
                                <a:pt x="5204" y="324"/>
                              </a:cubicBezTo>
                              <a:cubicBezTo>
                                <a:pt x="2825" y="-865"/>
                                <a:pt x="1636" y="1514"/>
                                <a:pt x="446" y="2703"/>
                              </a:cubicBezTo>
                              <a:cubicBezTo>
                                <a:pt x="-743" y="3893"/>
                                <a:pt x="446" y="7461"/>
                                <a:pt x="4014" y="508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2" name="Freeform 921">
                          <a:extLst>
                            <a:ext uri="{FF2B5EF4-FFF2-40B4-BE49-F238E27FC236}">
                              <a16:creationId xmlns:a16="http://schemas.microsoft.com/office/drawing/2014/main" id="{D1782379-D159-25C0-7D49-7CD21CCE52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13659" y="4228026"/>
                          <a:ext cx="7327" cy="4691"/>
                        </a:xfrm>
                        <a:custGeom>
                          <a:avLst/>
                          <a:gdLst>
                            <a:gd name="connsiteX0" fmla="*/ 3568 w 7327"/>
                            <a:gd name="connsiteY0" fmla="*/ 2872 h 4691"/>
                            <a:gd name="connsiteX1" fmla="*/ 7136 w 7327"/>
                            <a:gd name="connsiteY1" fmla="*/ 493 h 4691"/>
                            <a:gd name="connsiteX2" fmla="*/ 0 w 7327"/>
                            <a:gd name="connsiteY2" fmla="*/ 1682 h 4691"/>
                            <a:gd name="connsiteX3" fmla="*/ 3568 w 7327"/>
                            <a:gd name="connsiteY3" fmla="*/ 2872 h 46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327" h="4691">
                              <a:moveTo>
                                <a:pt x="3568" y="2872"/>
                              </a:moveTo>
                              <a:cubicBezTo>
                                <a:pt x="3568" y="2872"/>
                                <a:pt x="8326" y="493"/>
                                <a:pt x="7136" y="493"/>
                              </a:cubicBezTo>
                              <a:cubicBezTo>
                                <a:pt x="4758" y="-697"/>
                                <a:pt x="1189" y="493"/>
                                <a:pt x="0" y="1682"/>
                              </a:cubicBezTo>
                              <a:cubicBezTo>
                                <a:pt x="0" y="4061"/>
                                <a:pt x="1189" y="6440"/>
                                <a:pt x="3568" y="287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923" name="Graphic 27">
                        <a:extLst>
                          <a:ext uri="{FF2B5EF4-FFF2-40B4-BE49-F238E27FC236}">
                            <a16:creationId xmlns:a16="http://schemas.microsoft.com/office/drawing/2014/main" id="{1068AE81-055C-7CE2-E8AC-7FDA4F260EA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9322" y="2115818"/>
                        <a:ext cx="521930" cy="603307"/>
                        <a:chOff x="5779322" y="2115818"/>
                        <a:chExt cx="521930" cy="603307"/>
                      </a:xfrm>
                      <a:grpFill/>
                    </p:grpSpPr>
                    <p:sp>
                      <p:nvSpPr>
                        <p:cNvPr id="924" name="Freeform 923">
                          <a:extLst>
                            <a:ext uri="{FF2B5EF4-FFF2-40B4-BE49-F238E27FC236}">
                              <a16:creationId xmlns:a16="http://schemas.microsoft.com/office/drawing/2014/main" id="{5E27DC4E-9038-701D-FCE1-0B030A32F8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92406" y="2641813"/>
                          <a:ext cx="4097" cy="7917"/>
                        </a:xfrm>
                        <a:custGeom>
                          <a:avLst/>
                          <a:gdLst>
                            <a:gd name="connsiteX0" fmla="*/ 3569 w 4097"/>
                            <a:gd name="connsiteY0" fmla="*/ 5947 h 7917"/>
                            <a:gd name="connsiteX1" fmla="*/ 3569 w 4097"/>
                            <a:gd name="connsiteY1" fmla="*/ 2379 h 7917"/>
                            <a:gd name="connsiteX2" fmla="*/ 1190 w 4097"/>
                            <a:gd name="connsiteY2" fmla="*/ 0 h 7917"/>
                            <a:gd name="connsiteX3" fmla="*/ 0 w 4097"/>
                            <a:gd name="connsiteY3" fmla="*/ 3568 h 7917"/>
                            <a:gd name="connsiteX4" fmla="*/ 1190 w 4097"/>
                            <a:gd name="connsiteY4" fmla="*/ 7137 h 7917"/>
                            <a:gd name="connsiteX5" fmla="*/ 3569 w 4097"/>
                            <a:gd name="connsiteY5" fmla="*/ 5947 h 79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4097" h="7917">
                              <a:moveTo>
                                <a:pt x="3569" y="5947"/>
                              </a:moveTo>
                              <a:cubicBezTo>
                                <a:pt x="3569" y="5947"/>
                                <a:pt x="4758" y="2379"/>
                                <a:pt x="3569" y="2379"/>
                              </a:cubicBezTo>
                              <a:cubicBezTo>
                                <a:pt x="2379" y="1190"/>
                                <a:pt x="1190" y="0"/>
                                <a:pt x="1190" y="0"/>
                              </a:cubicBezTo>
                              <a:cubicBezTo>
                                <a:pt x="0" y="0"/>
                                <a:pt x="0" y="2379"/>
                                <a:pt x="0" y="3568"/>
                              </a:cubicBezTo>
                              <a:cubicBezTo>
                                <a:pt x="0" y="4758"/>
                                <a:pt x="0" y="7137"/>
                                <a:pt x="1190" y="7137"/>
                              </a:cubicBezTo>
                              <a:cubicBezTo>
                                <a:pt x="1190" y="8326"/>
                                <a:pt x="2379" y="8326"/>
                                <a:pt x="3569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5" name="Freeform 924">
                          <a:extLst>
                            <a:ext uri="{FF2B5EF4-FFF2-40B4-BE49-F238E27FC236}">
                              <a16:creationId xmlns:a16="http://schemas.microsoft.com/office/drawing/2014/main" id="{C0DE92FB-41D4-AAF5-371F-18F99E50B9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94293" y="2622782"/>
                          <a:ext cx="4589" cy="6131"/>
                        </a:xfrm>
                        <a:custGeom>
                          <a:avLst/>
                          <a:gdLst>
                            <a:gd name="connsiteX0" fmla="*/ 4061 w 4589"/>
                            <a:gd name="connsiteY0" fmla="*/ 4758 h 6131"/>
                            <a:gd name="connsiteX1" fmla="*/ 4061 w 4589"/>
                            <a:gd name="connsiteY1" fmla="*/ 2379 h 6131"/>
                            <a:gd name="connsiteX2" fmla="*/ 1682 w 4589"/>
                            <a:gd name="connsiteY2" fmla="*/ 0 h 6131"/>
                            <a:gd name="connsiteX3" fmla="*/ 493 w 4589"/>
                            <a:gd name="connsiteY3" fmla="*/ 4758 h 6131"/>
                            <a:gd name="connsiteX4" fmla="*/ 4061 w 4589"/>
                            <a:gd name="connsiteY4" fmla="*/ 4758 h 613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4589" h="6131">
                              <a:moveTo>
                                <a:pt x="4061" y="4758"/>
                              </a:moveTo>
                              <a:cubicBezTo>
                                <a:pt x="4061" y="4758"/>
                                <a:pt x="5250" y="2379"/>
                                <a:pt x="4061" y="2379"/>
                              </a:cubicBezTo>
                              <a:cubicBezTo>
                                <a:pt x="2871" y="1190"/>
                                <a:pt x="1682" y="0"/>
                                <a:pt x="1682" y="0"/>
                              </a:cubicBezTo>
                              <a:cubicBezTo>
                                <a:pt x="493" y="0"/>
                                <a:pt x="-697" y="3568"/>
                                <a:pt x="493" y="4758"/>
                              </a:cubicBezTo>
                              <a:cubicBezTo>
                                <a:pt x="493" y="5947"/>
                                <a:pt x="2871" y="7137"/>
                                <a:pt x="4061" y="4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6" name="Freeform 925">
                          <a:extLst>
                            <a:ext uri="{FF2B5EF4-FFF2-40B4-BE49-F238E27FC236}">
                              <a16:creationId xmlns:a16="http://schemas.microsoft.com/office/drawing/2014/main" id="{4A592EA9-6C8B-5593-68EB-E6E2FB957C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80273" y="2621435"/>
                          <a:ext cx="7904" cy="5239"/>
                        </a:xfrm>
                        <a:custGeom>
                          <a:avLst/>
                          <a:gdLst>
                            <a:gd name="connsiteX0" fmla="*/ 7376 w 7904"/>
                            <a:gd name="connsiteY0" fmla="*/ 157 h 5239"/>
                            <a:gd name="connsiteX1" fmla="*/ 3808 w 7904"/>
                            <a:gd name="connsiteY1" fmla="*/ 1347 h 5239"/>
                            <a:gd name="connsiteX2" fmla="*/ 239 w 7904"/>
                            <a:gd name="connsiteY2" fmla="*/ 2536 h 5239"/>
                            <a:gd name="connsiteX3" fmla="*/ 7376 w 7904"/>
                            <a:gd name="connsiteY3" fmla="*/ 4915 h 5239"/>
                            <a:gd name="connsiteX4" fmla="*/ 7376 w 7904"/>
                            <a:gd name="connsiteY4" fmla="*/ 157 h 523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7904" h="5239">
                              <a:moveTo>
                                <a:pt x="7376" y="157"/>
                              </a:moveTo>
                              <a:cubicBezTo>
                                <a:pt x="7376" y="157"/>
                                <a:pt x="4997" y="1347"/>
                                <a:pt x="3808" y="1347"/>
                              </a:cubicBezTo>
                              <a:cubicBezTo>
                                <a:pt x="2618" y="1347"/>
                                <a:pt x="-950" y="1347"/>
                                <a:pt x="239" y="2536"/>
                              </a:cubicBezTo>
                              <a:cubicBezTo>
                                <a:pt x="1429" y="3726"/>
                                <a:pt x="7376" y="6104"/>
                                <a:pt x="7376" y="4915"/>
                              </a:cubicBezTo>
                              <a:cubicBezTo>
                                <a:pt x="7376" y="4915"/>
                                <a:pt x="8566" y="-1032"/>
                                <a:pt x="7376" y="15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7" name="Freeform 926">
                          <a:extLst>
                            <a:ext uri="{FF2B5EF4-FFF2-40B4-BE49-F238E27FC236}">
                              <a16:creationId xmlns:a16="http://schemas.microsoft.com/office/drawing/2014/main" id="{FB7FF936-B49B-404A-A86A-CEF0A0C61C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92073" y="2632297"/>
                          <a:ext cx="3901" cy="4757"/>
                        </a:xfrm>
                        <a:custGeom>
                          <a:avLst/>
                          <a:gdLst>
                            <a:gd name="connsiteX0" fmla="*/ 333 w 3901"/>
                            <a:gd name="connsiteY0" fmla="*/ 2379 h 4757"/>
                            <a:gd name="connsiteX1" fmla="*/ 1523 w 3901"/>
                            <a:gd name="connsiteY1" fmla="*/ 4758 h 4757"/>
                            <a:gd name="connsiteX2" fmla="*/ 3902 w 3901"/>
                            <a:gd name="connsiteY2" fmla="*/ 3568 h 4757"/>
                            <a:gd name="connsiteX3" fmla="*/ 1523 w 3901"/>
                            <a:gd name="connsiteY3" fmla="*/ 0 h 4757"/>
                            <a:gd name="connsiteX4" fmla="*/ 333 w 3901"/>
                            <a:gd name="connsiteY4" fmla="*/ 2379 h 47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3901" h="4757">
                              <a:moveTo>
                                <a:pt x="333" y="2379"/>
                              </a:moveTo>
                              <a:cubicBezTo>
                                <a:pt x="333" y="2379"/>
                                <a:pt x="1523" y="4758"/>
                                <a:pt x="1523" y="4758"/>
                              </a:cubicBezTo>
                              <a:cubicBezTo>
                                <a:pt x="1523" y="4758"/>
                                <a:pt x="3902" y="3568"/>
                                <a:pt x="3902" y="3568"/>
                              </a:cubicBezTo>
                              <a:cubicBezTo>
                                <a:pt x="3902" y="3568"/>
                                <a:pt x="2712" y="0"/>
                                <a:pt x="1523" y="0"/>
                              </a:cubicBezTo>
                              <a:cubicBezTo>
                                <a:pt x="1523" y="1190"/>
                                <a:pt x="-856" y="1190"/>
                                <a:pt x="333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8" name="Freeform 927">
                          <a:extLst>
                            <a:ext uri="{FF2B5EF4-FFF2-40B4-BE49-F238E27FC236}">
                              <a16:creationId xmlns:a16="http://schemas.microsoft.com/office/drawing/2014/main" id="{84A3A850-6B17-A5EB-DA54-259DE868A4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00408" y="2673927"/>
                          <a:ext cx="5081" cy="3675"/>
                        </a:xfrm>
                        <a:custGeom>
                          <a:avLst/>
                          <a:gdLst>
                            <a:gd name="connsiteX0" fmla="*/ 5082 w 5081"/>
                            <a:gd name="connsiteY0" fmla="*/ 2379 h 3675"/>
                            <a:gd name="connsiteX1" fmla="*/ 2703 w 5081"/>
                            <a:gd name="connsiteY1" fmla="*/ 0 h 3675"/>
                            <a:gd name="connsiteX2" fmla="*/ 324 w 5081"/>
                            <a:gd name="connsiteY2" fmla="*/ 1190 h 3675"/>
                            <a:gd name="connsiteX3" fmla="*/ 5082 w 5081"/>
                            <a:gd name="connsiteY3" fmla="*/ 2379 h 36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081" h="3675">
                              <a:moveTo>
                                <a:pt x="5082" y="2379"/>
                              </a:moveTo>
                              <a:cubicBezTo>
                                <a:pt x="5082" y="2379"/>
                                <a:pt x="3892" y="0"/>
                                <a:pt x="2703" y="0"/>
                              </a:cubicBezTo>
                              <a:cubicBezTo>
                                <a:pt x="1514" y="0"/>
                                <a:pt x="-865" y="0"/>
                                <a:pt x="324" y="1190"/>
                              </a:cubicBezTo>
                              <a:cubicBezTo>
                                <a:pt x="1514" y="3568"/>
                                <a:pt x="3892" y="4758"/>
                                <a:pt x="5082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29" name="Freeform 928">
                          <a:extLst>
                            <a:ext uri="{FF2B5EF4-FFF2-40B4-BE49-F238E27FC236}">
                              <a16:creationId xmlns:a16="http://schemas.microsoft.com/office/drawing/2014/main" id="{688B153F-AD7D-5B7F-0E1A-48FBA5378C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2751" y="2420085"/>
                          <a:ext cx="5743" cy="5583"/>
                        </a:xfrm>
                        <a:custGeom>
                          <a:avLst/>
                          <a:gdLst>
                            <a:gd name="connsiteX0" fmla="*/ 2872 w 5743"/>
                            <a:gd name="connsiteY0" fmla="*/ 5250 h 5583"/>
                            <a:gd name="connsiteX1" fmla="*/ 2872 w 5743"/>
                            <a:gd name="connsiteY1" fmla="*/ 5250 h 5583"/>
                            <a:gd name="connsiteX2" fmla="*/ 4061 w 5743"/>
                            <a:gd name="connsiteY2" fmla="*/ 2872 h 5583"/>
                            <a:gd name="connsiteX3" fmla="*/ 5250 w 5743"/>
                            <a:gd name="connsiteY3" fmla="*/ 1682 h 5583"/>
                            <a:gd name="connsiteX4" fmla="*/ 1682 w 5743"/>
                            <a:gd name="connsiteY4" fmla="*/ 493 h 5583"/>
                            <a:gd name="connsiteX5" fmla="*/ 493 w 5743"/>
                            <a:gd name="connsiteY5" fmla="*/ 4061 h 5583"/>
                            <a:gd name="connsiteX6" fmla="*/ 2872 w 5743"/>
                            <a:gd name="connsiteY6" fmla="*/ 5250 h 558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5743" h="5583">
                              <a:moveTo>
                                <a:pt x="2872" y="5250"/>
                              </a:moveTo>
                              <a:cubicBezTo>
                                <a:pt x="4061" y="5250"/>
                                <a:pt x="4061" y="5250"/>
                                <a:pt x="2872" y="5250"/>
                              </a:cubicBezTo>
                              <a:cubicBezTo>
                                <a:pt x="2872" y="5250"/>
                                <a:pt x="4061" y="2872"/>
                                <a:pt x="4061" y="2872"/>
                              </a:cubicBezTo>
                              <a:cubicBezTo>
                                <a:pt x="5250" y="2872"/>
                                <a:pt x="6440" y="1682"/>
                                <a:pt x="5250" y="1682"/>
                              </a:cubicBezTo>
                              <a:cubicBezTo>
                                <a:pt x="5250" y="493"/>
                                <a:pt x="1682" y="-697"/>
                                <a:pt x="1682" y="493"/>
                              </a:cubicBezTo>
                              <a:cubicBezTo>
                                <a:pt x="493" y="1682"/>
                                <a:pt x="-697" y="2872"/>
                                <a:pt x="493" y="4061"/>
                              </a:cubicBezTo>
                              <a:cubicBezTo>
                                <a:pt x="1682" y="4061"/>
                                <a:pt x="1682" y="6440"/>
                                <a:pt x="2872" y="525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0" name="Freeform 929">
                          <a:extLst>
                            <a:ext uri="{FF2B5EF4-FFF2-40B4-BE49-F238E27FC236}">
                              <a16:creationId xmlns:a16="http://schemas.microsoft.com/office/drawing/2014/main" id="{6315CF2E-E8B0-7F5C-D1A7-88116494B7A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1107" y="2427714"/>
                          <a:ext cx="12665" cy="7629"/>
                        </a:xfrm>
                        <a:custGeom>
                          <a:avLst/>
                          <a:gdLst>
                            <a:gd name="connsiteX0" fmla="*/ 243 w 12665"/>
                            <a:gd name="connsiteY0" fmla="*/ 5947 h 7629"/>
                            <a:gd name="connsiteX1" fmla="*/ 5000 w 12665"/>
                            <a:gd name="connsiteY1" fmla="*/ 5947 h 7629"/>
                            <a:gd name="connsiteX2" fmla="*/ 7379 w 12665"/>
                            <a:gd name="connsiteY2" fmla="*/ 7137 h 7629"/>
                            <a:gd name="connsiteX3" fmla="*/ 12137 w 12665"/>
                            <a:gd name="connsiteY3" fmla="*/ 2379 h 7629"/>
                            <a:gd name="connsiteX4" fmla="*/ 12137 w 12665"/>
                            <a:gd name="connsiteY4" fmla="*/ 0 h 7629"/>
                            <a:gd name="connsiteX5" fmla="*/ 2622 w 12665"/>
                            <a:gd name="connsiteY5" fmla="*/ 1190 h 7629"/>
                            <a:gd name="connsiteX6" fmla="*/ 243 w 12665"/>
                            <a:gd name="connsiteY6" fmla="*/ 5947 h 762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2665" h="7629">
                              <a:moveTo>
                                <a:pt x="243" y="5947"/>
                              </a:moveTo>
                              <a:cubicBezTo>
                                <a:pt x="1432" y="5947"/>
                                <a:pt x="5000" y="5947"/>
                                <a:pt x="5000" y="5947"/>
                              </a:cubicBezTo>
                              <a:cubicBezTo>
                                <a:pt x="5000" y="7137"/>
                                <a:pt x="6190" y="8326"/>
                                <a:pt x="7379" y="7137"/>
                              </a:cubicBezTo>
                              <a:cubicBezTo>
                                <a:pt x="9758" y="5947"/>
                                <a:pt x="12137" y="3568"/>
                                <a:pt x="12137" y="2379"/>
                              </a:cubicBezTo>
                              <a:cubicBezTo>
                                <a:pt x="12137" y="2379"/>
                                <a:pt x="13327" y="0"/>
                                <a:pt x="12137" y="0"/>
                              </a:cubicBezTo>
                              <a:cubicBezTo>
                                <a:pt x="10948" y="0"/>
                                <a:pt x="3811" y="0"/>
                                <a:pt x="2622" y="1190"/>
                              </a:cubicBezTo>
                              <a:cubicBezTo>
                                <a:pt x="2622" y="3568"/>
                                <a:pt x="-947" y="5947"/>
                                <a:pt x="243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1" name="Freeform 930">
                          <a:extLst>
                            <a:ext uri="{FF2B5EF4-FFF2-40B4-BE49-F238E27FC236}">
                              <a16:creationId xmlns:a16="http://schemas.microsoft.com/office/drawing/2014/main" id="{22413DA3-19F8-2E40-7E66-2D243258BF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5447" y="2488051"/>
                          <a:ext cx="15929" cy="7989"/>
                        </a:xfrm>
                        <a:custGeom>
                          <a:avLst/>
                          <a:gdLst>
                            <a:gd name="connsiteX0" fmla="*/ 0 w 15929"/>
                            <a:gd name="connsiteY0" fmla="*/ 5082 h 7989"/>
                            <a:gd name="connsiteX1" fmla="*/ 7136 w 15929"/>
                            <a:gd name="connsiteY1" fmla="*/ 7461 h 7989"/>
                            <a:gd name="connsiteX2" fmla="*/ 13083 w 15929"/>
                            <a:gd name="connsiteY2" fmla="*/ 7461 h 7989"/>
                            <a:gd name="connsiteX3" fmla="*/ 15463 w 15929"/>
                            <a:gd name="connsiteY3" fmla="*/ 2703 h 7989"/>
                            <a:gd name="connsiteX4" fmla="*/ 11894 w 15929"/>
                            <a:gd name="connsiteY4" fmla="*/ 324 h 7989"/>
                            <a:gd name="connsiteX5" fmla="*/ 5947 w 15929"/>
                            <a:gd name="connsiteY5" fmla="*/ 2703 h 7989"/>
                            <a:gd name="connsiteX6" fmla="*/ 0 w 15929"/>
                            <a:gd name="connsiteY6" fmla="*/ 5082 h 798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5929" h="7989">
                              <a:moveTo>
                                <a:pt x="0" y="5082"/>
                              </a:moveTo>
                              <a:cubicBezTo>
                                <a:pt x="0" y="7461"/>
                                <a:pt x="5947" y="8650"/>
                                <a:pt x="7136" y="7461"/>
                              </a:cubicBezTo>
                              <a:cubicBezTo>
                                <a:pt x="7136" y="7461"/>
                                <a:pt x="10705" y="8650"/>
                                <a:pt x="13083" y="7461"/>
                              </a:cubicBezTo>
                              <a:cubicBezTo>
                                <a:pt x="15463" y="6271"/>
                                <a:pt x="16652" y="3892"/>
                                <a:pt x="15463" y="2703"/>
                              </a:cubicBezTo>
                              <a:cubicBezTo>
                                <a:pt x="15463" y="1514"/>
                                <a:pt x="14273" y="-865"/>
                                <a:pt x="11894" y="324"/>
                              </a:cubicBezTo>
                              <a:cubicBezTo>
                                <a:pt x="9515" y="324"/>
                                <a:pt x="8326" y="2703"/>
                                <a:pt x="5947" y="2703"/>
                              </a:cubicBezTo>
                              <a:cubicBezTo>
                                <a:pt x="4758" y="2703"/>
                                <a:pt x="0" y="3892"/>
                                <a:pt x="0" y="508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2" name="Freeform 931">
                          <a:extLst>
                            <a:ext uri="{FF2B5EF4-FFF2-40B4-BE49-F238E27FC236}">
                              <a16:creationId xmlns:a16="http://schemas.microsoft.com/office/drawing/2014/main" id="{B72B2364-7556-EBCB-450A-A1406F07573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5259" y="2480049"/>
                          <a:ext cx="11049" cy="6747"/>
                        </a:xfrm>
                        <a:custGeom>
                          <a:avLst/>
                          <a:gdLst>
                            <a:gd name="connsiteX0" fmla="*/ 6135 w 11049"/>
                            <a:gd name="connsiteY0" fmla="*/ 5947 h 6747"/>
                            <a:gd name="connsiteX1" fmla="*/ 10893 w 11049"/>
                            <a:gd name="connsiteY1" fmla="*/ 3568 h 6747"/>
                            <a:gd name="connsiteX2" fmla="*/ 7324 w 11049"/>
                            <a:gd name="connsiteY2" fmla="*/ 0 h 6747"/>
                            <a:gd name="connsiteX3" fmla="*/ 188 w 11049"/>
                            <a:gd name="connsiteY3" fmla="*/ 3568 h 6747"/>
                            <a:gd name="connsiteX4" fmla="*/ 6135 w 11049"/>
                            <a:gd name="connsiteY4" fmla="*/ 5947 h 674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1049" h="6747">
                              <a:moveTo>
                                <a:pt x="6135" y="5947"/>
                              </a:moveTo>
                              <a:cubicBezTo>
                                <a:pt x="6135" y="5947"/>
                                <a:pt x="12082" y="4758"/>
                                <a:pt x="10893" y="3568"/>
                              </a:cubicBezTo>
                              <a:cubicBezTo>
                                <a:pt x="10893" y="1190"/>
                                <a:pt x="8514" y="0"/>
                                <a:pt x="7324" y="0"/>
                              </a:cubicBezTo>
                              <a:cubicBezTo>
                                <a:pt x="4945" y="1190"/>
                                <a:pt x="1377" y="3568"/>
                                <a:pt x="188" y="3568"/>
                              </a:cubicBezTo>
                              <a:cubicBezTo>
                                <a:pt x="-1002" y="4758"/>
                                <a:pt x="3756" y="8326"/>
                                <a:pt x="6135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3" name="Freeform 932">
                          <a:extLst>
                            <a:ext uri="{FF2B5EF4-FFF2-40B4-BE49-F238E27FC236}">
                              <a16:creationId xmlns:a16="http://schemas.microsoft.com/office/drawing/2014/main" id="{27D24F1F-C000-90FC-3765-77212B37E6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4425" y="2494455"/>
                          <a:ext cx="6263" cy="6051"/>
                        </a:xfrm>
                        <a:custGeom>
                          <a:avLst/>
                          <a:gdLst>
                            <a:gd name="connsiteX0" fmla="*/ 2695 w 6263"/>
                            <a:gd name="connsiteY0" fmla="*/ 5815 h 6051"/>
                            <a:gd name="connsiteX1" fmla="*/ 6263 w 6263"/>
                            <a:gd name="connsiteY1" fmla="*/ 3436 h 6051"/>
                            <a:gd name="connsiteX2" fmla="*/ 3885 w 6263"/>
                            <a:gd name="connsiteY2" fmla="*/ 1057 h 6051"/>
                            <a:gd name="connsiteX3" fmla="*/ 316 w 6263"/>
                            <a:gd name="connsiteY3" fmla="*/ 1057 h 6051"/>
                            <a:gd name="connsiteX4" fmla="*/ 2695 w 6263"/>
                            <a:gd name="connsiteY4" fmla="*/ 5815 h 60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6263" h="6051">
                              <a:moveTo>
                                <a:pt x="2695" y="5815"/>
                              </a:moveTo>
                              <a:cubicBezTo>
                                <a:pt x="3885" y="5815"/>
                                <a:pt x="6263" y="4626"/>
                                <a:pt x="6263" y="3436"/>
                              </a:cubicBezTo>
                              <a:cubicBezTo>
                                <a:pt x="6263" y="3436"/>
                                <a:pt x="6263" y="1057"/>
                                <a:pt x="3885" y="1057"/>
                              </a:cubicBezTo>
                              <a:cubicBezTo>
                                <a:pt x="1506" y="1057"/>
                                <a:pt x="-873" y="-1322"/>
                                <a:pt x="316" y="1057"/>
                              </a:cubicBezTo>
                              <a:cubicBezTo>
                                <a:pt x="1506" y="3436"/>
                                <a:pt x="1506" y="7004"/>
                                <a:pt x="2695" y="581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4" name="Freeform 933">
                          <a:extLst>
                            <a:ext uri="{FF2B5EF4-FFF2-40B4-BE49-F238E27FC236}">
                              <a16:creationId xmlns:a16="http://schemas.microsoft.com/office/drawing/2014/main" id="{E9F8F5B3-05E9-1105-61A3-AD24328268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007" y="2502946"/>
                          <a:ext cx="6439" cy="5649"/>
                        </a:xfrm>
                        <a:custGeom>
                          <a:avLst/>
                          <a:gdLst>
                            <a:gd name="connsiteX0" fmla="*/ 493 w 6439"/>
                            <a:gd name="connsiteY0" fmla="*/ 4460 h 5649"/>
                            <a:gd name="connsiteX1" fmla="*/ 4061 w 6439"/>
                            <a:gd name="connsiteY1" fmla="*/ 5650 h 5649"/>
                            <a:gd name="connsiteX2" fmla="*/ 6440 w 6439"/>
                            <a:gd name="connsiteY2" fmla="*/ 892 h 5649"/>
                            <a:gd name="connsiteX3" fmla="*/ 1682 w 6439"/>
                            <a:gd name="connsiteY3" fmla="*/ 892 h 5649"/>
                            <a:gd name="connsiteX4" fmla="*/ 493 w 6439"/>
                            <a:gd name="connsiteY4" fmla="*/ 4460 h 564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6439" h="5649">
                              <a:moveTo>
                                <a:pt x="493" y="4460"/>
                              </a:moveTo>
                              <a:cubicBezTo>
                                <a:pt x="1682" y="4460"/>
                                <a:pt x="2871" y="5650"/>
                                <a:pt x="4061" y="5650"/>
                              </a:cubicBezTo>
                              <a:cubicBezTo>
                                <a:pt x="5250" y="5650"/>
                                <a:pt x="6440" y="2082"/>
                                <a:pt x="6440" y="892"/>
                              </a:cubicBezTo>
                              <a:cubicBezTo>
                                <a:pt x="6440" y="-297"/>
                                <a:pt x="2871" y="-297"/>
                                <a:pt x="1682" y="892"/>
                              </a:cubicBezTo>
                              <a:cubicBezTo>
                                <a:pt x="493" y="2082"/>
                                <a:pt x="-697" y="4460"/>
                                <a:pt x="493" y="446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5" name="Freeform 934">
                          <a:extLst>
                            <a:ext uri="{FF2B5EF4-FFF2-40B4-BE49-F238E27FC236}">
                              <a16:creationId xmlns:a16="http://schemas.microsoft.com/office/drawing/2014/main" id="{A1716C29-D152-65BE-E587-E8F80598FC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82891" y="2607319"/>
                          <a:ext cx="2378" cy="4060"/>
                        </a:xfrm>
                        <a:custGeom>
                          <a:avLst/>
                          <a:gdLst>
                            <a:gd name="connsiteX0" fmla="*/ 0 w 2378"/>
                            <a:gd name="connsiteY0" fmla="*/ 2379 h 4060"/>
                            <a:gd name="connsiteX1" fmla="*/ 2379 w 2378"/>
                            <a:gd name="connsiteY1" fmla="*/ 3568 h 4060"/>
                            <a:gd name="connsiteX2" fmla="*/ 1190 w 2378"/>
                            <a:gd name="connsiteY2" fmla="*/ 0 h 4060"/>
                            <a:gd name="connsiteX3" fmla="*/ 0 w 2378"/>
                            <a:gd name="connsiteY3" fmla="*/ 2379 h 40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2378" h="4060">
                              <a:moveTo>
                                <a:pt x="0" y="2379"/>
                              </a:moveTo>
                              <a:cubicBezTo>
                                <a:pt x="1190" y="3568"/>
                                <a:pt x="2379" y="4758"/>
                                <a:pt x="2379" y="3568"/>
                              </a:cubicBezTo>
                              <a:cubicBezTo>
                                <a:pt x="2379" y="3568"/>
                                <a:pt x="2379" y="0"/>
                                <a:pt x="1190" y="0"/>
                              </a:cubicBezTo>
                              <a:cubicBezTo>
                                <a:pt x="1190" y="0"/>
                                <a:pt x="0" y="1189"/>
                                <a:pt x="0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6" name="Freeform 935">
                          <a:extLst>
                            <a:ext uri="{FF2B5EF4-FFF2-40B4-BE49-F238E27FC236}">
                              <a16:creationId xmlns:a16="http://schemas.microsoft.com/office/drawing/2014/main" id="{D609C151-3F0E-A82A-97B3-68DFC80964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79322" y="2598464"/>
                          <a:ext cx="3568" cy="4394"/>
                        </a:xfrm>
                        <a:custGeom>
                          <a:avLst/>
                          <a:gdLst>
                            <a:gd name="connsiteX0" fmla="*/ 1190 w 3568"/>
                            <a:gd name="connsiteY0" fmla="*/ 4097 h 4394"/>
                            <a:gd name="connsiteX1" fmla="*/ 3569 w 3568"/>
                            <a:gd name="connsiteY1" fmla="*/ 2908 h 4394"/>
                            <a:gd name="connsiteX2" fmla="*/ 2379 w 3568"/>
                            <a:gd name="connsiteY2" fmla="*/ 529 h 4394"/>
                            <a:gd name="connsiteX3" fmla="*/ 0 w 3568"/>
                            <a:gd name="connsiteY3" fmla="*/ 529 h 4394"/>
                            <a:gd name="connsiteX4" fmla="*/ 1190 w 3568"/>
                            <a:gd name="connsiteY4" fmla="*/ 4097 h 439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3568" h="4394">
                              <a:moveTo>
                                <a:pt x="1190" y="4097"/>
                              </a:moveTo>
                              <a:cubicBezTo>
                                <a:pt x="1190" y="4097"/>
                                <a:pt x="2379" y="5286"/>
                                <a:pt x="3569" y="2908"/>
                              </a:cubicBezTo>
                              <a:cubicBezTo>
                                <a:pt x="3569" y="2908"/>
                                <a:pt x="3569" y="529"/>
                                <a:pt x="2379" y="529"/>
                              </a:cubicBezTo>
                              <a:cubicBezTo>
                                <a:pt x="1190" y="529"/>
                                <a:pt x="0" y="-661"/>
                                <a:pt x="0" y="529"/>
                              </a:cubicBezTo>
                              <a:cubicBezTo>
                                <a:pt x="0" y="2908"/>
                                <a:pt x="1190" y="4097"/>
                                <a:pt x="1190" y="40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7" name="Freeform 936">
                          <a:extLst>
                            <a:ext uri="{FF2B5EF4-FFF2-40B4-BE49-F238E27FC236}">
                              <a16:creationId xmlns:a16="http://schemas.microsoft.com/office/drawing/2014/main" id="{4B898810-2513-FC45-A174-532DE11EE71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03111" y="2539653"/>
                          <a:ext cx="4097" cy="5814"/>
                        </a:xfrm>
                        <a:custGeom>
                          <a:avLst/>
                          <a:gdLst>
                            <a:gd name="connsiteX0" fmla="*/ 3569 w 4097"/>
                            <a:gd name="connsiteY0" fmla="*/ 4626 h 5814"/>
                            <a:gd name="connsiteX1" fmla="*/ 3569 w 4097"/>
                            <a:gd name="connsiteY1" fmla="*/ 1057 h 5814"/>
                            <a:gd name="connsiteX2" fmla="*/ 0 w 4097"/>
                            <a:gd name="connsiteY2" fmla="*/ 1057 h 5814"/>
                            <a:gd name="connsiteX3" fmla="*/ 2379 w 4097"/>
                            <a:gd name="connsiteY3" fmla="*/ 5815 h 5814"/>
                            <a:gd name="connsiteX4" fmla="*/ 3569 w 4097"/>
                            <a:gd name="connsiteY4" fmla="*/ 4626 h 581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4097" h="5814">
                              <a:moveTo>
                                <a:pt x="3569" y="4626"/>
                              </a:moveTo>
                              <a:cubicBezTo>
                                <a:pt x="3569" y="4626"/>
                                <a:pt x="4758" y="1057"/>
                                <a:pt x="3569" y="1057"/>
                              </a:cubicBezTo>
                              <a:cubicBezTo>
                                <a:pt x="2379" y="1057"/>
                                <a:pt x="0" y="-1322"/>
                                <a:pt x="0" y="1057"/>
                              </a:cubicBezTo>
                              <a:cubicBezTo>
                                <a:pt x="0" y="3436"/>
                                <a:pt x="2379" y="5815"/>
                                <a:pt x="2379" y="5815"/>
                              </a:cubicBezTo>
                              <a:cubicBezTo>
                                <a:pt x="1190" y="5815"/>
                                <a:pt x="2379" y="5815"/>
                                <a:pt x="3569" y="462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8" name="Freeform 937">
                          <a:extLst>
                            <a:ext uri="{FF2B5EF4-FFF2-40B4-BE49-F238E27FC236}">
                              <a16:creationId xmlns:a16="http://schemas.microsoft.com/office/drawing/2014/main" id="{FECC0A02-E929-4AB5-B74D-C6335F5C935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95482" y="2542289"/>
                          <a:ext cx="2871" cy="4368"/>
                        </a:xfrm>
                        <a:custGeom>
                          <a:avLst/>
                          <a:gdLst>
                            <a:gd name="connsiteX0" fmla="*/ 493 w 2871"/>
                            <a:gd name="connsiteY0" fmla="*/ 4369 h 4368"/>
                            <a:gd name="connsiteX1" fmla="*/ 2871 w 2871"/>
                            <a:gd name="connsiteY1" fmla="*/ 3179 h 4368"/>
                            <a:gd name="connsiteX2" fmla="*/ 1682 w 2871"/>
                            <a:gd name="connsiteY2" fmla="*/ 800 h 4368"/>
                            <a:gd name="connsiteX3" fmla="*/ 493 w 2871"/>
                            <a:gd name="connsiteY3" fmla="*/ 4369 h 43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2871" h="4368">
                              <a:moveTo>
                                <a:pt x="493" y="4369"/>
                              </a:moveTo>
                              <a:cubicBezTo>
                                <a:pt x="1682" y="4369"/>
                                <a:pt x="2871" y="4369"/>
                                <a:pt x="2871" y="3179"/>
                              </a:cubicBezTo>
                              <a:cubicBezTo>
                                <a:pt x="2871" y="1990"/>
                                <a:pt x="2871" y="-1579"/>
                                <a:pt x="1682" y="800"/>
                              </a:cubicBezTo>
                              <a:cubicBezTo>
                                <a:pt x="493" y="1990"/>
                                <a:pt x="-697" y="4369"/>
                                <a:pt x="493" y="436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39" name="Freeform 938">
                          <a:extLst>
                            <a:ext uri="{FF2B5EF4-FFF2-40B4-BE49-F238E27FC236}">
                              <a16:creationId xmlns:a16="http://schemas.microsoft.com/office/drawing/2014/main" id="{19CF8BEF-559D-4992-3EB8-DFAFAD70B4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83280" y="2553794"/>
                          <a:ext cx="4368" cy="4096"/>
                        </a:xfrm>
                        <a:custGeom>
                          <a:avLst/>
                          <a:gdLst>
                            <a:gd name="connsiteX0" fmla="*/ 800 w 4368"/>
                            <a:gd name="connsiteY0" fmla="*/ 3568 h 4096"/>
                            <a:gd name="connsiteX1" fmla="*/ 4368 w 4368"/>
                            <a:gd name="connsiteY1" fmla="*/ 3568 h 4096"/>
                            <a:gd name="connsiteX2" fmla="*/ 3179 w 4368"/>
                            <a:gd name="connsiteY2" fmla="*/ 0 h 4096"/>
                            <a:gd name="connsiteX3" fmla="*/ 800 w 4368"/>
                            <a:gd name="connsiteY3" fmla="*/ 3568 h 409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368" h="4096">
                              <a:moveTo>
                                <a:pt x="800" y="3568"/>
                              </a:moveTo>
                              <a:cubicBezTo>
                                <a:pt x="3179" y="3568"/>
                                <a:pt x="4368" y="4758"/>
                                <a:pt x="4368" y="3568"/>
                              </a:cubicBezTo>
                              <a:cubicBezTo>
                                <a:pt x="4368" y="3568"/>
                                <a:pt x="4368" y="0"/>
                                <a:pt x="3179" y="0"/>
                              </a:cubicBezTo>
                              <a:cubicBezTo>
                                <a:pt x="1989" y="1189"/>
                                <a:pt x="-1579" y="3568"/>
                                <a:pt x="800" y="35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0" name="Freeform 939">
                          <a:extLst>
                            <a:ext uri="{FF2B5EF4-FFF2-40B4-BE49-F238E27FC236}">
                              <a16:creationId xmlns:a16="http://schemas.microsoft.com/office/drawing/2014/main" id="{54897F21-5CE0-EE61-F25D-95C4B74F89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82891" y="2562120"/>
                          <a:ext cx="2702" cy="3568"/>
                        </a:xfrm>
                        <a:custGeom>
                          <a:avLst/>
                          <a:gdLst>
                            <a:gd name="connsiteX0" fmla="*/ 0 w 2702"/>
                            <a:gd name="connsiteY0" fmla="*/ 3568 h 3568"/>
                            <a:gd name="connsiteX1" fmla="*/ 2379 w 2702"/>
                            <a:gd name="connsiteY1" fmla="*/ 1189 h 3568"/>
                            <a:gd name="connsiteX2" fmla="*/ 0 w 2702"/>
                            <a:gd name="connsiteY2" fmla="*/ 0 h 3568"/>
                            <a:gd name="connsiteX3" fmla="*/ 0 w 2702"/>
                            <a:gd name="connsiteY3" fmla="*/ 3568 h 35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2702" h="3568">
                              <a:moveTo>
                                <a:pt x="0" y="3568"/>
                              </a:moveTo>
                              <a:cubicBezTo>
                                <a:pt x="1190" y="3568"/>
                                <a:pt x="3568" y="2379"/>
                                <a:pt x="2379" y="1189"/>
                              </a:cubicBezTo>
                              <a:cubicBezTo>
                                <a:pt x="2379" y="1189"/>
                                <a:pt x="0" y="0"/>
                                <a:pt x="0" y="0"/>
                              </a:cubicBezTo>
                              <a:cubicBezTo>
                                <a:pt x="0" y="0"/>
                                <a:pt x="0" y="2379"/>
                                <a:pt x="0" y="35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1" name="Freeform 940">
                          <a:extLst>
                            <a:ext uri="{FF2B5EF4-FFF2-40B4-BE49-F238E27FC236}">
                              <a16:creationId xmlns:a16="http://schemas.microsoft.com/office/drawing/2014/main" id="{EB8C6A78-9DEA-E303-94D8-7AC48C9068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88838" y="2115818"/>
                          <a:ext cx="512414" cy="603307"/>
                        </a:xfrm>
                        <a:custGeom>
                          <a:avLst/>
                          <a:gdLst>
                            <a:gd name="connsiteX0" fmla="*/ 480532 w 512414"/>
                            <a:gd name="connsiteY0" fmla="*/ 56168 h 603307"/>
                            <a:gd name="connsiteX1" fmla="*/ 491237 w 512414"/>
                            <a:gd name="connsiteY1" fmla="*/ 56168 h 603307"/>
                            <a:gd name="connsiteX2" fmla="*/ 498373 w 512414"/>
                            <a:gd name="connsiteY2" fmla="*/ 51410 h 603307"/>
                            <a:gd name="connsiteX3" fmla="*/ 503131 w 512414"/>
                            <a:gd name="connsiteY3" fmla="*/ 44273 h 603307"/>
                            <a:gd name="connsiteX4" fmla="*/ 511457 w 512414"/>
                            <a:gd name="connsiteY4" fmla="*/ 41895 h 603307"/>
                            <a:gd name="connsiteX5" fmla="*/ 507889 w 512414"/>
                            <a:gd name="connsiteY5" fmla="*/ 35947 h 603307"/>
                            <a:gd name="connsiteX6" fmla="*/ 499563 w 512414"/>
                            <a:gd name="connsiteY6" fmla="*/ 33569 h 603307"/>
                            <a:gd name="connsiteX7" fmla="*/ 493616 w 512414"/>
                            <a:gd name="connsiteY7" fmla="*/ 31190 h 603307"/>
                            <a:gd name="connsiteX8" fmla="*/ 491237 w 512414"/>
                            <a:gd name="connsiteY8" fmla="*/ 33569 h 603307"/>
                            <a:gd name="connsiteX9" fmla="*/ 487668 w 512414"/>
                            <a:gd name="connsiteY9" fmla="*/ 34758 h 603307"/>
                            <a:gd name="connsiteX10" fmla="*/ 491237 w 512414"/>
                            <a:gd name="connsiteY10" fmla="*/ 27621 h 603307"/>
                            <a:gd name="connsiteX11" fmla="*/ 485289 w 512414"/>
                            <a:gd name="connsiteY11" fmla="*/ 22864 h 603307"/>
                            <a:gd name="connsiteX12" fmla="*/ 475774 w 512414"/>
                            <a:gd name="connsiteY12" fmla="*/ 30000 h 603307"/>
                            <a:gd name="connsiteX13" fmla="*/ 468637 w 512414"/>
                            <a:gd name="connsiteY13" fmla="*/ 27621 h 603307"/>
                            <a:gd name="connsiteX14" fmla="*/ 469827 w 512414"/>
                            <a:gd name="connsiteY14" fmla="*/ 18106 h 603307"/>
                            <a:gd name="connsiteX15" fmla="*/ 457932 w 512414"/>
                            <a:gd name="connsiteY15" fmla="*/ 18106 h 603307"/>
                            <a:gd name="connsiteX16" fmla="*/ 454364 w 512414"/>
                            <a:gd name="connsiteY16" fmla="*/ 27621 h 603307"/>
                            <a:gd name="connsiteX17" fmla="*/ 457932 w 512414"/>
                            <a:gd name="connsiteY17" fmla="*/ 37137 h 603307"/>
                            <a:gd name="connsiteX18" fmla="*/ 453175 w 512414"/>
                            <a:gd name="connsiteY18" fmla="*/ 39516 h 603307"/>
                            <a:gd name="connsiteX19" fmla="*/ 444849 w 512414"/>
                            <a:gd name="connsiteY19" fmla="*/ 39516 h 603307"/>
                            <a:gd name="connsiteX20" fmla="*/ 441280 w 512414"/>
                            <a:gd name="connsiteY20" fmla="*/ 38326 h 603307"/>
                            <a:gd name="connsiteX21" fmla="*/ 449606 w 512414"/>
                            <a:gd name="connsiteY21" fmla="*/ 27621 h 603307"/>
                            <a:gd name="connsiteX22" fmla="*/ 441280 w 512414"/>
                            <a:gd name="connsiteY22" fmla="*/ 31190 h 603307"/>
                            <a:gd name="connsiteX23" fmla="*/ 442470 w 512414"/>
                            <a:gd name="connsiteY23" fmla="*/ 25242 h 603307"/>
                            <a:gd name="connsiteX24" fmla="*/ 437712 w 512414"/>
                            <a:gd name="connsiteY24" fmla="*/ 21674 h 603307"/>
                            <a:gd name="connsiteX25" fmla="*/ 450796 w 512414"/>
                            <a:gd name="connsiteY25" fmla="*/ 19295 h 603307"/>
                            <a:gd name="connsiteX26" fmla="*/ 451985 w 512414"/>
                            <a:gd name="connsiteY26" fmla="*/ 9780 h 603307"/>
                            <a:gd name="connsiteX27" fmla="*/ 451985 w 512414"/>
                            <a:gd name="connsiteY27" fmla="*/ 8590 h 603307"/>
                            <a:gd name="connsiteX28" fmla="*/ 447228 w 512414"/>
                            <a:gd name="connsiteY28" fmla="*/ 7401 h 603307"/>
                            <a:gd name="connsiteX29" fmla="*/ 446038 w 512414"/>
                            <a:gd name="connsiteY29" fmla="*/ 2643 h 603307"/>
                            <a:gd name="connsiteX30" fmla="*/ 438901 w 512414"/>
                            <a:gd name="connsiteY30" fmla="*/ 2643 h 603307"/>
                            <a:gd name="connsiteX31" fmla="*/ 432954 w 512414"/>
                            <a:gd name="connsiteY31" fmla="*/ 1454 h 603307"/>
                            <a:gd name="connsiteX32" fmla="*/ 432954 w 512414"/>
                            <a:gd name="connsiteY32" fmla="*/ 8590 h 603307"/>
                            <a:gd name="connsiteX33" fmla="*/ 423439 w 512414"/>
                            <a:gd name="connsiteY33" fmla="*/ 7401 h 603307"/>
                            <a:gd name="connsiteX34" fmla="*/ 422249 w 512414"/>
                            <a:gd name="connsiteY34" fmla="*/ 8590 h 603307"/>
                            <a:gd name="connsiteX35" fmla="*/ 422249 w 512414"/>
                            <a:gd name="connsiteY35" fmla="*/ 9780 h 603307"/>
                            <a:gd name="connsiteX36" fmla="*/ 424628 w 512414"/>
                            <a:gd name="connsiteY36" fmla="*/ 14538 h 603307"/>
                            <a:gd name="connsiteX37" fmla="*/ 428197 w 512414"/>
                            <a:gd name="connsiteY37" fmla="*/ 16916 h 603307"/>
                            <a:gd name="connsiteX38" fmla="*/ 423439 w 512414"/>
                            <a:gd name="connsiteY38" fmla="*/ 31190 h 603307"/>
                            <a:gd name="connsiteX39" fmla="*/ 416302 w 512414"/>
                            <a:gd name="connsiteY39" fmla="*/ 37137 h 603307"/>
                            <a:gd name="connsiteX40" fmla="*/ 412734 w 512414"/>
                            <a:gd name="connsiteY40" fmla="*/ 43084 h 603307"/>
                            <a:gd name="connsiteX41" fmla="*/ 415113 w 512414"/>
                            <a:gd name="connsiteY41" fmla="*/ 31190 h 603307"/>
                            <a:gd name="connsiteX42" fmla="*/ 413923 w 512414"/>
                            <a:gd name="connsiteY42" fmla="*/ 26432 h 603307"/>
                            <a:gd name="connsiteX43" fmla="*/ 417492 w 512414"/>
                            <a:gd name="connsiteY43" fmla="*/ 21674 h 603307"/>
                            <a:gd name="connsiteX44" fmla="*/ 416302 w 512414"/>
                            <a:gd name="connsiteY44" fmla="*/ 13348 h 603307"/>
                            <a:gd name="connsiteX45" fmla="*/ 410355 w 512414"/>
                            <a:gd name="connsiteY45" fmla="*/ 15727 h 603307"/>
                            <a:gd name="connsiteX46" fmla="*/ 403218 w 512414"/>
                            <a:gd name="connsiteY46" fmla="*/ 31190 h 603307"/>
                            <a:gd name="connsiteX47" fmla="*/ 399650 w 512414"/>
                            <a:gd name="connsiteY47" fmla="*/ 38326 h 603307"/>
                            <a:gd name="connsiteX48" fmla="*/ 398461 w 512414"/>
                            <a:gd name="connsiteY48" fmla="*/ 46652 h 603307"/>
                            <a:gd name="connsiteX49" fmla="*/ 393703 w 512414"/>
                            <a:gd name="connsiteY49" fmla="*/ 53789 h 603307"/>
                            <a:gd name="connsiteX50" fmla="*/ 387756 w 512414"/>
                            <a:gd name="connsiteY50" fmla="*/ 60925 h 603307"/>
                            <a:gd name="connsiteX51" fmla="*/ 388945 w 512414"/>
                            <a:gd name="connsiteY51" fmla="*/ 49031 h 603307"/>
                            <a:gd name="connsiteX52" fmla="*/ 390135 w 512414"/>
                            <a:gd name="connsiteY52" fmla="*/ 38326 h 603307"/>
                            <a:gd name="connsiteX53" fmla="*/ 393703 w 512414"/>
                            <a:gd name="connsiteY53" fmla="*/ 30000 h 603307"/>
                            <a:gd name="connsiteX54" fmla="*/ 397271 w 512414"/>
                            <a:gd name="connsiteY54" fmla="*/ 20485 h 603307"/>
                            <a:gd name="connsiteX55" fmla="*/ 398461 w 512414"/>
                            <a:gd name="connsiteY55" fmla="*/ 20485 h 603307"/>
                            <a:gd name="connsiteX56" fmla="*/ 398461 w 512414"/>
                            <a:gd name="connsiteY56" fmla="*/ 19295 h 603307"/>
                            <a:gd name="connsiteX57" fmla="*/ 388945 w 512414"/>
                            <a:gd name="connsiteY57" fmla="*/ 15727 h 603307"/>
                            <a:gd name="connsiteX58" fmla="*/ 387756 w 512414"/>
                            <a:gd name="connsiteY58" fmla="*/ 20485 h 603307"/>
                            <a:gd name="connsiteX59" fmla="*/ 379430 w 512414"/>
                            <a:gd name="connsiteY59" fmla="*/ 13348 h 603307"/>
                            <a:gd name="connsiteX60" fmla="*/ 374672 w 512414"/>
                            <a:gd name="connsiteY60" fmla="*/ 21674 h 603307"/>
                            <a:gd name="connsiteX61" fmla="*/ 368725 w 512414"/>
                            <a:gd name="connsiteY61" fmla="*/ 19295 h 603307"/>
                            <a:gd name="connsiteX62" fmla="*/ 372293 w 512414"/>
                            <a:gd name="connsiteY62" fmla="*/ 30000 h 603307"/>
                            <a:gd name="connsiteX63" fmla="*/ 368725 w 512414"/>
                            <a:gd name="connsiteY63" fmla="*/ 33569 h 603307"/>
                            <a:gd name="connsiteX64" fmla="*/ 368725 w 512414"/>
                            <a:gd name="connsiteY64" fmla="*/ 39516 h 603307"/>
                            <a:gd name="connsiteX65" fmla="*/ 361588 w 512414"/>
                            <a:gd name="connsiteY65" fmla="*/ 38326 h 603307"/>
                            <a:gd name="connsiteX66" fmla="*/ 356831 w 512414"/>
                            <a:gd name="connsiteY66" fmla="*/ 44273 h 603307"/>
                            <a:gd name="connsiteX67" fmla="*/ 356831 w 512414"/>
                            <a:gd name="connsiteY67" fmla="*/ 49031 h 603307"/>
                            <a:gd name="connsiteX68" fmla="*/ 354452 w 512414"/>
                            <a:gd name="connsiteY68" fmla="*/ 51410 h 603307"/>
                            <a:gd name="connsiteX69" fmla="*/ 356831 w 512414"/>
                            <a:gd name="connsiteY69" fmla="*/ 57357 h 603307"/>
                            <a:gd name="connsiteX70" fmla="*/ 356831 w 512414"/>
                            <a:gd name="connsiteY70" fmla="*/ 64494 h 603307"/>
                            <a:gd name="connsiteX71" fmla="*/ 358020 w 512414"/>
                            <a:gd name="connsiteY71" fmla="*/ 65683 h 603307"/>
                            <a:gd name="connsiteX72" fmla="*/ 349694 w 512414"/>
                            <a:gd name="connsiteY72" fmla="*/ 66873 h 603307"/>
                            <a:gd name="connsiteX73" fmla="*/ 344936 w 512414"/>
                            <a:gd name="connsiteY73" fmla="*/ 57357 h 603307"/>
                            <a:gd name="connsiteX74" fmla="*/ 333042 w 512414"/>
                            <a:gd name="connsiteY74" fmla="*/ 54978 h 603307"/>
                            <a:gd name="connsiteX75" fmla="*/ 323526 w 512414"/>
                            <a:gd name="connsiteY75" fmla="*/ 51410 h 603307"/>
                            <a:gd name="connsiteX76" fmla="*/ 314011 w 512414"/>
                            <a:gd name="connsiteY76" fmla="*/ 54978 h 603307"/>
                            <a:gd name="connsiteX77" fmla="*/ 309253 w 512414"/>
                            <a:gd name="connsiteY77" fmla="*/ 54978 h 603307"/>
                            <a:gd name="connsiteX78" fmla="*/ 319958 w 512414"/>
                            <a:gd name="connsiteY78" fmla="*/ 63304 h 603307"/>
                            <a:gd name="connsiteX79" fmla="*/ 324716 w 512414"/>
                            <a:gd name="connsiteY79" fmla="*/ 75199 h 603307"/>
                            <a:gd name="connsiteX80" fmla="*/ 327095 w 512414"/>
                            <a:gd name="connsiteY80" fmla="*/ 82335 h 603307"/>
                            <a:gd name="connsiteX81" fmla="*/ 321147 w 512414"/>
                            <a:gd name="connsiteY81" fmla="*/ 79956 h 603307"/>
                            <a:gd name="connsiteX82" fmla="*/ 317579 w 512414"/>
                            <a:gd name="connsiteY82" fmla="*/ 75199 h 603307"/>
                            <a:gd name="connsiteX83" fmla="*/ 311632 w 512414"/>
                            <a:gd name="connsiteY83" fmla="*/ 77578 h 603307"/>
                            <a:gd name="connsiteX84" fmla="*/ 308064 w 512414"/>
                            <a:gd name="connsiteY84" fmla="*/ 77578 h 603307"/>
                            <a:gd name="connsiteX85" fmla="*/ 302116 w 512414"/>
                            <a:gd name="connsiteY85" fmla="*/ 81146 h 603307"/>
                            <a:gd name="connsiteX86" fmla="*/ 299737 w 512414"/>
                            <a:gd name="connsiteY86" fmla="*/ 85904 h 603307"/>
                            <a:gd name="connsiteX87" fmla="*/ 303306 w 512414"/>
                            <a:gd name="connsiteY87" fmla="*/ 89472 h 603307"/>
                            <a:gd name="connsiteX88" fmla="*/ 302116 w 512414"/>
                            <a:gd name="connsiteY88" fmla="*/ 93040 h 603307"/>
                            <a:gd name="connsiteX89" fmla="*/ 298548 w 512414"/>
                            <a:gd name="connsiteY89" fmla="*/ 93040 h 603307"/>
                            <a:gd name="connsiteX90" fmla="*/ 298548 w 512414"/>
                            <a:gd name="connsiteY90" fmla="*/ 95419 h 603307"/>
                            <a:gd name="connsiteX91" fmla="*/ 290222 w 512414"/>
                            <a:gd name="connsiteY91" fmla="*/ 102556 h 603307"/>
                            <a:gd name="connsiteX92" fmla="*/ 293790 w 512414"/>
                            <a:gd name="connsiteY92" fmla="*/ 96608 h 603307"/>
                            <a:gd name="connsiteX93" fmla="*/ 294980 w 512414"/>
                            <a:gd name="connsiteY93" fmla="*/ 88282 h 603307"/>
                            <a:gd name="connsiteX94" fmla="*/ 291412 w 512414"/>
                            <a:gd name="connsiteY94" fmla="*/ 74009 h 603307"/>
                            <a:gd name="connsiteX95" fmla="*/ 284275 w 512414"/>
                            <a:gd name="connsiteY95" fmla="*/ 84714 h 603307"/>
                            <a:gd name="connsiteX96" fmla="*/ 283085 w 512414"/>
                            <a:gd name="connsiteY96" fmla="*/ 97798 h 603307"/>
                            <a:gd name="connsiteX97" fmla="*/ 281896 w 512414"/>
                            <a:gd name="connsiteY97" fmla="*/ 90661 h 603307"/>
                            <a:gd name="connsiteX98" fmla="*/ 281896 w 512414"/>
                            <a:gd name="connsiteY98" fmla="*/ 81146 h 603307"/>
                            <a:gd name="connsiteX99" fmla="*/ 273570 w 512414"/>
                            <a:gd name="connsiteY99" fmla="*/ 85904 h 603307"/>
                            <a:gd name="connsiteX100" fmla="*/ 272381 w 512414"/>
                            <a:gd name="connsiteY100" fmla="*/ 94230 h 603307"/>
                            <a:gd name="connsiteX101" fmla="*/ 277138 w 512414"/>
                            <a:gd name="connsiteY101" fmla="*/ 103745 h 603307"/>
                            <a:gd name="connsiteX102" fmla="*/ 280707 w 512414"/>
                            <a:gd name="connsiteY102" fmla="*/ 112071 h 603307"/>
                            <a:gd name="connsiteX103" fmla="*/ 271191 w 512414"/>
                            <a:gd name="connsiteY103" fmla="*/ 102556 h 603307"/>
                            <a:gd name="connsiteX104" fmla="*/ 266433 w 512414"/>
                            <a:gd name="connsiteY104" fmla="*/ 95419 h 603307"/>
                            <a:gd name="connsiteX105" fmla="*/ 261676 w 512414"/>
                            <a:gd name="connsiteY105" fmla="*/ 101366 h 603307"/>
                            <a:gd name="connsiteX106" fmla="*/ 268812 w 512414"/>
                            <a:gd name="connsiteY106" fmla="*/ 107314 h 603307"/>
                            <a:gd name="connsiteX107" fmla="*/ 265244 w 512414"/>
                            <a:gd name="connsiteY107" fmla="*/ 109692 h 603307"/>
                            <a:gd name="connsiteX108" fmla="*/ 261676 w 512414"/>
                            <a:gd name="connsiteY108" fmla="*/ 112071 h 603307"/>
                            <a:gd name="connsiteX109" fmla="*/ 255729 w 512414"/>
                            <a:gd name="connsiteY109" fmla="*/ 101366 h 603307"/>
                            <a:gd name="connsiteX110" fmla="*/ 254539 w 512414"/>
                            <a:gd name="connsiteY110" fmla="*/ 112071 h 603307"/>
                            <a:gd name="connsiteX111" fmla="*/ 249781 w 512414"/>
                            <a:gd name="connsiteY111" fmla="*/ 115640 h 603307"/>
                            <a:gd name="connsiteX112" fmla="*/ 245024 w 512414"/>
                            <a:gd name="connsiteY112" fmla="*/ 122776 h 603307"/>
                            <a:gd name="connsiteX113" fmla="*/ 248592 w 512414"/>
                            <a:gd name="connsiteY113" fmla="*/ 126344 h 603307"/>
                            <a:gd name="connsiteX114" fmla="*/ 245024 w 512414"/>
                            <a:gd name="connsiteY114" fmla="*/ 128723 h 603307"/>
                            <a:gd name="connsiteX115" fmla="*/ 242645 w 512414"/>
                            <a:gd name="connsiteY115" fmla="*/ 133481 h 603307"/>
                            <a:gd name="connsiteX116" fmla="*/ 239077 w 512414"/>
                            <a:gd name="connsiteY116" fmla="*/ 138239 h 603307"/>
                            <a:gd name="connsiteX117" fmla="*/ 237887 w 512414"/>
                            <a:gd name="connsiteY117" fmla="*/ 135860 h 603307"/>
                            <a:gd name="connsiteX118" fmla="*/ 231940 w 512414"/>
                            <a:gd name="connsiteY118" fmla="*/ 135860 h 603307"/>
                            <a:gd name="connsiteX119" fmla="*/ 228371 w 512414"/>
                            <a:gd name="connsiteY119" fmla="*/ 144186 h 603307"/>
                            <a:gd name="connsiteX120" fmla="*/ 224803 w 512414"/>
                            <a:gd name="connsiteY120" fmla="*/ 147754 h 603307"/>
                            <a:gd name="connsiteX121" fmla="*/ 246213 w 512414"/>
                            <a:gd name="connsiteY121" fmla="*/ 146565 h 603307"/>
                            <a:gd name="connsiteX122" fmla="*/ 243834 w 512414"/>
                            <a:gd name="connsiteY122" fmla="*/ 152512 h 603307"/>
                            <a:gd name="connsiteX123" fmla="*/ 242645 w 512414"/>
                            <a:gd name="connsiteY123" fmla="*/ 158459 h 603307"/>
                            <a:gd name="connsiteX124" fmla="*/ 241455 w 512414"/>
                            <a:gd name="connsiteY124" fmla="*/ 154891 h 603307"/>
                            <a:gd name="connsiteX125" fmla="*/ 229561 w 512414"/>
                            <a:gd name="connsiteY125" fmla="*/ 156080 h 603307"/>
                            <a:gd name="connsiteX126" fmla="*/ 227182 w 512414"/>
                            <a:gd name="connsiteY126" fmla="*/ 160838 h 603307"/>
                            <a:gd name="connsiteX127" fmla="*/ 224803 w 512414"/>
                            <a:gd name="connsiteY127" fmla="*/ 164406 h 603307"/>
                            <a:gd name="connsiteX128" fmla="*/ 223614 w 512414"/>
                            <a:gd name="connsiteY128" fmla="*/ 170354 h 603307"/>
                            <a:gd name="connsiteX129" fmla="*/ 215288 w 512414"/>
                            <a:gd name="connsiteY129" fmla="*/ 159649 h 603307"/>
                            <a:gd name="connsiteX130" fmla="*/ 205772 w 512414"/>
                            <a:gd name="connsiteY130" fmla="*/ 159649 h 603307"/>
                            <a:gd name="connsiteX131" fmla="*/ 209341 w 512414"/>
                            <a:gd name="connsiteY131" fmla="*/ 167975 h 603307"/>
                            <a:gd name="connsiteX132" fmla="*/ 214098 w 512414"/>
                            <a:gd name="connsiteY132" fmla="*/ 171543 h 603307"/>
                            <a:gd name="connsiteX133" fmla="*/ 209341 w 512414"/>
                            <a:gd name="connsiteY133" fmla="*/ 175111 h 603307"/>
                            <a:gd name="connsiteX134" fmla="*/ 196257 w 512414"/>
                            <a:gd name="connsiteY134" fmla="*/ 173922 h 603307"/>
                            <a:gd name="connsiteX135" fmla="*/ 197446 w 512414"/>
                            <a:gd name="connsiteY135" fmla="*/ 178680 h 603307"/>
                            <a:gd name="connsiteX136" fmla="*/ 197446 w 512414"/>
                            <a:gd name="connsiteY136" fmla="*/ 183437 h 603307"/>
                            <a:gd name="connsiteX137" fmla="*/ 202204 w 512414"/>
                            <a:gd name="connsiteY137" fmla="*/ 182248 h 603307"/>
                            <a:gd name="connsiteX138" fmla="*/ 208151 w 512414"/>
                            <a:gd name="connsiteY138" fmla="*/ 182248 h 603307"/>
                            <a:gd name="connsiteX139" fmla="*/ 202204 w 512414"/>
                            <a:gd name="connsiteY139" fmla="*/ 189384 h 603307"/>
                            <a:gd name="connsiteX140" fmla="*/ 206962 w 512414"/>
                            <a:gd name="connsiteY140" fmla="*/ 192953 h 603307"/>
                            <a:gd name="connsiteX141" fmla="*/ 210530 w 512414"/>
                            <a:gd name="connsiteY141" fmla="*/ 198900 h 603307"/>
                            <a:gd name="connsiteX142" fmla="*/ 203393 w 512414"/>
                            <a:gd name="connsiteY142" fmla="*/ 195332 h 603307"/>
                            <a:gd name="connsiteX143" fmla="*/ 195067 w 512414"/>
                            <a:gd name="connsiteY143" fmla="*/ 194142 h 603307"/>
                            <a:gd name="connsiteX144" fmla="*/ 192688 w 512414"/>
                            <a:gd name="connsiteY144" fmla="*/ 200089 h 603307"/>
                            <a:gd name="connsiteX145" fmla="*/ 186741 w 512414"/>
                            <a:gd name="connsiteY145" fmla="*/ 202468 h 603307"/>
                            <a:gd name="connsiteX146" fmla="*/ 195067 w 512414"/>
                            <a:gd name="connsiteY146" fmla="*/ 204847 h 603307"/>
                            <a:gd name="connsiteX147" fmla="*/ 204583 w 512414"/>
                            <a:gd name="connsiteY147" fmla="*/ 207226 h 603307"/>
                            <a:gd name="connsiteX148" fmla="*/ 208151 w 512414"/>
                            <a:gd name="connsiteY148" fmla="*/ 213173 h 603307"/>
                            <a:gd name="connsiteX149" fmla="*/ 198635 w 512414"/>
                            <a:gd name="connsiteY149" fmla="*/ 209605 h 603307"/>
                            <a:gd name="connsiteX150" fmla="*/ 187931 w 512414"/>
                            <a:gd name="connsiteY150" fmla="*/ 213173 h 603307"/>
                            <a:gd name="connsiteX151" fmla="*/ 185552 w 512414"/>
                            <a:gd name="connsiteY151" fmla="*/ 216741 h 603307"/>
                            <a:gd name="connsiteX152" fmla="*/ 179605 w 512414"/>
                            <a:gd name="connsiteY152" fmla="*/ 216741 h 603307"/>
                            <a:gd name="connsiteX153" fmla="*/ 174847 w 512414"/>
                            <a:gd name="connsiteY153" fmla="*/ 219120 h 603307"/>
                            <a:gd name="connsiteX154" fmla="*/ 170089 w 512414"/>
                            <a:gd name="connsiteY154" fmla="*/ 220310 h 603307"/>
                            <a:gd name="connsiteX155" fmla="*/ 171279 w 512414"/>
                            <a:gd name="connsiteY155" fmla="*/ 228636 h 603307"/>
                            <a:gd name="connsiteX156" fmla="*/ 171279 w 512414"/>
                            <a:gd name="connsiteY156" fmla="*/ 231015 h 603307"/>
                            <a:gd name="connsiteX157" fmla="*/ 166521 w 512414"/>
                            <a:gd name="connsiteY157" fmla="*/ 232204 h 603307"/>
                            <a:gd name="connsiteX158" fmla="*/ 167710 w 512414"/>
                            <a:gd name="connsiteY158" fmla="*/ 242909 h 603307"/>
                            <a:gd name="connsiteX159" fmla="*/ 162952 w 512414"/>
                            <a:gd name="connsiteY159" fmla="*/ 245288 h 603307"/>
                            <a:gd name="connsiteX160" fmla="*/ 172468 w 512414"/>
                            <a:gd name="connsiteY160" fmla="*/ 253614 h 603307"/>
                            <a:gd name="connsiteX161" fmla="*/ 173658 w 512414"/>
                            <a:gd name="connsiteY161" fmla="*/ 258372 h 603307"/>
                            <a:gd name="connsiteX162" fmla="*/ 166521 w 512414"/>
                            <a:gd name="connsiteY162" fmla="*/ 254803 h 603307"/>
                            <a:gd name="connsiteX163" fmla="*/ 164142 w 512414"/>
                            <a:gd name="connsiteY163" fmla="*/ 263129 h 603307"/>
                            <a:gd name="connsiteX164" fmla="*/ 167710 w 512414"/>
                            <a:gd name="connsiteY164" fmla="*/ 272645 h 603307"/>
                            <a:gd name="connsiteX165" fmla="*/ 161763 w 512414"/>
                            <a:gd name="connsiteY165" fmla="*/ 271456 h 603307"/>
                            <a:gd name="connsiteX166" fmla="*/ 161763 w 512414"/>
                            <a:gd name="connsiteY166" fmla="*/ 278592 h 603307"/>
                            <a:gd name="connsiteX167" fmla="*/ 161763 w 512414"/>
                            <a:gd name="connsiteY167" fmla="*/ 280971 h 603307"/>
                            <a:gd name="connsiteX168" fmla="*/ 157005 w 512414"/>
                            <a:gd name="connsiteY168" fmla="*/ 284539 h 603307"/>
                            <a:gd name="connsiteX169" fmla="*/ 161763 w 512414"/>
                            <a:gd name="connsiteY169" fmla="*/ 289297 h 603307"/>
                            <a:gd name="connsiteX170" fmla="*/ 152248 w 512414"/>
                            <a:gd name="connsiteY170" fmla="*/ 288108 h 603307"/>
                            <a:gd name="connsiteX171" fmla="*/ 155816 w 512414"/>
                            <a:gd name="connsiteY171" fmla="*/ 291676 h 603307"/>
                            <a:gd name="connsiteX172" fmla="*/ 158195 w 512414"/>
                            <a:gd name="connsiteY172" fmla="*/ 300002 h 603307"/>
                            <a:gd name="connsiteX173" fmla="*/ 165331 w 512414"/>
                            <a:gd name="connsiteY173" fmla="*/ 303570 h 603307"/>
                            <a:gd name="connsiteX174" fmla="*/ 158195 w 512414"/>
                            <a:gd name="connsiteY174" fmla="*/ 307139 h 603307"/>
                            <a:gd name="connsiteX175" fmla="*/ 151058 w 512414"/>
                            <a:gd name="connsiteY175" fmla="*/ 309517 h 603307"/>
                            <a:gd name="connsiteX176" fmla="*/ 143922 w 512414"/>
                            <a:gd name="connsiteY176" fmla="*/ 320222 h 603307"/>
                            <a:gd name="connsiteX177" fmla="*/ 142732 w 512414"/>
                            <a:gd name="connsiteY177" fmla="*/ 320222 h 603307"/>
                            <a:gd name="connsiteX178" fmla="*/ 139164 w 512414"/>
                            <a:gd name="connsiteY178" fmla="*/ 322601 h 603307"/>
                            <a:gd name="connsiteX179" fmla="*/ 135596 w 512414"/>
                            <a:gd name="connsiteY179" fmla="*/ 324980 h 603307"/>
                            <a:gd name="connsiteX180" fmla="*/ 136785 w 512414"/>
                            <a:gd name="connsiteY180" fmla="*/ 329738 h 603307"/>
                            <a:gd name="connsiteX181" fmla="*/ 137975 w 512414"/>
                            <a:gd name="connsiteY181" fmla="*/ 329738 h 603307"/>
                            <a:gd name="connsiteX182" fmla="*/ 133217 w 512414"/>
                            <a:gd name="connsiteY182" fmla="*/ 335685 h 603307"/>
                            <a:gd name="connsiteX183" fmla="*/ 128459 w 512414"/>
                            <a:gd name="connsiteY183" fmla="*/ 334495 h 603307"/>
                            <a:gd name="connsiteX184" fmla="*/ 126080 w 512414"/>
                            <a:gd name="connsiteY184" fmla="*/ 332117 h 603307"/>
                            <a:gd name="connsiteX185" fmla="*/ 122512 w 512414"/>
                            <a:gd name="connsiteY185" fmla="*/ 334495 h 603307"/>
                            <a:gd name="connsiteX186" fmla="*/ 117754 w 512414"/>
                            <a:gd name="connsiteY186" fmla="*/ 342822 h 603307"/>
                            <a:gd name="connsiteX187" fmla="*/ 114186 w 512414"/>
                            <a:gd name="connsiteY187" fmla="*/ 346390 h 603307"/>
                            <a:gd name="connsiteX188" fmla="*/ 112996 w 512414"/>
                            <a:gd name="connsiteY188" fmla="*/ 351148 h 603307"/>
                            <a:gd name="connsiteX189" fmla="*/ 107049 w 512414"/>
                            <a:gd name="connsiteY189" fmla="*/ 357095 h 603307"/>
                            <a:gd name="connsiteX190" fmla="*/ 105860 w 512414"/>
                            <a:gd name="connsiteY190" fmla="*/ 361853 h 603307"/>
                            <a:gd name="connsiteX191" fmla="*/ 102291 w 512414"/>
                            <a:gd name="connsiteY191" fmla="*/ 364231 h 603307"/>
                            <a:gd name="connsiteX192" fmla="*/ 101102 w 512414"/>
                            <a:gd name="connsiteY192" fmla="*/ 368989 h 603307"/>
                            <a:gd name="connsiteX193" fmla="*/ 105860 w 512414"/>
                            <a:gd name="connsiteY193" fmla="*/ 367800 h 603307"/>
                            <a:gd name="connsiteX194" fmla="*/ 108239 w 512414"/>
                            <a:gd name="connsiteY194" fmla="*/ 371368 h 603307"/>
                            <a:gd name="connsiteX195" fmla="*/ 105860 w 512414"/>
                            <a:gd name="connsiteY195" fmla="*/ 374936 h 603307"/>
                            <a:gd name="connsiteX196" fmla="*/ 107049 w 512414"/>
                            <a:gd name="connsiteY196" fmla="*/ 379694 h 603307"/>
                            <a:gd name="connsiteX197" fmla="*/ 124891 w 512414"/>
                            <a:gd name="connsiteY197" fmla="*/ 368989 h 603307"/>
                            <a:gd name="connsiteX198" fmla="*/ 123701 w 512414"/>
                            <a:gd name="connsiteY198" fmla="*/ 367800 h 603307"/>
                            <a:gd name="connsiteX199" fmla="*/ 128459 w 512414"/>
                            <a:gd name="connsiteY199" fmla="*/ 358284 h 603307"/>
                            <a:gd name="connsiteX200" fmla="*/ 136785 w 512414"/>
                            <a:gd name="connsiteY200" fmla="*/ 354716 h 603307"/>
                            <a:gd name="connsiteX201" fmla="*/ 130838 w 512414"/>
                            <a:gd name="connsiteY201" fmla="*/ 359474 h 603307"/>
                            <a:gd name="connsiteX202" fmla="*/ 132027 w 512414"/>
                            <a:gd name="connsiteY202" fmla="*/ 359474 h 603307"/>
                            <a:gd name="connsiteX203" fmla="*/ 137975 w 512414"/>
                            <a:gd name="connsiteY203" fmla="*/ 366610 h 603307"/>
                            <a:gd name="connsiteX204" fmla="*/ 132027 w 512414"/>
                            <a:gd name="connsiteY204" fmla="*/ 368989 h 603307"/>
                            <a:gd name="connsiteX205" fmla="*/ 128459 w 512414"/>
                            <a:gd name="connsiteY205" fmla="*/ 372558 h 603307"/>
                            <a:gd name="connsiteX206" fmla="*/ 127269 w 512414"/>
                            <a:gd name="connsiteY206" fmla="*/ 380884 h 603307"/>
                            <a:gd name="connsiteX207" fmla="*/ 120133 w 512414"/>
                            <a:gd name="connsiteY207" fmla="*/ 383262 h 603307"/>
                            <a:gd name="connsiteX208" fmla="*/ 104670 w 512414"/>
                            <a:gd name="connsiteY208" fmla="*/ 392778 h 603307"/>
                            <a:gd name="connsiteX209" fmla="*/ 103481 w 512414"/>
                            <a:gd name="connsiteY209" fmla="*/ 383262 h 603307"/>
                            <a:gd name="connsiteX210" fmla="*/ 99912 w 512414"/>
                            <a:gd name="connsiteY210" fmla="*/ 374936 h 603307"/>
                            <a:gd name="connsiteX211" fmla="*/ 98723 w 512414"/>
                            <a:gd name="connsiteY211" fmla="*/ 373747 h 603307"/>
                            <a:gd name="connsiteX212" fmla="*/ 93965 w 512414"/>
                            <a:gd name="connsiteY212" fmla="*/ 376126 h 603307"/>
                            <a:gd name="connsiteX213" fmla="*/ 89208 w 512414"/>
                            <a:gd name="connsiteY213" fmla="*/ 377315 h 603307"/>
                            <a:gd name="connsiteX214" fmla="*/ 92776 w 512414"/>
                            <a:gd name="connsiteY214" fmla="*/ 382073 h 603307"/>
                            <a:gd name="connsiteX215" fmla="*/ 85639 w 512414"/>
                            <a:gd name="connsiteY215" fmla="*/ 385641 h 603307"/>
                            <a:gd name="connsiteX216" fmla="*/ 77313 w 512414"/>
                            <a:gd name="connsiteY216" fmla="*/ 390399 h 603307"/>
                            <a:gd name="connsiteX217" fmla="*/ 79692 w 512414"/>
                            <a:gd name="connsiteY217" fmla="*/ 391588 h 603307"/>
                            <a:gd name="connsiteX218" fmla="*/ 79692 w 512414"/>
                            <a:gd name="connsiteY218" fmla="*/ 393967 h 603307"/>
                            <a:gd name="connsiteX219" fmla="*/ 67798 w 512414"/>
                            <a:gd name="connsiteY219" fmla="*/ 397536 h 603307"/>
                            <a:gd name="connsiteX220" fmla="*/ 80881 w 512414"/>
                            <a:gd name="connsiteY220" fmla="*/ 409430 h 603307"/>
                            <a:gd name="connsiteX221" fmla="*/ 63040 w 512414"/>
                            <a:gd name="connsiteY221" fmla="*/ 399914 h 603307"/>
                            <a:gd name="connsiteX222" fmla="*/ 77313 w 512414"/>
                            <a:gd name="connsiteY222" fmla="*/ 414188 h 603307"/>
                            <a:gd name="connsiteX223" fmla="*/ 61850 w 512414"/>
                            <a:gd name="connsiteY223" fmla="*/ 405862 h 603307"/>
                            <a:gd name="connsiteX224" fmla="*/ 52335 w 512414"/>
                            <a:gd name="connsiteY224" fmla="*/ 403483 h 603307"/>
                            <a:gd name="connsiteX225" fmla="*/ 44009 w 512414"/>
                            <a:gd name="connsiteY225" fmla="*/ 401104 h 603307"/>
                            <a:gd name="connsiteX226" fmla="*/ 42820 w 512414"/>
                            <a:gd name="connsiteY226" fmla="*/ 410619 h 603307"/>
                            <a:gd name="connsiteX227" fmla="*/ 53525 w 512414"/>
                            <a:gd name="connsiteY227" fmla="*/ 410619 h 603307"/>
                            <a:gd name="connsiteX228" fmla="*/ 52335 w 512414"/>
                            <a:gd name="connsiteY228" fmla="*/ 415377 h 603307"/>
                            <a:gd name="connsiteX229" fmla="*/ 63040 w 512414"/>
                            <a:gd name="connsiteY229" fmla="*/ 414188 h 603307"/>
                            <a:gd name="connsiteX230" fmla="*/ 52335 w 512414"/>
                            <a:gd name="connsiteY230" fmla="*/ 421324 h 603307"/>
                            <a:gd name="connsiteX231" fmla="*/ 42820 w 512414"/>
                            <a:gd name="connsiteY231" fmla="*/ 418945 h 603307"/>
                            <a:gd name="connsiteX232" fmla="*/ 35683 w 512414"/>
                            <a:gd name="connsiteY232" fmla="*/ 416567 h 603307"/>
                            <a:gd name="connsiteX233" fmla="*/ 28546 w 512414"/>
                            <a:gd name="connsiteY233" fmla="*/ 414188 h 603307"/>
                            <a:gd name="connsiteX234" fmla="*/ 27357 w 512414"/>
                            <a:gd name="connsiteY234" fmla="*/ 418945 h 603307"/>
                            <a:gd name="connsiteX235" fmla="*/ 35683 w 512414"/>
                            <a:gd name="connsiteY235" fmla="*/ 421324 h 603307"/>
                            <a:gd name="connsiteX236" fmla="*/ 42820 w 512414"/>
                            <a:gd name="connsiteY236" fmla="*/ 426082 h 603307"/>
                            <a:gd name="connsiteX237" fmla="*/ 42820 w 512414"/>
                            <a:gd name="connsiteY237" fmla="*/ 434408 h 603307"/>
                            <a:gd name="connsiteX238" fmla="*/ 38062 w 512414"/>
                            <a:gd name="connsiteY238" fmla="*/ 428461 h 603307"/>
                            <a:gd name="connsiteX239" fmla="*/ 28546 w 512414"/>
                            <a:gd name="connsiteY239" fmla="*/ 430840 h 603307"/>
                            <a:gd name="connsiteX240" fmla="*/ 24978 w 512414"/>
                            <a:gd name="connsiteY240" fmla="*/ 436787 h 603307"/>
                            <a:gd name="connsiteX241" fmla="*/ 17842 w 512414"/>
                            <a:gd name="connsiteY241" fmla="*/ 434408 h 603307"/>
                            <a:gd name="connsiteX242" fmla="*/ 10705 w 512414"/>
                            <a:gd name="connsiteY242" fmla="*/ 437976 h 603307"/>
                            <a:gd name="connsiteX243" fmla="*/ 3568 w 512414"/>
                            <a:gd name="connsiteY243" fmla="*/ 432029 h 603307"/>
                            <a:gd name="connsiteX244" fmla="*/ 8326 w 512414"/>
                            <a:gd name="connsiteY244" fmla="*/ 442734 h 603307"/>
                            <a:gd name="connsiteX245" fmla="*/ 16652 w 512414"/>
                            <a:gd name="connsiteY245" fmla="*/ 441545 h 603307"/>
                            <a:gd name="connsiteX246" fmla="*/ 22599 w 512414"/>
                            <a:gd name="connsiteY246" fmla="*/ 443924 h 603307"/>
                            <a:gd name="connsiteX247" fmla="*/ 36873 w 512414"/>
                            <a:gd name="connsiteY247" fmla="*/ 446302 h 603307"/>
                            <a:gd name="connsiteX248" fmla="*/ 27357 w 512414"/>
                            <a:gd name="connsiteY248" fmla="*/ 451060 h 603307"/>
                            <a:gd name="connsiteX249" fmla="*/ 19031 w 512414"/>
                            <a:gd name="connsiteY249" fmla="*/ 447492 h 603307"/>
                            <a:gd name="connsiteX250" fmla="*/ 9515 w 512414"/>
                            <a:gd name="connsiteY250" fmla="*/ 449871 h 603307"/>
                            <a:gd name="connsiteX251" fmla="*/ 0 w 512414"/>
                            <a:gd name="connsiteY251" fmla="*/ 452250 h 603307"/>
                            <a:gd name="connsiteX252" fmla="*/ 7137 w 512414"/>
                            <a:gd name="connsiteY252" fmla="*/ 457007 h 603307"/>
                            <a:gd name="connsiteX253" fmla="*/ 7137 w 512414"/>
                            <a:gd name="connsiteY253" fmla="*/ 460576 h 603307"/>
                            <a:gd name="connsiteX254" fmla="*/ 17842 w 512414"/>
                            <a:gd name="connsiteY254" fmla="*/ 460576 h 603307"/>
                            <a:gd name="connsiteX255" fmla="*/ 17842 w 512414"/>
                            <a:gd name="connsiteY255" fmla="*/ 461765 h 603307"/>
                            <a:gd name="connsiteX256" fmla="*/ 3568 w 512414"/>
                            <a:gd name="connsiteY256" fmla="*/ 464144 h 603307"/>
                            <a:gd name="connsiteX257" fmla="*/ 4758 w 512414"/>
                            <a:gd name="connsiteY257" fmla="*/ 471281 h 603307"/>
                            <a:gd name="connsiteX258" fmla="*/ 20220 w 512414"/>
                            <a:gd name="connsiteY258" fmla="*/ 473660 h 603307"/>
                            <a:gd name="connsiteX259" fmla="*/ 28546 w 512414"/>
                            <a:gd name="connsiteY259" fmla="*/ 471281 h 603307"/>
                            <a:gd name="connsiteX260" fmla="*/ 36873 w 512414"/>
                            <a:gd name="connsiteY260" fmla="*/ 471281 h 603307"/>
                            <a:gd name="connsiteX261" fmla="*/ 38062 w 512414"/>
                            <a:gd name="connsiteY261" fmla="*/ 472470 h 603307"/>
                            <a:gd name="connsiteX262" fmla="*/ 44009 w 512414"/>
                            <a:gd name="connsiteY262" fmla="*/ 471281 h 603307"/>
                            <a:gd name="connsiteX263" fmla="*/ 49956 w 512414"/>
                            <a:gd name="connsiteY263" fmla="*/ 468902 h 603307"/>
                            <a:gd name="connsiteX264" fmla="*/ 52335 w 512414"/>
                            <a:gd name="connsiteY264" fmla="*/ 471281 h 603307"/>
                            <a:gd name="connsiteX265" fmla="*/ 55903 w 512414"/>
                            <a:gd name="connsiteY265" fmla="*/ 471281 h 603307"/>
                            <a:gd name="connsiteX266" fmla="*/ 57093 w 512414"/>
                            <a:gd name="connsiteY266" fmla="*/ 476038 h 603307"/>
                            <a:gd name="connsiteX267" fmla="*/ 48767 w 512414"/>
                            <a:gd name="connsiteY267" fmla="*/ 478417 h 603307"/>
                            <a:gd name="connsiteX268" fmla="*/ 41630 w 512414"/>
                            <a:gd name="connsiteY268" fmla="*/ 485554 h 603307"/>
                            <a:gd name="connsiteX269" fmla="*/ 41630 w 512414"/>
                            <a:gd name="connsiteY269" fmla="*/ 476038 h 603307"/>
                            <a:gd name="connsiteX270" fmla="*/ 30925 w 512414"/>
                            <a:gd name="connsiteY270" fmla="*/ 479607 h 603307"/>
                            <a:gd name="connsiteX271" fmla="*/ 24978 w 512414"/>
                            <a:gd name="connsiteY271" fmla="*/ 478417 h 603307"/>
                            <a:gd name="connsiteX272" fmla="*/ 17842 w 512414"/>
                            <a:gd name="connsiteY272" fmla="*/ 478417 h 603307"/>
                            <a:gd name="connsiteX273" fmla="*/ 3568 w 512414"/>
                            <a:gd name="connsiteY273" fmla="*/ 478417 h 603307"/>
                            <a:gd name="connsiteX274" fmla="*/ 3568 w 512414"/>
                            <a:gd name="connsiteY274" fmla="*/ 487933 h 603307"/>
                            <a:gd name="connsiteX275" fmla="*/ 11894 w 512414"/>
                            <a:gd name="connsiteY275" fmla="*/ 485554 h 603307"/>
                            <a:gd name="connsiteX276" fmla="*/ 9515 w 512414"/>
                            <a:gd name="connsiteY276" fmla="*/ 492690 h 603307"/>
                            <a:gd name="connsiteX277" fmla="*/ 7137 w 512414"/>
                            <a:gd name="connsiteY277" fmla="*/ 498638 h 603307"/>
                            <a:gd name="connsiteX278" fmla="*/ 20220 w 512414"/>
                            <a:gd name="connsiteY278" fmla="*/ 495069 h 603307"/>
                            <a:gd name="connsiteX279" fmla="*/ 20220 w 512414"/>
                            <a:gd name="connsiteY279" fmla="*/ 499827 h 603307"/>
                            <a:gd name="connsiteX280" fmla="*/ 15463 w 512414"/>
                            <a:gd name="connsiteY280" fmla="*/ 503395 h 603307"/>
                            <a:gd name="connsiteX281" fmla="*/ 16652 w 512414"/>
                            <a:gd name="connsiteY281" fmla="*/ 508153 h 603307"/>
                            <a:gd name="connsiteX282" fmla="*/ 22599 w 512414"/>
                            <a:gd name="connsiteY282" fmla="*/ 515290 h 603307"/>
                            <a:gd name="connsiteX283" fmla="*/ 29736 w 512414"/>
                            <a:gd name="connsiteY283" fmla="*/ 504585 h 603307"/>
                            <a:gd name="connsiteX284" fmla="*/ 42820 w 512414"/>
                            <a:gd name="connsiteY284" fmla="*/ 503395 h 603307"/>
                            <a:gd name="connsiteX285" fmla="*/ 38062 w 512414"/>
                            <a:gd name="connsiteY285" fmla="*/ 505774 h 603307"/>
                            <a:gd name="connsiteX286" fmla="*/ 38062 w 512414"/>
                            <a:gd name="connsiteY286" fmla="*/ 510532 h 603307"/>
                            <a:gd name="connsiteX287" fmla="*/ 34494 w 512414"/>
                            <a:gd name="connsiteY287" fmla="*/ 514100 h 603307"/>
                            <a:gd name="connsiteX288" fmla="*/ 32115 w 512414"/>
                            <a:gd name="connsiteY288" fmla="*/ 510532 h 603307"/>
                            <a:gd name="connsiteX289" fmla="*/ 28546 w 512414"/>
                            <a:gd name="connsiteY289" fmla="*/ 517669 h 603307"/>
                            <a:gd name="connsiteX290" fmla="*/ 21410 w 512414"/>
                            <a:gd name="connsiteY290" fmla="*/ 523616 h 603307"/>
                            <a:gd name="connsiteX291" fmla="*/ 30925 w 512414"/>
                            <a:gd name="connsiteY291" fmla="*/ 529563 h 603307"/>
                            <a:gd name="connsiteX292" fmla="*/ 30925 w 512414"/>
                            <a:gd name="connsiteY292" fmla="*/ 531942 h 603307"/>
                            <a:gd name="connsiteX293" fmla="*/ 29736 w 512414"/>
                            <a:gd name="connsiteY293" fmla="*/ 533131 h 603307"/>
                            <a:gd name="connsiteX294" fmla="*/ 23789 w 512414"/>
                            <a:gd name="connsiteY294" fmla="*/ 537889 h 603307"/>
                            <a:gd name="connsiteX295" fmla="*/ 19031 w 512414"/>
                            <a:gd name="connsiteY295" fmla="*/ 535510 h 603307"/>
                            <a:gd name="connsiteX296" fmla="*/ 14273 w 512414"/>
                            <a:gd name="connsiteY296" fmla="*/ 537889 h 603307"/>
                            <a:gd name="connsiteX297" fmla="*/ 13084 w 512414"/>
                            <a:gd name="connsiteY297" fmla="*/ 540268 h 603307"/>
                            <a:gd name="connsiteX298" fmla="*/ 9515 w 512414"/>
                            <a:gd name="connsiteY298" fmla="*/ 540268 h 603307"/>
                            <a:gd name="connsiteX299" fmla="*/ 8326 w 512414"/>
                            <a:gd name="connsiteY299" fmla="*/ 545026 h 603307"/>
                            <a:gd name="connsiteX300" fmla="*/ 22599 w 512414"/>
                            <a:gd name="connsiteY300" fmla="*/ 543836 h 603307"/>
                            <a:gd name="connsiteX301" fmla="*/ 27357 w 512414"/>
                            <a:gd name="connsiteY301" fmla="*/ 545026 h 603307"/>
                            <a:gd name="connsiteX302" fmla="*/ 27357 w 512414"/>
                            <a:gd name="connsiteY302" fmla="*/ 548594 h 603307"/>
                            <a:gd name="connsiteX303" fmla="*/ 27357 w 512414"/>
                            <a:gd name="connsiteY303" fmla="*/ 555730 h 603307"/>
                            <a:gd name="connsiteX304" fmla="*/ 35683 w 512414"/>
                            <a:gd name="connsiteY304" fmla="*/ 561678 h 603307"/>
                            <a:gd name="connsiteX305" fmla="*/ 30925 w 512414"/>
                            <a:gd name="connsiteY305" fmla="*/ 570004 h 603307"/>
                            <a:gd name="connsiteX306" fmla="*/ 33304 w 512414"/>
                            <a:gd name="connsiteY306" fmla="*/ 574762 h 603307"/>
                            <a:gd name="connsiteX307" fmla="*/ 15463 w 512414"/>
                            <a:gd name="connsiteY307" fmla="*/ 570004 h 603307"/>
                            <a:gd name="connsiteX308" fmla="*/ 19031 w 512414"/>
                            <a:gd name="connsiteY308" fmla="*/ 581898 h 603307"/>
                            <a:gd name="connsiteX309" fmla="*/ 29736 w 512414"/>
                            <a:gd name="connsiteY309" fmla="*/ 593792 h 603307"/>
                            <a:gd name="connsiteX310" fmla="*/ 42820 w 512414"/>
                            <a:gd name="connsiteY310" fmla="*/ 602118 h 603307"/>
                            <a:gd name="connsiteX311" fmla="*/ 45198 w 512414"/>
                            <a:gd name="connsiteY311" fmla="*/ 598550 h 603307"/>
                            <a:gd name="connsiteX312" fmla="*/ 57093 w 512414"/>
                            <a:gd name="connsiteY312" fmla="*/ 603308 h 603307"/>
                            <a:gd name="connsiteX313" fmla="*/ 68987 w 512414"/>
                            <a:gd name="connsiteY313" fmla="*/ 594982 h 603307"/>
                            <a:gd name="connsiteX314" fmla="*/ 79692 w 512414"/>
                            <a:gd name="connsiteY314" fmla="*/ 596171 h 603307"/>
                            <a:gd name="connsiteX315" fmla="*/ 83260 w 512414"/>
                            <a:gd name="connsiteY315" fmla="*/ 584277 h 603307"/>
                            <a:gd name="connsiteX316" fmla="*/ 90397 w 512414"/>
                            <a:gd name="connsiteY316" fmla="*/ 585466 h 603307"/>
                            <a:gd name="connsiteX317" fmla="*/ 97533 w 512414"/>
                            <a:gd name="connsiteY317" fmla="*/ 571193 h 603307"/>
                            <a:gd name="connsiteX318" fmla="*/ 102291 w 512414"/>
                            <a:gd name="connsiteY318" fmla="*/ 571193 h 603307"/>
                            <a:gd name="connsiteX319" fmla="*/ 96344 w 512414"/>
                            <a:gd name="connsiteY319" fmla="*/ 556920 h 603307"/>
                            <a:gd name="connsiteX320" fmla="*/ 95155 w 512414"/>
                            <a:gd name="connsiteY320" fmla="*/ 548594 h 603307"/>
                            <a:gd name="connsiteX321" fmla="*/ 112996 w 512414"/>
                            <a:gd name="connsiteY321" fmla="*/ 567625 h 603307"/>
                            <a:gd name="connsiteX322" fmla="*/ 115375 w 512414"/>
                            <a:gd name="connsiteY322" fmla="*/ 560488 h 603307"/>
                            <a:gd name="connsiteX323" fmla="*/ 122512 w 512414"/>
                            <a:gd name="connsiteY323" fmla="*/ 547404 h 603307"/>
                            <a:gd name="connsiteX324" fmla="*/ 126080 w 512414"/>
                            <a:gd name="connsiteY324" fmla="*/ 528373 h 603307"/>
                            <a:gd name="connsiteX325" fmla="*/ 130838 w 512414"/>
                            <a:gd name="connsiteY325" fmla="*/ 528373 h 603307"/>
                            <a:gd name="connsiteX326" fmla="*/ 132027 w 512414"/>
                            <a:gd name="connsiteY326" fmla="*/ 548594 h 603307"/>
                            <a:gd name="connsiteX327" fmla="*/ 143922 w 512414"/>
                            <a:gd name="connsiteY327" fmla="*/ 560488 h 603307"/>
                            <a:gd name="connsiteX328" fmla="*/ 143922 w 512414"/>
                            <a:gd name="connsiteY328" fmla="*/ 561678 h 603307"/>
                            <a:gd name="connsiteX329" fmla="*/ 147490 w 512414"/>
                            <a:gd name="connsiteY329" fmla="*/ 567625 h 603307"/>
                            <a:gd name="connsiteX330" fmla="*/ 151058 w 512414"/>
                            <a:gd name="connsiteY330" fmla="*/ 541457 h 603307"/>
                            <a:gd name="connsiteX331" fmla="*/ 162952 w 512414"/>
                            <a:gd name="connsiteY331" fmla="*/ 516479 h 603307"/>
                            <a:gd name="connsiteX332" fmla="*/ 159384 w 512414"/>
                            <a:gd name="connsiteY332" fmla="*/ 489122 h 603307"/>
                            <a:gd name="connsiteX333" fmla="*/ 155816 w 512414"/>
                            <a:gd name="connsiteY333" fmla="*/ 478417 h 603307"/>
                            <a:gd name="connsiteX334" fmla="*/ 166521 w 512414"/>
                            <a:gd name="connsiteY334" fmla="*/ 473660 h 603307"/>
                            <a:gd name="connsiteX335" fmla="*/ 160574 w 512414"/>
                            <a:gd name="connsiteY335" fmla="*/ 452250 h 603307"/>
                            <a:gd name="connsiteX336" fmla="*/ 152248 w 512414"/>
                            <a:gd name="connsiteY336" fmla="*/ 430840 h 603307"/>
                            <a:gd name="connsiteX337" fmla="*/ 151058 w 512414"/>
                            <a:gd name="connsiteY337" fmla="*/ 389210 h 603307"/>
                            <a:gd name="connsiteX338" fmla="*/ 160574 w 512414"/>
                            <a:gd name="connsiteY338" fmla="*/ 354716 h 603307"/>
                            <a:gd name="connsiteX339" fmla="*/ 178415 w 512414"/>
                            <a:gd name="connsiteY339" fmla="*/ 348769 h 603307"/>
                            <a:gd name="connsiteX340" fmla="*/ 180794 w 512414"/>
                            <a:gd name="connsiteY340" fmla="*/ 330927 h 603307"/>
                            <a:gd name="connsiteX341" fmla="*/ 185552 w 512414"/>
                            <a:gd name="connsiteY341" fmla="*/ 311896 h 603307"/>
                            <a:gd name="connsiteX342" fmla="*/ 187931 w 512414"/>
                            <a:gd name="connsiteY342" fmla="*/ 291676 h 603307"/>
                            <a:gd name="connsiteX343" fmla="*/ 193878 w 512414"/>
                            <a:gd name="connsiteY343" fmla="*/ 272645 h 603307"/>
                            <a:gd name="connsiteX344" fmla="*/ 196257 w 512414"/>
                            <a:gd name="connsiteY344" fmla="*/ 255993 h 603307"/>
                            <a:gd name="connsiteX345" fmla="*/ 209341 w 512414"/>
                            <a:gd name="connsiteY345" fmla="*/ 246477 h 603307"/>
                            <a:gd name="connsiteX346" fmla="*/ 218856 w 512414"/>
                            <a:gd name="connsiteY346" fmla="*/ 231015 h 603307"/>
                            <a:gd name="connsiteX347" fmla="*/ 222424 w 512414"/>
                            <a:gd name="connsiteY347" fmla="*/ 226257 h 603307"/>
                            <a:gd name="connsiteX348" fmla="*/ 222424 w 512414"/>
                            <a:gd name="connsiteY348" fmla="*/ 220310 h 603307"/>
                            <a:gd name="connsiteX349" fmla="*/ 228371 w 512414"/>
                            <a:gd name="connsiteY349" fmla="*/ 213173 h 603307"/>
                            <a:gd name="connsiteX350" fmla="*/ 222424 w 512414"/>
                            <a:gd name="connsiteY350" fmla="*/ 196521 h 603307"/>
                            <a:gd name="connsiteX351" fmla="*/ 227182 w 512414"/>
                            <a:gd name="connsiteY351" fmla="*/ 189384 h 603307"/>
                            <a:gd name="connsiteX352" fmla="*/ 229561 w 512414"/>
                            <a:gd name="connsiteY352" fmla="*/ 181058 h 603307"/>
                            <a:gd name="connsiteX353" fmla="*/ 240266 w 512414"/>
                            <a:gd name="connsiteY353" fmla="*/ 166785 h 603307"/>
                            <a:gd name="connsiteX354" fmla="*/ 256918 w 512414"/>
                            <a:gd name="connsiteY354" fmla="*/ 164406 h 603307"/>
                            <a:gd name="connsiteX355" fmla="*/ 259297 w 512414"/>
                            <a:gd name="connsiteY355" fmla="*/ 147754 h 603307"/>
                            <a:gd name="connsiteX356" fmla="*/ 275949 w 512414"/>
                            <a:gd name="connsiteY356" fmla="*/ 142997 h 603307"/>
                            <a:gd name="connsiteX357" fmla="*/ 291412 w 512414"/>
                            <a:gd name="connsiteY357" fmla="*/ 146565 h 603307"/>
                            <a:gd name="connsiteX358" fmla="*/ 299737 w 512414"/>
                            <a:gd name="connsiteY358" fmla="*/ 144186 h 603307"/>
                            <a:gd name="connsiteX359" fmla="*/ 297359 w 512414"/>
                            <a:gd name="connsiteY359" fmla="*/ 127534 h 603307"/>
                            <a:gd name="connsiteX360" fmla="*/ 298548 w 512414"/>
                            <a:gd name="connsiteY360" fmla="*/ 120397 h 603307"/>
                            <a:gd name="connsiteX361" fmla="*/ 297359 w 512414"/>
                            <a:gd name="connsiteY361" fmla="*/ 115640 h 603307"/>
                            <a:gd name="connsiteX362" fmla="*/ 309253 w 512414"/>
                            <a:gd name="connsiteY362" fmla="*/ 116829 h 603307"/>
                            <a:gd name="connsiteX363" fmla="*/ 309253 w 512414"/>
                            <a:gd name="connsiteY363" fmla="*/ 115640 h 603307"/>
                            <a:gd name="connsiteX364" fmla="*/ 314011 w 512414"/>
                            <a:gd name="connsiteY364" fmla="*/ 116829 h 603307"/>
                            <a:gd name="connsiteX365" fmla="*/ 337799 w 512414"/>
                            <a:gd name="connsiteY365" fmla="*/ 119208 h 603307"/>
                            <a:gd name="connsiteX366" fmla="*/ 346126 w 512414"/>
                            <a:gd name="connsiteY366" fmla="*/ 133481 h 603307"/>
                            <a:gd name="connsiteX367" fmla="*/ 362778 w 512414"/>
                            <a:gd name="connsiteY367" fmla="*/ 134671 h 603307"/>
                            <a:gd name="connsiteX368" fmla="*/ 372293 w 512414"/>
                            <a:gd name="connsiteY368" fmla="*/ 126344 h 603307"/>
                            <a:gd name="connsiteX369" fmla="*/ 386566 w 512414"/>
                            <a:gd name="connsiteY369" fmla="*/ 132292 h 603307"/>
                            <a:gd name="connsiteX370" fmla="*/ 399650 w 512414"/>
                            <a:gd name="connsiteY370" fmla="*/ 126344 h 603307"/>
                            <a:gd name="connsiteX371" fmla="*/ 411545 w 512414"/>
                            <a:gd name="connsiteY371" fmla="*/ 120397 h 603307"/>
                            <a:gd name="connsiteX372" fmla="*/ 411545 w 512414"/>
                            <a:gd name="connsiteY372" fmla="*/ 107314 h 603307"/>
                            <a:gd name="connsiteX373" fmla="*/ 417492 w 512414"/>
                            <a:gd name="connsiteY373" fmla="*/ 77578 h 603307"/>
                            <a:gd name="connsiteX374" fmla="*/ 432954 w 512414"/>
                            <a:gd name="connsiteY374" fmla="*/ 69252 h 603307"/>
                            <a:gd name="connsiteX375" fmla="*/ 457932 w 512414"/>
                            <a:gd name="connsiteY375" fmla="*/ 72820 h 603307"/>
                            <a:gd name="connsiteX376" fmla="*/ 471016 w 512414"/>
                            <a:gd name="connsiteY376" fmla="*/ 79956 h 603307"/>
                            <a:gd name="connsiteX377" fmla="*/ 478153 w 512414"/>
                            <a:gd name="connsiteY377" fmla="*/ 83525 h 603307"/>
                            <a:gd name="connsiteX378" fmla="*/ 482911 w 512414"/>
                            <a:gd name="connsiteY378" fmla="*/ 88282 h 603307"/>
                            <a:gd name="connsiteX379" fmla="*/ 478153 w 512414"/>
                            <a:gd name="connsiteY379" fmla="*/ 107314 h 603307"/>
                            <a:gd name="connsiteX380" fmla="*/ 479342 w 512414"/>
                            <a:gd name="connsiteY380" fmla="*/ 115640 h 603307"/>
                            <a:gd name="connsiteX381" fmla="*/ 482911 w 512414"/>
                            <a:gd name="connsiteY381" fmla="*/ 115640 h 603307"/>
                            <a:gd name="connsiteX382" fmla="*/ 482911 w 512414"/>
                            <a:gd name="connsiteY382" fmla="*/ 107314 h 603307"/>
                            <a:gd name="connsiteX383" fmla="*/ 484100 w 512414"/>
                            <a:gd name="connsiteY383" fmla="*/ 103745 h 603307"/>
                            <a:gd name="connsiteX384" fmla="*/ 488858 w 512414"/>
                            <a:gd name="connsiteY384" fmla="*/ 100177 h 603307"/>
                            <a:gd name="connsiteX385" fmla="*/ 494805 w 512414"/>
                            <a:gd name="connsiteY385" fmla="*/ 98988 h 603307"/>
                            <a:gd name="connsiteX386" fmla="*/ 498373 w 512414"/>
                            <a:gd name="connsiteY386" fmla="*/ 95419 h 603307"/>
                            <a:gd name="connsiteX387" fmla="*/ 497184 w 512414"/>
                            <a:gd name="connsiteY387" fmla="*/ 88282 h 603307"/>
                            <a:gd name="connsiteX388" fmla="*/ 500752 w 512414"/>
                            <a:gd name="connsiteY388" fmla="*/ 87093 h 603307"/>
                            <a:gd name="connsiteX389" fmla="*/ 507889 w 512414"/>
                            <a:gd name="connsiteY389" fmla="*/ 88282 h 603307"/>
                            <a:gd name="connsiteX390" fmla="*/ 510268 w 512414"/>
                            <a:gd name="connsiteY390" fmla="*/ 82335 h 603307"/>
                            <a:gd name="connsiteX391" fmla="*/ 510268 w 512414"/>
                            <a:gd name="connsiteY391" fmla="*/ 81146 h 603307"/>
                            <a:gd name="connsiteX392" fmla="*/ 505510 w 512414"/>
                            <a:gd name="connsiteY392" fmla="*/ 76388 h 603307"/>
                            <a:gd name="connsiteX393" fmla="*/ 500752 w 512414"/>
                            <a:gd name="connsiteY393" fmla="*/ 79956 h 603307"/>
                            <a:gd name="connsiteX394" fmla="*/ 497184 w 512414"/>
                            <a:gd name="connsiteY394" fmla="*/ 72820 h 603307"/>
                            <a:gd name="connsiteX395" fmla="*/ 493616 w 512414"/>
                            <a:gd name="connsiteY395" fmla="*/ 84714 h 603307"/>
                            <a:gd name="connsiteX396" fmla="*/ 490047 w 512414"/>
                            <a:gd name="connsiteY396" fmla="*/ 79956 h 603307"/>
                            <a:gd name="connsiteX397" fmla="*/ 485289 w 512414"/>
                            <a:gd name="connsiteY397" fmla="*/ 81146 h 603307"/>
                            <a:gd name="connsiteX398" fmla="*/ 480532 w 512414"/>
                            <a:gd name="connsiteY398" fmla="*/ 65683 h 603307"/>
                            <a:gd name="connsiteX399" fmla="*/ 462690 w 512414"/>
                            <a:gd name="connsiteY399" fmla="*/ 60925 h 603307"/>
                            <a:gd name="connsiteX400" fmla="*/ 473395 w 512414"/>
                            <a:gd name="connsiteY400" fmla="*/ 59736 h 603307"/>
                            <a:gd name="connsiteX401" fmla="*/ 480532 w 512414"/>
                            <a:gd name="connsiteY401" fmla="*/ 56168 h 6033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  <a:cxn ang="0">
                              <a:pos x="connsiteX173" y="connsiteY173"/>
                            </a:cxn>
                            <a:cxn ang="0">
                              <a:pos x="connsiteX174" y="connsiteY174"/>
                            </a:cxn>
                            <a:cxn ang="0">
                              <a:pos x="connsiteX175" y="connsiteY175"/>
                            </a:cxn>
                            <a:cxn ang="0">
                              <a:pos x="connsiteX176" y="connsiteY176"/>
                            </a:cxn>
                            <a:cxn ang="0">
                              <a:pos x="connsiteX177" y="connsiteY177"/>
                            </a:cxn>
                            <a:cxn ang="0">
                              <a:pos x="connsiteX178" y="connsiteY178"/>
                            </a:cxn>
                            <a:cxn ang="0">
                              <a:pos x="connsiteX179" y="connsiteY179"/>
                            </a:cxn>
                            <a:cxn ang="0">
                              <a:pos x="connsiteX180" y="connsiteY180"/>
                            </a:cxn>
                            <a:cxn ang="0">
                              <a:pos x="connsiteX181" y="connsiteY181"/>
                            </a:cxn>
                            <a:cxn ang="0">
                              <a:pos x="connsiteX182" y="connsiteY182"/>
                            </a:cxn>
                            <a:cxn ang="0">
                              <a:pos x="connsiteX183" y="connsiteY183"/>
                            </a:cxn>
                            <a:cxn ang="0">
                              <a:pos x="connsiteX184" y="connsiteY184"/>
                            </a:cxn>
                            <a:cxn ang="0">
                              <a:pos x="connsiteX185" y="connsiteY185"/>
                            </a:cxn>
                            <a:cxn ang="0">
                              <a:pos x="connsiteX186" y="connsiteY186"/>
                            </a:cxn>
                            <a:cxn ang="0">
                              <a:pos x="connsiteX187" y="connsiteY187"/>
                            </a:cxn>
                            <a:cxn ang="0">
                              <a:pos x="connsiteX188" y="connsiteY188"/>
                            </a:cxn>
                            <a:cxn ang="0">
                              <a:pos x="connsiteX189" y="connsiteY189"/>
                            </a:cxn>
                            <a:cxn ang="0">
                              <a:pos x="connsiteX190" y="connsiteY190"/>
                            </a:cxn>
                            <a:cxn ang="0">
                              <a:pos x="connsiteX191" y="connsiteY191"/>
                            </a:cxn>
                            <a:cxn ang="0">
                              <a:pos x="connsiteX192" y="connsiteY192"/>
                            </a:cxn>
                            <a:cxn ang="0">
                              <a:pos x="connsiteX193" y="connsiteY193"/>
                            </a:cxn>
                            <a:cxn ang="0">
                              <a:pos x="connsiteX194" y="connsiteY194"/>
                            </a:cxn>
                            <a:cxn ang="0">
                              <a:pos x="connsiteX195" y="connsiteY195"/>
                            </a:cxn>
                            <a:cxn ang="0">
                              <a:pos x="connsiteX196" y="connsiteY196"/>
                            </a:cxn>
                            <a:cxn ang="0">
                              <a:pos x="connsiteX197" y="connsiteY197"/>
                            </a:cxn>
                            <a:cxn ang="0">
                              <a:pos x="connsiteX198" y="connsiteY198"/>
                            </a:cxn>
                            <a:cxn ang="0">
                              <a:pos x="connsiteX199" y="connsiteY199"/>
                            </a:cxn>
                            <a:cxn ang="0">
                              <a:pos x="connsiteX200" y="connsiteY200"/>
                            </a:cxn>
                            <a:cxn ang="0">
                              <a:pos x="connsiteX201" y="connsiteY201"/>
                            </a:cxn>
                            <a:cxn ang="0">
                              <a:pos x="connsiteX202" y="connsiteY202"/>
                            </a:cxn>
                            <a:cxn ang="0">
                              <a:pos x="connsiteX203" y="connsiteY203"/>
                            </a:cxn>
                            <a:cxn ang="0">
                              <a:pos x="connsiteX204" y="connsiteY204"/>
                            </a:cxn>
                            <a:cxn ang="0">
                              <a:pos x="connsiteX205" y="connsiteY205"/>
                            </a:cxn>
                            <a:cxn ang="0">
                              <a:pos x="connsiteX206" y="connsiteY206"/>
                            </a:cxn>
                            <a:cxn ang="0">
                              <a:pos x="connsiteX207" y="connsiteY207"/>
                            </a:cxn>
                            <a:cxn ang="0">
                              <a:pos x="connsiteX208" y="connsiteY208"/>
                            </a:cxn>
                            <a:cxn ang="0">
                              <a:pos x="connsiteX209" y="connsiteY209"/>
                            </a:cxn>
                            <a:cxn ang="0">
                              <a:pos x="connsiteX210" y="connsiteY210"/>
                            </a:cxn>
                            <a:cxn ang="0">
                              <a:pos x="connsiteX211" y="connsiteY211"/>
                            </a:cxn>
                            <a:cxn ang="0">
                              <a:pos x="connsiteX212" y="connsiteY212"/>
                            </a:cxn>
                            <a:cxn ang="0">
                              <a:pos x="connsiteX213" y="connsiteY213"/>
                            </a:cxn>
                            <a:cxn ang="0">
                              <a:pos x="connsiteX214" y="connsiteY214"/>
                            </a:cxn>
                            <a:cxn ang="0">
                              <a:pos x="connsiteX215" y="connsiteY215"/>
                            </a:cxn>
                            <a:cxn ang="0">
                              <a:pos x="connsiteX216" y="connsiteY216"/>
                            </a:cxn>
                            <a:cxn ang="0">
                              <a:pos x="connsiteX217" y="connsiteY217"/>
                            </a:cxn>
                            <a:cxn ang="0">
                              <a:pos x="connsiteX218" y="connsiteY218"/>
                            </a:cxn>
                            <a:cxn ang="0">
                              <a:pos x="connsiteX219" y="connsiteY219"/>
                            </a:cxn>
                            <a:cxn ang="0">
                              <a:pos x="connsiteX220" y="connsiteY220"/>
                            </a:cxn>
                            <a:cxn ang="0">
                              <a:pos x="connsiteX221" y="connsiteY221"/>
                            </a:cxn>
                            <a:cxn ang="0">
                              <a:pos x="connsiteX222" y="connsiteY222"/>
                            </a:cxn>
                            <a:cxn ang="0">
                              <a:pos x="connsiteX223" y="connsiteY223"/>
                            </a:cxn>
                            <a:cxn ang="0">
                              <a:pos x="connsiteX224" y="connsiteY224"/>
                            </a:cxn>
                            <a:cxn ang="0">
                              <a:pos x="connsiteX225" y="connsiteY225"/>
                            </a:cxn>
                            <a:cxn ang="0">
                              <a:pos x="connsiteX226" y="connsiteY226"/>
                            </a:cxn>
                            <a:cxn ang="0">
                              <a:pos x="connsiteX227" y="connsiteY227"/>
                            </a:cxn>
                            <a:cxn ang="0">
                              <a:pos x="connsiteX228" y="connsiteY228"/>
                            </a:cxn>
                            <a:cxn ang="0">
                              <a:pos x="connsiteX229" y="connsiteY229"/>
                            </a:cxn>
                            <a:cxn ang="0">
                              <a:pos x="connsiteX230" y="connsiteY230"/>
                            </a:cxn>
                            <a:cxn ang="0">
                              <a:pos x="connsiteX231" y="connsiteY231"/>
                            </a:cxn>
                            <a:cxn ang="0">
                              <a:pos x="connsiteX232" y="connsiteY232"/>
                            </a:cxn>
                            <a:cxn ang="0">
                              <a:pos x="connsiteX233" y="connsiteY233"/>
                            </a:cxn>
                            <a:cxn ang="0">
                              <a:pos x="connsiteX234" y="connsiteY234"/>
                            </a:cxn>
                            <a:cxn ang="0">
                              <a:pos x="connsiteX235" y="connsiteY235"/>
                            </a:cxn>
                            <a:cxn ang="0">
                              <a:pos x="connsiteX236" y="connsiteY236"/>
                            </a:cxn>
                            <a:cxn ang="0">
                              <a:pos x="connsiteX237" y="connsiteY237"/>
                            </a:cxn>
                            <a:cxn ang="0">
                              <a:pos x="connsiteX238" y="connsiteY238"/>
                            </a:cxn>
                            <a:cxn ang="0">
                              <a:pos x="connsiteX239" y="connsiteY239"/>
                            </a:cxn>
                            <a:cxn ang="0">
                              <a:pos x="connsiteX240" y="connsiteY240"/>
                            </a:cxn>
                            <a:cxn ang="0">
                              <a:pos x="connsiteX241" y="connsiteY241"/>
                            </a:cxn>
                            <a:cxn ang="0">
                              <a:pos x="connsiteX242" y="connsiteY242"/>
                            </a:cxn>
                            <a:cxn ang="0">
                              <a:pos x="connsiteX243" y="connsiteY243"/>
                            </a:cxn>
                            <a:cxn ang="0">
                              <a:pos x="connsiteX244" y="connsiteY244"/>
                            </a:cxn>
                            <a:cxn ang="0">
                              <a:pos x="connsiteX245" y="connsiteY245"/>
                            </a:cxn>
                            <a:cxn ang="0">
                              <a:pos x="connsiteX246" y="connsiteY246"/>
                            </a:cxn>
                            <a:cxn ang="0">
                              <a:pos x="connsiteX247" y="connsiteY247"/>
                            </a:cxn>
                            <a:cxn ang="0">
                              <a:pos x="connsiteX248" y="connsiteY248"/>
                            </a:cxn>
                            <a:cxn ang="0">
                              <a:pos x="connsiteX249" y="connsiteY249"/>
                            </a:cxn>
                            <a:cxn ang="0">
                              <a:pos x="connsiteX250" y="connsiteY250"/>
                            </a:cxn>
                            <a:cxn ang="0">
                              <a:pos x="connsiteX251" y="connsiteY251"/>
                            </a:cxn>
                            <a:cxn ang="0">
                              <a:pos x="connsiteX252" y="connsiteY252"/>
                            </a:cxn>
                            <a:cxn ang="0">
                              <a:pos x="connsiteX253" y="connsiteY253"/>
                            </a:cxn>
                            <a:cxn ang="0">
                              <a:pos x="connsiteX254" y="connsiteY254"/>
                            </a:cxn>
                            <a:cxn ang="0">
                              <a:pos x="connsiteX255" y="connsiteY255"/>
                            </a:cxn>
                            <a:cxn ang="0">
                              <a:pos x="connsiteX256" y="connsiteY256"/>
                            </a:cxn>
                            <a:cxn ang="0">
                              <a:pos x="connsiteX257" y="connsiteY257"/>
                            </a:cxn>
                            <a:cxn ang="0">
                              <a:pos x="connsiteX258" y="connsiteY258"/>
                            </a:cxn>
                            <a:cxn ang="0">
                              <a:pos x="connsiteX259" y="connsiteY259"/>
                            </a:cxn>
                            <a:cxn ang="0">
                              <a:pos x="connsiteX260" y="connsiteY260"/>
                            </a:cxn>
                            <a:cxn ang="0">
                              <a:pos x="connsiteX261" y="connsiteY261"/>
                            </a:cxn>
                            <a:cxn ang="0">
                              <a:pos x="connsiteX262" y="connsiteY262"/>
                            </a:cxn>
                            <a:cxn ang="0">
                              <a:pos x="connsiteX263" y="connsiteY263"/>
                            </a:cxn>
                            <a:cxn ang="0">
                              <a:pos x="connsiteX264" y="connsiteY264"/>
                            </a:cxn>
                            <a:cxn ang="0">
                              <a:pos x="connsiteX265" y="connsiteY265"/>
                            </a:cxn>
                            <a:cxn ang="0">
                              <a:pos x="connsiteX266" y="connsiteY266"/>
                            </a:cxn>
                            <a:cxn ang="0">
                              <a:pos x="connsiteX267" y="connsiteY267"/>
                            </a:cxn>
                            <a:cxn ang="0">
                              <a:pos x="connsiteX268" y="connsiteY268"/>
                            </a:cxn>
                            <a:cxn ang="0">
                              <a:pos x="connsiteX269" y="connsiteY269"/>
                            </a:cxn>
                            <a:cxn ang="0">
                              <a:pos x="connsiteX270" y="connsiteY270"/>
                            </a:cxn>
                            <a:cxn ang="0">
                              <a:pos x="connsiteX271" y="connsiteY271"/>
                            </a:cxn>
                            <a:cxn ang="0">
                              <a:pos x="connsiteX272" y="connsiteY272"/>
                            </a:cxn>
                            <a:cxn ang="0">
                              <a:pos x="connsiteX273" y="connsiteY273"/>
                            </a:cxn>
                            <a:cxn ang="0">
                              <a:pos x="connsiteX274" y="connsiteY274"/>
                            </a:cxn>
                            <a:cxn ang="0">
                              <a:pos x="connsiteX275" y="connsiteY275"/>
                            </a:cxn>
                            <a:cxn ang="0">
                              <a:pos x="connsiteX276" y="connsiteY276"/>
                            </a:cxn>
                            <a:cxn ang="0">
                              <a:pos x="connsiteX277" y="connsiteY277"/>
                            </a:cxn>
                            <a:cxn ang="0">
                              <a:pos x="connsiteX278" y="connsiteY278"/>
                            </a:cxn>
                            <a:cxn ang="0">
                              <a:pos x="connsiteX279" y="connsiteY279"/>
                            </a:cxn>
                            <a:cxn ang="0">
                              <a:pos x="connsiteX280" y="connsiteY280"/>
                            </a:cxn>
                            <a:cxn ang="0">
                              <a:pos x="connsiteX281" y="connsiteY281"/>
                            </a:cxn>
                            <a:cxn ang="0">
                              <a:pos x="connsiteX282" y="connsiteY282"/>
                            </a:cxn>
                            <a:cxn ang="0">
                              <a:pos x="connsiteX283" y="connsiteY283"/>
                            </a:cxn>
                            <a:cxn ang="0">
                              <a:pos x="connsiteX284" y="connsiteY284"/>
                            </a:cxn>
                            <a:cxn ang="0">
                              <a:pos x="connsiteX285" y="connsiteY285"/>
                            </a:cxn>
                            <a:cxn ang="0">
                              <a:pos x="connsiteX286" y="connsiteY286"/>
                            </a:cxn>
                            <a:cxn ang="0">
                              <a:pos x="connsiteX287" y="connsiteY287"/>
                            </a:cxn>
                            <a:cxn ang="0">
                              <a:pos x="connsiteX288" y="connsiteY288"/>
                            </a:cxn>
                            <a:cxn ang="0">
                              <a:pos x="connsiteX289" y="connsiteY289"/>
                            </a:cxn>
                            <a:cxn ang="0">
                              <a:pos x="connsiteX290" y="connsiteY290"/>
                            </a:cxn>
                            <a:cxn ang="0">
                              <a:pos x="connsiteX291" y="connsiteY291"/>
                            </a:cxn>
                            <a:cxn ang="0">
                              <a:pos x="connsiteX292" y="connsiteY292"/>
                            </a:cxn>
                            <a:cxn ang="0">
                              <a:pos x="connsiteX293" y="connsiteY293"/>
                            </a:cxn>
                            <a:cxn ang="0">
                              <a:pos x="connsiteX294" y="connsiteY294"/>
                            </a:cxn>
                            <a:cxn ang="0">
                              <a:pos x="connsiteX295" y="connsiteY295"/>
                            </a:cxn>
                            <a:cxn ang="0">
                              <a:pos x="connsiteX296" y="connsiteY296"/>
                            </a:cxn>
                            <a:cxn ang="0">
                              <a:pos x="connsiteX297" y="connsiteY297"/>
                            </a:cxn>
                            <a:cxn ang="0">
                              <a:pos x="connsiteX298" y="connsiteY298"/>
                            </a:cxn>
                            <a:cxn ang="0">
                              <a:pos x="connsiteX299" y="connsiteY299"/>
                            </a:cxn>
                            <a:cxn ang="0">
                              <a:pos x="connsiteX300" y="connsiteY300"/>
                            </a:cxn>
                            <a:cxn ang="0">
                              <a:pos x="connsiteX301" y="connsiteY301"/>
                            </a:cxn>
                            <a:cxn ang="0">
                              <a:pos x="connsiteX302" y="connsiteY302"/>
                            </a:cxn>
                            <a:cxn ang="0">
                              <a:pos x="connsiteX303" y="connsiteY303"/>
                            </a:cxn>
                            <a:cxn ang="0">
                              <a:pos x="connsiteX304" y="connsiteY304"/>
                            </a:cxn>
                            <a:cxn ang="0">
                              <a:pos x="connsiteX305" y="connsiteY305"/>
                            </a:cxn>
                            <a:cxn ang="0">
                              <a:pos x="connsiteX306" y="connsiteY306"/>
                            </a:cxn>
                            <a:cxn ang="0">
                              <a:pos x="connsiteX307" y="connsiteY307"/>
                            </a:cxn>
                            <a:cxn ang="0">
                              <a:pos x="connsiteX308" y="connsiteY308"/>
                            </a:cxn>
                            <a:cxn ang="0">
                              <a:pos x="connsiteX309" y="connsiteY309"/>
                            </a:cxn>
                            <a:cxn ang="0">
                              <a:pos x="connsiteX310" y="connsiteY310"/>
                            </a:cxn>
                            <a:cxn ang="0">
                              <a:pos x="connsiteX311" y="connsiteY311"/>
                            </a:cxn>
                            <a:cxn ang="0">
                              <a:pos x="connsiteX312" y="connsiteY312"/>
                            </a:cxn>
                            <a:cxn ang="0">
                              <a:pos x="connsiteX313" y="connsiteY313"/>
                            </a:cxn>
                            <a:cxn ang="0">
                              <a:pos x="connsiteX314" y="connsiteY314"/>
                            </a:cxn>
                            <a:cxn ang="0">
                              <a:pos x="connsiteX315" y="connsiteY315"/>
                            </a:cxn>
                            <a:cxn ang="0">
                              <a:pos x="connsiteX316" y="connsiteY316"/>
                            </a:cxn>
                            <a:cxn ang="0">
                              <a:pos x="connsiteX317" y="connsiteY317"/>
                            </a:cxn>
                            <a:cxn ang="0">
                              <a:pos x="connsiteX318" y="connsiteY318"/>
                            </a:cxn>
                            <a:cxn ang="0">
                              <a:pos x="connsiteX319" y="connsiteY319"/>
                            </a:cxn>
                            <a:cxn ang="0">
                              <a:pos x="connsiteX320" y="connsiteY320"/>
                            </a:cxn>
                            <a:cxn ang="0">
                              <a:pos x="connsiteX321" y="connsiteY321"/>
                            </a:cxn>
                            <a:cxn ang="0">
                              <a:pos x="connsiteX322" y="connsiteY322"/>
                            </a:cxn>
                            <a:cxn ang="0">
                              <a:pos x="connsiteX323" y="connsiteY323"/>
                            </a:cxn>
                            <a:cxn ang="0">
                              <a:pos x="connsiteX324" y="connsiteY324"/>
                            </a:cxn>
                            <a:cxn ang="0">
                              <a:pos x="connsiteX325" y="connsiteY325"/>
                            </a:cxn>
                            <a:cxn ang="0">
                              <a:pos x="connsiteX326" y="connsiteY326"/>
                            </a:cxn>
                            <a:cxn ang="0">
                              <a:pos x="connsiteX327" y="connsiteY327"/>
                            </a:cxn>
                            <a:cxn ang="0">
                              <a:pos x="connsiteX328" y="connsiteY328"/>
                            </a:cxn>
                            <a:cxn ang="0">
                              <a:pos x="connsiteX329" y="connsiteY329"/>
                            </a:cxn>
                            <a:cxn ang="0">
                              <a:pos x="connsiteX330" y="connsiteY330"/>
                            </a:cxn>
                            <a:cxn ang="0">
                              <a:pos x="connsiteX331" y="connsiteY331"/>
                            </a:cxn>
                            <a:cxn ang="0">
                              <a:pos x="connsiteX332" y="connsiteY332"/>
                            </a:cxn>
                            <a:cxn ang="0">
                              <a:pos x="connsiteX333" y="connsiteY333"/>
                            </a:cxn>
                            <a:cxn ang="0">
                              <a:pos x="connsiteX334" y="connsiteY334"/>
                            </a:cxn>
                            <a:cxn ang="0">
                              <a:pos x="connsiteX335" y="connsiteY335"/>
                            </a:cxn>
                            <a:cxn ang="0">
                              <a:pos x="connsiteX336" y="connsiteY336"/>
                            </a:cxn>
                            <a:cxn ang="0">
                              <a:pos x="connsiteX337" y="connsiteY337"/>
                            </a:cxn>
                            <a:cxn ang="0">
                              <a:pos x="connsiteX338" y="connsiteY338"/>
                            </a:cxn>
                            <a:cxn ang="0">
                              <a:pos x="connsiteX339" y="connsiteY339"/>
                            </a:cxn>
                            <a:cxn ang="0">
                              <a:pos x="connsiteX340" y="connsiteY340"/>
                            </a:cxn>
                            <a:cxn ang="0">
                              <a:pos x="connsiteX341" y="connsiteY341"/>
                            </a:cxn>
                            <a:cxn ang="0">
                              <a:pos x="connsiteX342" y="connsiteY342"/>
                            </a:cxn>
                            <a:cxn ang="0">
                              <a:pos x="connsiteX343" y="connsiteY343"/>
                            </a:cxn>
                            <a:cxn ang="0">
                              <a:pos x="connsiteX344" y="connsiteY344"/>
                            </a:cxn>
                            <a:cxn ang="0">
                              <a:pos x="connsiteX345" y="connsiteY345"/>
                            </a:cxn>
                            <a:cxn ang="0">
                              <a:pos x="connsiteX346" y="connsiteY346"/>
                            </a:cxn>
                            <a:cxn ang="0">
                              <a:pos x="connsiteX347" y="connsiteY347"/>
                            </a:cxn>
                            <a:cxn ang="0">
                              <a:pos x="connsiteX348" y="connsiteY348"/>
                            </a:cxn>
                            <a:cxn ang="0">
                              <a:pos x="connsiteX349" y="connsiteY349"/>
                            </a:cxn>
                            <a:cxn ang="0">
                              <a:pos x="connsiteX350" y="connsiteY350"/>
                            </a:cxn>
                            <a:cxn ang="0">
                              <a:pos x="connsiteX351" y="connsiteY351"/>
                            </a:cxn>
                            <a:cxn ang="0">
                              <a:pos x="connsiteX352" y="connsiteY352"/>
                            </a:cxn>
                            <a:cxn ang="0">
                              <a:pos x="connsiteX353" y="connsiteY353"/>
                            </a:cxn>
                            <a:cxn ang="0">
                              <a:pos x="connsiteX354" y="connsiteY354"/>
                            </a:cxn>
                            <a:cxn ang="0">
                              <a:pos x="connsiteX355" y="connsiteY355"/>
                            </a:cxn>
                            <a:cxn ang="0">
                              <a:pos x="connsiteX356" y="connsiteY356"/>
                            </a:cxn>
                            <a:cxn ang="0">
                              <a:pos x="connsiteX357" y="connsiteY357"/>
                            </a:cxn>
                            <a:cxn ang="0">
                              <a:pos x="connsiteX358" y="connsiteY358"/>
                            </a:cxn>
                            <a:cxn ang="0">
                              <a:pos x="connsiteX359" y="connsiteY359"/>
                            </a:cxn>
                            <a:cxn ang="0">
                              <a:pos x="connsiteX360" y="connsiteY360"/>
                            </a:cxn>
                            <a:cxn ang="0">
                              <a:pos x="connsiteX361" y="connsiteY361"/>
                            </a:cxn>
                            <a:cxn ang="0">
                              <a:pos x="connsiteX362" y="connsiteY362"/>
                            </a:cxn>
                            <a:cxn ang="0">
                              <a:pos x="connsiteX363" y="connsiteY363"/>
                            </a:cxn>
                            <a:cxn ang="0">
                              <a:pos x="connsiteX364" y="connsiteY364"/>
                            </a:cxn>
                            <a:cxn ang="0">
                              <a:pos x="connsiteX365" y="connsiteY365"/>
                            </a:cxn>
                            <a:cxn ang="0">
                              <a:pos x="connsiteX366" y="connsiteY366"/>
                            </a:cxn>
                            <a:cxn ang="0">
                              <a:pos x="connsiteX367" y="connsiteY367"/>
                            </a:cxn>
                            <a:cxn ang="0">
                              <a:pos x="connsiteX368" y="connsiteY368"/>
                            </a:cxn>
                            <a:cxn ang="0">
                              <a:pos x="connsiteX369" y="connsiteY369"/>
                            </a:cxn>
                            <a:cxn ang="0">
                              <a:pos x="connsiteX370" y="connsiteY370"/>
                            </a:cxn>
                            <a:cxn ang="0">
                              <a:pos x="connsiteX371" y="connsiteY371"/>
                            </a:cxn>
                            <a:cxn ang="0">
                              <a:pos x="connsiteX372" y="connsiteY372"/>
                            </a:cxn>
                            <a:cxn ang="0">
                              <a:pos x="connsiteX373" y="connsiteY373"/>
                            </a:cxn>
                            <a:cxn ang="0">
                              <a:pos x="connsiteX374" y="connsiteY374"/>
                            </a:cxn>
                            <a:cxn ang="0">
                              <a:pos x="connsiteX375" y="connsiteY375"/>
                            </a:cxn>
                            <a:cxn ang="0">
                              <a:pos x="connsiteX376" y="connsiteY376"/>
                            </a:cxn>
                            <a:cxn ang="0">
                              <a:pos x="connsiteX377" y="connsiteY377"/>
                            </a:cxn>
                            <a:cxn ang="0">
                              <a:pos x="connsiteX378" y="connsiteY378"/>
                            </a:cxn>
                            <a:cxn ang="0">
                              <a:pos x="connsiteX379" y="connsiteY379"/>
                            </a:cxn>
                            <a:cxn ang="0">
                              <a:pos x="connsiteX380" y="connsiteY380"/>
                            </a:cxn>
                            <a:cxn ang="0">
                              <a:pos x="connsiteX381" y="connsiteY381"/>
                            </a:cxn>
                            <a:cxn ang="0">
                              <a:pos x="connsiteX382" y="connsiteY382"/>
                            </a:cxn>
                            <a:cxn ang="0">
                              <a:pos x="connsiteX383" y="connsiteY383"/>
                            </a:cxn>
                            <a:cxn ang="0">
                              <a:pos x="connsiteX384" y="connsiteY384"/>
                            </a:cxn>
                            <a:cxn ang="0">
                              <a:pos x="connsiteX385" y="connsiteY385"/>
                            </a:cxn>
                            <a:cxn ang="0">
                              <a:pos x="connsiteX386" y="connsiteY386"/>
                            </a:cxn>
                            <a:cxn ang="0">
                              <a:pos x="connsiteX387" y="connsiteY387"/>
                            </a:cxn>
                            <a:cxn ang="0">
                              <a:pos x="connsiteX388" y="connsiteY388"/>
                            </a:cxn>
                            <a:cxn ang="0">
                              <a:pos x="connsiteX389" y="connsiteY389"/>
                            </a:cxn>
                            <a:cxn ang="0">
                              <a:pos x="connsiteX390" y="connsiteY390"/>
                            </a:cxn>
                            <a:cxn ang="0">
                              <a:pos x="connsiteX391" y="connsiteY391"/>
                            </a:cxn>
                            <a:cxn ang="0">
                              <a:pos x="connsiteX392" y="connsiteY392"/>
                            </a:cxn>
                            <a:cxn ang="0">
                              <a:pos x="connsiteX393" y="connsiteY393"/>
                            </a:cxn>
                            <a:cxn ang="0">
                              <a:pos x="connsiteX394" y="connsiteY394"/>
                            </a:cxn>
                            <a:cxn ang="0">
                              <a:pos x="connsiteX395" y="connsiteY395"/>
                            </a:cxn>
                            <a:cxn ang="0">
                              <a:pos x="connsiteX396" y="connsiteY396"/>
                            </a:cxn>
                            <a:cxn ang="0">
                              <a:pos x="connsiteX397" y="connsiteY397"/>
                            </a:cxn>
                            <a:cxn ang="0">
                              <a:pos x="connsiteX398" y="connsiteY398"/>
                            </a:cxn>
                            <a:cxn ang="0">
                              <a:pos x="connsiteX399" y="connsiteY399"/>
                            </a:cxn>
                            <a:cxn ang="0">
                              <a:pos x="connsiteX400" y="connsiteY400"/>
                            </a:cxn>
                            <a:cxn ang="0">
                              <a:pos x="connsiteX401" y="connsiteY401"/>
                            </a:cxn>
                          </a:cxnLst>
                          <a:rect l="l" t="t" r="r" b="b"/>
                          <a:pathLst>
                            <a:path w="512414" h="603307">
                              <a:moveTo>
                                <a:pt x="480532" y="56168"/>
                              </a:moveTo>
                              <a:cubicBezTo>
                                <a:pt x="484100" y="56168"/>
                                <a:pt x="488858" y="56168"/>
                                <a:pt x="491237" y="56168"/>
                              </a:cubicBezTo>
                              <a:cubicBezTo>
                                <a:pt x="495994" y="56168"/>
                                <a:pt x="495994" y="54978"/>
                                <a:pt x="498373" y="51410"/>
                              </a:cubicBezTo>
                              <a:cubicBezTo>
                                <a:pt x="499563" y="47842"/>
                                <a:pt x="499563" y="45463"/>
                                <a:pt x="503131" y="44273"/>
                              </a:cubicBezTo>
                              <a:cubicBezTo>
                                <a:pt x="505510" y="43084"/>
                                <a:pt x="510268" y="44273"/>
                                <a:pt x="511457" y="41895"/>
                              </a:cubicBezTo>
                              <a:cubicBezTo>
                                <a:pt x="513836" y="39516"/>
                                <a:pt x="511457" y="37137"/>
                                <a:pt x="507889" y="35947"/>
                              </a:cubicBezTo>
                              <a:cubicBezTo>
                                <a:pt x="503131" y="34758"/>
                                <a:pt x="501941" y="35947"/>
                                <a:pt x="499563" y="33569"/>
                              </a:cubicBezTo>
                              <a:cubicBezTo>
                                <a:pt x="497184" y="31190"/>
                                <a:pt x="497184" y="30000"/>
                                <a:pt x="493616" y="31190"/>
                              </a:cubicBezTo>
                              <a:cubicBezTo>
                                <a:pt x="492426" y="31190"/>
                                <a:pt x="492426" y="33569"/>
                                <a:pt x="491237" y="33569"/>
                              </a:cubicBezTo>
                              <a:cubicBezTo>
                                <a:pt x="490047" y="34758"/>
                                <a:pt x="488858" y="34758"/>
                                <a:pt x="487668" y="34758"/>
                              </a:cubicBezTo>
                              <a:cubicBezTo>
                                <a:pt x="486479" y="31190"/>
                                <a:pt x="492426" y="30000"/>
                                <a:pt x="491237" y="27621"/>
                              </a:cubicBezTo>
                              <a:cubicBezTo>
                                <a:pt x="491237" y="25242"/>
                                <a:pt x="486479" y="25242"/>
                                <a:pt x="485289" y="22864"/>
                              </a:cubicBezTo>
                              <a:cubicBezTo>
                                <a:pt x="478153" y="20485"/>
                                <a:pt x="481721" y="31190"/>
                                <a:pt x="475774" y="30000"/>
                              </a:cubicBezTo>
                              <a:cubicBezTo>
                                <a:pt x="475774" y="22864"/>
                                <a:pt x="469827" y="31190"/>
                                <a:pt x="468637" y="27621"/>
                              </a:cubicBezTo>
                              <a:cubicBezTo>
                                <a:pt x="466258" y="25242"/>
                                <a:pt x="474585" y="22864"/>
                                <a:pt x="469827" y="18106"/>
                              </a:cubicBezTo>
                              <a:cubicBezTo>
                                <a:pt x="466258" y="18106"/>
                                <a:pt x="461501" y="16916"/>
                                <a:pt x="457932" y="18106"/>
                              </a:cubicBezTo>
                              <a:cubicBezTo>
                                <a:pt x="459122" y="22864"/>
                                <a:pt x="461501" y="25242"/>
                                <a:pt x="454364" y="27621"/>
                              </a:cubicBezTo>
                              <a:cubicBezTo>
                                <a:pt x="453175" y="31190"/>
                                <a:pt x="457932" y="33569"/>
                                <a:pt x="457932" y="37137"/>
                              </a:cubicBezTo>
                              <a:cubicBezTo>
                                <a:pt x="457932" y="41895"/>
                                <a:pt x="454364" y="44273"/>
                                <a:pt x="453175" y="39516"/>
                              </a:cubicBezTo>
                              <a:cubicBezTo>
                                <a:pt x="450796" y="39516"/>
                                <a:pt x="447228" y="39516"/>
                                <a:pt x="444849" y="39516"/>
                              </a:cubicBezTo>
                              <a:cubicBezTo>
                                <a:pt x="442470" y="39516"/>
                                <a:pt x="440091" y="41895"/>
                                <a:pt x="441280" y="38326"/>
                              </a:cubicBezTo>
                              <a:cubicBezTo>
                                <a:pt x="442470" y="32379"/>
                                <a:pt x="450796" y="34758"/>
                                <a:pt x="449606" y="27621"/>
                              </a:cubicBezTo>
                              <a:cubicBezTo>
                                <a:pt x="444849" y="26432"/>
                                <a:pt x="444849" y="32379"/>
                                <a:pt x="441280" y="31190"/>
                              </a:cubicBezTo>
                              <a:cubicBezTo>
                                <a:pt x="438901" y="26432"/>
                                <a:pt x="442470" y="28811"/>
                                <a:pt x="442470" y="25242"/>
                              </a:cubicBezTo>
                              <a:cubicBezTo>
                                <a:pt x="443659" y="21674"/>
                                <a:pt x="441280" y="21674"/>
                                <a:pt x="437712" y="21674"/>
                              </a:cubicBezTo>
                              <a:cubicBezTo>
                                <a:pt x="435333" y="16916"/>
                                <a:pt x="447228" y="20485"/>
                                <a:pt x="450796" y="19295"/>
                              </a:cubicBezTo>
                              <a:cubicBezTo>
                                <a:pt x="450796" y="15727"/>
                                <a:pt x="457932" y="9780"/>
                                <a:pt x="451985" y="9780"/>
                              </a:cubicBezTo>
                              <a:cubicBezTo>
                                <a:pt x="451985" y="9780"/>
                                <a:pt x="451985" y="9780"/>
                                <a:pt x="451985" y="8590"/>
                              </a:cubicBezTo>
                              <a:cubicBezTo>
                                <a:pt x="450796" y="8590"/>
                                <a:pt x="447228" y="8590"/>
                                <a:pt x="447228" y="7401"/>
                              </a:cubicBezTo>
                              <a:cubicBezTo>
                                <a:pt x="444849" y="6212"/>
                                <a:pt x="447228" y="5022"/>
                                <a:pt x="446038" y="2643"/>
                              </a:cubicBezTo>
                              <a:cubicBezTo>
                                <a:pt x="443659" y="-3304"/>
                                <a:pt x="442470" y="2643"/>
                                <a:pt x="438901" y="2643"/>
                              </a:cubicBezTo>
                              <a:cubicBezTo>
                                <a:pt x="437712" y="264"/>
                                <a:pt x="434144" y="264"/>
                                <a:pt x="432954" y="1454"/>
                              </a:cubicBezTo>
                              <a:cubicBezTo>
                                <a:pt x="430575" y="3833"/>
                                <a:pt x="432954" y="6212"/>
                                <a:pt x="432954" y="8590"/>
                              </a:cubicBezTo>
                              <a:cubicBezTo>
                                <a:pt x="432954" y="16916"/>
                                <a:pt x="427007" y="8590"/>
                                <a:pt x="423439" y="7401"/>
                              </a:cubicBezTo>
                              <a:cubicBezTo>
                                <a:pt x="423439" y="7401"/>
                                <a:pt x="422249" y="8590"/>
                                <a:pt x="422249" y="8590"/>
                              </a:cubicBezTo>
                              <a:cubicBezTo>
                                <a:pt x="422249" y="9780"/>
                                <a:pt x="422249" y="9780"/>
                                <a:pt x="422249" y="9780"/>
                              </a:cubicBezTo>
                              <a:cubicBezTo>
                                <a:pt x="422249" y="9780"/>
                                <a:pt x="422249" y="12159"/>
                                <a:pt x="424628" y="14538"/>
                              </a:cubicBezTo>
                              <a:cubicBezTo>
                                <a:pt x="425818" y="15727"/>
                                <a:pt x="427007" y="16916"/>
                                <a:pt x="428197" y="16916"/>
                              </a:cubicBezTo>
                              <a:cubicBezTo>
                                <a:pt x="428197" y="22864"/>
                                <a:pt x="423439" y="25242"/>
                                <a:pt x="423439" y="31190"/>
                              </a:cubicBezTo>
                              <a:cubicBezTo>
                                <a:pt x="423439" y="39516"/>
                                <a:pt x="422249" y="37137"/>
                                <a:pt x="416302" y="37137"/>
                              </a:cubicBezTo>
                              <a:cubicBezTo>
                                <a:pt x="416302" y="39516"/>
                                <a:pt x="415113" y="41895"/>
                                <a:pt x="412734" y="43084"/>
                              </a:cubicBezTo>
                              <a:cubicBezTo>
                                <a:pt x="412734" y="39516"/>
                                <a:pt x="416302" y="34758"/>
                                <a:pt x="415113" y="31190"/>
                              </a:cubicBezTo>
                              <a:cubicBezTo>
                                <a:pt x="415113" y="28811"/>
                                <a:pt x="412734" y="30000"/>
                                <a:pt x="413923" y="26432"/>
                              </a:cubicBezTo>
                              <a:cubicBezTo>
                                <a:pt x="413923" y="24053"/>
                                <a:pt x="415113" y="22864"/>
                                <a:pt x="417492" y="21674"/>
                              </a:cubicBezTo>
                              <a:cubicBezTo>
                                <a:pt x="415113" y="18106"/>
                                <a:pt x="418681" y="16916"/>
                                <a:pt x="416302" y="13348"/>
                              </a:cubicBezTo>
                              <a:cubicBezTo>
                                <a:pt x="415113" y="9780"/>
                                <a:pt x="412734" y="14538"/>
                                <a:pt x="410355" y="15727"/>
                              </a:cubicBezTo>
                              <a:cubicBezTo>
                                <a:pt x="405597" y="20485"/>
                                <a:pt x="405597" y="25242"/>
                                <a:pt x="403218" y="31190"/>
                              </a:cubicBezTo>
                              <a:cubicBezTo>
                                <a:pt x="402029" y="34758"/>
                                <a:pt x="400839" y="35947"/>
                                <a:pt x="399650" y="38326"/>
                              </a:cubicBezTo>
                              <a:cubicBezTo>
                                <a:pt x="398461" y="41895"/>
                                <a:pt x="398461" y="43084"/>
                                <a:pt x="398461" y="46652"/>
                              </a:cubicBezTo>
                              <a:cubicBezTo>
                                <a:pt x="398461" y="52599"/>
                                <a:pt x="397271" y="51410"/>
                                <a:pt x="393703" y="53789"/>
                              </a:cubicBezTo>
                              <a:cubicBezTo>
                                <a:pt x="391324" y="56168"/>
                                <a:pt x="391324" y="59736"/>
                                <a:pt x="387756" y="60925"/>
                              </a:cubicBezTo>
                              <a:cubicBezTo>
                                <a:pt x="387756" y="57357"/>
                                <a:pt x="387756" y="52599"/>
                                <a:pt x="388945" y="49031"/>
                              </a:cubicBezTo>
                              <a:cubicBezTo>
                                <a:pt x="390135" y="44273"/>
                                <a:pt x="391324" y="43084"/>
                                <a:pt x="390135" y="38326"/>
                              </a:cubicBezTo>
                              <a:cubicBezTo>
                                <a:pt x="388945" y="33569"/>
                                <a:pt x="391324" y="33569"/>
                                <a:pt x="393703" y="30000"/>
                              </a:cubicBezTo>
                              <a:cubicBezTo>
                                <a:pt x="396082" y="27621"/>
                                <a:pt x="398461" y="24053"/>
                                <a:pt x="397271" y="20485"/>
                              </a:cubicBezTo>
                              <a:cubicBezTo>
                                <a:pt x="397271" y="20485"/>
                                <a:pt x="398461" y="20485"/>
                                <a:pt x="398461" y="20485"/>
                              </a:cubicBezTo>
                              <a:cubicBezTo>
                                <a:pt x="398461" y="20485"/>
                                <a:pt x="398461" y="19295"/>
                                <a:pt x="398461" y="19295"/>
                              </a:cubicBezTo>
                              <a:cubicBezTo>
                                <a:pt x="393703" y="21674"/>
                                <a:pt x="392514" y="15727"/>
                                <a:pt x="388945" y="15727"/>
                              </a:cubicBezTo>
                              <a:cubicBezTo>
                                <a:pt x="388945" y="18106"/>
                                <a:pt x="388945" y="19295"/>
                                <a:pt x="387756" y="20485"/>
                              </a:cubicBezTo>
                              <a:cubicBezTo>
                                <a:pt x="382998" y="21674"/>
                                <a:pt x="382998" y="14538"/>
                                <a:pt x="379430" y="13348"/>
                              </a:cubicBezTo>
                              <a:cubicBezTo>
                                <a:pt x="373483" y="12159"/>
                                <a:pt x="374672" y="18106"/>
                                <a:pt x="374672" y="21674"/>
                              </a:cubicBezTo>
                              <a:cubicBezTo>
                                <a:pt x="373483" y="20485"/>
                                <a:pt x="371104" y="19295"/>
                                <a:pt x="368725" y="19295"/>
                              </a:cubicBezTo>
                              <a:cubicBezTo>
                                <a:pt x="367535" y="24053"/>
                                <a:pt x="373483" y="25242"/>
                                <a:pt x="372293" y="30000"/>
                              </a:cubicBezTo>
                              <a:cubicBezTo>
                                <a:pt x="371104" y="32379"/>
                                <a:pt x="369914" y="31190"/>
                                <a:pt x="368725" y="33569"/>
                              </a:cubicBezTo>
                              <a:cubicBezTo>
                                <a:pt x="367535" y="34758"/>
                                <a:pt x="368725" y="37137"/>
                                <a:pt x="368725" y="39516"/>
                              </a:cubicBezTo>
                              <a:cubicBezTo>
                                <a:pt x="366346" y="37137"/>
                                <a:pt x="363967" y="37137"/>
                                <a:pt x="361588" y="38326"/>
                              </a:cubicBezTo>
                              <a:cubicBezTo>
                                <a:pt x="361588" y="38326"/>
                                <a:pt x="356831" y="43084"/>
                                <a:pt x="356831" y="44273"/>
                              </a:cubicBezTo>
                              <a:cubicBezTo>
                                <a:pt x="356831" y="45463"/>
                                <a:pt x="356831" y="47842"/>
                                <a:pt x="356831" y="49031"/>
                              </a:cubicBezTo>
                              <a:cubicBezTo>
                                <a:pt x="356831" y="50221"/>
                                <a:pt x="354452" y="50221"/>
                                <a:pt x="354452" y="51410"/>
                              </a:cubicBezTo>
                              <a:cubicBezTo>
                                <a:pt x="353262" y="53789"/>
                                <a:pt x="354452" y="56168"/>
                                <a:pt x="356831" y="57357"/>
                              </a:cubicBezTo>
                              <a:cubicBezTo>
                                <a:pt x="356831" y="59736"/>
                                <a:pt x="356831" y="62115"/>
                                <a:pt x="356831" y="64494"/>
                              </a:cubicBezTo>
                              <a:cubicBezTo>
                                <a:pt x="356831" y="64494"/>
                                <a:pt x="358020" y="64494"/>
                                <a:pt x="358020" y="65683"/>
                              </a:cubicBezTo>
                              <a:cubicBezTo>
                                <a:pt x="359209" y="70441"/>
                                <a:pt x="350883" y="69252"/>
                                <a:pt x="349694" y="66873"/>
                              </a:cubicBezTo>
                              <a:cubicBezTo>
                                <a:pt x="347315" y="64494"/>
                                <a:pt x="347315" y="59736"/>
                                <a:pt x="344936" y="57357"/>
                              </a:cubicBezTo>
                              <a:cubicBezTo>
                                <a:pt x="341368" y="53789"/>
                                <a:pt x="337799" y="56168"/>
                                <a:pt x="333042" y="54978"/>
                              </a:cubicBezTo>
                              <a:cubicBezTo>
                                <a:pt x="329473" y="53789"/>
                                <a:pt x="327095" y="47842"/>
                                <a:pt x="323526" y="51410"/>
                              </a:cubicBezTo>
                              <a:cubicBezTo>
                                <a:pt x="322337" y="53789"/>
                                <a:pt x="314011" y="46652"/>
                                <a:pt x="314011" y="54978"/>
                              </a:cubicBezTo>
                              <a:cubicBezTo>
                                <a:pt x="312821" y="54978"/>
                                <a:pt x="311632" y="54978"/>
                                <a:pt x="309253" y="54978"/>
                              </a:cubicBezTo>
                              <a:cubicBezTo>
                                <a:pt x="310443" y="59736"/>
                                <a:pt x="316390" y="62115"/>
                                <a:pt x="319958" y="63304"/>
                              </a:cubicBezTo>
                              <a:cubicBezTo>
                                <a:pt x="328284" y="65683"/>
                                <a:pt x="322337" y="69252"/>
                                <a:pt x="324716" y="75199"/>
                              </a:cubicBezTo>
                              <a:cubicBezTo>
                                <a:pt x="324716" y="76388"/>
                                <a:pt x="328284" y="79956"/>
                                <a:pt x="327095" y="82335"/>
                              </a:cubicBezTo>
                              <a:cubicBezTo>
                                <a:pt x="325905" y="83525"/>
                                <a:pt x="322337" y="81146"/>
                                <a:pt x="321147" y="79956"/>
                              </a:cubicBezTo>
                              <a:cubicBezTo>
                                <a:pt x="319958" y="78767"/>
                                <a:pt x="318768" y="76388"/>
                                <a:pt x="317579" y="75199"/>
                              </a:cubicBezTo>
                              <a:cubicBezTo>
                                <a:pt x="315200" y="74009"/>
                                <a:pt x="311632" y="74009"/>
                                <a:pt x="311632" y="77578"/>
                              </a:cubicBezTo>
                              <a:cubicBezTo>
                                <a:pt x="310443" y="77578"/>
                                <a:pt x="309253" y="77578"/>
                                <a:pt x="308064" y="77578"/>
                              </a:cubicBezTo>
                              <a:cubicBezTo>
                                <a:pt x="306874" y="70441"/>
                                <a:pt x="303306" y="79956"/>
                                <a:pt x="302116" y="81146"/>
                              </a:cubicBezTo>
                              <a:cubicBezTo>
                                <a:pt x="300927" y="83525"/>
                                <a:pt x="299737" y="83525"/>
                                <a:pt x="299737" y="85904"/>
                              </a:cubicBezTo>
                              <a:cubicBezTo>
                                <a:pt x="299737" y="87093"/>
                                <a:pt x="303306" y="88282"/>
                                <a:pt x="303306" y="89472"/>
                              </a:cubicBezTo>
                              <a:cubicBezTo>
                                <a:pt x="305685" y="93040"/>
                                <a:pt x="304495" y="91851"/>
                                <a:pt x="302116" y="93040"/>
                              </a:cubicBezTo>
                              <a:cubicBezTo>
                                <a:pt x="300927" y="93040"/>
                                <a:pt x="299737" y="93040"/>
                                <a:pt x="298548" y="93040"/>
                              </a:cubicBezTo>
                              <a:cubicBezTo>
                                <a:pt x="297359" y="94230"/>
                                <a:pt x="298548" y="95419"/>
                                <a:pt x="298548" y="95419"/>
                              </a:cubicBezTo>
                              <a:cubicBezTo>
                                <a:pt x="297359" y="97798"/>
                                <a:pt x="292601" y="102556"/>
                                <a:pt x="290222" y="102556"/>
                              </a:cubicBezTo>
                              <a:cubicBezTo>
                                <a:pt x="289033" y="97798"/>
                                <a:pt x="291412" y="98988"/>
                                <a:pt x="293790" y="96608"/>
                              </a:cubicBezTo>
                              <a:cubicBezTo>
                                <a:pt x="294980" y="94230"/>
                                <a:pt x="294980" y="91851"/>
                                <a:pt x="294980" y="88282"/>
                              </a:cubicBezTo>
                              <a:cubicBezTo>
                                <a:pt x="298548" y="87093"/>
                                <a:pt x="294980" y="74009"/>
                                <a:pt x="291412" y="74009"/>
                              </a:cubicBezTo>
                              <a:cubicBezTo>
                                <a:pt x="290222" y="78767"/>
                                <a:pt x="285464" y="79956"/>
                                <a:pt x="284275" y="84714"/>
                              </a:cubicBezTo>
                              <a:cubicBezTo>
                                <a:pt x="283085" y="88282"/>
                                <a:pt x="283085" y="93040"/>
                                <a:pt x="283085" y="97798"/>
                              </a:cubicBezTo>
                              <a:cubicBezTo>
                                <a:pt x="278328" y="96608"/>
                                <a:pt x="281896" y="93040"/>
                                <a:pt x="281896" y="90661"/>
                              </a:cubicBezTo>
                              <a:cubicBezTo>
                                <a:pt x="281896" y="87093"/>
                                <a:pt x="280707" y="84714"/>
                                <a:pt x="281896" y="81146"/>
                              </a:cubicBezTo>
                              <a:cubicBezTo>
                                <a:pt x="278328" y="79956"/>
                                <a:pt x="275949" y="83525"/>
                                <a:pt x="273570" y="85904"/>
                              </a:cubicBezTo>
                              <a:cubicBezTo>
                                <a:pt x="271191" y="88282"/>
                                <a:pt x="272381" y="90661"/>
                                <a:pt x="272381" y="94230"/>
                              </a:cubicBezTo>
                              <a:cubicBezTo>
                                <a:pt x="273570" y="97798"/>
                                <a:pt x="274760" y="100177"/>
                                <a:pt x="277138" y="103745"/>
                              </a:cubicBezTo>
                              <a:cubicBezTo>
                                <a:pt x="278328" y="106124"/>
                                <a:pt x="280707" y="108503"/>
                                <a:pt x="280707" y="112071"/>
                              </a:cubicBezTo>
                              <a:cubicBezTo>
                                <a:pt x="277138" y="112071"/>
                                <a:pt x="271191" y="107314"/>
                                <a:pt x="271191" y="102556"/>
                              </a:cubicBezTo>
                              <a:cubicBezTo>
                                <a:pt x="267623" y="101366"/>
                                <a:pt x="267623" y="97798"/>
                                <a:pt x="266433" y="95419"/>
                              </a:cubicBezTo>
                              <a:cubicBezTo>
                                <a:pt x="262865" y="96608"/>
                                <a:pt x="259297" y="96608"/>
                                <a:pt x="261676" y="101366"/>
                              </a:cubicBezTo>
                              <a:cubicBezTo>
                                <a:pt x="262865" y="103745"/>
                                <a:pt x="266433" y="104935"/>
                                <a:pt x="268812" y="107314"/>
                              </a:cubicBezTo>
                              <a:cubicBezTo>
                                <a:pt x="267623" y="108503"/>
                                <a:pt x="266433" y="108503"/>
                                <a:pt x="265244" y="109692"/>
                              </a:cubicBezTo>
                              <a:cubicBezTo>
                                <a:pt x="265244" y="112071"/>
                                <a:pt x="264054" y="112071"/>
                                <a:pt x="261676" y="112071"/>
                              </a:cubicBezTo>
                              <a:cubicBezTo>
                                <a:pt x="261676" y="109692"/>
                                <a:pt x="256918" y="101366"/>
                                <a:pt x="255729" y="101366"/>
                              </a:cubicBezTo>
                              <a:cubicBezTo>
                                <a:pt x="255729" y="106124"/>
                                <a:pt x="254539" y="108503"/>
                                <a:pt x="254539" y="112071"/>
                              </a:cubicBezTo>
                              <a:cubicBezTo>
                                <a:pt x="255729" y="118018"/>
                                <a:pt x="254539" y="114450"/>
                                <a:pt x="249781" y="115640"/>
                              </a:cubicBezTo>
                              <a:cubicBezTo>
                                <a:pt x="246213" y="116829"/>
                                <a:pt x="242645" y="120397"/>
                                <a:pt x="245024" y="122776"/>
                              </a:cubicBezTo>
                              <a:cubicBezTo>
                                <a:pt x="246213" y="123966"/>
                                <a:pt x="248592" y="123966"/>
                                <a:pt x="248592" y="126344"/>
                              </a:cubicBezTo>
                              <a:cubicBezTo>
                                <a:pt x="248592" y="127534"/>
                                <a:pt x="246213" y="128723"/>
                                <a:pt x="245024" y="128723"/>
                              </a:cubicBezTo>
                              <a:cubicBezTo>
                                <a:pt x="245024" y="131102"/>
                                <a:pt x="246213" y="134671"/>
                                <a:pt x="242645" y="133481"/>
                              </a:cubicBezTo>
                              <a:cubicBezTo>
                                <a:pt x="242645" y="135860"/>
                                <a:pt x="241455" y="138239"/>
                                <a:pt x="239077" y="138239"/>
                              </a:cubicBezTo>
                              <a:cubicBezTo>
                                <a:pt x="239077" y="137049"/>
                                <a:pt x="239077" y="137049"/>
                                <a:pt x="237887" y="135860"/>
                              </a:cubicBezTo>
                              <a:cubicBezTo>
                                <a:pt x="236698" y="134671"/>
                                <a:pt x="234318" y="134671"/>
                                <a:pt x="231940" y="135860"/>
                              </a:cubicBezTo>
                              <a:cubicBezTo>
                                <a:pt x="231940" y="137049"/>
                                <a:pt x="229561" y="144186"/>
                                <a:pt x="228371" y="144186"/>
                              </a:cubicBezTo>
                              <a:cubicBezTo>
                                <a:pt x="227182" y="145375"/>
                                <a:pt x="220045" y="144186"/>
                                <a:pt x="224803" y="147754"/>
                              </a:cubicBezTo>
                              <a:cubicBezTo>
                                <a:pt x="229561" y="151323"/>
                                <a:pt x="240266" y="146565"/>
                                <a:pt x="246213" y="146565"/>
                              </a:cubicBezTo>
                              <a:cubicBezTo>
                                <a:pt x="247402" y="150133"/>
                                <a:pt x="245024" y="150133"/>
                                <a:pt x="243834" y="152512"/>
                              </a:cubicBezTo>
                              <a:cubicBezTo>
                                <a:pt x="242645" y="154891"/>
                                <a:pt x="243834" y="157270"/>
                                <a:pt x="242645" y="158459"/>
                              </a:cubicBezTo>
                              <a:cubicBezTo>
                                <a:pt x="242645" y="157270"/>
                                <a:pt x="241455" y="156080"/>
                                <a:pt x="241455" y="154891"/>
                              </a:cubicBezTo>
                              <a:cubicBezTo>
                                <a:pt x="239077" y="154891"/>
                                <a:pt x="229561" y="150133"/>
                                <a:pt x="229561" y="156080"/>
                              </a:cubicBezTo>
                              <a:cubicBezTo>
                                <a:pt x="222424" y="154891"/>
                                <a:pt x="227182" y="158459"/>
                                <a:pt x="227182" y="160838"/>
                              </a:cubicBezTo>
                              <a:cubicBezTo>
                                <a:pt x="227182" y="163217"/>
                                <a:pt x="225993" y="163217"/>
                                <a:pt x="224803" y="164406"/>
                              </a:cubicBezTo>
                              <a:cubicBezTo>
                                <a:pt x="224803" y="165596"/>
                                <a:pt x="224803" y="167975"/>
                                <a:pt x="223614" y="170354"/>
                              </a:cubicBezTo>
                              <a:cubicBezTo>
                                <a:pt x="221235" y="166785"/>
                                <a:pt x="222424" y="159649"/>
                                <a:pt x="215288" y="159649"/>
                              </a:cubicBezTo>
                              <a:cubicBezTo>
                                <a:pt x="212909" y="166785"/>
                                <a:pt x="208151" y="158459"/>
                                <a:pt x="205772" y="159649"/>
                              </a:cubicBezTo>
                              <a:cubicBezTo>
                                <a:pt x="201014" y="162027"/>
                                <a:pt x="206962" y="166785"/>
                                <a:pt x="209341" y="167975"/>
                              </a:cubicBezTo>
                              <a:cubicBezTo>
                                <a:pt x="211719" y="169164"/>
                                <a:pt x="214098" y="167975"/>
                                <a:pt x="214098" y="171543"/>
                              </a:cubicBezTo>
                              <a:cubicBezTo>
                                <a:pt x="214098" y="175111"/>
                                <a:pt x="211719" y="173922"/>
                                <a:pt x="209341" y="175111"/>
                              </a:cubicBezTo>
                              <a:cubicBezTo>
                                <a:pt x="204583" y="176301"/>
                                <a:pt x="201014" y="172732"/>
                                <a:pt x="196257" y="173922"/>
                              </a:cubicBezTo>
                              <a:cubicBezTo>
                                <a:pt x="195067" y="176301"/>
                                <a:pt x="197446" y="176301"/>
                                <a:pt x="197446" y="178680"/>
                              </a:cubicBezTo>
                              <a:cubicBezTo>
                                <a:pt x="197446" y="179869"/>
                                <a:pt x="197446" y="182248"/>
                                <a:pt x="197446" y="183437"/>
                              </a:cubicBezTo>
                              <a:cubicBezTo>
                                <a:pt x="199825" y="183437"/>
                                <a:pt x="201014" y="183437"/>
                                <a:pt x="202204" y="182248"/>
                              </a:cubicBezTo>
                              <a:cubicBezTo>
                                <a:pt x="202204" y="182248"/>
                                <a:pt x="212909" y="177490"/>
                                <a:pt x="208151" y="182248"/>
                              </a:cubicBezTo>
                              <a:cubicBezTo>
                                <a:pt x="205772" y="184627"/>
                                <a:pt x="202204" y="185816"/>
                                <a:pt x="202204" y="189384"/>
                              </a:cubicBezTo>
                              <a:cubicBezTo>
                                <a:pt x="204583" y="190574"/>
                                <a:pt x="205772" y="191763"/>
                                <a:pt x="206962" y="192953"/>
                              </a:cubicBezTo>
                              <a:cubicBezTo>
                                <a:pt x="209341" y="195332"/>
                                <a:pt x="211719" y="195332"/>
                                <a:pt x="210530" y="198900"/>
                              </a:cubicBezTo>
                              <a:cubicBezTo>
                                <a:pt x="208151" y="197710"/>
                                <a:pt x="204583" y="197710"/>
                                <a:pt x="203393" y="195332"/>
                              </a:cubicBezTo>
                              <a:cubicBezTo>
                                <a:pt x="198635" y="196521"/>
                                <a:pt x="197446" y="187006"/>
                                <a:pt x="195067" y="194142"/>
                              </a:cubicBezTo>
                              <a:cubicBezTo>
                                <a:pt x="193878" y="196521"/>
                                <a:pt x="196257" y="197710"/>
                                <a:pt x="192688" y="200089"/>
                              </a:cubicBezTo>
                              <a:cubicBezTo>
                                <a:pt x="191499" y="201279"/>
                                <a:pt x="187931" y="201279"/>
                                <a:pt x="186741" y="202468"/>
                              </a:cubicBezTo>
                              <a:cubicBezTo>
                                <a:pt x="187931" y="207226"/>
                                <a:pt x="191499" y="204847"/>
                                <a:pt x="195067" y="204847"/>
                              </a:cubicBezTo>
                              <a:cubicBezTo>
                                <a:pt x="198635" y="204847"/>
                                <a:pt x="201014" y="207226"/>
                                <a:pt x="204583" y="207226"/>
                              </a:cubicBezTo>
                              <a:cubicBezTo>
                                <a:pt x="205772" y="209605"/>
                                <a:pt x="208151" y="210794"/>
                                <a:pt x="208151" y="213173"/>
                              </a:cubicBezTo>
                              <a:cubicBezTo>
                                <a:pt x="203393" y="214363"/>
                                <a:pt x="202204" y="210794"/>
                                <a:pt x="198635" y="209605"/>
                              </a:cubicBezTo>
                              <a:cubicBezTo>
                                <a:pt x="195067" y="209605"/>
                                <a:pt x="190310" y="210794"/>
                                <a:pt x="187931" y="213173"/>
                              </a:cubicBezTo>
                              <a:cubicBezTo>
                                <a:pt x="186741" y="214363"/>
                                <a:pt x="187931" y="215552"/>
                                <a:pt x="185552" y="216741"/>
                              </a:cubicBezTo>
                              <a:cubicBezTo>
                                <a:pt x="184362" y="217931"/>
                                <a:pt x="180794" y="216741"/>
                                <a:pt x="179605" y="216741"/>
                              </a:cubicBezTo>
                              <a:cubicBezTo>
                                <a:pt x="178415" y="216741"/>
                                <a:pt x="177226" y="217931"/>
                                <a:pt x="174847" y="219120"/>
                              </a:cubicBezTo>
                              <a:cubicBezTo>
                                <a:pt x="173658" y="220310"/>
                                <a:pt x="171279" y="219120"/>
                                <a:pt x="170089" y="220310"/>
                              </a:cubicBezTo>
                              <a:cubicBezTo>
                                <a:pt x="170089" y="222689"/>
                                <a:pt x="180794" y="229825"/>
                                <a:pt x="171279" y="228636"/>
                              </a:cubicBezTo>
                              <a:cubicBezTo>
                                <a:pt x="171279" y="229825"/>
                                <a:pt x="170089" y="229825"/>
                                <a:pt x="171279" y="231015"/>
                              </a:cubicBezTo>
                              <a:cubicBezTo>
                                <a:pt x="170089" y="231015"/>
                                <a:pt x="167710" y="231015"/>
                                <a:pt x="166521" y="232204"/>
                              </a:cubicBezTo>
                              <a:cubicBezTo>
                                <a:pt x="167710" y="233394"/>
                                <a:pt x="167710" y="240530"/>
                                <a:pt x="167710" y="242909"/>
                              </a:cubicBezTo>
                              <a:cubicBezTo>
                                <a:pt x="165331" y="244099"/>
                                <a:pt x="164142" y="244099"/>
                                <a:pt x="162952" y="245288"/>
                              </a:cubicBezTo>
                              <a:cubicBezTo>
                                <a:pt x="166521" y="247667"/>
                                <a:pt x="172468" y="248856"/>
                                <a:pt x="172468" y="253614"/>
                              </a:cubicBezTo>
                              <a:cubicBezTo>
                                <a:pt x="177226" y="252425"/>
                                <a:pt x="177226" y="257182"/>
                                <a:pt x="173658" y="258372"/>
                              </a:cubicBezTo>
                              <a:cubicBezTo>
                                <a:pt x="170089" y="259561"/>
                                <a:pt x="168900" y="255993"/>
                                <a:pt x="166521" y="254803"/>
                              </a:cubicBezTo>
                              <a:cubicBezTo>
                                <a:pt x="161763" y="252425"/>
                                <a:pt x="158195" y="260751"/>
                                <a:pt x="164142" y="263129"/>
                              </a:cubicBezTo>
                              <a:cubicBezTo>
                                <a:pt x="162952" y="266698"/>
                                <a:pt x="170089" y="267887"/>
                                <a:pt x="167710" y="272645"/>
                              </a:cubicBezTo>
                              <a:cubicBezTo>
                                <a:pt x="164142" y="271456"/>
                                <a:pt x="164142" y="269077"/>
                                <a:pt x="161763" y="271456"/>
                              </a:cubicBezTo>
                              <a:cubicBezTo>
                                <a:pt x="159384" y="273834"/>
                                <a:pt x="159384" y="276213"/>
                                <a:pt x="161763" y="278592"/>
                              </a:cubicBezTo>
                              <a:cubicBezTo>
                                <a:pt x="161763" y="279782"/>
                                <a:pt x="161763" y="280971"/>
                                <a:pt x="161763" y="280971"/>
                              </a:cubicBezTo>
                              <a:cubicBezTo>
                                <a:pt x="159384" y="279782"/>
                                <a:pt x="154627" y="280971"/>
                                <a:pt x="157005" y="284539"/>
                              </a:cubicBezTo>
                              <a:cubicBezTo>
                                <a:pt x="158195" y="286918"/>
                                <a:pt x="162952" y="284539"/>
                                <a:pt x="161763" y="289297"/>
                              </a:cubicBezTo>
                              <a:cubicBezTo>
                                <a:pt x="158195" y="289297"/>
                                <a:pt x="154627" y="285729"/>
                                <a:pt x="152248" y="288108"/>
                              </a:cubicBezTo>
                              <a:cubicBezTo>
                                <a:pt x="151058" y="290486"/>
                                <a:pt x="153437" y="291676"/>
                                <a:pt x="155816" y="291676"/>
                              </a:cubicBezTo>
                              <a:cubicBezTo>
                                <a:pt x="155816" y="294055"/>
                                <a:pt x="157005" y="297623"/>
                                <a:pt x="158195" y="300002"/>
                              </a:cubicBezTo>
                              <a:cubicBezTo>
                                <a:pt x="160574" y="297623"/>
                                <a:pt x="167710" y="297623"/>
                                <a:pt x="165331" y="303570"/>
                              </a:cubicBezTo>
                              <a:cubicBezTo>
                                <a:pt x="161763" y="303570"/>
                                <a:pt x="160574" y="304760"/>
                                <a:pt x="158195" y="307139"/>
                              </a:cubicBezTo>
                              <a:cubicBezTo>
                                <a:pt x="155816" y="308328"/>
                                <a:pt x="154627" y="309517"/>
                                <a:pt x="151058" y="309517"/>
                              </a:cubicBezTo>
                              <a:cubicBezTo>
                                <a:pt x="149869" y="315465"/>
                                <a:pt x="143922" y="313086"/>
                                <a:pt x="143922" y="320222"/>
                              </a:cubicBezTo>
                              <a:cubicBezTo>
                                <a:pt x="143922" y="320222"/>
                                <a:pt x="142732" y="320222"/>
                                <a:pt x="142732" y="320222"/>
                              </a:cubicBezTo>
                              <a:cubicBezTo>
                                <a:pt x="143922" y="324980"/>
                                <a:pt x="139164" y="322601"/>
                                <a:pt x="139164" y="322601"/>
                              </a:cubicBezTo>
                              <a:cubicBezTo>
                                <a:pt x="137975" y="322601"/>
                                <a:pt x="136785" y="323791"/>
                                <a:pt x="135596" y="324980"/>
                              </a:cubicBezTo>
                              <a:cubicBezTo>
                                <a:pt x="136785" y="326169"/>
                                <a:pt x="136785" y="328548"/>
                                <a:pt x="136785" y="329738"/>
                              </a:cubicBezTo>
                              <a:cubicBezTo>
                                <a:pt x="136785" y="329738"/>
                                <a:pt x="136785" y="329738"/>
                                <a:pt x="137975" y="329738"/>
                              </a:cubicBezTo>
                              <a:cubicBezTo>
                                <a:pt x="135596" y="332117"/>
                                <a:pt x="135596" y="333306"/>
                                <a:pt x="133217" y="335685"/>
                              </a:cubicBezTo>
                              <a:cubicBezTo>
                                <a:pt x="129648" y="339253"/>
                                <a:pt x="129648" y="335685"/>
                                <a:pt x="128459" y="334495"/>
                              </a:cubicBezTo>
                              <a:cubicBezTo>
                                <a:pt x="127269" y="332117"/>
                                <a:pt x="129648" y="332117"/>
                                <a:pt x="126080" y="332117"/>
                              </a:cubicBezTo>
                              <a:cubicBezTo>
                                <a:pt x="124891" y="332117"/>
                                <a:pt x="122512" y="333306"/>
                                <a:pt x="122512" y="334495"/>
                              </a:cubicBezTo>
                              <a:cubicBezTo>
                                <a:pt x="120133" y="336875"/>
                                <a:pt x="120133" y="340443"/>
                                <a:pt x="117754" y="342822"/>
                              </a:cubicBezTo>
                              <a:cubicBezTo>
                                <a:pt x="116564" y="344011"/>
                                <a:pt x="114186" y="345201"/>
                                <a:pt x="114186" y="346390"/>
                              </a:cubicBezTo>
                              <a:cubicBezTo>
                                <a:pt x="112996" y="347579"/>
                                <a:pt x="114186" y="349958"/>
                                <a:pt x="112996" y="351148"/>
                              </a:cubicBezTo>
                              <a:cubicBezTo>
                                <a:pt x="110617" y="354716"/>
                                <a:pt x="108239" y="353527"/>
                                <a:pt x="107049" y="357095"/>
                              </a:cubicBezTo>
                              <a:cubicBezTo>
                                <a:pt x="107049" y="358284"/>
                                <a:pt x="107049" y="360663"/>
                                <a:pt x="105860" y="361853"/>
                              </a:cubicBezTo>
                              <a:cubicBezTo>
                                <a:pt x="104670" y="363042"/>
                                <a:pt x="103481" y="363042"/>
                                <a:pt x="102291" y="364231"/>
                              </a:cubicBezTo>
                              <a:cubicBezTo>
                                <a:pt x="101102" y="365421"/>
                                <a:pt x="98723" y="367800"/>
                                <a:pt x="101102" y="368989"/>
                              </a:cubicBezTo>
                              <a:cubicBezTo>
                                <a:pt x="102291" y="370179"/>
                                <a:pt x="103481" y="367800"/>
                                <a:pt x="105860" y="367800"/>
                              </a:cubicBezTo>
                              <a:cubicBezTo>
                                <a:pt x="110617" y="366610"/>
                                <a:pt x="110617" y="367800"/>
                                <a:pt x="108239" y="371368"/>
                              </a:cubicBezTo>
                              <a:cubicBezTo>
                                <a:pt x="107049" y="373747"/>
                                <a:pt x="107049" y="372558"/>
                                <a:pt x="105860" y="374936"/>
                              </a:cubicBezTo>
                              <a:cubicBezTo>
                                <a:pt x="105860" y="376126"/>
                                <a:pt x="107049" y="378505"/>
                                <a:pt x="107049" y="379694"/>
                              </a:cubicBezTo>
                              <a:cubicBezTo>
                                <a:pt x="112996" y="378505"/>
                                <a:pt x="126080" y="377315"/>
                                <a:pt x="124891" y="368989"/>
                              </a:cubicBezTo>
                              <a:cubicBezTo>
                                <a:pt x="124891" y="368989"/>
                                <a:pt x="123701" y="367800"/>
                                <a:pt x="123701" y="367800"/>
                              </a:cubicBezTo>
                              <a:cubicBezTo>
                                <a:pt x="127269" y="366610"/>
                                <a:pt x="127269" y="361853"/>
                                <a:pt x="128459" y="358284"/>
                              </a:cubicBezTo>
                              <a:cubicBezTo>
                                <a:pt x="129648" y="355905"/>
                                <a:pt x="134406" y="351148"/>
                                <a:pt x="136785" y="354716"/>
                              </a:cubicBezTo>
                              <a:cubicBezTo>
                                <a:pt x="134406" y="355905"/>
                                <a:pt x="130838" y="355905"/>
                                <a:pt x="130838" y="359474"/>
                              </a:cubicBezTo>
                              <a:cubicBezTo>
                                <a:pt x="130838" y="359474"/>
                                <a:pt x="132027" y="359474"/>
                                <a:pt x="132027" y="359474"/>
                              </a:cubicBezTo>
                              <a:cubicBezTo>
                                <a:pt x="132027" y="365421"/>
                                <a:pt x="137975" y="363042"/>
                                <a:pt x="137975" y="366610"/>
                              </a:cubicBezTo>
                              <a:cubicBezTo>
                                <a:pt x="137975" y="368989"/>
                                <a:pt x="134406" y="368989"/>
                                <a:pt x="132027" y="368989"/>
                              </a:cubicBezTo>
                              <a:cubicBezTo>
                                <a:pt x="130838" y="370179"/>
                                <a:pt x="129648" y="370179"/>
                                <a:pt x="128459" y="372558"/>
                              </a:cubicBezTo>
                              <a:cubicBezTo>
                                <a:pt x="124891" y="377315"/>
                                <a:pt x="127269" y="377315"/>
                                <a:pt x="127269" y="380884"/>
                              </a:cubicBezTo>
                              <a:cubicBezTo>
                                <a:pt x="127269" y="385641"/>
                                <a:pt x="121322" y="388020"/>
                                <a:pt x="120133" y="383262"/>
                              </a:cubicBezTo>
                              <a:cubicBezTo>
                                <a:pt x="109428" y="376126"/>
                                <a:pt x="110617" y="393967"/>
                                <a:pt x="104670" y="392778"/>
                              </a:cubicBezTo>
                              <a:cubicBezTo>
                                <a:pt x="104670" y="389210"/>
                                <a:pt x="104670" y="386831"/>
                                <a:pt x="103481" y="383262"/>
                              </a:cubicBezTo>
                              <a:cubicBezTo>
                                <a:pt x="102291" y="379694"/>
                                <a:pt x="101102" y="378505"/>
                                <a:pt x="99912" y="374936"/>
                              </a:cubicBezTo>
                              <a:cubicBezTo>
                                <a:pt x="99912" y="374936"/>
                                <a:pt x="99912" y="374936"/>
                                <a:pt x="98723" y="373747"/>
                              </a:cubicBezTo>
                              <a:cubicBezTo>
                                <a:pt x="95155" y="372558"/>
                                <a:pt x="96344" y="374936"/>
                                <a:pt x="93965" y="376126"/>
                              </a:cubicBezTo>
                              <a:cubicBezTo>
                                <a:pt x="92776" y="377315"/>
                                <a:pt x="90397" y="377315"/>
                                <a:pt x="89208" y="377315"/>
                              </a:cubicBezTo>
                              <a:cubicBezTo>
                                <a:pt x="89208" y="379694"/>
                                <a:pt x="90397" y="382073"/>
                                <a:pt x="92776" y="382073"/>
                              </a:cubicBezTo>
                              <a:cubicBezTo>
                                <a:pt x="90397" y="385641"/>
                                <a:pt x="89208" y="385641"/>
                                <a:pt x="85639" y="385641"/>
                              </a:cubicBezTo>
                              <a:cubicBezTo>
                                <a:pt x="82071" y="385641"/>
                                <a:pt x="77313" y="386831"/>
                                <a:pt x="77313" y="390399"/>
                              </a:cubicBezTo>
                              <a:cubicBezTo>
                                <a:pt x="78503" y="390399"/>
                                <a:pt x="78503" y="391588"/>
                                <a:pt x="79692" y="391588"/>
                              </a:cubicBezTo>
                              <a:cubicBezTo>
                                <a:pt x="79692" y="392778"/>
                                <a:pt x="79692" y="392778"/>
                                <a:pt x="79692" y="393967"/>
                              </a:cubicBezTo>
                              <a:cubicBezTo>
                                <a:pt x="76124" y="395157"/>
                                <a:pt x="71366" y="395157"/>
                                <a:pt x="67798" y="397536"/>
                              </a:cubicBezTo>
                              <a:cubicBezTo>
                                <a:pt x="71366" y="402293"/>
                                <a:pt x="83260" y="402293"/>
                                <a:pt x="80881" y="409430"/>
                              </a:cubicBezTo>
                              <a:cubicBezTo>
                                <a:pt x="77313" y="408241"/>
                                <a:pt x="63040" y="398725"/>
                                <a:pt x="63040" y="399914"/>
                              </a:cubicBezTo>
                              <a:cubicBezTo>
                                <a:pt x="59472" y="403483"/>
                                <a:pt x="76124" y="411809"/>
                                <a:pt x="77313" y="414188"/>
                              </a:cubicBezTo>
                              <a:cubicBezTo>
                                <a:pt x="70177" y="412998"/>
                                <a:pt x="67798" y="407051"/>
                                <a:pt x="61850" y="405862"/>
                              </a:cubicBezTo>
                              <a:cubicBezTo>
                                <a:pt x="58282" y="404672"/>
                                <a:pt x="55903" y="404672"/>
                                <a:pt x="52335" y="403483"/>
                              </a:cubicBezTo>
                              <a:cubicBezTo>
                                <a:pt x="49956" y="402293"/>
                                <a:pt x="46388" y="399914"/>
                                <a:pt x="44009" y="401104"/>
                              </a:cubicBezTo>
                              <a:cubicBezTo>
                                <a:pt x="44009" y="402293"/>
                                <a:pt x="42820" y="410619"/>
                                <a:pt x="42820" y="410619"/>
                              </a:cubicBezTo>
                              <a:cubicBezTo>
                                <a:pt x="45198" y="412998"/>
                                <a:pt x="51146" y="410619"/>
                                <a:pt x="53525" y="410619"/>
                              </a:cubicBezTo>
                              <a:cubicBezTo>
                                <a:pt x="53525" y="411809"/>
                                <a:pt x="53525" y="414188"/>
                                <a:pt x="52335" y="415377"/>
                              </a:cubicBezTo>
                              <a:cubicBezTo>
                                <a:pt x="55903" y="417756"/>
                                <a:pt x="59472" y="412998"/>
                                <a:pt x="63040" y="414188"/>
                              </a:cubicBezTo>
                              <a:cubicBezTo>
                                <a:pt x="60661" y="418945"/>
                                <a:pt x="53525" y="416567"/>
                                <a:pt x="52335" y="421324"/>
                              </a:cubicBezTo>
                              <a:cubicBezTo>
                                <a:pt x="48767" y="422514"/>
                                <a:pt x="45198" y="421324"/>
                                <a:pt x="42820" y="418945"/>
                              </a:cubicBezTo>
                              <a:cubicBezTo>
                                <a:pt x="39251" y="416567"/>
                                <a:pt x="40441" y="416567"/>
                                <a:pt x="35683" y="416567"/>
                              </a:cubicBezTo>
                              <a:cubicBezTo>
                                <a:pt x="32115" y="417756"/>
                                <a:pt x="30925" y="414188"/>
                                <a:pt x="28546" y="414188"/>
                              </a:cubicBezTo>
                              <a:cubicBezTo>
                                <a:pt x="24978" y="414188"/>
                                <a:pt x="23789" y="417756"/>
                                <a:pt x="27357" y="418945"/>
                              </a:cubicBezTo>
                              <a:cubicBezTo>
                                <a:pt x="30925" y="420135"/>
                                <a:pt x="32115" y="418945"/>
                                <a:pt x="35683" y="421324"/>
                              </a:cubicBezTo>
                              <a:cubicBezTo>
                                <a:pt x="38062" y="422514"/>
                                <a:pt x="40441" y="423703"/>
                                <a:pt x="42820" y="426082"/>
                              </a:cubicBezTo>
                              <a:cubicBezTo>
                                <a:pt x="44009" y="428461"/>
                                <a:pt x="46388" y="433219"/>
                                <a:pt x="42820" y="434408"/>
                              </a:cubicBezTo>
                              <a:cubicBezTo>
                                <a:pt x="39251" y="435597"/>
                                <a:pt x="38062" y="430840"/>
                                <a:pt x="38062" y="428461"/>
                              </a:cubicBezTo>
                              <a:cubicBezTo>
                                <a:pt x="34494" y="426082"/>
                                <a:pt x="29736" y="427271"/>
                                <a:pt x="28546" y="430840"/>
                              </a:cubicBezTo>
                              <a:cubicBezTo>
                                <a:pt x="23789" y="428461"/>
                                <a:pt x="19031" y="434408"/>
                                <a:pt x="24978" y="436787"/>
                              </a:cubicBezTo>
                              <a:cubicBezTo>
                                <a:pt x="24978" y="442734"/>
                                <a:pt x="19031" y="435597"/>
                                <a:pt x="17842" y="434408"/>
                              </a:cubicBezTo>
                              <a:cubicBezTo>
                                <a:pt x="13084" y="434408"/>
                                <a:pt x="13084" y="435597"/>
                                <a:pt x="10705" y="437976"/>
                              </a:cubicBezTo>
                              <a:cubicBezTo>
                                <a:pt x="9515" y="435597"/>
                                <a:pt x="7137" y="429650"/>
                                <a:pt x="3568" y="432029"/>
                              </a:cubicBezTo>
                              <a:cubicBezTo>
                                <a:pt x="4758" y="434408"/>
                                <a:pt x="5947" y="440355"/>
                                <a:pt x="8326" y="442734"/>
                              </a:cubicBezTo>
                              <a:cubicBezTo>
                                <a:pt x="10705" y="442734"/>
                                <a:pt x="14273" y="441545"/>
                                <a:pt x="16652" y="441545"/>
                              </a:cubicBezTo>
                              <a:cubicBezTo>
                                <a:pt x="20220" y="441545"/>
                                <a:pt x="20220" y="442734"/>
                                <a:pt x="22599" y="443924"/>
                              </a:cubicBezTo>
                              <a:cubicBezTo>
                                <a:pt x="27357" y="446302"/>
                                <a:pt x="32115" y="446302"/>
                                <a:pt x="36873" y="446302"/>
                              </a:cubicBezTo>
                              <a:cubicBezTo>
                                <a:pt x="34494" y="449871"/>
                                <a:pt x="32115" y="451060"/>
                                <a:pt x="27357" y="451060"/>
                              </a:cubicBezTo>
                              <a:cubicBezTo>
                                <a:pt x="22599" y="451060"/>
                                <a:pt x="22599" y="448681"/>
                                <a:pt x="19031" y="447492"/>
                              </a:cubicBezTo>
                              <a:cubicBezTo>
                                <a:pt x="15463" y="446302"/>
                                <a:pt x="11894" y="448681"/>
                                <a:pt x="9515" y="449871"/>
                              </a:cubicBezTo>
                              <a:cubicBezTo>
                                <a:pt x="5947" y="451060"/>
                                <a:pt x="2379" y="451060"/>
                                <a:pt x="0" y="452250"/>
                              </a:cubicBezTo>
                              <a:cubicBezTo>
                                <a:pt x="1190" y="454629"/>
                                <a:pt x="4758" y="455818"/>
                                <a:pt x="7137" y="457007"/>
                              </a:cubicBezTo>
                              <a:cubicBezTo>
                                <a:pt x="7137" y="458197"/>
                                <a:pt x="7137" y="459386"/>
                                <a:pt x="7137" y="460576"/>
                              </a:cubicBezTo>
                              <a:cubicBezTo>
                                <a:pt x="10705" y="460576"/>
                                <a:pt x="14273" y="459386"/>
                                <a:pt x="17842" y="460576"/>
                              </a:cubicBezTo>
                              <a:cubicBezTo>
                                <a:pt x="17842" y="461765"/>
                                <a:pt x="17842" y="461765"/>
                                <a:pt x="17842" y="461765"/>
                              </a:cubicBezTo>
                              <a:cubicBezTo>
                                <a:pt x="14273" y="462955"/>
                                <a:pt x="8326" y="464144"/>
                                <a:pt x="3568" y="464144"/>
                              </a:cubicBezTo>
                              <a:cubicBezTo>
                                <a:pt x="3568" y="466523"/>
                                <a:pt x="10705" y="468902"/>
                                <a:pt x="4758" y="471281"/>
                              </a:cubicBezTo>
                              <a:cubicBezTo>
                                <a:pt x="3568" y="478417"/>
                                <a:pt x="16652" y="476038"/>
                                <a:pt x="20220" y="473660"/>
                              </a:cubicBezTo>
                              <a:cubicBezTo>
                                <a:pt x="23789" y="472470"/>
                                <a:pt x="24978" y="471281"/>
                                <a:pt x="28546" y="471281"/>
                              </a:cubicBezTo>
                              <a:cubicBezTo>
                                <a:pt x="30925" y="471281"/>
                                <a:pt x="33304" y="470091"/>
                                <a:pt x="36873" y="471281"/>
                              </a:cubicBezTo>
                              <a:cubicBezTo>
                                <a:pt x="36873" y="471281"/>
                                <a:pt x="36873" y="472470"/>
                                <a:pt x="38062" y="472470"/>
                              </a:cubicBezTo>
                              <a:cubicBezTo>
                                <a:pt x="40441" y="471281"/>
                                <a:pt x="42820" y="472470"/>
                                <a:pt x="44009" y="471281"/>
                              </a:cubicBezTo>
                              <a:cubicBezTo>
                                <a:pt x="46388" y="470091"/>
                                <a:pt x="46388" y="467712"/>
                                <a:pt x="49956" y="468902"/>
                              </a:cubicBezTo>
                              <a:cubicBezTo>
                                <a:pt x="49956" y="468902"/>
                                <a:pt x="51146" y="471281"/>
                                <a:pt x="52335" y="471281"/>
                              </a:cubicBezTo>
                              <a:cubicBezTo>
                                <a:pt x="53525" y="471281"/>
                                <a:pt x="54714" y="471281"/>
                                <a:pt x="55903" y="471281"/>
                              </a:cubicBezTo>
                              <a:cubicBezTo>
                                <a:pt x="58282" y="472470"/>
                                <a:pt x="58282" y="473660"/>
                                <a:pt x="57093" y="476038"/>
                              </a:cubicBezTo>
                              <a:cubicBezTo>
                                <a:pt x="54714" y="477228"/>
                                <a:pt x="51146" y="477228"/>
                                <a:pt x="48767" y="478417"/>
                              </a:cubicBezTo>
                              <a:cubicBezTo>
                                <a:pt x="48767" y="483175"/>
                                <a:pt x="46388" y="486743"/>
                                <a:pt x="41630" y="485554"/>
                              </a:cubicBezTo>
                              <a:cubicBezTo>
                                <a:pt x="41630" y="481986"/>
                                <a:pt x="47577" y="477228"/>
                                <a:pt x="41630" y="476038"/>
                              </a:cubicBezTo>
                              <a:cubicBezTo>
                                <a:pt x="38062" y="476038"/>
                                <a:pt x="34494" y="479607"/>
                                <a:pt x="30925" y="479607"/>
                              </a:cubicBezTo>
                              <a:cubicBezTo>
                                <a:pt x="29736" y="479607"/>
                                <a:pt x="28546" y="478417"/>
                                <a:pt x="24978" y="478417"/>
                              </a:cubicBezTo>
                              <a:cubicBezTo>
                                <a:pt x="22599" y="478417"/>
                                <a:pt x="20220" y="478417"/>
                                <a:pt x="17842" y="478417"/>
                              </a:cubicBezTo>
                              <a:cubicBezTo>
                                <a:pt x="13084" y="478417"/>
                                <a:pt x="8326" y="477228"/>
                                <a:pt x="3568" y="478417"/>
                              </a:cubicBezTo>
                              <a:cubicBezTo>
                                <a:pt x="3568" y="481986"/>
                                <a:pt x="3568" y="484364"/>
                                <a:pt x="3568" y="487933"/>
                              </a:cubicBezTo>
                              <a:cubicBezTo>
                                <a:pt x="5947" y="486743"/>
                                <a:pt x="9515" y="484364"/>
                                <a:pt x="11894" y="485554"/>
                              </a:cubicBezTo>
                              <a:cubicBezTo>
                                <a:pt x="10705" y="487933"/>
                                <a:pt x="10705" y="490312"/>
                                <a:pt x="9515" y="492690"/>
                              </a:cubicBezTo>
                              <a:cubicBezTo>
                                <a:pt x="8326" y="493880"/>
                                <a:pt x="3568" y="495069"/>
                                <a:pt x="7137" y="498638"/>
                              </a:cubicBezTo>
                              <a:cubicBezTo>
                                <a:pt x="9515" y="501016"/>
                                <a:pt x="16652" y="493880"/>
                                <a:pt x="20220" y="495069"/>
                              </a:cubicBezTo>
                              <a:cubicBezTo>
                                <a:pt x="20220" y="496259"/>
                                <a:pt x="20220" y="498638"/>
                                <a:pt x="20220" y="499827"/>
                              </a:cubicBezTo>
                              <a:cubicBezTo>
                                <a:pt x="19031" y="501016"/>
                                <a:pt x="16652" y="502206"/>
                                <a:pt x="15463" y="503395"/>
                              </a:cubicBezTo>
                              <a:cubicBezTo>
                                <a:pt x="13084" y="506964"/>
                                <a:pt x="15463" y="505774"/>
                                <a:pt x="16652" y="508153"/>
                              </a:cubicBezTo>
                              <a:cubicBezTo>
                                <a:pt x="17842" y="511721"/>
                                <a:pt x="16652" y="521237"/>
                                <a:pt x="22599" y="515290"/>
                              </a:cubicBezTo>
                              <a:cubicBezTo>
                                <a:pt x="26167" y="511721"/>
                                <a:pt x="26167" y="506964"/>
                                <a:pt x="29736" y="504585"/>
                              </a:cubicBezTo>
                              <a:cubicBezTo>
                                <a:pt x="33304" y="502206"/>
                                <a:pt x="40441" y="501016"/>
                                <a:pt x="42820" y="503395"/>
                              </a:cubicBezTo>
                              <a:cubicBezTo>
                                <a:pt x="41630" y="504585"/>
                                <a:pt x="39251" y="504585"/>
                                <a:pt x="38062" y="505774"/>
                              </a:cubicBezTo>
                              <a:cubicBezTo>
                                <a:pt x="36873" y="508153"/>
                                <a:pt x="38062" y="509343"/>
                                <a:pt x="38062" y="510532"/>
                              </a:cubicBezTo>
                              <a:cubicBezTo>
                                <a:pt x="38062" y="512911"/>
                                <a:pt x="38062" y="514100"/>
                                <a:pt x="34494" y="514100"/>
                              </a:cubicBezTo>
                              <a:cubicBezTo>
                                <a:pt x="32115" y="512911"/>
                                <a:pt x="33304" y="510532"/>
                                <a:pt x="32115" y="510532"/>
                              </a:cubicBezTo>
                              <a:cubicBezTo>
                                <a:pt x="27357" y="506964"/>
                                <a:pt x="28546" y="514100"/>
                                <a:pt x="28546" y="517669"/>
                              </a:cubicBezTo>
                              <a:cubicBezTo>
                                <a:pt x="28546" y="522426"/>
                                <a:pt x="26167" y="523616"/>
                                <a:pt x="21410" y="523616"/>
                              </a:cubicBezTo>
                              <a:cubicBezTo>
                                <a:pt x="21410" y="529563"/>
                                <a:pt x="26167" y="527184"/>
                                <a:pt x="30925" y="529563"/>
                              </a:cubicBezTo>
                              <a:cubicBezTo>
                                <a:pt x="30925" y="529563"/>
                                <a:pt x="30925" y="530752"/>
                                <a:pt x="30925" y="531942"/>
                              </a:cubicBezTo>
                              <a:cubicBezTo>
                                <a:pt x="30925" y="531942"/>
                                <a:pt x="30925" y="533131"/>
                                <a:pt x="29736" y="533131"/>
                              </a:cubicBezTo>
                              <a:cubicBezTo>
                                <a:pt x="26167" y="533131"/>
                                <a:pt x="22599" y="533131"/>
                                <a:pt x="23789" y="537889"/>
                              </a:cubicBezTo>
                              <a:cubicBezTo>
                                <a:pt x="21410" y="539078"/>
                                <a:pt x="21410" y="535510"/>
                                <a:pt x="19031" y="535510"/>
                              </a:cubicBezTo>
                              <a:cubicBezTo>
                                <a:pt x="17842" y="535510"/>
                                <a:pt x="15463" y="536699"/>
                                <a:pt x="14273" y="537889"/>
                              </a:cubicBezTo>
                              <a:cubicBezTo>
                                <a:pt x="14273" y="537889"/>
                                <a:pt x="13084" y="539078"/>
                                <a:pt x="13084" y="540268"/>
                              </a:cubicBezTo>
                              <a:cubicBezTo>
                                <a:pt x="11894" y="540268"/>
                                <a:pt x="10705" y="540268"/>
                                <a:pt x="9515" y="540268"/>
                              </a:cubicBezTo>
                              <a:cubicBezTo>
                                <a:pt x="8326" y="541457"/>
                                <a:pt x="7137" y="543836"/>
                                <a:pt x="8326" y="545026"/>
                              </a:cubicBezTo>
                              <a:cubicBezTo>
                                <a:pt x="10705" y="552162"/>
                                <a:pt x="23789" y="554541"/>
                                <a:pt x="22599" y="543836"/>
                              </a:cubicBezTo>
                              <a:cubicBezTo>
                                <a:pt x="23789" y="543836"/>
                                <a:pt x="24978" y="545026"/>
                                <a:pt x="27357" y="545026"/>
                              </a:cubicBezTo>
                              <a:cubicBezTo>
                                <a:pt x="27357" y="546215"/>
                                <a:pt x="28546" y="547404"/>
                                <a:pt x="27357" y="548594"/>
                              </a:cubicBezTo>
                              <a:cubicBezTo>
                                <a:pt x="24978" y="552162"/>
                                <a:pt x="27357" y="555730"/>
                                <a:pt x="27357" y="555730"/>
                              </a:cubicBezTo>
                              <a:cubicBezTo>
                                <a:pt x="23789" y="561678"/>
                                <a:pt x="30925" y="562867"/>
                                <a:pt x="35683" y="561678"/>
                              </a:cubicBezTo>
                              <a:cubicBezTo>
                                <a:pt x="35683" y="565246"/>
                                <a:pt x="33304" y="567625"/>
                                <a:pt x="30925" y="570004"/>
                              </a:cubicBezTo>
                              <a:cubicBezTo>
                                <a:pt x="32115" y="571193"/>
                                <a:pt x="33304" y="573572"/>
                                <a:pt x="33304" y="574762"/>
                              </a:cubicBezTo>
                              <a:cubicBezTo>
                                <a:pt x="27357" y="577140"/>
                                <a:pt x="21410" y="567625"/>
                                <a:pt x="15463" y="570004"/>
                              </a:cubicBezTo>
                              <a:cubicBezTo>
                                <a:pt x="7137" y="573572"/>
                                <a:pt x="16652" y="578330"/>
                                <a:pt x="19031" y="581898"/>
                              </a:cubicBezTo>
                              <a:cubicBezTo>
                                <a:pt x="22599" y="585466"/>
                                <a:pt x="24978" y="591414"/>
                                <a:pt x="29736" y="593792"/>
                              </a:cubicBezTo>
                              <a:cubicBezTo>
                                <a:pt x="38062" y="597361"/>
                                <a:pt x="38062" y="593792"/>
                                <a:pt x="42820" y="602118"/>
                              </a:cubicBezTo>
                              <a:cubicBezTo>
                                <a:pt x="44009" y="600929"/>
                                <a:pt x="45198" y="599740"/>
                                <a:pt x="45198" y="598550"/>
                              </a:cubicBezTo>
                              <a:cubicBezTo>
                                <a:pt x="51146" y="599740"/>
                                <a:pt x="52335" y="603308"/>
                                <a:pt x="57093" y="603308"/>
                              </a:cubicBezTo>
                              <a:cubicBezTo>
                                <a:pt x="60661" y="602118"/>
                                <a:pt x="65419" y="597361"/>
                                <a:pt x="68987" y="594982"/>
                              </a:cubicBezTo>
                              <a:cubicBezTo>
                                <a:pt x="71366" y="599740"/>
                                <a:pt x="76124" y="599740"/>
                                <a:pt x="79692" y="596171"/>
                              </a:cubicBezTo>
                              <a:cubicBezTo>
                                <a:pt x="83260" y="592603"/>
                                <a:pt x="82071" y="589035"/>
                                <a:pt x="83260" y="584277"/>
                              </a:cubicBezTo>
                              <a:cubicBezTo>
                                <a:pt x="85639" y="584277"/>
                                <a:pt x="88018" y="584277"/>
                                <a:pt x="90397" y="585466"/>
                              </a:cubicBezTo>
                              <a:cubicBezTo>
                                <a:pt x="95155" y="581898"/>
                                <a:pt x="93965" y="575951"/>
                                <a:pt x="97533" y="571193"/>
                              </a:cubicBezTo>
                              <a:cubicBezTo>
                                <a:pt x="98723" y="571193"/>
                                <a:pt x="101102" y="571193"/>
                                <a:pt x="102291" y="571193"/>
                              </a:cubicBezTo>
                              <a:cubicBezTo>
                                <a:pt x="103481" y="566435"/>
                                <a:pt x="101102" y="559299"/>
                                <a:pt x="96344" y="556920"/>
                              </a:cubicBezTo>
                              <a:cubicBezTo>
                                <a:pt x="93965" y="555730"/>
                                <a:pt x="93965" y="552162"/>
                                <a:pt x="95155" y="548594"/>
                              </a:cubicBezTo>
                              <a:cubicBezTo>
                                <a:pt x="102291" y="550973"/>
                                <a:pt x="107049" y="568814"/>
                                <a:pt x="112996" y="567625"/>
                              </a:cubicBezTo>
                              <a:cubicBezTo>
                                <a:pt x="112996" y="564057"/>
                                <a:pt x="114186" y="561678"/>
                                <a:pt x="115375" y="560488"/>
                              </a:cubicBezTo>
                              <a:cubicBezTo>
                                <a:pt x="120133" y="556920"/>
                                <a:pt x="128459" y="562867"/>
                                <a:pt x="122512" y="547404"/>
                              </a:cubicBezTo>
                              <a:cubicBezTo>
                                <a:pt x="118944" y="540268"/>
                                <a:pt x="124891" y="536699"/>
                                <a:pt x="126080" y="528373"/>
                              </a:cubicBezTo>
                              <a:cubicBezTo>
                                <a:pt x="127269" y="528373"/>
                                <a:pt x="129648" y="528373"/>
                                <a:pt x="130838" y="528373"/>
                              </a:cubicBezTo>
                              <a:cubicBezTo>
                                <a:pt x="132027" y="536699"/>
                                <a:pt x="127269" y="540268"/>
                                <a:pt x="132027" y="548594"/>
                              </a:cubicBezTo>
                              <a:cubicBezTo>
                                <a:pt x="134406" y="553352"/>
                                <a:pt x="142732" y="555730"/>
                                <a:pt x="143922" y="560488"/>
                              </a:cubicBezTo>
                              <a:cubicBezTo>
                                <a:pt x="143922" y="560488"/>
                                <a:pt x="143922" y="560488"/>
                                <a:pt x="143922" y="561678"/>
                              </a:cubicBezTo>
                              <a:cubicBezTo>
                                <a:pt x="146300" y="564057"/>
                                <a:pt x="147490" y="564057"/>
                                <a:pt x="147490" y="567625"/>
                              </a:cubicBezTo>
                              <a:cubicBezTo>
                                <a:pt x="154627" y="565246"/>
                                <a:pt x="149869" y="547404"/>
                                <a:pt x="151058" y="541457"/>
                              </a:cubicBezTo>
                              <a:cubicBezTo>
                                <a:pt x="153437" y="533131"/>
                                <a:pt x="160574" y="524805"/>
                                <a:pt x="162952" y="516479"/>
                              </a:cubicBezTo>
                              <a:cubicBezTo>
                                <a:pt x="164142" y="509343"/>
                                <a:pt x="162952" y="495069"/>
                                <a:pt x="159384" y="489122"/>
                              </a:cubicBezTo>
                              <a:cubicBezTo>
                                <a:pt x="157005" y="484364"/>
                                <a:pt x="151058" y="485554"/>
                                <a:pt x="155816" y="478417"/>
                              </a:cubicBezTo>
                              <a:cubicBezTo>
                                <a:pt x="158195" y="474849"/>
                                <a:pt x="162952" y="474849"/>
                                <a:pt x="166521" y="473660"/>
                              </a:cubicBezTo>
                              <a:cubicBezTo>
                                <a:pt x="168900" y="465333"/>
                                <a:pt x="165331" y="458197"/>
                                <a:pt x="160574" y="452250"/>
                              </a:cubicBezTo>
                              <a:cubicBezTo>
                                <a:pt x="153437" y="443924"/>
                                <a:pt x="151058" y="443924"/>
                                <a:pt x="152248" y="430840"/>
                              </a:cubicBezTo>
                              <a:cubicBezTo>
                                <a:pt x="153437" y="416567"/>
                                <a:pt x="152248" y="402293"/>
                                <a:pt x="151058" y="389210"/>
                              </a:cubicBezTo>
                              <a:cubicBezTo>
                                <a:pt x="149869" y="376126"/>
                                <a:pt x="147490" y="363042"/>
                                <a:pt x="160574" y="354716"/>
                              </a:cubicBezTo>
                              <a:cubicBezTo>
                                <a:pt x="166521" y="351148"/>
                                <a:pt x="174847" y="353527"/>
                                <a:pt x="178415" y="348769"/>
                              </a:cubicBezTo>
                              <a:cubicBezTo>
                                <a:pt x="183173" y="344011"/>
                                <a:pt x="180794" y="336875"/>
                                <a:pt x="180794" y="330927"/>
                              </a:cubicBezTo>
                              <a:cubicBezTo>
                                <a:pt x="180794" y="323791"/>
                                <a:pt x="183173" y="317843"/>
                                <a:pt x="185552" y="311896"/>
                              </a:cubicBezTo>
                              <a:cubicBezTo>
                                <a:pt x="186741" y="305949"/>
                                <a:pt x="186741" y="298812"/>
                                <a:pt x="187931" y="291676"/>
                              </a:cubicBezTo>
                              <a:cubicBezTo>
                                <a:pt x="189120" y="284539"/>
                                <a:pt x="192688" y="278592"/>
                                <a:pt x="193878" y="272645"/>
                              </a:cubicBezTo>
                              <a:cubicBezTo>
                                <a:pt x="195067" y="265508"/>
                                <a:pt x="190310" y="261940"/>
                                <a:pt x="196257" y="255993"/>
                              </a:cubicBezTo>
                              <a:cubicBezTo>
                                <a:pt x="199825" y="252425"/>
                                <a:pt x="205772" y="251235"/>
                                <a:pt x="209341" y="246477"/>
                              </a:cubicBezTo>
                              <a:cubicBezTo>
                                <a:pt x="214098" y="240530"/>
                                <a:pt x="216477" y="238151"/>
                                <a:pt x="218856" y="231015"/>
                              </a:cubicBezTo>
                              <a:cubicBezTo>
                                <a:pt x="220045" y="228636"/>
                                <a:pt x="221235" y="228636"/>
                                <a:pt x="222424" y="226257"/>
                              </a:cubicBezTo>
                              <a:cubicBezTo>
                                <a:pt x="222424" y="225068"/>
                                <a:pt x="221235" y="222689"/>
                                <a:pt x="222424" y="220310"/>
                              </a:cubicBezTo>
                              <a:cubicBezTo>
                                <a:pt x="223614" y="217931"/>
                                <a:pt x="227182" y="215552"/>
                                <a:pt x="228371" y="213173"/>
                              </a:cubicBezTo>
                              <a:cubicBezTo>
                                <a:pt x="229561" y="206037"/>
                                <a:pt x="220045" y="203658"/>
                                <a:pt x="222424" y="196521"/>
                              </a:cubicBezTo>
                              <a:cubicBezTo>
                                <a:pt x="223614" y="191763"/>
                                <a:pt x="225993" y="192953"/>
                                <a:pt x="227182" y="189384"/>
                              </a:cubicBezTo>
                              <a:cubicBezTo>
                                <a:pt x="228371" y="187006"/>
                                <a:pt x="228371" y="183437"/>
                                <a:pt x="229561" y="181058"/>
                              </a:cubicBezTo>
                              <a:cubicBezTo>
                                <a:pt x="231940" y="176301"/>
                                <a:pt x="236698" y="172732"/>
                                <a:pt x="240266" y="166785"/>
                              </a:cubicBezTo>
                              <a:cubicBezTo>
                                <a:pt x="246213" y="166785"/>
                                <a:pt x="253350" y="167975"/>
                                <a:pt x="256918" y="164406"/>
                              </a:cubicBezTo>
                              <a:cubicBezTo>
                                <a:pt x="259297" y="162027"/>
                                <a:pt x="259297" y="151323"/>
                                <a:pt x="259297" y="147754"/>
                              </a:cubicBezTo>
                              <a:cubicBezTo>
                                <a:pt x="266433" y="147754"/>
                                <a:pt x="267623" y="141807"/>
                                <a:pt x="275949" y="142997"/>
                              </a:cubicBezTo>
                              <a:cubicBezTo>
                                <a:pt x="281896" y="144186"/>
                                <a:pt x="284275" y="148944"/>
                                <a:pt x="291412" y="146565"/>
                              </a:cubicBezTo>
                              <a:cubicBezTo>
                                <a:pt x="293790" y="151323"/>
                                <a:pt x="299737" y="147754"/>
                                <a:pt x="299737" y="144186"/>
                              </a:cubicBezTo>
                              <a:cubicBezTo>
                                <a:pt x="294980" y="140618"/>
                                <a:pt x="297359" y="132292"/>
                                <a:pt x="297359" y="127534"/>
                              </a:cubicBezTo>
                              <a:cubicBezTo>
                                <a:pt x="297359" y="126344"/>
                                <a:pt x="298548" y="121587"/>
                                <a:pt x="298548" y="120397"/>
                              </a:cubicBezTo>
                              <a:cubicBezTo>
                                <a:pt x="298548" y="120397"/>
                                <a:pt x="294980" y="118018"/>
                                <a:pt x="297359" y="115640"/>
                              </a:cubicBezTo>
                              <a:cubicBezTo>
                                <a:pt x="300927" y="115640"/>
                                <a:pt x="305685" y="115640"/>
                                <a:pt x="309253" y="116829"/>
                              </a:cubicBezTo>
                              <a:cubicBezTo>
                                <a:pt x="309253" y="116829"/>
                                <a:pt x="309253" y="115640"/>
                                <a:pt x="309253" y="115640"/>
                              </a:cubicBezTo>
                              <a:cubicBezTo>
                                <a:pt x="310443" y="115640"/>
                                <a:pt x="311632" y="115640"/>
                                <a:pt x="314011" y="116829"/>
                              </a:cubicBezTo>
                              <a:cubicBezTo>
                                <a:pt x="312821" y="95419"/>
                                <a:pt x="330663" y="113261"/>
                                <a:pt x="337799" y="119208"/>
                              </a:cubicBezTo>
                              <a:cubicBezTo>
                                <a:pt x="338989" y="127534"/>
                                <a:pt x="342557" y="127534"/>
                                <a:pt x="346126" y="133481"/>
                              </a:cubicBezTo>
                              <a:cubicBezTo>
                                <a:pt x="349694" y="134671"/>
                                <a:pt x="359209" y="135860"/>
                                <a:pt x="362778" y="134671"/>
                              </a:cubicBezTo>
                              <a:cubicBezTo>
                                <a:pt x="366346" y="132292"/>
                                <a:pt x="366346" y="127534"/>
                                <a:pt x="372293" y="126344"/>
                              </a:cubicBezTo>
                              <a:cubicBezTo>
                                <a:pt x="379430" y="125155"/>
                                <a:pt x="381809" y="131102"/>
                                <a:pt x="386566" y="132292"/>
                              </a:cubicBezTo>
                              <a:cubicBezTo>
                                <a:pt x="393703" y="133481"/>
                                <a:pt x="394892" y="129913"/>
                                <a:pt x="399650" y="126344"/>
                              </a:cubicBezTo>
                              <a:cubicBezTo>
                                <a:pt x="402029" y="123966"/>
                                <a:pt x="409166" y="122776"/>
                                <a:pt x="411545" y="120397"/>
                              </a:cubicBezTo>
                              <a:cubicBezTo>
                                <a:pt x="413923" y="116829"/>
                                <a:pt x="411545" y="112071"/>
                                <a:pt x="411545" y="107314"/>
                              </a:cubicBezTo>
                              <a:cubicBezTo>
                                <a:pt x="410355" y="100177"/>
                                <a:pt x="410355" y="79956"/>
                                <a:pt x="417492" y="77578"/>
                              </a:cubicBezTo>
                              <a:cubicBezTo>
                                <a:pt x="418681" y="66873"/>
                                <a:pt x="427007" y="72820"/>
                                <a:pt x="432954" y="69252"/>
                              </a:cubicBezTo>
                              <a:cubicBezTo>
                                <a:pt x="432954" y="54978"/>
                                <a:pt x="454364" y="69252"/>
                                <a:pt x="457932" y="72820"/>
                              </a:cubicBezTo>
                              <a:cubicBezTo>
                                <a:pt x="462690" y="77578"/>
                                <a:pt x="463880" y="77578"/>
                                <a:pt x="471016" y="79956"/>
                              </a:cubicBezTo>
                              <a:cubicBezTo>
                                <a:pt x="475774" y="81146"/>
                                <a:pt x="474585" y="81146"/>
                                <a:pt x="478153" y="83525"/>
                              </a:cubicBezTo>
                              <a:cubicBezTo>
                                <a:pt x="480532" y="85904"/>
                                <a:pt x="478153" y="87093"/>
                                <a:pt x="482911" y="88282"/>
                              </a:cubicBezTo>
                              <a:cubicBezTo>
                                <a:pt x="485289" y="95419"/>
                                <a:pt x="478153" y="100177"/>
                                <a:pt x="478153" y="107314"/>
                              </a:cubicBezTo>
                              <a:cubicBezTo>
                                <a:pt x="478153" y="110882"/>
                                <a:pt x="479342" y="113261"/>
                                <a:pt x="479342" y="115640"/>
                              </a:cubicBezTo>
                              <a:cubicBezTo>
                                <a:pt x="480532" y="115640"/>
                                <a:pt x="481721" y="115640"/>
                                <a:pt x="482911" y="115640"/>
                              </a:cubicBezTo>
                              <a:cubicBezTo>
                                <a:pt x="484100" y="115640"/>
                                <a:pt x="482911" y="109692"/>
                                <a:pt x="482911" y="107314"/>
                              </a:cubicBezTo>
                              <a:cubicBezTo>
                                <a:pt x="482911" y="106124"/>
                                <a:pt x="484100" y="104935"/>
                                <a:pt x="484100" y="103745"/>
                              </a:cubicBezTo>
                              <a:cubicBezTo>
                                <a:pt x="484100" y="102556"/>
                                <a:pt x="487668" y="100177"/>
                                <a:pt x="488858" y="100177"/>
                              </a:cubicBezTo>
                              <a:cubicBezTo>
                                <a:pt x="490047" y="98988"/>
                                <a:pt x="492426" y="98988"/>
                                <a:pt x="494805" y="98988"/>
                              </a:cubicBezTo>
                              <a:cubicBezTo>
                                <a:pt x="495994" y="98988"/>
                                <a:pt x="497184" y="95419"/>
                                <a:pt x="498373" y="95419"/>
                              </a:cubicBezTo>
                              <a:cubicBezTo>
                                <a:pt x="499563" y="94230"/>
                                <a:pt x="498373" y="89472"/>
                                <a:pt x="497184" y="88282"/>
                              </a:cubicBezTo>
                              <a:cubicBezTo>
                                <a:pt x="497184" y="87093"/>
                                <a:pt x="499563" y="87093"/>
                                <a:pt x="500752" y="87093"/>
                              </a:cubicBezTo>
                              <a:cubicBezTo>
                                <a:pt x="501941" y="87093"/>
                                <a:pt x="506699" y="88282"/>
                                <a:pt x="507889" y="88282"/>
                              </a:cubicBezTo>
                              <a:cubicBezTo>
                                <a:pt x="510268" y="88282"/>
                                <a:pt x="510268" y="84714"/>
                                <a:pt x="510268" y="82335"/>
                              </a:cubicBezTo>
                              <a:cubicBezTo>
                                <a:pt x="510268" y="82335"/>
                                <a:pt x="510268" y="81146"/>
                                <a:pt x="510268" y="81146"/>
                              </a:cubicBezTo>
                              <a:cubicBezTo>
                                <a:pt x="507889" y="79956"/>
                                <a:pt x="505510" y="78767"/>
                                <a:pt x="505510" y="76388"/>
                              </a:cubicBezTo>
                              <a:cubicBezTo>
                                <a:pt x="503131" y="76388"/>
                                <a:pt x="503131" y="79956"/>
                                <a:pt x="500752" y="79956"/>
                              </a:cubicBezTo>
                              <a:cubicBezTo>
                                <a:pt x="499563" y="79956"/>
                                <a:pt x="498373" y="74009"/>
                                <a:pt x="497184" y="72820"/>
                              </a:cubicBezTo>
                              <a:cubicBezTo>
                                <a:pt x="492426" y="75199"/>
                                <a:pt x="499563" y="82335"/>
                                <a:pt x="493616" y="84714"/>
                              </a:cubicBezTo>
                              <a:cubicBezTo>
                                <a:pt x="492426" y="83525"/>
                                <a:pt x="491237" y="81146"/>
                                <a:pt x="490047" y="79956"/>
                              </a:cubicBezTo>
                              <a:cubicBezTo>
                                <a:pt x="487668" y="79956"/>
                                <a:pt x="487668" y="82335"/>
                                <a:pt x="485289" y="81146"/>
                              </a:cubicBezTo>
                              <a:cubicBezTo>
                                <a:pt x="482911" y="76388"/>
                                <a:pt x="480532" y="71630"/>
                                <a:pt x="480532" y="65683"/>
                              </a:cubicBezTo>
                              <a:cubicBezTo>
                                <a:pt x="475774" y="65683"/>
                                <a:pt x="462690" y="68062"/>
                                <a:pt x="462690" y="60925"/>
                              </a:cubicBezTo>
                              <a:cubicBezTo>
                                <a:pt x="466258" y="60925"/>
                                <a:pt x="469827" y="60925"/>
                                <a:pt x="473395" y="59736"/>
                              </a:cubicBezTo>
                              <a:cubicBezTo>
                                <a:pt x="475774" y="54978"/>
                                <a:pt x="476964" y="56168"/>
                                <a:pt x="480532" y="561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2" name="Freeform 941">
                          <a:extLst>
                            <a:ext uri="{FF2B5EF4-FFF2-40B4-BE49-F238E27FC236}">
                              <a16:creationId xmlns:a16="http://schemas.microsoft.com/office/drawing/2014/main" id="{67979560-7664-D9D0-5680-56A4CB6AB1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72977" y="2117680"/>
                          <a:ext cx="20402" cy="13142"/>
                        </a:xfrm>
                        <a:custGeom>
                          <a:avLst/>
                          <a:gdLst>
                            <a:gd name="connsiteX0" fmla="*/ 1238 w 20402"/>
                            <a:gd name="connsiteY0" fmla="*/ 9107 h 13142"/>
                            <a:gd name="connsiteX1" fmla="*/ 9564 w 20402"/>
                            <a:gd name="connsiteY1" fmla="*/ 10297 h 13142"/>
                            <a:gd name="connsiteX2" fmla="*/ 14322 w 20402"/>
                            <a:gd name="connsiteY2" fmla="*/ 12676 h 13142"/>
                            <a:gd name="connsiteX3" fmla="*/ 20269 w 20402"/>
                            <a:gd name="connsiteY3" fmla="*/ 9107 h 13142"/>
                            <a:gd name="connsiteX4" fmla="*/ 14322 w 20402"/>
                            <a:gd name="connsiteY4" fmla="*/ 5539 h 13142"/>
                            <a:gd name="connsiteX5" fmla="*/ 13132 w 20402"/>
                            <a:gd name="connsiteY5" fmla="*/ 781 h 13142"/>
                            <a:gd name="connsiteX6" fmla="*/ 8374 w 20402"/>
                            <a:gd name="connsiteY6" fmla="*/ 1971 h 13142"/>
                            <a:gd name="connsiteX7" fmla="*/ 3617 w 20402"/>
                            <a:gd name="connsiteY7" fmla="*/ 5539 h 13142"/>
                            <a:gd name="connsiteX8" fmla="*/ 1238 w 20402"/>
                            <a:gd name="connsiteY8" fmla="*/ 9107 h 131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20402" h="13142">
                              <a:moveTo>
                                <a:pt x="1238" y="9107"/>
                              </a:moveTo>
                              <a:cubicBezTo>
                                <a:pt x="3617" y="9107"/>
                                <a:pt x="7185" y="7918"/>
                                <a:pt x="9564" y="10297"/>
                              </a:cubicBezTo>
                              <a:cubicBezTo>
                                <a:pt x="10753" y="12676"/>
                                <a:pt x="11943" y="13865"/>
                                <a:pt x="14322" y="12676"/>
                              </a:cubicBezTo>
                              <a:cubicBezTo>
                                <a:pt x="14322" y="12676"/>
                                <a:pt x="21458" y="10297"/>
                                <a:pt x="20269" y="9107"/>
                              </a:cubicBezTo>
                              <a:cubicBezTo>
                                <a:pt x="17890" y="7918"/>
                                <a:pt x="13132" y="6729"/>
                                <a:pt x="14322" y="5539"/>
                              </a:cubicBezTo>
                              <a:cubicBezTo>
                                <a:pt x="15511" y="4350"/>
                                <a:pt x="15511" y="1971"/>
                                <a:pt x="13132" y="781"/>
                              </a:cubicBezTo>
                              <a:cubicBezTo>
                                <a:pt x="10753" y="-408"/>
                                <a:pt x="8374" y="-408"/>
                                <a:pt x="8374" y="1971"/>
                              </a:cubicBezTo>
                              <a:cubicBezTo>
                                <a:pt x="7185" y="4350"/>
                                <a:pt x="5995" y="4350"/>
                                <a:pt x="3617" y="5539"/>
                              </a:cubicBezTo>
                              <a:cubicBezTo>
                                <a:pt x="48" y="5539"/>
                                <a:pt x="-1141" y="7918"/>
                                <a:pt x="1238" y="910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3" name="Freeform 942">
                          <a:extLst>
                            <a:ext uri="{FF2B5EF4-FFF2-40B4-BE49-F238E27FC236}">
                              <a16:creationId xmlns:a16="http://schemas.microsoft.com/office/drawing/2014/main" id="{F745D7C6-5A6D-FE17-2AE6-637C4630F5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41544" y="2141060"/>
                          <a:ext cx="11746" cy="9671"/>
                        </a:xfrm>
                        <a:custGeom>
                          <a:avLst/>
                          <a:gdLst>
                            <a:gd name="connsiteX0" fmla="*/ 6503 w 11746"/>
                            <a:gd name="connsiteY0" fmla="*/ 9516 h 9671"/>
                            <a:gd name="connsiteX1" fmla="*/ 11261 w 11746"/>
                            <a:gd name="connsiteY1" fmla="*/ 4758 h 9671"/>
                            <a:gd name="connsiteX2" fmla="*/ 5314 w 11746"/>
                            <a:gd name="connsiteY2" fmla="*/ 0 h 9671"/>
                            <a:gd name="connsiteX3" fmla="*/ 556 w 11746"/>
                            <a:gd name="connsiteY3" fmla="*/ 2379 h 9671"/>
                            <a:gd name="connsiteX4" fmla="*/ 6503 w 11746"/>
                            <a:gd name="connsiteY4" fmla="*/ 9516 h 96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1746" h="9671">
                              <a:moveTo>
                                <a:pt x="6503" y="9516"/>
                              </a:moveTo>
                              <a:cubicBezTo>
                                <a:pt x="6503" y="9516"/>
                                <a:pt x="13640" y="7137"/>
                                <a:pt x="11261" y="4758"/>
                              </a:cubicBezTo>
                              <a:cubicBezTo>
                                <a:pt x="8882" y="2379"/>
                                <a:pt x="6503" y="0"/>
                                <a:pt x="5314" y="0"/>
                              </a:cubicBezTo>
                              <a:cubicBezTo>
                                <a:pt x="4125" y="0"/>
                                <a:pt x="-1822" y="0"/>
                                <a:pt x="556" y="2379"/>
                              </a:cubicBezTo>
                              <a:cubicBezTo>
                                <a:pt x="2935" y="4758"/>
                                <a:pt x="4125" y="10705"/>
                                <a:pt x="6503" y="951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4" name="Freeform 943">
                          <a:extLst>
                            <a:ext uri="{FF2B5EF4-FFF2-40B4-BE49-F238E27FC236}">
                              <a16:creationId xmlns:a16="http://schemas.microsoft.com/office/drawing/2014/main" id="{0DBEEC95-6FC7-B037-249C-23C886E4E8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30903" y="2151765"/>
                          <a:ext cx="8686" cy="10008"/>
                        </a:xfrm>
                        <a:custGeom>
                          <a:avLst/>
                          <a:gdLst>
                            <a:gd name="connsiteX0" fmla="*/ 493 w 8686"/>
                            <a:gd name="connsiteY0" fmla="*/ 8326 h 10008"/>
                            <a:gd name="connsiteX1" fmla="*/ 5250 w 8686"/>
                            <a:gd name="connsiteY1" fmla="*/ 9516 h 10008"/>
                            <a:gd name="connsiteX2" fmla="*/ 7629 w 8686"/>
                            <a:gd name="connsiteY2" fmla="*/ 4758 h 10008"/>
                            <a:gd name="connsiteX3" fmla="*/ 7629 w 8686"/>
                            <a:gd name="connsiteY3" fmla="*/ 0 h 10008"/>
                            <a:gd name="connsiteX4" fmla="*/ 1682 w 8686"/>
                            <a:gd name="connsiteY4" fmla="*/ 3568 h 10008"/>
                            <a:gd name="connsiteX5" fmla="*/ 493 w 8686"/>
                            <a:gd name="connsiteY5" fmla="*/ 8326 h 1000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8686" h="10008">
                              <a:moveTo>
                                <a:pt x="493" y="8326"/>
                              </a:moveTo>
                              <a:cubicBezTo>
                                <a:pt x="1682" y="9516"/>
                                <a:pt x="4061" y="10705"/>
                                <a:pt x="5250" y="9516"/>
                              </a:cubicBezTo>
                              <a:cubicBezTo>
                                <a:pt x="6440" y="8326"/>
                                <a:pt x="6440" y="7137"/>
                                <a:pt x="7629" y="4758"/>
                              </a:cubicBezTo>
                              <a:cubicBezTo>
                                <a:pt x="7629" y="4758"/>
                                <a:pt x="10008" y="0"/>
                                <a:pt x="7629" y="0"/>
                              </a:cubicBezTo>
                              <a:cubicBezTo>
                                <a:pt x="5250" y="0"/>
                                <a:pt x="2872" y="3568"/>
                                <a:pt x="1682" y="3568"/>
                              </a:cubicBezTo>
                              <a:cubicBezTo>
                                <a:pt x="493" y="3568"/>
                                <a:pt x="-697" y="7137"/>
                                <a:pt x="493" y="832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5" name="Freeform 944">
                          <a:extLst>
                            <a:ext uri="{FF2B5EF4-FFF2-40B4-BE49-F238E27FC236}">
                              <a16:creationId xmlns:a16="http://schemas.microsoft.com/office/drawing/2014/main" id="{AFB96C4B-2D30-2334-19A9-407C2BCBC0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11698" y="2139871"/>
                          <a:ext cx="24936" cy="16262"/>
                        </a:xfrm>
                        <a:custGeom>
                          <a:avLst/>
                          <a:gdLst>
                            <a:gd name="connsiteX0" fmla="*/ 666 w 24936"/>
                            <a:gd name="connsiteY0" fmla="*/ 13084 h 16262"/>
                            <a:gd name="connsiteX1" fmla="*/ 11371 w 24936"/>
                            <a:gd name="connsiteY1" fmla="*/ 15463 h 16262"/>
                            <a:gd name="connsiteX2" fmla="*/ 18508 w 24936"/>
                            <a:gd name="connsiteY2" fmla="*/ 7137 h 16262"/>
                            <a:gd name="connsiteX3" fmla="*/ 24455 w 24936"/>
                            <a:gd name="connsiteY3" fmla="*/ 0 h 16262"/>
                            <a:gd name="connsiteX4" fmla="*/ 16129 w 24936"/>
                            <a:gd name="connsiteY4" fmla="*/ 3568 h 16262"/>
                            <a:gd name="connsiteX5" fmla="*/ 3045 w 24936"/>
                            <a:gd name="connsiteY5" fmla="*/ 5947 h 16262"/>
                            <a:gd name="connsiteX6" fmla="*/ 666 w 24936"/>
                            <a:gd name="connsiteY6" fmla="*/ 13084 h 162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4936" h="16262">
                              <a:moveTo>
                                <a:pt x="666" y="13084"/>
                              </a:moveTo>
                              <a:cubicBezTo>
                                <a:pt x="3045" y="14273"/>
                                <a:pt x="8992" y="17842"/>
                                <a:pt x="11371" y="15463"/>
                              </a:cubicBezTo>
                              <a:cubicBezTo>
                                <a:pt x="13750" y="13084"/>
                                <a:pt x="17318" y="8326"/>
                                <a:pt x="18508" y="7137"/>
                              </a:cubicBezTo>
                              <a:cubicBezTo>
                                <a:pt x="19697" y="5947"/>
                                <a:pt x="26834" y="0"/>
                                <a:pt x="24455" y="0"/>
                              </a:cubicBezTo>
                              <a:cubicBezTo>
                                <a:pt x="23266" y="0"/>
                                <a:pt x="18508" y="3568"/>
                                <a:pt x="16129" y="3568"/>
                              </a:cubicBezTo>
                              <a:cubicBezTo>
                                <a:pt x="13750" y="3568"/>
                                <a:pt x="5424" y="4758"/>
                                <a:pt x="3045" y="5947"/>
                              </a:cubicBezTo>
                              <a:cubicBezTo>
                                <a:pt x="3045" y="7137"/>
                                <a:pt x="-1713" y="11894"/>
                                <a:pt x="666" y="1308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6" name="Freeform 945">
                          <a:extLst>
                            <a:ext uri="{FF2B5EF4-FFF2-40B4-BE49-F238E27FC236}">
                              <a16:creationId xmlns:a16="http://schemas.microsoft.com/office/drawing/2014/main" id="{99487553-D095-0BAE-DCF6-5A4C2A7372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19368" y="2160443"/>
                          <a:ext cx="10837" cy="6784"/>
                        </a:xfrm>
                        <a:custGeom>
                          <a:avLst/>
                          <a:gdLst>
                            <a:gd name="connsiteX0" fmla="*/ 8459 w 10837"/>
                            <a:gd name="connsiteY0" fmla="*/ 838 h 6784"/>
                            <a:gd name="connsiteX1" fmla="*/ 133 w 10837"/>
                            <a:gd name="connsiteY1" fmla="*/ 838 h 6784"/>
                            <a:gd name="connsiteX2" fmla="*/ 6080 w 10837"/>
                            <a:gd name="connsiteY2" fmla="*/ 6785 h 6784"/>
                            <a:gd name="connsiteX3" fmla="*/ 10838 w 10837"/>
                            <a:gd name="connsiteY3" fmla="*/ 5595 h 6784"/>
                            <a:gd name="connsiteX4" fmla="*/ 8459 w 10837"/>
                            <a:gd name="connsiteY4" fmla="*/ 838 h 678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0837" h="6784">
                              <a:moveTo>
                                <a:pt x="8459" y="838"/>
                              </a:moveTo>
                              <a:cubicBezTo>
                                <a:pt x="6080" y="2027"/>
                                <a:pt x="-1057" y="-1541"/>
                                <a:pt x="133" y="838"/>
                              </a:cubicBezTo>
                              <a:cubicBezTo>
                                <a:pt x="1322" y="3217"/>
                                <a:pt x="3701" y="6785"/>
                                <a:pt x="6080" y="6785"/>
                              </a:cubicBezTo>
                              <a:cubicBezTo>
                                <a:pt x="8459" y="6785"/>
                                <a:pt x="10838" y="6785"/>
                                <a:pt x="10838" y="5595"/>
                              </a:cubicBezTo>
                              <a:cubicBezTo>
                                <a:pt x="10838" y="5595"/>
                                <a:pt x="10838" y="838"/>
                                <a:pt x="8459" y="83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7" name="Freeform 946">
                          <a:extLst>
                            <a:ext uri="{FF2B5EF4-FFF2-40B4-BE49-F238E27FC236}">
                              <a16:creationId xmlns:a16="http://schemas.microsoft.com/office/drawing/2014/main" id="{C04113CE-FCE0-66D1-5B2B-F1EF5FBC8B2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48047" y="2128148"/>
                          <a:ext cx="5286" cy="6965"/>
                        </a:xfrm>
                        <a:custGeom>
                          <a:avLst/>
                          <a:gdLst>
                            <a:gd name="connsiteX0" fmla="*/ 2379 w 5286"/>
                            <a:gd name="connsiteY0" fmla="*/ 6965 h 6965"/>
                            <a:gd name="connsiteX1" fmla="*/ 4758 w 5286"/>
                            <a:gd name="connsiteY1" fmla="*/ 5776 h 6965"/>
                            <a:gd name="connsiteX2" fmla="*/ 4758 w 5286"/>
                            <a:gd name="connsiteY2" fmla="*/ 2207 h 6965"/>
                            <a:gd name="connsiteX3" fmla="*/ 0 w 5286"/>
                            <a:gd name="connsiteY3" fmla="*/ 1018 h 6965"/>
                            <a:gd name="connsiteX4" fmla="*/ 2379 w 5286"/>
                            <a:gd name="connsiteY4" fmla="*/ 6965 h 696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5286" h="6965">
                              <a:moveTo>
                                <a:pt x="2379" y="6965"/>
                              </a:moveTo>
                              <a:cubicBezTo>
                                <a:pt x="3569" y="6965"/>
                                <a:pt x="3569" y="6965"/>
                                <a:pt x="4758" y="5776"/>
                              </a:cubicBezTo>
                              <a:cubicBezTo>
                                <a:pt x="4758" y="5776"/>
                                <a:pt x="5947" y="3397"/>
                                <a:pt x="4758" y="2207"/>
                              </a:cubicBezTo>
                              <a:cubicBezTo>
                                <a:pt x="3569" y="1018"/>
                                <a:pt x="0" y="-1361"/>
                                <a:pt x="0" y="1018"/>
                              </a:cubicBezTo>
                              <a:cubicBezTo>
                                <a:pt x="1190" y="3397"/>
                                <a:pt x="1190" y="6965"/>
                                <a:pt x="2379" y="696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8" name="Freeform 947">
                          <a:extLst>
                            <a:ext uri="{FF2B5EF4-FFF2-40B4-BE49-F238E27FC236}">
                              <a16:creationId xmlns:a16="http://schemas.microsoft.com/office/drawing/2014/main" id="{48BC7E86-0D84-BCC7-AE5C-A87FF990F9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63194" y="2118304"/>
                          <a:ext cx="5407" cy="5381"/>
                        </a:xfrm>
                        <a:custGeom>
                          <a:avLst/>
                          <a:gdLst>
                            <a:gd name="connsiteX0" fmla="*/ 3885 w 5407"/>
                            <a:gd name="connsiteY0" fmla="*/ 4915 h 5381"/>
                            <a:gd name="connsiteX1" fmla="*/ 5074 w 5407"/>
                            <a:gd name="connsiteY1" fmla="*/ 157 h 5381"/>
                            <a:gd name="connsiteX2" fmla="*/ 316 w 5407"/>
                            <a:gd name="connsiteY2" fmla="*/ 2536 h 5381"/>
                            <a:gd name="connsiteX3" fmla="*/ 3885 w 5407"/>
                            <a:gd name="connsiteY3" fmla="*/ 4915 h 538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407" h="5381">
                              <a:moveTo>
                                <a:pt x="3885" y="4915"/>
                              </a:moveTo>
                              <a:cubicBezTo>
                                <a:pt x="3885" y="4915"/>
                                <a:pt x="6264" y="-1032"/>
                                <a:pt x="5074" y="157"/>
                              </a:cubicBezTo>
                              <a:cubicBezTo>
                                <a:pt x="3885" y="157"/>
                                <a:pt x="-873" y="1347"/>
                                <a:pt x="316" y="2536"/>
                              </a:cubicBezTo>
                              <a:cubicBezTo>
                                <a:pt x="-873" y="4915"/>
                                <a:pt x="1506" y="6104"/>
                                <a:pt x="3885" y="491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49" name="Freeform 948">
                          <a:extLst>
                            <a:ext uri="{FF2B5EF4-FFF2-40B4-BE49-F238E27FC236}">
                              <a16:creationId xmlns:a16="http://schemas.microsoft.com/office/drawing/2014/main" id="{50391753-D2D2-0FE4-5410-3F8DB15AE2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81439" y="2169283"/>
                          <a:ext cx="12136" cy="18355"/>
                        </a:xfrm>
                        <a:custGeom>
                          <a:avLst/>
                          <a:gdLst>
                            <a:gd name="connsiteX0" fmla="*/ 3568 w 12136"/>
                            <a:gd name="connsiteY0" fmla="*/ 13408 h 18355"/>
                            <a:gd name="connsiteX1" fmla="*/ 9515 w 12136"/>
                            <a:gd name="connsiteY1" fmla="*/ 18166 h 18355"/>
                            <a:gd name="connsiteX2" fmla="*/ 11894 w 12136"/>
                            <a:gd name="connsiteY2" fmla="*/ 14597 h 18355"/>
                            <a:gd name="connsiteX3" fmla="*/ 9515 w 12136"/>
                            <a:gd name="connsiteY3" fmla="*/ 9840 h 18355"/>
                            <a:gd name="connsiteX4" fmla="*/ 10705 w 12136"/>
                            <a:gd name="connsiteY4" fmla="*/ 2703 h 18355"/>
                            <a:gd name="connsiteX5" fmla="*/ 4758 w 12136"/>
                            <a:gd name="connsiteY5" fmla="*/ 324 h 18355"/>
                            <a:gd name="connsiteX6" fmla="*/ 0 w 12136"/>
                            <a:gd name="connsiteY6" fmla="*/ 6271 h 18355"/>
                            <a:gd name="connsiteX7" fmla="*/ 3568 w 12136"/>
                            <a:gd name="connsiteY7" fmla="*/ 13408 h 1835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2136" h="18355">
                              <a:moveTo>
                                <a:pt x="3568" y="13408"/>
                              </a:moveTo>
                              <a:cubicBezTo>
                                <a:pt x="4758" y="14597"/>
                                <a:pt x="7136" y="19355"/>
                                <a:pt x="9515" y="18166"/>
                              </a:cubicBezTo>
                              <a:cubicBezTo>
                                <a:pt x="9515" y="18166"/>
                                <a:pt x="13083" y="14597"/>
                                <a:pt x="11894" y="14597"/>
                              </a:cubicBezTo>
                              <a:cubicBezTo>
                                <a:pt x="10705" y="13408"/>
                                <a:pt x="8326" y="12219"/>
                                <a:pt x="9515" y="9840"/>
                              </a:cubicBezTo>
                              <a:cubicBezTo>
                                <a:pt x="10705" y="7461"/>
                                <a:pt x="11894" y="3893"/>
                                <a:pt x="10705" y="2703"/>
                              </a:cubicBezTo>
                              <a:cubicBezTo>
                                <a:pt x="9515" y="1514"/>
                                <a:pt x="7136" y="-865"/>
                                <a:pt x="4758" y="324"/>
                              </a:cubicBezTo>
                              <a:cubicBezTo>
                                <a:pt x="3568" y="1514"/>
                                <a:pt x="0" y="2703"/>
                                <a:pt x="0" y="6271"/>
                              </a:cubicBezTo>
                              <a:cubicBezTo>
                                <a:pt x="1189" y="9840"/>
                                <a:pt x="2379" y="12219"/>
                                <a:pt x="3568" y="1340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0" name="Freeform 949">
                          <a:extLst>
                            <a:ext uri="{FF2B5EF4-FFF2-40B4-BE49-F238E27FC236}">
                              <a16:creationId xmlns:a16="http://schemas.microsoft.com/office/drawing/2014/main" id="{CBB0F360-8D59-43E2-BF66-10FD3C80C9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66699" y="2167228"/>
                          <a:ext cx="9321" cy="15330"/>
                        </a:xfrm>
                        <a:custGeom>
                          <a:avLst/>
                          <a:gdLst>
                            <a:gd name="connsiteX0" fmla="*/ 2846 w 9321"/>
                            <a:gd name="connsiteY0" fmla="*/ 14273 h 15330"/>
                            <a:gd name="connsiteX1" fmla="*/ 8793 w 9321"/>
                            <a:gd name="connsiteY1" fmla="*/ 14273 h 15330"/>
                            <a:gd name="connsiteX2" fmla="*/ 8793 w 9321"/>
                            <a:gd name="connsiteY2" fmla="*/ 10705 h 15330"/>
                            <a:gd name="connsiteX3" fmla="*/ 5224 w 9321"/>
                            <a:gd name="connsiteY3" fmla="*/ 7137 h 15330"/>
                            <a:gd name="connsiteX4" fmla="*/ 2846 w 9321"/>
                            <a:gd name="connsiteY4" fmla="*/ 0 h 15330"/>
                            <a:gd name="connsiteX5" fmla="*/ 467 w 9321"/>
                            <a:gd name="connsiteY5" fmla="*/ 4758 h 15330"/>
                            <a:gd name="connsiteX6" fmla="*/ 2846 w 9321"/>
                            <a:gd name="connsiteY6" fmla="*/ 14273 h 1533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9321" h="15330">
                              <a:moveTo>
                                <a:pt x="2846" y="14273"/>
                              </a:moveTo>
                              <a:cubicBezTo>
                                <a:pt x="4035" y="14273"/>
                                <a:pt x="7603" y="16652"/>
                                <a:pt x="8793" y="14273"/>
                              </a:cubicBezTo>
                              <a:cubicBezTo>
                                <a:pt x="8793" y="14273"/>
                                <a:pt x="9982" y="11894"/>
                                <a:pt x="8793" y="10705"/>
                              </a:cubicBezTo>
                              <a:cubicBezTo>
                                <a:pt x="7603" y="9515"/>
                                <a:pt x="5224" y="8326"/>
                                <a:pt x="5224" y="7137"/>
                              </a:cubicBezTo>
                              <a:cubicBezTo>
                                <a:pt x="5224" y="4758"/>
                                <a:pt x="4035" y="0"/>
                                <a:pt x="2846" y="0"/>
                              </a:cubicBezTo>
                              <a:cubicBezTo>
                                <a:pt x="1656" y="0"/>
                                <a:pt x="467" y="2379"/>
                                <a:pt x="467" y="4758"/>
                              </a:cubicBezTo>
                              <a:cubicBezTo>
                                <a:pt x="-723" y="7137"/>
                                <a:pt x="467" y="14273"/>
                                <a:pt x="2846" y="1427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1" name="Freeform 950">
                          <a:extLst>
                            <a:ext uri="{FF2B5EF4-FFF2-40B4-BE49-F238E27FC236}">
                              <a16:creationId xmlns:a16="http://schemas.microsoft.com/office/drawing/2014/main" id="{D237A8B4-65A9-D47D-D9A5-EB491E7A85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65660" y="2187291"/>
                          <a:ext cx="4413" cy="5932"/>
                        </a:xfrm>
                        <a:custGeom>
                          <a:avLst/>
                          <a:gdLst>
                            <a:gd name="connsiteX0" fmla="*/ 316 w 4413"/>
                            <a:gd name="connsiteY0" fmla="*/ 3726 h 5932"/>
                            <a:gd name="connsiteX1" fmla="*/ 3885 w 4413"/>
                            <a:gd name="connsiteY1" fmla="*/ 4915 h 5932"/>
                            <a:gd name="connsiteX2" fmla="*/ 3885 w 4413"/>
                            <a:gd name="connsiteY2" fmla="*/ 157 h 5932"/>
                            <a:gd name="connsiteX3" fmla="*/ 316 w 4413"/>
                            <a:gd name="connsiteY3" fmla="*/ 3726 h 593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413" h="5932">
                              <a:moveTo>
                                <a:pt x="316" y="3726"/>
                              </a:moveTo>
                              <a:cubicBezTo>
                                <a:pt x="1506" y="4915"/>
                                <a:pt x="2695" y="7294"/>
                                <a:pt x="3885" y="4915"/>
                              </a:cubicBezTo>
                              <a:cubicBezTo>
                                <a:pt x="3885" y="4915"/>
                                <a:pt x="5074" y="-1032"/>
                                <a:pt x="3885" y="157"/>
                              </a:cubicBezTo>
                              <a:cubicBezTo>
                                <a:pt x="1506" y="1347"/>
                                <a:pt x="-873" y="2536"/>
                                <a:pt x="316" y="372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2" name="Freeform 951">
                          <a:extLst>
                            <a:ext uri="{FF2B5EF4-FFF2-40B4-BE49-F238E27FC236}">
                              <a16:creationId xmlns:a16="http://schemas.microsoft.com/office/drawing/2014/main" id="{9430E71D-99FF-E196-76D2-720B6A0D8C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51570" y="2181177"/>
                          <a:ext cx="14034" cy="14119"/>
                        </a:xfrm>
                        <a:custGeom>
                          <a:avLst/>
                          <a:gdLst>
                            <a:gd name="connsiteX0" fmla="*/ 7270 w 14034"/>
                            <a:gd name="connsiteY0" fmla="*/ 324 h 14119"/>
                            <a:gd name="connsiteX1" fmla="*/ 133 w 14034"/>
                            <a:gd name="connsiteY1" fmla="*/ 8650 h 14119"/>
                            <a:gd name="connsiteX2" fmla="*/ 4891 w 14034"/>
                            <a:gd name="connsiteY2" fmla="*/ 13408 h 14119"/>
                            <a:gd name="connsiteX3" fmla="*/ 10838 w 14034"/>
                            <a:gd name="connsiteY3" fmla="*/ 11029 h 14119"/>
                            <a:gd name="connsiteX4" fmla="*/ 13217 w 14034"/>
                            <a:gd name="connsiteY4" fmla="*/ 6271 h 14119"/>
                            <a:gd name="connsiteX5" fmla="*/ 12028 w 14034"/>
                            <a:gd name="connsiteY5" fmla="*/ 2703 h 14119"/>
                            <a:gd name="connsiteX6" fmla="*/ 7270 w 14034"/>
                            <a:gd name="connsiteY6" fmla="*/ 324 h 1411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034" h="14119">
                              <a:moveTo>
                                <a:pt x="7270" y="324"/>
                              </a:moveTo>
                              <a:cubicBezTo>
                                <a:pt x="6080" y="1514"/>
                                <a:pt x="-1056" y="6271"/>
                                <a:pt x="133" y="8650"/>
                              </a:cubicBezTo>
                              <a:cubicBezTo>
                                <a:pt x="2512" y="9840"/>
                                <a:pt x="3701" y="12219"/>
                                <a:pt x="4891" y="13408"/>
                              </a:cubicBezTo>
                              <a:cubicBezTo>
                                <a:pt x="6080" y="14597"/>
                                <a:pt x="10838" y="14597"/>
                                <a:pt x="10838" y="11029"/>
                              </a:cubicBezTo>
                              <a:cubicBezTo>
                                <a:pt x="10838" y="9840"/>
                                <a:pt x="12028" y="7461"/>
                                <a:pt x="13217" y="6271"/>
                              </a:cubicBezTo>
                              <a:cubicBezTo>
                                <a:pt x="15596" y="5082"/>
                                <a:pt x="12028" y="2703"/>
                                <a:pt x="12028" y="2703"/>
                              </a:cubicBezTo>
                              <a:cubicBezTo>
                                <a:pt x="10838" y="1514"/>
                                <a:pt x="8459" y="-865"/>
                                <a:pt x="7270" y="32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3" name="Freeform 952">
                          <a:extLst>
                            <a:ext uri="{FF2B5EF4-FFF2-40B4-BE49-F238E27FC236}">
                              <a16:creationId xmlns:a16="http://schemas.microsoft.com/office/drawing/2014/main" id="{4D49F3E9-396A-0899-177B-D753F324CB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47150" y="2177041"/>
                          <a:ext cx="9968" cy="9218"/>
                        </a:xfrm>
                        <a:custGeom>
                          <a:avLst/>
                          <a:gdLst>
                            <a:gd name="connsiteX0" fmla="*/ 985 w 9968"/>
                            <a:gd name="connsiteY0" fmla="*/ 9218 h 9218"/>
                            <a:gd name="connsiteX1" fmla="*/ 5743 w 9968"/>
                            <a:gd name="connsiteY1" fmla="*/ 5650 h 9218"/>
                            <a:gd name="connsiteX2" fmla="*/ 9311 w 9968"/>
                            <a:gd name="connsiteY2" fmla="*/ 892 h 9218"/>
                            <a:gd name="connsiteX3" fmla="*/ 3364 w 9968"/>
                            <a:gd name="connsiteY3" fmla="*/ 892 h 9218"/>
                            <a:gd name="connsiteX4" fmla="*/ 985 w 9968"/>
                            <a:gd name="connsiteY4" fmla="*/ 9218 h 921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9968" h="9218">
                              <a:moveTo>
                                <a:pt x="985" y="9218"/>
                              </a:moveTo>
                              <a:cubicBezTo>
                                <a:pt x="3364" y="9218"/>
                                <a:pt x="4554" y="6839"/>
                                <a:pt x="5743" y="5650"/>
                              </a:cubicBezTo>
                              <a:cubicBezTo>
                                <a:pt x="6932" y="4460"/>
                                <a:pt x="11690" y="2082"/>
                                <a:pt x="9311" y="892"/>
                              </a:cubicBezTo>
                              <a:cubicBezTo>
                                <a:pt x="6932" y="-297"/>
                                <a:pt x="4554" y="-297"/>
                                <a:pt x="3364" y="892"/>
                              </a:cubicBezTo>
                              <a:cubicBezTo>
                                <a:pt x="985" y="2082"/>
                                <a:pt x="-1393" y="9218"/>
                                <a:pt x="985" y="921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4" name="Freeform 953">
                          <a:extLst>
                            <a:ext uri="{FF2B5EF4-FFF2-40B4-BE49-F238E27FC236}">
                              <a16:creationId xmlns:a16="http://schemas.microsoft.com/office/drawing/2014/main" id="{5024A58A-5809-7BCB-E6D2-09B81060DED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55994" y="2169739"/>
                          <a:ext cx="4527" cy="4625"/>
                        </a:xfrm>
                        <a:custGeom>
                          <a:avLst/>
                          <a:gdLst>
                            <a:gd name="connsiteX0" fmla="*/ 2845 w 4527"/>
                            <a:gd name="connsiteY0" fmla="*/ 4626 h 4625"/>
                            <a:gd name="connsiteX1" fmla="*/ 4035 w 4527"/>
                            <a:gd name="connsiteY1" fmla="*/ 1057 h 4625"/>
                            <a:gd name="connsiteX2" fmla="*/ 467 w 4527"/>
                            <a:gd name="connsiteY2" fmla="*/ 1057 h 4625"/>
                            <a:gd name="connsiteX3" fmla="*/ 2845 w 4527"/>
                            <a:gd name="connsiteY3" fmla="*/ 4626 h 462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527" h="4625">
                              <a:moveTo>
                                <a:pt x="2845" y="4626"/>
                              </a:moveTo>
                              <a:cubicBezTo>
                                <a:pt x="4035" y="4626"/>
                                <a:pt x="5224" y="1057"/>
                                <a:pt x="4035" y="1057"/>
                              </a:cubicBezTo>
                              <a:cubicBezTo>
                                <a:pt x="2845" y="1057"/>
                                <a:pt x="467" y="-1322"/>
                                <a:pt x="467" y="1057"/>
                              </a:cubicBezTo>
                              <a:cubicBezTo>
                                <a:pt x="-723" y="2247"/>
                                <a:pt x="467" y="4626"/>
                                <a:pt x="2845" y="462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5" name="Freeform 954">
                          <a:extLst>
                            <a:ext uri="{FF2B5EF4-FFF2-40B4-BE49-F238E27FC236}">
                              <a16:creationId xmlns:a16="http://schemas.microsoft.com/office/drawing/2014/main" id="{D8EA6203-F34B-9287-33B4-F028887F29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36241" y="2195774"/>
                          <a:ext cx="18898" cy="14506"/>
                        </a:xfrm>
                        <a:custGeom>
                          <a:avLst/>
                          <a:gdLst>
                            <a:gd name="connsiteX0" fmla="*/ 7137 w 18898"/>
                            <a:gd name="connsiteY0" fmla="*/ 14273 h 14506"/>
                            <a:gd name="connsiteX1" fmla="*/ 14273 w 18898"/>
                            <a:gd name="connsiteY1" fmla="*/ 10705 h 14506"/>
                            <a:gd name="connsiteX2" fmla="*/ 15463 w 18898"/>
                            <a:gd name="connsiteY2" fmla="*/ 8326 h 14506"/>
                            <a:gd name="connsiteX3" fmla="*/ 17842 w 18898"/>
                            <a:gd name="connsiteY3" fmla="*/ 4758 h 14506"/>
                            <a:gd name="connsiteX4" fmla="*/ 17842 w 18898"/>
                            <a:gd name="connsiteY4" fmla="*/ 0 h 14506"/>
                            <a:gd name="connsiteX5" fmla="*/ 14273 w 18898"/>
                            <a:gd name="connsiteY5" fmla="*/ 1190 h 14506"/>
                            <a:gd name="connsiteX6" fmla="*/ 7137 w 18898"/>
                            <a:gd name="connsiteY6" fmla="*/ 2379 h 14506"/>
                            <a:gd name="connsiteX7" fmla="*/ 4758 w 18898"/>
                            <a:gd name="connsiteY7" fmla="*/ 5947 h 14506"/>
                            <a:gd name="connsiteX8" fmla="*/ 0 w 18898"/>
                            <a:gd name="connsiteY8" fmla="*/ 8326 h 14506"/>
                            <a:gd name="connsiteX9" fmla="*/ 7137 w 18898"/>
                            <a:gd name="connsiteY9" fmla="*/ 14273 h 1450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18898" h="14506">
                              <a:moveTo>
                                <a:pt x="7137" y="14273"/>
                              </a:moveTo>
                              <a:cubicBezTo>
                                <a:pt x="8326" y="13084"/>
                                <a:pt x="11894" y="10705"/>
                                <a:pt x="14273" y="10705"/>
                              </a:cubicBezTo>
                              <a:cubicBezTo>
                                <a:pt x="14273" y="10705"/>
                                <a:pt x="15463" y="9516"/>
                                <a:pt x="15463" y="8326"/>
                              </a:cubicBezTo>
                              <a:cubicBezTo>
                                <a:pt x="15463" y="7137"/>
                                <a:pt x="17842" y="5947"/>
                                <a:pt x="17842" y="4758"/>
                              </a:cubicBezTo>
                              <a:cubicBezTo>
                                <a:pt x="17842" y="3568"/>
                                <a:pt x="20221" y="0"/>
                                <a:pt x="17842" y="0"/>
                              </a:cubicBezTo>
                              <a:cubicBezTo>
                                <a:pt x="15463" y="0"/>
                                <a:pt x="14273" y="0"/>
                                <a:pt x="14273" y="1190"/>
                              </a:cubicBezTo>
                              <a:cubicBezTo>
                                <a:pt x="13084" y="2379"/>
                                <a:pt x="8326" y="1190"/>
                                <a:pt x="7137" y="2379"/>
                              </a:cubicBezTo>
                              <a:cubicBezTo>
                                <a:pt x="5947" y="3568"/>
                                <a:pt x="7137" y="5947"/>
                                <a:pt x="4758" y="5947"/>
                              </a:cubicBezTo>
                              <a:cubicBezTo>
                                <a:pt x="2379" y="5947"/>
                                <a:pt x="0" y="5947"/>
                                <a:pt x="0" y="8326"/>
                              </a:cubicBezTo>
                              <a:cubicBezTo>
                                <a:pt x="2379" y="11894"/>
                                <a:pt x="5947" y="15463"/>
                                <a:pt x="7137" y="1427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6" name="Freeform 955">
                          <a:extLst>
                            <a:ext uri="{FF2B5EF4-FFF2-40B4-BE49-F238E27FC236}">
                              <a16:creationId xmlns:a16="http://schemas.microsoft.com/office/drawing/2014/main" id="{5A799384-D30B-2BBC-1B2B-695966581F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14514" y="2206612"/>
                          <a:ext cx="23444" cy="29603"/>
                        </a:xfrm>
                        <a:custGeom>
                          <a:avLst/>
                          <a:gdLst>
                            <a:gd name="connsiteX0" fmla="*/ 5074 w 23444"/>
                            <a:gd name="connsiteY0" fmla="*/ 20088 h 29603"/>
                            <a:gd name="connsiteX1" fmla="*/ 2695 w 23444"/>
                            <a:gd name="connsiteY1" fmla="*/ 23656 h 29603"/>
                            <a:gd name="connsiteX2" fmla="*/ 6264 w 23444"/>
                            <a:gd name="connsiteY2" fmla="*/ 29604 h 29603"/>
                            <a:gd name="connsiteX3" fmla="*/ 11021 w 23444"/>
                            <a:gd name="connsiteY3" fmla="*/ 23656 h 29603"/>
                            <a:gd name="connsiteX4" fmla="*/ 18158 w 23444"/>
                            <a:gd name="connsiteY4" fmla="*/ 20088 h 29603"/>
                            <a:gd name="connsiteX5" fmla="*/ 22916 w 23444"/>
                            <a:gd name="connsiteY5" fmla="*/ 16520 h 29603"/>
                            <a:gd name="connsiteX6" fmla="*/ 22916 w 23444"/>
                            <a:gd name="connsiteY6" fmla="*/ 10573 h 29603"/>
                            <a:gd name="connsiteX7" fmla="*/ 18158 w 23444"/>
                            <a:gd name="connsiteY7" fmla="*/ 5815 h 29603"/>
                            <a:gd name="connsiteX8" fmla="*/ 15779 w 23444"/>
                            <a:gd name="connsiteY8" fmla="*/ 1057 h 29603"/>
                            <a:gd name="connsiteX9" fmla="*/ 7453 w 23444"/>
                            <a:gd name="connsiteY9" fmla="*/ 1057 h 29603"/>
                            <a:gd name="connsiteX10" fmla="*/ 3885 w 23444"/>
                            <a:gd name="connsiteY10" fmla="*/ 4626 h 29603"/>
                            <a:gd name="connsiteX11" fmla="*/ 2695 w 23444"/>
                            <a:gd name="connsiteY11" fmla="*/ 8194 h 29603"/>
                            <a:gd name="connsiteX12" fmla="*/ 3885 w 23444"/>
                            <a:gd name="connsiteY12" fmla="*/ 12952 h 29603"/>
                            <a:gd name="connsiteX13" fmla="*/ 316 w 23444"/>
                            <a:gd name="connsiteY13" fmla="*/ 17709 h 29603"/>
                            <a:gd name="connsiteX14" fmla="*/ 5074 w 23444"/>
                            <a:gd name="connsiteY14" fmla="*/ 20088 h 2960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23444" h="29603">
                              <a:moveTo>
                                <a:pt x="5074" y="20088"/>
                              </a:moveTo>
                              <a:cubicBezTo>
                                <a:pt x="3885" y="22467"/>
                                <a:pt x="316" y="22467"/>
                                <a:pt x="2695" y="23656"/>
                              </a:cubicBezTo>
                              <a:cubicBezTo>
                                <a:pt x="3885" y="24846"/>
                                <a:pt x="5074" y="28414"/>
                                <a:pt x="6264" y="29604"/>
                              </a:cubicBezTo>
                              <a:cubicBezTo>
                                <a:pt x="8642" y="29604"/>
                                <a:pt x="9832" y="23656"/>
                                <a:pt x="11021" y="23656"/>
                              </a:cubicBezTo>
                              <a:cubicBezTo>
                                <a:pt x="12211" y="23656"/>
                                <a:pt x="14589" y="21278"/>
                                <a:pt x="18158" y="20088"/>
                              </a:cubicBezTo>
                              <a:cubicBezTo>
                                <a:pt x="21726" y="18899"/>
                                <a:pt x="22916" y="18899"/>
                                <a:pt x="22916" y="16520"/>
                              </a:cubicBezTo>
                              <a:cubicBezTo>
                                <a:pt x="22916" y="15330"/>
                                <a:pt x="24105" y="11762"/>
                                <a:pt x="22916" y="10573"/>
                              </a:cubicBezTo>
                              <a:cubicBezTo>
                                <a:pt x="22916" y="10573"/>
                                <a:pt x="19347" y="5815"/>
                                <a:pt x="18158" y="5815"/>
                              </a:cubicBezTo>
                              <a:cubicBezTo>
                                <a:pt x="16968" y="4626"/>
                                <a:pt x="16968" y="1057"/>
                                <a:pt x="15779" y="1057"/>
                              </a:cubicBezTo>
                              <a:cubicBezTo>
                                <a:pt x="13400" y="1057"/>
                                <a:pt x="7453" y="-1322"/>
                                <a:pt x="7453" y="1057"/>
                              </a:cubicBezTo>
                              <a:cubicBezTo>
                                <a:pt x="7453" y="3436"/>
                                <a:pt x="5074" y="3436"/>
                                <a:pt x="3885" y="4626"/>
                              </a:cubicBezTo>
                              <a:cubicBezTo>
                                <a:pt x="2695" y="4626"/>
                                <a:pt x="1506" y="7004"/>
                                <a:pt x="2695" y="8194"/>
                              </a:cubicBezTo>
                              <a:cubicBezTo>
                                <a:pt x="3885" y="9383"/>
                                <a:pt x="6264" y="11762"/>
                                <a:pt x="3885" y="12952"/>
                              </a:cubicBezTo>
                              <a:cubicBezTo>
                                <a:pt x="1506" y="14141"/>
                                <a:pt x="-873" y="15330"/>
                                <a:pt x="316" y="17709"/>
                              </a:cubicBezTo>
                              <a:cubicBezTo>
                                <a:pt x="316" y="17709"/>
                                <a:pt x="5074" y="18899"/>
                                <a:pt x="5074" y="2008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7" name="Freeform 956">
                          <a:extLst>
                            <a:ext uri="{FF2B5EF4-FFF2-40B4-BE49-F238E27FC236}">
                              <a16:creationId xmlns:a16="http://schemas.microsoft.com/office/drawing/2014/main" id="{403B8A99-62B7-BB39-EE34-D53AFA20FB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18163" y="2240789"/>
                          <a:ext cx="6051" cy="5726"/>
                        </a:xfrm>
                        <a:custGeom>
                          <a:avLst/>
                          <a:gdLst>
                            <a:gd name="connsiteX0" fmla="*/ 236 w 6051"/>
                            <a:gd name="connsiteY0" fmla="*/ 1373 h 5726"/>
                            <a:gd name="connsiteX1" fmla="*/ 4994 w 6051"/>
                            <a:gd name="connsiteY1" fmla="*/ 4942 h 5726"/>
                            <a:gd name="connsiteX2" fmla="*/ 4994 w 6051"/>
                            <a:gd name="connsiteY2" fmla="*/ 1373 h 5726"/>
                            <a:gd name="connsiteX3" fmla="*/ 236 w 6051"/>
                            <a:gd name="connsiteY3" fmla="*/ 1373 h 572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051" h="5726">
                              <a:moveTo>
                                <a:pt x="236" y="1373"/>
                              </a:moveTo>
                              <a:cubicBezTo>
                                <a:pt x="1426" y="3752"/>
                                <a:pt x="2615" y="7321"/>
                                <a:pt x="4994" y="4942"/>
                              </a:cubicBezTo>
                              <a:cubicBezTo>
                                <a:pt x="4994" y="4942"/>
                                <a:pt x="7373" y="2563"/>
                                <a:pt x="4994" y="1373"/>
                              </a:cubicBezTo>
                              <a:cubicBezTo>
                                <a:pt x="2615" y="184"/>
                                <a:pt x="-953" y="-1005"/>
                                <a:pt x="236" y="137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8" name="Freeform 957">
                          <a:extLst>
                            <a:ext uri="{FF2B5EF4-FFF2-40B4-BE49-F238E27FC236}">
                              <a16:creationId xmlns:a16="http://schemas.microsoft.com/office/drawing/2014/main" id="{667E5863-169B-3A36-231C-027843F25D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04126" y="2235687"/>
                          <a:ext cx="9515" cy="5154"/>
                        </a:xfrm>
                        <a:custGeom>
                          <a:avLst/>
                          <a:gdLst>
                            <a:gd name="connsiteX0" fmla="*/ 2379 w 9515"/>
                            <a:gd name="connsiteY0" fmla="*/ 4097 h 5154"/>
                            <a:gd name="connsiteX1" fmla="*/ 9515 w 9515"/>
                            <a:gd name="connsiteY1" fmla="*/ 4097 h 5154"/>
                            <a:gd name="connsiteX2" fmla="*/ 7136 w 9515"/>
                            <a:gd name="connsiteY2" fmla="*/ 529 h 5154"/>
                            <a:gd name="connsiteX3" fmla="*/ 0 w 9515"/>
                            <a:gd name="connsiteY3" fmla="*/ 529 h 5154"/>
                            <a:gd name="connsiteX4" fmla="*/ 2379 w 9515"/>
                            <a:gd name="connsiteY4" fmla="*/ 4097 h 515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9515" h="5154">
                              <a:moveTo>
                                <a:pt x="2379" y="4097"/>
                              </a:moveTo>
                              <a:cubicBezTo>
                                <a:pt x="4758" y="4097"/>
                                <a:pt x="9515" y="6476"/>
                                <a:pt x="9515" y="4097"/>
                              </a:cubicBezTo>
                              <a:cubicBezTo>
                                <a:pt x="9515" y="4097"/>
                                <a:pt x="9515" y="529"/>
                                <a:pt x="7136" y="529"/>
                              </a:cubicBezTo>
                              <a:cubicBezTo>
                                <a:pt x="5947" y="529"/>
                                <a:pt x="0" y="-661"/>
                                <a:pt x="0" y="529"/>
                              </a:cubicBezTo>
                              <a:cubicBezTo>
                                <a:pt x="0" y="1718"/>
                                <a:pt x="0" y="4097"/>
                                <a:pt x="2379" y="40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59" name="Freeform 958">
                          <a:extLst>
                            <a:ext uri="{FF2B5EF4-FFF2-40B4-BE49-F238E27FC236}">
                              <a16:creationId xmlns:a16="http://schemas.microsoft.com/office/drawing/2014/main" id="{9ED9BBEF-20D9-9B28-7EC7-483D9C6AAC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86981" y="2219563"/>
                          <a:ext cx="14765" cy="20353"/>
                        </a:xfrm>
                        <a:custGeom>
                          <a:avLst/>
                          <a:gdLst>
                            <a:gd name="connsiteX0" fmla="*/ 1682 w 14765"/>
                            <a:gd name="connsiteY0" fmla="*/ 20220 h 20353"/>
                            <a:gd name="connsiteX1" fmla="*/ 7629 w 14765"/>
                            <a:gd name="connsiteY1" fmla="*/ 16652 h 20353"/>
                            <a:gd name="connsiteX2" fmla="*/ 11198 w 14765"/>
                            <a:gd name="connsiteY2" fmla="*/ 5947 h 20353"/>
                            <a:gd name="connsiteX3" fmla="*/ 14766 w 14765"/>
                            <a:gd name="connsiteY3" fmla="*/ 2379 h 20353"/>
                            <a:gd name="connsiteX4" fmla="*/ 13576 w 14765"/>
                            <a:gd name="connsiteY4" fmla="*/ 0 h 20353"/>
                            <a:gd name="connsiteX5" fmla="*/ 7629 w 14765"/>
                            <a:gd name="connsiteY5" fmla="*/ 2379 h 20353"/>
                            <a:gd name="connsiteX6" fmla="*/ 5251 w 14765"/>
                            <a:gd name="connsiteY6" fmla="*/ 9516 h 20353"/>
                            <a:gd name="connsiteX7" fmla="*/ 493 w 14765"/>
                            <a:gd name="connsiteY7" fmla="*/ 13084 h 20353"/>
                            <a:gd name="connsiteX8" fmla="*/ 1682 w 14765"/>
                            <a:gd name="connsiteY8" fmla="*/ 20220 h 2035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14765" h="20353">
                              <a:moveTo>
                                <a:pt x="1682" y="20220"/>
                              </a:moveTo>
                              <a:cubicBezTo>
                                <a:pt x="2872" y="20220"/>
                                <a:pt x="5251" y="17842"/>
                                <a:pt x="7629" y="16652"/>
                              </a:cubicBezTo>
                              <a:cubicBezTo>
                                <a:pt x="10008" y="15463"/>
                                <a:pt x="8819" y="7137"/>
                                <a:pt x="11198" y="5947"/>
                              </a:cubicBezTo>
                              <a:cubicBezTo>
                                <a:pt x="11198" y="5947"/>
                                <a:pt x="14766" y="3568"/>
                                <a:pt x="14766" y="2379"/>
                              </a:cubicBezTo>
                              <a:cubicBezTo>
                                <a:pt x="14766" y="1190"/>
                                <a:pt x="14766" y="0"/>
                                <a:pt x="13576" y="0"/>
                              </a:cubicBezTo>
                              <a:cubicBezTo>
                                <a:pt x="11198" y="0"/>
                                <a:pt x="7629" y="1190"/>
                                <a:pt x="7629" y="2379"/>
                              </a:cubicBezTo>
                              <a:cubicBezTo>
                                <a:pt x="7629" y="3568"/>
                                <a:pt x="6440" y="9516"/>
                                <a:pt x="5251" y="9516"/>
                              </a:cubicBezTo>
                              <a:cubicBezTo>
                                <a:pt x="4061" y="10705"/>
                                <a:pt x="-697" y="11894"/>
                                <a:pt x="493" y="13084"/>
                              </a:cubicBezTo>
                              <a:cubicBezTo>
                                <a:pt x="-697" y="14273"/>
                                <a:pt x="493" y="21410"/>
                                <a:pt x="1682" y="2022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0" name="Freeform 959">
                          <a:extLst>
                            <a:ext uri="{FF2B5EF4-FFF2-40B4-BE49-F238E27FC236}">
                              <a16:creationId xmlns:a16="http://schemas.microsoft.com/office/drawing/2014/main" id="{EB1FB9C4-C734-9CE0-E426-4A9E3C0DBE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68443" y="2239784"/>
                          <a:ext cx="15759" cy="16836"/>
                        </a:xfrm>
                        <a:custGeom>
                          <a:avLst/>
                          <a:gdLst>
                            <a:gd name="connsiteX0" fmla="*/ 2379 w 15759"/>
                            <a:gd name="connsiteY0" fmla="*/ 13084 h 16836"/>
                            <a:gd name="connsiteX1" fmla="*/ 8326 w 15759"/>
                            <a:gd name="connsiteY1" fmla="*/ 10705 h 16836"/>
                            <a:gd name="connsiteX2" fmla="*/ 11894 w 15759"/>
                            <a:gd name="connsiteY2" fmla="*/ 11894 h 16836"/>
                            <a:gd name="connsiteX3" fmla="*/ 8326 w 15759"/>
                            <a:gd name="connsiteY3" fmla="*/ 15463 h 16836"/>
                            <a:gd name="connsiteX4" fmla="*/ 14273 w 15759"/>
                            <a:gd name="connsiteY4" fmla="*/ 15463 h 16836"/>
                            <a:gd name="connsiteX5" fmla="*/ 15463 w 15759"/>
                            <a:gd name="connsiteY5" fmla="*/ 7137 h 16836"/>
                            <a:gd name="connsiteX6" fmla="*/ 14273 w 15759"/>
                            <a:gd name="connsiteY6" fmla="*/ 0 h 16836"/>
                            <a:gd name="connsiteX7" fmla="*/ 10705 w 15759"/>
                            <a:gd name="connsiteY7" fmla="*/ 4758 h 16836"/>
                            <a:gd name="connsiteX8" fmla="*/ 5947 w 15759"/>
                            <a:gd name="connsiteY8" fmla="*/ 7137 h 16836"/>
                            <a:gd name="connsiteX9" fmla="*/ 0 w 15759"/>
                            <a:gd name="connsiteY9" fmla="*/ 8326 h 16836"/>
                            <a:gd name="connsiteX10" fmla="*/ 2379 w 15759"/>
                            <a:gd name="connsiteY10" fmla="*/ 13084 h 1683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15759" h="16836">
                              <a:moveTo>
                                <a:pt x="2379" y="13084"/>
                              </a:moveTo>
                              <a:cubicBezTo>
                                <a:pt x="3568" y="13084"/>
                                <a:pt x="7136" y="10705"/>
                                <a:pt x="8326" y="10705"/>
                              </a:cubicBezTo>
                              <a:cubicBezTo>
                                <a:pt x="9515" y="10705"/>
                                <a:pt x="13083" y="10705"/>
                                <a:pt x="11894" y="11894"/>
                              </a:cubicBezTo>
                              <a:cubicBezTo>
                                <a:pt x="10705" y="13084"/>
                                <a:pt x="7136" y="14273"/>
                                <a:pt x="8326" y="15463"/>
                              </a:cubicBezTo>
                              <a:cubicBezTo>
                                <a:pt x="9515" y="16652"/>
                                <a:pt x="14273" y="17842"/>
                                <a:pt x="14273" y="15463"/>
                              </a:cubicBezTo>
                              <a:cubicBezTo>
                                <a:pt x="14273" y="15463"/>
                                <a:pt x="15463" y="9516"/>
                                <a:pt x="15463" y="7137"/>
                              </a:cubicBezTo>
                              <a:cubicBezTo>
                                <a:pt x="15463" y="4758"/>
                                <a:pt x="16652" y="0"/>
                                <a:pt x="14273" y="0"/>
                              </a:cubicBezTo>
                              <a:cubicBezTo>
                                <a:pt x="11894" y="0"/>
                                <a:pt x="13083" y="4758"/>
                                <a:pt x="10705" y="4758"/>
                              </a:cubicBezTo>
                              <a:cubicBezTo>
                                <a:pt x="9515" y="5947"/>
                                <a:pt x="9515" y="7137"/>
                                <a:pt x="5947" y="7137"/>
                              </a:cubicBezTo>
                              <a:cubicBezTo>
                                <a:pt x="2379" y="7137"/>
                                <a:pt x="0" y="5947"/>
                                <a:pt x="0" y="8326"/>
                              </a:cubicBezTo>
                              <a:cubicBezTo>
                                <a:pt x="1189" y="9516"/>
                                <a:pt x="1189" y="13084"/>
                                <a:pt x="2379" y="1308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1" name="Freeform 960">
                          <a:extLst>
                            <a:ext uri="{FF2B5EF4-FFF2-40B4-BE49-F238E27FC236}">
                              <a16:creationId xmlns:a16="http://schemas.microsoft.com/office/drawing/2014/main" id="{4B7001B0-AA89-D199-169A-9DDB2193BB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84032" y="2244541"/>
                          <a:ext cx="28535" cy="24978"/>
                        </a:xfrm>
                        <a:custGeom>
                          <a:avLst/>
                          <a:gdLst>
                            <a:gd name="connsiteX0" fmla="*/ 2252 w 28535"/>
                            <a:gd name="connsiteY0" fmla="*/ 24978 h 24978"/>
                            <a:gd name="connsiteX1" fmla="*/ 4631 w 28535"/>
                            <a:gd name="connsiteY1" fmla="*/ 21410 h 24978"/>
                            <a:gd name="connsiteX2" fmla="*/ 7010 w 28535"/>
                            <a:gd name="connsiteY2" fmla="*/ 19031 h 24978"/>
                            <a:gd name="connsiteX3" fmla="*/ 9389 w 28535"/>
                            <a:gd name="connsiteY3" fmla="*/ 23789 h 24978"/>
                            <a:gd name="connsiteX4" fmla="*/ 17715 w 28535"/>
                            <a:gd name="connsiteY4" fmla="*/ 19031 h 24978"/>
                            <a:gd name="connsiteX5" fmla="*/ 23662 w 28535"/>
                            <a:gd name="connsiteY5" fmla="*/ 13084 h 24978"/>
                            <a:gd name="connsiteX6" fmla="*/ 28420 w 28535"/>
                            <a:gd name="connsiteY6" fmla="*/ 8326 h 24978"/>
                            <a:gd name="connsiteX7" fmla="*/ 18904 w 28535"/>
                            <a:gd name="connsiteY7" fmla="*/ 0 h 24978"/>
                            <a:gd name="connsiteX8" fmla="*/ 21283 w 28535"/>
                            <a:gd name="connsiteY8" fmla="*/ 7137 h 24978"/>
                            <a:gd name="connsiteX9" fmla="*/ 15336 w 28535"/>
                            <a:gd name="connsiteY9" fmla="*/ 7137 h 24978"/>
                            <a:gd name="connsiteX10" fmla="*/ 11768 w 28535"/>
                            <a:gd name="connsiteY10" fmla="*/ 11894 h 24978"/>
                            <a:gd name="connsiteX11" fmla="*/ 10578 w 28535"/>
                            <a:gd name="connsiteY11" fmla="*/ 1189 h 24978"/>
                            <a:gd name="connsiteX12" fmla="*/ 7010 w 28535"/>
                            <a:gd name="connsiteY12" fmla="*/ 9515 h 24978"/>
                            <a:gd name="connsiteX13" fmla="*/ 4631 w 28535"/>
                            <a:gd name="connsiteY13" fmla="*/ 15463 h 24978"/>
                            <a:gd name="connsiteX14" fmla="*/ 2252 w 28535"/>
                            <a:gd name="connsiteY14" fmla="*/ 22599 h 24978"/>
                            <a:gd name="connsiteX15" fmla="*/ 2252 w 28535"/>
                            <a:gd name="connsiteY15" fmla="*/ 24978 h 249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</a:cxnLst>
                          <a:rect l="l" t="t" r="r" b="b"/>
                          <a:pathLst>
                            <a:path w="28535" h="24978">
                              <a:moveTo>
                                <a:pt x="2252" y="24978"/>
                              </a:moveTo>
                              <a:cubicBezTo>
                                <a:pt x="4631" y="24978"/>
                                <a:pt x="4631" y="23789"/>
                                <a:pt x="4631" y="21410"/>
                              </a:cubicBezTo>
                              <a:cubicBezTo>
                                <a:pt x="4631" y="19031"/>
                                <a:pt x="5820" y="20220"/>
                                <a:pt x="7010" y="19031"/>
                              </a:cubicBezTo>
                              <a:cubicBezTo>
                                <a:pt x="9389" y="17842"/>
                                <a:pt x="8199" y="21410"/>
                                <a:pt x="9389" y="23789"/>
                              </a:cubicBezTo>
                              <a:cubicBezTo>
                                <a:pt x="10578" y="24978"/>
                                <a:pt x="16525" y="20220"/>
                                <a:pt x="17715" y="19031"/>
                              </a:cubicBezTo>
                              <a:cubicBezTo>
                                <a:pt x="18904" y="17842"/>
                                <a:pt x="21283" y="14273"/>
                                <a:pt x="23662" y="13084"/>
                              </a:cubicBezTo>
                              <a:cubicBezTo>
                                <a:pt x="26041" y="11894"/>
                                <a:pt x="27230" y="9515"/>
                                <a:pt x="28420" y="8326"/>
                              </a:cubicBezTo>
                              <a:cubicBezTo>
                                <a:pt x="29609" y="7137"/>
                                <a:pt x="21283" y="0"/>
                                <a:pt x="18904" y="0"/>
                              </a:cubicBezTo>
                              <a:cubicBezTo>
                                <a:pt x="17715" y="0"/>
                                <a:pt x="21283" y="4758"/>
                                <a:pt x="21283" y="7137"/>
                              </a:cubicBezTo>
                              <a:cubicBezTo>
                                <a:pt x="21283" y="8326"/>
                                <a:pt x="16525" y="7137"/>
                                <a:pt x="15336" y="7137"/>
                              </a:cubicBezTo>
                              <a:cubicBezTo>
                                <a:pt x="12957" y="5947"/>
                                <a:pt x="12957" y="11894"/>
                                <a:pt x="11768" y="11894"/>
                              </a:cubicBezTo>
                              <a:cubicBezTo>
                                <a:pt x="10578" y="13084"/>
                                <a:pt x="10578" y="2379"/>
                                <a:pt x="10578" y="1189"/>
                              </a:cubicBezTo>
                              <a:cubicBezTo>
                                <a:pt x="10578" y="0"/>
                                <a:pt x="7010" y="5947"/>
                                <a:pt x="7010" y="9515"/>
                              </a:cubicBezTo>
                              <a:cubicBezTo>
                                <a:pt x="5820" y="13084"/>
                                <a:pt x="4631" y="14273"/>
                                <a:pt x="4631" y="15463"/>
                              </a:cubicBezTo>
                              <a:cubicBezTo>
                                <a:pt x="4631" y="17842"/>
                                <a:pt x="2252" y="21410"/>
                                <a:pt x="2252" y="22599"/>
                              </a:cubicBezTo>
                              <a:cubicBezTo>
                                <a:pt x="-1316" y="22599"/>
                                <a:pt x="-127" y="24978"/>
                                <a:pt x="2252" y="2497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2" name="Freeform 961">
                          <a:extLst>
                            <a:ext uri="{FF2B5EF4-FFF2-40B4-BE49-F238E27FC236}">
                              <a16:creationId xmlns:a16="http://schemas.microsoft.com/office/drawing/2014/main" id="{35CBCD9C-0D18-5AF8-4B95-8696E9FFB4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73405" y="2257625"/>
                          <a:ext cx="4850" cy="4097"/>
                        </a:xfrm>
                        <a:custGeom>
                          <a:avLst/>
                          <a:gdLst>
                            <a:gd name="connsiteX0" fmla="*/ 3364 w 4850"/>
                            <a:gd name="connsiteY0" fmla="*/ 0 h 4097"/>
                            <a:gd name="connsiteX1" fmla="*/ 985 w 4850"/>
                            <a:gd name="connsiteY1" fmla="*/ 3568 h 4097"/>
                            <a:gd name="connsiteX2" fmla="*/ 4554 w 4850"/>
                            <a:gd name="connsiteY2" fmla="*/ 3568 h 4097"/>
                            <a:gd name="connsiteX3" fmla="*/ 3364 w 4850"/>
                            <a:gd name="connsiteY3" fmla="*/ 0 h 409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850" h="4097">
                              <a:moveTo>
                                <a:pt x="3364" y="0"/>
                              </a:moveTo>
                              <a:cubicBezTo>
                                <a:pt x="985" y="0"/>
                                <a:pt x="-1394" y="2379"/>
                                <a:pt x="985" y="3568"/>
                              </a:cubicBezTo>
                              <a:cubicBezTo>
                                <a:pt x="2175" y="3568"/>
                                <a:pt x="4554" y="4758"/>
                                <a:pt x="4554" y="3568"/>
                              </a:cubicBezTo>
                              <a:cubicBezTo>
                                <a:pt x="4554" y="3568"/>
                                <a:pt x="5743" y="0"/>
                                <a:pt x="3364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3" name="Freeform 962">
                          <a:extLst>
                            <a:ext uri="{FF2B5EF4-FFF2-40B4-BE49-F238E27FC236}">
                              <a16:creationId xmlns:a16="http://schemas.microsoft.com/office/drawing/2014/main" id="{97996632-5825-6869-AA03-0C6956BBD9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67097" y="2264762"/>
                          <a:ext cx="12832" cy="11021"/>
                        </a:xfrm>
                        <a:custGeom>
                          <a:avLst/>
                          <a:gdLst>
                            <a:gd name="connsiteX0" fmla="*/ 3725 w 12832"/>
                            <a:gd name="connsiteY0" fmla="*/ 10705 h 11021"/>
                            <a:gd name="connsiteX1" fmla="*/ 12051 w 12832"/>
                            <a:gd name="connsiteY1" fmla="*/ 5947 h 11021"/>
                            <a:gd name="connsiteX2" fmla="*/ 10861 w 12832"/>
                            <a:gd name="connsiteY2" fmla="*/ 0 h 11021"/>
                            <a:gd name="connsiteX3" fmla="*/ 6104 w 12832"/>
                            <a:gd name="connsiteY3" fmla="*/ 2379 h 11021"/>
                            <a:gd name="connsiteX4" fmla="*/ 156 w 12832"/>
                            <a:gd name="connsiteY4" fmla="*/ 7137 h 11021"/>
                            <a:gd name="connsiteX5" fmla="*/ 3725 w 12832"/>
                            <a:gd name="connsiteY5" fmla="*/ 10705 h 1102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2832" h="11021">
                              <a:moveTo>
                                <a:pt x="3725" y="10705"/>
                              </a:moveTo>
                              <a:cubicBezTo>
                                <a:pt x="4914" y="10705"/>
                                <a:pt x="8482" y="3568"/>
                                <a:pt x="12051" y="5947"/>
                              </a:cubicBezTo>
                              <a:cubicBezTo>
                                <a:pt x="13240" y="7137"/>
                                <a:pt x="13240" y="0"/>
                                <a:pt x="10861" y="0"/>
                              </a:cubicBezTo>
                              <a:cubicBezTo>
                                <a:pt x="8482" y="0"/>
                                <a:pt x="7293" y="1189"/>
                                <a:pt x="6104" y="2379"/>
                              </a:cubicBezTo>
                              <a:cubicBezTo>
                                <a:pt x="4914" y="3568"/>
                                <a:pt x="-1033" y="5947"/>
                                <a:pt x="156" y="7137"/>
                              </a:cubicBezTo>
                              <a:cubicBezTo>
                                <a:pt x="1346" y="9516"/>
                                <a:pt x="2535" y="11894"/>
                                <a:pt x="3725" y="1070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4" name="Freeform 963">
                          <a:extLst>
                            <a:ext uri="{FF2B5EF4-FFF2-40B4-BE49-F238E27FC236}">
                              <a16:creationId xmlns:a16="http://schemas.microsoft.com/office/drawing/2014/main" id="{8E4B2F5C-1F6C-ACE1-3EC4-BE23CA6347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54892" y="2274409"/>
                          <a:ext cx="10172" cy="8193"/>
                        </a:xfrm>
                        <a:custGeom>
                          <a:avLst/>
                          <a:gdLst>
                            <a:gd name="connsiteX0" fmla="*/ 6414 w 10172"/>
                            <a:gd name="connsiteY0" fmla="*/ 5815 h 8193"/>
                            <a:gd name="connsiteX1" fmla="*/ 9982 w 10172"/>
                            <a:gd name="connsiteY1" fmla="*/ 1057 h 8193"/>
                            <a:gd name="connsiteX2" fmla="*/ 2845 w 10172"/>
                            <a:gd name="connsiteY2" fmla="*/ 1057 h 8193"/>
                            <a:gd name="connsiteX3" fmla="*/ 467 w 10172"/>
                            <a:gd name="connsiteY3" fmla="*/ 8194 h 8193"/>
                            <a:gd name="connsiteX4" fmla="*/ 6414 w 10172"/>
                            <a:gd name="connsiteY4" fmla="*/ 5815 h 819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0172" h="8193">
                              <a:moveTo>
                                <a:pt x="6414" y="5815"/>
                              </a:moveTo>
                              <a:cubicBezTo>
                                <a:pt x="6414" y="5815"/>
                                <a:pt x="11171" y="1057"/>
                                <a:pt x="9982" y="1057"/>
                              </a:cubicBezTo>
                              <a:cubicBezTo>
                                <a:pt x="8792" y="1057"/>
                                <a:pt x="5224" y="-1322"/>
                                <a:pt x="2845" y="1057"/>
                              </a:cubicBezTo>
                              <a:cubicBezTo>
                                <a:pt x="467" y="3436"/>
                                <a:pt x="-723" y="7004"/>
                                <a:pt x="467" y="8194"/>
                              </a:cubicBezTo>
                              <a:cubicBezTo>
                                <a:pt x="1656" y="8194"/>
                                <a:pt x="6414" y="8194"/>
                                <a:pt x="6414" y="581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5" name="Freeform 964">
                          <a:extLst>
                            <a:ext uri="{FF2B5EF4-FFF2-40B4-BE49-F238E27FC236}">
                              <a16:creationId xmlns:a16="http://schemas.microsoft.com/office/drawing/2014/main" id="{FA7DDCEC-9D5E-C1EE-3B2F-B2A98A9BFC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48222" y="2277978"/>
                          <a:ext cx="2907" cy="6051"/>
                        </a:xfrm>
                        <a:custGeom>
                          <a:avLst/>
                          <a:gdLst>
                            <a:gd name="connsiteX0" fmla="*/ 2379 w 2907"/>
                            <a:gd name="connsiteY0" fmla="*/ 5815 h 6051"/>
                            <a:gd name="connsiteX1" fmla="*/ 2379 w 2907"/>
                            <a:gd name="connsiteY1" fmla="*/ 1057 h 6051"/>
                            <a:gd name="connsiteX2" fmla="*/ 0 w 2907"/>
                            <a:gd name="connsiteY2" fmla="*/ 1057 h 6051"/>
                            <a:gd name="connsiteX3" fmla="*/ 2379 w 2907"/>
                            <a:gd name="connsiteY3" fmla="*/ 5815 h 60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2907" h="6051">
                              <a:moveTo>
                                <a:pt x="2379" y="5815"/>
                              </a:moveTo>
                              <a:cubicBezTo>
                                <a:pt x="2379" y="5815"/>
                                <a:pt x="3568" y="1057"/>
                                <a:pt x="2379" y="1057"/>
                              </a:cubicBezTo>
                              <a:cubicBezTo>
                                <a:pt x="1190" y="1057"/>
                                <a:pt x="0" y="-1322"/>
                                <a:pt x="0" y="1057"/>
                              </a:cubicBezTo>
                              <a:cubicBezTo>
                                <a:pt x="0" y="3436"/>
                                <a:pt x="1190" y="7004"/>
                                <a:pt x="2379" y="581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6" name="Freeform 965">
                          <a:extLst>
                            <a:ext uri="{FF2B5EF4-FFF2-40B4-BE49-F238E27FC236}">
                              <a16:creationId xmlns:a16="http://schemas.microsoft.com/office/drawing/2014/main" id="{D8FD4A74-FA62-173A-7A82-4F845FE19D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9599" y="2282470"/>
                          <a:ext cx="6541" cy="10838"/>
                        </a:xfrm>
                        <a:custGeom>
                          <a:avLst/>
                          <a:gdLst>
                            <a:gd name="connsiteX0" fmla="*/ 1487 w 6541"/>
                            <a:gd name="connsiteY0" fmla="*/ 10839 h 10838"/>
                            <a:gd name="connsiteX1" fmla="*/ 6244 w 6541"/>
                            <a:gd name="connsiteY1" fmla="*/ 6081 h 10838"/>
                            <a:gd name="connsiteX2" fmla="*/ 5055 w 6541"/>
                            <a:gd name="connsiteY2" fmla="*/ 134 h 10838"/>
                            <a:gd name="connsiteX3" fmla="*/ 297 w 6541"/>
                            <a:gd name="connsiteY3" fmla="*/ 4891 h 10838"/>
                            <a:gd name="connsiteX4" fmla="*/ 1487 w 6541"/>
                            <a:gd name="connsiteY4" fmla="*/ 10839 h 1083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6541" h="10838">
                              <a:moveTo>
                                <a:pt x="1487" y="10839"/>
                              </a:moveTo>
                              <a:cubicBezTo>
                                <a:pt x="3866" y="9649"/>
                                <a:pt x="6244" y="9649"/>
                                <a:pt x="6244" y="6081"/>
                              </a:cubicBezTo>
                              <a:cubicBezTo>
                                <a:pt x="6244" y="6081"/>
                                <a:pt x="7434" y="-1056"/>
                                <a:pt x="5055" y="134"/>
                              </a:cubicBezTo>
                              <a:cubicBezTo>
                                <a:pt x="3866" y="134"/>
                                <a:pt x="297" y="2513"/>
                                <a:pt x="297" y="4891"/>
                              </a:cubicBezTo>
                              <a:cubicBezTo>
                                <a:pt x="297" y="6081"/>
                                <a:pt x="-892" y="10839"/>
                                <a:pt x="1487" y="1083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7" name="Freeform 966">
                          <a:extLst>
                            <a:ext uri="{FF2B5EF4-FFF2-40B4-BE49-F238E27FC236}">
                              <a16:creationId xmlns:a16="http://schemas.microsoft.com/office/drawing/2014/main" id="{7F9474D2-0FD7-2D33-3391-C030A17536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4805" y="2301634"/>
                          <a:ext cx="3901" cy="5539"/>
                        </a:xfrm>
                        <a:custGeom>
                          <a:avLst/>
                          <a:gdLst>
                            <a:gd name="connsiteX0" fmla="*/ 333 w 3901"/>
                            <a:gd name="connsiteY0" fmla="*/ 4758 h 5539"/>
                            <a:gd name="connsiteX1" fmla="*/ 3902 w 3901"/>
                            <a:gd name="connsiteY1" fmla="*/ 3568 h 5539"/>
                            <a:gd name="connsiteX2" fmla="*/ 1523 w 3901"/>
                            <a:gd name="connsiteY2" fmla="*/ 0 h 5539"/>
                            <a:gd name="connsiteX3" fmla="*/ 333 w 3901"/>
                            <a:gd name="connsiteY3" fmla="*/ 4758 h 553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901" h="5539">
                              <a:moveTo>
                                <a:pt x="333" y="4758"/>
                              </a:moveTo>
                              <a:cubicBezTo>
                                <a:pt x="1523" y="5947"/>
                                <a:pt x="2712" y="5947"/>
                                <a:pt x="3902" y="3568"/>
                              </a:cubicBezTo>
                              <a:cubicBezTo>
                                <a:pt x="3902" y="3568"/>
                                <a:pt x="2712" y="0"/>
                                <a:pt x="1523" y="0"/>
                              </a:cubicBezTo>
                              <a:cubicBezTo>
                                <a:pt x="1523" y="0"/>
                                <a:pt x="-856" y="3568"/>
                                <a:pt x="333" y="4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68" name="Freeform 967">
                          <a:extLst>
                            <a:ext uri="{FF2B5EF4-FFF2-40B4-BE49-F238E27FC236}">
                              <a16:creationId xmlns:a16="http://schemas.microsoft.com/office/drawing/2014/main" id="{F255FEAB-7E49-8D97-ACF2-0F5020EC4D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68119" y="2324043"/>
                          <a:ext cx="5081" cy="5729"/>
                        </a:xfrm>
                        <a:custGeom>
                          <a:avLst/>
                          <a:gdLst>
                            <a:gd name="connsiteX0" fmla="*/ 2703 w 5081"/>
                            <a:gd name="connsiteY0" fmla="*/ 191 h 5729"/>
                            <a:gd name="connsiteX1" fmla="*/ 324 w 5081"/>
                            <a:gd name="connsiteY1" fmla="*/ 4949 h 5729"/>
                            <a:gd name="connsiteX2" fmla="*/ 5082 w 5081"/>
                            <a:gd name="connsiteY2" fmla="*/ 3759 h 5729"/>
                            <a:gd name="connsiteX3" fmla="*/ 2703 w 5081"/>
                            <a:gd name="connsiteY3" fmla="*/ 191 h 572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081" h="5729">
                              <a:moveTo>
                                <a:pt x="2703" y="191"/>
                              </a:moveTo>
                              <a:cubicBezTo>
                                <a:pt x="1513" y="1380"/>
                                <a:pt x="-865" y="3759"/>
                                <a:pt x="324" y="4949"/>
                              </a:cubicBezTo>
                              <a:cubicBezTo>
                                <a:pt x="1513" y="6138"/>
                                <a:pt x="5082" y="6138"/>
                                <a:pt x="5082" y="3759"/>
                              </a:cubicBezTo>
                              <a:cubicBezTo>
                                <a:pt x="3892" y="3759"/>
                                <a:pt x="3892" y="-999"/>
                                <a:pt x="2703" y="19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969" name="Graphic 27">
                        <a:extLst>
                          <a:ext uri="{FF2B5EF4-FFF2-40B4-BE49-F238E27FC236}">
                            <a16:creationId xmlns:a16="http://schemas.microsoft.com/office/drawing/2014/main" id="{998B275C-BA1A-92BF-6F9A-8C0F45247CA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31570" y="2229079"/>
                        <a:ext cx="259296" cy="586391"/>
                        <a:chOff x="5931570" y="2229079"/>
                        <a:chExt cx="259296" cy="586391"/>
                      </a:xfrm>
                      <a:grpFill/>
                    </p:grpSpPr>
                    <p:sp>
                      <p:nvSpPr>
                        <p:cNvPr id="970" name="Freeform 969">
                          <a:extLst>
                            <a:ext uri="{FF2B5EF4-FFF2-40B4-BE49-F238E27FC236}">
                              <a16:creationId xmlns:a16="http://schemas.microsoft.com/office/drawing/2014/main" id="{D69C46EB-2032-A977-5AAD-D74C3B9400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50927" y="2746483"/>
                          <a:ext cx="12855" cy="39537"/>
                        </a:xfrm>
                        <a:custGeom>
                          <a:avLst/>
                          <a:gdLst>
                            <a:gd name="connsiteX0" fmla="*/ 11482 w 12855"/>
                            <a:gd name="connsiteY0" fmla="*/ 0 h 39537"/>
                            <a:gd name="connsiteX1" fmla="*/ 5535 w 12855"/>
                            <a:gd name="connsiteY1" fmla="*/ 3568 h 39537"/>
                            <a:gd name="connsiteX2" fmla="*/ 4345 w 12855"/>
                            <a:gd name="connsiteY2" fmla="*/ 14273 h 39537"/>
                            <a:gd name="connsiteX3" fmla="*/ 777 w 12855"/>
                            <a:gd name="connsiteY3" fmla="*/ 23789 h 39537"/>
                            <a:gd name="connsiteX4" fmla="*/ 1966 w 12855"/>
                            <a:gd name="connsiteY4" fmla="*/ 39251 h 39537"/>
                            <a:gd name="connsiteX5" fmla="*/ 7913 w 12855"/>
                            <a:gd name="connsiteY5" fmla="*/ 30925 h 39537"/>
                            <a:gd name="connsiteX6" fmla="*/ 9103 w 12855"/>
                            <a:gd name="connsiteY6" fmla="*/ 16652 h 39537"/>
                            <a:gd name="connsiteX7" fmla="*/ 11482 w 12855"/>
                            <a:gd name="connsiteY7" fmla="*/ 8326 h 39537"/>
                            <a:gd name="connsiteX8" fmla="*/ 11482 w 12855"/>
                            <a:gd name="connsiteY8" fmla="*/ 0 h 3953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12855" h="39537">
                              <a:moveTo>
                                <a:pt x="11482" y="0"/>
                              </a:moveTo>
                              <a:cubicBezTo>
                                <a:pt x="9103" y="0"/>
                                <a:pt x="5535" y="0"/>
                                <a:pt x="5535" y="3568"/>
                              </a:cubicBezTo>
                              <a:cubicBezTo>
                                <a:pt x="5535" y="7137"/>
                                <a:pt x="6724" y="10705"/>
                                <a:pt x="4345" y="14273"/>
                              </a:cubicBezTo>
                              <a:cubicBezTo>
                                <a:pt x="1966" y="17842"/>
                                <a:pt x="1966" y="17842"/>
                                <a:pt x="777" y="23789"/>
                              </a:cubicBezTo>
                              <a:cubicBezTo>
                                <a:pt x="777" y="28546"/>
                                <a:pt x="-1602" y="41630"/>
                                <a:pt x="1966" y="39251"/>
                              </a:cubicBezTo>
                              <a:cubicBezTo>
                                <a:pt x="1966" y="39251"/>
                                <a:pt x="6724" y="34494"/>
                                <a:pt x="7913" y="30925"/>
                              </a:cubicBezTo>
                              <a:cubicBezTo>
                                <a:pt x="7913" y="27357"/>
                                <a:pt x="6724" y="21410"/>
                                <a:pt x="9103" y="16652"/>
                              </a:cubicBezTo>
                              <a:cubicBezTo>
                                <a:pt x="10292" y="11894"/>
                                <a:pt x="10292" y="11894"/>
                                <a:pt x="11482" y="8326"/>
                              </a:cubicBezTo>
                              <a:cubicBezTo>
                                <a:pt x="12671" y="2379"/>
                                <a:pt x="13860" y="0"/>
                                <a:pt x="11482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71" name="Freeform 970">
                          <a:extLst>
                            <a:ext uri="{FF2B5EF4-FFF2-40B4-BE49-F238E27FC236}">
                              <a16:creationId xmlns:a16="http://schemas.microsoft.com/office/drawing/2014/main" id="{2BF554F5-B3DD-ACBE-6113-685F314A10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87199" y="2721038"/>
                          <a:ext cx="20522" cy="39309"/>
                        </a:xfrm>
                        <a:custGeom>
                          <a:avLst/>
                          <a:gdLst>
                            <a:gd name="connsiteX0" fmla="*/ 19218 w 20522"/>
                            <a:gd name="connsiteY0" fmla="*/ 467 h 39309"/>
                            <a:gd name="connsiteX1" fmla="*/ 6135 w 20522"/>
                            <a:gd name="connsiteY1" fmla="*/ 2845 h 39309"/>
                            <a:gd name="connsiteX2" fmla="*/ 188 w 20522"/>
                            <a:gd name="connsiteY2" fmla="*/ 17119 h 39309"/>
                            <a:gd name="connsiteX3" fmla="*/ 3756 w 20522"/>
                            <a:gd name="connsiteY3" fmla="*/ 29013 h 39309"/>
                            <a:gd name="connsiteX4" fmla="*/ 6135 w 20522"/>
                            <a:gd name="connsiteY4" fmla="*/ 31392 h 39309"/>
                            <a:gd name="connsiteX5" fmla="*/ 2566 w 20522"/>
                            <a:gd name="connsiteY5" fmla="*/ 37339 h 39309"/>
                            <a:gd name="connsiteX6" fmla="*/ 6135 w 20522"/>
                            <a:gd name="connsiteY6" fmla="*/ 38528 h 39309"/>
                            <a:gd name="connsiteX7" fmla="*/ 10893 w 20522"/>
                            <a:gd name="connsiteY7" fmla="*/ 36150 h 39309"/>
                            <a:gd name="connsiteX8" fmla="*/ 9703 w 20522"/>
                            <a:gd name="connsiteY8" fmla="*/ 31392 h 39309"/>
                            <a:gd name="connsiteX9" fmla="*/ 19218 w 20522"/>
                            <a:gd name="connsiteY9" fmla="*/ 18308 h 39309"/>
                            <a:gd name="connsiteX10" fmla="*/ 16840 w 20522"/>
                            <a:gd name="connsiteY10" fmla="*/ 12361 h 39309"/>
                            <a:gd name="connsiteX11" fmla="*/ 19218 w 20522"/>
                            <a:gd name="connsiteY11" fmla="*/ 467 h 3930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</a:cxnLst>
                          <a:rect l="l" t="t" r="r" b="b"/>
                          <a:pathLst>
                            <a:path w="20522" h="39309">
                              <a:moveTo>
                                <a:pt x="19218" y="467"/>
                              </a:moveTo>
                              <a:cubicBezTo>
                                <a:pt x="16840" y="-723"/>
                                <a:pt x="8514" y="467"/>
                                <a:pt x="6135" y="2845"/>
                              </a:cubicBezTo>
                              <a:cubicBezTo>
                                <a:pt x="3756" y="5224"/>
                                <a:pt x="-1002" y="11172"/>
                                <a:pt x="188" y="17119"/>
                              </a:cubicBezTo>
                              <a:cubicBezTo>
                                <a:pt x="1377" y="23066"/>
                                <a:pt x="2566" y="27824"/>
                                <a:pt x="3756" y="29013"/>
                              </a:cubicBezTo>
                              <a:cubicBezTo>
                                <a:pt x="4945" y="29013"/>
                                <a:pt x="6135" y="30202"/>
                                <a:pt x="6135" y="31392"/>
                              </a:cubicBezTo>
                              <a:cubicBezTo>
                                <a:pt x="4945" y="32581"/>
                                <a:pt x="2566" y="34960"/>
                                <a:pt x="2566" y="37339"/>
                              </a:cubicBezTo>
                              <a:cubicBezTo>
                                <a:pt x="3756" y="39718"/>
                                <a:pt x="2566" y="39718"/>
                                <a:pt x="6135" y="38528"/>
                              </a:cubicBezTo>
                              <a:cubicBezTo>
                                <a:pt x="6135" y="38528"/>
                                <a:pt x="10893" y="37339"/>
                                <a:pt x="10893" y="36150"/>
                              </a:cubicBezTo>
                              <a:cubicBezTo>
                                <a:pt x="9703" y="33771"/>
                                <a:pt x="7324" y="32581"/>
                                <a:pt x="9703" y="31392"/>
                              </a:cubicBezTo>
                              <a:cubicBezTo>
                                <a:pt x="12082" y="29013"/>
                                <a:pt x="20408" y="21876"/>
                                <a:pt x="19218" y="18308"/>
                              </a:cubicBezTo>
                              <a:cubicBezTo>
                                <a:pt x="18029" y="14740"/>
                                <a:pt x="14461" y="14740"/>
                                <a:pt x="16840" y="12361"/>
                              </a:cubicBezTo>
                              <a:cubicBezTo>
                                <a:pt x="18029" y="8793"/>
                                <a:pt x="22787" y="1656"/>
                                <a:pt x="19218" y="46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72" name="Freeform 971">
                          <a:extLst>
                            <a:ext uri="{FF2B5EF4-FFF2-40B4-BE49-F238E27FC236}">
                              <a16:creationId xmlns:a16="http://schemas.microsoft.com/office/drawing/2014/main" id="{49E029CA-F579-6E61-5A32-F94605D443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08428" y="2715966"/>
                          <a:ext cx="8694" cy="5539"/>
                        </a:xfrm>
                        <a:custGeom>
                          <a:avLst/>
                          <a:gdLst>
                            <a:gd name="connsiteX0" fmla="*/ 2747 w 8694"/>
                            <a:gd name="connsiteY0" fmla="*/ 781 h 5539"/>
                            <a:gd name="connsiteX1" fmla="*/ 2747 w 8694"/>
                            <a:gd name="connsiteY1" fmla="*/ 5539 h 5539"/>
                            <a:gd name="connsiteX2" fmla="*/ 8694 w 8694"/>
                            <a:gd name="connsiteY2" fmla="*/ 1971 h 5539"/>
                            <a:gd name="connsiteX3" fmla="*/ 2747 w 8694"/>
                            <a:gd name="connsiteY3" fmla="*/ 781 h 553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8694" h="5539">
                              <a:moveTo>
                                <a:pt x="2747" y="781"/>
                              </a:moveTo>
                              <a:cubicBezTo>
                                <a:pt x="368" y="1971"/>
                                <a:pt x="-2011" y="5539"/>
                                <a:pt x="2747" y="5539"/>
                              </a:cubicBezTo>
                              <a:cubicBezTo>
                                <a:pt x="2747" y="5539"/>
                                <a:pt x="8694" y="3160"/>
                                <a:pt x="8694" y="1971"/>
                              </a:cubicBezTo>
                              <a:cubicBezTo>
                                <a:pt x="8694" y="-408"/>
                                <a:pt x="6315" y="-408"/>
                                <a:pt x="2747" y="78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73" name="Freeform 972">
                          <a:extLst>
                            <a:ext uri="{FF2B5EF4-FFF2-40B4-BE49-F238E27FC236}">
                              <a16:creationId xmlns:a16="http://schemas.microsoft.com/office/drawing/2014/main" id="{5B8975CE-FD5C-FABE-C460-F19CFFAD9E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83818" y="2653707"/>
                          <a:ext cx="11894" cy="13217"/>
                        </a:xfrm>
                        <a:custGeom>
                          <a:avLst/>
                          <a:gdLst>
                            <a:gd name="connsiteX0" fmla="*/ 5947 w 11894"/>
                            <a:gd name="connsiteY0" fmla="*/ 7137 h 13217"/>
                            <a:gd name="connsiteX1" fmla="*/ 11894 w 11894"/>
                            <a:gd name="connsiteY1" fmla="*/ 2379 h 13217"/>
                            <a:gd name="connsiteX2" fmla="*/ 7137 w 11894"/>
                            <a:gd name="connsiteY2" fmla="*/ 0 h 13217"/>
                            <a:gd name="connsiteX3" fmla="*/ 0 w 11894"/>
                            <a:gd name="connsiteY3" fmla="*/ 5947 h 13217"/>
                            <a:gd name="connsiteX4" fmla="*/ 5947 w 11894"/>
                            <a:gd name="connsiteY4" fmla="*/ 11894 h 13217"/>
                            <a:gd name="connsiteX5" fmla="*/ 5947 w 11894"/>
                            <a:gd name="connsiteY5" fmla="*/ 7137 h 132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1894" h="13217">
                              <a:moveTo>
                                <a:pt x="5947" y="7137"/>
                              </a:moveTo>
                              <a:cubicBezTo>
                                <a:pt x="8326" y="5947"/>
                                <a:pt x="11894" y="3568"/>
                                <a:pt x="11894" y="2379"/>
                              </a:cubicBezTo>
                              <a:cubicBezTo>
                                <a:pt x="11894" y="0"/>
                                <a:pt x="9516" y="0"/>
                                <a:pt x="7137" y="0"/>
                              </a:cubicBezTo>
                              <a:cubicBezTo>
                                <a:pt x="5947" y="0"/>
                                <a:pt x="0" y="4758"/>
                                <a:pt x="0" y="5947"/>
                              </a:cubicBezTo>
                              <a:cubicBezTo>
                                <a:pt x="0" y="7137"/>
                                <a:pt x="5947" y="16652"/>
                                <a:pt x="5947" y="11894"/>
                              </a:cubicBezTo>
                              <a:cubicBezTo>
                                <a:pt x="5947" y="13084"/>
                                <a:pt x="3569" y="8326"/>
                                <a:pt x="5947" y="713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74" name="Freeform 973">
                          <a:extLst>
                            <a:ext uri="{FF2B5EF4-FFF2-40B4-BE49-F238E27FC236}">
                              <a16:creationId xmlns:a16="http://schemas.microsoft.com/office/drawing/2014/main" id="{D4D98C13-B7A3-25E4-8388-E348BDF2873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1570" y="2229079"/>
                          <a:ext cx="259296" cy="586391"/>
                        </a:xfrm>
                        <a:custGeom>
                          <a:avLst/>
                          <a:gdLst>
                            <a:gd name="connsiteX0" fmla="*/ 249781 w 259296"/>
                            <a:gd name="connsiteY0" fmla="*/ 142732 h 586391"/>
                            <a:gd name="connsiteX1" fmla="*/ 243834 w 259296"/>
                            <a:gd name="connsiteY1" fmla="*/ 137974 h 586391"/>
                            <a:gd name="connsiteX2" fmla="*/ 240266 w 259296"/>
                            <a:gd name="connsiteY2" fmla="*/ 133217 h 586391"/>
                            <a:gd name="connsiteX3" fmla="*/ 237887 w 259296"/>
                            <a:gd name="connsiteY3" fmla="*/ 102291 h 586391"/>
                            <a:gd name="connsiteX4" fmla="*/ 235508 w 259296"/>
                            <a:gd name="connsiteY4" fmla="*/ 88018 h 586391"/>
                            <a:gd name="connsiteX5" fmla="*/ 237887 w 259296"/>
                            <a:gd name="connsiteY5" fmla="*/ 74934 h 586391"/>
                            <a:gd name="connsiteX6" fmla="*/ 230750 w 259296"/>
                            <a:gd name="connsiteY6" fmla="*/ 48767 h 586391"/>
                            <a:gd name="connsiteX7" fmla="*/ 221235 w 259296"/>
                            <a:gd name="connsiteY7" fmla="*/ 39251 h 586391"/>
                            <a:gd name="connsiteX8" fmla="*/ 206962 w 259296"/>
                            <a:gd name="connsiteY8" fmla="*/ 29736 h 586391"/>
                            <a:gd name="connsiteX9" fmla="*/ 189120 w 259296"/>
                            <a:gd name="connsiteY9" fmla="*/ 24978 h 586391"/>
                            <a:gd name="connsiteX10" fmla="*/ 183173 w 259296"/>
                            <a:gd name="connsiteY10" fmla="*/ 17842 h 586391"/>
                            <a:gd name="connsiteX11" fmla="*/ 176036 w 259296"/>
                            <a:gd name="connsiteY11" fmla="*/ 13084 h 586391"/>
                            <a:gd name="connsiteX12" fmla="*/ 167710 w 259296"/>
                            <a:gd name="connsiteY12" fmla="*/ 1189 h 586391"/>
                            <a:gd name="connsiteX13" fmla="*/ 155816 w 259296"/>
                            <a:gd name="connsiteY13" fmla="*/ 0 h 586391"/>
                            <a:gd name="connsiteX14" fmla="*/ 157005 w 259296"/>
                            <a:gd name="connsiteY14" fmla="*/ 4758 h 586391"/>
                            <a:gd name="connsiteX15" fmla="*/ 155816 w 259296"/>
                            <a:gd name="connsiteY15" fmla="*/ 11894 h 586391"/>
                            <a:gd name="connsiteX16" fmla="*/ 158195 w 259296"/>
                            <a:gd name="connsiteY16" fmla="*/ 28546 h 586391"/>
                            <a:gd name="connsiteX17" fmla="*/ 149869 w 259296"/>
                            <a:gd name="connsiteY17" fmla="*/ 30925 h 586391"/>
                            <a:gd name="connsiteX18" fmla="*/ 134406 w 259296"/>
                            <a:gd name="connsiteY18" fmla="*/ 27357 h 586391"/>
                            <a:gd name="connsiteX19" fmla="*/ 117754 w 259296"/>
                            <a:gd name="connsiteY19" fmla="*/ 32115 h 586391"/>
                            <a:gd name="connsiteX20" fmla="*/ 115375 w 259296"/>
                            <a:gd name="connsiteY20" fmla="*/ 48767 h 586391"/>
                            <a:gd name="connsiteX21" fmla="*/ 98723 w 259296"/>
                            <a:gd name="connsiteY21" fmla="*/ 51146 h 586391"/>
                            <a:gd name="connsiteX22" fmla="*/ 88018 w 259296"/>
                            <a:gd name="connsiteY22" fmla="*/ 65419 h 586391"/>
                            <a:gd name="connsiteX23" fmla="*/ 85639 w 259296"/>
                            <a:gd name="connsiteY23" fmla="*/ 73745 h 586391"/>
                            <a:gd name="connsiteX24" fmla="*/ 80881 w 259296"/>
                            <a:gd name="connsiteY24" fmla="*/ 80882 h 586391"/>
                            <a:gd name="connsiteX25" fmla="*/ 86829 w 259296"/>
                            <a:gd name="connsiteY25" fmla="*/ 97534 h 586391"/>
                            <a:gd name="connsiteX26" fmla="*/ 80881 w 259296"/>
                            <a:gd name="connsiteY26" fmla="*/ 104670 h 586391"/>
                            <a:gd name="connsiteX27" fmla="*/ 80881 w 259296"/>
                            <a:gd name="connsiteY27" fmla="*/ 110617 h 586391"/>
                            <a:gd name="connsiteX28" fmla="*/ 77313 w 259296"/>
                            <a:gd name="connsiteY28" fmla="*/ 115375 h 586391"/>
                            <a:gd name="connsiteX29" fmla="*/ 67798 w 259296"/>
                            <a:gd name="connsiteY29" fmla="*/ 130838 h 586391"/>
                            <a:gd name="connsiteX30" fmla="*/ 54714 w 259296"/>
                            <a:gd name="connsiteY30" fmla="*/ 140353 h 586391"/>
                            <a:gd name="connsiteX31" fmla="*/ 52335 w 259296"/>
                            <a:gd name="connsiteY31" fmla="*/ 157005 h 586391"/>
                            <a:gd name="connsiteX32" fmla="*/ 46388 w 259296"/>
                            <a:gd name="connsiteY32" fmla="*/ 176036 h 586391"/>
                            <a:gd name="connsiteX33" fmla="*/ 44009 w 259296"/>
                            <a:gd name="connsiteY33" fmla="*/ 196257 h 586391"/>
                            <a:gd name="connsiteX34" fmla="*/ 39251 w 259296"/>
                            <a:gd name="connsiteY34" fmla="*/ 215288 h 586391"/>
                            <a:gd name="connsiteX35" fmla="*/ 36873 w 259296"/>
                            <a:gd name="connsiteY35" fmla="*/ 233129 h 586391"/>
                            <a:gd name="connsiteX36" fmla="*/ 19031 w 259296"/>
                            <a:gd name="connsiteY36" fmla="*/ 239076 h 586391"/>
                            <a:gd name="connsiteX37" fmla="*/ 9515 w 259296"/>
                            <a:gd name="connsiteY37" fmla="*/ 273570 h 586391"/>
                            <a:gd name="connsiteX38" fmla="*/ 10705 w 259296"/>
                            <a:gd name="connsiteY38" fmla="*/ 315200 h 586391"/>
                            <a:gd name="connsiteX39" fmla="*/ 19031 w 259296"/>
                            <a:gd name="connsiteY39" fmla="*/ 336610 h 586391"/>
                            <a:gd name="connsiteX40" fmla="*/ 24978 w 259296"/>
                            <a:gd name="connsiteY40" fmla="*/ 358020 h 586391"/>
                            <a:gd name="connsiteX41" fmla="*/ 14273 w 259296"/>
                            <a:gd name="connsiteY41" fmla="*/ 362778 h 586391"/>
                            <a:gd name="connsiteX42" fmla="*/ 17842 w 259296"/>
                            <a:gd name="connsiteY42" fmla="*/ 373483 h 586391"/>
                            <a:gd name="connsiteX43" fmla="*/ 21410 w 259296"/>
                            <a:gd name="connsiteY43" fmla="*/ 400840 h 586391"/>
                            <a:gd name="connsiteX44" fmla="*/ 9515 w 259296"/>
                            <a:gd name="connsiteY44" fmla="*/ 425818 h 586391"/>
                            <a:gd name="connsiteX45" fmla="*/ 5947 w 259296"/>
                            <a:gd name="connsiteY45" fmla="*/ 451985 h 586391"/>
                            <a:gd name="connsiteX46" fmla="*/ 2379 w 259296"/>
                            <a:gd name="connsiteY46" fmla="*/ 446038 h 586391"/>
                            <a:gd name="connsiteX47" fmla="*/ 2379 w 259296"/>
                            <a:gd name="connsiteY47" fmla="*/ 444849 h 586391"/>
                            <a:gd name="connsiteX48" fmla="*/ 0 w 259296"/>
                            <a:gd name="connsiteY48" fmla="*/ 450796 h 586391"/>
                            <a:gd name="connsiteX49" fmla="*/ 0 w 259296"/>
                            <a:gd name="connsiteY49" fmla="*/ 455554 h 586391"/>
                            <a:gd name="connsiteX50" fmla="*/ 0 w 259296"/>
                            <a:gd name="connsiteY50" fmla="*/ 461501 h 586391"/>
                            <a:gd name="connsiteX51" fmla="*/ 3568 w 259296"/>
                            <a:gd name="connsiteY51" fmla="*/ 472206 h 586391"/>
                            <a:gd name="connsiteX52" fmla="*/ 7137 w 259296"/>
                            <a:gd name="connsiteY52" fmla="*/ 476963 h 586391"/>
                            <a:gd name="connsiteX53" fmla="*/ 10705 w 259296"/>
                            <a:gd name="connsiteY53" fmla="*/ 480532 h 586391"/>
                            <a:gd name="connsiteX54" fmla="*/ 9515 w 259296"/>
                            <a:gd name="connsiteY54" fmla="*/ 472206 h 586391"/>
                            <a:gd name="connsiteX55" fmla="*/ 10705 w 259296"/>
                            <a:gd name="connsiteY55" fmla="*/ 472206 h 586391"/>
                            <a:gd name="connsiteX56" fmla="*/ 15463 w 259296"/>
                            <a:gd name="connsiteY56" fmla="*/ 480532 h 586391"/>
                            <a:gd name="connsiteX57" fmla="*/ 11894 w 259296"/>
                            <a:gd name="connsiteY57" fmla="*/ 494805 h 586391"/>
                            <a:gd name="connsiteX58" fmla="*/ 9515 w 259296"/>
                            <a:gd name="connsiteY58" fmla="*/ 501942 h 586391"/>
                            <a:gd name="connsiteX59" fmla="*/ 16652 w 259296"/>
                            <a:gd name="connsiteY59" fmla="*/ 505510 h 586391"/>
                            <a:gd name="connsiteX60" fmla="*/ 23789 w 259296"/>
                            <a:gd name="connsiteY60" fmla="*/ 518594 h 586391"/>
                            <a:gd name="connsiteX61" fmla="*/ 27357 w 259296"/>
                            <a:gd name="connsiteY61" fmla="*/ 532867 h 586391"/>
                            <a:gd name="connsiteX62" fmla="*/ 33304 w 259296"/>
                            <a:gd name="connsiteY62" fmla="*/ 538814 h 586391"/>
                            <a:gd name="connsiteX63" fmla="*/ 40441 w 259296"/>
                            <a:gd name="connsiteY63" fmla="*/ 541193 h 586391"/>
                            <a:gd name="connsiteX64" fmla="*/ 42820 w 259296"/>
                            <a:gd name="connsiteY64" fmla="*/ 550708 h 586391"/>
                            <a:gd name="connsiteX65" fmla="*/ 34494 w 259296"/>
                            <a:gd name="connsiteY65" fmla="*/ 556656 h 586391"/>
                            <a:gd name="connsiteX66" fmla="*/ 38062 w 259296"/>
                            <a:gd name="connsiteY66" fmla="*/ 563792 h 586391"/>
                            <a:gd name="connsiteX67" fmla="*/ 42820 w 259296"/>
                            <a:gd name="connsiteY67" fmla="*/ 570929 h 586391"/>
                            <a:gd name="connsiteX68" fmla="*/ 46388 w 259296"/>
                            <a:gd name="connsiteY68" fmla="*/ 579255 h 586391"/>
                            <a:gd name="connsiteX69" fmla="*/ 45198 w 259296"/>
                            <a:gd name="connsiteY69" fmla="*/ 586392 h 586391"/>
                            <a:gd name="connsiteX70" fmla="*/ 57093 w 259296"/>
                            <a:gd name="connsiteY70" fmla="*/ 582823 h 586391"/>
                            <a:gd name="connsiteX71" fmla="*/ 71366 w 259296"/>
                            <a:gd name="connsiteY71" fmla="*/ 584013 h 586391"/>
                            <a:gd name="connsiteX72" fmla="*/ 74934 w 259296"/>
                            <a:gd name="connsiteY72" fmla="*/ 579255 h 586391"/>
                            <a:gd name="connsiteX73" fmla="*/ 73745 w 259296"/>
                            <a:gd name="connsiteY73" fmla="*/ 572118 h 586391"/>
                            <a:gd name="connsiteX74" fmla="*/ 84450 w 259296"/>
                            <a:gd name="connsiteY74" fmla="*/ 564982 h 586391"/>
                            <a:gd name="connsiteX75" fmla="*/ 85639 w 259296"/>
                            <a:gd name="connsiteY75" fmla="*/ 557845 h 586391"/>
                            <a:gd name="connsiteX76" fmla="*/ 90397 w 259296"/>
                            <a:gd name="connsiteY76" fmla="*/ 561413 h 586391"/>
                            <a:gd name="connsiteX77" fmla="*/ 97533 w 259296"/>
                            <a:gd name="connsiteY77" fmla="*/ 562603 h 586391"/>
                            <a:gd name="connsiteX78" fmla="*/ 104670 w 259296"/>
                            <a:gd name="connsiteY78" fmla="*/ 560224 h 586391"/>
                            <a:gd name="connsiteX79" fmla="*/ 109428 w 259296"/>
                            <a:gd name="connsiteY79" fmla="*/ 563792 h 586391"/>
                            <a:gd name="connsiteX80" fmla="*/ 114186 w 259296"/>
                            <a:gd name="connsiteY80" fmla="*/ 560224 h 586391"/>
                            <a:gd name="connsiteX81" fmla="*/ 117754 w 259296"/>
                            <a:gd name="connsiteY81" fmla="*/ 545951 h 586391"/>
                            <a:gd name="connsiteX82" fmla="*/ 121322 w 259296"/>
                            <a:gd name="connsiteY82" fmla="*/ 530488 h 586391"/>
                            <a:gd name="connsiteX83" fmla="*/ 124891 w 259296"/>
                            <a:gd name="connsiteY83" fmla="*/ 525730 h 586391"/>
                            <a:gd name="connsiteX84" fmla="*/ 121322 w 259296"/>
                            <a:gd name="connsiteY84" fmla="*/ 519783 h 586391"/>
                            <a:gd name="connsiteX85" fmla="*/ 123701 w 259296"/>
                            <a:gd name="connsiteY85" fmla="*/ 506699 h 586391"/>
                            <a:gd name="connsiteX86" fmla="*/ 122512 w 259296"/>
                            <a:gd name="connsiteY86" fmla="*/ 499563 h 586391"/>
                            <a:gd name="connsiteX87" fmla="*/ 121322 w 259296"/>
                            <a:gd name="connsiteY87" fmla="*/ 492426 h 586391"/>
                            <a:gd name="connsiteX88" fmla="*/ 130838 w 259296"/>
                            <a:gd name="connsiteY88" fmla="*/ 493616 h 586391"/>
                            <a:gd name="connsiteX89" fmla="*/ 127269 w 259296"/>
                            <a:gd name="connsiteY89" fmla="*/ 487668 h 586391"/>
                            <a:gd name="connsiteX90" fmla="*/ 129648 w 259296"/>
                            <a:gd name="connsiteY90" fmla="*/ 479342 h 586391"/>
                            <a:gd name="connsiteX91" fmla="*/ 123701 w 259296"/>
                            <a:gd name="connsiteY91" fmla="*/ 476963 h 586391"/>
                            <a:gd name="connsiteX92" fmla="*/ 127269 w 259296"/>
                            <a:gd name="connsiteY92" fmla="*/ 476963 h 586391"/>
                            <a:gd name="connsiteX93" fmla="*/ 127269 w 259296"/>
                            <a:gd name="connsiteY93" fmla="*/ 473395 h 586391"/>
                            <a:gd name="connsiteX94" fmla="*/ 122512 w 259296"/>
                            <a:gd name="connsiteY94" fmla="*/ 471016 h 586391"/>
                            <a:gd name="connsiteX95" fmla="*/ 126080 w 259296"/>
                            <a:gd name="connsiteY95" fmla="*/ 467448 h 586391"/>
                            <a:gd name="connsiteX96" fmla="*/ 129648 w 259296"/>
                            <a:gd name="connsiteY96" fmla="*/ 463880 h 586391"/>
                            <a:gd name="connsiteX97" fmla="*/ 135596 w 259296"/>
                            <a:gd name="connsiteY97" fmla="*/ 463880 h 586391"/>
                            <a:gd name="connsiteX98" fmla="*/ 136785 w 259296"/>
                            <a:gd name="connsiteY98" fmla="*/ 457932 h 586391"/>
                            <a:gd name="connsiteX99" fmla="*/ 141543 w 259296"/>
                            <a:gd name="connsiteY99" fmla="*/ 448417 h 586391"/>
                            <a:gd name="connsiteX100" fmla="*/ 143922 w 259296"/>
                            <a:gd name="connsiteY100" fmla="*/ 448417 h 586391"/>
                            <a:gd name="connsiteX101" fmla="*/ 145111 w 259296"/>
                            <a:gd name="connsiteY101" fmla="*/ 456743 h 586391"/>
                            <a:gd name="connsiteX102" fmla="*/ 149869 w 259296"/>
                            <a:gd name="connsiteY102" fmla="*/ 450796 h 586391"/>
                            <a:gd name="connsiteX103" fmla="*/ 158195 w 259296"/>
                            <a:gd name="connsiteY103" fmla="*/ 448417 h 586391"/>
                            <a:gd name="connsiteX104" fmla="*/ 155816 w 259296"/>
                            <a:gd name="connsiteY104" fmla="*/ 441280 h 586391"/>
                            <a:gd name="connsiteX105" fmla="*/ 148679 w 259296"/>
                            <a:gd name="connsiteY105" fmla="*/ 437712 h 586391"/>
                            <a:gd name="connsiteX106" fmla="*/ 140353 w 259296"/>
                            <a:gd name="connsiteY106" fmla="*/ 437712 h 586391"/>
                            <a:gd name="connsiteX107" fmla="*/ 139164 w 259296"/>
                            <a:gd name="connsiteY107" fmla="*/ 440091 h 586391"/>
                            <a:gd name="connsiteX108" fmla="*/ 134406 w 259296"/>
                            <a:gd name="connsiteY108" fmla="*/ 436523 h 586391"/>
                            <a:gd name="connsiteX109" fmla="*/ 121322 w 259296"/>
                            <a:gd name="connsiteY109" fmla="*/ 434144 h 586391"/>
                            <a:gd name="connsiteX110" fmla="*/ 110617 w 259296"/>
                            <a:gd name="connsiteY110" fmla="*/ 430575 h 586391"/>
                            <a:gd name="connsiteX111" fmla="*/ 115375 w 259296"/>
                            <a:gd name="connsiteY111" fmla="*/ 430575 h 586391"/>
                            <a:gd name="connsiteX112" fmla="*/ 118944 w 259296"/>
                            <a:gd name="connsiteY112" fmla="*/ 429386 h 586391"/>
                            <a:gd name="connsiteX113" fmla="*/ 128459 w 259296"/>
                            <a:gd name="connsiteY113" fmla="*/ 428197 h 586391"/>
                            <a:gd name="connsiteX114" fmla="*/ 129648 w 259296"/>
                            <a:gd name="connsiteY114" fmla="*/ 425818 h 586391"/>
                            <a:gd name="connsiteX115" fmla="*/ 134406 w 259296"/>
                            <a:gd name="connsiteY115" fmla="*/ 427007 h 586391"/>
                            <a:gd name="connsiteX116" fmla="*/ 139164 w 259296"/>
                            <a:gd name="connsiteY116" fmla="*/ 427007 h 586391"/>
                            <a:gd name="connsiteX117" fmla="*/ 143922 w 259296"/>
                            <a:gd name="connsiteY117" fmla="*/ 427007 h 586391"/>
                            <a:gd name="connsiteX118" fmla="*/ 147490 w 259296"/>
                            <a:gd name="connsiteY118" fmla="*/ 430575 h 586391"/>
                            <a:gd name="connsiteX119" fmla="*/ 161763 w 259296"/>
                            <a:gd name="connsiteY119" fmla="*/ 429386 h 586391"/>
                            <a:gd name="connsiteX120" fmla="*/ 167710 w 259296"/>
                            <a:gd name="connsiteY120" fmla="*/ 423439 h 586391"/>
                            <a:gd name="connsiteX121" fmla="*/ 171279 w 259296"/>
                            <a:gd name="connsiteY121" fmla="*/ 416302 h 586391"/>
                            <a:gd name="connsiteX122" fmla="*/ 165331 w 259296"/>
                            <a:gd name="connsiteY122" fmla="*/ 409166 h 586391"/>
                            <a:gd name="connsiteX123" fmla="*/ 162952 w 259296"/>
                            <a:gd name="connsiteY123" fmla="*/ 405597 h 586391"/>
                            <a:gd name="connsiteX124" fmla="*/ 159384 w 259296"/>
                            <a:gd name="connsiteY124" fmla="*/ 403218 h 586391"/>
                            <a:gd name="connsiteX125" fmla="*/ 159384 w 259296"/>
                            <a:gd name="connsiteY125" fmla="*/ 402029 h 586391"/>
                            <a:gd name="connsiteX126" fmla="*/ 155816 w 259296"/>
                            <a:gd name="connsiteY126" fmla="*/ 397271 h 586391"/>
                            <a:gd name="connsiteX127" fmla="*/ 148679 w 259296"/>
                            <a:gd name="connsiteY127" fmla="*/ 390135 h 586391"/>
                            <a:gd name="connsiteX128" fmla="*/ 140353 w 259296"/>
                            <a:gd name="connsiteY128" fmla="*/ 390135 h 586391"/>
                            <a:gd name="connsiteX129" fmla="*/ 132027 w 259296"/>
                            <a:gd name="connsiteY129" fmla="*/ 380619 h 586391"/>
                            <a:gd name="connsiteX130" fmla="*/ 128459 w 259296"/>
                            <a:gd name="connsiteY130" fmla="*/ 375861 h 586391"/>
                            <a:gd name="connsiteX131" fmla="*/ 129648 w 259296"/>
                            <a:gd name="connsiteY131" fmla="*/ 369914 h 586391"/>
                            <a:gd name="connsiteX132" fmla="*/ 130838 w 259296"/>
                            <a:gd name="connsiteY132" fmla="*/ 362778 h 586391"/>
                            <a:gd name="connsiteX133" fmla="*/ 127269 w 259296"/>
                            <a:gd name="connsiteY133" fmla="*/ 358020 h 586391"/>
                            <a:gd name="connsiteX134" fmla="*/ 129648 w 259296"/>
                            <a:gd name="connsiteY134" fmla="*/ 353262 h 586391"/>
                            <a:gd name="connsiteX135" fmla="*/ 129648 w 259296"/>
                            <a:gd name="connsiteY135" fmla="*/ 346125 h 586391"/>
                            <a:gd name="connsiteX136" fmla="*/ 129648 w 259296"/>
                            <a:gd name="connsiteY136" fmla="*/ 329473 h 586391"/>
                            <a:gd name="connsiteX137" fmla="*/ 126080 w 259296"/>
                            <a:gd name="connsiteY137" fmla="*/ 310442 h 586391"/>
                            <a:gd name="connsiteX138" fmla="*/ 137975 w 259296"/>
                            <a:gd name="connsiteY138" fmla="*/ 306874 h 586391"/>
                            <a:gd name="connsiteX139" fmla="*/ 140353 w 259296"/>
                            <a:gd name="connsiteY139" fmla="*/ 296169 h 586391"/>
                            <a:gd name="connsiteX140" fmla="*/ 148679 w 259296"/>
                            <a:gd name="connsiteY140" fmla="*/ 286654 h 586391"/>
                            <a:gd name="connsiteX141" fmla="*/ 157005 w 259296"/>
                            <a:gd name="connsiteY141" fmla="*/ 281896 h 586391"/>
                            <a:gd name="connsiteX142" fmla="*/ 159384 w 259296"/>
                            <a:gd name="connsiteY142" fmla="*/ 277138 h 586391"/>
                            <a:gd name="connsiteX143" fmla="*/ 164142 w 259296"/>
                            <a:gd name="connsiteY143" fmla="*/ 278328 h 586391"/>
                            <a:gd name="connsiteX144" fmla="*/ 170089 w 259296"/>
                            <a:gd name="connsiteY144" fmla="*/ 265244 h 586391"/>
                            <a:gd name="connsiteX145" fmla="*/ 177226 w 259296"/>
                            <a:gd name="connsiteY145" fmla="*/ 266433 h 586391"/>
                            <a:gd name="connsiteX146" fmla="*/ 180794 w 259296"/>
                            <a:gd name="connsiteY146" fmla="*/ 261676 h 586391"/>
                            <a:gd name="connsiteX147" fmla="*/ 184362 w 259296"/>
                            <a:gd name="connsiteY147" fmla="*/ 259297 h 586391"/>
                            <a:gd name="connsiteX148" fmla="*/ 185552 w 259296"/>
                            <a:gd name="connsiteY148" fmla="*/ 252160 h 586391"/>
                            <a:gd name="connsiteX149" fmla="*/ 199825 w 259296"/>
                            <a:gd name="connsiteY149" fmla="*/ 239076 h 586391"/>
                            <a:gd name="connsiteX150" fmla="*/ 202204 w 259296"/>
                            <a:gd name="connsiteY150" fmla="*/ 227182 h 586391"/>
                            <a:gd name="connsiteX151" fmla="*/ 208151 w 259296"/>
                            <a:gd name="connsiteY151" fmla="*/ 218856 h 586391"/>
                            <a:gd name="connsiteX152" fmla="*/ 206962 w 259296"/>
                            <a:gd name="connsiteY152" fmla="*/ 214098 h 586391"/>
                            <a:gd name="connsiteX153" fmla="*/ 199825 w 259296"/>
                            <a:gd name="connsiteY153" fmla="*/ 209340 h 586391"/>
                            <a:gd name="connsiteX154" fmla="*/ 203393 w 259296"/>
                            <a:gd name="connsiteY154" fmla="*/ 204583 h 586391"/>
                            <a:gd name="connsiteX155" fmla="*/ 203393 w 259296"/>
                            <a:gd name="connsiteY155" fmla="*/ 199825 h 586391"/>
                            <a:gd name="connsiteX156" fmla="*/ 204583 w 259296"/>
                            <a:gd name="connsiteY156" fmla="*/ 189120 h 586391"/>
                            <a:gd name="connsiteX157" fmla="*/ 198635 w 259296"/>
                            <a:gd name="connsiteY157" fmla="*/ 186741 h 586391"/>
                            <a:gd name="connsiteX158" fmla="*/ 201014 w 259296"/>
                            <a:gd name="connsiteY158" fmla="*/ 181984 h 586391"/>
                            <a:gd name="connsiteX159" fmla="*/ 205772 w 259296"/>
                            <a:gd name="connsiteY159" fmla="*/ 183173 h 586391"/>
                            <a:gd name="connsiteX160" fmla="*/ 203393 w 259296"/>
                            <a:gd name="connsiteY160" fmla="*/ 179605 h 586391"/>
                            <a:gd name="connsiteX161" fmla="*/ 212909 w 259296"/>
                            <a:gd name="connsiteY161" fmla="*/ 174847 h 586391"/>
                            <a:gd name="connsiteX162" fmla="*/ 209341 w 259296"/>
                            <a:gd name="connsiteY162" fmla="*/ 171279 h 586391"/>
                            <a:gd name="connsiteX163" fmla="*/ 210530 w 259296"/>
                            <a:gd name="connsiteY163" fmla="*/ 166521 h 586391"/>
                            <a:gd name="connsiteX164" fmla="*/ 215288 w 259296"/>
                            <a:gd name="connsiteY164" fmla="*/ 168900 h 586391"/>
                            <a:gd name="connsiteX165" fmla="*/ 218856 w 259296"/>
                            <a:gd name="connsiteY165" fmla="*/ 164142 h 586391"/>
                            <a:gd name="connsiteX166" fmla="*/ 221235 w 259296"/>
                            <a:gd name="connsiteY166" fmla="*/ 158195 h 586391"/>
                            <a:gd name="connsiteX167" fmla="*/ 224803 w 259296"/>
                            <a:gd name="connsiteY167" fmla="*/ 160574 h 586391"/>
                            <a:gd name="connsiteX168" fmla="*/ 225993 w 259296"/>
                            <a:gd name="connsiteY168" fmla="*/ 160574 h 586391"/>
                            <a:gd name="connsiteX169" fmla="*/ 228371 w 259296"/>
                            <a:gd name="connsiteY169" fmla="*/ 155816 h 586391"/>
                            <a:gd name="connsiteX170" fmla="*/ 231940 w 259296"/>
                            <a:gd name="connsiteY170" fmla="*/ 162953 h 586391"/>
                            <a:gd name="connsiteX171" fmla="*/ 237887 w 259296"/>
                            <a:gd name="connsiteY171" fmla="*/ 158195 h 586391"/>
                            <a:gd name="connsiteX172" fmla="*/ 247402 w 259296"/>
                            <a:gd name="connsiteY172" fmla="*/ 157005 h 586391"/>
                            <a:gd name="connsiteX173" fmla="*/ 259297 w 259296"/>
                            <a:gd name="connsiteY173" fmla="*/ 158195 h 586391"/>
                            <a:gd name="connsiteX174" fmla="*/ 249781 w 259296"/>
                            <a:gd name="connsiteY174" fmla="*/ 142732 h 586391"/>
                            <a:gd name="connsiteX175" fmla="*/ 58282 w 259296"/>
                            <a:gd name="connsiteY175" fmla="*/ 460311 h 586391"/>
                            <a:gd name="connsiteX176" fmla="*/ 52335 w 259296"/>
                            <a:gd name="connsiteY176" fmla="*/ 466258 h 586391"/>
                            <a:gd name="connsiteX177" fmla="*/ 45198 w 259296"/>
                            <a:gd name="connsiteY177" fmla="*/ 471016 h 586391"/>
                            <a:gd name="connsiteX178" fmla="*/ 40441 w 259296"/>
                            <a:gd name="connsiteY178" fmla="*/ 466258 h 586391"/>
                            <a:gd name="connsiteX179" fmla="*/ 22599 w 259296"/>
                            <a:gd name="connsiteY179" fmla="*/ 474585 h 586391"/>
                            <a:gd name="connsiteX180" fmla="*/ 27357 w 259296"/>
                            <a:gd name="connsiteY180" fmla="*/ 460311 h 586391"/>
                            <a:gd name="connsiteX181" fmla="*/ 34494 w 259296"/>
                            <a:gd name="connsiteY181" fmla="*/ 448417 h 586391"/>
                            <a:gd name="connsiteX182" fmla="*/ 42820 w 259296"/>
                            <a:gd name="connsiteY182" fmla="*/ 449606 h 586391"/>
                            <a:gd name="connsiteX183" fmla="*/ 38062 w 259296"/>
                            <a:gd name="connsiteY183" fmla="*/ 429386 h 586391"/>
                            <a:gd name="connsiteX184" fmla="*/ 47577 w 259296"/>
                            <a:gd name="connsiteY184" fmla="*/ 431765 h 586391"/>
                            <a:gd name="connsiteX185" fmla="*/ 58282 w 259296"/>
                            <a:gd name="connsiteY185" fmla="*/ 437712 h 586391"/>
                            <a:gd name="connsiteX186" fmla="*/ 58282 w 259296"/>
                            <a:gd name="connsiteY186" fmla="*/ 460311 h 586391"/>
                            <a:gd name="connsiteX187" fmla="*/ 83260 w 259296"/>
                            <a:gd name="connsiteY187" fmla="*/ 472206 h 586391"/>
                            <a:gd name="connsiteX188" fmla="*/ 76124 w 259296"/>
                            <a:gd name="connsiteY188" fmla="*/ 479342 h 586391"/>
                            <a:gd name="connsiteX189" fmla="*/ 71366 w 259296"/>
                            <a:gd name="connsiteY189" fmla="*/ 492426 h 586391"/>
                            <a:gd name="connsiteX190" fmla="*/ 66608 w 259296"/>
                            <a:gd name="connsiteY190" fmla="*/ 494805 h 586391"/>
                            <a:gd name="connsiteX191" fmla="*/ 70177 w 259296"/>
                            <a:gd name="connsiteY191" fmla="*/ 474585 h 586391"/>
                            <a:gd name="connsiteX192" fmla="*/ 71366 w 259296"/>
                            <a:gd name="connsiteY192" fmla="*/ 461501 h 586391"/>
                            <a:gd name="connsiteX193" fmla="*/ 79692 w 259296"/>
                            <a:gd name="connsiteY193" fmla="*/ 455554 h 586391"/>
                            <a:gd name="connsiteX194" fmla="*/ 83260 w 259296"/>
                            <a:gd name="connsiteY194" fmla="*/ 460311 h 586391"/>
                            <a:gd name="connsiteX195" fmla="*/ 83260 w 259296"/>
                            <a:gd name="connsiteY195" fmla="*/ 472206 h 586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  <a:cxn ang="0">
                              <a:pos x="connsiteX173" y="connsiteY173"/>
                            </a:cxn>
                            <a:cxn ang="0">
                              <a:pos x="connsiteX174" y="connsiteY174"/>
                            </a:cxn>
                            <a:cxn ang="0">
                              <a:pos x="connsiteX175" y="connsiteY175"/>
                            </a:cxn>
                            <a:cxn ang="0">
                              <a:pos x="connsiteX176" y="connsiteY176"/>
                            </a:cxn>
                            <a:cxn ang="0">
                              <a:pos x="connsiteX177" y="connsiteY177"/>
                            </a:cxn>
                            <a:cxn ang="0">
                              <a:pos x="connsiteX178" y="connsiteY178"/>
                            </a:cxn>
                            <a:cxn ang="0">
                              <a:pos x="connsiteX179" y="connsiteY179"/>
                            </a:cxn>
                            <a:cxn ang="0">
                              <a:pos x="connsiteX180" y="connsiteY180"/>
                            </a:cxn>
                            <a:cxn ang="0">
                              <a:pos x="connsiteX181" y="connsiteY181"/>
                            </a:cxn>
                            <a:cxn ang="0">
                              <a:pos x="connsiteX182" y="connsiteY182"/>
                            </a:cxn>
                            <a:cxn ang="0">
                              <a:pos x="connsiteX183" y="connsiteY183"/>
                            </a:cxn>
                            <a:cxn ang="0">
                              <a:pos x="connsiteX184" y="connsiteY184"/>
                            </a:cxn>
                            <a:cxn ang="0">
                              <a:pos x="connsiteX185" y="connsiteY185"/>
                            </a:cxn>
                            <a:cxn ang="0">
                              <a:pos x="connsiteX186" y="connsiteY186"/>
                            </a:cxn>
                            <a:cxn ang="0">
                              <a:pos x="connsiteX187" y="connsiteY187"/>
                            </a:cxn>
                            <a:cxn ang="0">
                              <a:pos x="connsiteX188" y="connsiteY188"/>
                            </a:cxn>
                            <a:cxn ang="0">
                              <a:pos x="connsiteX189" y="connsiteY189"/>
                            </a:cxn>
                            <a:cxn ang="0">
                              <a:pos x="connsiteX190" y="connsiteY190"/>
                            </a:cxn>
                            <a:cxn ang="0">
                              <a:pos x="connsiteX191" y="connsiteY191"/>
                            </a:cxn>
                            <a:cxn ang="0">
                              <a:pos x="connsiteX192" y="connsiteY192"/>
                            </a:cxn>
                            <a:cxn ang="0">
                              <a:pos x="connsiteX193" y="connsiteY193"/>
                            </a:cxn>
                            <a:cxn ang="0">
                              <a:pos x="connsiteX194" y="connsiteY194"/>
                            </a:cxn>
                            <a:cxn ang="0">
                              <a:pos x="connsiteX195" y="connsiteY195"/>
                            </a:cxn>
                          </a:cxnLst>
                          <a:rect l="l" t="t" r="r" b="b"/>
                          <a:pathLst>
                            <a:path w="259296" h="586391">
                              <a:moveTo>
                                <a:pt x="249781" y="142732"/>
                              </a:moveTo>
                              <a:cubicBezTo>
                                <a:pt x="248592" y="141543"/>
                                <a:pt x="245024" y="140353"/>
                                <a:pt x="243834" y="137974"/>
                              </a:cubicBezTo>
                              <a:cubicBezTo>
                                <a:pt x="242645" y="135596"/>
                                <a:pt x="242645" y="134406"/>
                                <a:pt x="240266" y="133217"/>
                              </a:cubicBezTo>
                              <a:cubicBezTo>
                                <a:pt x="239077" y="123701"/>
                                <a:pt x="237887" y="111807"/>
                                <a:pt x="237887" y="102291"/>
                              </a:cubicBezTo>
                              <a:cubicBezTo>
                                <a:pt x="237887" y="96344"/>
                                <a:pt x="235508" y="92776"/>
                                <a:pt x="235508" y="88018"/>
                              </a:cubicBezTo>
                              <a:cubicBezTo>
                                <a:pt x="235508" y="83260"/>
                                <a:pt x="239077" y="80882"/>
                                <a:pt x="237887" y="74934"/>
                              </a:cubicBezTo>
                              <a:cubicBezTo>
                                <a:pt x="225993" y="72555"/>
                                <a:pt x="230750" y="57093"/>
                                <a:pt x="230750" y="48767"/>
                              </a:cubicBezTo>
                              <a:cubicBezTo>
                                <a:pt x="227182" y="45199"/>
                                <a:pt x="221235" y="45199"/>
                                <a:pt x="221235" y="39251"/>
                              </a:cubicBezTo>
                              <a:cubicBezTo>
                                <a:pt x="216477" y="36872"/>
                                <a:pt x="211719" y="32115"/>
                                <a:pt x="206962" y="29736"/>
                              </a:cubicBezTo>
                              <a:cubicBezTo>
                                <a:pt x="201014" y="26168"/>
                                <a:pt x="193878" y="27357"/>
                                <a:pt x="189120" y="24978"/>
                              </a:cubicBezTo>
                              <a:cubicBezTo>
                                <a:pt x="186741" y="23789"/>
                                <a:pt x="185552" y="20220"/>
                                <a:pt x="183173" y="17842"/>
                              </a:cubicBezTo>
                              <a:cubicBezTo>
                                <a:pt x="179605" y="15463"/>
                                <a:pt x="178415" y="14273"/>
                                <a:pt x="176036" y="13084"/>
                              </a:cubicBezTo>
                              <a:cubicBezTo>
                                <a:pt x="172468" y="10705"/>
                                <a:pt x="166521" y="5947"/>
                                <a:pt x="167710" y="1189"/>
                              </a:cubicBezTo>
                              <a:cubicBezTo>
                                <a:pt x="162952" y="0"/>
                                <a:pt x="159384" y="0"/>
                                <a:pt x="155816" y="0"/>
                              </a:cubicBezTo>
                              <a:cubicBezTo>
                                <a:pt x="154627" y="3568"/>
                                <a:pt x="157005" y="4758"/>
                                <a:pt x="157005" y="4758"/>
                              </a:cubicBezTo>
                              <a:cubicBezTo>
                                <a:pt x="157005" y="5947"/>
                                <a:pt x="155816" y="10705"/>
                                <a:pt x="155816" y="11894"/>
                              </a:cubicBezTo>
                              <a:cubicBezTo>
                                <a:pt x="155816" y="16652"/>
                                <a:pt x="153437" y="24978"/>
                                <a:pt x="158195" y="28546"/>
                              </a:cubicBezTo>
                              <a:cubicBezTo>
                                <a:pt x="157005" y="33304"/>
                                <a:pt x="152248" y="35683"/>
                                <a:pt x="149869" y="30925"/>
                              </a:cubicBezTo>
                              <a:cubicBezTo>
                                <a:pt x="142732" y="33304"/>
                                <a:pt x="140353" y="28546"/>
                                <a:pt x="134406" y="27357"/>
                              </a:cubicBezTo>
                              <a:cubicBezTo>
                                <a:pt x="126080" y="26168"/>
                                <a:pt x="123701" y="32115"/>
                                <a:pt x="117754" y="32115"/>
                              </a:cubicBezTo>
                              <a:cubicBezTo>
                                <a:pt x="117754" y="35683"/>
                                <a:pt x="117754" y="46388"/>
                                <a:pt x="115375" y="48767"/>
                              </a:cubicBezTo>
                              <a:cubicBezTo>
                                <a:pt x="111807" y="53525"/>
                                <a:pt x="104670" y="51146"/>
                                <a:pt x="98723" y="51146"/>
                              </a:cubicBezTo>
                              <a:cubicBezTo>
                                <a:pt x="96344" y="57093"/>
                                <a:pt x="91586" y="60661"/>
                                <a:pt x="88018" y="65419"/>
                              </a:cubicBezTo>
                              <a:cubicBezTo>
                                <a:pt x="86829" y="67798"/>
                                <a:pt x="86829" y="71366"/>
                                <a:pt x="85639" y="73745"/>
                              </a:cubicBezTo>
                              <a:cubicBezTo>
                                <a:pt x="84450" y="77313"/>
                                <a:pt x="80881" y="76124"/>
                                <a:pt x="80881" y="80882"/>
                              </a:cubicBezTo>
                              <a:cubicBezTo>
                                <a:pt x="79692" y="89208"/>
                                <a:pt x="88018" y="91586"/>
                                <a:pt x="86829" y="97534"/>
                              </a:cubicBezTo>
                              <a:cubicBezTo>
                                <a:pt x="86829" y="99912"/>
                                <a:pt x="82071" y="102291"/>
                                <a:pt x="80881" y="104670"/>
                              </a:cubicBezTo>
                              <a:cubicBezTo>
                                <a:pt x="79692" y="105860"/>
                                <a:pt x="82071" y="108238"/>
                                <a:pt x="80881" y="110617"/>
                              </a:cubicBezTo>
                              <a:cubicBezTo>
                                <a:pt x="79692" y="112996"/>
                                <a:pt x="78503" y="112996"/>
                                <a:pt x="77313" y="115375"/>
                              </a:cubicBezTo>
                              <a:cubicBezTo>
                                <a:pt x="73745" y="122512"/>
                                <a:pt x="72556" y="124891"/>
                                <a:pt x="67798" y="130838"/>
                              </a:cubicBezTo>
                              <a:cubicBezTo>
                                <a:pt x="64229" y="135596"/>
                                <a:pt x="58282" y="136785"/>
                                <a:pt x="54714" y="140353"/>
                              </a:cubicBezTo>
                              <a:cubicBezTo>
                                <a:pt x="48767" y="146301"/>
                                <a:pt x="53525" y="149869"/>
                                <a:pt x="52335" y="157005"/>
                              </a:cubicBezTo>
                              <a:cubicBezTo>
                                <a:pt x="51146" y="162953"/>
                                <a:pt x="47577" y="170089"/>
                                <a:pt x="46388" y="176036"/>
                              </a:cubicBezTo>
                              <a:cubicBezTo>
                                <a:pt x="45198" y="181984"/>
                                <a:pt x="45198" y="189120"/>
                                <a:pt x="44009" y="196257"/>
                              </a:cubicBezTo>
                              <a:cubicBezTo>
                                <a:pt x="42820" y="203393"/>
                                <a:pt x="39251" y="208151"/>
                                <a:pt x="39251" y="215288"/>
                              </a:cubicBezTo>
                              <a:cubicBezTo>
                                <a:pt x="39251" y="221235"/>
                                <a:pt x="41630" y="228371"/>
                                <a:pt x="36873" y="233129"/>
                              </a:cubicBezTo>
                              <a:cubicBezTo>
                                <a:pt x="32115" y="236698"/>
                                <a:pt x="23789" y="235508"/>
                                <a:pt x="19031" y="239076"/>
                              </a:cubicBezTo>
                              <a:cubicBezTo>
                                <a:pt x="4758" y="247403"/>
                                <a:pt x="8326" y="260486"/>
                                <a:pt x="9515" y="273570"/>
                              </a:cubicBezTo>
                              <a:cubicBezTo>
                                <a:pt x="9515" y="286654"/>
                                <a:pt x="11894" y="300927"/>
                                <a:pt x="10705" y="315200"/>
                              </a:cubicBezTo>
                              <a:cubicBezTo>
                                <a:pt x="9515" y="328284"/>
                                <a:pt x="11894" y="328284"/>
                                <a:pt x="19031" y="336610"/>
                              </a:cubicBezTo>
                              <a:cubicBezTo>
                                <a:pt x="23789" y="342557"/>
                                <a:pt x="27357" y="349694"/>
                                <a:pt x="24978" y="358020"/>
                              </a:cubicBezTo>
                              <a:cubicBezTo>
                                <a:pt x="21410" y="359209"/>
                                <a:pt x="16652" y="359209"/>
                                <a:pt x="14273" y="362778"/>
                              </a:cubicBezTo>
                              <a:cubicBezTo>
                                <a:pt x="9515" y="369914"/>
                                <a:pt x="15463" y="368725"/>
                                <a:pt x="17842" y="373483"/>
                              </a:cubicBezTo>
                              <a:cubicBezTo>
                                <a:pt x="21410" y="379430"/>
                                <a:pt x="22599" y="393703"/>
                                <a:pt x="21410" y="400840"/>
                              </a:cubicBezTo>
                              <a:cubicBezTo>
                                <a:pt x="20220" y="409166"/>
                                <a:pt x="11894" y="416302"/>
                                <a:pt x="9515" y="425818"/>
                              </a:cubicBezTo>
                              <a:cubicBezTo>
                                <a:pt x="8326" y="431765"/>
                                <a:pt x="13084" y="449606"/>
                                <a:pt x="5947" y="451985"/>
                              </a:cubicBezTo>
                              <a:cubicBezTo>
                                <a:pt x="5947" y="448417"/>
                                <a:pt x="4758" y="448417"/>
                                <a:pt x="2379" y="446038"/>
                              </a:cubicBezTo>
                              <a:cubicBezTo>
                                <a:pt x="2379" y="446038"/>
                                <a:pt x="2379" y="446038"/>
                                <a:pt x="2379" y="444849"/>
                              </a:cubicBezTo>
                              <a:cubicBezTo>
                                <a:pt x="1190" y="447227"/>
                                <a:pt x="0" y="448417"/>
                                <a:pt x="0" y="450796"/>
                              </a:cubicBezTo>
                              <a:cubicBezTo>
                                <a:pt x="0" y="453175"/>
                                <a:pt x="0" y="454364"/>
                                <a:pt x="0" y="455554"/>
                              </a:cubicBezTo>
                              <a:cubicBezTo>
                                <a:pt x="0" y="457932"/>
                                <a:pt x="0" y="459122"/>
                                <a:pt x="0" y="461501"/>
                              </a:cubicBezTo>
                              <a:cubicBezTo>
                                <a:pt x="0" y="466258"/>
                                <a:pt x="1190" y="469827"/>
                                <a:pt x="3568" y="472206"/>
                              </a:cubicBezTo>
                              <a:cubicBezTo>
                                <a:pt x="4758" y="474585"/>
                                <a:pt x="5947" y="474585"/>
                                <a:pt x="7137" y="476963"/>
                              </a:cubicBezTo>
                              <a:cubicBezTo>
                                <a:pt x="8326" y="479342"/>
                                <a:pt x="7137" y="481721"/>
                                <a:pt x="10705" y="480532"/>
                              </a:cubicBezTo>
                              <a:cubicBezTo>
                                <a:pt x="10705" y="476963"/>
                                <a:pt x="9515" y="475774"/>
                                <a:pt x="9515" y="472206"/>
                              </a:cubicBezTo>
                              <a:cubicBezTo>
                                <a:pt x="9515" y="472206"/>
                                <a:pt x="10705" y="472206"/>
                                <a:pt x="10705" y="472206"/>
                              </a:cubicBezTo>
                              <a:cubicBezTo>
                                <a:pt x="13084" y="474585"/>
                                <a:pt x="15463" y="476963"/>
                                <a:pt x="15463" y="480532"/>
                              </a:cubicBezTo>
                              <a:cubicBezTo>
                                <a:pt x="10705" y="482911"/>
                                <a:pt x="13084" y="490047"/>
                                <a:pt x="11894" y="494805"/>
                              </a:cubicBezTo>
                              <a:cubicBezTo>
                                <a:pt x="10705" y="497184"/>
                                <a:pt x="8326" y="498373"/>
                                <a:pt x="9515" y="501942"/>
                              </a:cubicBezTo>
                              <a:cubicBezTo>
                                <a:pt x="10705" y="504320"/>
                                <a:pt x="14273" y="503131"/>
                                <a:pt x="16652" y="505510"/>
                              </a:cubicBezTo>
                              <a:cubicBezTo>
                                <a:pt x="19031" y="507889"/>
                                <a:pt x="21410" y="515025"/>
                                <a:pt x="23789" y="518594"/>
                              </a:cubicBezTo>
                              <a:cubicBezTo>
                                <a:pt x="26167" y="523351"/>
                                <a:pt x="26167" y="526920"/>
                                <a:pt x="27357" y="532867"/>
                              </a:cubicBezTo>
                              <a:cubicBezTo>
                                <a:pt x="32115" y="531677"/>
                                <a:pt x="32115" y="536435"/>
                                <a:pt x="33304" y="538814"/>
                              </a:cubicBezTo>
                              <a:cubicBezTo>
                                <a:pt x="34494" y="541193"/>
                                <a:pt x="39251" y="545951"/>
                                <a:pt x="40441" y="541193"/>
                              </a:cubicBezTo>
                              <a:cubicBezTo>
                                <a:pt x="45198" y="540003"/>
                                <a:pt x="45198" y="547140"/>
                                <a:pt x="42820" y="550708"/>
                              </a:cubicBezTo>
                              <a:cubicBezTo>
                                <a:pt x="40441" y="553087"/>
                                <a:pt x="34494" y="551898"/>
                                <a:pt x="34494" y="556656"/>
                              </a:cubicBezTo>
                              <a:cubicBezTo>
                                <a:pt x="38062" y="557845"/>
                                <a:pt x="35683" y="561413"/>
                                <a:pt x="38062" y="563792"/>
                              </a:cubicBezTo>
                              <a:cubicBezTo>
                                <a:pt x="42820" y="562603"/>
                                <a:pt x="42820" y="567360"/>
                                <a:pt x="42820" y="570929"/>
                              </a:cubicBezTo>
                              <a:cubicBezTo>
                                <a:pt x="45198" y="572118"/>
                                <a:pt x="46388" y="575686"/>
                                <a:pt x="46388" y="579255"/>
                              </a:cubicBezTo>
                              <a:cubicBezTo>
                                <a:pt x="42820" y="579255"/>
                                <a:pt x="44009" y="584013"/>
                                <a:pt x="45198" y="586392"/>
                              </a:cubicBezTo>
                              <a:cubicBezTo>
                                <a:pt x="49956" y="586392"/>
                                <a:pt x="53525" y="584013"/>
                                <a:pt x="57093" y="582823"/>
                              </a:cubicBezTo>
                              <a:cubicBezTo>
                                <a:pt x="61850" y="581634"/>
                                <a:pt x="66608" y="584013"/>
                                <a:pt x="71366" y="584013"/>
                              </a:cubicBezTo>
                              <a:cubicBezTo>
                                <a:pt x="72556" y="581634"/>
                                <a:pt x="73745" y="581634"/>
                                <a:pt x="74934" y="579255"/>
                              </a:cubicBezTo>
                              <a:cubicBezTo>
                                <a:pt x="76124" y="576876"/>
                                <a:pt x="72556" y="574497"/>
                                <a:pt x="73745" y="572118"/>
                              </a:cubicBezTo>
                              <a:cubicBezTo>
                                <a:pt x="73745" y="564982"/>
                                <a:pt x="79692" y="567360"/>
                                <a:pt x="84450" y="564982"/>
                              </a:cubicBezTo>
                              <a:cubicBezTo>
                                <a:pt x="84450" y="562603"/>
                                <a:pt x="83260" y="559034"/>
                                <a:pt x="85639" y="557845"/>
                              </a:cubicBezTo>
                              <a:cubicBezTo>
                                <a:pt x="88018" y="556656"/>
                                <a:pt x="89208" y="560224"/>
                                <a:pt x="90397" y="561413"/>
                              </a:cubicBezTo>
                              <a:cubicBezTo>
                                <a:pt x="92776" y="562603"/>
                                <a:pt x="95155" y="563792"/>
                                <a:pt x="97533" y="562603"/>
                              </a:cubicBezTo>
                              <a:cubicBezTo>
                                <a:pt x="99912" y="561413"/>
                                <a:pt x="101102" y="560224"/>
                                <a:pt x="104670" y="560224"/>
                              </a:cubicBezTo>
                              <a:cubicBezTo>
                                <a:pt x="107049" y="560224"/>
                                <a:pt x="108239" y="563792"/>
                                <a:pt x="109428" y="563792"/>
                              </a:cubicBezTo>
                              <a:cubicBezTo>
                                <a:pt x="111807" y="563792"/>
                                <a:pt x="112996" y="561413"/>
                                <a:pt x="114186" y="560224"/>
                              </a:cubicBezTo>
                              <a:cubicBezTo>
                                <a:pt x="117754" y="556656"/>
                                <a:pt x="117754" y="550708"/>
                                <a:pt x="117754" y="545951"/>
                              </a:cubicBezTo>
                              <a:cubicBezTo>
                                <a:pt x="122512" y="544761"/>
                                <a:pt x="118944" y="535246"/>
                                <a:pt x="121322" y="530488"/>
                              </a:cubicBezTo>
                              <a:cubicBezTo>
                                <a:pt x="122512" y="528109"/>
                                <a:pt x="124891" y="529299"/>
                                <a:pt x="124891" y="525730"/>
                              </a:cubicBezTo>
                              <a:cubicBezTo>
                                <a:pt x="123701" y="523351"/>
                                <a:pt x="121322" y="522162"/>
                                <a:pt x="121322" y="519783"/>
                              </a:cubicBezTo>
                              <a:cubicBezTo>
                                <a:pt x="124891" y="515025"/>
                                <a:pt x="123701" y="512646"/>
                                <a:pt x="123701" y="506699"/>
                              </a:cubicBezTo>
                              <a:cubicBezTo>
                                <a:pt x="123701" y="503131"/>
                                <a:pt x="123701" y="503131"/>
                                <a:pt x="122512" y="499563"/>
                              </a:cubicBezTo>
                              <a:cubicBezTo>
                                <a:pt x="121322" y="497184"/>
                                <a:pt x="120133" y="495994"/>
                                <a:pt x="121322" y="492426"/>
                              </a:cubicBezTo>
                              <a:cubicBezTo>
                                <a:pt x="123701" y="492426"/>
                                <a:pt x="127269" y="493616"/>
                                <a:pt x="130838" y="493616"/>
                              </a:cubicBezTo>
                              <a:cubicBezTo>
                                <a:pt x="130838" y="491237"/>
                                <a:pt x="127269" y="490047"/>
                                <a:pt x="127269" y="487668"/>
                              </a:cubicBezTo>
                              <a:cubicBezTo>
                                <a:pt x="127269" y="484100"/>
                                <a:pt x="129648" y="482911"/>
                                <a:pt x="129648" y="479342"/>
                              </a:cubicBezTo>
                              <a:cubicBezTo>
                                <a:pt x="127269" y="479342"/>
                                <a:pt x="126080" y="478153"/>
                                <a:pt x="123701" y="476963"/>
                              </a:cubicBezTo>
                              <a:cubicBezTo>
                                <a:pt x="124891" y="476963"/>
                                <a:pt x="126080" y="476963"/>
                                <a:pt x="127269" y="476963"/>
                              </a:cubicBezTo>
                              <a:cubicBezTo>
                                <a:pt x="127269" y="475774"/>
                                <a:pt x="127269" y="474585"/>
                                <a:pt x="127269" y="473395"/>
                              </a:cubicBezTo>
                              <a:cubicBezTo>
                                <a:pt x="126080" y="473395"/>
                                <a:pt x="123701" y="472206"/>
                                <a:pt x="122512" y="471016"/>
                              </a:cubicBezTo>
                              <a:cubicBezTo>
                                <a:pt x="121322" y="467448"/>
                                <a:pt x="123701" y="468637"/>
                                <a:pt x="126080" y="467448"/>
                              </a:cubicBezTo>
                              <a:cubicBezTo>
                                <a:pt x="127269" y="466258"/>
                                <a:pt x="128459" y="465069"/>
                                <a:pt x="129648" y="463880"/>
                              </a:cubicBezTo>
                              <a:cubicBezTo>
                                <a:pt x="132027" y="462690"/>
                                <a:pt x="133217" y="465069"/>
                                <a:pt x="135596" y="463880"/>
                              </a:cubicBezTo>
                              <a:cubicBezTo>
                                <a:pt x="136785" y="462690"/>
                                <a:pt x="137975" y="460311"/>
                                <a:pt x="136785" y="457932"/>
                              </a:cubicBezTo>
                              <a:cubicBezTo>
                                <a:pt x="139164" y="457932"/>
                                <a:pt x="142732" y="451985"/>
                                <a:pt x="141543" y="448417"/>
                              </a:cubicBezTo>
                              <a:cubicBezTo>
                                <a:pt x="142732" y="448417"/>
                                <a:pt x="143922" y="448417"/>
                                <a:pt x="143922" y="448417"/>
                              </a:cubicBezTo>
                              <a:cubicBezTo>
                                <a:pt x="143922" y="450796"/>
                                <a:pt x="143922" y="454364"/>
                                <a:pt x="145111" y="456743"/>
                              </a:cubicBezTo>
                              <a:cubicBezTo>
                                <a:pt x="148679" y="456743"/>
                                <a:pt x="149869" y="453175"/>
                                <a:pt x="149869" y="450796"/>
                              </a:cubicBezTo>
                              <a:cubicBezTo>
                                <a:pt x="152248" y="449606"/>
                                <a:pt x="155816" y="449606"/>
                                <a:pt x="158195" y="448417"/>
                              </a:cubicBezTo>
                              <a:cubicBezTo>
                                <a:pt x="160574" y="446038"/>
                                <a:pt x="157005" y="443659"/>
                                <a:pt x="155816" y="441280"/>
                              </a:cubicBezTo>
                              <a:cubicBezTo>
                                <a:pt x="153437" y="438901"/>
                                <a:pt x="151058" y="437712"/>
                                <a:pt x="148679" y="437712"/>
                              </a:cubicBezTo>
                              <a:cubicBezTo>
                                <a:pt x="145111" y="437712"/>
                                <a:pt x="143922" y="441280"/>
                                <a:pt x="140353" y="437712"/>
                              </a:cubicBezTo>
                              <a:cubicBezTo>
                                <a:pt x="140353" y="438901"/>
                                <a:pt x="139164" y="438901"/>
                                <a:pt x="139164" y="440091"/>
                              </a:cubicBezTo>
                              <a:cubicBezTo>
                                <a:pt x="136785" y="441280"/>
                                <a:pt x="133217" y="440091"/>
                                <a:pt x="134406" y="436523"/>
                              </a:cubicBezTo>
                              <a:cubicBezTo>
                                <a:pt x="129648" y="435333"/>
                                <a:pt x="126080" y="434144"/>
                                <a:pt x="121322" y="434144"/>
                              </a:cubicBezTo>
                              <a:cubicBezTo>
                                <a:pt x="118944" y="434144"/>
                                <a:pt x="110617" y="434144"/>
                                <a:pt x="110617" y="430575"/>
                              </a:cubicBezTo>
                              <a:cubicBezTo>
                                <a:pt x="111807" y="430575"/>
                                <a:pt x="114186" y="430575"/>
                                <a:pt x="115375" y="430575"/>
                              </a:cubicBezTo>
                              <a:cubicBezTo>
                                <a:pt x="117754" y="430575"/>
                                <a:pt x="117754" y="429386"/>
                                <a:pt x="118944" y="429386"/>
                              </a:cubicBezTo>
                              <a:cubicBezTo>
                                <a:pt x="122512" y="428197"/>
                                <a:pt x="124891" y="428197"/>
                                <a:pt x="128459" y="428197"/>
                              </a:cubicBezTo>
                              <a:cubicBezTo>
                                <a:pt x="128459" y="427007"/>
                                <a:pt x="129648" y="427007"/>
                                <a:pt x="129648" y="425818"/>
                              </a:cubicBezTo>
                              <a:cubicBezTo>
                                <a:pt x="132027" y="425818"/>
                                <a:pt x="132027" y="427007"/>
                                <a:pt x="134406" y="427007"/>
                              </a:cubicBezTo>
                              <a:cubicBezTo>
                                <a:pt x="136785" y="427007"/>
                                <a:pt x="136785" y="427007"/>
                                <a:pt x="139164" y="427007"/>
                              </a:cubicBezTo>
                              <a:cubicBezTo>
                                <a:pt x="141543" y="427007"/>
                                <a:pt x="141543" y="425818"/>
                                <a:pt x="143922" y="427007"/>
                              </a:cubicBezTo>
                              <a:cubicBezTo>
                                <a:pt x="145111" y="427007"/>
                                <a:pt x="146300" y="429386"/>
                                <a:pt x="147490" y="430575"/>
                              </a:cubicBezTo>
                              <a:cubicBezTo>
                                <a:pt x="152248" y="436523"/>
                                <a:pt x="157005" y="435333"/>
                                <a:pt x="161763" y="429386"/>
                              </a:cubicBezTo>
                              <a:cubicBezTo>
                                <a:pt x="162952" y="427007"/>
                                <a:pt x="165331" y="425818"/>
                                <a:pt x="167710" y="423439"/>
                              </a:cubicBezTo>
                              <a:cubicBezTo>
                                <a:pt x="168900" y="422249"/>
                                <a:pt x="171279" y="417492"/>
                                <a:pt x="171279" y="416302"/>
                              </a:cubicBezTo>
                              <a:cubicBezTo>
                                <a:pt x="171279" y="412734"/>
                                <a:pt x="167710" y="411544"/>
                                <a:pt x="165331" y="409166"/>
                              </a:cubicBezTo>
                              <a:cubicBezTo>
                                <a:pt x="165331" y="407976"/>
                                <a:pt x="164142" y="406787"/>
                                <a:pt x="162952" y="405597"/>
                              </a:cubicBezTo>
                              <a:cubicBezTo>
                                <a:pt x="161763" y="404408"/>
                                <a:pt x="160574" y="404408"/>
                                <a:pt x="159384" y="403218"/>
                              </a:cubicBezTo>
                              <a:cubicBezTo>
                                <a:pt x="159384" y="403218"/>
                                <a:pt x="159384" y="403218"/>
                                <a:pt x="159384" y="402029"/>
                              </a:cubicBezTo>
                              <a:cubicBezTo>
                                <a:pt x="159384" y="396082"/>
                                <a:pt x="155816" y="397271"/>
                                <a:pt x="155816" y="397271"/>
                              </a:cubicBezTo>
                              <a:cubicBezTo>
                                <a:pt x="151058" y="396082"/>
                                <a:pt x="151058" y="393703"/>
                                <a:pt x="148679" y="390135"/>
                              </a:cubicBezTo>
                              <a:cubicBezTo>
                                <a:pt x="143922" y="381809"/>
                                <a:pt x="146300" y="390135"/>
                                <a:pt x="140353" y="390135"/>
                              </a:cubicBezTo>
                              <a:cubicBezTo>
                                <a:pt x="139164" y="385377"/>
                                <a:pt x="134406" y="384188"/>
                                <a:pt x="132027" y="380619"/>
                              </a:cubicBezTo>
                              <a:cubicBezTo>
                                <a:pt x="130838" y="379430"/>
                                <a:pt x="129648" y="377051"/>
                                <a:pt x="128459" y="375861"/>
                              </a:cubicBezTo>
                              <a:cubicBezTo>
                                <a:pt x="127269" y="372293"/>
                                <a:pt x="128459" y="373483"/>
                                <a:pt x="129648" y="369914"/>
                              </a:cubicBezTo>
                              <a:cubicBezTo>
                                <a:pt x="129648" y="368725"/>
                                <a:pt x="130838" y="363967"/>
                                <a:pt x="130838" y="362778"/>
                              </a:cubicBezTo>
                              <a:cubicBezTo>
                                <a:pt x="130838" y="359209"/>
                                <a:pt x="127269" y="360399"/>
                                <a:pt x="127269" y="358020"/>
                              </a:cubicBezTo>
                              <a:cubicBezTo>
                                <a:pt x="127269" y="355641"/>
                                <a:pt x="129648" y="354452"/>
                                <a:pt x="129648" y="353262"/>
                              </a:cubicBezTo>
                              <a:cubicBezTo>
                                <a:pt x="129648" y="350883"/>
                                <a:pt x="129648" y="348505"/>
                                <a:pt x="129648" y="346125"/>
                              </a:cubicBezTo>
                              <a:cubicBezTo>
                                <a:pt x="136785" y="346125"/>
                                <a:pt x="128459" y="333042"/>
                                <a:pt x="129648" y="329473"/>
                              </a:cubicBezTo>
                              <a:cubicBezTo>
                                <a:pt x="130838" y="321147"/>
                                <a:pt x="133217" y="316390"/>
                                <a:pt x="126080" y="310442"/>
                              </a:cubicBezTo>
                              <a:cubicBezTo>
                                <a:pt x="129648" y="308064"/>
                                <a:pt x="134406" y="309253"/>
                                <a:pt x="137975" y="306874"/>
                              </a:cubicBezTo>
                              <a:cubicBezTo>
                                <a:pt x="141543" y="304495"/>
                                <a:pt x="140353" y="299738"/>
                                <a:pt x="140353" y="296169"/>
                              </a:cubicBezTo>
                              <a:cubicBezTo>
                                <a:pt x="142732" y="298548"/>
                                <a:pt x="157005" y="289033"/>
                                <a:pt x="148679" y="286654"/>
                              </a:cubicBezTo>
                              <a:cubicBezTo>
                                <a:pt x="148679" y="279517"/>
                                <a:pt x="153437" y="283086"/>
                                <a:pt x="157005" y="281896"/>
                              </a:cubicBezTo>
                              <a:cubicBezTo>
                                <a:pt x="158195" y="280707"/>
                                <a:pt x="158195" y="278328"/>
                                <a:pt x="159384" y="277138"/>
                              </a:cubicBezTo>
                              <a:cubicBezTo>
                                <a:pt x="161763" y="275949"/>
                                <a:pt x="161763" y="277138"/>
                                <a:pt x="164142" y="278328"/>
                              </a:cubicBezTo>
                              <a:cubicBezTo>
                                <a:pt x="166521" y="275949"/>
                                <a:pt x="166521" y="266433"/>
                                <a:pt x="170089" y="265244"/>
                              </a:cubicBezTo>
                              <a:cubicBezTo>
                                <a:pt x="172468" y="265244"/>
                                <a:pt x="174847" y="267623"/>
                                <a:pt x="177226" y="266433"/>
                              </a:cubicBezTo>
                              <a:cubicBezTo>
                                <a:pt x="179605" y="265244"/>
                                <a:pt x="180794" y="264055"/>
                                <a:pt x="180794" y="261676"/>
                              </a:cubicBezTo>
                              <a:cubicBezTo>
                                <a:pt x="181983" y="261676"/>
                                <a:pt x="183173" y="260486"/>
                                <a:pt x="184362" y="259297"/>
                              </a:cubicBezTo>
                              <a:cubicBezTo>
                                <a:pt x="181983" y="258107"/>
                                <a:pt x="181983" y="252160"/>
                                <a:pt x="185552" y="252160"/>
                              </a:cubicBezTo>
                              <a:cubicBezTo>
                                <a:pt x="187931" y="256918"/>
                                <a:pt x="198635" y="242645"/>
                                <a:pt x="199825" y="239076"/>
                              </a:cubicBezTo>
                              <a:cubicBezTo>
                                <a:pt x="201014" y="235508"/>
                                <a:pt x="201014" y="230750"/>
                                <a:pt x="202204" y="227182"/>
                              </a:cubicBezTo>
                              <a:cubicBezTo>
                                <a:pt x="204583" y="223614"/>
                                <a:pt x="208151" y="223614"/>
                                <a:pt x="208151" y="218856"/>
                              </a:cubicBezTo>
                              <a:cubicBezTo>
                                <a:pt x="202204" y="218856"/>
                                <a:pt x="206962" y="215288"/>
                                <a:pt x="206962" y="214098"/>
                              </a:cubicBezTo>
                              <a:cubicBezTo>
                                <a:pt x="206962" y="210530"/>
                                <a:pt x="202204" y="209340"/>
                                <a:pt x="199825" y="209340"/>
                              </a:cubicBezTo>
                              <a:cubicBezTo>
                                <a:pt x="198635" y="205772"/>
                                <a:pt x="202204" y="205772"/>
                                <a:pt x="203393" y="204583"/>
                              </a:cubicBezTo>
                              <a:cubicBezTo>
                                <a:pt x="204583" y="202204"/>
                                <a:pt x="203393" y="201014"/>
                                <a:pt x="203393" y="199825"/>
                              </a:cubicBezTo>
                              <a:cubicBezTo>
                                <a:pt x="203393" y="197446"/>
                                <a:pt x="206962" y="191499"/>
                                <a:pt x="204583" y="189120"/>
                              </a:cubicBezTo>
                              <a:cubicBezTo>
                                <a:pt x="203393" y="187931"/>
                                <a:pt x="199825" y="190310"/>
                                <a:pt x="198635" y="186741"/>
                              </a:cubicBezTo>
                              <a:cubicBezTo>
                                <a:pt x="197446" y="185552"/>
                                <a:pt x="199825" y="181984"/>
                                <a:pt x="201014" y="181984"/>
                              </a:cubicBezTo>
                              <a:cubicBezTo>
                                <a:pt x="202204" y="181984"/>
                                <a:pt x="203393" y="186741"/>
                                <a:pt x="205772" y="183173"/>
                              </a:cubicBezTo>
                              <a:cubicBezTo>
                                <a:pt x="208151" y="180794"/>
                                <a:pt x="204583" y="179605"/>
                                <a:pt x="203393" y="179605"/>
                              </a:cubicBezTo>
                              <a:cubicBezTo>
                                <a:pt x="203393" y="174847"/>
                                <a:pt x="210530" y="179605"/>
                                <a:pt x="212909" y="174847"/>
                              </a:cubicBezTo>
                              <a:cubicBezTo>
                                <a:pt x="215288" y="170089"/>
                                <a:pt x="211719" y="172468"/>
                                <a:pt x="209341" y="171279"/>
                              </a:cubicBezTo>
                              <a:cubicBezTo>
                                <a:pt x="208151" y="170089"/>
                                <a:pt x="208151" y="166521"/>
                                <a:pt x="210530" y="166521"/>
                              </a:cubicBezTo>
                              <a:cubicBezTo>
                                <a:pt x="212909" y="166521"/>
                                <a:pt x="212909" y="170089"/>
                                <a:pt x="215288" y="168900"/>
                              </a:cubicBezTo>
                              <a:cubicBezTo>
                                <a:pt x="217666" y="168900"/>
                                <a:pt x="217666" y="166521"/>
                                <a:pt x="218856" y="164142"/>
                              </a:cubicBezTo>
                              <a:cubicBezTo>
                                <a:pt x="218856" y="162953"/>
                                <a:pt x="218856" y="159384"/>
                                <a:pt x="221235" y="158195"/>
                              </a:cubicBezTo>
                              <a:cubicBezTo>
                                <a:pt x="223614" y="157005"/>
                                <a:pt x="224803" y="158195"/>
                                <a:pt x="224803" y="160574"/>
                              </a:cubicBezTo>
                              <a:cubicBezTo>
                                <a:pt x="224803" y="160574"/>
                                <a:pt x="225993" y="160574"/>
                                <a:pt x="225993" y="160574"/>
                              </a:cubicBezTo>
                              <a:cubicBezTo>
                                <a:pt x="225993" y="159384"/>
                                <a:pt x="227182" y="157005"/>
                                <a:pt x="228371" y="155816"/>
                              </a:cubicBezTo>
                              <a:cubicBezTo>
                                <a:pt x="229561" y="158195"/>
                                <a:pt x="231940" y="160574"/>
                                <a:pt x="231940" y="162953"/>
                              </a:cubicBezTo>
                              <a:cubicBezTo>
                                <a:pt x="235508" y="162953"/>
                                <a:pt x="235508" y="159384"/>
                                <a:pt x="237887" y="158195"/>
                              </a:cubicBezTo>
                              <a:cubicBezTo>
                                <a:pt x="241455" y="162953"/>
                                <a:pt x="245024" y="158195"/>
                                <a:pt x="247402" y="157005"/>
                              </a:cubicBezTo>
                              <a:cubicBezTo>
                                <a:pt x="250971" y="161763"/>
                                <a:pt x="254539" y="159384"/>
                                <a:pt x="259297" y="158195"/>
                              </a:cubicBezTo>
                              <a:cubicBezTo>
                                <a:pt x="253350" y="148679"/>
                                <a:pt x="253350" y="145111"/>
                                <a:pt x="249781" y="142732"/>
                              </a:cubicBezTo>
                              <a:close/>
                              <a:moveTo>
                                <a:pt x="58282" y="460311"/>
                              </a:moveTo>
                              <a:cubicBezTo>
                                <a:pt x="58282" y="462690"/>
                                <a:pt x="54714" y="467448"/>
                                <a:pt x="52335" y="466258"/>
                              </a:cubicBezTo>
                              <a:cubicBezTo>
                                <a:pt x="48767" y="465069"/>
                                <a:pt x="47577" y="469827"/>
                                <a:pt x="45198" y="471016"/>
                              </a:cubicBezTo>
                              <a:cubicBezTo>
                                <a:pt x="42820" y="472206"/>
                                <a:pt x="44009" y="465069"/>
                                <a:pt x="40441" y="466258"/>
                              </a:cubicBezTo>
                              <a:cubicBezTo>
                                <a:pt x="35683" y="468637"/>
                                <a:pt x="24978" y="475774"/>
                                <a:pt x="22599" y="474585"/>
                              </a:cubicBezTo>
                              <a:cubicBezTo>
                                <a:pt x="20220" y="473395"/>
                                <a:pt x="26167" y="465069"/>
                                <a:pt x="27357" y="460311"/>
                              </a:cubicBezTo>
                              <a:cubicBezTo>
                                <a:pt x="28546" y="455554"/>
                                <a:pt x="32115" y="450796"/>
                                <a:pt x="34494" y="448417"/>
                              </a:cubicBezTo>
                              <a:cubicBezTo>
                                <a:pt x="36873" y="447227"/>
                                <a:pt x="39251" y="449606"/>
                                <a:pt x="42820" y="449606"/>
                              </a:cubicBezTo>
                              <a:cubicBezTo>
                                <a:pt x="46388" y="448417"/>
                                <a:pt x="38062" y="431765"/>
                                <a:pt x="38062" y="429386"/>
                              </a:cubicBezTo>
                              <a:cubicBezTo>
                                <a:pt x="38062" y="427007"/>
                                <a:pt x="45198" y="431765"/>
                                <a:pt x="47577" y="431765"/>
                              </a:cubicBezTo>
                              <a:cubicBezTo>
                                <a:pt x="49956" y="431765"/>
                                <a:pt x="53525" y="434144"/>
                                <a:pt x="58282" y="437712"/>
                              </a:cubicBezTo>
                              <a:cubicBezTo>
                                <a:pt x="63040" y="441280"/>
                                <a:pt x="58282" y="457932"/>
                                <a:pt x="58282" y="460311"/>
                              </a:cubicBezTo>
                              <a:close/>
                              <a:moveTo>
                                <a:pt x="83260" y="472206"/>
                              </a:moveTo>
                              <a:cubicBezTo>
                                <a:pt x="79692" y="473395"/>
                                <a:pt x="78503" y="475774"/>
                                <a:pt x="76124" y="479342"/>
                              </a:cubicBezTo>
                              <a:cubicBezTo>
                                <a:pt x="73745" y="482911"/>
                                <a:pt x="71366" y="492426"/>
                                <a:pt x="71366" y="492426"/>
                              </a:cubicBezTo>
                              <a:cubicBezTo>
                                <a:pt x="71366" y="494805"/>
                                <a:pt x="67798" y="494805"/>
                                <a:pt x="66608" y="494805"/>
                              </a:cubicBezTo>
                              <a:cubicBezTo>
                                <a:pt x="64229" y="493616"/>
                                <a:pt x="67798" y="481721"/>
                                <a:pt x="70177" y="474585"/>
                              </a:cubicBezTo>
                              <a:cubicBezTo>
                                <a:pt x="72556" y="468637"/>
                                <a:pt x="70177" y="463880"/>
                                <a:pt x="71366" y="461501"/>
                              </a:cubicBezTo>
                              <a:cubicBezTo>
                                <a:pt x="72556" y="459122"/>
                                <a:pt x="76124" y="457932"/>
                                <a:pt x="79692" y="455554"/>
                              </a:cubicBezTo>
                              <a:cubicBezTo>
                                <a:pt x="83260" y="453175"/>
                                <a:pt x="83260" y="457932"/>
                                <a:pt x="83260" y="460311"/>
                              </a:cubicBezTo>
                              <a:cubicBezTo>
                                <a:pt x="83260" y="461501"/>
                                <a:pt x="86829" y="471016"/>
                                <a:pt x="83260" y="47220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975" name="Graphic 27">
                        <a:extLst>
                          <a:ext uri="{FF2B5EF4-FFF2-40B4-BE49-F238E27FC236}">
                            <a16:creationId xmlns:a16="http://schemas.microsoft.com/office/drawing/2014/main" id="{984604EC-8EDF-9265-199E-81A8C13390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95712" y="2178851"/>
                        <a:ext cx="258770" cy="462962"/>
                        <a:chOff x="6095712" y="2178851"/>
                        <a:chExt cx="258770" cy="462962"/>
                      </a:xfrm>
                      <a:grpFill/>
                    </p:grpSpPr>
                    <p:sp>
                      <p:nvSpPr>
                        <p:cNvPr id="976" name="Freeform 975">
                          <a:extLst>
                            <a:ext uri="{FF2B5EF4-FFF2-40B4-BE49-F238E27FC236}">
                              <a16:creationId xmlns:a16="http://schemas.microsoft.com/office/drawing/2014/main" id="{F305060A-F786-87D8-E443-5CE972074E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07607" y="2609698"/>
                          <a:ext cx="20016" cy="23481"/>
                        </a:xfrm>
                        <a:custGeom>
                          <a:avLst/>
                          <a:gdLst>
                            <a:gd name="connsiteX0" fmla="*/ 19031 w 20016"/>
                            <a:gd name="connsiteY0" fmla="*/ 16652 h 23481"/>
                            <a:gd name="connsiteX1" fmla="*/ 11894 w 20016"/>
                            <a:gd name="connsiteY1" fmla="*/ 13084 h 23481"/>
                            <a:gd name="connsiteX2" fmla="*/ 16652 w 20016"/>
                            <a:gd name="connsiteY2" fmla="*/ 9516 h 23481"/>
                            <a:gd name="connsiteX3" fmla="*/ 7137 w 20016"/>
                            <a:gd name="connsiteY3" fmla="*/ 0 h 23481"/>
                            <a:gd name="connsiteX4" fmla="*/ 5947 w 20016"/>
                            <a:gd name="connsiteY4" fmla="*/ 4758 h 23481"/>
                            <a:gd name="connsiteX5" fmla="*/ 8326 w 20016"/>
                            <a:gd name="connsiteY5" fmla="*/ 9516 h 23481"/>
                            <a:gd name="connsiteX6" fmla="*/ 0 w 20016"/>
                            <a:gd name="connsiteY6" fmla="*/ 9516 h 23481"/>
                            <a:gd name="connsiteX7" fmla="*/ 3569 w 20016"/>
                            <a:gd name="connsiteY7" fmla="*/ 16652 h 23481"/>
                            <a:gd name="connsiteX8" fmla="*/ 16652 w 20016"/>
                            <a:gd name="connsiteY8" fmla="*/ 22599 h 23481"/>
                            <a:gd name="connsiteX9" fmla="*/ 19031 w 20016"/>
                            <a:gd name="connsiteY9" fmla="*/ 16652 h 2348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20016" h="23481">
                              <a:moveTo>
                                <a:pt x="19031" y="16652"/>
                              </a:moveTo>
                              <a:cubicBezTo>
                                <a:pt x="16652" y="15463"/>
                                <a:pt x="11894" y="15463"/>
                                <a:pt x="11894" y="13084"/>
                              </a:cubicBezTo>
                              <a:cubicBezTo>
                                <a:pt x="13084" y="10705"/>
                                <a:pt x="16652" y="11894"/>
                                <a:pt x="16652" y="9516"/>
                              </a:cubicBezTo>
                              <a:cubicBezTo>
                                <a:pt x="16652" y="7137"/>
                                <a:pt x="9516" y="0"/>
                                <a:pt x="7137" y="0"/>
                              </a:cubicBezTo>
                              <a:cubicBezTo>
                                <a:pt x="5947" y="1189"/>
                                <a:pt x="3569" y="3568"/>
                                <a:pt x="5947" y="4758"/>
                              </a:cubicBezTo>
                              <a:cubicBezTo>
                                <a:pt x="8326" y="5947"/>
                                <a:pt x="10705" y="8326"/>
                                <a:pt x="8326" y="9516"/>
                              </a:cubicBezTo>
                              <a:cubicBezTo>
                                <a:pt x="7137" y="10705"/>
                                <a:pt x="0" y="8326"/>
                                <a:pt x="0" y="9516"/>
                              </a:cubicBezTo>
                              <a:cubicBezTo>
                                <a:pt x="0" y="10705"/>
                                <a:pt x="1190" y="14273"/>
                                <a:pt x="3569" y="16652"/>
                              </a:cubicBezTo>
                              <a:cubicBezTo>
                                <a:pt x="5947" y="17842"/>
                                <a:pt x="13084" y="26168"/>
                                <a:pt x="16652" y="22599"/>
                              </a:cubicBezTo>
                              <a:cubicBezTo>
                                <a:pt x="19031" y="22599"/>
                                <a:pt x="21410" y="17842"/>
                                <a:pt x="19031" y="1665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77" name="Freeform 976">
                          <a:extLst>
                            <a:ext uri="{FF2B5EF4-FFF2-40B4-BE49-F238E27FC236}">
                              <a16:creationId xmlns:a16="http://schemas.microsoft.com/office/drawing/2014/main" id="{7095011C-2C80-6B74-1091-D5E3C966F1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79973" y="2629137"/>
                          <a:ext cx="5784" cy="4979"/>
                        </a:xfrm>
                        <a:custGeom>
                          <a:avLst/>
                          <a:gdLst>
                            <a:gd name="connsiteX0" fmla="*/ 4947 w 5784"/>
                            <a:gd name="connsiteY0" fmla="*/ 781 h 4979"/>
                            <a:gd name="connsiteX1" fmla="*/ 189 w 5784"/>
                            <a:gd name="connsiteY1" fmla="*/ 1971 h 4979"/>
                            <a:gd name="connsiteX2" fmla="*/ 4947 w 5784"/>
                            <a:gd name="connsiteY2" fmla="*/ 3160 h 4979"/>
                            <a:gd name="connsiteX3" fmla="*/ 4947 w 5784"/>
                            <a:gd name="connsiteY3" fmla="*/ 781 h 497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784" h="4979">
                              <a:moveTo>
                                <a:pt x="4947" y="781"/>
                              </a:moveTo>
                              <a:cubicBezTo>
                                <a:pt x="3757" y="-408"/>
                                <a:pt x="-1000" y="-408"/>
                                <a:pt x="189" y="1971"/>
                              </a:cubicBezTo>
                              <a:cubicBezTo>
                                <a:pt x="1379" y="4350"/>
                                <a:pt x="3757" y="6729"/>
                                <a:pt x="4947" y="3160"/>
                              </a:cubicBezTo>
                              <a:cubicBezTo>
                                <a:pt x="3757" y="3160"/>
                                <a:pt x="7326" y="1971"/>
                                <a:pt x="4947" y="78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78" name="Freeform 977">
                          <a:extLst>
                            <a:ext uri="{FF2B5EF4-FFF2-40B4-BE49-F238E27FC236}">
                              <a16:creationId xmlns:a16="http://schemas.microsoft.com/office/drawing/2014/main" id="{1A2B51A0-6046-13A1-BFE0-C86158A1F8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75405" y="2622782"/>
                          <a:ext cx="4625" cy="2907"/>
                        </a:xfrm>
                        <a:custGeom>
                          <a:avLst/>
                          <a:gdLst>
                            <a:gd name="connsiteX0" fmla="*/ 3568 w 4625"/>
                            <a:gd name="connsiteY0" fmla="*/ 0 h 2907"/>
                            <a:gd name="connsiteX1" fmla="*/ 0 w 4625"/>
                            <a:gd name="connsiteY1" fmla="*/ 2379 h 2907"/>
                            <a:gd name="connsiteX2" fmla="*/ 3568 w 4625"/>
                            <a:gd name="connsiteY2" fmla="*/ 2379 h 2907"/>
                            <a:gd name="connsiteX3" fmla="*/ 3568 w 4625"/>
                            <a:gd name="connsiteY3" fmla="*/ 0 h 29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625" h="2907">
                              <a:moveTo>
                                <a:pt x="3568" y="0"/>
                              </a:moveTo>
                              <a:cubicBezTo>
                                <a:pt x="1190" y="0"/>
                                <a:pt x="0" y="2379"/>
                                <a:pt x="0" y="2379"/>
                              </a:cubicBezTo>
                              <a:cubicBezTo>
                                <a:pt x="1190" y="2379"/>
                                <a:pt x="2379" y="3568"/>
                                <a:pt x="3568" y="2379"/>
                              </a:cubicBezTo>
                              <a:cubicBezTo>
                                <a:pt x="3568" y="3568"/>
                                <a:pt x="5947" y="1190"/>
                                <a:pt x="3568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79" name="Freeform 978">
                          <a:extLst>
                            <a:ext uri="{FF2B5EF4-FFF2-40B4-BE49-F238E27FC236}">
                              <a16:creationId xmlns:a16="http://schemas.microsoft.com/office/drawing/2014/main" id="{FF780E03-2814-A485-8F02-D741972186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64516" y="2615348"/>
                          <a:ext cx="10023" cy="7731"/>
                        </a:xfrm>
                        <a:custGeom>
                          <a:avLst/>
                          <a:gdLst>
                            <a:gd name="connsiteX0" fmla="*/ 9699 w 10023"/>
                            <a:gd name="connsiteY0" fmla="*/ 297 h 7731"/>
                            <a:gd name="connsiteX1" fmla="*/ 1373 w 10023"/>
                            <a:gd name="connsiteY1" fmla="*/ 1487 h 7731"/>
                            <a:gd name="connsiteX2" fmla="*/ 1373 w 10023"/>
                            <a:gd name="connsiteY2" fmla="*/ 7434 h 7731"/>
                            <a:gd name="connsiteX3" fmla="*/ 7320 w 10023"/>
                            <a:gd name="connsiteY3" fmla="*/ 6245 h 7731"/>
                            <a:gd name="connsiteX4" fmla="*/ 9699 w 10023"/>
                            <a:gd name="connsiteY4" fmla="*/ 297 h 773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0023" h="7731">
                              <a:moveTo>
                                <a:pt x="9699" y="297"/>
                              </a:moveTo>
                              <a:cubicBezTo>
                                <a:pt x="8510" y="297"/>
                                <a:pt x="2563" y="-892"/>
                                <a:pt x="1373" y="1487"/>
                              </a:cubicBezTo>
                              <a:cubicBezTo>
                                <a:pt x="184" y="2676"/>
                                <a:pt x="-1005" y="7434"/>
                                <a:pt x="1373" y="7434"/>
                              </a:cubicBezTo>
                              <a:cubicBezTo>
                                <a:pt x="3752" y="7434"/>
                                <a:pt x="6131" y="8623"/>
                                <a:pt x="7320" y="6245"/>
                              </a:cubicBezTo>
                              <a:cubicBezTo>
                                <a:pt x="8510" y="6245"/>
                                <a:pt x="10889" y="297"/>
                                <a:pt x="9699" y="2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0" name="Freeform 979">
                          <a:extLst>
                            <a:ext uri="{FF2B5EF4-FFF2-40B4-BE49-F238E27FC236}">
                              <a16:creationId xmlns:a16="http://schemas.microsoft.com/office/drawing/2014/main" id="{81E15E2F-7BC0-802A-9C97-596EF63F96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56057" y="2609698"/>
                          <a:ext cx="5407" cy="4946"/>
                        </a:xfrm>
                        <a:custGeom>
                          <a:avLst/>
                          <a:gdLst>
                            <a:gd name="connsiteX0" fmla="*/ 316 w 5407"/>
                            <a:gd name="connsiteY0" fmla="*/ 0 h 4946"/>
                            <a:gd name="connsiteX1" fmla="*/ 3885 w 5407"/>
                            <a:gd name="connsiteY1" fmla="*/ 4758 h 4946"/>
                            <a:gd name="connsiteX2" fmla="*/ 5074 w 5407"/>
                            <a:gd name="connsiteY2" fmla="*/ 2379 h 4946"/>
                            <a:gd name="connsiteX3" fmla="*/ 316 w 5407"/>
                            <a:gd name="connsiteY3" fmla="*/ 0 h 494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407" h="4946">
                              <a:moveTo>
                                <a:pt x="316" y="0"/>
                              </a:moveTo>
                              <a:cubicBezTo>
                                <a:pt x="-873" y="1189"/>
                                <a:pt x="1506" y="5947"/>
                                <a:pt x="3885" y="4758"/>
                              </a:cubicBezTo>
                              <a:cubicBezTo>
                                <a:pt x="3885" y="4758"/>
                                <a:pt x="6264" y="2379"/>
                                <a:pt x="5074" y="2379"/>
                              </a:cubicBezTo>
                              <a:cubicBezTo>
                                <a:pt x="3885" y="1189"/>
                                <a:pt x="316" y="0"/>
                                <a:pt x="316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1" name="Freeform 980">
                          <a:extLst>
                            <a:ext uri="{FF2B5EF4-FFF2-40B4-BE49-F238E27FC236}">
                              <a16:creationId xmlns:a16="http://schemas.microsoft.com/office/drawing/2014/main" id="{91FFF064-3747-A0A3-C5AA-B12690C1CB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45012" y="2609698"/>
                          <a:ext cx="5414" cy="3396"/>
                        </a:xfrm>
                        <a:custGeom>
                          <a:avLst/>
                          <a:gdLst>
                            <a:gd name="connsiteX0" fmla="*/ 4225 w 5414"/>
                            <a:gd name="connsiteY0" fmla="*/ 0 h 3396"/>
                            <a:gd name="connsiteX1" fmla="*/ 657 w 5414"/>
                            <a:gd name="connsiteY1" fmla="*/ 1189 h 3396"/>
                            <a:gd name="connsiteX2" fmla="*/ 5415 w 5414"/>
                            <a:gd name="connsiteY2" fmla="*/ 2379 h 3396"/>
                            <a:gd name="connsiteX3" fmla="*/ 4225 w 5414"/>
                            <a:gd name="connsiteY3" fmla="*/ 0 h 339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414" h="3396">
                              <a:moveTo>
                                <a:pt x="4225" y="0"/>
                              </a:moveTo>
                              <a:cubicBezTo>
                                <a:pt x="3036" y="0"/>
                                <a:pt x="-1722" y="0"/>
                                <a:pt x="657" y="1189"/>
                              </a:cubicBezTo>
                              <a:cubicBezTo>
                                <a:pt x="1846" y="2379"/>
                                <a:pt x="4225" y="4758"/>
                                <a:pt x="5415" y="2379"/>
                              </a:cubicBezTo>
                              <a:cubicBezTo>
                                <a:pt x="4225" y="3568"/>
                                <a:pt x="5415" y="1189"/>
                                <a:pt x="4225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2" name="Freeform 981">
                          <a:extLst>
                            <a:ext uri="{FF2B5EF4-FFF2-40B4-BE49-F238E27FC236}">
                              <a16:creationId xmlns:a16="http://schemas.microsoft.com/office/drawing/2014/main" id="{A8A0CB97-5F1B-2D2B-7907-DC9F6B497C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95712" y="2178851"/>
                          <a:ext cx="258770" cy="462962"/>
                        </a:xfrm>
                        <a:custGeom>
                          <a:avLst/>
                          <a:gdLst>
                            <a:gd name="connsiteX0" fmla="*/ 247403 w 258770"/>
                            <a:gd name="connsiteY0" fmla="*/ 310714 h 462962"/>
                            <a:gd name="connsiteX1" fmla="*/ 239077 w 258770"/>
                            <a:gd name="connsiteY1" fmla="*/ 307146 h 462962"/>
                            <a:gd name="connsiteX2" fmla="*/ 229561 w 258770"/>
                            <a:gd name="connsiteY2" fmla="*/ 294062 h 462962"/>
                            <a:gd name="connsiteX3" fmla="*/ 231940 w 258770"/>
                            <a:gd name="connsiteY3" fmla="*/ 285736 h 462962"/>
                            <a:gd name="connsiteX4" fmla="*/ 235508 w 258770"/>
                            <a:gd name="connsiteY4" fmla="*/ 280978 h 462962"/>
                            <a:gd name="connsiteX5" fmla="*/ 235508 w 258770"/>
                            <a:gd name="connsiteY5" fmla="*/ 272652 h 462962"/>
                            <a:gd name="connsiteX6" fmla="*/ 227182 w 258770"/>
                            <a:gd name="connsiteY6" fmla="*/ 266705 h 462962"/>
                            <a:gd name="connsiteX7" fmla="*/ 223614 w 258770"/>
                            <a:gd name="connsiteY7" fmla="*/ 254811 h 462962"/>
                            <a:gd name="connsiteX8" fmla="*/ 225993 w 258770"/>
                            <a:gd name="connsiteY8" fmla="*/ 244106 h 462962"/>
                            <a:gd name="connsiteX9" fmla="*/ 221235 w 258770"/>
                            <a:gd name="connsiteY9" fmla="*/ 244106 h 462962"/>
                            <a:gd name="connsiteX10" fmla="*/ 216477 w 258770"/>
                            <a:gd name="connsiteY10" fmla="*/ 241727 h 462962"/>
                            <a:gd name="connsiteX11" fmla="*/ 211720 w 258770"/>
                            <a:gd name="connsiteY11" fmla="*/ 238159 h 462962"/>
                            <a:gd name="connsiteX12" fmla="*/ 212909 w 258770"/>
                            <a:gd name="connsiteY12" fmla="*/ 231022 h 462962"/>
                            <a:gd name="connsiteX13" fmla="*/ 216477 w 258770"/>
                            <a:gd name="connsiteY13" fmla="*/ 227454 h 462962"/>
                            <a:gd name="connsiteX14" fmla="*/ 212909 w 258770"/>
                            <a:gd name="connsiteY14" fmla="*/ 225075 h 462962"/>
                            <a:gd name="connsiteX15" fmla="*/ 211720 w 258770"/>
                            <a:gd name="connsiteY15" fmla="*/ 217938 h 462962"/>
                            <a:gd name="connsiteX16" fmla="*/ 212909 w 258770"/>
                            <a:gd name="connsiteY16" fmla="*/ 211991 h 462962"/>
                            <a:gd name="connsiteX17" fmla="*/ 212909 w 258770"/>
                            <a:gd name="connsiteY17" fmla="*/ 206044 h 462962"/>
                            <a:gd name="connsiteX18" fmla="*/ 216477 w 258770"/>
                            <a:gd name="connsiteY18" fmla="*/ 203665 h 462962"/>
                            <a:gd name="connsiteX19" fmla="*/ 211720 w 258770"/>
                            <a:gd name="connsiteY19" fmla="*/ 187013 h 462962"/>
                            <a:gd name="connsiteX20" fmla="*/ 199825 w 258770"/>
                            <a:gd name="connsiteY20" fmla="*/ 165603 h 462962"/>
                            <a:gd name="connsiteX21" fmla="*/ 195067 w 258770"/>
                            <a:gd name="connsiteY21" fmla="*/ 151330 h 462962"/>
                            <a:gd name="connsiteX22" fmla="*/ 187931 w 258770"/>
                            <a:gd name="connsiteY22" fmla="*/ 143004 h 462962"/>
                            <a:gd name="connsiteX23" fmla="*/ 191499 w 258770"/>
                            <a:gd name="connsiteY23" fmla="*/ 134678 h 462962"/>
                            <a:gd name="connsiteX24" fmla="*/ 197446 w 258770"/>
                            <a:gd name="connsiteY24" fmla="*/ 122784 h 462962"/>
                            <a:gd name="connsiteX25" fmla="*/ 198636 w 258770"/>
                            <a:gd name="connsiteY25" fmla="*/ 113268 h 462962"/>
                            <a:gd name="connsiteX26" fmla="*/ 184362 w 258770"/>
                            <a:gd name="connsiteY26" fmla="*/ 102563 h 462962"/>
                            <a:gd name="connsiteX27" fmla="*/ 180794 w 258770"/>
                            <a:gd name="connsiteY27" fmla="*/ 94237 h 462962"/>
                            <a:gd name="connsiteX28" fmla="*/ 170089 w 258770"/>
                            <a:gd name="connsiteY28" fmla="*/ 88290 h 462962"/>
                            <a:gd name="connsiteX29" fmla="*/ 167710 w 258770"/>
                            <a:gd name="connsiteY29" fmla="*/ 82343 h 462962"/>
                            <a:gd name="connsiteX30" fmla="*/ 165331 w 258770"/>
                            <a:gd name="connsiteY30" fmla="*/ 77585 h 462962"/>
                            <a:gd name="connsiteX31" fmla="*/ 161763 w 258770"/>
                            <a:gd name="connsiteY31" fmla="*/ 74017 h 462962"/>
                            <a:gd name="connsiteX32" fmla="*/ 161763 w 258770"/>
                            <a:gd name="connsiteY32" fmla="*/ 66880 h 462962"/>
                            <a:gd name="connsiteX33" fmla="*/ 164142 w 258770"/>
                            <a:gd name="connsiteY33" fmla="*/ 60933 h 462962"/>
                            <a:gd name="connsiteX34" fmla="*/ 162953 w 258770"/>
                            <a:gd name="connsiteY34" fmla="*/ 56175 h 462962"/>
                            <a:gd name="connsiteX35" fmla="*/ 167710 w 258770"/>
                            <a:gd name="connsiteY35" fmla="*/ 54986 h 462962"/>
                            <a:gd name="connsiteX36" fmla="*/ 168900 w 258770"/>
                            <a:gd name="connsiteY36" fmla="*/ 52607 h 462962"/>
                            <a:gd name="connsiteX37" fmla="*/ 170089 w 258770"/>
                            <a:gd name="connsiteY37" fmla="*/ 52607 h 462962"/>
                            <a:gd name="connsiteX38" fmla="*/ 168900 w 258770"/>
                            <a:gd name="connsiteY38" fmla="*/ 44281 h 462962"/>
                            <a:gd name="connsiteX39" fmla="*/ 173658 w 258770"/>
                            <a:gd name="connsiteY39" fmla="*/ 25250 h 462962"/>
                            <a:gd name="connsiteX40" fmla="*/ 168900 w 258770"/>
                            <a:gd name="connsiteY40" fmla="*/ 20492 h 462962"/>
                            <a:gd name="connsiteX41" fmla="*/ 161763 w 258770"/>
                            <a:gd name="connsiteY41" fmla="*/ 16924 h 462962"/>
                            <a:gd name="connsiteX42" fmla="*/ 148679 w 258770"/>
                            <a:gd name="connsiteY42" fmla="*/ 9787 h 462962"/>
                            <a:gd name="connsiteX43" fmla="*/ 123701 w 258770"/>
                            <a:gd name="connsiteY43" fmla="*/ 6219 h 462962"/>
                            <a:gd name="connsiteX44" fmla="*/ 108239 w 258770"/>
                            <a:gd name="connsiteY44" fmla="*/ 14545 h 462962"/>
                            <a:gd name="connsiteX45" fmla="*/ 102291 w 258770"/>
                            <a:gd name="connsiteY45" fmla="*/ 44281 h 462962"/>
                            <a:gd name="connsiteX46" fmla="*/ 102291 w 258770"/>
                            <a:gd name="connsiteY46" fmla="*/ 57365 h 462962"/>
                            <a:gd name="connsiteX47" fmla="*/ 90397 w 258770"/>
                            <a:gd name="connsiteY47" fmla="*/ 63312 h 462962"/>
                            <a:gd name="connsiteX48" fmla="*/ 77313 w 258770"/>
                            <a:gd name="connsiteY48" fmla="*/ 69259 h 462962"/>
                            <a:gd name="connsiteX49" fmla="*/ 63040 w 258770"/>
                            <a:gd name="connsiteY49" fmla="*/ 63312 h 462962"/>
                            <a:gd name="connsiteX50" fmla="*/ 53525 w 258770"/>
                            <a:gd name="connsiteY50" fmla="*/ 71638 h 462962"/>
                            <a:gd name="connsiteX51" fmla="*/ 36873 w 258770"/>
                            <a:gd name="connsiteY51" fmla="*/ 70449 h 462962"/>
                            <a:gd name="connsiteX52" fmla="*/ 28546 w 258770"/>
                            <a:gd name="connsiteY52" fmla="*/ 56175 h 462962"/>
                            <a:gd name="connsiteX53" fmla="*/ 4758 w 258770"/>
                            <a:gd name="connsiteY53" fmla="*/ 53797 h 462962"/>
                            <a:gd name="connsiteX54" fmla="*/ 0 w 258770"/>
                            <a:gd name="connsiteY54" fmla="*/ 52607 h 462962"/>
                            <a:gd name="connsiteX55" fmla="*/ 0 w 258770"/>
                            <a:gd name="connsiteY55" fmla="*/ 53797 h 462962"/>
                            <a:gd name="connsiteX56" fmla="*/ 8326 w 258770"/>
                            <a:gd name="connsiteY56" fmla="*/ 65691 h 462962"/>
                            <a:gd name="connsiteX57" fmla="*/ 15463 w 258770"/>
                            <a:gd name="connsiteY57" fmla="*/ 70449 h 462962"/>
                            <a:gd name="connsiteX58" fmla="*/ 21410 w 258770"/>
                            <a:gd name="connsiteY58" fmla="*/ 77585 h 462962"/>
                            <a:gd name="connsiteX59" fmla="*/ 39252 w 258770"/>
                            <a:gd name="connsiteY59" fmla="*/ 82343 h 462962"/>
                            <a:gd name="connsiteX60" fmla="*/ 53525 w 258770"/>
                            <a:gd name="connsiteY60" fmla="*/ 91858 h 462962"/>
                            <a:gd name="connsiteX61" fmla="*/ 63040 w 258770"/>
                            <a:gd name="connsiteY61" fmla="*/ 101374 h 462962"/>
                            <a:gd name="connsiteX62" fmla="*/ 70177 w 258770"/>
                            <a:gd name="connsiteY62" fmla="*/ 127541 h 462962"/>
                            <a:gd name="connsiteX63" fmla="*/ 67798 w 258770"/>
                            <a:gd name="connsiteY63" fmla="*/ 140625 h 462962"/>
                            <a:gd name="connsiteX64" fmla="*/ 70177 w 258770"/>
                            <a:gd name="connsiteY64" fmla="*/ 154898 h 462962"/>
                            <a:gd name="connsiteX65" fmla="*/ 72556 w 258770"/>
                            <a:gd name="connsiteY65" fmla="*/ 185824 h 462962"/>
                            <a:gd name="connsiteX66" fmla="*/ 76124 w 258770"/>
                            <a:gd name="connsiteY66" fmla="*/ 190582 h 462962"/>
                            <a:gd name="connsiteX67" fmla="*/ 82071 w 258770"/>
                            <a:gd name="connsiteY67" fmla="*/ 195339 h 462962"/>
                            <a:gd name="connsiteX68" fmla="*/ 85639 w 258770"/>
                            <a:gd name="connsiteY68" fmla="*/ 206044 h 462962"/>
                            <a:gd name="connsiteX69" fmla="*/ 85639 w 258770"/>
                            <a:gd name="connsiteY69" fmla="*/ 208423 h 462962"/>
                            <a:gd name="connsiteX70" fmla="*/ 101102 w 258770"/>
                            <a:gd name="connsiteY70" fmla="*/ 214370 h 462962"/>
                            <a:gd name="connsiteX71" fmla="*/ 114186 w 258770"/>
                            <a:gd name="connsiteY71" fmla="*/ 222696 h 462962"/>
                            <a:gd name="connsiteX72" fmla="*/ 108239 w 258770"/>
                            <a:gd name="connsiteY72" fmla="*/ 222696 h 462962"/>
                            <a:gd name="connsiteX73" fmla="*/ 111807 w 258770"/>
                            <a:gd name="connsiteY73" fmla="*/ 235780 h 462962"/>
                            <a:gd name="connsiteX74" fmla="*/ 120133 w 258770"/>
                            <a:gd name="connsiteY74" fmla="*/ 242917 h 462962"/>
                            <a:gd name="connsiteX75" fmla="*/ 111807 w 258770"/>
                            <a:gd name="connsiteY75" fmla="*/ 245295 h 462962"/>
                            <a:gd name="connsiteX76" fmla="*/ 117754 w 258770"/>
                            <a:gd name="connsiteY76" fmla="*/ 247674 h 462962"/>
                            <a:gd name="connsiteX77" fmla="*/ 98723 w 258770"/>
                            <a:gd name="connsiteY77" fmla="*/ 248864 h 462962"/>
                            <a:gd name="connsiteX78" fmla="*/ 96344 w 258770"/>
                            <a:gd name="connsiteY78" fmla="*/ 257190 h 462962"/>
                            <a:gd name="connsiteX79" fmla="*/ 89208 w 258770"/>
                            <a:gd name="connsiteY79" fmla="*/ 269084 h 462962"/>
                            <a:gd name="connsiteX80" fmla="*/ 80882 w 258770"/>
                            <a:gd name="connsiteY80" fmla="*/ 280978 h 462962"/>
                            <a:gd name="connsiteX81" fmla="*/ 74935 w 258770"/>
                            <a:gd name="connsiteY81" fmla="*/ 279789 h 462962"/>
                            <a:gd name="connsiteX82" fmla="*/ 74935 w 258770"/>
                            <a:gd name="connsiteY82" fmla="*/ 288115 h 462962"/>
                            <a:gd name="connsiteX83" fmla="*/ 67798 w 258770"/>
                            <a:gd name="connsiteY83" fmla="*/ 301199 h 462962"/>
                            <a:gd name="connsiteX84" fmla="*/ 63040 w 258770"/>
                            <a:gd name="connsiteY84" fmla="*/ 300010 h 462962"/>
                            <a:gd name="connsiteX85" fmla="*/ 60661 w 258770"/>
                            <a:gd name="connsiteY85" fmla="*/ 307146 h 462962"/>
                            <a:gd name="connsiteX86" fmla="*/ 57093 w 258770"/>
                            <a:gd name="connsiteY86" fmla="*/ 309525 h 462962"/>
                            <a:gd name="connsiteX87" fmla="*/ 42820 w 258770"/>
                            <a:gd name="connsiteY87" fmla="*/ 321419 h 462962"/>
                            <a:gd name="connsiteX88" fmla="*/ 33304 w 258770"/>
                            <a:gd name="connsiteY88" fmla="*/ 351155 h 462962"/>
                            <a:gd name="connsiteX89" fmla="*/ 42820 w 258770"/>
                            <a:gd name="connsiteY89" fmla="*/ 361860 h 462962"/>
                            <a:gd name="connsiteX90" fmla="*/ 40441 w 258770"/>
                            <a:gd name="connsiteY90" fmla="*/ 377323 h 462962"/>
                            <a:gd name="connsiteX91" fmla="*/ 47577 w 258770"/>
                            <a:gd name="connsiteY91" fmla="*/ 401112 h 462962"/>
                            <a:gd name="connsiteX92" fmla="*/ 46388 w 258770"/>
                            <a:gd name="connsiteY92" fmla="*/ 415385 h 462962"/>
                            <a:gd name="connsiteX93" fmla="*/ 46388 w 258770"/>
                            <a:gd name="connsiteY93" fmla="*/ 430847 h 462962"/>
                            <a:gd name="connsiteX94" fmla="*/ 49956 w 258770"/>
                            <a:gd name="connsiteY94" fmla="*/ 433226 h 462962"/>
                            <a:gd name="connsiteX95" fmla="*/ 65419 w 258770"/>
                            <a:gd name="connsiteY95" fmla="*/ 435605 h 462962"/>
                            <a:gd name="connsiteX96" fmla="*/ 80882 w 258770"/>
                            <a:gd name="connsiteY96" fmla="*/ 441552 h 462962"/>
                            <a:gd name="connsiteX97" fmla="*/ 88018 w 258770"/>
                            <a:gd name="connsiteY97" fmla="*/ 440363 h 462962"/>
                            <a:gd name="connsiteX98" fmla="*/ 89208 w 258770"/>
                            <a:gd name="connsiteY98" fmla="*/ 452257 h 462962"/>
                            <a:gd name="connsiteX99" fmla="*/ 92776 w 258770"/>
                            <a:gd name="connsiteY99" fmla="*/ 462962 h 462962"/>
                            <a:gd name="connsiteX100" fmla="*/ 95155 w 258770"/>
                            <a:gd name="connsiteY100" fmla="*/ 458204 h 462962"/>
                            <a:gd name="connsiteX101" fmla="*/ 101102 w 258770"/>
                            <a:gd name="connsiteY101" fmla="*/ 455825 h 462962"/>
                            <a:gd name="connsiteX102" fmla="*/ 110618 w 258770"/>
                            <a:gd name="connsiteY102" fmla="*/ 452257 h 462962"/>
                            <a:gd name="connsiteX103" fmla="*/ 130838 w 258770"/>
                            <a:gd name="connsiteY103" fmla="*/ 440363 h 462962"/>
                            <a:gd name="connsiteX104" fmla="*/ 146301 w 258770"/>
                            <a:gd name="connsiteY104" fmla="*/ 435605 h 462962"/>
                            <a:gd name="connsiteX105" fmla="*/ 147490 w 258770"/>
                            <a:gd name="connsiteY105" fmla="*/ 442742 h 462962"/>
                            <a:gd name="connsiteX106" fmla="*/ 153437 w 258770"/>
                            <a:gd name="connsiteY106" fmla="*/ 429658 h 462962"/>
                            <a:gd name="connsiteX107" fmla="*/ 165331 w 258770"/>
                            <a:gd name="connsiteY107" fmla="*/ 433226 h 462962"/>
                            <a:gd name="connsiteX108" fmla="*/ 173658 w 258770"/>
                            <a:gd name="connsiteY108" fmla="*/ 432037 h 462962"/>
                            <a:gd name="connsiteX109" fmla="*/ 191499 w 258770"/>
                            <a:gd name="connsiteY109" fmla="*/ 427279 h 462962"/>
                            <a:gd name="connsiteX110" fmla="*/ 203393 w 258770"/>
                            <a:gd name="connsiteY110" fmla="*/ 429658 h 462962"/>
                            <a:gd name="connsiteX111" fmla="*/ 203393 w 258770"/>
                            <a:gd name="connsiteY111" fmla="*/ 426090 h 462962"/>
                            <a:gd name="connsiteX112" fmla="*/ 203393 w 258770"/>
                            <a:gd name="connsiteY112" fmla="*/ 426090 h 462962"/>
                            <a:gd name="connsiteX113" fmla="*/ 202204 w 258770"/>
                            <a:gd name="connsiteY113" fmla="*/ 422521 h 462962"/>
                            <a:gd name="connsiteX114" fmla="*/ 209341 w 258770"/>
                            <a:gd name="connsiteY114" fmla="*/ 413006 h 462962"/>
                            <a:gd name="connsiteX115" fmla="*/ 218856 w 258770"/>
                            <a:gd name="connsiteY115" fmla="*/ 407059 h 462962"/>
                            <a:gd name="connsiteX116" fmla="*/ 227182 w 258770"/>
                            <a:gd name="connsiteY116" fmla="*/ 392785 h 462962"/>
                            <a:gd name="connsiteX117" fmla="*/ 236698 w 258770"/>
                            <a:gd name="connsiteY117" fmla="*/ 376133 h 462962"/>
                            <a:gd name="connsiteX118" fmla="*/ 246213 w 258770"/>
                            <a:gd name="connsiteY118" fmla="*/ 358292 h 462962"/>
                            <a:gd name="connsiteX119" fmla="*/ 255729 w 258770"/>
                            <a:gd name="connsiteY119" fmla="*/ 340450 h 462962"/>
                            <a:gd name="connsiteX120" fmla="*/ 258108 w 258770"/>
                            <a:gd name="connsiteY120" fmla="*/ 330935 h 462962"/>
                            <a:gd name="connsiteX121" fmla="*/ 247403 w 258770"/>
                            <a:gd name="connsiteY121" fmla="*/ 310714 h 462962"/>
                            <a:gd name="connsiteX122" fmla="*/ 214098 w 258770"/>
                            <a:gd name="connsiteY122" fmla="*/ 270274 h 462962"/>
                            <a:gd name="connsiteX123" fmla="*/ 217667 w 258770"/>
                            <a:gd name="connsiteY123" fmla="*/ 259569 h 462962"/>
                            <a:gd name="connsiteX124" fmla="*/ 220045 w 258770"/>
                            <a:gd name="connsiteY124" fmla="*/ 265516 h 462962"/>
                            <a:gd name="connsiteX125" fmla="*/ 223614 w 258770"/>
                            <a:gd name="connsiteY125" fmla="*/ 269084 h 462962"/>
                            <a:gd name="connsiteX126" fmla="*/ 221235 w 258770"/>
                            <a:gd name="connsiteY126" fmla="*/ 276221 h 462962"/>
                            <a:gd name="connsiteX127" fmla="*/ 217667 w 258770"/>
                            <a:gd name="connsiteY127" fmla="*/ 275031 h 462962"/>
                            <a:gd name="connsiteX128" fmla="*/ 212909 w 258770"/>
                            <a:gd name="connsiteY128" fmla="*/ 273842 h 462962"/>
                            <a:gd name="connsiteX129" fmla="*/ 204583 w 258770"/>
                            <a:gd name="connsiteY129" fmla="*/ 275031 h 462962"/>
                            <a:gd name="connsiteX130" fmla="*/ 214098 w 258770"/>
                            <a:gd name="connsiteY130" fmla="*/ 270274 h 462962"/>
                            <a:gd name="connsiteX131" fmla="*/ 166521 w 258770"/>
                            <a:gd name="connsiteY131" fmla="*/ 258379 h 462962"/>
                            <a:gd name="connsiteX132" fmla="*/ 170089 w 258770"/>
                            <a:gd name="connsiteY132" fmla="*/ 261948 h 462962"/>
                            <a:gd name="connsiteX133" fmla="*/ 174847 w 258770"/>
                            <a:gd name="connsiteY133" fmla="*/ 260758 h 462962"/>
                            <a:gd name="connsiteX134" fmla="*/ 179605 w 258770"/>
                            <a:gd name="connsiteY134" fmla="*/ 267895 h 462962"/>
                            <a:gd name="connsiteX135" fmla="*/ 184362 w 258770"/>
                            <a:gd name="connsiteY135" fmla="*/ 271463 h 462962"/>
                            <a:gd name="connsiteX136" fmla="*/ 176037 w 258770"/>
                            <a:gd name="connsiteY136" fmla="*/ 271463 h 462962"/>
                            <a:gd name="connsiteX137" fmla="*/ 165331 w 258770"/>
                            <a:gd name="connsiteY137" fmla="*/ 275031 h 462962"/>
                            <a:gd name="connsiteX138" fmla="*/ 161763 w 258770"/>
                            <a:gd name="connsiteY138" fmla="*/ 270274 h 462962"/>
                            <a:gd name="connsiteX139" fmla="*/ 158195 w 258770"/>
                            <a:gd name="connsiteY139" fmla="*/ 267895 h 462962"/>
                            <a:gd name="connsiteX140" fmla="*/ 157006 w 258770"/>
                            <a:gd name="connsiteY140" fmla="*/ 261948 h 462962"/>
                            <a:gd name="connsiteX141" fmla="*/ 154627 w 258770"/>
                            <a:gd name="connsiteY141" fmla="*/ 256000 h 462962"/>
                            <a:gd name="connsiteX142" fmla="*/ 166521 w 258770"/>
                            <a:gd name="connsiteY142" fmla="*/ 258379 h 462962"/>
                            <a:gd name="connsiteX143" fmla="*/ 153437 w 258770"/>
                            <a:gd name="connsiteY143" fmla="*/ 305957 h 462962"/>
                            <a:gd name="connsiteX144" fmla="*/ 158195 w 258770"/>
                            <a:gd name="connsiteY144" fmla="*/ 314283 h 462962"/>
                            <a:gd name="connsiteX145" fmla="*/ 160574 w 258770"/>
                            <a:gd name="connsiteY145" fmla="*/ 323798 h 462962"/>
                            <a:gd name="connsiteX146" fmla="*/ 153437 w 258770"/>
                            <a:gd name="connsiteY146" fmla="*/ 320230 h 462962"/>
                            <a:gd name="connsiteX147" fmla="*/ 149869 w 258770"/>
                            <a:gd name="connsiteY147" fmla="*/ 311904 h 462962"/>
                            <a:gd name="connsiteX148" fmla="*/ 155816 w 258770"/>
                            <a:gd name="connsiteY148" fmla="*/ 311904 h 462962"/>
                            <a:gd name="connsiteX149" fmla="*/ 153437 w 258770"/>
                            <a:gd name="connsiteY149" fmla="*/ 305957 h 462962"/>
                            <a:gd name="connsiteX150" fmla="*/ 141543 w 258770"/>
                            <a:gd name="connsiteY150" fmla="*/ 50228 h 462962"/>
                            <a:gd name="connsiteX151" fmla="*/ 142732 w 258770"/>
                            <a:gd name="connsiteY151" fmla="*/ 40713 h 462962"/>
                            <a:gd name="connsiteX152" fmla="*/ 151058 w 258770"/>
                            <a:gd name="connsiteY152" fmla="*/ 37144 h 462962"/>
                            <a:gd name="connsiteX153" fmla="*/ 146301 w 258770"/>
                            <a:gd name="connsiteY153" fmla="*/ 32387 h 462962"/>
                            <a:gd name="connsiteX154" fmla="*/ 154627 w 258770"/>
                            <a:gd name="connsiteY154" fmla="*/ 32387 h 462962"/>
                            <a:gd name="connsiteX155" fmla="*/ 158195 w 258770"/>
                            <a:gd name="connsiteY155" fmla="*/ 39523 h 462962"/>
                            <a:gd name="connsiteX156" fmla="*/ 151058 w 258770"/>
                            <a:gd name="connsiteY156" fmla="*/ 47849 h 462962"/>
                            <a:gd name="connsiteX157" fmla="*/ 160574 w 258770"/>
                            <a:gd name="connsiteY157" fmla="*/ 52607 h 462962"/>
                            <a:gd name="connsiteX158" fmla="*/ 158195 w 258770"/>
                            <a:gd name="connsiteY158" fmla="*/ 54986 h 462962"/>
                            <a:gd name="connsiteX159" fmla="*/ 149869 w 258770"/>
                            <a:gd name="connsiteY159" fmla="*/ 57365 h 462962"/>
                            <a:gd name="connsiteX160" fmla="*/ 148679 w 258770"/>
                            <a:gd name="connsiteY160" fmla="*/ 60933 h 462962"/>
                            <a:gd name="connsiteX161" fmla="*/ 142732 w 258770"/>
                            <a:gd name="connsiteY161" fmla="*/ 62123 h 462962"/>
                            <a:gd name="connsiteX162" fmla="*/ 139164 w 258770"/>
                            <a:gd name="connsiteY162" fmla="*/ 56175 h 462962"/>
                            <a:gd name="connsiteX163" fmla="*/ 132027 w 258770"/>
                            <a:gd name="connsiteY163" fmla="*/ 54986 h 462962"/>
                            <a:gd name="connsiteX164" fmla="*/ 141543 w 258770"/>
                            <a:gd name="connsiteY164" fmla="*/ 50228 h 462962"/>
                            <a:gd name="connsiteX165" fmla="*/ 92776 w 258770"/>
                            <a:gd name="connsiteY165" fmla="*/ 359481 h 462962"/>
                            <a:gd name="connsiteX166" fmla="*/ 97534 w 258770"/>
                            <a:gd name="connsiteY166" fmla="*/ 360671 h 462962"/>
                            <a:gd name="connsiteX167" fmla="*/ 102291 w 258770"/>
                            <a:gd name="connsiteY167" fmla="*/ 359481 h 462962"/>
                            <a:gd name="connsiteX168" fmla="*/ 107049 w 258770"/>
                            <a:gd name="connsiteY168" fmla="*/ 361860 h 462962"/>
                            <a:gd name="connsiteX169" fmla="*/ 115375 w 258770"/>
                            <a:gd name="connsiteY169" fmla="*/ 363050 h 462962"/>
                            <a:gd name="connsiteX170" fmla="*/ 116565 w 258770"/>
                            <a:gd name="connsiteY170" fmla="*/ 359481 h 462962"/>
                            <a:gd name="connsiteX171" fmla="*/ 118944 w 258770"/>
                            <a:gd name="connsiteY171" fmla="*/ 358292 h 462962"/>
                            <a:gd name="connsiteX172" fmla="*/ 120133 w 258770"/>
                            <a:gd name="connsiteY172" fmla="*/ 363050 h 462962"/>
                            <a:gd name="connsiteX173" fmla="*/ 120133 w 258770"/>
                            <a:gd name="connsiteY173" fmla="*/ 368997 h 462962"/>
                            <a:gd name="connsiteX174" fmla="*/ 111807 w 258770"/>
                            <a:gd name="connsiteY174" fmla="*/ 367807 h 462962"/>
                            <a:gd name="connsiteX175" fmla="*/ 107049 w 258770"/>
                            <a:gd name="connsiteY175" fmla="*/ 376133 h 462962"/>
                            <a:gd name="connsiteX176" fmla="*/ 103481 w 258770"/>
                            <a:gd name="connsiteY176" fmla="*/ 367807 h 462962"/>
                            <a:gd name="connsiteX177" fmla="*/ 99912 w 258770"/>
                            <a:gd name="connsiteY177" fmla="*/ 365428 h 462962"/>
                            <a:gd name="connsiteX178" fmla="*/ 95155 w 258770"/>
                            <a:gd name="connsiteY178" fmla="*/ 363050 h 462962"/>
                            <a:gd name="connsiteX179" fmla="*/ 92776 w 258770"/>
                            <a:gd name="connsiteY179" fmla="*/ 359481 h 462962"/>
                            <a:gd name="connsiteX180" fmla="*/ 120133 w 258770"/>
                            <a:gd name="connsiteY180" fmla="*/ 384459 h 462962"/>
                            <a:gd name="connsiteX181" fmla="*/ 118944 w 258770"/>
                            <a:gd name="connsiteY181" fmla="*/ 386838 h 462962"/>
                            <a:gd name="connsiteX182" fmla="*/ 117754 w 258770"/>
                            <a:gd name="connsiteY182" fmla="*/ 388028 h 462962"/>
                            <a:gd name="connsiteX183" fmla="*/ 114186 w 258770"/>
                            <a:gd name="connsiteY183" fmla="*/ 390406 h 462962"/>
                            <a:gd name="connsiteX184" fmla="*/ 111807 w 258770"/>
                            <a:gd name="connsiteY184" fmla="*/ 395164 h 462962"/>
                            <a:gd name="connsiteX185" fmla="*/ 117754 w 258770"/>
                            <a:gd name="connsiteY185" fmla="*/ 392785 h 462962"/>
                            <a:gd name="connsiteX186" fmla="*/ 111807 w 258770"/>
                            <a:gd name="connsiteY186" fmla="*/ 398733 h 462962"/>
                            <a:gd name="connsiteX187" fmla="*/ 104671 w 258770"/>
                            <a:gd name="connsiteY187" fmla="*/ 393975 h 462962"/>
                            <a:gd name="connsiteX188" fmla="*/ 101102 w 258770"/>
                            <a:gd name="connsiteY188" fmla="*/ 391596 h 462962"/>
                            <a:gd name="connsiteX189" fmla="*/ 99912 w 258770"/>
                            <a:gd name="connsiteY189" fmla="*/ 395164 h 462962"/>
                            <a:gd name="connsiteX190" fmla="*/ 97534 w 258770"/>
                            <a:gd name="connsiteY190" fmla="*/ 398733 h 462962"/>
                            <a:gd name="connsiteX191" fmla="*/ 93965 w 258770"/>
                            <a:gd name="connsiteY191" fmla="*/ 395164 h 462962"/>
                            <a:gd name="connsiteX192" fmla="*/ 96344 w 258770"/>
                            <a:gd name="connsiteY192" fmla="*/ 390406 h 462962"/>
                            <a:gd name="connsiteX193" fmla="*/ 97534 w 258770"/>
                            <a:gd name="connsiteY193" fmla="*/ 385649 h 462962"/>
                            <a:gd name="connsiteX194" fmla="*/ 101102 w 258770"/>
                            <a:gd name="connsiteY194" fmla="*/ 377323 h 462962"/>
                            <a:gd name="connsiteX195" fmla="*/ 102291 w 258770"/>
                            <a:gd name="connsiteY195" fmla="*/ 385649 h 462962"/>
                            <a:gd name="connsiteX196" fmla="*/ 109428 w 258770"/>
                            <a:gd name="connsiteY196" fmla="*/ 386838 h 462962"/>
                            <a:gd name="connsiteX197" fmla="*/ 114186 w 258770"/>
                            <a:gd name="connsiteY197" fmla="*/ 382080 h 462962"/>
                            <a:gd name="connsiteX198" fmla="*/ 117754 w 258770"/>
                            <a:gd name="connsiteY198" fmla="*/ 380891 h 462962"/>
                            <a:gd name="connsiteX199" fmla="*/ 120133 w 258770"/>
                            <a:gd name="connsiteY199" fmla="*/ 378512 h 462962"/>
                            <a:gd name="connsiteX200" fmla="*/ 120133 w 258770"/>
                            <a:gd name="connsiteY200" fmla="*/ 384459 h 462962"/>
                            <a:gd name="connsiteX201" fmla="*/ 130838 w 258770"/>
                            <a:gd name="connsiteY201" fmla="*/ 333314 h 462962"/>
                            <a:gd name="connsiteX202" fmla="*/ 126080 w 258770"/>
                            <a:gd name="connsiteY202" fmla="*/ 332124 h 462962"/>
                            <a:gd name="connsiteX203" fmla="*/ 122512 w 258770"/>
                            <a:gd name="connsiteY203" fmla="*/ 322609 h 462962"/>
                            <a:gd name="connsiteX204" fmla="*/ 124891 w 258770"/>
                            <a:gd name="connsiteY204" fmla="*/ 317851 h 462962"/>
                            <a:gd name="connsiteX205" fmla="*/ 124891 w 258770"/>
                            <a:gd name="connsiteY205" fmla="*/ 311904 h 462962"/>
                            <a:gd name="connsiteX206" fmla="*/ 127270 w 258770"/>
                            <a:gd name="connsiteY206" fmla="*/ 317851 h 462962"/>
                            <a:gd name="connsiteX207" fmla="*/ 128459 w 258770"/>
                            <a:gd name="connsiteY207" fmla="*/ 321419 h 462962"/>
                            <a:gd name="connsiteX208" fmla="*/ 130838 w 258770"/>
                            <a:gd name="connsiteY208" fmla="*/ 323798 h 462962"/>
                            <a:gd name="connsiteX209" fmla="*/ 129648 w 258770"/>
                            <a:gd name="connsiteY209" fmla="*/ 329745 h 462962"/>
                            <a:gd name="connsiteX210" fmla="*/ 130838 w 258770"/>
                            <a:gd name="connsiteY210" fmla="*/ 333314 h 462962"/>
                            <a:gd name="connsiteX211" fmla="*/ 126080 w 258770"/>
                            <a:gd name="connsiteY211" fmla="*/ 301199 h 462962"/>
                            <a:gd name="connsiteX212" fmla="*/ 133217 w 258770"/>
                            <a:gd name="connsiteY212" fmla="*/ 307146 h 462962"/>
                            <a:gd name="connsiteX213" fmla="*/ 141543 w 258770"/>
                            <a:gd name="connsiteY213" fmla="*/ 310714 h 462962"/>
                            <a:gd name="connsiteX214" fmla="*/ 142732 w 258770"/>
                            <a:gd name="connsiteY214" fmla="*/ 314283 h 462962"/>
                            <a:gd name="connsiteX215" fmla="*/ 140354 w 258770"/>
                            <a:gd name="connsiteY215" fmla="*/ 315472 h 462962"/>
                            <a:gd name="connsiteX216" fmla="*/ 126080 w 258770"/>
                            <a:gd name="connsiteY216" fmla="*/ 301199 h 462962"/>
                            <a:gd name="connsiteX217" fmla="*/ 133217 w 258770"/>
                            <a:gd name="connsiteY217" fmla="*/ 314283 h 462962"/>
                            <a:gd name="connsiteX218" fmla="*/ 139164 w 258770"/>
                            <a:gd name="connsiteY218" fmla="*/ 319040 h 462962"/>
                            <a:gd name="connsiteX219" fmla="*/ 145111 w 258770"/>
                            <a:gd name="connsiteY219" fmla="*/ 323798 h 462962"/>
                            <a:gd name="connsiteX220" fmla="*/ 154627 w 258770"/>
                            <a:gd name="connsiteY220" fmla="*/ 332124 h 462962"/>
                            <a:gd name="connsiteX221" fmla="*/ 158195 w 258770"/>
                            <a:gd name="connsiteY221" fmla="*/ 333314 h 462962"/>
                            <a:gd name="connsiteX222" fmla="*/ 160574 w 258770"/>
                            <a:gd name="connsiteY222" fmla="*/ 332124 h 462962"/>
                            <a:gd name="connsiteX223" fmla="*/ 167710 w 258770"/>
                            <a:gd name="connsiteY223" fmla="*/ 334503 h 462962"/>
                            <a:gd name="connsiteX224" fmla="*/ 162953 w 258770"/>
                            <a:gd name="connsiteY224" fmla="*/ 340450 h 462962"/>
                            <a:gd name="connsiteX225" fmla="*/ 162953 w 258770"/>
                            <a:gd name="connsiteY225" fmla="*/ 344019 h 462962"/>
                            <a:gd name="connsiteX226" fmla="*/ 154627 w 258770"/>
                            <a:gd name="connsiteY226" fmla="*/ 338071 h 462962"/>
                            <a:gd name="connsiteX227" fmla="*/ 148679 w 258770"/>
                            <a:gd name="connsiteY227" fmla="*/ 338071 h 462962"/>
                            <a:gd name="connsiteX228" fmla="*/ 147490 w 258770"/>
                            <a:gd name="connsiteY228" fmla="*/ 345208 h 462962"/>
                            <a:gd name="connsiteX229" fmla="*/ 141543 w 258770"/>
                            <a:gd name="connsiteY229" fmla="*/ 339261 h 462962"/>
                            <a:gd name="connsiteX230" fmla="*/ 139164 w 258770"/>
                            <a:gd name="connsiteY230" fmla="*/ 327367 h 462962"/>
                            <a:gd name="connsiteX231" fmla="*/ 133217 w 258770"/>
                            <a:gd name="connsiteY231" fmla="*/ 314283 h 462962"/>
                            <a:gd name="connsiteX232" fmla="*/ 146301 w 258770"/>
                            <a:gd name="connsiteY232" fmla="*/ 402301 h 462962"/>
                            <a:gd name="connsiteX233" fmla="*/ 147490 w 258770"/>
                            <a:gd name="connsiteY233" fmla="*/ 409438 h 462962"/>
                            <a:gd name="connsiteX234" fmla="*/ 135596 w 258770"/>
                            <a:gd name="connsiteY234" fmla="*/ 383270 h 462962"/>
                            <a:gd name="connsiteX235" fmla="*/ 135596 w 258770"/>
                            <a:gd name="connsiteY235" fmla="*/ 379702 h 462962"/>
                            <a:gd name="connsiteX236" fmla="*/ 137975 w 258770"/>
                            <a:gd name="connsiteY236" fmla="*/ 376133 h 462962"/>
                            <a:gd name="connsiteX237" fmla="*/ 139164 w 258770"/>
                            <a:gd name="connsiteY237" fmla="*/ 368997 h 462962"/>
                            <a:gd name="connsiteX238" fmla="*/ 146301 w 258770"/>
                            <a:gd name="connsiteY238" fmla="*/ 357102 h 462962"/>
                            <a:gd name="connsiteX239" fmla="*/ 149869 w 258770"/>
                            <a:gd name="connsiteY239" fmla="*/ 354723 h 462962"/>
                            <a:gd name="connsiteX240" fmla="*/ 148679 w 258770"/>
                            <a:gd name="connsiteY240" fmla="*/ 357102 h 462962"/>
                            <a:gd name="connsiteX241" fmla="*/ 148679 w 258770"/>
                            <a:gd name="connsiteY241" fmla="*/ 361860 h 462962"/>
                            <a:gd name="connsiteX242" fmla="*/ 143922 w 258770"/>
                            <a:gd name="connsiteY242" fmla="*/ 366618 h 462962"/>
                            <a:gd name="connsiteX243" fmla="*/ 143922 w 258770"/>
                            <a:gd name="connsiteY243" fmla="*/ 373754 h 462962"/>
                            <a:gd name="connsiteX244" fmla="*/ 147490 w 258770"/>
                            <a:gd name="connsiteY244" fmla="*/ 373754 h 462962"/>
                            <a:gd name="connsiteX245" fmla="*/ 148679 w 258770"/>
                            <a:gd name="connsiteY245" fmla="*/ 386838 h 462962"/>
                            <a:gd name="connsiteX246" fmla="*/ 143922 w 258770"/>
                            <a:gd name="connsiteY246" fmla="*/ 391596 h 462962"/>
                            <a:gd name="connsiteX247" fmla="*/ 148679 w 258770"/>
                            <a:gd name="connsiteY247" fmla="*/ 397543 h 462962"/>
                            <a:gd name="connsiteX248" fmla="*/ 155816 w 258770"/>
                            <a:gd name="connsiteY248" fmla="*/ 399922 h 462962"/>
                            <a:gd name="connsiteX249" fmla="*/ 146301 w 258770"/>
                            <a:gd name="connsiteY249" fmla="*/ 402301 h 462962"/>
                            <a:gd name="connsiteX250" fmla="*/ 154627 w 258770"/>
                            <a:gd name="connsiteY250" fmla="*/ 379702 h 462962"/>
                            <a:gd name="connsiteX251" fmla="*/ 154627 w 258770"/>
                            <a:gd name="connsiteY251" fmla="*/ 386838 h 462962"/>
                            <a:gd name="connsiteX252" fmla="*/ 153437 w 258770"/>
                            <a:gd name="connsiteY252" fmla="*/ 386838 h 462962"/>
                            <a:gd name="connsiteX253" fmla="*/ 151058 w 258770"/>
                            <a:gd name="connsiteY253" fmla="*/ 376133 h 462962"/>
                            <a:gd name="connsiteX254" fmla="*/ 157006 w 258770"/>
                            <a:gd name="connsiteY254" fmla="*/ 376133 h 462962"/>
                            <a:gd name="connsiteX255" fmla="*/ 162953 w 258770"/>
                            <a:gd name="connsiteY255" fmla="*/ 380891 h 462962"/>
                            <a:gd name="connsiteX256" fmla="*/ 154627 w 258770"/>
                            <a:gd name="connsiteY256" fmla="*/ 379702 h 462962"/>
                            <a:gd name="connsiteX257" fmla="*/ 164142 w 258770"/>
                            <a:gd name="connsiteY257" fmla="*/ 367807 h 462962"/>
                            <a:gd name="connsiteX258" fmla="*/ 168900 w 258770"/>
                            <a:gd name="connsiteY258" fmla="*/ 373754 h 462962"/>
                            <a:gd name="connsiteX259" fmla="*/ 168900 w 258770"/>
                            <a:gd name="connsiteY259" fmla="*/ 378512 h 462962"/>
                            <a:gd name="connsiteX260" fmla="*/ 164142 w 258770"/>
                            <a:gd name="connsiteY260" fmla="*/ 367807 h 462962"/>
                            <a:gd name="connsiteX261" fmla="*/ 171279 w 258770"/>
                            <a:gd name="connsiteY261" fmla="*/ 401112 h 462962"/>
                            <a:gd name="connsiteX262" fmla="*/ 167710 w 258770"/>
                            <a:gd name="connsiteY262" fmla="*/ 402301 h 462962"/>
                            <a:gd name="connsiteX263" fmla="*/ 170089 w 258770"/>
                            <a:gd name="connsiteY263" fmla="*/ 395164 h 462962"/>
                            <a:gd name="connsiteX264" fmla="*/ 171279 w 258770"/>
                            <a:gd name="connsiteY264" fmla="*/ 401112 h 462962"/>
                            <a:gd name="connsiteX265" fmla="*/ 174847 w 258770"/>
                            <a:gd name="connsiteY265" fmla="*/ 370186 h 462962"/>
                            <a:gd name="connsiteX266" fmla="*/ 171279 w 258770"/>
                            <a:gd name="connsiteY266" fmla="*/ 361860 h 462962"/>
                            <a:gd name="connsiteX267" fmla="*/ 177226 w 258770"/>
                            <a:gd name="connsiteY267" fmla="*/ 365428 h 462962"/>
                            <a:gd name="connsiteX268" fmla="*/ 174847 w 258770"/>
                            <a:gd name="connsiteY268" fmla="*/ 370186 h 462962"/>
                            <a:gd name="connsiteX269" fmla="*/ 178415 w 258770"/>
                            <a:gd name="connsiteY269" fmla="*/ 327367 h 462962"/>
                            <a:gd name="connsiteX270" fmla="*/ 171279 w 258770"/>
                            <a:gd name="connsiteY270" fmla="*/ 315472 h 462962"/>
                            <a:gd name="connsiteX271" fmla="*/ 170089 w 258770"/>
                            <a:gd name="connsiteY271" fmla="*/ 307146 h 462962"/>
                            <a:gd name="connsiteX272" fmla="*/ 167710 w 258770"/>
                            <a:gd name="connsiteY272" fmla="*/ 298820 h 462962"/>
                            <a:gd name="connsiteX273" fmla="*/ 176037 w 258770"/>
                            <a:gd name="connsiteY273" fmla="*/ 311904 h 462962"/>
                            <a:gd name="connsiteX274" fmla="*/ 176037 w 258770"/>
                            <a:gd name="connsiteY274" fmla="*/ 319040 h 462962"/>
                            <a:gd name="connsiteX275" fmla="*/ 181984 w 258770"/>
                            <a:gd name="connsiteY275" fmla="*/ 319040 h 462962"/>
                            <a:gd name="connsiteX276" fmla="*/ 185552 w 258770"/>
                            <a:gd name="connsiteY276" fmla="*/ 321419 h 462962"/>
                            <a:gd name="connsiteX277" fmla="*/ 190310 w 258770"/>
                            <a:gd name="connsiteY277" fmla="*/ 321419 h 462962"/>
                            <a:gd name="connsiteX278" fmla="*/ 183173 w 258770"/>
                            <a:gd name="connsiteY278" fmla="*/ 305957 h 462962"/>
                            <a:gd name="connsiteX279" fmla="*/ 185552 w 258770"/>
                            <a:gd name="connsiteY279" fmla="*/ 307146 h 462962"/>
                            <a:gd name="connsiteX280" fmla="*/ 190310 w 258770"/>
                            <a:gd name="connsiteY280" fmla="*/ 313093 h 462962"/>
                            <a:gd name="connsiteX281" fmla="*/ 196257 w 258770"/>
                            <a:gd name="connsiteY281" fmla="*/ 316662 h 462962"/>
                            <a:gd name="connsiteX282" fmla="*/ 192689 w 258770"/>
                            <a:gd name="connsiteY282" fmla="*/ 323798 h 462962"/>
                            <a:gd name="connsiteX283" fmla="*/ 190310 w 258770"/>
                            <a:gd name="connsiteY283" fmla="*/ 329745 h 462962"/>
                            <a:gd name="connsiteX284" fmla="*/ 185552 w 258770"/>
                            <a:gd name="connsiteY284" fmla="*/ 330935 h 462962"/>
                            <a:gd name="connsiteX285" fmla="*/ 190310 w 258770"/>
                            <a:gd name="connsiteY285" fmla="*/ 335693 h 462962"/>
                            <a:gd name="connsiteX286" fmla="*/ 202204 w 258770"/>
                            <a:gd name="connsiteY286" fmla="*/ 341640 h 462962"/>
                            <a:gd name="connsiteX287" fmla="*/ 199825 w 258770"/>
                            <a:gd name="connsiteY287" fmla="*/ 333314 h 462962"/>
                            <a:gd name="connsiteX288" fmla="*/ 203393 w 258770"/>
                            <a:gd name="connsiteY288" fmla="*/ 327367 h 462962"/>
                            <a:gd name="connsiteX289" fmla="*/ 205772 w 258770"/>
                            <a:gd name="connsiteY289" fmla="*/ 334503 h 462962"/>
                            <a:gd name="connsiteX290" fmla="*/ 206962 w 258770"/>
                            <a:gd name="connsiteY290" fmla="*/ 339261 h 462962"/>
                            <a:gd name="connsiteX291" fmla="*/ 203393 w 258770"/>
                            <a:gd name="connsiteY291" fmla="*/ 341640 h 462962"/>
                            <a:gd name="connsiteX292" fmla="*/ 198636 w 258770"/>
                            <a:gd name="connsiteY292" fmla="*/ 344019 h 462962"/>
                            <a:gd name="connsiteX293" fmla="*/ 185552 w 258770"/>
                            <a:gd name="connsiteY293" fmla="*/ 339261 h 462962"/>
                            <a:gd name="connsiteX294" fmla="*/ 178415 w 258770"/>
                            <a:gd name="connsiteY294" fmla="*/ 327367 h 462962"/>
                            <a:gd name="connsiteX295" fmla="*/ 233129 w 258770"/>
                            <a:gd name="connsiteY295" fmla="*/ 374944 h 462962"/>
                            <a:gd name="connsiteX296" fmla="*/ 227182 w 258770"/>
                            <a:gd name="connsiteY296" fmla="*/ 377323 h 462962"/>
                            <a:gd name="connsiteX297" fmla="*/ 223614 w 258770"/>
                            <a:gd name="connsiteY297" fmla="*/ 373754 h 462962"/>
                            <a:gd name="connsiteX298" fmla="*/ 224803 w 258770"/>
                            <a:gd name="connsiteY298" fmla="*/ 368997 h 462962"/>
                            <a:gd name="connsiteX299" fmla="*/ 227182 w 258770"/>
                            <a:gd name="connsiteY299" fmla="*/ 367807 h 462962"/>
                            <a:gd name="connsiteX300" fmla="*/ 229561 w 258770"/>
                            <a:gd name="connsiteY300" fmla="*/ 366618 h 462962"/>
                            <a:gd name="connsiteX301" fmla="*/ 231940 w 258770"/>
                            <a:gd name="connsiteY301" fmla="*/ 367807 h 462962"/>
                            <a:gd name="connsiteX302" fmla="*/ 233129 w 258770"/>
                            <a:gd name="connsiteY302" fmla="*/ 370186 h 462962"/>
                            <a:gd name="connsiteX303" fmla="*/ 231940 w 258770"/>
                            <a:gd name="connsiteY303" fmla="*/ 371376 h 462962"/>
                            <a:gd name="connsiteX304" fmla="*/ 231940 w 258770"/>
                            <a:gd name="connsiteY304" fmla="*/ 372565 h 462962"/>
                            <a:gd name="connsiteX305" fmla="*/ 233129 w 258770"/>
                            <a:gd name="connsiteY305" fmla="*/ 374944 h 462962"/>
                            <a:gd name="connsiteX306" fmla="*/ 233129 w 258770"/>
                            <a:gd name="connsiteY306" fmla="*/ 359481 h 462962"/>
                            <a:gd name="connsiteX307" fmla="*/ 224803 w 258770"/>
                            <a:gd name="connsiteY307" fmla="*/ 358292 h 462962"/>
                            <a:gd name="connsiteX308" fmla="*/ 211720 w 258770"/>
                            <a:gd name="connsiteY308" fmla="*/ 360671 h 462962"/>
                            <a:gd name="connsiteX309" fmla="*/ 214098 w 258770"/>
                            <a:gd name="connsiteY309" fmla="*/ 367807 h 462962"/>
                            <a:gd name="connsiteX310" fmla="*/ 216477 w 258770"/>
                            <a:gd name="connsiteY310" fmla="*/ 374944 h 462962"/>
                            <a:gd name="connsiteX311" fmla="*/ 221235 w 258770"/>
                            <a:gd name="connsiteY311" fmla="*/ 379702 h 462962"/>
                            <a:gd name="connsiteX312" fmla="*/ 223614 w 258770"/>
                            <a:gd name="connsiteY312" fmla="*/ 384459 h 462962"/>
                            <a:gd name="connsiteX313" fmla="*/ 216477 w 258770"/>
                            <a:gd name="connsiteY313" fmla="*/ 386838 h 462962"/>
                            <a:gd name="connsiteX314" fmla="*/ 212909 w 258770"/>
                            <a:gd name="connsiteY314" fmla="*/ 384459 h 462962"/>
                            <a:gd name="connsiteX315" fmla="*/ 209341 w 258770"/>
                            <a:gd name="connsiteY315" fmla="*/ 385649 h 462962"/>
                            <a:gd name="connsiteX316" fmla="*/ 205772 w 258770"/>
                            <a:gd name="connsiteY316" fmla="*/ 390406 h 462962"/>
                            <a:gd name="connsiteX317" fmla="*/ 210530 w 258770"/>
                            <a:gd name="connsiteY317" fmla="*/ 395164 h 462962"/>
                            <a:gd name="connsiteX318" fmla="*/ 211720 w 258770"/>
                            <a:gd name="connsiteY318" fmla="*/ 401112 h 462962"/>
                            <a:gd name="connsiteX319" fmla="*/ 208151 w 258770"/>
                            <a:gd name="connsiteY319" fmla="*/ 407059 h 462962"/>
                            <a:gd name="connsiteX320" fmla="*/ 199825 w 258770"/>
                            <a:gd name="connsiteY320" fmla="*/ 407059 h 462962"/>
                            <a:gd name="connsiteX321" fmla="*/ 193878 w 258770"/>
                            <a:gd name="connsiteY321" fmla="*/ 409438 h 462962"/>
                            <a:gd name="connsiteX322" fmla="*/ 202204 w 258770"/>
                            <a:gd name="connsiteY322" fmla="*/ 397543 h 462962"/>
                            <a:gd name="connsiteX323" fmla="*/ 185552 w 258770"/>
                            <a:gd name="connsiteY323" fmla="*/ 399922 h 462962"/>
                            <a:gd name="connsiteX324" fmla="*/ 193878 w 258770"/>
                            <a:gd name="connsiteY324" fmla="*/ 392785 h 462962"/>
                            <a:gd name="connsiteX325" fmla="*/ 185552 w 258770"/>
                            <a:gd name="connsiteY325" fmla="*/ 385649 h 462962"/>
                            <a:gd name="connsiteX326" fmla="*/ 191499 w 258770"/>
                            <a:gd name="connsiteY326" fmla="*/ 377323 h 462962"/>
                            <a:gd name="connsiteX327" fmla="*/ 196257 w 258770"/>
                            <a:gd name="connsiteY327" fmla="*/ 386838 h 462962"/>
                            <a:gd name="connsiteX328" fmla="*/ 203393 w 258770"/>
                            <a:gd name="connsiteY328" fmla="*/ 374944 h 462962"/>
                            <a:gd name="connsiteX329" fmla="*/ 205772 w 258770"/>
                            <a:gd name="connsiteY329" fmla="*/ 370186 h 462962"/>
                            <a:gd name="connsiteX330" fmla="*/ 201014 w 258770"/>
                            <a:gd name="connsiteY330" fmla="*/ 366618 h 462962"/>
                            <a:gd name="connsiteX331" fmla="*/ 195067 w 258770"/>
                            <a:gd name="connsiteY331" fmla="*/ 363050 h 462962"/>
                            <a:gd name="connsiteX332" fmla="*/ 189120 w 258770"/>
                            <a:gd name="connsiteY332" fmla="*/ 359481 h 462962"/>
                            <a:gd name="connsiteX333" fmla="*/ 186741 w 258770"/>
                            <a:gd name="connsiteY333" fmla="*/ 344019 h 462962"/>
                            <a:gd name="connsiteX334" fmla="*/ 192689 w 258770"/>
                            <a:gd name="connsiteY334" fmla="*/ 352345 h 462962"/>
                            <a:gd name="connsiteX335" fmla="*/ 201014 w 258770"/>
                            <a:gd name="connsiteY335" fmla="*/ 351155 h 462962"/>
                            <a:gd name="connsiteX336" fmla="*/ 204583 w 258770"/>
                            <a:gd name="connsiteY336" fmla="*/ 351155 h 462962"/>
                            <a:gd name="connsiteX337" fmla="*/ 209341 w 258770"/>
                            <a:gd name="connsiteY337" fmla="*/ 358292 h 462962"/>
                            <a:gd name="connsiteX338" fmla="*/ 218856 w 258770"/>
                            <a:gd name="connsiteY338" fmla="*/ 357102 h 462962"/>
                            <a:gd name="connsiteX339" fmla="*/ 218856 w 258770"/>
                            <a:gd name="connsiteY339" fmla="*/ 349966 h 462962"/>
                            <a:gd name="connsiteX340" fmla="*/ 217667 w 258770"/>
                            <a:gd name="connsiteY340" fmla="*/ 342829 h 462962"/>
                            <a:gd name="connsiteX341" fmla="*/ 223614 w 258770"/>
                            <a:gd name="connsiteY341" fmla="*/ 344019 h 462962"/>
                            <a:gd name="connsiteX342" fmla="*/ 223614 w 258770"/>
                            <a:gd name="connsiteY342" fmla="*/ 339261 h 462962"/>
                            <a:gd name="connsiteX343" fmla="*/ 227182 w 258770"/>
                            <a:gd name="connsiteY343" fmla="*/ 346397 h 462962"/>
                            <a:gd name="connsiteX344" fmla="*/ 228372 w 258770"/>
                            <a:gd name="connsiteY344" fmla="*/ 351155 h 462962"/>
                            <a:gd name="connsiteX345" fmla="*/ 233129 w 258770"/>
                            <a:gd name="connsiteY345" fmla="*/ 359481 h 462962"/>
                            <a:gd name="connsiteX346" fmla="*/ 214098 w 258770"/>
                            <a:gd name="connsiteY346" fmla="*/ 327367 h 462962"/>
                            <a:gd name="connsiteX347" fmla="*/ 215288 w 258770"/>
                            <a:gd name="connsiteY347" fmla="*/ 332124 h 462962"/>
                            <a:gd name="connsiteX348" fmla="*/ 214098 w 258770"/>
                            <a:gd name="connsiteY348" fmla="*/ 332124 h 462962"/>
                            <a:gd name="connsiteX349" fmla="*/ 212909 w 258770"/>
                            <a:gd name="connsiteY349" fmla="*/ 334503 h 462962"/>
                            <a:gd name="connsiteX350" fmla="*/ 211720 w 258770"/>
                            <a:gd name="connsiteY350" fmla="*/ 329745 h 462962"/>
                            <a:gd name="connsiteX351" fmla="*/ 214098 w 258770"/>
                            <a:gd name="connsiteY351" fmla="*/ 327367 h 462962"/>
                            <a:gd name="connsiteX352" fmla="*/ 220045 w 258770"/>
                            <a:gd name="connsiteY352" fmla="*/ 321419 h 462962"/>
                            <a:gd name="connsiteX353" fmla="*/ 224803 w 258770"/>
                            <a:gd name="connsiteY353" fmla="*/ 328556 h 462962"/>
                            <a:gd name="connsiteX354" fmla="*/ 223614 w 258770"/>
                            <a:gd name="connsiteY354" fmla="*/ 330935 h 462962"/>
                            <a:gd name="connsiteX355" fmla="*/ 220045 w 258770"/>
                            <a:gd name="connsiteY355" fmla="*/ 321419 h 462962"/>
                            <a:gd name="connsiteX356" fmla="*/ 237887 w 258770"/>
                            <a:gd name="connsiteY356" fmla="*/ 324988 h 462962"/>
                            <a:gd name="connsiteX357" fmla="*/ 230750 w 258770"/>
                            <a:gd name="connsiteY357" fmla="*/ 321419 h 462962"/>
                            <a:gd name="connsiteX358" fmla="*/ 221235 w 258770"/>
                            <a:gd name="connsiteY358" fmla="*/ 315472 h 462962"/>
                            <a:gd name="connsiteX359" fmla="*/ 212909 w 258770"/>
                            <a:gd name="connsiteY359" fmla="*/ 309525 h 462962"/>
                            <a:gd name="connsiteX360" fmla="*/ 210530 w 258770"/>
                            <a:gd name="connsiteY360" fmla="*/ 298820 h 462962"/>
                            <a:gd name="connsiteX361" fmla="*/ 218856 w 258770"/>
                            <a:gd name="connsiteY361" fmla="*/ 304767 h 462962"/>
                            <a:gd name="connsiteX362" fmla="*/ 230750 w 258770"/>
                            <a:gd name="connsiteY362" fmla="*/ 307146 h 462962"/>
                            <a:gd name="connsiteX363" fmla="*/ 230750 w 258770"/>
                            <a:gd name="connsiteY363" fmla="*/ 314283 h 462962"/>
                            <a:gd name="connsiteX364" fmla="*/ 233129 w 258770"/>
                            <a:gd name="connsiteY364" fmla="*/ 319040 h 462962"/>
                            <a:gd name="connsiteX365" fmla="*/ 237887 w 258770"/>
                            <a:gd name="connsiteY365" fmla="*/ 324988 h 4629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  <a:cxn ang="0">
                              <a:pos x="connsiteX173" y="connsiteY173"/>
                            </a:cxn>
                            <a:cxn ang="0">
                              <a:pos x="connsiteX174" y="connsiteY174"/>
                            </a:cxn>
                            <a:cxn ang="0">
                              <a:pos x="connsiteX175" y="connsiteY175"/>
                            </a:cxn>
                            <a:cxn ang="0">
                              <a:pos x="connsiteX176" y="connsiteY176"/>
                            </a:cxn>
                            <a:cxn ang="0">
                              <a:pos x="connsiteX177" y="connsiteY177"/>
                            </a:cxn>
                            <a:cxn ang="0">
                              <a:pos x="connsiteX178" y="connsiteY178"/>
                            </a:cxn>
                            <a:cxn ang="0">
                              <a:pos x="connsiteX179" y="connsiteY179"/>
                            </a:cxn>
                            <a:cxn ang="0">
                              <a:pos x="connsiteX180" y="connsiteY180"/>
                            </a:cxn>
                            <a:cxn ang="0">
                              <a:pos x="connsiteX181" y="connsiteY181"/>
                            </a:cxn>
                            <a:cxn ang="0">
                              <a:pos x="connsiteX182" y="connsiteY182"/>
                            </a:cxn>
                            <a:cxn ang="0">
                              <a:pos x="connsiteX183" y="connsiteY183"/>
                            </a:cxn>
                            <a:cxn ang="0">
                              <a:pos x="connsiteX184" y="connsiteY184"/>
                            </a:cxn>
                            <a:cxn ang="0">
                              <a:pos x="connsiteX185" y="connsiteY185"/>
                            </a:cxn>
                            <a:cxn ang="0">
                              <a:pos x="connsiteX186" y="connsiteY186"/>
                            </a:cxn>
                            <a:cxn ang="0">
                              <a:pos x="connsiteX187" y="connsiteY187"/>
                            </a:cxn>
                            <a:cxn ang="0">
                              <a:pos x="connsiteX188" y="connsiteY188"/>
                            </a:cxn>
                            <a:cxn ang="0">
                              <a:pos x="connsiteX189" y="connsiteY189"/>
                            </a:cxn>
                            <a:cxn ang="0">
                              <a:pos x="connsiteX190" y="connsiteY190"/>
                            </a:cxn>
                            <a:cxn ang="0">
                              <a:pos x="connsiteX191" y="connsiteY191"/>
                            </a:cxn>
                            <a:cxn ang="0">
                              <a:pos x="connsiteX192" y="connsiteY192"/>
                            </a:cxn>
                            <a:cxn ang="0">
                              <a:pos x="connsiteX193" y="connsiteY193"/>
                            </a:cxn>
                            <a:cxn ang="0">
                              <a:pos x="connsiteX194" y="connsiteY194"/>
                            </a:cxn>
                            <a:cxn ang="0">
                              <a:pos x="connsiteX195" y="connsiteY195"/>
                            </a:cxn>
                            <a:cxn ang="0">
                              <a:pos x="connsiteX196" y="connsiteY196"/>
                            </a:cxn>
                            <a:cxn ang="0">
                              <a:pos x="connsiteX197" y="connsiteY197"/>
                            </a:cxn>
                            <a:cxn ang="0">
                              <a:pos x="connsiteX198" y="connsiteY198"/>
                            </a:cxn>
                            <a:cxn ang="0">
                              <a:pos x="connsiteX199" y="connsiteY199"/>
                            </a:cxn>
                            <a:cxn ang="0">
                              <a:pos x="connsiteX200" y="connsiteY200"/>
                            </a:cxn>
                            <a:cxn ang="0">
                              <a:pos x="connsiteX201" y="connsiteY201"/>
                            </a:cxn>
                            <a:cxn ang="0">
                              <a:pos x="connsiteX202" y="connsiteY202"/>
                            </a:cxn>
                            <a:cxn ang="0">
                              <a:pos x="connsiteX203" y="connsiteY203"/>
                            </a:cxn>
                            <a:cxn ang="0">
                              <a:pos x="connsiteX204" y="connsiteY204"/>
                            </a:cxn>
                            <a:cxn ang="0">
                              <a:pos x="connsiteX205" y="connsiteY205"/>
                            </a:cxn>
                            <a:cxn ang="0">
                              <a:pos x="connsiteX206" y="connsiteY206"/>
                            </a:cxn>
                            <a:cxn ang="0">
                              <a:pos x="connsiteX207" y="connsiteY207"/>
                            </a:cxn>
                            <a:cxn ang="0">
                              <a:pos x="connsiteX208" y="connsiteY208"/>
                            </a:cxn>
                            <a:cxn ang="0">
                              <a:pos x="connsiteX209" y="connsiteY209"/>
                            </a:cxn>
                            <a:cxn ang="0">
                              <a:pos x="connsiteX210" y="connsiteY210"/>
                            </a:cxn>
                            <a:cxn ang="0">
                              <a:pos x="connsiteX211" y="connsiteY211"/>
                            </a:cxn>
                            <a:cxn ang="0">
                              <a:pos x="connsiteX212" y="connsiteY212"/>
                            </a:cxn>
                            <a:cxn ang="0">
                              <a:pos x="connsiteX213" y="connsiteY213"/>
                            </a:cxn>
                            <a:cxn ang="0">
                              <a:pos x="connsiteX214" y="connsiteY214"/>
                            </a:cxn>
                            <a:cxn ang="0">
                              <a:pos x="connsiteX215" y="connsiteY215"/>
                            </a:cxn>
                            <a:cxn ang="0">
                              <a:pos x="connsiteX216" y="connsiteY216"/>
                            </a:cxn>
                            <a:cxn ang="0">
                              <a:pos x="connsiteX217" y="connsiteY217"/>
                            </a:cxn>
                            <a:cxn ang="0">
                              <a:pos x="connsiteX218" y="connsiteY218"/>
                            </a:cxn>
                            <a:cxn ang="0">
                              <a:pos x="connsiteX219" y="connsiteY219"/>
                            </a:cxn>
                            <a:cxn ang="0">
                              <a:pos x="connsiteX220" y="connsiteY220"/>
                            </a:cxn>
                            <a:cxn ang="0">
                              <a:pos x="connsiteX221" y="connsiteY221"/>
                            </a:cxn>
                            <a:cxn ang="0">
                              <a:pos x="connsiteX222" y="connsiteY222"/>
                            </a:cxn>
                            <a:cxn ang="0">
                              <a:pos x="connsiteX223" y="connsiteY223"/>
                            </a:cxn>
                            <a:cxn ang="0">
                              <a:pos x="connsiteX224" y="connsiteY224"/>
                            </a:cxn>
                            <a:cxn ang="0">
                              <a:pos x="connsiteX225" y="connsiteY225"/>
                            </a:cxn>
                            <a:cxn ang="0">
                              <a:pos x="connsiteX226" y="connsiteY226"/>
                            </a:cxn>
                            <a:cxn ang="0">
                              <a:pos x="connsiteX227" y="connsiteY227"/>
                            </a:cxn>
                            <a:cxn ang="0">
                              <a:pos x="connsiteX228" y="connsiteY228"/>
                            </a:cxn>
                            <a:cxn ang="0">
                              <a:pos x="connsiteX229" y="connsiteY229"/>
                            </a:cxn>
                            <a:cxn ang="0">
                              <a:pos x="connsiteX230" y="connsiteY230"/>
                            </a:cxn>
                            <a:cxn ang="0">
                              <a:pos x="connsiteX231" y="connsiteY231"/>
                            </a:cxn>
                            <a:cxn ang="0">
                              <a:pos x="connsiteX232" y="connsiteY232"/>
                            </a:cxn>
                            <a:cxn ang="0">
                              <a:pos x="connsiteX233" y="connsiteY233"/>
                            </a:cxn>
                            <a:cxn ang="0">
                              <a:pos x="connsiteX234" y="connsiteY234"/>
                            </a:cxn>
                            <a:cxn ang="0">
                              <a:pos x="connsiteX235" y="connsiteY235"/>
                            </a:cxn>
                            <a:cxn ang="0">
                              <a:pos x="connsiteX236" y="connsiteY236"/>
                            </a:cxn>
                            <a:cxn ang="0">
                              <a:pos x="connsiteX237" y="connsiteY237"/>
                            </a:cxn>
                            <a:cxn ang="0">
                              <a:pos x="connsiteX238" y="connsiteY238"/>
                            </a:cxn>
                            <a:cxn ang="0">
                              <a:pos x="connsiteX239" y="connsiteY239"/>
                            </a:cxn>
                            <a:cxn ang="0">
                              <a:pos x="connsiteX240" y="connsiteY240"/>
                            </a:cxn>
                            <a:cxn ang="0">
                              <a:pos x="connsiteX241" y="connsiteY241"/>
                            </a:cxn>
                            <a:cxn ang="0">
                              <a:pos x="connsiteX242" y="connsiteY242"/>
                            </a:cxn>
                            <a:cxn ang="0">
                              <a:pos x="connsiteX243" y="connsiteY243"/>
                            </a:cxn>
                            <a:cxn ang="0">
                              <a:pos x="connsiteX244" y="connsiteY244"/>
                            </a:cxn>
                            <a:cxn ang="0">
                              <a:pos x="connsiteX245" y="connsiteY245"/>
                            </a:cxn>
                            <a:cxn ang="0">
                              <a:pos x="connsiteX246" y="connsiteY246"/>
                            </a:cxn>
                            <a:cxn ang="0">
                              <a:pos x="connsiteX247" y="connsiteY247"/>
                            </a:cxn>
                            <a:cxn ang="0">
                              <a:pos x="connsiteX248" y="connsiteY248"/>
                            </a:cxn>
                            <a:cxn ang="0">
                              <a:pos x="connsiteX249" y="connsiteY249"/>
                            </a:cxn>
                            <a:cxn ang="0">
                              <a:pos x="connsiteX250" y="connsiteY250"/>
                            </a:cxn>
                            <a:cxn ang="0">
                              <a:pos x="connsiteX251" y="connsiteY251"/>
                            </a:cxn>
                            <a:cxn ang="0">
                              <a:pos x="connsiteX252" y="connsiteY252"/>
                            </a:cxn>
                            <a:cxn ang="0">
                              <a:pos x="connsiteX253" y="connsiteY253"/>
                            </a:cxn>
                            <a:cxn ang="0">
                              <a:pos x="connsiteX254" y="connsiteY254"/>
                            </a:cxn>
                            <a:cxn ang="0">
                              <a:pos x="connsiteX255" y="connsiteY255"/>
                            </a:cxn>
                            <a:cxn ang="0">
                              <a:pos x="connsiteX256" y="connsiteY256"/>
                            </a:cxn>
                            <a:cxn ang="0">
                              <a:pos x="connsiteX257" y="connsiteY257"/>
                            </a:cxn>
                            <a:cxn ang="0">
                              <a:pos x="connsiteX258" y="connsiteY258"/>
                            </a:cxn>
                            <a:cxn ang="0">
                              <a:pos x="connsiteX259" y="connsiteY259"/>
                            </a:cxn>
                            <a:cxn ang="0">
                              <a:pos x="connsiteX260" y="connsiteY260"/>
                            </a:cxn>
                            <a:cxn ang="0">
                              <a:pos x="connsiteX261" y="connsiteY261"/>
                            </a:cxn>
                            <a:cxn ang="0">
                              <a:pos x="connsiteX262" y="connsiteY262"/>
                            </a:cxn>
                            <a:cxn ang="0">
                              <a:pos x="connsiteX263" y="connsiteY263"/>
                            </a:cxn>
                            <a:cxn ang="0">
                              <a:pos x="connsiteX264" y="connsiteY264"/>
                            </a:cxn>
                            <a:cxn ang="0">
                              <a:pos x="connsiteX265" y="connsiteY265"/>
                            </a:cxn>
                            <a:cxn ang="0">
                              <a:pos x="connsiteX266" y="connsiteY266"/>
                            </a:cxn>
                            <a:cxn ang="0">
                              <a:pos x="connsiteX267" y="connsiteY267"/>
                            </a:cxn>
                            <a:cxn ang="0">
                              <a:pos x="connsiteX268" y="connsiteY268"/>
                            </a:cxn>
                            <a:cxn ang="0">
                              <a:pos x="connsiteX269" y="connsiteY269"/>
                            </a:cxn>
                            <a:cxn ang="0">
                              <a:pos x="connsiteX270" y="connsiteY270"/>
                            </a:cxn>
                            <a:cxn ang="0">
                              <a:pos x="connsiteX271" y="connsiteY271"/>
                            </a:cxn>
                            <a:cxn ang="0">
                              <a:pos x="connsiteX272" y="connsiteY272"/>
                            </a:cxn>
                            <a:cxn ang="0">
                              <a:pos x="connsiteX273" y="connsiteY273"/>
                            </a:cxn>
                            <a:cxn ang="0">
                              <a:pos x="connsiteX274" y="connsiteY274"/>
                            </a:cxn>
                            <a:cxn ang="0">
                              <a:pos x="connsiteX275" y="connsiteY275"/>
                            </a:cxn>
                            <a:cxn ang="0">
                              <a:pos x="connsiteX276" y="connsiteY276"/>
                            </a:cxn>
                            <a:cxn ang="0">
                              <a:pos x="connsiteX277" y="connsiteY277"/>
                            </a:cxn>
                            <a:cxn ang="0">
                              <a:pos x="connsiteX278" y="connsiteY278"/>
                            </a:cxn>
                            <a:cxn ang="0">
                              <a:pos x="connsiteX279" y="connsiteY279"/>
                            </a:cxn>
                            <a:cxn ang="0">
                              <a:pos x="connsiteX280" y="connsiteY280"/>
                            </a:cxn>
                            <a:cxn ang="0">
                              <a:pos x="connsiteX281" y="connsiteY281"/>
                            </a:cxn>
                            <a:cxn ang="0">
                              <a:pos x="connsiteX282" y="connsiteY282"/>
                            </a:cxn>
                            <a:cxn ang="0">
                              <a:pos x="connsiteX283" y="connsiteY283"/>
                            </a:cxn>
                            <a:cxn ang="0">
                              <a:pos x="connsiteX284" y="connsiteY284"/>
                            </a:cxn>
                            <a:cxn ang="0">
                              <a:pos x="connsiteX285" y="connsiteY285"/>
                            </a:cxn>
                            <a:cxn ang="0">
                              <a:pos x="connsiteX286" y="connsiteY286"/>
                            </a:cxn>
                            <a:cxn ang="0">
                              <a:pos x="connsiteX287" y="connsiteY287"/>
                            </a:cxn>
                            <a:cxn ang="0">
                              <a:pos x="connsiteX288" y="connsiteY288"/>
                            </a:cxn>
                            <a:cxn ang="0">
                              <a:pos x="connsiteX289" y="connsiteY289"/>
                            </a:cxn>
                            <a:cxn ang="0">
                              <a:pos x="connsiteX290" y="connsiteY290"/>
                            </a:cxn>
                            <a:cxn ang="0">
                              <a:pos x="connsiteX291" y="connsiteY291"/>
                            </a:cxn>
                            <a:cxn ang="0">
                              <a:pos x="connsiteX292" y="connsiteY292"/>
                            </a:cxn>
                            <a:cxn ang="0">
                              <a:pos x="connsiteX293" y="connsiteY293"/>
                            </a:cxn>
                            <a:cxn ang="0">
                              <a:pos x="connsiteX294" y="connsiteY294"/>
                            </a:cxn>
                            <a:cxn ang="0">
                              <a:pos x="connsiteX295" y="connsiteY295"/>
                            </a:cxn>
                            <a:cxn ang="0">
                              <a:pos x="connsiteX296" y="connsiteY296"/>
                            </a:cxn>
                            <a:cxn ang="0">
                              <a:pos x="connsiteX297" y="connsiteY297"/>
                            </a:cxn>
                            <a:cxn ang="0">
                              <a:pos x="connsiteX298" y="connsiteY298"/>
                            </a:cxn>
                            <a:cxn ang="0">
                              <a:pos x="connsiteX299" y="connsiteY299"/>
                            </a:cxn>
                            <a:cxn ang="0">
                              <a:pos x="connsiteX300" y="connsiteY300"/>
                            </a:cxn>
                            <a:cxn ang="0">
                              <a:pos x="connsiteX301" y="connsiteY301"/>
                            </a:cxn>
                            <a:cxn ang="0">
                              <a:pos x="connsiteX302" y="connsiteY302"/>
                            </a:cxn>
                            <a:cxn ang="0">
                              <a:pos x="connsiteX303" y="connsiteY303"/>
                            </a:cxn>
                            <a:cxn ang="0">
                              <a:pos x="connsiteX304" y="connsiteY304"/>
                            </a:cxn>
                            <a:cxn ang="0">
                              <a:pos x="connsiteX305" y="connsiteY305"/>
                            </a:cxn>
                            <a:cxn ang="0">
                              <a:pos x="connsiteX306" y="connsiteY306"/>
                            </a:cxn>
                            <a:cxn ang="0">
                              <a:pos x="connsiteX307" y="connsiteY307"/>
                            </a:cxn>
                            <a:cxn ang="0">
                              <a:pos x="connsiteX308" y="connsiteY308"/>
                            </a:cxn>
                            <a:cxn ang="0">
                              <a:pos x="connsiteX309" y="connsiteY309"/>
                            </a:cxn>
                            <a:cxn ang="0">
                              <a:pos x="connsiteX310" y="connsiteY310"/>
                            </a:cxn>
                            <a:cxn ang="0">
                              <a:pos x="connsiteX311" y="connsiteY311"/>
                            </a:cxn>
                            <a:cxn ang="0">
                              <a:pos x="connsiteX312" y="connsiteY312"/>
                            </a:cxn>
                            <a:cxn ang="0">
                              <a:pos x="connsiteX313" y="connsiteY313"/>
                            </a:cxn>
                            <a:cxn ang="0">
                              <a:pos x="connsiteX314" y="connsiteY314"/>
                            </a:cxn>
                            <a:cxn ang="0">
                              <a:pos x="connsiteX315" y="connsiteY315"/>
                            </a:cxn>
                            <a:cxn ang="0">
                              <a:pos x="connsiteX316" y="connsiteY316"/>
                            </a:cxn>
                            <a:cxn ang="0">
                              <a:pos x="connsiteX317" y="connsiteY317"/>
                            </a:cxn>
                            <a:cxn ang="0">
                              <a:pos x="connsiteX318" y="connsiteY318"/>
                            </a:cxn>
                            <a:cxn ang="0">
                              <a:pos x="connsiteX319" y="connsiteY319"/>
                            </a:cxn>
                            <a:cxn ang="0">
                              <a:pos x="connsiteX320" y="connsiteY320"/>
                            </a:cxn>
                            <a:cxn ang="0">
                              <a:pos x="connsiteX321" y="connsiteY321"/>
                            </a:cxn>
                            <a:cxn ang="0">
                              <a:pos x="connsiteX322" y="connsiteY322"/>
                            </a:cxn>
                            <a:cxn ang="0">
                              <a:pos x="connsiteX323" y="connsiteY323"/>
                            </a:cxn>
                            <a:cxn ang="0">
                              <a:pos x="connsiteX324" y="connsiteY324"/>
                            </a:cxn>
                            <a:cxn ang="0">
                              <a:pos x="connsiteX325" y="connsiteY325"/>
                            </a:cxn>
                            <a:cxn ang="0">
                              <a:pos x="connsiteX326" y="connsiteY326"/>
                            </a:cxn>
                            <a:cxn ang="0">
                              <a:pos x="connsiteX327" y="connsiteY327"/>
                            </a:cxn>
                            <a:cxn ang="0">
                              <a:pos x="connsiteX328" y="connsiteY328"/>
                            </a:cxn>
                            <a:cxn ang="0">
                              <a:pos x="connsiteX329" y="connsiteY329"/>
                            </a:cxn>
                            <a:cxn ang="0">
                              <a:pos x="connsiteX330" y="connsiteY330"/>
                            </a:cxn>
                            <a:cxn ang="0">
                              <a:pos x="connsiteX331" y="connsiteY331"/>
                            </a:cxn>
                            <a:cxn ang="0">
                              <a:pos x="connsiteX332" y="connsiteY332"/>
                            </a:cxn>
                            <a:cxn ang="0">
                              <a:pos x="connsiteX333" y="connsiteY333"/>
                            </a:cxn>
                            <a:cxn ang="0">
                              <a:pos x="connsiteX334" y="connsiteY334"/>
                            </a:cxn>
                            <a:cxn ang="0">
                              <a:pos x="connsiteX335" y="connsiteY335"/>
                            </a:cxn>
                            <a:cxn ang="0">
                              <a:pos x="connsiteX336" y="connsiteY336"/>
                            </a:cxn>
                            <a:cxn ang="0">
                              <a:pos x="connsiteX337" y="connsiteY337"/>
                            </a:cxn>
                            <a:cxn ang="0">
                              <a:pos x="connsiteX338" y="connsiteY338"/>
                            </a:cxn>
                            <a:cxn ang="0">
                              <a:pos x="connsiteX339" y="connsiteY339"/>
                            </a:cxn>
                            <a:cxn ang="0">
                              <a:pos x="connsiteX340" y="connsiteY340"/>
                            </a:cxn>
                            <a:cxn ang="0">
                              <a:pos x="connsiteX341" y="connsiteY341"/>
                            </a:cxn>
                            <a:cxn ang="0">
                              <a:pos x="connsiteX342" y="connsiteY342"/>
                            </a:cxn>
                            <a:cxn ang="0">
                              <a:pos x="connsiteX343" y="connsiteY343"/>
                            </a:cxn>
                            <a:cxn ang="0">
                              <a:pos x="connsiteX344" y="connsiteY344"/>
                            </a:cxn>
                            <a:cxn ang="0">
                              <a:pos x="connsiteX345" y="connsiteY345"/>
                            </a:cxn>
                            <a:cxn ang="0">
                              <a:pos x="connsiteX346" y="connsiteY346"/>
                            </a:cxn>
                            <a:cxn ang="0">
                              <a:pos x="connsiteX347" y="connsiteY347"/>
                            </a:cxn>
                            <a:cxn ang="0">
                              <a:pos x="connsiteX348" y="connsiteY348"/>
                            </a:cxn>
                            <a:cxn ang="0">
                              <a:pos x="connsiteX349" y="connsiteY349"/>
                            </a:cxn>
                            <a:cxn ang="0">
                              <a:pos x="connsiteX350" y="connsiteY350"/>
                            </a:cxn>
                            <a:cxn ang="0">
                              <a:pos x="connsiteX351" y="connsiteY351"/>
                            </a:cxn>
                            <a:cxn ang="0">
                              <a:pos x="connsiteX352" y="connsiteY352"/>
                            </a:cxn>
                            <a:cxn ang="0">
                              <a:pos x="connsiteX353" y="connsiteY353"/>
                            </a:cxn>
                            <a:cxn ang="0">
                              <a:pos x="connsiteX354" y="connsiteY354"/>
                            </a:cxn>
                            <a:cxn ang="0">
                              <a:pos x="connsiteX355" y="connsiteY355"/>
                            </a:cxn>
                            <a:cxn ang="0">
                              <a:pos x="connsiteX356" y="connsiteY356"/>
                            </a:cxn>
                            <a:cxn ang="0">
                              <a:pos x="connsiteX357" y="connsiteY357"/>
                            </a:cxn>
                            <a:cxn ang="0">
                              <a:pos x="connsiteX358" y="connsiteY358"/>
                            </a:cxn>
                            <a:cxn ang="0">
                              <a:pos x="connsiteX359" y="connsiteY359"/>
                            </a:cxn>
                            <a:cxn ang="0">
                              <a:pos x="connsiteX360" y="connsiteY360"/>
                            </a:cxn>
                            <a:cxn ang="0">
                              <a:pos x="connsiteX361" y="connsiteY361"/>
                            </a:cxn>
                            <a:cxn ang="0">
                              <a:pos x="connsiteX362" y="connsiteY362"/>
                            </a:cxn>
                            <a:cxn ang="0">
                              <a:pos x="connsiteX363" y="connsiteY363"/>
                            </a:cxn>
                            <a:cxn ang="0">
                              <a:pos x="connsiteX364" y="connsiteY364"/>
                            </a:cxn>
                            <a:cxn ang="0">
                              <a:pos x="connsiteX365" y="connsiteY365"/>
                            </a:cxn>
                          </a:cxnLst>
                          <a:rect l="l" t="t" r="r" b="b"/>
                          <a:pathLst>
                            <a:path w="258770" h="462962">
                              <a:moveTo>
                                <a:pt x="247403" y="310714"/>
                              </a:moveTo>
                              <a:cubicBezTo>
                                <a:pt x="246213" y="309525"/>
                                <a:pt x="241456" y="307146"/>
                                <a:pt x="239077" y="307146"/>
                              </a:cubicBezTo>
                              <a:cubicBezTo>
                                <a:pt x="236698" y="307146"/>
                                <a:pt x="230750" y="295252"/>
                                <a:pt x="229561" y="294062"/>
                              </a:cubicBezTo>
                              <a:cubicBezTo>
                                <a:pt x="228372" y="292873"/>
                                <a:pt x="230750" y="286926"/>
                                <a:pt x="231940" y="285736"/>
                              </a:cubicBezTo>
                              <a:cubicBezTo>
                                <a:pt x="233129" y="284547"/>
                                <a:pt x="234319" y="282168"/>
                                <a:pt x="235508" y="280978"/>
                              </a:cubicBezTo>
                              <a:cubicBezTo>
                                <a:pt x="236698" y="279789"/>
                                <a:pt x="236698" y="273842"/>
                                <a:pt x="235508" y="272652"/>
                              </a:cubicBezTo>
                              <a:cubicBezTo>
                                <a:pt x="235508" y="271463"/>
                                <a:pt x="229561" y="267895"/>
                                <a:pt x="227182" y="266705"/>
                              </a:cubicBezTo>
                              <a:cubicBezTo>
                                <a:pt x="224803" y="265516"/>
                                <a:pt x="224803" y="257190"/>
                                <a:pt x="223614" y="254811"/>
                              </a:cubicBezTo>
                              <a:cubicBezTo>
                                <a:pt x="222424" y="252432"/>
                                <a:pt x="225993" y="245295"/>
                                <a:pt x="225993" y="244106"/>
                              </a:cubicBezTo>
                              <a:cubicBezTo>
                                <a:pt x="225993" y="242917"/>
                                <a:pt x="222424" y="244106"/>
                                <a:pt x="221235" y="244106"/>
                              </a:cubicBezTo>
                              <a:cubicBezTo>
                                <a:pt x="220045" y="244106"/>
                                <a:pt x="218856" y="242917"/>
                                <a:pt x="216477" y="241727"/>
                              </a:cubicBezTo>
                              <a:cubicBezTo>
                                <a:pt x="215288" y="240538"/>
                                <a:pt x="212909" y="239348"/>
                                <a:pt x="211720" y="238159"/>
                              </a:cubicBezTo>
                              <a:cubicBezTo>
                                <a:pt x="210530" y="236969"/>
                                <a:pt x="211720" y="232212"/>
                                <a:pt x="212909" y="231022"/>
                              </a:cubicBezTo>
                              <a:cubicBezTo>
                                <a:pt x="214098" y="229833"/>
                                <a:pt x="215288" y="227454"/>
                                <a:pt x="216477" y="227454"/>
                              </a:cubicBezTo>
                              <a:cubicBezTo>
                                <a:pt x="217667" y="226265"/>
                                <a:pt x="212909" y="225075"/>
                                <a:pt x="212909" y="225075"/>
                              </a:cubicBezTo>
                              <a:cubicBezTo>
                                <a:pt x="211720" y="225075"/>
                                <a:pt x="211720" y="220317"/>
                                <a:pt x="211720" y="217938"/>
                              </a:cubicBezTo>
                              <a:cubicBezTo>
                                <a:pt x="211720" y="215560"/>
                                <a:pt x="212909" y="213181"/>
                                <a:pt x="212909" y="211991"/>
                              </a:cubicBezTo>
                              <a:cubicBezTo>
                                <a:pt x="214098" y="210802"/>
                                <a:pt x="212909" y="207234"/>
                                <a:pt x="212909" y="206044"/>
                              </a:cubicBezTo>
                              <a:cubicBezTo>
                                <a:pt x="212909" y="204855"/>
                                <a:pt x="215288" y="204855"/>
                                <a:pt x="216477" y="203665"/>
                              </a:cubicBezTo>
                              <a:cubicBezTo>
                                <a:pt x="217667" y="202476"/>
                                <a:pt x="212909" y="189392"/>
                                <a:pt x="211720" y="187013"/>
                              </a:cubicBezTo>
                              <a:cubicBezTo>
                                <a:pt x="210530" y="184634"/>
                                <a:pt x="201014" y="167982"/>
                                <a:pt x="199825" y="165603"/>
                              </a:cubicBezTo>
                              <a:cubicBezTo>
                                <a:pt x="197446" y="163224"/>
                                <a:pt x="195067" y="153709"/>
                                <a:pt x="195067" y="151330"/>
                              </a:cubicBezTo>
                              <a:cubicBezTo>
                                <a:pt x="195067" y="148951"/>
                                <a:pt x="189120" y="144193"/>
                                <a:pt x="187931" y="143004"/>
                              </a:cubicBezTo>
                              <a:cubicBezTo>
                                <a:pt x="186741" y="141815"/>
                                <a:pt x="191499" y="135867"/>
                                <a:pt x="191499" y="134678"/>
                              </a:cubicBezTo>
                              <a:cubicBezTo>
                                <a:pt x="191499" y="133489"/>
                                <a:pt x="196257" y="125163"/>
                                <a:pt x="197446" y="122784"/>
                              </a:cubicBezTo>
                              <a:cubicBezTo>
                                <a:pt x="198636" y="120405"/>
                                <a:pt x="198636" y="115647"/>
                                <a:pt x="198636" y="113268"/>
                              </a:cubicBezTo>
                              <a:cubicBezTo>
                                <a:pt x="198636" y="110889"/>
                                <a:pt x="186741" y="106132"/>
                                <a:pt x="184362" y="102563"/>
                              </a:cubicBezTo>
                              <a:cubicBezTo>
                                <a:pt x="181984" y="98995"/>
                                <a:pt x="181984" y="96616"/>
                                <a:pt x="180794" y="94237"/>
                              </a:cubicBezTo>
                              <a:cubicBezTo>
                                <a:pt x="179605" y="91858"/>
                                <a:pt x="172468" y="89480"/>
                                <a:pt x="170089" y="88290"/>
                              </a:cubicBezTo>
                              <a:cubicBezTo>
                                <a:pt x="167710" y="88290"/>
                                <a:pt x="167710" y="83532"/>
                                <a:pt x="167710" y="82343"/>
                              </a:cubicBezTo>
                              <a:cubicBezTo>
                                <a:pt x="167710" y="81153"/>
                                <a:pt x="166521" y="77585"/>
                                <a:pt x="165331" y="77585"/>
                              </a:cubicBezTo>
                              <a:cubicBezTo>
                                <a:pt x="164142" y="76396"/>
                                <a:pt x="161763" y="74017"/>
                                <a:pt x="161763" y="74017"/>
                              </a:cubicBezTo>
                              <a:cubicBezTo>
                                <a:pt x="161763" y="72827"/>
                                <a:pt x="162953" y="68070"/>
                                <a:pt x="161763" y="66880"/>
                              </a:cubicBezTo>
                              <a:cubicBezTo>
                                <a:pt x="161763" y="65691"/>
                                <a:pt x="162953" y="62123"/>
                                <a:pt x="164142" y="60933"/>
                              </a:cubicBezTo>
                              <a:cubicBezTo>
                                <a:pt x="164142" y="59744"/>
                                <a:pt x="161763" y="57365"/>
                                <a:pt x="162953" y="56175"/>
                              </a:cubicBezTo>
                              <a:cubicBezTo>
                                <a:pt x="164142" y="54986"/>
                                <a:pt x="166521" y="54986"/>
                                <a:pt x="167710" y="54986"/>
                              </a:cubicBezTo>
                              <a:cubicBezTo>
                                <a:pt x="170089" y="54986"/>
                                <a:pt x="168900" y="53797"/>
                                <a:pt x="168900" y="52607"/>
                              </a:cubicBezTo>
                              <a:cubicBezTo>
                                <a:pt x="168900" y="52607"/>
                                <a:pt x="168900" y="52607"/>
                                <a:pt x="170089" y="52607"/>
                              </a:cubicBezTo>
                              <a:cubicBezTo>
                                <a:pt x="168900" y="50228"/>
                                <a:pt x="167710" y="47849"/>
                                <a:pt x="168900" y="44281"/>
                              </a:cubicBezTo>
                              <a:cubicBezTo>
                                <a:pt x="168900" y="37144"/>
                                <a:pt x="176037" y="32387"/>
                                <a:pt x="173658" y="25250"/>
                              </a:cubicBezTo>
                              <a:cubicBezTo>
                                <a:pt x="170089" y="24061"/>
                                <a:pt x="171279" y="22871"/>
                                <a:pt x="168900" y="20492"/>
                              </a:cubicBezTo>
                              <a:cubicBezTo>
                                <a:pt x="165331" y="18113"/>
                                <a:pt x="166521" y="18113"/>
                                <a:pt x="161763" y="16924"/>
                              </a:cubicBezTo>
                              <a:cubicBezTo>
                                <a:pt x="154627" y="14545"/>
                                <a:pt x="153437" y="14545"/>
                                <a:pt x="148679" y="9787"/>
                              </a:cubicBezTo>
                              <a:cubicBezTo>
                                <a:pt x="145111" y="6219"/>
                                <a:pt x="122512" y="-8054"/>
                                <a:pt x="123701" y="6219"/>
                              </a:cubicBezTo>
                              <a:cubicBezTo>
                                <a:pt x="117754" y="10977"/>
                                <a:pt x="109428" y="3840"/>
                                <a:pt x="108239" y="14545"/>
                              </a:cubicBezTo>
                              <a:cubicBezTo>
                                <a:pt x="101102" y="16924"/>
                                <a:pt x="101102" y="37144"/>
                                <a:pt x="102291" y="44281"/>
                              </a:cubicBezTo>
                              <a:cubicBezTo>
                                <a:pt x="102291" y="47849"/>
                                <a:pt x="105860" y="53797"/>
                                <a:pt x="102291" y="57365"/>
                              </a:cubicBezTo>
                              <a:cubicBezTo>
                                <a:pt x="99912" y="59744"/>
                                <a:pt x="93965" y="62123"/>
                                <a:pt x="90397" y="63312"/>
                              </a:cubicBezTo>
                              <a:cubicBezTo>
                                <a:pt x="86829" y="66880"/>
                                <a:pt x="85639" y="70449"/>
                                <a:pt x="77313" y="69259"/>
                              </a:cubicBezTo>
                              <a:cubicBezTo>
                                <a:pt x="72556" y="68070"/>
                                <a:pt x="70177" y="62123"/>
                                <a:pt x="63040" y="63312"/>
                              </a:cubicBezTo>
                              <a:cubicBezTo>
                                <a:pt x="58282" y="64501"/>
                                <a:pt x="58282" y="70449"/>
                                <a:pt x="53525" y="71638"/>
                              </a:cubicBezTo>
                              <a:cubicBezTo>
                                <a:pt x="49956" y="74017"/>
                                <a:pt x="41630" y="71638"/>
                                <a:pt x="36873" y="70449"/>
                              </a:cubicBezTo>
                              <a:cubicBezTo>
                                <a:pt x="33304" y="64501"/>
                                <a:pt x="29736" y="64501"/>
                                <a:pt x="28546" y="56175"/>
                              </a:cubicBezTo>
                              <a:cubicBezTo>
                                <a:pt x="21410" y="50228"/>
                                <a:pt x="3569" y="32387"/>
                                <a:pt x="4758" y="53797"/>
                              </a:cubicBezTo>
                              <a:cubicBezTo>
                                <a:pt x="3569" y="53797"/>
                                <a:pt x="1190" y="53797"/>
                                <a:pt x="0" y="52607"/>
                              </a:cubicBezTo>
                              <a:cubicBezTo>
                                <a:pt x="0" y="52607"/>
                                <a:pt x="0" y="53797"/>
                                <a:pt x="0" y="53797"/>
                              </a:cubicBezTo>
                              <a:cubicBezTo>
                                <a:pt x="0" y="58554"/>
                                <a:pt x="4758" y="63312"/>
                                <a:pt x="8326" y="65691"/>
                              </a:cubicBezTo>
                              <a:cubicBezTo>
                                <a:pt x="10705" y="68070"/>
                                <a:pt x="13084" y="68070"/>
                                <a:pt x="15463" y="70449"/>
                              </a:cubicBezTo>
                              <a:cubicBezTo>
                                <a:pt x="17842" y="72827"/>
                                <a:pt x="19031" y="76396"/>
                                <a:pt x="21410" y="77585"/>
                              </a:cubicBezTo>
                              <a:cubicBezTo>
                                <a:pt x="27357" y="79964"/>
                                <a:pt x="34494" y="78775"/>
                                <a:pt x="39252" y="82343"/>
                              </a:cubicBezTo>
                              <a:cubicBezTo>
                                <a:pt x="44009" y="84722"/>
                                <a:pt x="48767" y="89480"/>
                                <a:pt x="53525" y="91858"/>
                              </a:cubicBezTo>
                              <a:cubicBezTo>
                                <a:pt x="54714" y="96616"/>
                                <a:pt x="60661" y="97806"/>
                                <a:pt x="63040" y="101374"/>
                              </a:cubicBezTo>
                              <a:cubicBezTo>
                                <a:pt x="63040" y="110889"/>
                                <a:pt x="58282" y="126352"/>
                                <a:pt x="70177" y="127541"/>
                              </a:cubicBezTo>
                              <a:cubicBezTo>
                                <a:pt x="71366" y="132299"/>
                                <a:pt x="67798" y="135867"/>
                                <a:pt x="67798" y="140625"/>
                              </a:cubicBezTo>
                              <a:cubicBezTo>
                                <a:pt x="67798" y="145383"/>
                                <a:pt x="70177" y="148951"/>
                                <a:pt x="70177" y="154898"/>
                              </a:cubicBezTo>
                              <a:cubicBezTo>
                                <a:pt x="70177" y="164414"/>
                                <a:pt x="70177" y="176308"/>
                                <a:pt x="72556" y="185824"/>
                              </a:cubicBezTo>
                              <a:cubicBezTo>
                                <a:pt x="74935" y="187013"/>
                                <a:pt x="74935" y="189392"/>
                                <a:pt x="76124" y="190582"/>
                              </a:cubicBezTo>
                              <a:cubicBezTo>
                                <a:pt x="77313" y="192960"/>
                                <a:pt x="80882" y="192960"/>
                                <a:pt x="82071" y="195339"/>
                              </a:cubicBezTo>
                              <a:cubicBezTo>
                                <a:pt x="84450" y="198908"/>
                                <a:pt x="85639" y="201286"/>
                                <a:pt x="85639" y="206044"/>
                              </a:cubicBezTo>
                              <a:cubicBezTo>
                                <a:pt x="85639" y="207234"/>
                                <a:pt x="85639" y="207234"/>
                                <a:pt x="85639" y="208423"/>
                              </a:cubicBezTo>
                              <a:cubicBezTo>
                                <a:pt x="90397" y="208423"/>
                                <a:pt x="96344" y="213181"/>
                                <a:pt x="101102" y="214370"/>
                              </a:cubicBezTo>
                              <a:cubicBezTo>
                                <a:pt x="105860" y="216749"/>
                                <a:pt x="117754" y="216749"/>
                                <a:pt x="114186" y="222696"/>
                              </a:cubicBezTo>
                              <a:cubicBezTo>
                                <a:pt x="112996" y="223886"/>
                                <a:pt x="108239" y="221507"/>
                                <a:pt x="108239" y="222696"/>
                              </a:cubicBezTo>
                              <a:cubicBezTo>
                                <a:pt x="109428" y="226265"/>
                                <a:pt x="110618" y="233401"/>
                                <a:pt x="111807" y="235780"/>
                              </a:cubicBezTo>
                              <a:cubicBezTo>
                                <a:pt x="115375" y="241727"/>
                                <a:pt x="120133" y="235780"/>
                                <a:pt x="120133" y="242917"/>
                              </a:cubicBezTo>
                              <a:cubicBezTo>
                                <a:pt x="120133" y="245295"/>
                                <a:pt x="111807" y="241727"/>
                                <a:pt x="111807" y="245295"/>
                              </a:cubicBezTo>
                              <a:cubicBezTo>
                                <a:pt x="111807" y="246485"/>
                                <a:pt x="116565" y="246485"/>
                                <a:pt x="117754" y="247674"/>
                              </a:cubicBezTo>
                              <a:cubicBezTo>
                                <a:pt x="118944" y="253621"/>
                                <a:pt x="104671" y="244106"/>
                                <a:pt x="98723" y="248864"/>
                              </a:cubicBezTo>
                              <a:cubicBezTo>
                                <a:pt x="96344" y="251243"/>
                                <a:pt x="98723" y="254811"/>
                                <a:pt x="96344" y="257190"/>
                              </a:cubicBezTo>
                              <a:cubicBezTo>
                                <a:pt x="93965" y="260758"/>
                                <a:pt x="91587" y="265516"/>
                                <a:pt x="89208" y="269084"/>
                              </a:cubicBezTo>
                              <a:cubicBezTo>
                                <a:pt x="86829" y="273842"/>
                                <a:pt x="85639" y="278600"/>
                                <a:pt x="80882" y="280978"/>
                              </a:cubicBezTo>
                              <a:cubicBezTo>
                                <a:pt x="79692" y="282168"/>
                                <a:pt x="76124" y="279789"/>
                                <a:pt x="74935" y="279789"/>
                              </a:cubicBezTo>
                              <a:cubicBezTo>
                                <a:pt x="72556" y="280978"/>
                                <a:pt x="76124" y="286926"/>
                                <a:pt x="74935" y="288115"/>
                              </a:cubicBezTo>
                              <a:cubicBezTo>
                                <a:pt x="70177" y="294062"/>
                                <a:pt x="73745" y="298820"/>
                                <a:pt x="67798" y="301199"/>
                              </a:cubicBezTo>
                              <a:cubicBezTo>
                                <a:pt x="66608" y="302388"/>
                                <a:pt x="64229" y="298820"/>
                                <a:pt x="63040" y="300010"/>
                              </a:cubicBezTo>
                              <a:cubicBezTo>
                                <a:pt x="60661" y="301199"/>
                                <a:pt x="61851" y="304767"/>
                                <a:pt x="60661" y="307146"/>
                              </a:cubicBezTo>
                              <a:cubicBezTo>
                                <a:pt x="59472" y="308336"/>
                                <a:pt x="57093" y="307146"/>
                                <a:pt x="57093" y="309525"/>
                              </a:cubicBezTo>
                              <a:cubicBezTo>
                                <a:pt x="54714" y="321419"/>
                                <a:pt x="48767" y="324988"/>
                                <a:pt x="42820" y="321419"/>
                              </a:cubicBezTo>
                              <a:cubicBezTo>
                                <a:pt x="41630" y="329745"/>
                                <a:pt x="30925" y="340450"/>
                                <a:pt x="33304" y="351155"/>
                              </a:cubicBezTo>
                              <a:cubicBezTo>
                                <a:pt x="35683" y="358292"/>
                                <a:pt x="41630" y="355913"/>
                                <a:pt x="42820" y="361860"/>
                              </a:cubicBezTo>
                              <a:cubicBezTo>
                                <a:pt x="44009" y="366618"/>
                                <a:pt x="38062" y="371376"/>
                                <a:pt x="40441" y="377323"/>
                              </a:cubicBezTo>
                              <a:cubicBezTo>
                                <a:pt x="51146" y="380891"/>
                                <a:pt x="49956" y="393975"/>
                                <a:pt x="47577" y="401112"/>
                              </a:cubicBezTo>
                              <a:cubicBezTo>
                                <a:pt x="45199" y="407059"/>
                                <a:pt x="46388" y="409438"/>
                                <a:pt x="46388" y="415385"/>
                              </a:cubicBezTo>
                              <a:cubicBezTo>
                                <a:pt x="46388" y="420142"/>
                                <a:pt x="47577" y="427279"/>
                                <a:pt x="46388" y="430847"/>
                              </a:cubicBezTo>
                              <a:cubicBezTo>
                                <a:pt x="47577" y="433226"/>
                                <a:pt x="47577" y="433226"/>
                                <a:pt x="49956" y="433226"/>
                              </a:cubicBezTo>
                              <a:cubicBezTo>
                                <a:pt x="53525" y="426090"/>
                                <a:pt x="61851" y="434416"/>
                                <a:pt x="65419" y="435605"/>
                              </a:cubicBezTo>
                              <a:cubicBezTo>
                                <a:pt x="70177" y="436795"/>
                                <a:pt x="77313" y="430847"/>
                                <a:pt x="80882" y="441552"/>
                              </a:cubicBezTo>
                              <a:cubicBezTo>
                                <a:pt x="82071" y="443931"/>
                                <a:pt x="85639" y="440363"/>
                                <a:pt x="88018" y="440363"/>
                              </a:cubicBezTo>
                              <a:cubicBezTo>
                                <a:pt x="88018" y="445121"/>
                                <a:pt x="88018" y="448689"/>
                                <a:pt x="89208" y="452257"/>
                              </a:cubicBezTo>
                              <a:cubicBezTo>
                                <a:pt x="90397" y="455825"/>
                                <a:pt x="92776" y="457015"/>
                                <a:pt x="92776" y="462962"/>
                              </a:cubicBezTo>
                              <a:cubicBezTo>
                                <a:pt x="93965" y="462962"/>
                                <a:pt x="95155" y="460583"/>
                                <a:pt x="95155" y="458204"/>
                              </a:cubicBezTo>
                              <a:cubicBezTo>
                                <a:pt x="95155" y="457015"/>
                                <a:pt x="98723" y="455825"/>
                                <a:pt x="101102" y="455825"/>
                              </a:cubicBezTo>
                              <a:cubicBezTo>
                                <a:pt x="103481" y="454636"/>
                                <a:pt x="108239" y="453447"/>
                                <a:pt x="110618" y="452257"/>
                              </a:cubicBezTo>
                              <a:cubicBezTo>
                                <a:pt x="117754" y="449878"/>
                                <a:pt x="127270" y="448689"/>
                                <a:pt x="130838" y="440363"/>
                              </a:cubicBezTo>
                              <a:cubicBezTo>
                                <a:pt x="136785" y="440363"/>
                                <a:pt x="142732" y="439173"/>
                                <a:pt x="146301" y="435605"/>
                              </a:cubicBezTo>
                              <a:cubicBezTo>
                                <a:pt x="145111" y="437984"/>
                                <a:pt x="146301" y="440363"/>
                                <a:pt x="147490" y="442742"/>
                              </a:cubicBezTo>
                              <a:cubicBezTo>
                                <a:pt x="154627" y="440363"/>
                                <a:pt x="149869" y="433226"/>
                                <a:pt x="153437" y="429658"/>
                              </a:cubicBezTo>
                              <a:cubicBezTo>
                                <a:pt x="157006" y="433226"/>
                                <a:pt x="160574" y="435605"/>
                                <a:pt x="165331" y="433226"/>
                              </a:cubicBezTo>
                              <a:cubicBezTo>
                                <a:pt x="167710" y="429658"/>
                                <a:pt x="170089" y="432037"/>
                                <a:pt x="173658" y="432037"/>
                              </a:cubicBezTo>
                              <a:cubicBezTo>
                                <a:pt x="177226" y="426090"/>
                                <a:pt x="196257" y="437984"/>
                                <a:pt x="191499" y="427279"/>
                              </a:cubicBezTo>
                              <a:cubicBezTo>
                                <a:pt x="196257" y="426090"/>
                                <a:pt x="199825" y="428469"/>
                                <a:pt x="203393" y="429658"/>
                              </a:cubicBezTo>
                              <a:cubicBezTo>
                                <a:pt x="203393" y="428469"/>
                                <a:pt x="203393" y="427279"/>
                                <a:pt x="203393" y="426090"/>
                              </a:cubicBezTo>
                              <a:lnTo>
                                <a:pt x="203393" y="426090"/>
                              </a:lnTo>
                              <a:cubicBezTo>
                                <a:pt x="203393" y="424900"/>
                                <a:pt x="203393" y="422521"/>
                                <a:pt x="202204" y="422521"/>
                              </a:cubicBezTo>
                              <a:cubicBezTo>
                                <a:pt x="201014" y="420142"/>
                                <a:pt x="206962" y="415385"/>
                                <a:pt x="209341" y="413006"/>
                              </a:cubicBezTo>
                              <a:cubicBezTo>
                                <a:pt x="211720" y="410627"/>
                                <a:pt x="216477" y="408248"/>
                                <a:pt x="218856" y="407059"/>
                              </a:cubicBezTo>
                              <a:cubicBezTo>
                                <a:pt x="221235" y="405869"/>
                                <a:pt x="224803" y="396354"/>
                                <a:pt x="227182" y="392785"/>
                              </a:cubicBezTo>
                              <a:cubicBezTo>
                                <a:pt x="228372" y="389217"/>
                                <a:pt x="236698" y="379702"/>
                                <a:pt x="236698" y="376133"/>
                              </a:cubicBezTo>
                              <a:cubicBezTo>
                                <a:pt x="236698" y="372565"/>
                                <a:pt x="243834" y="361860"/>
                                <a:pt x="246213" y="358292"/>
                              </a:cubicBezTo>
                              <a:cubicBezTo>
                                <a:pt x="248592" y="354723"/>
                                <a:pt x="253350" y="342829"/>
                                <a:pt x="255729" y="340450"/>
                              </a:cubicBezTo>
                              <a:cubicBezTo>
                                <a:pt x="258108" y="336882"/>
                                <a:pt x="258108" y="334503"/>
                                <a:pt x="258108" y="330935"/>
                              </a:cubicBezTo>
                              <a:cubicBezTo>
                                <a:pt x="261676" y="324988"/>
                                <a:pt x="249781" y="311904"/>
                                <a:pt x="247403" y="310714"/>
                              </a:cubicBezTo>
                              <a:close/>
                              <a:moveTo>
                                <a:pt x="214098" y="270274"/>
                              </a:moveTo>
                              <a:cubicBezTo>
                                <a:pt x="217667" y="267895"/>
                                <a:pt x="215288" y="263137"/>
                                <a:pt x="217667" y="259569"/>
                              </a:cubicBezTo>
                              <a:cubicBezTo>
                                <a:pt x="218856" y="260758"/>
                                <a:pt x="218856" y="264326"/>
                                <a:pt x="220045" y="265516"/>
                              </a:cubicBezTo>
                              <a:cubicBezTo>
                                <a:pt x="222424" y="267895"/>
                                <a:pt x="224803" y="265516"/>
                                <a:pt x="223614" y="269084"/>
                              </a:cubicBezTo>
                              <a:cubicBezTo>
                                <a:pt x="223614" y="272652"/>
                                <a:pt x="222424" y="277410"/>
                                <a:pt x="221235" y="276221"/>
                              </a:cubicBezTo>
                              <a:cubicBezTo>
                                <a:pt x="220045" y="275031"/>
                                <a:pt x="218856" y="276221"/>
                                <a:pt x="217667" y="275031"/>
                              </a:cubicBezTo>
                              <a:cubicBezTo>
                                <a:pt x="216477" y="273842"/>
                                <a:pt x="215288" y="273842"/>
                                <a:pt x="212909" y="273842"/>
                              </a:cubicBezTo>
                              <a:cubicBezTo>
                                <a:pt x="209341" y="273842"/>
                                <a:pt x="206962" y="278600"/>
                                <a:pt x="204583" y="275031"/>
                              </a:cubicBezTo>
                              <a:cubicBezTo>
                                <a:pt x="202204" y="271463"/>
                                <a:pt x="211720" y="271463"/>
                                <a:pt x="214098" y="270274"/>
                              </a:cubicBezTo>
                              <a:close/>
                              <a:moveTo>
                                <a:pt x="166521" y="258379"/>
                              </a:moveTo>
                              <a:cubicBezTo>
                                <a:pt x="167710" y="260758"/>
                                <a:pt x="167710" y="260758"/>
                                <a:pt x="170089" y="261948"/>
                              </a:cubicBezTo>
                              <a:cubicBezTo>
                                <a:pt x="171279" y="263137"/>
                                <a:pt x="173658" y="263137"/>
                                <a:pt x="174847" y="260758"/>
                              </a:cubicBezTo>
                              <a:cubicBezTo>
                                <a:pt x="179605" y="260758"/>
                                <a:pt x="177226" y="265516"/>
                                <a:pt x="179605" y="267895"/>
                              </a:cubicBezTo>
                              <a:cubicBezTo>
                                <a:pt x="180794" y="269084"/>
                                <a:pt x="185552" y="271463"/>
                                <a:pt x="184362" y="271463"/>
                              </a:cubicBezTo>
                              <a:cubicBezTo>
                                <a:pt x="181984" y="271463"/>
                                <a:pt x="179605" y="271463"/>
                                <a:pt x="176037" y="271463"/>
                              </a:cubicBezTo>
                              <a:cubicBezTo>
                                <a:pt x="172468" y="271463"/>
                                <a:pt x="167710" y="276221"/>
                                <a:pt x="165331" y="275031"/>
                              </a:cubicBezTo>
                              <a:cubicBezTo>
                                <a:pt x="162953" y="273842"/>
                                <a:pt x="164142" y="271463"/>
                                <a:pt x="161763" y="270274"/>
                              </a:cubicBezTo>
                              <a:cubicBezTo>
                                <a:pt x="160574" y="269084"/>
                                <a:pt x="159384" y="269084"/>
                                <a:pt x="158195" y="267895"/>
                              </a:cubicBezTo>
                              <a:cubicBezTo>
                                <a:pt x="157006" y="265516"/>
                                <a:pt x="158195" y="264326"/>
                                <a:pt x="157006" y="261948"/>
                              </a:cubicBezTo>
                              <a:cubicBezTo>
                                <a:pt x="157006" y="259569"/>
                                <a:pt x="154627" y="258379"/>
                                <a:pt x="154627" y="256000"/>
                              </a:cubicBezTo>
                              <a:cubicBezTo>
                                <a:pt x="160574" y="256000"/>
                                <a:pt x="162953" y="253621"/>
                                <a:pt x="166521" y="258379"/>
                              </a:cubicBezTo>
                              <a:close/>
                              <a:moveTo>
                                <a:pt x="153437" y="305957"/>
                              </a:moveTo>
                              <a:cubicBezTo>
                                <a:pt x="158195" y="302388"/>
                                <a:pt x="158195" y="310714"/>
                                <a:pt x="158195" y="314283"/>
                              </a:cubicBezTo>
                              <a:cubicBezTo>
                                <a:pt x="158195" y="317851"/>
                                <a:pt x="158195" y="322609"/>
                                <a:pt x="160574" y="323798"/>
                              </a:cubicBezTo>
                              <a:cubicBezTo>
                                <a:pt x="159384" y="323798"/>
                                <a:pt x="155816" y="322609"/>
                                <a:pt x="153437" y="320230"/>
                              </a:cubicBezTo>
                              <a:cubicBezTo>
                                <a:pt x="151058" y="317851"/>
                                <a:pt x="146301" y="313093"/>
                                <a:pt x="149869" y="311904"/>
                              </a:cubicBezTo>
                              <a:cubicBezTo>
                                <a:pt x="151058" y="310714"/>
                                <a:pt x="154627" y="314283"/>
                                <a:pt x="155816" y="311904"/>
                              </a:cubicBezTo>
                              <a:cubicBezTo>
                                <a:pt x="155816" y="310714"/>
                                <a:pt x="151058" y="307146"/>
                                <a:pt x="153437" y="305957"/>
                              </a:cubicBezTo>
                              <a:close/>
                              <a:moveTo>
                                <a:pt x="141543" y="50228"/>
                              </a:moveTo>
                              <a:cubicBezTo>
                                <a:pt x="143922" y="49039"/>
                                <a:pt x="142732" y="43091"/>
                                <a:pt x="142732" y="40713"/>
                              </a:cubicBezTo>
                              <a:cubicBezTo>
                                <a:pt x="143922" y="38334"/>
                                <a:pt x="148679" y="38334"/>
                                <a:pt x="151058" y="37144"/>
                              </a:cubicBezTo>
                              <a:cubicBezTo>
                                <a:pt x="153437" y="35955"/>
                                <a:pt x="148679" y="33576"/>
                                <a:pt x="146301" y="32387"/>
                              </a:cubicBezTo>
                              <a:cubicBezTo>
                                <a:pt x="143922" y="31197"/>
                                <a:pt x="152248" y="32387"/>
                                <a:pt x="154627" y="32387"/>
                              </a:cubicBezTo>
                              <a:cubicBezTo>
                                <a:pt x="157006" y="32387"/>
                                <a:pt x="159384" y="37144"/>
                                <a:pt x="158195" y="39523"/>
                              </a:cubicBezTo>
                              <a:cubicBezTo>
                                <a:pt x="158195" y="41902"/>
                                <a:pt x="152248" y="45470"/>
                                <a:pt x="151058" y="47849"/>
                              </a:cubicBezTo>
                              <a:cubicBezTo>
                                <a:pt x="148679" y="50228"/>
                                <a:pt x="159384" y="51417"/>
                                <a:pt x="160574" y="52607"/>
                              </a:cubicBezTo>
                              <a:cubicBezTo>
                                <a:pt x="161763" y="52607"/>
                                <a:pt x="159384" y="54986"/>
                                <a:pt x="158195" y="54986"/>
                              </a:cubicBezTo>
                              <a:cubicBezTo>
                                <a:pt x="157006" y="56175"/>
                                <a:pt x="152248" y="57365"/>
                                <a:pt x="149869" y="57365"/>
                              </a:cubicBezTo>
                              <a:cubicBezTo>
                                <a:pt x="147490" y="58554"/>
                                <a:pt x="148679" y="60933"/>
                                <a:pt x="148679" y="60933"/>
                              </a:cubicBezTo>
                              <a:cubicBezTo>
                                <a:pt x="151058" y="64501"/>
                                <a:pt x="145111" y="62123"/>
                                <a:pt x="142732" y="62123"/>
                              </a:cubicBezTo>
                              <a:cubicBezTo>
                                <a:pt x="140354" y="62123"/>
                                <a:pt x="140354" y="56175"/>
                                <a:pt x="139164" y="56175"/>
                              </a:cubicBezTo>
                              <a:cubicBezTo>
                                <a:pt x="137975" y="54986"/>
                                <a:pt x="132027" y="56175"/>
                                <a:pt x="132027" y="54986"/>
                              </a:cubicBezTo>
                              <a:cubicBezTo>
                                <a:pt x="130838" y="52607"/>
                                <a:pt x="139164" y="51417"/>
                                <a:pt x="141543" y="50228"/>
                              </a:cubicBezTo>
                              <a:close/>
                              <a:moveTo>
                                <a:pt x="92776" y="359481"/>
                              </a:moveTo>
                              <a:cubicBezTo>
                                <a:pt x="93965" y="359481"/>
                                <a:pt x="96344" y="360671"/>
                                <a:pt x="97534" y="360671"/>
                              </a:cubicBezTo>
                              <a:cubicBezTo>
                                <a:pt x="98723" y="360671"/>
                                <a:pt x="99912" y="359481"/>
                                <a:pt x="102291" y="359481"/>
                              </a:cubicBezTo>
                              <a:cubicBezTo>
                                <a:pt x="103481" y="359481"/>
                                <a:pt x="105860" y="360671"/>
                                <a:pt x="107049" y="361860"/>
                              </a:cubicBezTo>
                              <a:cubicBezTo>
                                <a:pt x="109428" y="363050"/>
                                <a:pt x="114186" y="366618"/>
                                <a:pt x="115375" y="363050"/>
                              </a:cubicBezTo>
                              <a:cubicBezTo>
                                <a:pt x="115375" y="361860"/>
                                <a:pt x="115375" y="360671"/>
                                <a:pt x="116565" y="359481"/>
                              </a:cubicBezTo>
                              <a:cubicBezTo>
                                <a:pt x="116565" y="359481"/>
                                <a:pt x="118944" y="358292"/>
                                <a:pt x="118944" y="358292"/>
                              </a:cubicBezTo>
                              <a:cubicBezTo>
                                <a:pt x="120133" y="359481"/>
                                <a:pt x="120133" y="360671"/>
                                <a:pt x="120133" y="363050"/>
                              </a:cubicBezTo>
                              <a:cubicBezTo>
                                <a:pt x="120133" y="365428"/>
                                <a:pt x="121323" y="367807"/>
                                <a:pt x="120133" y="368997"/>
                              </a:cubicBezTo>
                              <a:cubicBezTo>
                                <a:pt x="117754" y="371376"/>
                                <a:pt x="114186" y="365428"/>
                                <a:pt x="111807" y="367807"/>
                              </a:cubicBezTo>
                              <a:cubicBezTo>
                                <a:pt x="109428" y="368997"/>
                                <a:pt x="109428" y="374944"/>
                                <a:pt x="107049" y="376133"/>
                              </a:cubicBezTo>
                              <a:cubicBezTo>
                                <a:pt x="104671" y="376133"/>
                                <a:pt x="104671" y="370186"/>
                                <a:pt x="103481" y="367807"/>
                              </a:cubicBezTo>
                              <a:cubicBezTo>
                                <a:pt x="102291" y="365428"/>
                                <a:pt x="102291" y="365428"/>
                                <a:pt x="99912" y="365428"/>
                              </a:cubicBezTo>
                              <a:cubicBezTo>
                                <a:pt x="97534" y="365428"/>
                                <a:pt x="96344" y="364239"/>
                                <a:pt x="95155" y="363050"/>
                              </a:cubicBezTo>
                              <a:cubicBezTo>
                                <a:pt x="92776" y="361860"/>
                                <a:pt x="90397" y="360671"/>
                                <a:pt x="92776" y="359481"/>
                              </a:cubicBezTo>
                              <a:close/>
                              <a:moveTo>
                                <a:pt x="120133" y="384459"/>
                              </a:moveTo>
                              <a:cubicBezTo>
                                <a:pt x="120133" y="385649"/>
                                <a:pt x="120133" y="385649"/>
                                <a:pt x="118944" y="386838"/>
                              </a:cubicBezTo>
                              <a:cubicBezTo>
                                <a:pt x="118944" y="386838"/>
                                <a:pt x="117754" y="388028"/>
                                <a:pt x="117754" y="388028"/>
                              </a:cubicBezTo>
                              <a:cubicBezTo>
                                <a:pt x="116565" y="389217"/>
                                <a:pt x="116565" y="389217"/>
                                <a:pt x="114186" y="390406"/>
                              </a:cubicBezTo>
                              <a:cubicBezTo>
                                <a:pt x="112996" y="391596"/>
                                <a:pt x="110618" y="392785"/>
                                <a:pt x="111807" y="395164"/>
                              </a:cubicBezTo>
                              <a:cubicBezTo>
                                <a:pt x="112996" y="396354"/>
                                <a:pt x="116565" y="390406"/>
                                <a:pt x="117754" y="392785"/>
                              </a:cubicBezTo>
                              <a:cubicBezTo>
                                <a:pt x="120133" y="395164"/>
                                <a:pt x="115375" y="398733"/>
                                <a:pt x="111807" y="398733"/>
                              </a:cubicBezTo>
                              <a:cubicBezTo>
                                <a:pt x="108239" y="398733"/>
                                <a:pt x="105860" y="395164"/>
                                <a:pt x="104671" y="393975"/>
                              </a:cubicBezTo>
                              <a:cubicBezTo>
                                <a:pt x="103481" y="392785"/>
                                <a:pt x="102291" y="391596"/>
                                <a:pt x="101102" y="391596"/>
                              </a:cubicBezTo>
                              <a:cubicBezTo>
                                <a:pt x="98723" y="391596"/>
                                <a:pt x="99912" y="393975"/>
                                <a:pt x="99912" y="395164"/>
                              </a:cubicBezTo>
                              <a:cubicBezTo>
                                <a:pt x="99912" y="396354"/>
                                <a:pt x="99912" y="398733"/>
                                <a:pt x="97534" y="398733"/>
                              </a:cubicBezTo>
                              <a:cubicBezTo>
                                <a:pt x="96344" y="398733"/>
                                <a:pt x="93965" y="396354"/>
                                <a:pt x="93965" y="395164"/>
                              </a:cubicBezTo>
                              <a:cubicBezTo>
                                <a:pt x="93965" y="393975"/>
                                <a:pt x="95155" y="391596"/>
                                <a:pt x="96344" y="390406"/>
                              </a:cubicBezTo>
                              <a:cubicBezTo>
                                <a:pt x="97534" y="389217"/>
                                <a:pt x="97534" y="388028"/>
                                <a:pt x="97534" y="385649"/>
                              </a:cubicBezTo>
                              <a:cubicBezTo>
                                <a:pt x="98723" y="382080"/>
                                <a:pt x="98723" y="376133"/>
                                <a:pt x="101102" y="377323"/>
                              </a:cubicBezTo>
                              <a:cubicBezTo>
                                <a:pt x="103481" y="378512"/>
                                <a:pt x="101102" y="383270"/>
                                <a:pt x="102291" y="385649"/>
                              </a:cubicBezTo>
                              <a:cubicBezTo>
                                <a:pt x="103481" y="388028"/>
                                <a:pt x="107049" y="388028"/>
                                <a:pt x="109428" y="386838"/>
                              </a:cubicBezTo>
                              <a:cubicBezTo>
                                <a:pt x="111807" y="385649"/>
                                <a:pt x="112996" y="384459"/>
                                <a:pt x="114186" y="382080"/>
                              </a:cubicBezTo>
                              <a:cubicBezTo>
                                <a:pt x="115375" y="380891"/>
                                <a:pt x="116565" y="380891"/>
                                <a:pt x="117754" y="380891"/>
                              </a:cubicBezTo>
                              <a:cubicBezTo>
                                <a:pt x="118944" y="379702"/>
                                <a:pt x="118944" y="378512"/>
                                <a:pt x="120133" y="378512"/>
                              </a:cubicBezTo>
                              <a:cubicBezTo>
                                <a:pt x="123701" y="378512"/>
                                <a:pt x="121323" y="383270"/>
                                <a:pt x="120133" y="384459"/>
                              </a:cubicBezTo>
                              <a:close/>
                              <a:moveTo>
                                <a:pt x="130838" y="333314"/>
                              </a:moveTo>
                              <a:cubicBezTo>
                                <a:pt x="130838" y="333314"/>
                                <a:pt x="127270" y="332124"/>
                                <a:pt x="126080" y="332124"/>
                              </a:cubicBezTo>
                              <a:cubicBezTo>
                                <a:pt x="123701" y="330935"/>
                                <a:pt x="121323" y="324988"/>
                                <a:pt x="122512" y="322609"/>
                              </a:cubicBezTo>
                              <a:cubicBezTo>
                                <a:pt x="123701" y="320230"/>
                                <a:pt x="124891" y="320230"/>
                                <a:pt x="124891" y="317851"/>
                              </a:cubicBezTo>
                              <a:cubicBezTo>
                                <a:pt x="124891" y="315472"/>
                                <a:pt x="122512" y="311904"/>
                                <a:pt x="124891" y="311904"/>
                              </a:cubicBezTo>
                              <a:cubicBezTo>
                                <a:pt x="127270" y="311904"/>
                                <a:pt x="127270" y="315472"/>
                                <a:pt x="127270" y="317851"/>
                              </a:cubicBezTo>
                              <a:cubicBezTo>
                                <a:pt x="127270" y="319040"/>
                                <a:pt x="127270" y="320230"/>
                                <a:pt x="128459" y="321419"/>
                              </a:cubicBezTo>
                              <a:cubicBezTo>
                                <a:pt x="128459" y="322609"/>
                                <a:pt x="129648" y="322609"/>
                                <a:pt x="130838" y="323798"/>
                              </a:cubicBezTo>
                              <a:cubicBezTo>
                                <a:pt x="132027" y="326177"/>
                                <a:pt x="128459" y="327367"/>
                                <a:pt x="129648" y="329745"/>
                              </a:cubicBezTo>
                              <a:cubicBezTo>
                                <a:pt x="128459" y="329745"/>
                                <a:pt x="130838" y="332124"/>
                                <a:pt x="130838" y="333314"/>
                              </a:cubicBezTo>
                              <a:close/>
                              <a:moveTo>
                                <a:pt x="126080" y="301199"/>
                              </a:moveTo>
                              <a:cubicBezTo>
                                <a:pt x="128459" y="300010"/>
                                <a:pt x="129648" y="305957"/>
                                <a:pt x="133217" y="307146"/>
                              </a:cubicBezTo>
                              <a:cubicBezTo>
                                <a:pt x="135596" y="308336"/>
                                <a:pt x="139164" y="308336"/>
                                <a:pt x="141543" y="310714"/>
                              </a:cubicBezTo>
                              <a:cubicBezTo>
                                <a:pt x="142732" y="311904"/>
                                <a:pt x="142732" y="314283"/>
                                <a:pt x="142732" y="314283"/>
                              </a:cubicBezTo>
                              <a:cubicBezTo>
                                <a:pt x="141543" y="314283"/>
                                <a:pt x="141543" y="315472"/>
                                <a:pt x="140354" y="315472"/>
                              </a:cubicBezTo>
                              <a:cubicBezTo>
                                <a:pt x="133217" y="309525"/>
                                <a:pt x="117754" y="304767"/>
                                <a:pt x="126080" y="301199"/>
                              </a:cubicBezTo>
                              <a:close/>
                              <a:moveTo>
                                <a:pt x="133217" y="314283"/>
                              </a:moveTo>
                              <a:cubicBezTo>
                                <a:pt x="136785" y="314283"/>
                                <a:pt x="136785" y="317851"/>
                                <a:pt x="139164" y="319040"/>
                              </a:cubicBezTo>
                              <a:cubicBezTo>
                                <a:pt x="141543" y="320230"/>
                                <a:pt x="143922" y="322609"/>
                                <a:pt x="145111" y="323798"/>
                              </a:cubicBezTo>
                              <a:cubicBezTo>
                                <a:pt x="147490" y="326177"/>
                                <a:pt x="151058" y="329745"/>
                                <a:pt x="154627" y="332124"/>
                              </a:cubicBezTo>
                              <a:cubicBezTo>
                                <a:pt x="155816" y="332124"/>
                                <a:pt x="157006" y="333314"/>
                                <a:pt x="158195" y="333314"/>
                              </a:cubicBezTo>
                              <a:cubicBezTo>
                                <a:pt x="159384" y="333314"/>
                                <a:pt x="159384" y="332124"/>
                                <a:pt x="160574" y="332124"/>
                              </a:cubicBezTo>
                              <a:cubicBezTo>
                                <a:pt x="162953" y="332124"/>
                                <a:pt x="165331" y="332124"/>
                                <a:pt x="167710" y="334503"/>
                              </a:cubicBezTo>
                              <a:cubicBezTo>
                                <a:pt x="171279" y="336882"/>
                                <a:pt x="164142" y="336882"/>
                                <a:pt x="162953" y="340450"/>
                              </a:cubicBezTo>
                              <a:cubicBezTo>
                                <a:pt x="161763" y="341640"/>
                                <a:pt x="164142" y="342829"/>
                                <a:pt x="162953" y="344019"/>
                              </a:cubicBezTo>
                              <a:cubicBezTo>
                                <a:pt x="161763" y="345208"/>
                                <a:pt x="159384" y="344019"/>
                                <a:pt x="154627" y="338071"/>
                              </a:cubicBezTo>
                              <a:cubicBezTo>
                                <a:pt x="153437" y="336882"/>
                                <a:pt x="149869" y="335693"/>
                                <a:pt x="148679" y="338071"/>
                              </a:cubicBezTo>
                              <a:cubicBezTo>
                                <a:pt x="147490" y="339261"/>
                                <a:pt x="148679" y="342829"/>
                                <a:pt x="147490" y="345208"/>
                              </a:cubicBezTo>
                              <a:cubicBezTo>
                                <a:pt x="145111" y="349966"/>
                                <a:pt x="142732" y="341640"/>
                                <a:pt x="141543" y="339261"/>
                              </a:cubicBezTo>
                              <a:cubicBezTo>
                                <a:pt x="140354" y="334503"/>
                                <a:pt x="142732" y="330935"/>
                                <a:pt x="139164" y="327367"/>
                              </a:cubicBezTo>
                              <a:cubicBezTo>
                                <a:pt x="136785" y="322609"/>
                                <a:pt x="130838" y="314283"/>
                                <a:pt x="133217" y="314283"/>
                              </a:cubicBezTo>
                              <a:close/>
                              <a:moveTo>
                                <a:pt x="146301" y="402301"/>
                              </a:moveTo>
                              <a:cubicBezTo>
                                <a:pt x="143922" y="404680"/>
                                <a:pt x="149869" y="407059"/>
                                <a:pt x="147490" y="409438"/>
                              </a:cubicBezTo>
                              <a:cubicBezTo>
                                <a:pt x="140354" y="416574"/>
                                <a:pt x="135596" y="391596"/>
                                <a:pt x="135596" y="383270"/>
                              </a:cubicBezTo>
                              <a:cubicBezTo>
                                <a:pt x="135596" y="382080"/>
                                <a:pt x="135596" y="380891"/>
                                <a:pt x="135596" y="379702"/>
                              </a:cubicBezTo>
                              <a:cubicBezTo>
                                <a:pt x="135596" y="377323"/>
                                <a:pt x="136785" y="378512"/>
                                <a:pt x="137975" y="376133"/>
                              </a:cubicBezTo>
                              <a:cubicBezTo>
                                <a:pt x="139164" y="373754"/>
                                <a:pt x="137975" y="371376"/>
                                <a:pt x="139164" y="368997"/>
                              </a:cubicBezTo>
                              <a:cubicBezTo>
                                <a:pt x="140354" y="365428"/>
                                <a:pt x="143922" y="360671"/>
                                <a:pt x="146301" y="357102"/>
                              </a:cubicBezTo>
                              <a:cubicBezTo>
                                <a:pt x="146301" y="355913"/>
                                <a:pt x="148679" y="354723"/>
                                <a:pt x="149869" y="354723"/>
                              </a:cubicBezTo>
                              <a:cubicBezTo>
                                <a:pt x="151058" y="355913"/>
                                <a:pt x="148679" y="357102"/>
                                <a:pt x="148679" y="357102"/>
                              </a:cubicBezTo>
                              <a:cubicBezTo>
                                <a:pt x="148679" y="359481"/>
                                <a:pt x="151058" y="359481"/>
                                <a:pt x="148679" y="361860"/>
                              </a:cubicBezTo>
                              <a:cubicBezTo>
                                <a:pt x="147490" y="363050"/>
                                <a:pt x="145111" y="364239"/>
                                <a:pt x="143922" y="366618"/>
                              </a:cubicBezTo>
                              <a:cubicBezTo>
                                <a:pt x="142732" y="368997"/>
                                <a:pt x="141543" y="371376"/>
                                <a:pt x="143922" y="373754"/>
                              </a:cubicBezTo>
                              <a:cubicBezTo>
                                <a:pt x="145111" y="374944"/>
                                <a:pt x="146301" y="372565"/>
                                <a:pt x="147490" y="373754"/>
                              </a:cubicBezTo>
                              <a:cubicBezTo>
                                <a:pt x="151058" y="376133"/>
                                <a:pt x="151058" y="383270"/>
                                <a:pt x="148679" y="386838"/>
                              </a:cubicBezTo>
                              <a:cubicBezTo>
                                <a:pt x="146301" y="389217"/>
                                <a:pt x="141543" y="388028"/>
                                <a:pt x="143922" y="391596"/>
                              </a:cubicBezTo>
                              <a:cubicBezTo>
                                <a:pt x="145111" y="393975"/>
                                <a:pt x="147490" y="397543"/>
                                <a:pt x="148679" y="397543"/>
                              </a:cubicBezTo>
                              <a:cubicBezTo>
                                <a:pt x="151058" y="398733"/>
                                <a:pt x="155816" y="396354"/>
                                <a:pt x="155816" y="399922"/>
                              </a:cubicBezTo>
                              <a:cubicBezTo>
                                <a:pt x="154627" y="403490"/>
                                <a:pt x="147490" y="399922"/>
                                <a:pt x="146301" y="402301"/>
                              </a:cubicBezTo>
                              <a:close/>
                              <a:moveTo>
                                <a:pt x="154627" y="379702"/>
                              </a:moveTo>
                              <a:cubicBezTo>
                                <a:pt x="153437" y="380891"/>
                                <a:pt x="157006" y="385649"/>
                                <a:pt x="154627" y="386838"/>
                              </a:cubicBezTo>
                              <a:cubicBezTo>
                                <a:pt x="154627" y="386838"/>
                                <a:pt x="153437" y="386838"/>
                                <a:pt x="153437" y="386838"/>
                              </a:cubicBezTo>
                              <a:cubicBezTo>
                                <a:pt x="149869" y="384459"/>
                                <a:pt x="147490" y="379702"/>
                                <a:pt x="151058" y="376133"/>
                              </a:cubicBezTo>
                              <a:cubicBezTo>
                                <a:pt x="152248" y="373754"/>
                                <a:pt x="154627" y="374944"/>
                                <a:pt x="157006" y="376133"/>
                              </a:cubicBezTo>
                              <a:cubicBezTo>
                                <a:pt x="159384" y="377323"/>
                                <a:pt x="162953" y="380891"/>
                                <a:pt x="162953" y="380891"/>
                              </a:cubicBezTo>
                              <a:cubicBezTo>
                                <a:pt x="161763" y="385649"/>
                                <a:pt x="158195" y="377323"/>
                                <a:pt x="154627" y="379702"/>
                              </a:cubicBezTo>
                              <a:close/>
                              <a:moveTo>
                                <a:pt x="164142" y="367807"/>
                              </a:moveTo>
                              <a:cubicBezTo>
                                <a:pt x="165331" y="367807"/>
                                <a:pt x="167710" y="371376"/>
                                <a:pt x="168900" y="373754"/>
                              </a:cubicBezTo>
                              <a:cubicBezTo>
                                <a:pt x="170089" y="376133"/>
                                <a:pt x="168900" y="378512"/>
                                <a:pt x="168900" y="378512"/>
                              </a:cubicBezTo>
                              <a:cubicBezTo>
                                <a:pt x="166521" y="373754"/>
                                <a:pt x="159384" y="367807"/>
                                <a:pt x="164142" y="367807"/>
                              </a:cubicBezTo>
                              <a:close/>
                              <a:moveTo>
                                <a:pt x="171279" y="401112"/>
                              </a:moveTo>
                              <a:cubicBezTo>
                                <a:pt x="171279" y="401112"/>
                                <a:pt x="167710" y="403490"/>
                                <a:pt x="167710" y="402301"/>
                              </a:cubicBezTo>
                              <a:cubicBezTo>
                                <a:pt x="166521" y="401112"/>
                                <a:pt x="168900" y="395164"/>
                                <a:pt x="170089" y="395164"/>
                              </a:cubicBezTo>
                              <a:cubicBezTo>
                                <a:pt x="172468" y="395164"/>
                                <a:pt x="172468" y="399922"/>
                                <a:pt x="171279" y="401112"/>
                              </a:cubicBezTo>
                              <a:close/>
                              <a:moveTo>
                                <a:pt x="174847" y="370186"/>
                              </a:moveTo>
                              <a:cubicBezTo>
                                <a:pt x="173658" y="371376"/>
                                <a:pt x="166521" y="363050"/>
                                <a:pt x="171279" y="361860"/>
                              </a:cubicBezTo>
                              <a:cubicBezTo>
                                <a:pt x="173658" y="360671"/>
                                <a:pt x="176037" y="363050"/>
                                <a:pt x="177226" y="365428"/>
                              </a:cubicBezTo>
                              <a:cubicBezTo>
                                <a:pt x="176037" y="366618"/>
                                <a:pt x="176037" y="368997"/>
                                <a:pt x="174847" y="370186"/>
                              </a:cubicBezTo>
                              <a:close/>
                              <a:moveTo>
                                <a:pt x="178415" y="327367"/>
                              </a:moveTo>
                              <a:cubicBezTo>
                                <a:pt x="174847" y="323798"/>
                                <a:pt x="171279" y="321419"/>
                                <a:pt x="171279" y="315472"/>
                              </a:cubicBezTo>
                              <a:cubicBezTo>
                                <a:pt x="171279" y="311904"/>
                                <a:pt x="171279" y="310714"/>
                                <a:pt x="170089" y="307146"/>
                              </a:cubicBezTo>
                              <a:cubicBezTo>
                                <a:pt x="168900" y="304767"/>
                                <a:pt x="165331" y="300010"/>
                                <a:pt x="167710" y="298820"/>
                              </a:cubicBezTo>
                              <a:cubicBezTo>
                                <a:pt x="171279" y="297631"/>
                                <a:pt x="176037" y="308336"/>
                                <a:pt x="176037" y="311904"/>
                              </a:cubicBezTo>
                              <a:cubicBezTo>
                                <a:pt x="176037" y="315472"/>
                                <a:pt x="172468" y="316662"/>
                                <a:pt x="176037" y="319040"/>
                              </a:cubicBezTo>
                              <a:cubicBezTo>
                                <a:pt x="178415" y="321419"/>
                                <a:pt x="179605" y="320230"/>
                                <a:pt x="181984" y="319040"/>
                              </a:cubicBezTo>
                              <a:cubicBezTo>
                                <a:pt x="183173" y="317851"/>
                                <a:pt x="184362" y="320230"/>
                                <a:pt x="185552" y="321419"/>
                              </a:cubicBezTo>
                              <a:cubicBezTo>
                                <a:pt x="186741" y="321419"/>
                                <a:pt x="189120" y="322609"/>
                                <a:pt x="190310" y="321419"/>
                              </a:cubicBezTo>
                              <a:cubicBezTo>
                                <a:pt x="193878" y="317851"/>
                                <a:pt x="178415" y="308336"/>
                                <a:pt x="183173" y="305957"/>
                              </a:cubicBezTo>
                              <a:cubicBezTo>
                                <a:pt x="184362" y="305957"/>
                                <a:pt x="184362" y="307146"/>
                                <a:pt x="185552" y="307146"/>
                              </a:cubicBezTo>
                              <a:cubicBezTo>
                                <a:pt x="186741" y="308336"/>
                                <a:pt x="187931" y="311904"/>
                                <a:pt x="190310" y="313093"/>
                              </a:cubicBezTo>
                              <a:cubicBezTo>
                                <a:pt x="192689" y="314283"/>
                                <a:pt x="196257" y="314283"/>
                                <a:pt x="196257" y="316662"/>
                              </a:cubicBezTo>
                              <a:cubicBezTo>
                                <a:pt x="196257" y="319040"/>
                                <a:pt x="193878" y="320230"/>
                                <a:pt x="192689" y="323798"/>
                              </a:cubicBezTo>
                              <a:cubicBezTo>
                                <a:pt x="192689" y="326177"/>
                                <a:pt x="192689" y="330935"/>
                                <a:pt x="190310" y="329745"/>
                              </a:cubicBezTo>
                              <a:cubicBezTo>
                                <a:pt x="187931" y="329745"/>
                                <a:pt x="185552" y="327367"/>
                                <a:pt x="185552" y="330935"/>
                              </a:cubicBezTo>
                              <a:cubicBezTo>
                                <a:pt x="185552" y="333314"/>
                                <a:pt x="187931" y="334503"/>
                                <a:pt x="190310" y="335693"/>
                              </a:cubicBezTo>
                              <a:cubicBezTo>
                                <a:pt x="193878" y="338071"/>
                                <a:pt x="197446" y="345208"/>
                                <a:pt x="202204" y="341640"/>
                              </a:cubicBezTo>
                              <a:cubicBezTo>
                                <a:pt x="204583" y="339261"/>
                                <a:pt x="199825" y="336882"/>
                                <a:pt x="199825" y="333314"/>
                              </a:cubicBezTo>
                              <a:cubicBezTo>
                                <a:pt x="199825" y="332124"/>
                                <a:pt x="202204" y="328556"/>
                                <a:pt x="203393" y="327367"/>
                              </a:cubicBezTo>
                              <a:cubicBezTo>
                                <a:pt x="205772" y="324988"/>
                                <a:pt x="205772" y="332124"/>
                                <a:pt x="205772" y="334503"/>
                              </a:cubicBezTo>
                              <a:cubicBezTo>
                                <a:pt x="205772" y="335693"/>
                                <a:pt x="208151" y="339261"/>
                                <a:pt x="206962" y="339261"/>
                              </a:cubicBezTo>
                              <a:cubicBezTo>
                                <a:pt x="205772" y="340450"/>
                                <a:pt x="204583" y="340450"/>
                                <a:pt x="203393" y="341640"/>
                              </a:cubicBezTo>
                              <a:cubicBezTo>
                                <a:pt x="202204" y="342829"/>
                                <a:pt x="202204" y="344019"/>
                                <a:pt x="198636" y="344019"/>
                              </a:cubicBezTo>
                              <a:cubicBezTo>
                                <a:pt x="193878" y="344019"/>
                                <a:pt x="190310" y="341640"/>
                                <a:pt x="185552" y="339261"/>
                              </a:cubicBezTo>
                              <a:cubicBezTo>
                                <a:pt x="184362" y="334503"/>
                                <a:pt x="181984" y="330935"/>
                                <a:pt x="178415" y="327367"/>
                              </a:cubicBezTo>
                              <a:close/>
                              <a:moveTo>
                                <a:pt x="233129" y="374944"/>
                              </a:moveTo>
                              <a:cubicBezTo>
                                <a:pt x="231940" y="376133"/>
                                <a:pt x="228372" y="377323"/>
                                <a:pt x="227182" y="377323"/>
                              </a:cubicBezTo>
                              <a:cubicBezTo>
                                <a:pt x="225993" y="376133"/>
                                <a:pt x="225993" y="374944"/>
                                <a:pt x="223614" y="373754"/>
                              </a:cubicBezTo>
                              <a:cubicBezTo>
                                <a:pt x="222424" y="372565"/>
                                <a:pt x="223614" y="370186"/>
                                <a:pt x="224803" y="368997"/>
                              </a:cubicBezTo>
                              <a:cubicBezTo>
                                <a:pt x="225993" y="367807"/>
                                <a:pt x="224803" y="367807"/>
                                <a:pt x="227182" y="367807"/>
                              </a:cubicBezTo>
                              <a:cubicBezTo>
                                <a:pt x="228372" y="367807"/>
                                <a:pt x="229561" y="366618"/>
                                <a:pt x="229561" y="366618"/>
                              </a:cubicBezTo>
                              <a:cubicBezTo>
                                <a:pt x="230750" y="366618"/>
                                <a:pt x="230750" y="366618"/>
                                <a:pt x="231940" y="367807"/>
                              </a:cubicBezTo>
                              <a:cubicBezTo>
                                <a:pt x="231940" y="368997"/>
                                <a:pt x="233129" y="370186"/>
                                <a:pt x="233129" y="370186"/>
                              </a:cubicBezTo>
                              <a:cubicBezTo>
                                <a:pt x="233129" y="370186"/>
                                <a:pt x="231940" y="371376"/>
                                <a:pt x="231940" y="371376"/>
                              </a:cubicBezTo>
                              <a:cubicBezTo>
                                <a:pt x="231940" y="372565"/>
                                <a:pt x="231940" y="372565"/>
                                <a:pt x="231940" y="372565"/>
                              </a:cubicBezTo>
                              <a:cubicBezTo>
                                <a:pt x="233129" y="373754"/>
                                <a:pt x="234319" y="373754"/>
                                <a:pt x="233129" y="374944"/>
                              </a:cubicBezTo>
                              <a:close/>
                              <a:moveTo>
                                <a:pt x="233129" y="359481"/>
                              </a:moveTo>
                              <a:cubicBezTo>
                                <a:pt x="231940" y="361860"/>
                                <a:pt x="225993" y="355913"/>
                                <a:pt x="224803" y="358292"/>
                              </a:cubicBezTo>
                              <a:cubicBezTo>
                                <a:pt x="222424" y="360671"/>
                                <a:pt x="214098" y="358292"/>
                                <a:pt x="211720" y="360671"/>
                              </a:cubicBezTo>
                              <a:cubicBezTo>
                                <a:pt x="210530" y="361860"/>
                                <a:pt x="212909" y="365428"/>
                                <a:pt x="214098" y="367807"/>
                              </a:cubicBezTo>
                              <a:cubicBezTo>
                                <a:pt x="215288" y="370186"/>
                                <a:pt x="215288" y="372565"/>
                                <a:pt x="216477" y="374944"/>
                              </a:cubicBezTo>
                              <a:cubicBezTo>
                                <a:pt x="217667" y="377323"/>
                                <a:pt x="218856" y="378512"/>
                                <a:pt x="221235" y="379702"/>
                              </a:cubicBezTo>
                              <a:cubicBezTo>
                                <a:pt x="223614" y="380891"/>
                                <a:pt x="225993" y="380891"/>
                                <a:pt x="223614" y="384459"/>
                              </a:cubicBezTo>
                              <a:cubicBezTo>
                                <a:pt x="222424" y="386838"/>
                                <a:pt x="218856" y="388028"/>
                                <a:pt x="216477" y="386838"/>
                              </a:cubicBezTo>
                              <a:cubicBezTo>
                                <a:pt x="215288" y="386838"/>
                                <a:pt x="215288" y="384459"/>
                                <a:pt x="212909" y="384459"/>
                              </a:cubicBezTo>
                              <a:cubicBezTo>
                                <a:pt x="212909" y="384459"/>
                                <a:pt x="210530" y="385649"/>
                                <a:pt x="209341" y="385649"/>
                              </a:cubicBezTo>
                              <a:cubicBezTo>
                                <a:pt x="206962" y="386838"/>
                                <a:pt x="204583" y="386838"/>
                                <a:pt x="205772" y="390406"/>
                              </a:cubicBezTo>
                              <a:cubicBezTo>
                                <a:pt x="205772" y="393975"/>
                                <a:pt x="209341" y="393975"/>
                                <a:pt x="210530" y="395164"/>
                              </a:cubicBezTo>
                              <a:cubicBezTo>
                                <a:pt x="212909" y="396354"/>
                                <a:pt x="212909" y="398733"/>
                                <a:pt x="211720" y="401112"/>
                              </a:cubicBezTo>
                              <a:cubicBezTo>
                                <a:pt x="210530" y="402301"/>
                                <a:pt x="209341" y="405869"/>
                                <a:pt x="208151" y="407059"/>
                              </a:cubicBezTo>
                              <a:cubicBezTo>
                                <a:pt x="205772" y="408248"/>
                                <a:pt x="202204" y="407059"/>
                                <a:pt x="199825" y="407059"/>
                              </a:cubicBezTo>
                              <a:cubicBezTo>
                                <a:pt x="197446" y="408248"/>
                                <a:pt x="195067" y="411816"/>
                                <a:pt x="193878" y="409438"/>
                              </a:cubicBezTo>
                              <a:cubicBezTo>
                                <a:pt x="189120" y="404680"/>
                                <a:pt x="208151" y="401112"/>
                                <a:pt x="202204" y="397543"/>
                              </a:cubicBezTo>
                              <a:cubicBezTo>
                                <a:pt x="196257" y="395164"/>
                                <a:pt x="190310" y="404680"/>
                                <a:pt x="185552" y="399922"/>
                              </a:cubicBezTo>
                              <a:cubicBezTo>
                                <a:pt x="181984" y="396354"/>
                                <a:pt x="192689" y="395164"/>
                                <a:pt x="193878" y="392785"/>
                              </a:cubicBezTo>
                              <a:cubicBezTo>
                                <a:pt x="193878" y="389217"/>
                                <a:pt x="181984" y="389217"/>
                                <a:pt x="185552" y="385649"/>
                              </a:cubicBezTo>
                              <a:cubicBezTo>
                                <a:pt x="189120" y="383270"/>
                                <a:pt x="187931" y="377323"/>
                                <a:pt x="191499" y="377323"/>
                              </a:cubicBezTo>
                              <a:cubicBezTo>
                                <a:pt x="193878" y="377323"/>
                                <a:pt x="195067" y="385649"/>
                                <a:pt x="196257" y="386838"/>
                              </a:cubicBezTo>
                              <a:cubicBezTo>
                                <a:pt x="199825" y="388028"/>
                                <a:pt x="199825" y="378512"/>
                                <a:pt x="203393" y="374944"/>
                              </a:cubicBezTo>
                              <a:cubicBezTo>
                                <a:pt x="204583" y="373754"/>
                                <a:pt x="206962" y="373754"/>
                                <a:pt x="205772" y="370186"/>
                              </a:cubicBezTo>
                              <a:cubicBezTo>
                                <a:pt x="205772" y="367807"/>
                                <a:pt x="203393" y="367807"/>
                                <a:pt x="201014" y="366618"/>
                              </a:cubicBezTo>
                              <a:cubicBezTo>
                                <a:pt x="198636" y="365428"/>
                                <a:pt x="197446" y="364239"/>
                                <a:pt x="195067" y="363050"/>
                              </a:cubicBezTo>
                              <a:cubicBezTo>
                                <a:pt x="193878" y="361860"/>
                                <a:pt x="190310" y="361860"/>
                                <a:pt x="189120" y="359481"/>
                              </a:cubicBezTo>
                              <a:cubicBezTo>
                                <a:pt x="186741" y="357102"/>
                                <a:pt x="184362" y="346397"/>
                                <a:pt x="186741" y="344019"/>
                              </a:cubicBezTo>
                              <a:cubicBezTo>
                                <a:pt x="190310" y="340450"/>
                                <a:pt x="190310" y="349966"/>
                                <a:pt x="192689" y="352345"/>
                              </a:cubicBezTo>
                              <a:cubicBezTo>
                                <a:pt x="195067" y="354723"/>
                                <a:pt x="197446" y="354723"/>
                                <a:pt x="201014" y="351155"/>
                              </a:cubicBezTo>
                              <a:cubicBezTo>
                                <a:pt x="202204" y="349966"/>
                                <a:pt x="203393" y="349966"/>
                                <a:pt x="204583" y="351155"/>
                              </a:cubicBezTo>
                              <a:cubicBezTo>
                                <a:pt x="206962" y="354723"/>
                                <a:pt x="204583" y="358292"/>
                                <a:pt x="209341" y="358292"/>
                              </a:cubicBezTo>
                              <a:cubicBezTo>
                                <a:pt x="212909" y="358292"/>
                                <a:pt x="216477" y="358292"/>
                                <a:pt x="218856" y="357102"/>
                              </a:cubicBezTo>
                              <a:cubicBezTo>
                                <a:pt x="220045" y="355913"/>
                                <a:pt x="220045" y="352345"/>
                                <a:pt x="218856" y="349966"/>
                              </a:cubicBezTo>
                              <a:cubicBezTo>
                                <a:pt x="218856" y="347587"/>
                                <a:pt x="216477" y="344019"/>
                                <a:pt x="217667" y="342829"/>
                              </a:cubicBezTo>
                              <a:cubicBezTo>
                                <a:pt x="220045" y="341640"/>
                                <a:pt x="222424" y="346397"/>
                                <a:pt x="223614" y="344019"/>
                              </a:cubicBezTo>
                              <a:cubicBezTo>
                                <a:pt x="224803" y="342829"/>
                                <a:pt x="222424" y="340450"/>
                                <a:pt x="223614" y="339261"/>
                              </a:cubicBezTo>
                              <a:cubicBezTo>
                                <a:pt x="224803" y="338071"/>
                                <a:pt x="227182" y="345208"/>
                                <a:pt x="227182" y="346397"/>
                              </a:cubicBezTo>
                              <a:cubicBezTo>
                                <a:pt x="227182" y="348776"/>
                                <a:pt x="228372" y="348776"/>
                                <a:pt x="228372" y="351155"/>
                              </a:cubicBezTo>
                              <a:cubicBezTo>
                                <a:pt x="231940" y="353534"/>
                                <a:pt x="236698" y="354723"/>
                                <a:pt x="233129" y="359481"/>
                              </a:cubicBezTo>
                              <a:close/>
                              <a:moveTo>
                                <a:pt x="214098" y="327367"/>
                              </a:moveTo>
                              <a:cubicBezTo>
                                <a:pt x="215288" y="328556"/>
                                <a:pt x="215288" y="332124"/>
                                <a:pt x="215288" y="332124"/>
                              </a:cubicBezTo>
                              <a:cubicBezTo>
                                <a:pt x="215288" y="332124"/>
                                <a:pt x="215288" y="332124"/>
                                <a:pt x="214098" y="332124"/>
                              </a:cubicBezTo>
                              <a:cubicBezTo>
                                <a:pt x="214098" y="332124"/>
                                <a:pt x="212909" y="334503"/>
                                <a:pt x="212909" y="334503"/>
                              </a:cubicBezTo>
                              <a:cubicBezTo>
                                <a:pt x="210530" y="334503"/>
                                <a:pt x="211720" y="332124"/>
                                <a:pt x="211720" y="329745"/>
                              </a:cubicBezTo>
                              <a:cubicBezTo>
                                <a:pt x="211720" y="328556"/>
                                <a:pt x="211720" y="326177"/>
                                <a:pt x="214098" y="327367"/>
                              </a:cubicBezTo>
                              <a:close/>
                              <a:moveTo>
                                <a:pt x="220045" y="321419"/>
                              </a:moveTo>
                              <a:cubicBezTo>
                                <a:pt x="222424" y="320230"/>
                                <a:pt x="224803" y="328556"/>
                                <a:pt x="224803" y="328556"/>
                              </a:cubicBezTo>
                              <a:cubicBezTo>
                                <a:pt x="224803" y="329745"/>
                                <a:pt x="224803" y="330935"/>
                                <a:pt x="223614" y="330935"/>
                              </a:cubicBezTo>
                              <a:cubicBezTo>
                                <a:pt x="218856" y="330935"/>
                                <a:pt x="216477" y="323798"/>
                                <a:pt x="220045" y="321419"/>
                              </a:cubicBezTo>
                              <a:close/>
                              <a:moveTo>
                                <a:pt x="237887" y="324988"/>
                              </a:moveTo>
                              <a:cubicBezTo>
                                <a:pt x="237887" y="326177"/>
                                <a:pt x="233129" y="322609"/>
                                <a:pt x="230750" y="321419"/>
                              </a:cubicBezTo>
                              <a:cubicBezTo>
                                <a:pt x="227182" y="319040"/>
                                <a:pt x="224803" y="316662"/>
                                <a:pt x="221235" y="315472"/>
                              </a:cubicBezTo>
                              <a:cubicBezTo>
                                <a:pt x="217667" y="314283"/>
                                <a:pt x="215288" y="313093"/>
                                <a:pt x="212909" y="309525"/>
                              </a:cubicBezTo>
                              <a:cubicBezTo>
                                <a:pt x="210530" y="305957"/>
                                <a:pt x="206962" y="301199"/>
                                <a:pt x="210530" y="298820"/>
                              </a:cubicBezTo>
                              <a:cubicBezTo>
                                <a:pt x="214098" y="296441"/>
                                <a:pt x="215288" y="303578"/>
                                <a:pt x="218856" y="304767"/>
                              </a:cubicBezTo>
                              <a:cubicBezTo>
                                <a:pt x="222424" y="305957"/>
                                <a:pt x="229561" y="304767"/>
                                <a:pt x="230750" y="307146"/>
                              </a:cubicBezTo>
                              <a:cubicBezTo>
                                <a:pt x="231940" y="309525"/>
                                <a:pt x="230750" y="311904"/>
                                <a:pt x="230750" y="314283"/>
                              </a:cubicBezTo>
                              <a:cubicBezTo>
                                <a:pt x="230750" y="316662"/>
                                <a:pt x="231940" y="317851"/>
                                <a:pt x="233129" y="319040"/>
                              </a:cubicBezTo>
                              <a:cubicBezTo>
                                <a:pt x="234319" y="321419"/>
                                <a:pt x="239077" y="323798"/>
                                <a:pt x="237887" y="32498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983" name="Graphic 27">
                        <a:extLst>
                          <a:ext uri="{FF2B5EF4-FFF2-40B4-BE49-F238E27FC236}">
                            <a16:creationId xmlns:a16="http://schemas.microsoft.com/office/drawing/2014/main" id="{9504B5A8-6266-236D-E875-0C8F938DD8F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156371" y="4272528"/>
                        <a:ext cx="1187283" cy="448012"/>
                        <a:chOff x="8156371" y="4272528"/>
                        <a:chExt cx="1187283" cy="448012"/>
                      </a:xfrm>
                      <a:grpFill/>
                    </p:grpSpPr>
                    <p:sp>
                      <p:nvSpPr>
                        <p:cNvPr id="984" name="Freeform 983">
                          <a:extLst>
                            <a:ext uri="{FF2B5EF4-FFF2-40B4-BE49-F238E27FC236}">
                              <a16:creationId xmlns:a16="http://schemas.microsoft.com/office/drawing/2014/main" id="{04149292-F458-8D2E-5919-953A5343EA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68974" y="4348535"/>
                          <a:ext cx="11933" cy="9072"/>
                        </a:xfrm>
                        <a:custGeom>
                          <a:avLst/>
                          <a:gdLst>
                            <a:gd name="connsiteX0" fmla="*/ 5871 w 11933"/>
                            <a:gd name="connsiteY0" fmla="*/ 116 h 9072"/>
                            <a:gd name="connsiteX1" fmla="*/ 1113 w 11933"/>
                            <a:gd name="connsiteY1" fmla="*/ 6063 h 9072"/>
                            <a:gd name="connsiteX2" fmla="*/ 11818 w 11933"/>
                            <a:gd name="connsiteY2" fmla="*/ 7253 h 9072"/>
                            <a:gd name="connsiteX3" fmla="*/ 5871 w 11933"/>
                            <a:gd name="connsiteY3" fmla="*/ 116 h 907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1933" h="9072">
                              <a:moveTo>
                                <a:pt x="5871" y="116"/>
                              </a:moveTo>
                              <a:cubicBezTo>
                                <a:pt x="3492" y="1306"/>
                                <a:pt x="-2455" y="3684"/>
                                <a:pt x="1113" y="6063"/>
                              </a:cubicBezTo>
                              <a:cubicBezTo>
                                <a:pt x="4681" y="8443"/>
                                <a:pt x="13007" y="10821"/>
                                <a:pt x="11818" y="7253"/>
                              </a:cubicBezTo>
                              <a:cubicBezTo>
                                <a:pt x="11818" y="7253"/>
                                <a:pt x="8250" y="-1073"/>
                                <a:pt x="5871" y="11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5" name="Freeform 984">
                          <a:extLst>
                            <a:ext uri="{FF2B5EF4-FFF2-40B4-BE49-F238E27FC236}">
                              <a16:creationId xmlns:a16="http://schemas.microsoft.com/office/drawing/2014/main" id="{356EABC7-6BAD-A493-E291-9283ECD00B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09728" y="4387903"/>
                          <a:ext cx="21020" cy="24022"/>
                        </a:xfrm>
                        <a:custGeom>
                          <a:avLst/>
                          <a:gdLst>
                            <a:gd name="connsiteX0" fmla="*/ 19831 w 21020"/>
                            <a:gd name="connsiteY0" fmla="*/ 11894 h 24022"/>
                            <a:gd name="connsiteX1" fmla="*/ 13884 w 21020"/>
                            <a:gd name="connsiteY1" fmla="*/ 7137 h 24022"/>
                            <a:gd name="connsiteX2" fmla="*/ 9127 w 21020"/>
                            <a:gd name="connsiteY2" fmla="*/ 0 h 24022"/>
                            <a:gd name="connsiteX3" fmla="*/ 3179 w 21020"/>
                            <a:gd name="connsiteY3" fmla="*/ 2379 h 24022"/>
                            <a:gd name="connsiteX4" fmla="*/ 800 w 21020"/>
                            <a:gd name="connsiteY4" fmla="*/ 3569 h 24022"/>
                            <a:gd name="connsiteX5" fmla="*/ 6747 w 21020"/>
                            <a:gd name="connsiteY5" fmla="*/ 9516 h 24022"/>
                            <a:gd name="connsiteX6" fmla="*/ 9127 w 21020"/>
                            <a:gd name="connsiteY6" fmla="*/ 15463 h 24022"/>
                            <a:gd name="connsiteX7" fmla="*/ 13884 w 21020"/>
                            <a:gd name="connsiteY7" fmla="*/ 17842 h 24022"/>
                            <a:gd name="connsiteX8" fmla="*/ 18642 w 21020"/>
                            <a:gd name="connsiteY8" fmla="*/ 23789 h 24022"/>
                            <a:gd name="connsiteX9" fmla="*/ 21021 w 21020"/>
                            <a:gd name="connsiteY9" fmla="*/ 17842 h 24022"/>
                            <a:gd name="connsiteX10" fmla="*/ 19831 w 21020"/>
                            <a:gd name="connsiteY10" fmla="*/ 11894 h 240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21020" h="24022">
                              <a:moveTo>
                                <a:pt x="19831" y="11894"/>
                              </a:moveTo>
                              <a:cubicBezTo>
                                <a:pt x="17452" y="10705"/>
                                <a:pt x="15074" y="10705"/>
                                <a:pt x="13884" y="7137"/>
                              </a:cubicBezTo>
                              <a:cubicBezTo>
                                <a:pt x="12695" y="3569"/>
                                <a:pt x="11505" y="0"/>
                                <a:pt x="9127" y="0"/>
                              </a:cubicBezTo>
                              <a:cubicBezTo>
                                <a:pt x="6747" y="1190"/>
                                <a:pt x="4368" y="2379"/>
                                <a:pt x="3179" y="2379"/>
                              </a:cubicBezTo>
                              <a:cubicBezTo>
                                <a:pt x="1989" y="2379"/>
                                <a:pt x="-1579" y="2379"/>
                                <a:pt x="800" y="3569"/>
                              </a:cubicBezTo>
                              <a:cubicBezTo>
                                <a:pt x="3179" y="4758"/>
                                <a:pt x="5558" y="7137"/>
                                <a:pt x="6747" y="9516"/>
                              </a:cubicBezTo>
                              <a:cubicBezTo>
                                <a:pt x="7937" y="11894"/>
                                <a:pt x="6747" y="15463"/>
                                <a:pt x="9127" y="15463"/>
                              </a:cubicBezTo>
                              <a:cubicBezTo>
                                <a:pt x="11505" y="15463"/>
                                <a:pt x="12695" y="14273"/>
                                <a:pt x="13884" y="17842"/>
                              </a:cubicBezTo>
                              <a:cubicBezTo>
                                <a:pt x="15074" y="21410"/>
                                <a:pt x="17452" y="24978"/>
                                <a:pt x="18642" y="23789"/>
                              </a:cubicBezTo>
                              <a:cubicBezTo>
                                <a:pt x="19831" y="22600"/>
                                <a:pt x="19831" y="19031"/>
                                <a:pt x="21021" y="17842"/>
                              </a:cubicBezTo>
                              <a:cubicBezTo>
                                <a:pt x="18642" y="17842"/>
                                <a:pt x="22210" y="13084"/>
                                <a:pt x="19831" y="1189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6" name="Freeform 985">
                          <a:extLst>
                            <a:ext uri="{FF2B5EF4-FFF2-40B4-BE49-F238E27FC236}">
                              <a16:creationId xmlns:a16="http://schemas.microsoft.com/office/drawing/2014/main" id="{43CF1075-4D67-F0B0-F3C3-C536F8584F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20821" y="4371008"/>
                          <a:ext cx="12515" cy="11872"/>
                        </a:xfrm>
                        <a:custGeom>
                          <a:avLst/>
                          <a:gdLst>
                            <a:gd name="connsiteX0" fmla="*/ 2703 w 12515"/>
                            <a:gd name="connsiteY0" fmla="*/ 9758 h 11872"/>
                            <a:gd name="connsiteX1" fmla="*/ 9839 w 12515"/>
                            <a:gd name="connsiteY1" fmla="*/ 9758 h 11872"/>
                            <a:gd name="connsiteX2" fmla="*/ 9839 w 12515"/>
                            <a:gd name="connsiteY2" fmla="*/ 243 h 11872"/>
                            <a:gd name="connsiteX3" fmla="*/ 2703 w 12515"/>
                            <a:gd name="connsiteY3" fmla="*/ 2622 h 11872"/>
                            <a:gd name="connsiteX4" fmla="*/ 324 w 12515"/>
                            <a:gd name="connsiteY4" fmla="*/ 3811 h 11872"/>
                            <a:gd name="connsiteX5" fmla="*/ 2703 w 12515"/>
                            <a:gd name="connsiteY5" fmla="*/ 9758 h 1187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2515" h="11872">
                              <a:moveTo>
                                <a:pt x="2703" y="9758"/>
                              </a:moveTo>
                              <a:cubicBezTo>
                                <a:pt x="2703" y="9758"/>
                                <a:pt x="6271" y="14516"/>
                                <a:pt x="9839" y="9758"/>
                              </a:cubicBezTo>
                              <a:cubicBezTo>
                                <a:pt x="13408" y="5000"/>
                                <a:pt x="13408" y="1432"/>
                                <a:pt x="9839" y="243"/>
                              </a:cubicBezTo>
                              <a:cubicBezTo>
                                <a:pt x="6271" y="-947"/>
                                <a:pt x="3892" y="2622"/>
                                <a:pt x="2703" y="2622"/>
                              </a:cubicBezTo>
                              <a:cubicBezTo>
                                <a:pt x="1513" y="2622"/>
                                <a:pt x="-865" y="1432"/>
                                <a:pt x="324" y="3811"/>
                              </a:cubicBezTo>
                              <a:cubicBezTo>
                                <a:pt x="1513" y="6190"/>
                                <a:pt x="324" y="8569"/>
                                <a:pt x="2703" y="9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7" name="Freeform 986">
                          <a:extLst>
                            <a:ext uri="{FF2B5EF4-FFF2-40B4-BE49-F238E27FC236}">
                              <a16:creationId xmlns:a16="http://schemas.microsoft.com/office/drawing/2014/main" id="{1C4BB2F1-E5B4-9324-0809-45461BBFDA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38987" y="4387667"/>
                          <a:ext cx="10947" cy="12418"/>
                        </a:xfrm>
                        <a:custGeom>
                          <a:avLst/>
                          <a:gdLst>
                            <a:gd name="connsiteX0" fmla="*/ 8326 w 10947"/>
                            <a:gd name="connsiteY0" fmla="*/ 12131 h 12418"/>
                            <a:gd name="connsiteX1" fmla="*/ 10705 w 10947"/>
                            <a:gd name="connsiteY1" fmla="*/ 4994 h 12418"/>
                            <a:gd name="connsiteX2" fmla="*/ 0 w 10947"/>
                            <a:gd name="connsiteY2" fmla="*/ 236 h 12418"/>
                            <a:gd name="connsiteX3" fmla="*/ 8326 w 10947"/>
                            <a:gd name="connsiteY3" fmla="*/ 12131 h 1241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0947" h="12418">
                              <a:moveTo>
                                <a:pt x="8326" y="12131"/>
                              </a:moveTo>
                              <a:cubicBezTo>
                                <a:pt x="8326" y="12131"/>
                                <a:pt x="11894" y="6183"/>
                                <a:pt x="10705" y="4994"/>
                              </a:cubicBezTo>
                              <a:cubicBezTo>
                                <a:pt x="9515" y="2615"/>
                                <a:pt x="0" y="-953"/>
                                <a:pt x="0" y="236"/>
                              </a:cubicBezTo>
                              <a:cubicBezTo>
                                <a:pt x="1189" y="1426"/>
                                <a:pt x="5947" y="14510"/>
                                <a:pt x="8326" y="1213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8" name="Freeform 987">
                          <a:extLst>
                            <a:ext uri="{FF2B5EF4-FFF2-40B4-BE49-F238E27FC236}">
                              <a16:creationId xmlns:a16="http://schemas.microsoft.com/office/drawing/2014/main" id="{D1352906-1A0A-4F79-0124-E6A46B44D4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50881" y="4396097"/>
                          <a:ext cx="16949" cy="14537"/>
                        </a:xfrm>
                        <a:custGeom>
                          <a:avLst/>
                          <a:gdLst>
                            <a:gd name="connsiteX0" fmla="*/ 7136 w 16949"/>
                            <a:gd name="connsiteY0" fmla="*/ 12027 h 14537"/>
                            <a:gd name="connsiteX1" fmla="*/ 14273 w 16949"/>
                            <a:gd name="connsiteY1" fmla="*/ 14406 h 14537"/>
                            <a:gd name="connsiteX2" fmla="*/ 14273 w 16949"/>
                            <a:gd name="connsiteY2" fmla="*/ 3700 h 14537"/>
                            <a:gd name="connsiteX3" fmla="*/ 4758 w 16949"/>
                            <a:gd name="connsiteY3" fmla="*/ 132 h 14537"/>
                            <a:gd name="connsiteX4" fmla="*/ 0 w 16949"/>
                            <a:gd name="connsiteY4" fmla="*/ 9648 h 14537"/>
                            <a:gd name="connsiteX5" fmla="*/ 7136 w 16949"/>
                            <a:gd name="connsiteY5" fmla="*/ 12027 h 1453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6949" h="14537">
                              <a:moveTo>
                                <a:pt x="7136" y="12027"/>
                              </a:moveTo>
                              <a:cubicBezTo>
                                <a:pt x="9515" y="12027"/>
                                <a:pt x="10705" y="13216"/>
                                <a:pt x="14273" y="14406"/>
                              </a:cubicBezTo>
                              <a:cubicBezTo>
                                <a:pt x="17842" y="15595"/>
                                <a:pt x="17842" y="8458"/>
                                <a:pt x="14273" y="3700"/>
                              </a:cubicBezTo>
                              <a:cubicBezTo>
                                <a:pt x="10705" y="-1057"/>
                                <a:pt x="4758" y="132"/>
                                <a:pt x="4758" y="132"/>
                              </a:cubicBezTo>
                              <a:cubicBezTo>
                                <a:pt x="1189" y="132"/>
                                <a:pt x="0" y="7269"/>
                                <a:pt x="0" y="9648"/>
                              </a:cubicBezTo>
                              <a:cubicBezTo>
                                <a:pt x="0" y="12027"/>
                                <a:pt x="3568" y="12027"/>
                                <a:pt x="7136" y="1202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89" name="Freeform 988">
                          <a:extLst>
                            <a:ext uri="{FF2B5EF4-FFF2-40B4-BE49-F238E27FC236}">
                              <a16:creationId xmlns:a16="http://schemas.microsoft.com/office/drawing/2014/main" id="{53A4982A-19CA-8211-F768-B6FA67F57D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87275" y="4392661"/>
                          <a:ext cx="8281" cy="9835"/>
                        </a:xfrm>
                        <a:custGeom>
                          <a:avLst/>
                          <a:gdLst>
                            <a:gd name="connsiteX0" fmla="*/ 5237 w 8281"/>
                            <a:gd name="connsiteY0" fmla="*/ 8326 h 9835"/>
                            <a:gd name="connsiteX1" fmla="*/ 7616 w 8281"/>
                            <a:gd name="connsiteY1" fmla="*/ 0 h 9835"/>
                            <a:gd name="connsiteX2" fmla="*/ 479 w 8281"/>
                            <a:gd name="connsiteY2" fmla="*/ 5947 h 9835"/>
                            <a:gd name="connsiteX3" fmla="*/ 5237 w 8281"/>
                            <a:gd name="connsiteY3" fmla="*/ 8326 h 983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8281" h="9835">
                              <a:moveTo>
                                <a:pt x="5237" y="8326"/>
                              </a:moveTo>
                              <a:cubicBezTo>
                                <a:pt x="5237" y="8326"/>
                                <a:pt x="9995" y="0"/>
                                <a:pt x="7616" y="0"/>
                              </a:cubicBezTo>
                              <a:cubicBezTo>
                                <a:pt x="5237" y="0"/>
                                <a:pt x="-1900" y="4758"/>
                                <a:pt x="479" y="5947"/>
                              </a:cubicBezTo>
                              <a:cubicBezTo>
                                <a:pt x="1668" y="8326"/>
                                <a:pt x="2858" y="11894"/>
                                <a:pt x="5237" y="8326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>
                            <a:lumMod val="75000"/>
                          </a:schemeClr>
                        </a:solidFill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0" name="Freeform 989">
                          <a:extLst>
                            <a:ext uri="{FF2B5EF4-FFF2-40B4-BE49-F238E27FC236}">
                              <a16:creationId xmlns:a16="http://schemas.microsoft.com/office/drawing/2014/main" id="{7ABA1F40-52F6-8AED-2A32-FA6B2298D3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96469" y="4391472"/>
                          <a:ext cx="11747" cy="17203"/>
                        </a:xfrm>
                        <a:custGeom>
                          <a:avLst/>
                          <a:gdLst>
                            <a:gd name="connsiteX0" fmla="*/ 800 w 11747"/>
                            <a:gd name="connsiteY0" fmla="*/ 9515 h 17203"/>
                            <a:gd name="connsiteX1" fmla="*/ 5558 w 11747"/>
                            <a:gd name="connsiteY1" fmla="*/ 10705 h 17203"/>
                            <a:gd name="connsiteX2" fmla="*/ 9126 w 11747"/>
                            <a:gd name="connsiteY2" fmla="*/ 16652 h 17203"/>
                            <a:gd name="connsiteX3" fmla="*/ 11505 w 11747"/>
                            <a:gd name="connsiteY3" fmla="*/ 8326 h 17203"/>
                            <a:gd name="connsiteX4" fmla="*/ 9126 w 11747"/>
                            <a:gd name="connsiteY4" fmla="*/ 4758 h 17203"/>
                            <a:gd name="connsiteX5" fmla="*/ 10316 w 11747"/>
                            <a:gd name="connsiteY5" fmla="*/ 0 h 17203"/>
                            <a:gd name="connsiteX6" fmla="*/ 3179 w 11747"/>
                            <a:gd name="connsiteY6" fmla="*/ 4758 h 17203"/>
                            <a:gd name="connsiteX7" fmla="*/ 800 w 11747"/>
                            <a:gd name="connsiteY7" fmla="*/ 9515 h 1720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1747" h="17203">
                              <a:moveTo>
                                <a:pt x="800" y="9515"/>
                              </a:moveTo>
                              <a:cubicBezTo>
                                <a:pt x="3179" y="10705"/>
                                <a:pt x="5558" y="8326"/>
                                <a:pt x="5558" y="10705"/>
                              </a:cubicBezTo>
                              <a:cubicBezTo>
                                <a:pt x="6747" y="13084"/>
                                <a:pt x="6747" y="19031"/>
                                <a:pt x="9126" y="16652"/>
                              </a:cubicBezTo>
                              <a:cubicBezTo>
                                <a:pt x="9126" y="16652"/>
                                <a:pt x="12695" y="9515"/>
                                <a:pt x="11505" y="8326"/>
                              </a:cubicBezTo>
                              <a:cubicBezTo>
                                <a:pt x="10316" y="7137"/>
                                <a:pt x="7937" y="5947"/>
                                <a:pt x="9126" y="4758"/>
                              </a:cubicBezTo>
                              <a:cubicBezTo>
                                <a:pt x="10316" y="3568"/>
                                <a:pt x="11505" y="0"/>
                                <a:pt x="10316" y="0"/>
                              </a:cubicBezTo>
                              <a:cubicBezTo>
                                <a:pt x="9126" y="1190"/>
                                <a:pt x="5558" y="4758"/>
                                <a:pt x="3179" y="4758"/>
                              </a:cubicBezTo>
                              <a:cubicBezTo>
                                <a:pt x="1989" y="3568"/>
                                <a:pt x="-1579" y="8326"/>
                                <a:pt x="800" y="951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>
                            <a:lumMod val="75000"/>
                          </a:schemeClr>
                        </a:solidFill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1" name="Freeform 990">
                          <a:extLst>
                            <a:ext uri="{FF2B5EF4-FFF2-40B4-BE49-F238E27FC236}">
                              <a16:creationId xmlns:a16="http://schemas.microsoft.com/office/drawing/2014/main" id="{7F7A5115-5806-257C-4DEA-82037F73845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90586" y="4308844"/>
                          <a:ext cx="12171" cy="16647"/>
                        </a:xfrm>
                        <a:custGeom>
                          <a:avLst/>
                          <a:gdLst>
                            <a:gd name="connsiteX0" fmla="*/ 5406 w 12171"/>
                            <a:gd name="connsiteY0" fmla="*/ 12451 h 16647"/>
                            <a:gd name="connsiteX1" fmla="*/ 10164 w 12171"/>
                            <a:gd name="connsiteY1" fmla="*/ 14829 h 16647"/>
                            <a:gd name="connsiteX2" fmla="*/ 11354 w 12171"/>
                            <a:gd name="connsiteY2" fmla="*/ 5314 h 16647"/>
                            <a:gd name="connsiteX3" fmla="*/ 5406 w 12171"/>
                            <a:gd name="connsiteY3" fmla="*/ 556 h 16647"/>
                            <a:gd name="connsiteX4" fmla="*/ 648 w 12171"/>
                            <a:gd name="connsiteY4" fmla="*/ 5314 h 16647"/>
                            <a:gd name="connsiteX5" fmla="*/ 5406 w 12171"/>
                            <a:gd name="connsiteY5" fmla="*/ 12451 h 1664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2171" h="16647">
                              <a:moveTo>
                                <a:pt x="5406" y="12451"/>
                              </a:moveTo>
                              <a:cubicBezTo>
                                <a:pt x="5406" y="13640"/>
                                <a:pt x="7785" y="19587"/>
                                <a:pt x="10164" y="14829"/>
                              </a:cubicBezTo>
                              <a:cubicBezTo>
                                <a:pt x="10164" y="14829"/>
                                <a:pt x="13733" y="6504"/>
                                <a:pt x="11354" y="5314"/>
                              </a:cubicBezTo>
                              <a:cubicBezTo>
                                <a:pt x="10164" y="4125"/>
                                <a:pt x="7785" y="-1823"/>
                                <a:pt x="5406" y="556"/>
                              </a:cubicBezTo>
                              <a:cubicBezTo>
                                <a:pt x="3027" y="1746"/>
                                <a:pt x="-1731" y="1746"/>
                                <a:pt x="648" y="5314"/>
                              </a:cubicBezTo>
                              <a:cubicBezTo>
                                <a:pt x="1838" y="8882"/>
                                <a:pt x="4217" y="11261"/>
                                <a:pt x="5406" y="1245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2" name="Freeform 991">
                          <a:extLst>
                            <a:ext uri="{FF2B5EF4-FFF2-40B4-BE49-F238E27FC236}">
                              <a16:creationId xmlns:a16="http://schemas.microsoft.com/office/drawing/2014/main" id="{640AE896-406D-7791-50F6-5B4DCF96AE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29196" y="4341993"/>
                          <a:ext cx="7192" cy="5935"/>
                        </a:xfrm>
                        <a:custGeom>
                          <a:avLst/>
                          <a:gdLst>
                            <a:gd name="connsiteX0" fmla="*/ 6135 w 7192"/>
                            <a:gd name="connsiteY0" fmla="*/ 5469 h 5935"/>
                            <a:gd name="connsiteX1" fmla="*/ 6135 w 7192"/>
                            <a:gd name="connsiteY1" fmla="*/ 711 h 5935"/>
                            <a:gd name="connsiteX2" fmla="*/ 188 w 7192"/>
                            <a:gd name="connsiteY2" fmla="*/ 3090 h 5935"/>
                            <a:gd name="connsiteX3" fmla="*/ 6135 w 7192"/>
                            <a:gd name="connsiteY3" fmla="*/ 5469 h 593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192" h="5935">
                              <a:moveTo>
                                <a:pt x="6135" y="5469"/>
                              </a:moveTo>
                              <a:cubicBezTo>
                                <a:pt x="6135" y="5469"/>
                                <a:pt x="8514" y="1901"/>
                                <a:pt x="6135" y="711"/>
                              </a:cubicBezTo>
                              <a:cubicBezTo>
                                <a:pt x="3757" y="-478"/>
                                <a:pt x="-1001" y="-478"/>
                                <a:pt x="188" y="3090"/>
                              </a:cubicBezTo>
                              <a:cubicBezTo>
                                <a:pt x="1378" y="5469"/>
                                <a:pt x="4946" y="6659"/>
                                <a:pt x="6135" y="546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3" name="Freeform 992">
                          <a:extLst>
                            <a:ext uri="{FF2B5EF4-FFF2-40B4-BE49-F238E27FC236}">
                              <a16:creationId xmlns:a16="http://schemas.microsoft.com/office/drawing/2014/main" id="{509A4B61-A0D1-20FB-8450-9F791C4BCE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44380" y="4332000"/>
                          <a:ext cx="4034" cy="3270"/>
                        </a:xfrm>
                        <a:custGeom>
                          <a:avLst/>
                          <a:gdLst>
                            <a:gd name="connsiteX0" fmla="*/ 467 w 4034"/>
                            <a:gd name="connsiteY0" fmla="*/ 2379 h 3270"/>
                            <a:gd name="connsiteX1" fmla="*/ 4035 w 4034"/>
                            <a:gd name="connsiteY1" fmla="*/ 2379 h 3270"/>
                            <a:gd name="connsiteX2" fmla="*/ 2845 w 4034"/>
                            <a:gd name="connsiteY2" fmla="*/ 0 h 3270"/>
                            <a:gd name="connsiteX3" fmla="*/ 467 w 4034"/>
                            <a:gd name="connsiteY3" fmla="*/ 2379 h 327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034" h="3270">
                              <a:moveTo>
                                <a:pt x="467" y="2379"/>
                              </a:moveTo>
                              <a:cubicBezTo>
                                <a:pt x="1656" y="3568"/>
                                <a:pt x="4035" y="3568"/>
                                <a:pt x="4035" y="2379"/>
                              </a:cubicBezTo>
                              <a:cubicBezTo>
                                <a:pt x="4035" y="2379"/>
                                <a:pt x="4035" y="0"/>
                                <a:pt x="2845" y="0"/>
                              </a:cubicBezTo>
                              <a:cubicBezTo>
                                <a:pt x="467" y="0"/>
                                <a:pt x="-723" y="1190"/>
                                <a:pt x="467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4" name="Freeform 993">
                          <a:extLst>
                            <a:ext uri="{FF2B5EF4-FFF2-40B4-BE49-F238E27FC236}">
                              <a16:creationId xmlns:a16="http://schemas.microsoft.com/office/drawing/2014/main" id="{B5508E5A-9BC4-23F6-BDF1-A2D9AFA7D6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45793" y="4339136"/>
                          <a:ext cx="2621" cy="5081"/>
                        </a:xfrm>
                        <a:custGeom>
                          <a:avLst/>
                          <a:gdLst>
                            <a:gd name="connsiteX0" fmla="*/ 2622 w 2621"/>
                            <a:gd name="connsiteY0" fmla="*/ 0 h 5081"/>
                            <a:gd name="connsiteX1" fmla="*/ 243 w 2621"/>
                            <a:gd name="connsiteY1" fmla="*/ 2379 h 5081"/>
                            <a:gd name="connsiteX2" fmla="*/ 2622 w 2621"/>
                            <a:gd name="connsiteY2" fmla="*/ 4758 h 5081"/>
                            <a:gd name="connsiteX3" fmla="*/ 2622 w 2621"/>
                            <a:gd name="connsiteY3" fmla="*/ 0 h 508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2621" h="5081">
                              <a:moveTo>
                                <a:pt x="2622" y="0"/>
                              </a:moveTo>
                              <a:cubicBezTo>
                                <a:pt x="2622" y="0"/>
                                <a:pt x="-947" y="0"/>
                                <a:pt x="243" y="2379"/>
                              </a:cubicBezTo>
                              <a:cubicBezTo>
                                <a:pt x="243" y="3568"/>
                                <a:pt x="2622" y="5947"/>
                                <a:pt x="2622" y="4758"/>
                              </a:cubicBezTo>
                              <a:cubicBezTo>
                                <a:pt x="2622" y="2379"/>
                                <a:pt x="2622" y="0"/>
                                <a:pt x="2622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5" name="Freeform 994">
                          <a:extLst>
                            <a:ext uri="{FF2B5EF4-FFF2-40B4-BE49-F238E27FC236}">
                              <a16:creationId xmlns:a16="http://schemas.microsoft.com/office/drawing/2014/main" id="{644204B7-F9AD-54BB-7479-9F56D17DA3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44847" y="4347462"/>
                          <a:ext cx="3270" cy="3568"/>
                        </a:xfrm>
                        <a:custGeom>
                          <a:avLst/>
                          <a:gdLst>
                            <a:gd name="connsiteX0" fmla="*/ 2378 w 3270"/>
                            <a:gd name="connsiteY0" fmla="*/ 0 h 3568"/>
                            <a:gd name="connsiteX1" fmla="*/ 0 w 3270"/>
                            <a:gd name="connsiteY1" fmla="*/ 1190 h 3568"/>
                            <a:gd name="connsiteX2" fmla="*/ 2378 w 3270"/>
                            <a:gd name="connsiteY2" fmla="*/ 3569 h 3568"/>
                            <a:gd name="connsiteX3" fmla="*/ 2378 w 3270"/>
                            <a:gd name="connsiteY3" fmla="*/ 0 h 35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270" h="3568">
                              <a:moveTo>
                                <a:pt x="2378" y="0"/>
                              </a:moveTo>
                              <a:cubicBezTo>
                                <a:pt x="2378" y="0"/>
                                <a:pt x="0" y="0"/>
                                <a:pt x="0" y="1190"/>
                              </a:cubicBezTo>
                              <a:cubicBezTo>
                                <a:pt x="0" y="2379"/>
                                <a:pt x="2378" y="3569"/>
                                <a:pt x="2378" y="3569"/>
                              </a:cubicBezTo>
                              <a:cubicBezTo>
                                <a:pt x="3568" y="3569"/>
                                <a:pt x="3568" y="1190"/>
                                <a:pt x="2378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6" name="Freeform 995">
                          <a:extLst>
                            <a:ext uri="{FF2B5EF4-FFF2-40B4-BE49-F238E27FC236}">
                              <a16:creationId xmlns:a16="http://schemas.microsoft.com/office/drawing/2014/main" id="{63280F9F-88D9-B0E0-5258-0CAC8E56C47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16213" y="4310061"/>
                          <a:ext cx="252539" cy="228028"/>
                        </a:xfrm>
                        <a:custGeom>
                          <a:avLst/>
                          <a:gdLst>
                            <a:gd name="connsiteX0" fmla="*/ 179604 w 252539"/>
                            <a:gd name="connsiteY0" fmla="*/ 202732 h 228028"/>
                            <a:gd name="connsiteX1" fmla="*/ 184362 w 252539"/>
                            <a:gd name="connsiteY1" fmla="*/ 197975 h 228028"/>
                            <a:gd name="connsiteX2" fmla="*/ 187931 w 252539"/>
                            <a:gd name="connsiteY2" fmla="*/ 190838 h 228028"/>
                            <a:gd name="connsiteX3" fmla="*/ 190310 w 252539"/>
                            <a:gd name="connsiteY3" fmla="*/ 186080 h 228028"/>
                            <a:gd name="connsiteX4" fmla="*/ 187931 w 252539"/>
                            <a:gd name="connsiteY4" fmla="*/ 178944 h 228028"/>
                            <a:gd name="connsiteX5" fmla="*/ 190310 w 252539"/>
                            <a:gd name="connsiteY5" fmla="*/ 172997 h 228028"/>
                            <a:gd name="connsiteX6" fmla="*/ 183173 w 252539"/>
                            <a:gd name="connsiteY6" fmla="*/ 170618 h 228028"/>
                            <a:gd name="connsiteX7" fmla="*/ 192688 w 252539"/>
                            <a:gd name="connsiteY7" fmla="*/ 162292 h 228028"/>
                            <a:gd name="connsiteX8" fmla="*/ 197446 w 252539"/>
                            <a:gd name="connsiteY8" fmla="*/ 148019 h 228028"/>
                            <a:gd name="connsiteX9" fmla="*/ 199825 w 252539"/>
                            <a:gd name="connsiteY9" fmla="*/ 152776 h 228028"/>
                            <a:gd name="connsiteX10" fmla="*/ 201014 w 252539"/>
                            <a:gd name="connsiteY10" fmla="*/ 151587 h 228028"/>
                            <a:gd name="connsiteX11" fmla="*/ 206961 w 252539"/>
                            <a:gd name="connsiteY11" fmla="*/ 140882 h 228028"/>
                            <a:gd name="connsiteX12" fmla="*/ 208151 w 252539"/>
                            <a:gd name="connsiteY12" fmla="*/ 134935 h 228028"/>
                            <a:gd name="connsiteX13" fmla="*/ 211719 w 252539"/>
                            <a:gd name="connsiteY13" fmla="*/ 131366 h 228028"/>
                            <a:gd name="connsiteX14" fmla="*/ 216477 w 252539"/>
                            <a:gd name="connsiteY14" fmla="*/ 120662 h 228028"/>
                            <a:gd name="connsiteX15" fmla="*/ 217666 w 252539"/>
                            <a:gd name="connsiteY15" fmla="*/ 107578 h 228028"/>
                            <a:gd name="connsiteX16" fmla="*/ 227182 w 252539"/>
                            <a:gd name="connsiteY16" fmla="*/ 98062 h 228028"/>
                            <a:gd name="connsiteX17" fmla="*/ 227182 w 252539"/>
                            <a:gd name="connsiteY17" fmla="*/ 98062 h 228028"/>
                            <a:gd name="connsiteX18" fmla="*/ 229561 w 252539"/>
                            <a:gd name="connsiteY18" fmla="*/ 90926 h 228028"/>
                            <a:gd name="connsiteX19" fmla="*/ 243834 w 252539"/>
                            <a:gd name="connsiteY19" fmla="*/ 98062 h 228028"/>
                            <a:gd name="connsiteX20" fmla="*/ 250971 w 252539"/>
                            <a:gd name="connsiteY20" fmla="*/ 88547 h 228028"/>
                            <a:gd name="connsiteX21" fmla="*/ 239076 w 252539"/>
                            <a:gd name="connsiteY21" fmla="*/ 80221 h 228028"/>
                            <a:gd name="connsiteX22" fmla="*/ 227182 w 252539"/>
                            <a:gd name="connsiteY22" fmla="*/ 70705 h 228028"/>
                            <a:gd name="connsiteX23" fmla="*/ 224803 w 252539"/>
                            <a:gd name="connsiteY23" fmla="*/ 62379 h 228028"/>
                            <a:gd name="connsiteX24" fmla="*/ 230750 w 252539"/>
                            <a:gd name="connsiteY24" fmla="*/ 57622 h 228028"/>
                            <a:gd name="connsiteX25" fmla="*/ 220045 w 252539"/>
                            <a:gd name="connsiteY25" fmla="*/ 43348 h 228028"/>
                            <a:gd name="connsiteX26" fmla="*/ 215287 w 252539"/>
                            <a:gd name="connsiteY26" fmla="*/ 36212 h 228028"/>
                            <a:gd name="connsiteX27" fmla="*/ 216477 w 252539"/>
                            <a:gd name="connsiteY27" fmla="*/ 29075 h 228028"/>
                            <a:gd name="connsiteX28" fmla="*/ 211719 w 252539"/>
                            <a:gd name="connsiteY28" fmla="*/ 21939 h 228028"/>
                            <a:gd name="connsiteX29" fmla="*/ 220045 w 252539"/>
                            <a:gd name="connsiteY29" fmla="*/ 19560 h 228028"/>
                            <a:gd name="connsiteX30" fmla="*/ 222424 w 252539"/>
                            <a:gd name="connsiteY30" fmla="*/ 15991 h 228028"/>
                            <a:gd name="connsiteX31" fmla="*/ 218856 w 252539"/>
                            <a:gd name="connsiteY31" fmla="*/ 14802 h 228028"/>
                            <a:gd name="connsiteX32" fmla="*/ 217666 w 252539"/>
                            <a:gd name="connsiteY32" fmla="*/ 12423 h 228028"/>
                            <a:gd name="connsiteX33" fmla="*/ 216477 w 252539"/>
                            <a:gd name="connsiteY33" fmla="*/ 5287 h 228028"/>
                            <a:gd name="connsiteX34" fmla="*/ 218856 w 252539"/>
                            <a:gd name="connsiteY34" fmla="*/ 2908 h 228028"/>
                            <a:gd name="connsiteX35" fmla="*/ 205772 w 252539"/>
                            <a:gd name="connsiteY35" fmla="*/ 529 h 228028"/>
                            <a:gd name="connsiteX36" fmla="*/ 184362 w 252539"/>
                            <a:gd name="connsiteY36" fmla="*/ 529 h 228028"/>
                            <a:gd name="connsiteX37" fmla="*/ 176036 w 252539"/>
                            <a:gd name="connsiteY37" fmla="*/ 4097 h 228028"/>
                            <a:gd name="connsiteX38" fmla="*/ 172468 w 252539"/>
                            <a:gd name="connsiteY38" fmla="*/ 12423 h 228028"/>
                            <a:gd name="connsiteX39" fmla="*/ 166521 w 252539"/>
                            <a:gd name="connsiteY39" fmla="*/ 31454 h 228028"/>
                            <a:gd name="connsiteX40" fmla="*/ 158195 w 252539"/>
                            <a:gd name="connsiteY40" fmla="*/ 48106 h 228028"/>
                            <a:gd name="connsiteX41" fmla="*/ 149869 w 252539"/>
                            <a:gd name="connsiteY41" fmla="*/ 67137 h 228028"/>
                            <a:gd name="connsiteX42" fmla="*/ 137974 w 252539"/>
                            <a:gd name="connsiteY42" fmla="*/ 80221 h 228028"/>
                            <a:gd name="connsiteX43" fmla="*/ 127269 w 252539"/>
                            <a:gd name="connsiteY43" fmla="*/ 81410 h 228028"/>
                            <a:gd name="connsiteX44" fmla="*/ 118944 w 252539"/>
                            <a:gd name="connsiteY44" fmla="*/ 84978 h 228028"/>
                            <a:gd name="connsiteX45" fmla="*/ 110617 w 252539"/>
                            <a:gd name="connsiteY45" fmla="*/ 81410 h 228028"/>
                            <a:gd name="connsiteX46" fmla="*/ 102291 w 252539"/>
                            <a:gd name="connsiteY46" fmla="*/ 79031 h 228028"/>
                            <a:gd name="connsiteX47" fmla="*/ 92776 w 252539"/>
                            <a:gd name="connsiteY47" fmla="*/ 80221 h 228028"/>
                            <a:gd name="connsiteX48" fmla="*/ 85639 w 252539"/>
                            <a:gd name="connsiteY48" fmla="*/ 84978 h 228028"/>
                            <a:gd name="connsiteX49" fmla="*/ 76123 w 252539"/>
                            <a:gd name="connsiteY49" fmla="*/ 86168 h 228028"/>
                            <a:gd name="connsiteX50" fmla="*/ 65419 w 252539"/>
                            <a:gd name="connsiteY50" fmla="*/ 87357 h 228028"/>
                            <a:gd name="connsiteX51" fmla="*/ 60661 w 252539"/>
                            <a:gd name="connsiteY51" fmla="*/ 87357 h 228028"/>
                            <a:gd name="connsiteX52" fmla="*/ 53525 w 252539"/>
                            <a:gd name="connsiteY52" fmla="*/ 89736 h 228028"/>
                            <a:gd name="connsiteX53" fmla="*/ 46388 w 252539"/>
                            <a:gd name="connsiteY53" fmla="*/ 92115 h 228028"/>
                            <a:gd name="connsiteX54" fmla="*/ 36872 w 252539"/>
                            <a:gd name="connsiteY54" fmla="*/ 83789 h 228028"/>
                            <a:gd name="connsiteX55" fmla="*/ 19031 w 252539"/>
                            <a:gd name="connsiteY55" fmla="*/ 64758 h 228028"/>
                            <a:gd name="connsiteX56" fmla="*/ 16652 w 252539"/>
                            <a:gd name="connsiteY56" fmla="*/ 63569 h 228028"/>
                            <a:gd name="connsiteX57" fmla="*/ 5947 w 252539"/>
                            <a:gd name="connsiteY57" fmla="*/ 77842 h 228028"/>
                            <a:gd name="connsiteX58" fmla="*/ 2378 w 252539"/>
                            <a:gd name="connsiteY58" fmla="*/ 87357 h 228028"/>
                            <a:gd name="connsiteX59" fmla="*/ 0 w 252539"/>
                            <a:gd name="connsiteY59" fmla="*/ 95683 h 228028"/>
                            <a:gd name="connsiteX60" fmla="*/ 2378 w 252539"/>
                            <a:gd name="connsiteY60" fmla="*/ 108767 h 228028"/>
                            <a:gd name="connsiteX61" fmla="*/ 9515 w 252539"/>
                            <a:gd name="connsiteY61" fmla="*/ 119472 h 228028"/>
                            <a:gd name="connsiteX62" fmla="*/ 5947 w 252539"/>
                            <a:gd name="connsiteY62" fmla="*/ 120662 h 228028"/>
                            <a:gd name="connsiteX63" fmla="*/ 17842 w 252539"/>
                            <a:gd name="connsiteY63" fmla="*/ 125419 h 228028"/>
                            <a:gd name="connsiteX64" fmla="*/ 33304 w 252539"/>
                            <a:gd name="connsiteY64" fmla="*/ 121851 h 228028"/>
                            <a:gd name="connsiteX65" fmla="*/ 20220 w 252539"/>
                            <a:gd name="connsiteY65" fmla="*/ 127798 h 228028"/>
                            <a:gd name="connsiteX66" fmla="*/ 7136 w 252539"/>
                            <a:gd name="connsiteY66" fmla="*/ 133745 h 228028"/>
                            <a:gd name="connsiteX67" fmla="*/ 19031 w 252539"/>
                            <a:gd name="connsiteY67" fmla="*/ 139693 h 228028"/>
                            <a:gd name="connsiteX68" fmla="*/ 29736 w 252539"/>
                            <a:gd name="connsiteY68" fmla="*/ 152776 h 228028"/>
                            <a:gd name="connsiteX69" fmla="*/ 24978 w 252539"/>
                            <a:gd name="connsiteY69" fmla="*/ 168239 h 228028"/>
                            <a:gd name="connsiteX70" fmla="*/ 30925 w 252539"/>
                            <a:gd name="connsiteY70" fmla="*/ 186080 h 228028"/>
                            <a:gd name="connsiteX71" fmla="*/ 34493 w 252539"/>
                            <a:gd name="connsiteY71" fmla="*/ 195596 h 228028"/>
                            <a:gd name="connsiteX72" fmla="*/ 39251 w 252539"/>
                            <a:gd name="connsiteY72" fmla="*/ 194407 h 228028"/>
                            <a:gd name="connsiteX73" fmla="*/ 42819 w 252539"/>
                            <a:gd name="connsiteY73" fmla="*/ 196785 h 228028"/>
                            <a:gd name="connsiteX74" fmla="*/ 61850 w 252539"/>
                            <a:gd name="connsiteY74" fmla="*/ 195596 h 228028"/>
                            <a:gd name="connsiteX75" fmla="*/ 72555 w 252539"/>
                            <a:gd name="connsiteY75" fmla="*/ 188459 h 228028"/>
                            <a:gd name="connsiteX76" fmla="*/ 71366 w 252539"/>
                            <a:gd name="connsiteY76" fmla="*/ 195596 h 228028"/>
                            <a:gd name="connsiteX77" fmla="*/ 72555 w 252539"/>
                            <a:gd name="connsiteY77" fmla="*/ 201543 h 228028"/>
                            <a:gd name="connsiteX78" fmla="*/ 73744 w 252539"/>
                            <a:gd name="connsiteY78" fmla="*/ 214627 h 228028"/>
                            <a:gd name="connsiteX79" fmla="*/ 76123 w 252539"/>
                            <a:gd name="connsiteY79" fmla="*/ 214627 h 228028"/>
                            <a:gd name="connsiteX80" fmla="*/ 102291 w 252539"/>
                            <a:gd name="connsiteY80" fmla="*/ 203922 h 228028"/>
                            <a:gd name="connsiteX81" fmla="*/ 108238 w 252539"/>
                            <a:gd name="connsiteY81" fmla="*/ 202732 h 228028"/>
                            <a:gd name="connsiteX82" fmla="*/ 115375 w 252539"/>
                            <a:gd name="connsiteY82" fmla="*/ 205111 h 228028"/>
                            <a:gd name="connsiteX83" fmla="*/ 124891 w 252539"/>
                            <a:gd name="connsiteY83" fmla="*/ 214627 h 228028"/>
                            <a:gd name="connsiteX84" fmla="*/ 122512 w 252539"/>
                            <a:gd name="connsiteY84" fmla="*/ 206301 h 228028"/>
                            <a:gd name="connsiteX85" fmla="*/ 132027 w 252539"/>
                            <a:gd name="connsiteY85" fmla="*/ 209869 h 228028"/>
                            <a:gd name="connsiteX86" fmla="*/ 133216 w 252539"/>
                            <a:gd name="connsiteY86" fmla="*/ 212248 h 228028"/>
                            <a:gd name="connsiteX87" fmla="*/ 146300 w 252539"/>
                            <a:gd name="connsiteY87" fmla="*/ 226521 h 228028"/>
                            <a:gd name="connsiteX88" fmla="*/ 159384 w 252539"/>
                            <a:gd name="connsiteY88" fmla="*/ 221763 h 228028"/>
                            <a:gd name="connsiteX89" fmla="*/ 158195 w 252539"/>
                            <a:gd name="connsiteY89" fmla="*/ 222953 h 228028"/>
                            <a:gd name="connsiteX90" fmla="*/ 172468 w 252539"/>
                            <a:gd name="connsiteY90" fmla="*/ 212248 h 228028"/>
                            <a:gd name="connsiteX91" fmla="*/ 179604 w 252539"/>
                            <a:gd name="connsiteY91" fmla="*/ 202732 h 22802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</a:cxnLst>
                          <a:rect l="l" t="t" r="r" b="b"/>
                          <a:pathLst>
                            <a:path w="252539" h="228028">
                              <a:moveTo>
                                <a:pt x="179604" y="202732"/>
                              </a:moveTo>
                              <a:cubicBezTo>
                                <a:pt x="179604" y="199164"/>
                                <a:pt x="179604" y="199164"/>
                                <a:pt x="184362" y="197975"/>
                              </a:cubicBezTo>
                              <a:cubicBezTo>
                                <a:pt x="186741" y="196785"/>
                                <a:pt x="187931" y="193217"/>
                                <a:pt x="187931" y="190838"/>
                              </a:cubicBezTo>
                              <a:cubicBezTo>
                                <a:pt x="187931" y="188459"/>
                                <a:pt x="184362" y="190838"/>
                                <a:pt x="190310" y="186080"/>
                              </a:cubicBezTo>
                              <a:cubicBezTo>
                                <a:pt x="192688" y="184891"/>
                                <a:pt x="190310" y="181323"/>
                                <a:pt x="187931" y="178944"/>
                              </a:cubicBezTo>
                              <a:cubicBezTo>
                                <a:pt x="186741" y="177755"/>
                                <a:pt x="190310" y="174186"/>
                                <a:pt x="190310" y="172997"/>
                              </a:cubicBezTo>
                              <a:cubicBezTo>
                                <a:pt x="189120" y="170618"/>
                                <a:pt x="184362" y="172997"/>
                                <a:pt x="183173" y="170618"/>
                              </a:cubicBezTo>
                              <a:cubicBezTo>
                                <a:pt x="180794" y="165860"/>
                                <a:pt x="191499" y="164671"/>
                                <a:pt x="192688" y="162292"/>
                              </a:cubicBezTo>
                              <a:cubicBezTo>
                                <a:pt x="195067" y="158724"/>
                                <a:pt x="195067" y="148019"/>
                                <a:pt x="197446" y="148019"/>
                              </a:cubicBezTo>
                              <a:cubicBezTo>
                                <a:pt x="199825" y="148019"/>
                                <a:pt x="197446" y="152776"/>
                                <a:pt x="199825" y="152776"/>
                              </a:cubicBezTo>
                              <a:cubicBezTo>
                                <a:pt x="201014" y="152776"/>
                                <a:pt x="201014" y="151587"/>
                                <a:pt x="201014" y="151587"/>
                              </a:cubicBezTo>
                              <a:cubicBezTo>
                                <a:pt x="203393" y="148019"/>
                                <a:pt x="205772" y="145640"/>
                                <a:pt x="206961" y="140882"/>
                              </a:cubicBezTo>
                              <a:cubicBezTo>
                                <a:pt x="206961" y="138503"/>
                                <a:pt x="206961" y="136124"/>
                                <a:pt x="208151" y="134935"/>
                              </a:cubicBezTo>
                              <a:cubicBezTo>
                                <a:pt x="209340" y="133745"/>
                                <a:pt x="210529" y="132556"/>
                                <a:pt x="211719" y="131366"/>
                              </a:cubicBezTo>
                              <a:cubicBezTo>
                                <a:pt x="212908" y="128988"/>
                                <a:pt x="215287" y="123041"/>
                                <a:pt x="216477" y="120662"/>
                              </a:cubicBezTo>
                              <a:cubicBezTo>
                                <a:pt x="217666" y="115904"/>
                                <a:pt x="216477" y="111146"/>
                                <a:pt x="217666" y="107578"/>
                              </a:cubicBezTo>
                              <a:cubicBezTo>
                                <a:pt x="222424" y="106389"/>
                                <a:pt x="218856" y="94494"/>
                                <a:pt x="227182" y="98062"/>
                              </a:cubicBezTo>
                              <a:cubicBezTo>
                                <a:pt x="227182" y="98062"/>
                                <a:pt x="227182" y="98062"/>
                                <a:pt x="227182" y="98062"/>
                              </a:cubicBezTo>
                              <a:cubicBezTo>
                                <a:pt x="229561" y="96873"/>
                                <a:pt x="229561" y="93305"/>
                                <a:pt x="229561" y="90926"/>
                              </a:cubicBezTo>
                              <a:cubicBezTo>
                                <a:pt x="234318" y="94494"/>
                                <a:pt x="237887" y="99252"/>
                                <a:pt x="243834" y="98062"/>
                              </a:cubicBezTo>
                              <a:cubicBezTo>
                                <a:pt x="248591" y="96873"/>
                                <a:pt x="255729" y="94494"/>
                                <a:pt x="250971" y="88547"/>
                              </a:cubicBezTo>
                              <a:cubicBezTo>
                                <a:pt x="247402" y="84978"/>
                                <a:pt x="242644" y="82600"/>
                                <a:pt x="239076" y="80221"/>
                              </a:cubicBezTo>
                              <a:cubicBezTo>
                                <a:pt x="234318" y="77842"/>
                                <a:pt x="230750" y="73084"/>
                                <a:pt x="227182" y="70705"/>
                              </a:cubicBezTo>
                              <a:cubicBezTo>
                                <a:pt x="224803" y="68326"/>
                                <a:pt x="222424" y="65947"/>
                                <a:pt x="224803" y="62379"/>
                              </a:cubicBezTo>
                              <a:cubicBezTo>
                                <a:pt x="225993" y="60000"/>
                                <a:pt x="230750" y="60000"/>
                                <a:pt x="230750" y="57622"/>
                              </a:cubicBezTo>
                              <a:cubicBezTo>
                                <a:pt x="231940" y="52864"/>
                                <a:pt x="222424" y="46917"/>
                                <a:pt x="220045" y="43348"/>
                              </a:cubicBezTo>
                              <a:cubicBezTo>
                                <a:pt x="218856" y="40970"/>
                                <a:pt x="216477" y="38591"/>
                                <a:pt x="215287" y="36212"/>
                              </a:cubicBezTo>
                              <a:cubicBezTo>
                                <a:pt x="212908" y="31454"/>
                                <a:pt x="216477" y="32643"/>
                                <a:pt x="216477" y="29075"/>
                              </a:cubicBezTo>
                              <a:cubicBezTo>
                                <a:pt x="216477" y="25507"/>
                                <a:pt x="211719" y="25507"/>
                                <a:pt x="211719" y="21939"/>
                              </a:cubicBezTo>
                              <a:cubicBezTo>
                                <a:pt x="211719" y="17181"/>
                                <a:pt x="217666" y="19560"/>
                                <a:pt x="220045" y="19560"/>
                              </a:cubicBezTo>
                              <a:cubicBezTo>
                                <a:pt x="221235" y="18370"/>
                                <a:pt x="225993" y="19560"/>
                                <a:pt x="222424" y="15991"/>
                              </a:cubicBezTo>
                              <a:cubicBezTo>
                                <a:pt x="221235" y="14802"/>
                                <a:pt x="220045" y="14802"/>
                                <a:pt x="218856" y="14802"/>
                              </a:cubicBezTo>
                              <a:cubicBezTo>
                                <a:pt x="217666" y="13612"/>
                                <a:pt x="217666" y="12423"/>
                                <a:pt x="217666" y="12423"/>
                              </a:cubicBezTo>
                              <a:cubicBezTo>
                                <a:pt x="216477" y="10044"/>
                                <a:pt x="214098" y="8855"/>
                                <a:pt x="216477" y="5287"/>
                              </a:cubicBezTo>
                              <a:cubicBezTo>
                                <a:pt x="216477" y="4097"/>
                                <a:pt x="217666" y="2908"/>
                                <a:pt x="218856" y="2908"/>
                              </a:cubicBezTo>
                              <a:cubicBezTo>
                                <a:pt x="214098" y="1718"/>
                                <a:pt x="210529" y="1718"/>
                                <a:pt x="205772" y="529"/>
                              </a:cubicBezTo>
                              <a:cubicBezTo>
                                <a:pt x="198635" y="-661"/>
                                <a:pt x="191499" y="529"/>
                                <a:pt x="184362" y="529"/>
                              </a:cubicBezTo>
                              <a:cubicBezTo>
                                <a:pt x="179604" y="529"/>
                                <a:pt x="178415" y="529"/>
                                <a:pt x="176036" y="4097"/>
                              </a:cubicBezTo>
                              <a:cubicBezTo>
                                <a:pt x="174846" y="6476"/>
                                <a:pt x="173657" y="10044"/>
                                <a:pt x="172468" y="12423"/>
                              </a:cubicBezTo>
                              <a:cubicBezTo>
                                <a:pt x="170089" y="18370"/>
                                <a:pt x="168899" y="25507"/>
                                <a:pt x="166521" y="31454"/>
                              </a:cubicBezTo>
                              <a:cubicBezTo>
                                <a:pt x="164142" y="37401"/>
                                <a:pt x="160574" y="42159"/>
                                <a:pt x="158195" y="48106"/>
                              </a:cubicBezTo>
                              <a:cubicBezTo>
                                <a:pt x="154627" y="54053"/>
                                <a:pt x="153437" y="61190"/>
                                <a:pt x="149869" y="67137"/>
                              </a:cubicBezTo>
                              <a:cubicBezTo>
                                <a:pt x="146300" y="73084"/>
                                <a:pt x="143921" y="79031"/>
                                <a:pt x="137974" y="80221"/>
                              </a:cubicBezTo>
                              <a:cubicBezTo>
                                <a:pt x="134406" y="81410"/>
                                <a:pt x="130838" y="81410"/>
                                <a:pt x="127269" y="81410"/>
                              </a:cubicBezTo>
                              <a:cubicBezTo>
                                <a:pt x="123701" y="82600"/>
                                <a:pt x="122512" y="84978"/>
                                <a:pt x="118944" y="84978"/>
                              </a:cubicBezTo>
                              <a:cubicBezTo>
                                <a:pt x="115375" y="84978"/>
                                <a:pt x="112996" y="83789"/>
                                <a:pt x="110617" y="81410"/>
                              </a:cubicBezTo>
                              <a:cubicBezTo>
                                <a:pt x="107049" y="79031"/>
                                <a:pt x="107049" y="79031"/>
                                <a:pt x="102291" y="79031"/>
                              </a:cubicBezTo>
                              <a:cubicBezTo>
                                <a:pt x="98723" y="79031"/>
                                <a:pt x="95155" y="79031"/>
                                <a:pt x="92776" y="80221"/>
                              </a:cubicBezTo>
                              <a:cubicBezTo>
                                <a:pt x="90397" y="81410"/>
                                <a:pt x="88018" y="83789"/>
                                <a:pt x="85639" y="84978"/>
                              </a:cubicBezTo>
                              <a:cubicBezTo>
                                <a:pt x="82071" y="86168"/>
                                <a:pt x="79692" y="86168"/>
                                <a:pt x="76123" y="86168"/>
                              </a:cubicBezTo>
                              <a:cubicBezTo>
                                <a:pt x="72555" y="86168"/>
                                <a:pt x="68987" y="87357"/>
                                <a:pt x="65419" y="87357"/>
                              </a:cubicBezTo>
                              <a:cubicBezTo>
                                <a:pt x="61850" y="87357"/>
                                <a:pt x="60661" y="87357"/>
                                <a:pt x="60661" y="87357"/>
                              </a:cubicBezTo>
                              <a:cubicBezTo>
                                <a:pt x="58282" y="88547"/>
                                <a:pt x="55903" y="88547"/>
                                <a:pt x="53525" y="89736"/>
                              </a:cubicBezTo>
                              <a:cubicBezTo>
                                <a:pt x="51146" y="90926"/>
                                <a:pt x="51146" y="92115"/>
                                <a:pt x="46388" y="92115"/>
                              </a:cubicBezTo>
                              <a:cubicBezTo>
                                <a:pt x="39251" y="92115"/>
                                <a:pt x="40440" y="87357"/>
                                <a:pt x="36872" y="83789"/>
                              </a:cubicBezTo>
                              <a:cubicBezTo>
                                <a:pt x="30925" y="76653"/>
                                <a:pt x="21410" y="74274"/>
                                <a:pt x="19031" y="64758"/>
                              </a:cubicBezTo>
                              <a:cubicBezTo>
                                <a:pt x="17842" y="63569"/>
                                <a:pt x="17842" y="63569"/>
                                <a:pt x="16652" y="63569"/>
                              </a:cubicBezTo>
                              <a:cubicBezTo>
                                <a:pt x="13083" y="68326"/>
                                <a:pt x="9515" y="73084"/>
                                <a:pt x="5947" y="77842"/>
                              </a:cubicBezTo>
                              <a:cubicBezTo>
                                <a:pt x="3568" y="81410"/>
                                <a:pt x="2378" y="83789"/>
                                <a:pt x="2378" y="87357"/>
                              </a:cubicBezTo>
                              <a:cubicBezTo>
                                <a:pt x="2378" y="90926"/>
                                <a:pt x="3568" y="94494"/>
                                <a:pt x="0" y="95683"/>
                              </a:cubicBezTo>
                              <a:cubicBezTo>
                                <a:pt x="0" y="101630"/>
                                <a:pt x="0" y="104010"/>
                                <a:pt x="2378" y="108767"/>
                              </a:cubicBezTo>
                              <a:cubicBezTo>
                                <a:pt x="4757" y="112336"/>
                                <a:pt x="10704" y="115904"/>
                                <a:pt x="9515" y="119472"/>
                              </a:cubicBezTo>
                              <a:cubicBezTo>
                                <a:pt x="9515" y="120662"/>
                                <a:pt x="7136" y="119472"/>
                                <a:pt x="5947" y="120662"/>
                              </a:cubicBezTo>
                              <a:cubicBezTo>
                                <a:pt x="2378" y="126609"/>
                                <a:pt x="11894" y="127798"/>
                                <a:pt x="17842" y="125419"/>
                              </a:cubicBezTo>
                              <a:cubicBezTo>
                                <a:pt x="22599" y="124230"/>
                                <a:pt x="32114" y="117093"/>
                                <a:pt x="33304" y="121851"/>
                              </a:cubicBezTo>
                              <a:cubicBezTo>
                                <a:pt x="34493" y="126609"/>
                                <a:pt x="24978" y="126609"/>
                                <a:pt x="20220" y="127798"/>
                              </a:cubicBezTo>
                              <a:cubicBezTo>
                                <a:pt x="14273" y="128988"/>
                                <a:pt x="10704" y="128988"/>
                                <a:pt x="7136" y="133745"/>
                              </a:cubicBezTo>
                              <a:cubicBezTo>
                                <a:pt x="5947" y="136124"/>
                                <a:pt x="16652" y="137314"/>
                                <a:pt x="19031" y="139693"/>
                              </a:cubicBezTo>
                              <a:cubicBezTo>
                                <a:pt x="22599" y="142072"/>
                                <a:pt x="28546" y="145640"/>
                                <a:pt x="29736" y="152776"/>
                              </a:cubicBezTo>
                              <a:cubicBezTo>
                                <a:pt x="30925" y="158724"/>
                                <a:pt x="21410" y="162292"/>
                                <a:pt x="24978" y="168239"/>
                              </a:cubicBezTo>
                              <a:cubicBezTo>
                                <a:pt x="28546" y="174186"/>
                                <a:pt x="29736" y="180133"/>
                                <a:pt x="30925" y="186080"/>
                              </a:cubicBezTo>
                              <a:cubicBezTo>
                                <a:pt x="32114" y="189649"/>
                                <a:pt x="30925" y="194407"/>
                                <a:pt x="34493" y="195596"/>
                              </a:cubicBezTo>
                              <a:cubicBezTo>
                                <a:pt x="36872" y="195596"/>
                                <a:pt x="38061" y="194407"/>
                                <a:pt x="39251" y="194407"/>
                              </a:cubicBezTo>
                              <a:cubicBezTo>
                                <a:pt x="41630" y="194407"/>
                                <a:pt x="40440" y="196785"/>
                                <a:pt x="42819" y="196785"/>
                              </a:cubicBezTo>
                              <a:cubicBezTo>
                                <a:pt x="47577" y="199164"/>
                                <a:pt x="55903" y="195596"/>
                                <a:pt x="61850" y="195596"/>
                              </a:cubicBezTo>
                              <a:cubicBezTo>
                                <a:pt x="71366" y="195596"/>
                                <a:pt x="70176" y="186080"/>
                                <a:pt x="72555" y="188459"/>
                              </a:cubicBezTo>
                              <a:cubicBezTo>
                                <a:pt x="73744" y="189649"/>
                                <a:pt x="71366" y="193217"/>
                                <a:pt x="71366" y="195596"/>
                              </a:cubicBezTo>
                              <a:cubicBezTo>
                                <a:pt x="71366" y="197975"/>
                                <a:pt x="72555" y="199164"/>
                                <a:pt x="72555" y="201543"/>
                              </a:cubicBezTo>
                              <a:cubicBezTo>
                                <a:pt x="73744" y="205111"/>
                                <a:pt x="70176" y="213438"/>
                                <a:pt x="73744" y="214627"/>
                              </a:cubicBezTo>
                              <a:cubicBezTo>
                                <a:pt x="74934" y="214627"/>
                                <a:pt x="74934" y="214627"/>
                                <a:pt x="76123" y="214627"/>
                              </a:cubicBezTo>
                              <a:cubicBezTo>
                                <a:pt x="84450" y="207490"/>
                                <a:pt x="93965" y="208680"/>
                                <a:pt x="102291" y="203922"/>
                              </a:cubicBezTo>
                              <a:cubicBezTo>
                                <a:pt x="105859" y="201543"/>
                                <a:pt x="104670" y="201543"/>
                                <a:pt x="108238" y="202732"/>
                              </a:cubicBezTo>
                              <a:cubicBezTo>
                                <a:pt x="110617" y="202732"/>
                                <a:pt x="114185" y="203922"/>
                                <a:pt x="115375" y="205111"/>
                              </a:cubicBezTo>
                              <a:cubicBezTo>
                                <a:pt x="117754" y="207490"/>
                                <a:pt x="122512" y="218195"/>
                                <a:pt x="124891" y="214627"/>
                              </a:cubicBezTo>
                              <a:cubicBezTo>
                                <a:pt x="127269" y="212248"/>
                                <a:pt x="120133" y="209869"/>
                                <a:pt x="122512" y="206301"/>
                              </a:cubicBezTo>
                              <a:cubicBezTo>
                                <a:pt x="126080" y="202732"/>
                                <a:pt x="124891" y="207490"/>
                                <a:pt x="132027" y="209869"/>
                              </a:cubicBezTo>
                              <a:cubicBezTo>
                                <a:pt x="133216" y="209869"/>
                                <a:pt x="132027" y="212248"/>
                                <a:pt x="133216" y="212248"/>
                              </a:cubicBezTo>
                              <a:cubicBezTo>
                                <a:pt x="140353" y="219385"/>
                                <a:pt x="140353" y="232468"/>
                                <a:pt x="146300" y="226521"/>
                              </a:cubicBezTo>
                              <a:cubicBezTo>
                                <a:pt x="148679" y="224143"/>
                                <a:pt x="157005" y="218195"/>
                                <a:pt x="159384" y="221763"/>
                              </a:cubicBezTo>
                              <a:cubicBezTo>
                                <a:pt x="159384" y="221763"/>
                                <a:pt x="158195" y="221763"/>
                                <a:pt x="158195" y="222953"/>
                              </a:cubicBezTo>
                              <a:cubicBezTo>
                                <a:pt x="161763" y="227711"/>
                                <a:pt x="170089" y="217006"/>
                                <a:pt x="172468" y="212248"/>
                              </a:cubicBezTo>
                              <a:cubicBezTo>
                                <a:pt x="177225" y="208680"/>
                                <a:pt x="179604" y="206301"/>
                                <a:pt x="179604" y="20273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7" name="Freeform 996">
                          <a:extLst>
                            <a:ext uri="{FF2B5EF4-FFF2-40B4-BE49-F238E27FC236}">
                              <a16:creationId xmlns:a16="http://schemas.microsoft.com/office/drawing/2014/main" id="{B59766E2-2752-5D8F-AFCD-C977F15682A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56371" y="4272528"/>
                          <a:ext cx="287393" cy="313387"/>
                        </a:xfrm>
                        <a:custGeom>
                          <a:avLst/>
                          <a:gdLst>
                            <a:gd name="connsiteX0" fmla="*/ 268256 w 287393"/>
                            <a:gd name="connsiteY0" fmla="*/ 299737 h 313387"/>
                            <a:gd name="connsiteX1" fmla="*/ 278960 w 287393"/>
                            <a:gd name="connsiteY1" fmla="*/ 308064 h 313387"/>
                            <a:gd name="connsiteX2" fmla="*/ 278960 w 287393"/>
                            <a:gd name="connsiteY2" fmla="*/ 304495 h 313387"/>
                            <a:gd name="connsiteX3" fmla="*/ 277771 w 287393"/>
                            <a:gd name="connsiteY3" fmla="*/ 297359 h 313387"/>
                            <a:gd name="connsiteX4" fmla="*/ 280150 w 287393"/>
                            <a:gd name="connsiteY4" fmla="*/ 283085 h 313387"/>
                            <a:gd name="connsiteX5" fmla="*/ 277771 w 287393"/>
                            <a:gd name="connsiteY5" fmla="*/ 270002 h 313387"/>
                            <a:gd name="connsiteX6" fmla="*/ 282529 w 287393"/>
                            <a:gd name="connsiteY6" fmla="*/ 258107 h 313387"/>
                            <a:gd name="connsiteX7" fmla="*/ 284907 w 287393"/>
                            <a:gd name="connsiteY7" fmla="*/ 246213 h 313387"/>
                            <a:gd name="connsiteX8" fmla="*/ 286097 w 287393"/>
                            <a:gd name="connsiteY8" fmla="*/ 236698 h 313387"/>
                            <a:gd name="connsiteX9" fmla="*/ 268256 w 287393"/>
                            <a:gd name="connsiteY9" fmla="*/ 218856 h 313387"/>
                            <a:gd name="connsiteX10" fmla="*/ 253982 w 287393"/>
                            <a:gd name="connsiteY10" fmla="*/ 216477 h 313387"/>
                            <a:gd name="connsiteX11" fmla="*/ 245656 w 287393"/>
                            <a:gd name="connsiteY11" fmla="*/ 205772 h 313387"/>
                            <a:gd name="connsiteX12" fmla="*/ 244467 w 287393"/>
                            <a:gd name="connsiteY12" fmla="*/ 183173 h 313387"/>
                            <a:gd name="connsiteX13" fmla="*/ 229004 w 287393"/>
                            <a:gd name="connsiteY13" fmla="*/ 181983 h 313387"/>
                            <a:gd name="connsiteX14" fmla="*/ 220678 w 287393"/>
                            <a:gd name="connsiteY14" fmla="*/ 171279 h 313387"/>
                            <a:gd name="connsiteX15" fmla="*/ 227815 w 287393"/>
                            <a:gd name="connsiteY15" fmla="*/ 165331 h 313387"/>
                            <a:gd name="connsiteX16" fmla="*/ 212352 w 287393"/>
                            <a:gd name="connsiteY16" fmla="*/ 162952 h 313387"/>
                            <a:gd name="connsiteX17" fmla="*/ 230194 w 287393"/>
                            <a:gd name="connsiteY17" fmla="*/ 154627 h 313387"/>
                            <a:gd name="connsiteX18" fmla="*/ 218299 w 287393"/>
                            <a:gd name="connsiteY18" fmla="*/ 141543 h 313387"/>
                            <a:gd name="connsiteX19" fmla="*/ 201647 w 287393"/>
                            <a:gd name="connsiteY19" fmla="*/ 148679 h 313387"/>
                            <a:gd name="connsiteX20" fmla="*/ 207594 w 287393"/>
                            <a:gd name="connsiteY20" fmla="*/ 137975 h 313387"/>
                            <a:gd name="connsiteX21" fmla="*/ 189753 w 287393"/>
                            <a:gd name="connsiteY21" fmla="*/ 133217 h 313387"/>
                            <a:gd name="connsiteX22" fmla="*/ 183805 w 287393"/>
                            <a:gd name="connsiteY22" fmla="*/ 121322 h 313387"/>
                            <a:gd name="connsiteX23" fmla="*/ 176669 w 287393"/>
                            <a:gd name="connsiteY23" fmla="*/ 110617 h 313387"/>
                            <a:gd name="connsiteX24" fmla="*/ 161207 w 287393"/>
                            <a:gd name="connsiteY24" fmla="*/ 103481 h 313387"/>
                            <a:gd name="connsiteX25" fmla="*/ 161207 w 287393"/>
                            <a:gd name="connsiteY25" fmla="*/ 95155 h 313387"/>
                            <a:gd name="connsiteX26" fmla="*/ 154069 w 287393"/>
                            <a:gd name="connsiteY26" fmla="*/ 91586 h 313387"/>
                            <a:gd name="connsiteX27" fmla="*/ 140986 w 287393"/>
                            <a:gd name="connsiteY27" fmla="*/ 83260 h 313387"/>
                            <a:gd name="connsiteX28" fmla="*/ 130281 w 287393"/>
                            <a:gd name="connsiteY28" fmla="*/ 80881 h 313387"/>
                            <a:gd name="connsiteX29" fmla="*/ 124334 w 287393"/>
                            <a:gd name="connsiteY29" fmla="*/ 71366 h 313387"/>
                            <a:gd name="connsiteX30" fmla="*/ 120765 w 287393"/>
                            <a:gd name="connsiteY30" fmla="*/ 63040 h 313387"/>
                            <a:gd name="connsiteX31" fmla="*/ 100545 w 287393"/>
                            <a:gd name="connsiteY31" fmla="*/ 51146 h 313387"/>
                            <a:gd name="connsiteX32" fmla="*/ 79135 w 287393"/>
                            <a:gd name="connsiteY32" fmla="*/ 36873 h 313387"/>
                            <a:gd name="connsiteX33" fmla="*/ 73188 w 287393"/>
                            <a:gd name="connsiteY33" fmla="*/ 24978 h 313387"/>
                            <a:gd name="connsiteX34" fmla="*/ 61294 w 287393"/>
                            <a:gd name="connsiteY34" fmla="*/ 9515 h 313387"/>
                            <a:gd name="connsiteX35" fmla="*/ 27990 w 287393"/>
                            <a:gd name="connsiteY35" fmla="*/ 9515 h 313387"/>
                            <a:gd name="connsiteX36" fmla="*/ 16095 w 287393"/>
                            <a:gd name="connsiteY36" fmla="*/ 3568 h 313387"/>
                            <a:gd name="connsiteX37" fmla="*/ 633 w 287393"/>
                            <a:gd name="connsiteY37" fmla="*/ 0 h 313387"/>
                            <a:gd name="connsiteX38" fmla="*/ 7769 w 287393"/>
                            <a:gd name="connsiteY38" fmla="*/ 24978 h 313387"/>
                            <a:gd name="connsiteX39" fmla="*/ 27990 w 287393"/>
                            <a:gd name="connsiteY39" fmla="*/ 41630 h 313387"/>
                            <a:gd name="connsiteX40" fmla="*/ 49399 w 287393"/>
                            <a:gd name="connsiteY40" fmla="*/ 57093 h 313387"/>
                            <a:gd name="connsiteX41" fmla="*/ 66052 w 287393"/>
                            <a:gd name="connsiteY41" fmla="*/ 77313 h 313387"/>
                            <a:gd name="connsiteX42" fmla="*/ 69620 w 287393"/>
                            <a:gd name="connsiteY42" fmla="*/ 83260 h 313387"/>
                            <a:gd name="connsiteX43" fmla="*/ 73188 w 287393"/>
                            <a:gd name="connsiteY43" fmla="*/ 92776 h 313387"/>
                            <a:gd name="connsiteX44" fmla="*/ 82703 w 287393"/>
                            <a:gd name="connsiteY44" fmla="*/ 96344 h 313387"/>
                            <a:gd name="connsiteX45" fmla="*/ 88651 w 287393"/>
                            <a:gd name="connsiteY45" fmla="*/ 102291 h 313387"/>
                            <a:gd name="connsiteX46" fmla="*/ 96977 w 287393"/>
                            <a:gd name="connsiteY46" fmla="*/ 107049 h 313387"/>
                            <a:gd name="connsiteX47" fmla="*/ 101735 w 287393"/>
                            <a:gd name="connsiteY47" fmla="*/ 132027 h 313387"/>
                            <a:gd name="connsiteX48" fmla="*/ 107682 w 287393"/>
                            <a:gd name="connsiteY48" fmla="*/ 143922 h 313387"/>
                            <a:gd name="connsiteX49" fmla="*/ 120765 w 287393"/>
                            <a:gd name="connsiteY49" fmla="*/ 149869 h 313387"/>
                            <a:gd name="connsiteX50" fmla="*/ 125523 w 287393"/>
                            <a:gd name="connsiteY50" fmla="*/ 162952 h 313387"/>
                            <a:gd name="connsiteX51" fmla="*/ 133850 w 287393"/>
                            <a:gd name="connsiteY51" fmla="*/ 172468 h 313387"/>
                            <a:gd name="connsiteX52" fmla="*/ 136228 w 287393"/>
                            <a:gd name="connsiteY52" fmla="*/ 187931 h 313387"/>
                            <a:gd name="connsiteX53" fmla="*/ 143365 w 287393"/>
                            <a:gd name="connsiteY53" fmla="*/ 199825 h 313387"/>
                            <a:gd name="connsiteX54" fmla="*/ 149312 w 287393"/>
                            <a:gd name="connsiteY54" fmla="*/ 216477 h 313387"/>
                            <a:gd name="connsiteX55" fmla="*/ 165964 w 287393"/>
                            <a:gd name="connsiteY55" fmla="*/ 234318 h 313387"/>
                            <a:gd name="connsiteX56" fmla="*/ 173101 w 287393"/>
                            <a:gd name="connsiteY56" fmla="*/ 245024 h 313387"/>
                            <a:gd name="connsiteX57" fmla="*/ 183805 w 287393"/>
                            <a:gd name="connsiteY57" fmla="*/ 252160 h 313387"/>
                            <a:gd name="connsiteX58" fmla="*/ 198079 w 287393"/>
                            <a:gd name="connsiteY58" fmla="*/ 268812 h 313387"/>
                            <a:gd name="connsiteX59" fmla="*/ 206405 w 287393"/>
                            <a:gd name="connsiteY59" fmla="*/ 275949 h 313387"/>
                            <a:gd name="connsiteX60" fmla="*/ 212352 w 287393"/>
                            <a:gd name="connsiteY60" fmla="*/ 283085 h 313387"/>
                            <a:gd name="connsiteX61" fmla="*/ 221867 w 287393"/>
                            <a:gd name="connsiteY61" fmla="*/ 289033 h 313387"/>
                            <a:gd name="connsiteX62" fmla="*/ 230194 w 287393"/>
                            <a:gd name="connsiteY62" fmla="*/ 297359 h 313387"/>
                            <a:gd name="connsiteX63" fmla="*/ 245656 w 287393"/>
                            <a:gd name="connsiteY63" fmla="*/ 312821 h 313387"/>
                            <a:gd name="connsiteX64" fmla="*/ 245656 w 287393"/>
                            <a:gd name="connsiteY64" fmla="*/ 300927 h 313387"/>
                            <a:gd name="connsiteX65" fmla="*/ 259929 w 287393"/>
                            <a:gd name="connsiteY65" fmla="*/ 309253 h 313387"/>
                            <a:gd name="connsiteX66" fmla="*/ 268256 w 287393"/>
                            <a:gd name="connsiteY66" fmla="*/ 299737 h 31338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</a:cxnLst>
                          <a:rect l="l" t="t" r="r" b="b"/>
                          <a:pathLst>
                            <a:path w="287393" h="313387">
                              <a:moveTo>
                                <a:pt x="268256" y="299737"/>
                              </a:moveTo>
                              <a:cubicBezTo>
                                <a:pt x="273013" y="300927"/>
                                <a:pt x="274203" y="312821"/>
                                <a:pt x="278960" y="308064"/>
                              </a:cubicBezTo>
                              <a:cubicBezTo>
                                <a:pt x="280150" y="306874"/>
                                <a:pt x="278960" y="305685"/>
                                <a:pt x="278960" y="304495"/>
                              </a:cubicBezTo>
                              <a:cubicBezTo>
                                <a:pt x="278960" y="302116"/>
                                <a:pt x="278960" y="299737"/>
                                <a:pt x="277771" y="297359"/>
                              </a:cubicBezTo>
                              <a:cubicBezTo>
                                <a:pt x="276582" y="291412"/>
                                <a:pt x="280150" y="287843"/>
                                <a:pt x="280150" y="283085"/>
                              </a:cubicBezTo>
                              <a:cubicBezTo>
                                <a:pt x="280150" y="277138"/>
                                <a:pt x="276582" y="275949"/>
                                <a:pt x="277771" y="270002"/>
                              </a:cubicBezTo>
                              <a:cubicBezTo>
                                <a:pt x="278960" y="265244"/>
                                <a:pt x="283718" y="262865"/>
                                <a:pt x="282529" y="258107"/>
                              </a:cubicBezTo>
                              <a:cubicBezTo>
                                <a:pt x="281339" y="254539"/>
                                <a:pt x="277771" y="252160"/>
                                <a:pt x="284907" y="246213"/>
                              </a:cubicBezTo>
                              <a:cubicBezTo>
                                <a:pt x="287286" y="245024"/>
                                <a:pt x="288476" y="239077"/>
                                <a:pt x="286097" y="236698"/>
                              </a:cubicBezTo>
                              <a:cubicBezTo>
                                <a:pt x="280150" y="229561"/>
                                <a:pt x="275392" y="222424"/>
                                <a:pt x="268256" y="218856"/>
                              </a:cubicBezTo>
                              <a:cubicBezTo>
                                <a:pt x="263498" y="216477"/>
                                <a:pt x="257550" y="218856"/>
                                <a:pt x="253982" y="216477"/>
                              </a:cubicBezTo>
                              <a:cubicBezTo>
                                <a:pt x="250414" y="214098"/>
                                <a:pt x="249224" y="210530"/>
                                <a:pt x="245656" y="205772"/>
                              </a:cubicBezTo>
                              <a:cubicBezTo>
                                <a:pt x="240899" y="199825"/>
                                <a:pt x="250414" y="189120"/>
                                <a:pt x="244467" y="183173"/>
                              </a:cubicBezTo>
                              <a:cubicBezTo>
                                <a:pt x="239709" y="179605"/>
                                <a:pt x="234952" y="184362"/>
                                <a:pt x="229004" y="181983"/>
                              </a:cubicBezTo>
                              <a:cubicBezTo>
                                <a:pt x="221867" y="180794"/>
                                <a:pt x="214731" y="178415"/>
                                <a:pt x="220678" y="171279"/>
                              </a:cubicBezTo>
                              <a:cubicBezTo>
                                <a:pt x="224246" y="167710"/>
                                <a:pt x="229004" y="170089"/>
                                <a:pt x="227815" y="165331"/>
                              </a:cubicBezTo>
                              <a:cubicBezTo>
                                <a:pt x="226625" y="159384"/>
                                <a:pt x="213541" y="168900"/>
                                <a:pt x="212352" y="162952"/>
                              </a:cubicBezTo>
                              <a:cubicBezTo>
                                <a:pt x="211163" y="159384"/>
                                <a:pt x="227815" y="158195"/>
                                <a:pt x="230194" y="154627"/>
                              </a:cubicBezTo>
                              <a:cubicBezTo>
                                <a:pt x="231383" y="153437"/>
                                <a:pt x="220678" y="142732"/>
                                <a:pt x="218299" y="141543"/>
                              </a:cubicBezTo>
                              <a:cubicBezTo>
                                <a:pt x="215920" y="140353"/>
                                <a:pt x="205216" y="151058"/>
                                <a:pt x="201647" y="148679"/>
                              </a:cubicBezTo>
                              <a:cubicBezTo>
                                <a:pt x="199269" y="147490"/>
                                <a:pt x="211163" y="142732"/>
                                <a:pt x="207594" y="137975"/>
                              </a:cubicBezTo>
                              <a:cubicBezTo>
                                <a:pt x="205216" y="134406"/>
                                <a:pt x="190942" y="134406"/>
                                <a:pt x="189753" y="133217"/>
                              </a:cubicBezTo>
                              <a:cubicBezTo>
                                <a:pt x="187374" y="130838"/>
                                <a:pt x="184995" y="124891"/>
                                <a:pt x="183805" y="121322"/>
                              </a:cubicBezTo>
                              <a:cubicBezTo>
                                <a:pt x="181427" y="116564"/>
                                <a:pt x="179048" y="114186"/>
                                <a:pt x="176669" y="110617"/>
                              </a:cubicBezTo>
                              <a:cubicBezTo>
                                <a:pt x="169533" y="108239"/>
                                <a:pt x="164775" y="111807"/>
                                <a:pt x="161207" y="103481"/>
                              </a:cubicBezTo>
                              <a:cubicBezTo>
                                <a:pt x="160017" y="101102"/>
                                <a:pt x="162396" y="96344"/>
                                <a:pt x="161207" y="95155"/>
                              </a:cubicBezTo>
                              <a:cubicBezTo>
                                <a:pt x="160017" y="92776"/>
                                <a:pt x="156448" y="92776"/>
                                <a:pt x="154069" y="91586"/>
                              </a:cubicBezTo>
                              <a:cubicBezTo>
                                <a:pt x="150501" y="89208"/>
                                <a:pt x="145744" y="83260"/>
                                <a:pt x="140986" y="83260"/>
                              </a:cubicBezTo>
                              <a:cubicBezTo>
                                <a:pt x="136228" y="83260"/>
                                <a:pt x="138607" y="86829"/>
                                <a:pt x="130281" y="80881"/>
                              </a:cubicBezTo>
                              <a:cubicBezTo>
                                <a:pt x="125523" y="76124"/>
                                <a:pt x="129092" y="76124"/>
                                <a:pt x="124334" y="71366"/>
                              </a:cubicBezTo>
                              <a:cubicBezTo>
                                <a:pt x="120765" y="67798"/>
                                <a:pt x="123144" y="66608"/>
                                <a:pt x="120765" y="63040"/>
                              </a:cubicBezTo>
                              <a:cubicBezTo>
                                <a:pt x="116008" y="55903"/>
                                <a:pt x="107682" y="57093"/>
                                <a:pt x="100545" y="51146"/>
                              </a:cubicBezTo>
                              <a:cubicBezTo>
                                <a:pt x="93409" y="45198"/>
                                <a:pt x="86272" y="41630"/>
                                <a:pt x="79135" y="36873"/>
                              </a:cubicBezTo>
                              <a:cubicBezTo>
                                <a:pt x="79135" y="32115"/>
                                <a:pt x="79135" y="24978"/>
                                <a:pt x="73188" y="24978"/>
                              </a:cubicBezTo>
                              <a:cubicBezTo>
                                <a:pt x="69620" y="19031"/>
                                <a:pt x="66052" y="14273"/>
                                <a:pt x="61294" y="9515"/>
                              </a:cubicBezTo>
                              <a:cubicBezTo>
                                <a:pt x="50589" y="7137"/>
                                <a:pt x="38695" y="11894"/>
                                <a:pt x="27990" y="9515"/>
                              </a:cubicBezTo>
                              <a:cubicBezTo>
                                <a:pt x="23232" y="8326"/>
                                <a:pt x="20853" y="5947"/>
                                <a:pt x="16095" y="3568"/>
                              </a:cubicBezTo>
                              <a:cubicBezTo>
                                <a:pt x="11337" y="0"/>
                                <a:pt x="7769" y="0"/>
                                <a:pt x="633" y="0"/>
                              </a:cubicBezTo>
                              <a:cubicBezTo>
                                <a:pt x="-1746" y="5947"/>
                                <a:pt x="3012" y="21410"/>
                                <a:pt x="7769" y="24978"/>
                              </a:cubicBezTo>
                              <a:cubicBezTo>
                                <a:pt x="13716" y="30925"/>
                                <a:pt x="22042" y="36873"/>
                                <a:pt x="27990" y="41630"/>
                              </a:cubicBezTo>
                              <a:cubicBezTo>
                                <a:pt x="35126" y="47577"/>
                                <a:pt x="43452" y="48767"/>
                                <a:pt x="49399" y="57093"/>
                              </a:cubicBezTo>
                              <a:cubicBezTo>
                                <a:pt x="54157" y="64229"/>
                                <a:pt x="58915" y="71366"/>
                                <a:pt x="66052" y="77313"/>
                              </a:cubicBezTo>
                              <a:cubicBezTo>
                                <a:pt x="68431" y="79692"/>
                                <a:pt x="71999" y="79692"/>
                                <a:pt x="69620" y="83260"/>
                              </a:cubicBezTo>
                              <a:cubicBezTo>
                                <a:pt x="73188" y="85639"/>
                                <a:pt x="70809" y="89208"/>
                                <a:pt x="73188" y="92776"/>
                              </a:cubicBezTo>
                              <a:cubicBezTo>
                                <a:pt x="75567" y="97533"/>
                                <a:pt x="77946" y="95155"/>
                                <a:pt x="82703" y="96344"/>
                              </a:cubicBezTo>
                              <a:cubicBezTo>
                                <a:pt x="86272" y="97533"/>
                                <a:pt x="86272" y="99912"/>
                                <a:pt x="88651" y="102291"/>
                              </a:cubicBezTo>
                              <a:cubicBezTo>
                                <a:pt x="91030" y="104670"/>
                                <a:pt x="94598" y="105860"/>
                                <a:pt x="96977" y="107049"/>
                              </a:cubicBezTo>
                              <a:cubicBezTo>
                                <a:pt x="91030" y="112996"/>
                                <a:pt x="99356" y="126080"/>
                                <a:pt x="101735" y="132027"/>
                              </a:cubicBezTo>
                              <a:cubicBezTo>
                                <a:pt x="102924" y="135596"/>
                                <a:pt x="104114" y="140353"/>
                                <a:pt x="107682" y="143922"/>
                              </a:cubicBezTo>
                              <a:cubicBezTo>
                                <a:pt x="111250" y="147490"/>
                                <a:pt x="117197" y="146300"/>
                                <a:pt x="120765" y="149869"/>
                              </a:cubicBezTo>
                              <a:cubicBezTo>
                                <a:pt x="124334" y="152248"/>
                                <a:pt x="123144" y="158195"/>
                                <a:pt x="125523" y="162952"/>
                              </a:cubicBezTo>
                              <a:cubicBezTo>
                                <a:pt x="127902" y="166521"/>
                                <a:pt x="132660" y="168900"/>
                                <a:pt x="133850" y="172468"/>
                              </a:cubicBezTo>
                              <a:cubicBezTo>
                                <a:pt x="136228" y="177226"/>
                                <a:pt x="133850" y="183173"/>
                                <a:pt x="136228" y="187931"/>
                              </a:cubicBezTo>
                              <a:cubicBezTo>
                                <a:pt x="137418" y="191499"/>
                                <a:pt x="140986" y="195067"/>
                                <a:pt x="143365" y="199825"/>
                              </a:cubicBezTo>
                              <a:cubicBezTo>
                                <a:pt x="145744" y="204583"/>
                                <a:pt x="145744" y="211719"/>
                                <a:pt x="149312" y="216477"/>
                              </a:cubicBezTo>
                              <a:cubicBezTo>
                                <a:pt x="154069" y="223614"/>
                                <a:pt x="160017" y="228371"/>
                                <a:pt x="165964" y="234318"/>
                              </a:cubicBezTo>
                              <a:cubicBezTo>
                                <a:pt x="169533" y="237887"/>
                                <a:pt x="170722" y="241455"/>
                                <a:pt x="173101" y="245024"/>
                              </a:cubicBezTo>
                              <a:cubicBezTo>
                                <a:pt x="175480" y="247402"/>
                                <a:pt x="181427" y="248592"/>
                                <a:pt x="183805" y="252160"/>
                              </a:cubicBezTo>
                              <a:cubicBezTo>
                                <a:pt x="188563" y="258107"/>
                                <a:pt x="192132" y="264054"/>
                                <a:pt x="198079" y="268812"/>
                              </a:cubicBezTo>
                              <a:cubicBezTo>
                                <a:pt x="200458" y="271191"/>
                                <a:pt x="204026" y="272381"/>
                                <a:pt x="206405" y="275949"/>
                              </a:cubicBezTo>
                              <a:cubicBezTo>
                                <a:pt x="208784" y="278328"/>
                                <a:pt x="209973" y="281896"/>
                                <a:pt x="212352" y="283085"/>
                              </a:cubicBezTo>
                              <a:cubicBezTo>
                                <a:pt x="215920" y="285464"/>
                                <a:pt x="218299" y="286654"/>
                                <a:pt x="221867" y="289033"/>
                              </a:cubicBezTo>
                              <a:cubicBezTo>
                                <a:pt x="225436" y="291412"/>
                                <a:pt x="226625" y="294980"/>
                                <a:pt x="230194" y="297359"/>
                              </a:cubicBezTo>
                              <a:cubicBezTo>
                                <a:pt x="234952" y="302116"/>
                                <a:pt x="239709" y="316390"/>
                                <a:pt x="245656" y="312821"/>
                              </a:cubicBezTo>
                              <a:cubicBezTo>
                                <a:pt x="249224" y="310443"/>
                                <a:pt x="242088" y="303306"/>
                                <a:pt x="245656" y="300927"/>
                              </a:cubicBezTo>
                              <a:cubicBezTo>
                                <a:pt x="250414" y="298548"/>
                                <a:pt x="255171" y="311632"/>
                                <a:pt x="259929" y="309253"/>
                              </a:cubicBezTo>
                              <a:cubicBezTo>
                                <a:pt x="262309" y="308064"/>
                                <a:pt x="263498" y="298548"/>
                                <a:pt x="268256" y="29973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8" name="Freeform 997">
                          <a:extLst>
                            <a:ext uri="{FF2B5EF4-FFF2-40B4-BE49-F238E27FC236}">
                              <a16:creationId xmlns:a16="http://schemas.microsoft.com/office/drawing/2014/main" id="{A6BF4ABD-7120-A6CE-DCF7-92F59BCD6B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6752" y="4422397"/>
                          <a:ext cx="8974" cy="5452"/>
                        </a:xfrm>
                        <a:custGeom>
                          <a:avLst/>
                          <a:gdLst>
                            <a:gd name="connsiteX0" fmla="*/ 8975 w 8974"/>
                            <a:gd name="connsiteY0" fmla="*/ 3568 h 5452"/>
                            <a:gd name="connsiteX1" fmla="*/ 5406 w 8974"/>
                            <a:gd name="connsiteY1" fmla="*/ 0 h 5452"/>
                            <a:gd name="connsiteX2" fmla="*/ 648 w 8974"/>
                            <a:gd name="connsiteY2" fmla="*/ 3568 h 5452"/>
                            <a:gd name="connsiteX3" fmla="*/ 8975 w 8974"/>
                            <a:gd name="connsiteY3" fmla="*/ 3568 h 545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8974" h="5452">
                              <a:moveTo>
                                <a:pt x="8975" y="3568"/>
                              </a:moveTo>
                              <a:cubicBezTo>
                                <a:pt x="8975" y="3568"/>
                                <a:pt x="7785" y="0"/>
                                <a:pt x="5406" y="0"/>
                              </a:cubicBezTo>
                              <a:cubicBezTo>
                                <a:pt x="3027" y="0"/>
                                <a:pt x="-1731" y="2379"/>
                                <a:pt x="648" y="3568"/>
                              </a:cubicBezTo>
                              <a:cubicBezTo>
                                <a:pt x="3027" y="4758"/>
                                <a:pt x="8975" y="7136"/>
                                <a:pt x="8975" y="35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999" name="Freeform 998">
                          <a:extLst>
                            <a:ext uri="{FF2B5EF4-FFF2-40B4-BE49-F238E27FC236}">
                              <a16:creationId xmlns:a16="http://schemas.microsoft.com/office/drawing/2014/main" id="{4C83356B-B0A7-65AF-AA81-C64DBFE6C3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0024" y="4438915"/>
                          <a:ext cx="7375" cy="9170"/>
                        </a:xfrm>
                        <a:custGeom>
                          <a:avLst/>
                          <a:gdLst>
                            <a:gd name="connsiteX0" fmla="*/ 7376 w 7375"/>
                            <a:gd name="connsiteY0" fmla="*/ 6081 h 9170"/>
                            <a:gd name="connsiteX1" fmla="*/ 3808 w 7375"/>
                            <a:gd name="connsiteY1" fmla="*/ 134 h 9170"/>
                            <a:gd name="connsiteX2" fmla="*/ 240 w 7375"/>
                            <a:gd name="connsiteY2" fmla="*/ 8460 h 9170"/>
                            <a:gd name="connsiteX3" fmla="*/ 7376 w 7375"/>
                            <a:gd name="connsiteY3" fmla="*/ 6081 h 917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375" h="9170">
                              <a:moveTo>
                                <a:pt x="7376" y="6081"/>
                              </a:moveTo>
                              <a:cubicBezTo>
                                <a:pt x="7376" y="6081"/>
                                <a:pt x="4997" y="-1056"/>
                                <a:pt x="3808" y="134"/>
                              </a:cubicBezTo>
                              <a:cubicBezTo>
                                <a:pt x="2619" y="1323"/>
                                <a:pt x="-950" y="6081"/>
                                <a:pt x="240" y="8460"/>
                              </a:cubicBezTo>
                              <a:cubicBezTo>
                                <a:pt x="2619" y="9649"/>
                                <a:pt x="7376" y="9649"/>
                                <a:pt x="7376" y="608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0" name="Freeform 999">
                          <a:extLst>
                            <a:ext uri="{FF2B5EF4-FFF2-40B4-BE49-F238E27FC236}">
                              <a16:creationId xmlns:a16="http://schemas.microsoft.com/office/drawing/2014/main" id="{87A2068E-00B3-429F-5328-00FF547A3B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4833" y="4455465"/>
                          <a:ext cx="20724" cy="22663"/>
                        </a:xfrm>
                        <a:custGeom>
                          <a:avLst/>
                          <a:gdLst>
                            <a:gd name="connsiteX0" fmla="*/ 10893 w 20724"/>
                            <a:gd name="connsiteY0" fmla="*/ 236 h 22663"/>
                            <a:gd name="connsiteX1" fmla="*/ 188 w 20724"/>
                            <a:gd name="connsiteY1" fmla="*/ 4994 h 22663"/>
                            <a:gd name="connsiteX2" fmla="*/ 6135 w 20724"/>
                            <a:gd name="connsiteY2" fmla="*/ 9752 h 22663"/>
                            <a:gd name="connsiteX3" fmla="*/ 13272 w 20724"/>
                            <a:gd name="connsiteY3" fmla="*/ 21646 h 22663"/>
                            <a:gd name="connsiteX4" fmla="*/ 20408 w 20724"/>
                            <a:gd name="connsiteY4" fmla="*/ 20457 h 22663"/>
                            <a:gd name="connsiteX5" fmla="*/ 16840 w 20724"/>
                            <a:gd name="connsiteY5" fmla="*/ 8562 h 22663"/>
                            <a:gd name="connsiteX6" fmla="*/ 10893 w 20724"/>
                            <a:gd name="connsiteY6" fmla="*/ 236 h 226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0724" h="22663">
                              <a:moveTo>
                                <a:pt x="10893" y="236"/>
                              </a:moveTo>
                              <a:cubicBezTo>
                                <a:pt x="7325" y="-953"/>
                                <a:pt x="1378" y="2615"/>
                                <a:pt x="188" y="4994"/>
                              </a:cubicBezTo>
                              <a:cubicBezTo>
                                <a:pt x="-1001" y="7373"/>
                                <a:pt x="3757" y="9752"/>
                                <a:pt x="6135" y="9752"/>
                              </a:cubicBezTo>
                              <a:cubicBezTo>
                                <a:pt x="8514" y="9752"/>
                                <a:pt x="10893" y="18078"/>
                                <a:pt x="13272" y="21646"/>
                              </a:cubicBezTo>
                              <a:cubicBezTo>
                                <a:pt x="15651" y="24025"/>
                                <a:pt x="20408" y="21646"/>
                                <a:pt x="20408" y="20457"/>
                              </a:cubicBezTo>
                              <a:cubicBezTo>
                                <a:pt x="21598" y="18078"/>
                                <a:pt x="19219" y="12131"/>
                                <a:pt x="16840" y="8562"/>
                              </a:cubicBezTo>
                              <a:cubicBezTo>
                                <a:pt x="15651" y="3804"/>
                                <a:pt x="10893" y="236"/>
                                <a:pt x="10893" y="23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1" name="Freeform 1000">
                          <a:extLst>
                            <a:ext uri="{FF2B5EF4-FFF2-40B4-BE49-F238E27FC236}">
                              <a16:creationId xmlns:a16="http://schemas.microsoft.com/office/drawing/2014/main" id="{1E89B92E-D5FA-07A9-3A12-52444E5D33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71393" y="4482942"/>
                          <a:ext cx="9310" cy="9046"/>
                        </a:xfrm>
                        <a:custGeom>
                          <a:avLst/>
                          <a:gdLst>
                            <a:gd name="connsiteX0" fmla="*/ 3364 w 9310"/>
                            <a:gd name="connsiteY0" fmla="*/ 116 h 9046"/>
                            <a:gd name="connsiteX1" fmla="*/ 985 w 9310"/>
                            <a:gd name="connsiteY1" fmla="*/ 3685 h 9046"/>
                            <a:gd name="connsiteX2" fmla="*/ 9311 w 9310"/>
                            <a:gd name="connsiteY2" fmla="*/ 7253 h 9046"/>
                            <a:gd name="connsiteX3" fmla="*/ 3364 w 9310"/>
                            <a:gd name="connsiteY3" fmla="*/ 116 h 904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9310" h="9046">
                              <a:moveTo>
                                <a:pt x="3364" y="116"/>
                              </a:moveTo>
                              <a:cubicBezTo>
                                <a:pt x="985" y="1306"/>
                                <a:pt x="-1394" y="1306"/>
                                <a:pt x="985" y="3685"/>
                              </a:cubicBezTo>
                              <a:cubicBezTo>
                                <a:pt x="3364" y="6063"/>
                                <a:pt x="9311" y="12011"/>
                                <a:pt x="9311" y="7253"/>
                              </a:cubicBezTo>
                              <a:cubicBezTo>
                                <a:pt x="9311" y="7253"/>
                                <a:pt x="4554" y="-1073"/>
                                <a:pt x="3364" y="11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2" name="Freeform 1001">
                          <a:extLst>
                            <a:ext uri="{FF2B5EF4-FFF2-40B4-BE49-F238E27FC236}">
                              <a16:creationId xmlns:a16="http://schemas.microsoft.com/office/drawing/2014/main" id="{09C5AA99-2A3A-E708-8DBC-CF404E682D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86537" y="4504144"/>
                          <a:ext cx="11116" cy="12001"/>
                        </a:xfrm>
                        <a:custGeom>
                          <a:avLst/>
                          <a:gdLst>
                            <a:gd name="connsiteX0" fmla="*/ 9630 w 11116"/>
                            <a:gd name="connsiteY0" fmla="*/ 2703 h 12001"/>
                            <a:gd name="connsiteX1" fmla="*/ 3683 w 11116"/>
                            <a:gd name="connsiteY1" fmla="*/ 324 h 12001"/>
                            <a:gd name="connsiteX2" fmla="*/ 1304 w 11116"/>
                            <a:gd name="connsiteY2" fmla="*/ 3892 h 12001"/>
                            <a:gd name="connsiteX3" fmla="*/ 10819 w 11116"/>
                            <a:gd name="connsiteY3" fmla="*/ 11029 h 12001"/>
                            <a:gd name="connsiteX4" fmla="*/ 9630 w 11116"/>
                            <a:gd name="connsiteY4" fmla="*/ 2703 h 1200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1116" h="12001">
                              <a:moveTo>
                                <a:pt x="9630" y="2703"/>
                              </a:moveTo>
                              <a:cubicBezTo>
                                <a:pt x="7251" y="1514"/>
                                <a:pt x="4872" y="-865"/>
                                <a:pt x="3683" y="324"/>
                              </a:cubicBezTo>
                              <a:cubicBezTo>
                                <a:pt x="2493" y="1514"/>
                                <a:pt x="-2264" y="1514"/>
                                <a:pt x="1304" y="3892"/>
                              </a:cubicBezTo>
                              <a:cubicBezTo>
                                <a:pt x="4872" y="7461"/>
                                <a:pt x="9630" y="14597"/>
                                <a:pt x="10819" y="11029"/>
                              </a:cubicBezTo>
                              <a:cubicBezTo>
                                <a:pt x="10819" y="11029"/>
                                <a:pt x="12009" y="3892"/>
                                <a:pt x="9630" y="270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3" name="Freeform 1002">
                          <a:extLst>
                            <a:ext uri="{FF2B5EF4-FFF2-40B4-BE49-F238E27FC236}">
                              <a16:creationId xmlns:a16="http://schemas.microsoft.com/office/drawing/2014/main" id="{4B236687-B3B8-EA00-DC4B-E420985B0E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82302" y="4498281"/>
                          <a:ext cx="4349" cy="5591"/>
                        </a:xfrm>
                        <a:custGeom>
                          <a:avLst/>
                          <a:gdLst>
                            <a:gd name="connsiteX0" fmla="*/ 1971 w 4349"/>
                            <a:gd name="connsiteY0" fmla="*/ 239 h 5591"/>
                            <a:gd name="connsiteX1" fmla="*/ 781 w 4349"/>
                            <a:gd name="connsiteY1" fmla="*/ 3808 h 5591"/>
                            <a:gd name="connsiteX2" fmla="*/ 4349 w 4349"/>
                            <a:gd name="connsiteY2" fmla="*/ 3808 h 5591"/>
                            <a:gd name="connsiteX3" fmla="*/ 1971 w 4349"/>
                            <a:gd name="connsiteY3" fmla="*/ 239 h 55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349" h="5591">
                              <a:moveTo>
                                <a:pt x="1971" y="239"/>
                              </a:moveTo>
                              <a:cubicBezTo>
                                <a:pt x="-408" y="239"/>
                                <a:pt x="-408" y="1429"/>
                                <a:pt x="781" y="3808"/>
                              </a:cubicBezTo>
                              <a:cubicBezTo>
                                <a:pt x="1971" y="6187"/>
                                <a:pt x="3160" y="6187"/>
                                <a:pt x="4349" y="3808"/>
                              </a:cubicBezTo>
                              <a:cubicBezTo>
                                <a:pt x="4349" y="2618"/>
                                <a:pt x="4349" y="-950"/>
                                <a:pt x="1971" y="23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4" name="Freeform 1003">
                          <a:extLst>
                            <a:ext uri="{FF2B5EF4-FFF2-40B4-BE49-F238E27FC236}">
                              <a16:creationId xmlns:a16="http://schemas.microsoft.com/office/drawing/2014/main" id="{281921A0-FD03-EB7F-9F83-68996CC681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37664" y="4567324"/>
                          <a:ext cx="8458" cy="4737"/>
                        </a:xfrm>
                        <a:custGeom>
                          <a:avLst/>
                          <a:gdLst>
                            <a:gd name="connsiteX0" fmla="*/ 7270 w 8458"/>
                            <a:gd name="connsiteY0" fmla="*/ 1374 h 4737"/>
                            <a:gd name="connsiteX1" fmla="*/ 133 w 8458"/>
                            <a:gd name="connsiteY1" fmla="*/ 1374 h 4737"/>
                            <a:gd name="connsiteX2" fmla="*/ 8459 w 8458"/>
                            <a:gd name="connsiteY2" fmla="*/ 3753 h 4737"/>
                            <a:gd name="connsiteX3" fmla="*/ 7270 w 8458"/>
                            <a:gd name="connsiteY3" fmla="*/ 1374 h 473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8458" h="4737">
                              <a:moveTo>
                                <a:pt x="7270" y="1374"/>
                              </a:moveTo>
                              <a:cubicBezTo>
                                <a:pt x="6080" y="184"/>
                                <a:pt x="-1057" y="-1005"/>
                                <a:pt x="133" y="1374"/>
                              </a:cubicBezTo>
                              <a:cubicBezTo>
                                <a:pt x="1322" y="3753"/>
                                <a:pt x="7270" y="6131"/>
                                <a:pt x="8459" y="3753"/>
                              </a:cubicBezTo>
                              <a:cubicBezTo>
                                <a:pt x="8459" y="3753"/>
                                <a:pt x="8459" y="2563"/>
                                <a:pt x="7270" y="137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5" name="Freeform 1004">
                          <a:extLst>
                            <a:ext uri="{FF2B5EF4-FFF2-40B4-BE49-F238E27FC236}">
                              <a16:creationId xmlns:a16="http://schemas.microsoft.com/office/drawing/2014/main" id="{C29BEE77-047B-25BE-F1B7-E62988DB215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02883" y="4428344"/>
                          <a:ext cx="14605" cy="10842"/>
                        </a:xfrm>
                        <a:custGeom>
                          <a:avLst/>
                          <a:gdLst>
                            <a:gd name="connsiteX0" fmla="*/ 1522 w 14605"/>
                            <a:gd name="connsiteY0" fmla="*/ 2379 h 10842"/>
                            <a:gd name="connsiteX1" fmla="*/ 333 w 14605"/>
                            <a:gd name="connsiteY1" fmla="*/ 7136 h 10842"/>
                            <a:gd name="connsiteX2" fmla="*/ 6280 w 14605"/>
                            <a:gd name="connsiteY2" fmla="*/ 8326 h 10842"/>
                            <a:gd name="connsiteX3" fmla="*/ 14606 w 14605"/>
                            <a:gd name="connsiteY3" fmla="*/ 9515 h 10842"/>
                            <a:gd name="connsiteX4" fmla="*/ 5091 w 14605"/>
                            <a:gd name="connsiteY4" fmla="*/ 0 h 10842"/>
                            <a:gd name="connsiteX5" fmla="*/ 1522 w 14605"/>
                            <a:gd name="connsiteY5" fmla="*/ 2379 h 108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4605" h="10842">
                              <a:moveTo>
                                <a:pt x="1522" y="2379"/>
                              </a:moveTo>
                              <a:cubicBezTo>
                                <a:pt x="1522" y="3568"/>
                                <a:pt x="-857" y="5947"/>
                                <a:pt x="333" y="7136"/>
                              </a:cubicBezTo>
                              <a:cubicBezTo>
                                <a:pt x="2712" y="8326"/>
                                <a:pt x="2712" y="10705"/>
                                <a:pt x="6280" y="8326"/>
                              </a:cubicBezTo>
                              <a:cubicBezTo>
                                <a:pt x="6280" y="8326"/>
                                <a:pt x="14606" y="13083"/>
                                <a:pt x="14606" y="9515"/>
                              </a:cubicBezTo>
                              <a:cubicBezTo>
                                <a:pt x="14606" y="7136"/>
                                <a:pt x="7470" y="0"/>
                                <a:pt x="5091" y="0"/>
                              </a:cubicBezTo>
                              <a:cubicBezTo>
                                <a:pt x="2712" y="0"/>
                                <a:pt x="1522" y="1189"/>
                                <a:pt x="1522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6" name="Freeform 1005">
                          <a:extLst>
                            <a:ext uri="{FF2B5EF4-FFF2-40B4-BE49-F238E27FC236}">
                              <a16:creationId xmlns:a16="http://schemas.microsoft.com/office/drawing/2014/main" id="{07695C26-B986-F3AD-8159-7F7204FF3F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98459" y="4440651"/>
                          <a:ext cx="8193" cy="7987"/>
                        </a:xfrm>
                        <a:custGeom>
                          <a:avLst/>
                          <a:gdLst>
                            <a:gd name="connsiteX0" fmla="*/ 0 w 8193"/>
                            <a:gd name="connsiteY0" fmla="*/ 1966 h 7987"/>
                            <a:gd name="connsiteX1" fmla="*/ 7136 w 8193"/>
                            <a:gd name="connsiteY1" fmla="*/ 6724 h 7987"/>
                            <a:gd name="connsiteX2" fmla="*/ 7136 w 8193"/>
                            <a:gd name="connsiteY2" fmla="*/ 777 h 7987"/>
                            <a:gd name="connsiteX3" fmla="*/ 0 w 8193"/>
                            <a:gd name="connsiteY3" fmla="*/ 1966 h 798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8193" h="7987">
                              <a:moveTo>
                                <a:pt x="0" y="1966"/>
                              </a:moveTo>
                              <a:cubicBezTo>
                                <a:pt x="0" y="5535"/>
                                <a:pt x="4758" y="10292"/>
                                <a:pt x="7136" y="6724"/>
                              </a:cubicBezTo>
                              <a:cubicBezTo>
                                <a:pt x="7136" y="6724"/>
                                <a:pt x="9515" y="777"/>
                                <a:pt x="7136" y="777"/>
                              </a:cubicBezTo>
                              <a:cubicBezTo>
                                <a:pt x="5947" y="777"/>
                                <a:pt x="0" y="-1602"/>
                                <a:pt x="0" y="196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7" name="Freeform 1006">
                          <a:extLst>
                            <a:ext uri="{FF2B5EF4-FFF2-40B4-BE49-F238E27FC236}">
                              <a16:creationId xmlns:a16="http://schemas.microsoft.com/office/drawing/2014/main" id="{48C866DA-F0FE-DCB5-1953-289F2D573A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21447" y="4470106"/>
                          <a:ext cx="39105" cy="42842"/>
                        </a:xfrm>
                        <a:custGeom>
                          <a:avLst/>
                          <a:gdLst>
                            <a:gd name="connsiteX0" fmla="*/ 13884 w 39105"/>
                            <a:gd name="connsiteY0" fmla="*/ 17710 h 42842"/>
                            <a:gd name="connsiteX1" fmla="*/ 15074 w 39105"/>
                            <a:gd name="connsiteY1" fmla="*/ 23657 h 42842"/>
                            <a:gd name="connsiteX2" fmla="*/ 18642 w 39105"/>
                            <a:gd name="connsiteY2" fmla="*/ 27225 h 42842"/>
                            <a:gd name="connsiteX3" fmla="*/ 23400 w 39105"/>
                            <a:gd name="connsiteY3" fmla="*/ 35551 h 42842"/>
                            <a:gd name="connsiteX4" fmla="*/ 30536 w 39105"/>
                            <a:gd name="connsiteY4" fmla="*/ 35551 h 42842"/>
                            <a:gd name="connsiteX5" fmla="*/ 35294 w 39105"/>
                            <a:gd name="connsiteY5" fmla="*/ 42687 h 42842"/>
                            <a:gd name="connsiteX6" fmla="*/ 36483 w 39105"/>
                            <a:gd name="connsiteY6" fmla="*/ 35551 h 42842"/>
                            <a:gd name="connsiteX7" fmla="*/ 38862 w 39105"/>
                            <a:gd name="connsiteY7" fmla="*/ 27225 h 42842"/>
                            <a:gd name="connsiteX8" fmla="*/ 26968 w 39105"/>
                            <a:gd name="connsiteY8" fmla="*/ 21278 h 42842"/>
                            <a:gd name="connsiteX9" fmla="*/ 22210 w 39105"/>
                            <a:gd name="connsiteY9" fmla="*/ 9383 h 42842"/>
                            <a:gd name="connsiteX10" fmla="*/ 19831 w 39105"/>
                            <a:gd name="connsiteY10" fmla="*/ 5815 h 42842"/>
                            <a:gd name="connsiteX11" fmla="*/ 19831 w 39105"/>
                            <a:gd name="connsiteY11" fmla="*/ 1057 h 42842"/>
                            <a:gd name="connsiteX12" fmla="*/ 12695 w 39105"/>
                            <a:gd name="connsiteY12" fmla="*/ 1057 h 42842"/>
                            <a:gd name="connsiteX13" fmla="*/ 13884 w 39105"/>
                            <a:gd name="connsiteY13" fmla="*/ 8194 h 42842"/>
                            <a:gd name="connsiteX14" fmla="*/ 5558 w 39105"/>
                            <a:gd name="connsiteY14" fmla="*/ 3436 h 42842"/>
                            <a:gd name="connsiteX15" fmla="*/ 3179 w 39105"/>
                            <a:gd name="connsiteY15" fmla="*/ 9383 h 42842"/>
                            <a:gd name="connsiteX16" fmla="*/ 800 w 39105"/>
                            <a:gd name="connsiteY16" fmla="*/ 14141 h 42842"/>
                            <a:gd name="connsiteX17" fmla="*/ 13884 w 39105"/>
                            <a:gd name="connsiteY17" fmla="*/ 17710 h 428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</a:cxnLst>
                          <a:rect l="l" t="t" r="r" b="b"/>
                          <a:pathLst>
                            <a:path w="39105" h="42842">
                              <a:moveTo>
                                <a:pt x="13884" y="17710"/>
                              </a:moveTo>
                              <a:cubicBezTo>
                                <a:pt x="15074" y="20088"/>
                                <a:pt x="13884" y="22467"/>
                                <a:pt x="15074" y="23657"/>
                              </a:cubicBezTo>
                              <a:cubicBezTo>
                                <a:pt x="16263" y="24846"/>
                                <a:pt x="18642" y="26035"/>
                                <a:pt x="18642" y="27225"/>
                              </a:cubicBezTo>
                              <a:cubicBezTo>
                                <a:pt x="18642" y="29604"/>
                                <a:pt x="19831" y="34362"/>
                                <a:pt x="23400" y="35551"/>
                              </a:cubicBezTo>
                              <a:cubicBezTo>
                                <a:pt x="26968" y="35551"/>
                                <a:pt x="30536" y="33172"/>
                                <a:pt x="30536" y="35551"/>
                              </a:cubicBezTo>
                              <a:cubicBezTo>
                                <a:pt x="30536" y="37930"/>
                                <a:pt x="32915" y="43877"/>
                                <a:pt x="35294" y="42687"/>
                              </a:cubicBezTo>
                              <a:cubicBezTo>
                                <a:pt x="37673" y="41498"/>
                                <a:pt x="35294" y="39119"/>
                                <a:pt x="36483" y="35551"/>
                              </a:cubicBezTo>
                              <a:cubicBezTo>
                                <a:pt x="36483" y="35551"/>
                                <a:pt x="40052" y="28414"/>
                                <a:pt x="38862" y="27225"/>
                              </a:cubicBezTo>
                              <a:cubicBezTo>
                                <a:pt x="37673" y="26035"/>
                                <a:pt x="30536" y="27225"/>
                                <a:pt x="26968" y="21278"/>
                              </a:cubicBezTo>
                              <a:cubicBezTo>
                                <a:pt x="24589" y="15331"/>
                                <a:pt x="24589" y="10573"/>
                                <a:pt x="22210" y="9383"/>
                              </a:cubicBezTo>
                              <a:cubicBezTo>
                                <a:pt x="21021" y="8194"/>
                                <a:pt x="19831" y="7004"/>
                                <a:pt x="19831" y="5815"/>
                              </a:cubicBezTo>
                              <a:cubicBezTo>
                                <a:pt x="19831" y="3436"/>
                                <a:pt x="22210" y="1057"/>
                                <a:pt x="19831" y="1057"/>
                              </a:cubicBezTo>
                              <a:cubicBezTo>
                                <a:pt x="17453" y="1057"/>
                                <a:pt x="12695" y="-1321"/>
                                <a:pt x="12695" y="1057"/>
                              </a:cubicBezTo>
                              <a:cubicBezTo>
                                <a:pt x="12695" y="3436"/>
                                <a:pt x="16263" y="8194"/>
                                <a:pt x="13884" y="8194"/>
                              </a:cubicBezTo>
                              <a:cubicBezTo>
                                <a:pt x="11506" y="8194"/>
                                <a:pt x="7937" y="1057"/>
                                <a:pt x="5558" y="3436"/>
                              </a:cubicBezTo>
                              <a:cubicBezTo>
                                <a:pt x="3179" y="5815"/>
                                <a:pt x="4368" y="9383"/>
                                <a:pt x="3179" y="9383"/>
                              </a:cubicBezTo>
                              <a:cubicBezTo>
                                <a:pt x="1989" y="10573"/>
                                <a:pt x="-1579" y="11762"/>
                                <a:pt x="800" y="14141"/>
                              </a:cubicBezTo>
                              <a:cubicBezTo>
                                <a:pt x="1989" y="16520"/>
                                <a:pt x="12695" y="15331"/>
                                <a:pt x="13884" y="1771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8" name="Freeform 1007">
                          <a:extLst>
                            <a:ext uri="{FF2B5EF4-FFF2-40B4-BE49-F238E27FC236}">
                              <a16:creationId xmlns:a16="http://schemas.microsoft.com/office/drawing/2014/main" id="{BA0C89EE-410D-B775-185A-CD98BDD5D52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76304" y="4496039"/>
                          <a:ext cx="27008" cy="21667"/>
                        </a:xfrm>
                        <a:custGeom>
                          <a:avLst/>
                          <a:gdLst>
                            <a:gd name="connsiteX0" fmla="*/ 4226 w 27008"/>
                            <a:gd name="connsiteY0" fmla="*/ 9618 h 21667"/>
                            <a:gd name="connsiteX1" fmla="*/ 5415 w 27008"/>
                            <a:gd name="connsiteY1" fmla="*/ 16754 h 21667"/>
                            <a:gd name="connsiteX2" fmla="*/ 10173 w 27008"/>
                            <a:gd name="connsiteY2" fmla="*/ 21512 h 21667"/>
                            <a:gd name="connsiteX3" fmla="*/ 12551 w 27008"/>
                            <a:gd name="connsiteY3" fmla="*/ 14376 h 21667"/>
                            <a:gd name="connsiteX4" fmla="*/ 18498 w 27008"/>
                            <a:gd name="connsiteY4" fmla="*/ 19133 h 21667"/>
                            <a:gd name="connsiteX5" fmla="*/ 22067 w 27008"/>
                            <a:gd name="connsiteY5" fmla="*/ 16754 h 21667"/>
                            <a:gd name="connsiteX6" fmla="*/ 26824 w 27008"/>
                            <a:gd name="connsiteY6" fmla="*/ 10807 h 21667"/>
                            <a:gd name="connsiteX7" fmla="*/ 5415 w 27008"/>
                            <a:gd name="connsiteY7" fmla="*/ 102 h 21667"/>
                            <a:gd name="connsiteX8" fmla="*/ 5415 w 27008"/>
                            <a:gd name="connsiteY8" fmla="*/ 6050 h 21667"/>
                            <a:gd name="connsiteX9" fmla="*/ 657 w 27008"/>
                            <a:gd name="connsiteY9" fmla="*/ 10807 h 21667"/>
                            <a:gd name="connsiteX10" fmla="*/ 4226 w 27008"/>
                            <a:gd name="connsiteY10" fmla="*/ 9618 h 216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27008" h="21667">
                              <a:moveTo>
                                <a:pt x="4226" y="9618"/>
                              </a:moveTo>
                              <a:cubicBezTo>
                                <a:pt x="5415" y="8429"/>
                                <a:pt x="5415" y="16754"/>
                                <a:pt x="5415" y="16754"/>
                              </a:cubicBezTo>
                              <a:cubicBezTo>
                                <a:pt x="5415" y="19133"/>
                                <a:pt x="6604" y="20323"/>
                                <a:pt x="10173" y="21512"/>
                              </a:cubicBezTo>
                              <a:cubicBezTo>
                                <a:pt x="12551" y="22702"/>
                                <a:pt x="12551" y="16754"/>
                                <a:pt x="12551" y="14376"/>
                              </a:cubicBezTo>
                              <a:cubicBezTo>
                                <a:pt x="12551" y="11997"/>
                                <a:pt x="16120" y="17944"/>
                                <a:pt x="18498" y="19133"/>
                              </a:cubicBezTo>
                              <a:cubicBezTo>
                                <a:pt x="20877" y="20323"/>
                                <a:pt x="22067" y="17944"/>
                                <a:pt x="22067" y="16754"/>
                              </a:cubicBezTo>
                              <a:cubicBezTo>
                                <a:pt x="22067" y="16754"/>
                                <a:pt x="24445" y="14376"/>
                                <a:pt x="26824" y="10807"/>
                              </a:cubicBezTo>
                              <a:cubicBezTo>
                                <a:pt x="29203" y="8429"/>
                                <a:pt x="7794" y="-1087"/>
                                <a:pt x="5415" y="102"/>
                              </a:cubicBezTo>
                              <a:cubicBezTo>
                                <a:pt x="3036" y="102"/>
                                <a:pt x="5415" y="3671"/>
                                <a:pt x="5415" y="6050"/>
                              </a:cubicBezTo>
                              <a:cubicBezTo>
                                <a:pt x="5415" y="8429"/>
                                <a:pt x="1847" y="9618"/>
                                <a:pt x="657" y="10807"/>
                              </a:cubicBezTo>
                              <a:cubicBezTo>
                                <a:pt x="-1722" y="10807"/>
                                <a:pt x="3036" y="10807"/>
                                <a:pt x="4226" y="961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09" name="Freeform 1008">
                          <a:extLst>
                            <a:ext uri="{FF2B5EF4-FFF2-40B4-BE49-F238E27FC236}">
                              <a16:creationId xmlns:a16="http://schemas.microsoft.com/office/drawing/2014/main" id="{9FB00D74-7824-FC95-FFB2-502E8295F4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0485" y="4458080"/>
                          <a:ext cx="11029" cy="9703"/>
                        </a:xfrm>
                        <a:custGeom>
                          <a:avLst/>
                          <a:gdLst>
                            <a:gd name="connsiteX0" fmla="*/ 0 w 11029"/>
                            <a:gd name="connsiteY0" fmla="*/ 3568 h 9703"/>
                            <a:gd name="connsiteX1" fmla="*/ 4758 w 11029"/>
                            <a:gd name="connsiteY1" fmla="*/ 9515 h 9703"/>
                            <a:gd name="connsiteX2" fmla="*/ 8326 w 11029"/>
                            <a:gd name="connsiteY2" fmla="*/ 5947 h 9703"/>
                            <a:gd name="connsiteX3" fmla="*/ 10705 w 11029"/>
                            <a:gd name="connsiteY3" fmla="*/ 3568 h 9703"/>
                            <a:gd name="connsiteX4" fmla="*/ 3569 w 11029"/>
                            <a:gd name="connsiteY4" fmla="*/ 0 h 9703"/>
                            <a:gd name="connsiteX5" fmla="*/ 0 w 11029"/>
                            <a:gd name="connsiteY5" fmla="*/ 3568 h 970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1029" h="9703">
                              <a:moveTo>
                                <a:pt x="0" y="3568"/>
                              </a:moveTo>
                              <a:cubicBezTo>
                                <a:pt x="0" y="5947"/>
                                <a:pt x="1190" y="10705"/>
                                <a:pt x="4758" y="9515"/>
                              </a:cubicBezTo>
                              <a:cubicBezTo>
                                <a:pt x="4758" y="9515"/>
                                <a:pt x="7137" y="5947"/>
                                <a:pt x="8326" y="5947"/>
                              </a:cubicBezTo>
                              <a:cubicBezTo>
                                <a:pt x="9516" y="5947"/>
                                <a:pt x="11894" y="4758"/>
                                <a:pt x="10705" y="3568"/>
                              </a:cubicBezTo>
                              <a:cubicBezTo>
                                <a:pt x="9516" y="2379"/>
                                <a:pt x="4758" y="0"/>
                                <a:pt x="3569" y="0"/>
                              </a:cubicBezTo>
                              <a:cubicBezTo>
                                <a:pt x="2379" y="0"/>
                                <a:pt x="0" y="1189"/>
                                <a:pt x="0" y="35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0" name="Freeform 1009">
                          <a:extLst>
                            <a:ext uri="{FF2B5EF4-FFF2-40B4-BE49-F238E27FC236}">
                              <a16:creationId xmlns:a16="http://schemas.microsoft.com/office/drawing/2014/main" id="{BC98B537-BC5C-C5DB-E0F7-8519CA3A2C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24538" y="4450051"/>
                          <a:ext cx="13084" cy="6178"/>
                        </a:xfrm>
                        <a:custGeom>
                          <a:avLst/>
                          <a:gdLst>
                            <a:gd name="connsiteX0" fmla="*/ 5947 w 13084"/>
                            <a:gd name="connsiteY0" fmla="*/ 892 h 6178"/>
                            <a:gd name="connsiteX1" fmla="*/ 0 w 13084"/>
                            <a:gd name="connsiteY1" fmla="*/ 892 h 6178"/>
                            <a:gd name="connsiteX2" fmla="*/ 5947 w 13084"/>
                            <a:gd name="connsiteY2" fmla="*/ 5650 h 6178"/>
                            <a:gd name="connsiteX3" fmla="*/ 13084 w 13084"/>
                            <a:gd name="connsiteY3" fmla="*/ 5650 h 6178"/>
                            <a:gd name="connsiteX4" fmla="*/ 5947 w 13084"/>
                            <a:gd name="connsiteY4" fmla="*/ 892 h 61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084" h="6178">
                              <a:moveTo>
                                <a:pt x="5947" y="892"/>
                              </a:moveTo>
                              <a:cubicBezTo>
                                <a:pt x="3569" y="-297"/>
                                <a:pt x="0" y="-297"/>
                                <a:pt x="0" y="892"/>
                              </a:cubicBezTo>
                              <a:cubicBezTo>
                                <a:pt x="0" y="2082"/>
                                <a:pt x="1190" y="6839"/>
                                <a:pt x="5947" y="5650"/>
                              </a:cubicBezTo>
                              <a:cubicBezTo>
                                <a:pt x="5947" y="5650"/>
                                <a:pt x="11894" y="6839"/>
                                <a:pt x="13084" y="5650"/>
                              </a:cubicBezTo>
                              <a:cubicBezTo>
                                <a:pt x="13084" y="5650"/>
                                <a:pt x="8326" y="2082"/>
                                <a:pt x="5947" y="89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1" name="Freeform 1010">
                          <a:extLst>
                            <a:ext uri="{FF2B5EF4-FFF2-40B4-BE49-F238E27FC236}">
                              <a16:creationId xmlns:a16="http://schemas.microsoft.com/office/drawing/2014/main" id="{231E0382-F82D-0AAC-8972-CD15DB51000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12644" y="4472056"/>
                          <a:ext cx="5947" cy="4666"/>
                        </a:xfrm>
                        <a:custGeom>
                          <a:avLst/>
                          <a:gdLst>
                            <a:gd name="connsiteX0" fmla="*/ 5947 w 5947"/>
                            <a:gd name="connsiteY0" fmla="*/ 3866 h 4666"/>
                            <a:gd name="connsiteX1" fmla="*/ 4758 w 5947"/>
                            <a:gd name="connsiteY1" fmla="*/ 297 h 4666"/>
                            <a:gd name="connsiteX2" fmla="*/ 0 w 5947"/>
                            <a:gd name="connsiteY2" fmla="*/ 1487 h 4666"/>
                            <a:gd name="connsiteX3" fmla="*/ 5947 w 5947"/>
                            <a:gd name="connsiteY3" fmla="*/ 3866 h 466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47" h="4666">
                              <a:moveTo>
                                <a:pt x="5947" y="3866"/>
                              </a:moveTo>
                              <a:cubicBezTo>
                                <a:pt x="5947" y="3866"/>
                                <a:pt x="5947" y="297"/>
                                <a:pt x="4758" y="297"/>
                              </a:cubicBezTo>
                              <a:cubicBezTo>
                                <a:pt x="3569" y="297"/>
                                <a:pt x="0" y="-892"/>
                                <a:pt x="0" y="1487"/>
                              </a:cubicBezTo>
                              <a:cubicBezTo>
                                <a:pt x="1190" y="2676"/>
                                <a:pt x="4758" y="6245"/>
                                <a:pt x="5947" y="386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2" name="Freeform 1011">
                          <a:extLst>
                            <a:ext uri="{FF2B5EF4-FFF2-40B4-BE49-F238E27FC236}">
                              <a16:creationId xmlns:a16="http://schemas.microsoft.com/office/drawing/2014/main" id="{07CE88FB-923D-F2AE-3740-6A10292071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15980" y="4581493"/>
                          <a:ext cx="235638" cy="80447"/>
                        </a:xfrm>
                        <a:custGeom>
                          <a:avLst/>
                          <a:gdLst>
                            <a:gd name="connsiteX0" fmla="*/ 231071 w 235638"/>
                            <a:gd name="connsiteY0" fmla="*/ 69276 h 80447"/>
                            <a:gd name="connsiteX1" fmla="*/ 232260 w 235638"/>
                            <a:gd name="connsiteY1" fmla="*/ 63329 h 80447"/>
                            <a:gd name="connsiteX2" fmla="*/ 233449 w 235638"/>
                            <a:gd name="connsiteY2" fmla="*/ 56192 h 80447"/>
                            <a:gd name="connsiteX3" fmla="*/ 229881 w 235638"/>
                            <a:gd name="connsiteY3" fmla="*/ 51434 h 80447"/>
                            <a:gd name="connsiteX4" fmla="*/ 226313 w 235638"/>
                            <a:gd name="connsiteY4" fmla="*/ 51434 h 80447"/>
                            <a:gd name="connsiteX5" fmla="*/ 223934 w 235638"/>
                            <a:gd name="connsiteY5" fmla="*/ 49056 h 80447"/>
                            <a:gd name="connsiteX6" fmla="*/ 217987 w 235638"/>
                            <a:gd name="connsiteY6" fmla="*/ 51434 h 80447"/>
                            <a:gd name="connsiteX7" fmla="*/ 210851 w 235638"/>
                            <a:gd name="connsiteY7" fmla="*/ 51434 h 80447"/>
                            <a:gd name="connsiteX8" fmla="*/ 204903 w 235638"/>
                            <a:gd name="connsiteY8" fmla="*/ 50245 h 80447"/>
                            <a:gd name="connsiteX9" fmla="*/ 198956 w 235638"/>
                            <a:gd name="connsiteY9" fmla="*/ 47866 h 80447"/>
                            <a:gd name="connsiteX10" fmla="*/ 190630 w 235638"/>
                            <a:gd name="connsiteY10" fmla="*/ 37161 h 80447"/>
                            <a:gd name="connsiteX11" fmla="*/ 187062 w 235638"/>
                            <a:gd name="connsiteY11" fmla="*/ 31214 h 80447"/>
                            <a:gd name="connsiteX12" fmla="*/ 184683 w 235638"/>
                            <a:gd name="connsiteY12" fmla="*/ 26456 h 80447"/>
                            <a:gd name="connsiteX13" fmla="*/ 176357 w 235638"/>
                            <a:gd name="connsiteY13" fmla="*/ 26456 h 80447"/>
                            <a:gd name="connsiteX14" fmla="*/ 173978 w 235638"/>
                            <a:gd name="connsiteY14" fmla="*/ 24077 h 80447"/>
                            <a:gd name="connsiteX15" fmla="*/ 169220 w 235638"/>
                            <a:gd name="connsiteY15" fmla="*/ 24077 h 80447"/>
                            <a:gd name="connsiteX16" fmla="*/ 158515 w 235638"/>
                            <a:gd name="connsiteY16" fmla="*/ 18130 h 80447"/>
                            <a:gd name="connsiteX17" fmla="*/ 151379 w 235638"/>
                            <a:gd name="connsiteY17" fmla="*/ 16941 h 80447"/>
                            <a:gd name="connsiteX18" fmla="*/ 145432 w 235638"/>
                            <a:gd name="connsiteY18" fmla="*/ 13372 h 80447"/>
                            <a:gd name="connsiteX19" fmla="*/ 137105 w 235638"/>
                            <a:gd name="connsiteY19" fmla="*/ 21698 h 80447"/>
                            <a:gd name="connsiteX20" fmla="*/ 126400 w 235638"/>
                            <a:gd name="connsiteY20" fmla="*/ 28835 h 80447"/>
                            <a:gd name="connsiteX21" fmla="*/ 110938 w 235638"/>
                            <a:gd name="connsiteY21" fmla="*/ 26456 h 80447"/>
                            <a:gd name="connsiteX22" fmla="*/ 95475 w 235638"/>
                            <a:gd name="connsiteY22" fmla="*/ 26456 h 80447"/>
                            <a:gd name="connsiteX23" fmla="*/ 83581 w 235638"/>
                            <a:gd name="connsiteY23" fmla="*/ 19320 h 80447"/>
                            <a:gd name="connsiteX24" fmla="*/ 82392 w 235638"/>
                            <a:gd name="connsiteY24" fmla="*/ 10993 h 80447"/>
                            <a:gd name="connsiteX25" fmla="*/ 76445 w 235638"/>
                            <a:gd name="connsiteY25" fmla="*/ 8614 h 80447"/>
                            <a:gd name="connsiteX26" fmla="*/ 64550 w 235638"/>
                            <a:gd name="connsiteY26" fmla="*/ 6236 h 80447"/>
                            <a:gd name="connsiteX27" fmla="*/ 53845 w 235638"/>
                            <a:gd name="connsiteY27" fmla="*/ 1478 h 80447"/>
                            <a:gd name="connsiteX28" fmla="*/ 53845 w 235638"/>
                            <a:gd name="connsiteY28" fmla="*/ 1478 h 80447"/>
                            <a:gd name="connsiteX29" fmla="*/ 43140 w 235638"/>
                            <a:gd name="connsiteY29" fmla="*/ 5046 h 80447"/>
                            <a:gd name="connsiteX30" fmla="*/ 43140 w 235638"/>
                            <a:gd name="connsiteY30" fmla="*/ 7425 h 80447"/>
                            <a:gd name="connsiteX31" fmla="*/ 41951 w 235638"/>
                            <a:gd name="connsiteY31" fmla="*/ 7425 h 80447"/>
                            <a:gd name="connsiteX32" fmla="*/ 32435 w 235638"/>
                            <a:gd name="connsiteY32" fmla="*/ 2667 h 80447"/>
                            <a:gd name="connsiteX33" fmla="*/ 26488 w 235638"/>
                            <a:gd name="connsiteY33" fmla="*/ 2667 h 80447"/>
                            <a:gd name="connsiteX34" fmla="*/ 22920 w 235638"/>
                            <a:gd name="connsiteY34" fmla="*/ 289 h 80447"/>
                            <a:gd name="connsiteX35" fmla="*/ 18162 w 235638"/>
                            <a:gd name="connsiteY35" fmla="*/ 5046 h 80447"/>
                            <a:gd name="connsiteX36" fmla="*/ 16973 w 235638"/>
                            <a:gd name="connsiteY36" fmla="*/ 12183 h 80447"/>
                            <a:gd name="connsiteX37" fmla="*/ 12215 w 235638"/>
                            <a:gd name="connsiteY37" fmla="*/ 16941 h 80447"/>
                            <a:gd name="connsiteX38" fmla="*/ 7457 w 235638"/>
                            <a:gd name="connsiteY38" fmla="*/ 21698 h 80447"/>
                            <a:gd name="connsiteX39" fmla="*/ 1510 w 235638"/>
                            <a:gd name="connsiteY39" fmla="*/ 21698 h 80447"/>
                            <a:gd name="connsiteX40" fmla="*/ 3889 w 235638"/>
                            <a:gd name="connsiteY40" fmla="*/ 26456 h 80447"/>
                            <a:gd name="connsiteX41" fmla="*/ 12215 w 235638"/>
                            <a:gd name="connsiteY41" fmla="*/ 27645 h 80447"/>
                            <a:gd name="connsiteX42" fmla="*/ 18162 w 235638"/>
                            <a:gd name="connsiteY42" fmla="*/ 25267 h 80447"/>
                            <a:gd name="connsiteX43" fmla="*/ 24109 w 235638"/>
                            <a:gd name="connsiteY43" fmla="*/ 30025 h 80447"/>
                            <a:gd name="connsiteX44" fmla="*/ 33624 w 235638"/>
                            <a:gd name="connsiteY44" fmla="*/ 31214 h 80447"/>
                            <a:gd name="connsiteX45" fmla="*/ 33624 w 235638"/>
                            <a:gd name="connsiteY45" fmla="*/ 40729 h 80447"/>
                            <a:gd name="connsiteX46" fmla="*/ 40761 w 235638"/>
                            <a:gd name="connsiteY46" fmla="*/ 43108 h 80447"/>
                            <a:gd name="connsiteX47" fmla="*/ 47898 w 235638"/>
                            <a:gd name="connsiteY47" fmla="*/ 43108 h 80447"/>
                            <a:gd name="connsiteX48" fmla="*/ 55034 w 235638"/>
                            <a:gd name="connsiteY48" fmla="*/ 44298 h 80447"/>
                            <a:gd name="connsiteX49" fmla="*/ 62171 w 235638"/>
                            <a:gd name="connsiteY49" fmla="*/ 45487 h 80447"/>
                            <a:gd name="connsiteX50" fmla="*/ 74066 w 235638"/>
                            <a:gd name="connsiteY50" fmla="*/ 52624 h 80447"/>
                            <a:gd name="connsiteX51" fmla="*/ 84770 w 235638"/>
                            <a:gd name="connsiteY51" fmla="*/ 49056 h 80447"/>
                            <a:gd name="connsiteX52" fmla="*/ 97854 w 235638"/>
                            <a:gd name="connsiteY52" fmla="*/ 52624 h 80447"/>
                            <a:gd name="connsiteX53" fmla="*/ 104991 w 235638"/>
                            <a:gd name="connsiteY53" fmla="*/ 50245 h 80447"/>
                            <a:gd name="connsiteX54" fmla="*/ 109749 w 235638"/>
                            <a:gd name="connsiteY54" fmla="*/ 53813 h 80447"/>
                            <a:gd name="connsiteX55" fmla="*/ 116885 w 235638"/>
                            <a:gd name="connsiteY55" fmla="*/ 55003 h 80447"/>
                            <a:gd name="connsiteX56" fmla="*/ 122832 w 235638"/>
                            <a:gd name="connsiteY56" fmla="*/ 57381 h 80447"/>
                            <a:gd name="connsiteX57" fmla="*/ 135916 w 235638"/>
                            <a:gd name="connsiteY57" fmla="*/ 63329 h 80447"/>
                            <a:gd name="connsiteX58" fmla="*/ 143053 w 235638"/>
                            <a:gd name="connsiteY58" fmla="*/ 65708 h 80447"/>
                            <a:gd name="connsiteX59" fmla="*/ 150189 w 235638"/>
                            <a:gd name="connsiteY59" fmla="*/ 63329 h 80447"/>
                            <a:gd name="connsiteX60" fmla="*/ 164462 w 235638"/>
                            <a:gd name="connsiteY60" fmla="*/ 68086 h 80447"/>
                            <a:gd name="connsiteX61" fmla="*/ 177546 w 235638"/>
                            <a:gd name="connsiteY61" fmla="*/ 64518 h 80447"/>
                            <a:gd name="connsiteX62" fmla="*/ 193009 w 235638"/>
                            <a:gd name="connsiteY62" fmla="*/ 68086 h 80447"/>
                            <a:gd name="connsiteX63" fmla="*/ 201335 w 235638"/>
                            <a:gd name="connsiteY63" fmla="*/ 64518 h 80447"/>
                            <a:gd name="connsiteX64" fmla="*/ 209661 w 235638"/>
                            <a:gd name="connsiteY64" fmla="*/ 68086 h 80447"/>
                            <a:gd name="connsiteX65" fmla="*/ 216798 w 235638"/>
                            <a:gd name="connsiteY65" fmla="*/ 71655 h 80447"/>
                            <a:gd name="connsiteX66" fmla="*/ 220366 w 235638"/>
                            <a:gd name="connsiteY66" fmla="*/ 75223 h 80447"/>
                            <a:gd name="connsiteX67" fmla="*/ 225124 w 235638"/>
                            <a:gd name="connsiteY67" fmla="*/ 76412 h 80447"/>
                            <a:gd name="connsiteX68" fmla="*/ 229881 w 235638"/>
                            <a:gd name="connsiteY68" fmla="*/ 77602 h 80447"/>
                            <a:gd name="connsiteX69" fmla="*/ 234639 w 235638"/>
                            <a:gd name="connsiteY69" fmla="*/ 79981 h 80447"/>
                            <a:gd name="connsiteX70" fmla="*/ 231071 w 235638"/>
                            <a:gd name="connsiteY70" fmla="*/ 69276 h 8044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</a:cxnLst>
                          <a:rect l="l" t="t" r="r" b="b"/>
                          <a:pathLst>
                            <a:path w="235638" h="80447">
                              <a:moveTo>
                                <a:pt x="231071" y="69276"/>
                              </a:moveTo>
                              <a:cubicBezTo>
                                <a:pt x="231071" y="66897"/>
                                <a:pt x="232260" y="65708"/>
                                <a:pt x="232260" y="63329"/>
                              </a:cubicBezTo>
                              <a:cubicBezTo>
                                <a:pt x="232260" y="60950"/>
                                <a:pt x="233449" y="58571"/>
                                <a:pt x="233449" y="56192"/>
                              </a:cubicBezTo>
                              <a:cubicBezTo>
                                <a:pt x="233449" y="53813"/>
                                <a:pt x="232260" y="52624"/>
                                <a:pt x="229881" y="51434"/>
                              </a:cubicBezTo>
                              <a:cubicBezTo>
                                <a:pt x="228692" y="51434"/>
                                <a:pt x="227502" y="51434"/>
                                <a:pt x="226313" y="51434"/>
                              </a:cubicBezTo>
                              <a:cubicBezTo>
                                <a:pt x="225124" y="51434"/>
                                <a:pt x="225124" y="49056"/>
                                <a:pt x="223934" y="49056"/>
                              </a:cubicBezTo>
                              <a:cubicBezTo>
                                <a:pt x="222745" y="49056"/>
                                <a:pt x="220366" y="51434"/>
                                <a:pt x="217987" y="51434"/>
                              </a:cubicBezTo>
                              <a:cubicBezTo>
                                <a:pt x="215608" y="52624"/>
                                <a:pt x="213230" y="53813"/>
                                <a:pt x="210851" y="51434"/>
                              </a:cubicBezTo>
                              <a:cubicBezTo>
                                <a:pt x="208472" y="49056"/>
                                <a:pt x="207282" y="50245"/>
                                <a:pt x="204903" y="50245"/>
                              </a:cubicBezTo>
                              <a:cubicBezTo>
                                <a:pt x="202524" y="50245"/>
                                <a:pt x="201335" y="50245"/>
                                <a:pt x="198956" y="47866"/>
                              </a:cubicBezTo>
                              <a:cubicBezTo>
                                <a:pt x="195388" y="45487"/>
                                <a:pt x="194198" y="40729"/>
                                <a:pt x="190630" y="37161"/>
                              </a:cubicBezTo>
                              <a:cubicBezTo>
                                <a:pt x="188251" y="34782"/>
                                <a:pt x="187062" y="34782"/>
                                <a:pt x="187062" y="31214"/>
                              </a:cubicBezTo>
                              <a:cubicBezTo>
                                <a:pt x="187062" y="28835"/>
                                <a:pt x="188251" y="26456"/>
                                <a:pt x="184683" y="26456"/>
                              </a:cubicBezTo>
                              <a:cubicBezTo>
                                <a:pt x="182304" y="26456"/>
                                <a:pt x="178736" y="27645"/>
                                <a:pt x="176357" y="26456"/>
                              </a:cubicBezTo>
                              <a:cubicBezTo>
                                <a:pt x="175167" y="26456"/>
                                <a:pt x="175167" y="24077"/>
                                <a:pt x="173978" y="24077"/>
                              </a:cubicBezTo>
                              <a:cubicBezTo>
                                <a:pt x="172788" y="24077"/>
                                <a:pt x="171599" y="24077"/>
                                <a:pt x="169220" y="24077"/>
                              </a:cubicBezTo>
                              <a:cubicBezTo>
                                <a:pt x="164462" y="22888"/>
                                <a:pt x="163273" y="18130"/>
                                <a:pt x="158515" y="18130"/>
                              </a:cubicBezTo>
                              <a:cubicBezTo>
                                <a:pt x="154947" y="18130"/>
                                <a:pt x="153758" y="18130"/>
                                <a:pt x="151379" y="16941"/>
                              </a:cubicBezTo>
                              <a:cubicBezTo>
                                <a:pt x="149000" y="15751"/>
                                <a:pt x="147811" y="14562"/>
                                <a:pt x="145432" y="13372"/>
                              </a:cubicBezTo>
                              <a:cubicBezTo>
                                <a:pt x="139484" y="9804"/>
                                <a:pt x="139484" y="16941"/>
                                <a:pt x="137105" y="21698"/>
                              </a:cubicBezTo>
                              <a:cubicBezTo>
                                <a:pt x="134726" y="25267"/>
                                <a:pt x="129969" y="27645"/>
                                <a:pt x="126400" y="28835"/>
                              </a:cubicBezTo>
                              <a:cubicBezTo>
                                <a:pt x="120453" y="30025"/>
                                <a:pt x="115696" y="27645"/>
                                <a:pt x="110938" y="26456"/>
                              </a:cubicBezTo>
                              <a:cubicBezTo>
                                <a:pt x="106180" y="25267"/>
                                <a:pt x="101422" y="27645"/>
                                <a:pt x="95475" y="26456"/>
                              </a:cubicBezTo>
                              <a:cubicBezTo>
                                <a:pt x="90717" y="26456"/>
                                <a:pt x="85960" y="24077"/>
                                <a:pt x="83581" y="19320"/>
                              </a:cubicBezTo>
                              <a:cubicBezTo>
                                <a:pt x="82392" y="16941"/>
                                <a:pt x="83581" y="13372"/>
                                <a:pt x="82392" y="10993"/>
                              </a:cubicBezTo>
                              <a:cubicBezTo>
                                <a:pt x="81202" y="8614"/>
                                <a:pt x="78823" y="9804"/>
                                <a:pt x="76445" y="8614"/>
                              </a:cubicBezTo>
                              <a:cubicBezTo>
                                <a:pt x="72876" y="8614"/>
                                <a:pt x="68118" y="6236"/>
                                <a:pt x="64550" y="6236"/>
                              </a:cubicBezTo>
                              <a:cubicBezTo>
                                <a:pt x="60981" y="5046"/>
                                <a:pt x="55034" y="5046"/>
                                <a:pt x="53845" y="1478"/>
                              </a:cubicBezTo>
                              <a:cubicBezTo>
                                <a:pt x="53845" y="1478"/>
                                <a:pt x="53845" y="1478"/>
                                <a:pt x="53845" y="1478"/>
                              </a:cubicBezTo>
                              <a:cubicBezTo>
                                <a:pt x="50277" y="-2090"/>
                                <a:pt x="44330" y="1478"/>
                                <a:pt x="43140" y="5046"/>
                              </a:cubicBezTo>
                              <a:cubicBezTo>
                                <a:pt x="43140" y="6236"/>
                                <a:pt x="43140" y="6236"/>
                                <a:pt x="43140" y="7425"/>
                              </a:cubicBezTo>
                              <a:cubicBezTo>
                                <a:pt x="43140" y="7425"/>
                                <a:pt x="41951" y="7425"/>
                                <a:pt x="41951" y="7425"/>
                              </a:cubicBezTo>
                              <a:cubicBezTo>
                                <a:pt x="38382" y="6236"/>
                                <a:pt x="36003" y="2667"/>
                                <a:pt x="32435" y="2667"/>
                              </a:cubicBezTo>
                              <a:cubicBezTo>
                                <a:pt x="30056" y="2667"/>
                                <a:pt x="28867" y="3857"/>
                                <a:pt x="26488" y="2667"/>
                              </a:cubicBezTo>
                              <a:cubicBezTo>
                                <a:pt x="25298" y="1478"/>
                                <a:pt x="24109" y="289"/>
                                <a:pt x="22920" y="289"/>
                              </a:cubicBezTo>
                              <a:cubicBezTo>
                                <a:pt x="21730" y="2667"/>
                                <a:pt x="19351" y="2667"/>
                                <a:pt x="18162" y="5046"/>
                              </a:cubicBezTo>
                              <a:cubicBezTo>
                                <a:pt x="16973" y="7425"/>
                                <a:pt x="18162" y="9804"/>
                                <a:pt x="16973" y="12183"/>
                              </a:cubicBezTo>
                              <a:cubicBezTo>
                                <a:pt x="15783" y="14562"/>
                                <a:pt x="14594" y="15751"/>
                                <a:pt x="12215" y="16941"/>
                              </a:cubicBezTo>
                              <a:cubicBezTo>
                                <a:pt x="9836" y="18130"/>
                                <a:pt x="9836" y="19320"/>
                                <a:pt x="7457" y="21698"/>
                              </a:cubicBezTo>
                              <a:cubicBezTo>
                                <a:pt x="5078" y="25267"/>
                                <a:pt x="3889" y="21698"/>
                                <a:pt x="1510" y="21698"/>
                              </a:cubicBezTo>
                              <a:cubicBezTo>
                                <a:pt x="-2059" y="22888"/>
                                <a:pt x="1510" y="25267"/>
                                <a:pt x="3889" y="26456"/>
                              </a:cubicBezTo>
                              <a:cubicBezTo>
                                <a:pt x="6268" y="27645"/>
                                <a:pt x="9836" y="27645"/>
                                <a:pt x="12215" y="27645"/>
                              </a:cubicBezTo>
                              <a:cubicBezTo>
                                <a:pt x="14594" y="27645"/>
                                <a:pt x="15783" y="25267"/>
                                <a:pt x="18162" y="25267"/>
                              </a:cubicBezTo>
                              <a:cubicBezTo>
                                <a:pt x="21730" y="25267"/>
                                <a:pt x="21730" y="28835"/>
                                <a:pt x="24109" y="30025"/>
                              </a:cubicBezTo>
                              <a:cubicBezTo>
                                <a:pt x="26488" y="31214"/>
                                <a:pt x="31245" y="28835"/>
                                <a:pt x="33624" y="31214"/>
                              </a:cubicBezTo>
                              <a:cubicBezTo>
                                <a:pt x="38382" y="34782"/>
                                <a:pt x="25298" y="37161"/>
                                <a:pt x="33624" y="40729"/>
                              </a:cubicBezTo>
                              <a:cubicBezTo>
                                <a:pt x="36003" y="41919"/>
                                <a:pt x="38382" y="43108"/>
                                <a:pt x="40761" y="43108"/>
                              </a:cubicBezTo>
                              <a:cubicBezTo>
                                <a:pt x="44330" y="44298"/>
                                <a:pt x="44330" y="43108"/>
                                <a:pt x="47898" y="43108"/>
                              </a:cubicBezTo>
                              <a:cubicBezTo>
                                <a:pt x="50277" y="41919"/>
                                <a:pt x="52656" y="44298"/>
                                <a:pt x="55034" y="44298"/>
                              </a:cubicBezTo>
                              <a:cubicBezTo>
                                <a:pt x="57413" y="44298"/>
                                <a:pt x="59792" y="43108"/>
                                <a:pt x="62171" y="45487"/>
                              </a:cubicBezTo>
                              <a:cubicBezTo>
                                <a:pt x="65739" y="47866"/>
                                <a:pt x="69307" y="50245"/>
                                <a:pt x="74066" y="52624"/>
                              </a:cubicBezTo>
                              <a:cubicBezTo>
                                <a:pt x="78823" y="55003"/>
                                <a:pt x="81202" y="51434"/>
                                <a:pt x="84770" y="49056"/>
                              </a:cubicBezTo>
                              <a:cubicBezTo>
                                <a:pt x="89528" y="46677"/>
                                <a:pt x="93096" y="55003"/>
                                <a:pt x="97854" y="52624"/>
                              </a:cubicBezTo>
                              <a:cubicBezTo>
                                <a:pt x="100233" y="51434"/>
                                <a:pt x="101422" y="49056"/>
                                <a:pt x="104991" y="50245"/>
                              </a:cubicBezTo>
                              <a:cubicBezTo>
                                <a:pt x="107370" y="51434"/>
                                <a:pt x="107370" y="52624"/>
                                <a:pt x="109749" y="53813"/>
                              </a:cubicBezTo>
                              <a:cubicBezTo>
                                <a:pt x="112128" y="55003"/>
                                <a:pt x="114506" y="53813"/>
                                <a:pt x="116885" y="55003"/>
                              </a:cubicBezTo>
                              <a:cubicBezTo>
                                <a:pt x="119264" y="55003"/>
                                <a:pt x="120453" y="56192"/>
                                <a:pt x="122832" y="57381"/>
                              </a:cubicBezTo>
                              <a:cubicBezTo>
                                <a:pt x="127590" y="59760"/>
                                <a:pt x="131158" y="62139"/>
                                <a:pt x="135916" y="63329"/>
                              </a:cubicBezTo>
                              <a:cubicBezTo>
                                <a:pt x="138295" y="64518"/>
                                <a:pt x="140674" y="65708"/>
                                <a:pt x="143053" y="65708"/>
                              </a:cubicBezTo>
                              <a:cubicBezTo>
                                <a:pt x="145432" y="65708"/>
                                <a:pt x="147811" y="64518"/>
                                <a:pt x="150189" y="63329"/>
                              </a:cubicBezTo>
                              <a:cubicBezTo>
                                <a:pt x="156136" y="62139"/>
                                <a:pt x="158515" y="65708"/>
                                <a:pt x="164462" y="68086"/>
                              </a:cubicBezTo>
                              <a:cubicBezTo>
                                <a:pt x="170409" y="69276"/>
                                <a:pt x="171599" y="64518"/>
                                <a:pt x="177546" y="64518"/>
                              </a:cubicBezTo>
                              <a:cubicBezTo>
                                <a:pt x="182304" y="65708"/>
                                <a:pt x="187062" y="68086"/>
                                <a:pt x="193009" y="68086"/>
                              </a:cubicBezTo>
                              <a:cubicBezTo>
                                <a:pt x="195388" y="68086"/>
                                <a:pt x="197766" y="65708"/>
                                <a:pt x="201335" y="64518"/>
                              </a:cubicBezTo>
                              <a:cubicBezTo>
                                <a:pt x="204903" y="63329"/>
                                <a:pt x="206093" y="65708"/>
                                <a:pt x="209661" y="68086"/>
                              </a:cubicBezTo>
                              <a:cubicBezTo>
                                <a:pt x="212040" y="69276"/>
                                <a:pt x="215608" y="69276"/>
                                <a:pt x="216798" y="71655"/>
                              </a:cubicBezTo>
                              <a:cubicBezTo>
                                <a:pt x="217987" y="72844"/>
                                <a:pt x="217987" y="74033"/>
                                <a:pt x="220366" y="75223"/>
                              </a:cubicBezTo>
                              <a:cubicBezTo>
                                <a:pt x="221555" y="76412"/>
                                <a:pt x="222745" y="76412"/>
                                <a:pt x="225124" y="76412"/>
                              </a:cubicBezTo>
                              <a:cubicBezTo>
                                <a:pt x="229881" y="76412"/>
                                <a:pt x="229881" y="77602"/>
                                <a:pt x="229881" y="77602"/>
                              </a:cubicBezTo>
                              <a:cubicBezTo>
                                <a:pt x="231071" y="79981"/>
                                <a:pt x="233449" y="81170"/>
                                <a:pt x="234639" y="79981"/>
                              </a:cubicBezTo>
                              <a:cubicBezTo>
                                <a:pt x="238207" y="77602"/>
                                <a:pt x="231071" y="74033"/>
                                <a:pt x="231071" y="6927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3" name="Freeform 1012">
                          <a:extLst>
                            <a:ext uri="{FF2B5EF4-FFF2-40B4-BE49-F238E27FC236}">
                              <a16:creationId xmlns:a16="http://schemas.microsoft.com/office/drawing/2014/main" id="{B6C7E97C-31B9-4C7C-61C1-06418CBB03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16300" y="4599920"/>
                          <a:ext cx="5557" cy="3270"/>
                        </a:xfrm>
                        <a:custGeom>
                          <a:avLst/>
                          <a:gdLst>
                            <a:gd name="connsiteX0" fmla="*/ 4758 w 5557"/>
                            <a:gd name="connsiteY0" fmla="*/ 892 h 3270"/>
                            <a:gd name="connsiteX1" fmla="*/ 0 w 5557"/>
                            <a:gd name="connsiteY1" fmla="*/ 892 h 3270"/>
                            <a:gd name="connsiteX2" fmla="*/ 2379 w 5557"/>
                            <a:gd name="connsiteY2" fmla="*/ 3271 h 3270"/>
                            <a:gd name="connsiteX3" fmla="*/ 4758 w 5557"/>
                            <a:gd name="connsiteY3" fmla="*/ 892 h 327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557" h="3270">
                              <a:moveTo>
                                <a:pt x="4758" y="892"/>
                              </a:moveTo>
                              <a:cubicBezTo>
                                <a:pt x="2379" y="-297"/>
                                <a:pt x="0" y="-297"/>
                                <a:pt x="0" y="892"/>
                              </a:cubicBezTo>
                              <a:cubicBezTo>
                                <a:pt x="1189" y="2081"/>
                                <a:pt x="1189" y="2081"/>
                                <a:pt x="2379" y="3271"/>
                              </a:cubicBezTo>
                              <a:cubicBezTo>
                                <a:pt x="3568" y="3271"/>
                                <a:pt x="7136" y="3271"/>
                                <a:pt x="4758" y="89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4" name="Freeform 1013">
                          <a:extLst>
                            <a:ext uri="{FF2B5EF4-FFF2-40B4-BE49-F238E27FC236}">
                              <a16:creationId xmlns:a16="http://schemas.microsoft.com/office/drawing/2014/main" id="{72D57841-95F7-D6E4-77AD-43D53F20FDD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09378" y="4610085"/>
                          <a:ext cx="33461" cy="12324"/>
                        </a:xfrm>
                        <a:custGeom>
                          <a:avLst/>
                          <a:gdLst>
                            <a:gd name="connsiteX0" fmla="*/ 6747 w 33461"/>
                            <a:gd name="connsiteY0" fmla="*/ 12137 h 12324"/>
                            <a:gd name="connsiteX1" fmla="*/ 12695 w 33461"/>
                            <a:gd name="connsiteY1" fmla="*/ 9758 h 12324"/>
                            <a:gd name="connsiteX2" fmla="*/ 19832 w 33461"/>
                            <a:gd name="connsiteY2" fmla="*/ 10948 h 12324"/>
                            <a:gd name="connsiteX3" fmla="*/ 25779 w 33461"/>
                            <a:gd name="connsiteY3" fmla="*/ 8569 h 12324"/>
                            <a:gd name="connsiteX4" fmla="*/ 32915 w 33461"/>
                            <a:gd name="connsiteY4" fmla="*/ 3811 h 12324"/>
                            <a:gd name="connsiteX5" fmla="*/ 22210 w 33461"/>
                            <a:gd name="connsiteY5" fmla="*/ 3811 h 12324"/>
                            <a:gd name="connsiteX6" fmla="*/ 10316 w 33461"/>
                            <a:gd name="connsiteY6" fmla="*/ 2622 h 12324"/>
                            <a:gd name="connsiteX7" fmla="*/ 3179 w 33461"/>
                            <a:gd name="connsiteY7" fmla="*/ 243 h 12324"/>
                            <a:gd name="connsiteX8" fmla="*/ 800 w 33461"/>
                            <a:gd name="connsiteY8" fmla="*/ 6190 h 12324"/>
                            <a:gd name="connsiteX9" fmla="*/ 6747 w 33461"/>
                            <a:gd name="connsiteY9" fmla="*/ 12137 h 1232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33461" h="12324">
                              <a:moveTo>
                                <a:pt x="6747" y="12137"/>
                              </a:moveTo>
                              <a:cubicBezTo>
                                <a:pt x="9126" y="10948"/>
                                <a:pt x="10316" y="8569"/>
                                <a:pt x="12695" y="9758"/>
                              </a:cubicBezTo>
                              <a:cubicBezTo>
                                <a:pt x="12695" y="9758"/>
                                <a:pt x="18642" y="12137"/>
                                <a:pt x="19832" y="10948"/>
                              </a:cubicBezTo>
                              <a:cubicBezTo>
                                <a:pt x="21021" y="9758"/>
                                <a:pt x="22210" y="8569"/>
                                <a:pt x="25779" y="8569"/>
                              </a:cubicBezTo>
                              <a:cubicBezTo>
                                <a:pt x="29347" y="8569"/>
                                <a:pt x="35294" y="5000"/>
                                <a:pt x="32915" y="3811"/>
                              </a:cubicBezTo>
                              <a:cubicBezTo>
                                <a:pt x="30536" y="2622"/>
                                <a:pt x="24589" y="5000"/>
                                <a:pt x="22210" y="3811"/>
                              </a:cubicBezTo>
                              <a:cubicBezTo>
                                <a:pt x="19832" y="2622"/>
                                <a:pt x="13884" y="2622"/>
                                <a:pt x="10316" y="2622"/>
                              </a:cubicBezTo>
                              <a:cubicBezTo>
                                <a:pt x="6747" y="2622"/>
                                <a:pt x="3179" y="-947"/>
                                <a:pt x="3179" y="243"/>
                              </a:cubicBezTo>
                              <a:cubicBezTo>
                                <a:pt x="1990" y="1432"/>
                                <a:pt x="-1579" y="5000"/>
                                <a:pt x="800" y="6190"/>
                              </a:cubicBezTo>
                              <a:cubicBezTo>
                                <a:pt x="3179" y="8569"/>
                                <a:pt x="4368" y="13327"/>
                                <a:pt x="6747" y="1213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5" name="Freeform 1014">
                          <a:extLst>
                            <a:ext uri="{FF2B5EF4-FFF2-40B4-BE49-F238E27FC236}">
                              <a16:creationId xmlns:a16="http://schemas.microsoft.com/office/drawing/2014/main" id="{68C084AD-D680-9D16-4D7B-472CD95AEB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70603" y="4608354"/>
                          <a:ext cx="9751" cy="9178"/>
                        </a:xfrm>
                        <a:custGeom>
                          <a:avLst/>
                          <a:gdLst>
                            <a:gd name="connsiteX0" fmla="*/ 4994 w 9751"/>
                            <a:gd name="connsiteY0" fmla="*/ 5542 h 9178"/>
                            <a:gd name="connsiteX1" fmla="*/ 9752 w 9751"/>
                            <a:gd name="connsiteY1" fmla="*/ 4353 h 9178"/>
                            <a:gd name="connsiteX2" fmla="*/ 236 w 9751"/>
                            <a:gd name="connsiteY2" fmla="*/ 784 h 9178"/>
                            <a:gd name="connsiteX3" fmla="*/ 4994 w 9751"/>
                            <a:gd name="connsiteY3" fmla="*/ 5542 h 91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9751" h="9178">
                              <a:moveTo>
                                <a:pt x="4994" y="5542"/>
                              </a:moveTo>
                              <a:cubicBezTo>
                                <a:pt x="4994" y="5542"/>
                                <a:pt x="9752" y="6732"/>
                                <a:pt x="9752" y="4353"/>
                              </a:cubicBezTo>
                              <a:cubicBezTo>
                                <a:pt x="9752" y="1974"/>
                                <a:pt x="1426" y="-1594"/>
                                <a:pt x="236" y="784"/>
                              </a:cubicBezTo>
                              <a:cubicBezTo>
                                <a:pt x="-953" y="3163"/>
                                <a:pt x="2615" y="15058"/>
                                <a:pt x="4994" y="554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6" name="Freeform 1015">
                          <a:extLst>
                            <a:ext uri="{FF2B5EF4-FFF2-40B4-BE49-F238E27FC236}">
                              <a16:creationId xmlns:a16="http://schemas.microsoft.com/office/drawing/2014/main" id="{5D62CE4E-E276-E0EF-44BA-27B26460120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52303" y="4642442"/>
                          <a:ext cx="29907" cy="18489"/>
                        </a:xfrm>
                        <a:custGeom>
                          <a:avLst/>
                          <a:gdLst>
                            <a:gd name="connsiteX0" fmla="*/ 23294 w 29907"/>
                            <a:gd name="connsiteY0" fmla="*/ 0 h 18489"/>
                            <a:gd name="connsiteX1" fmla="*/ 11400 w 29907"/>
                            <a:gd name="connsiteY1" fmla="*/ 2379 h 18489"/>
                            <a:gd name="connsiteX2" fmla="*/ 1884 w 29907"/>
                            <a:gd name="connsiteY2" fmla="*/ 1189 h 18489"/>
                            <a:gd name="connsiteX3" fmla="*/ 1884 w 29907"/>
                            <a:gd name="connsiteY3" fmla="*/ 8326 h 18489"/>
                            <a:gd name="connsiteX4" fmla="*/ 11400 w 29907"/>
                            <a:gd name="connsiteY4" fmla="*/ 13083 h 18489"/>
                            <a:gd name="connsiteX5" fmla="*/ 18537 w 29907"/>
                            <a:gd name="connsiteY5" fmla="*/ 17842 h 18489"/>
                            <a:gd name="connsiteX6" fmla="*/ 26862 w 29907"/>
                            <a:gd name="connsiteY6" fmla="*/ 9515 h 18489"/>
                            <a:gd name="connsiteX7" fmla="*/ 29241 w 29907"/>
                            <a:gd name="connsiteY7" fmla="*/ 4758 h 18489"/>
                            <a:gd name="connsiteX8" fmla="*/ 23294 w 29907"/>
                            <a:gd name="connsiteY8" fmla="*/ 0 h 1848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29907" h="18489">
                              <a:moveTo>
                                <a:pt x="23294" y="0"/>
                              </a:moveTo>
                              <a:cubicBezTo>
                                <a:pt x="19726" y="0"/>
                                <a:pt x="14968" y="2379"/>
                                <a:pt x="11400" y="2379"/>
                              </a:cubicBezTo>
                              <a:cubicBezTo>
                                <a:pt x="7832" y="2379"/>
                                <a:pt x="3074" y="0"/>
                                <a:pt x="1884" y="1189"/>
                              </a:cubicBezTo>
                              <a:cubicBezTo>
                                <a:pt x="695" y="2379"/>
                                <a:pt x="-1684" y="5947"/>
                                <a:pt x="1884" y="8326"/>
                              </a:cubicBezTo>
                              <a:cubicBezTo>
                                <a:pt x="5453" y="10705"/>
                                <a:pt x="9021" y="10705"/>
                                <a:pt x="11400" y="13083"/>
                              </a:cubicBezTo>
                              <a:cubicBezTo>
                                <a:pt x="13779" y="15463"/>
                                <a:pt x="17347" y="20220"/>
                                <a:pt x="18537" y="17842"/>
                              </a:cubicBezTo>
                              <a:cubicBezTo>
                                <a:pt x="19726" y="15463"/>
                                <a:pt x="22105" y="10705"/>
                                <a:pt x="26862" y="9515"/>
                              </a:cubicBezTo>
                              <a:cubicBezTo>
                                <a:pt x="26862" y="9515"/>
                                <a:pt x="31620" y="7136"/>
                                <a:pt x="29241" y="4758"/>
                              </a:cubicBezTo>
                              <a:cubicBezTo>
                                <a:pt x="28052" y="4758"/>
                                <a:pt x="28052" y="0"/>
                                <a:pt x="23294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7" name="Freeform 1016">
                          <a:extLst>
                            <a:ext uri="{FF2B5EF4-FFF2-40B4-BE49-F238E27FC236}">
                              <a16:creationId xmlns:a16="http://schemas.microsoft.com/office/drawing/2014/main" id="{4A949FCC-D236-96AB-1D55-1BA8A7B75C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77869" y="4657905"/>
                          <a:ext cx="2486" cy="4694"/>
                        </a:xfrm>
                        <a:custGeom>
                          <a:avLst/>
                          <a:gdLst>
                            <a:gd name="connsiteX0" fmla="*/ 1296 w 2486"/>
                            <a:gd name="connsiteY0" fmla="*/ 0 h 4694"/>
                            <a:gd name="connsiteX1" fmla="*/ 2486 w 2486"/>
                            <a:gd name="connsiteY1" fmla="*/ 3568 h 4694"/>
                            <a:gd name="connsiteX2" fmla="*/ 1296 w 2486"/>
                            <a:gd name="connsiteY2" fmla="*/ 0 h 469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2486" h="4694">
                              <a:moveTo>
                                <a:pt x="1296" y="0"/>
                              </a:moveTo>
                              <a:cubicBezTo>
                                <a:pt x="-1082" y="1190"/>
                                <a:pt x="107" y="7137"/>
                                <a:pt x="2486" y="3568"/>
                              </a:cubicBezTo>
                              <a:cubicBezTo>
                                <a:pt x="2486" y="3568"/>
                                <a:pt x="2486" y="0"/>
                                <a:pt x="1296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8" name="Freeform 1017">
                          <a:extLst>
                            <a:ext uri="{FF2B5EF4-FFF2-40B4-BE49-F238E27FC236}">
                              <a16:creationId xmlns:a16="http://schemas.microsoft.com/office/drawing/2014/main" id="{7C1BF2B2-8E72-F84A-9B1E-A69297BC86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86302" y="4648065"/>
                          <a:ext cx="21971" cy="16976"/>
                        </a:xfrm>
                        <a:custGeom>
                          <a:avLst/>
                          <a:gdLst>
                            <a:gd name="connsiteX0" fmla="*/ 17842 w 21971"/>
                            <a:gd name="connsiteY0" fmla="*/ 12219 h 16976"/>
                            <a:gd name="connsiteX1" fmla="*/ 21410 w 21971"/>
                            <a:gd name="connsiteY1" fmla="*/ 2703 h 16976"/>
                            <a:gd name="connsiteX2" fmla="*/ 11894 w 21971"/>
                            <a:gd name="connsiteY2" fmla="*/ 324 h 16976"/>
                            <a:gd name="connsiteX3" fmla="*/ 5947 w 21971"/>
                            <a:gd name="connsiteY3" fmla="*/ 6271 h 16976"/>
                            <a:gd name="connsiteX4" fmla="*/ 5947 w 21971"/>
                            <a:gd name="connsiteY4" fmla="*/ 11029 h 16976"/>
                            <a:gd name="connsiteX5" fmla="*/ 0 w 21971"/>
                            <a:gd name="connsiteY5" fmla="*/ 12219 h 16976"/>
                            <a:gd name="connsiteX6" fmla="*/ 5947 w 21971"/>
                            <a:gd name="connsiteY6" fmla="*/ 16976 h 16976"/>
                            <a:gd name="connsiteX7" fmla="*/ 14273 w 21971"/>
                            <a:gd name="connsiteY7" fmla="*/ 14597 h 16976"/>
                            <a:gd name="connsiteX8" fmla="*/ 17842 w 21971"/>
                            <a:gd name="connsiteY8" fmla="*/ 15787 h 16976"/>
                            <a:gd name="connsiteX9" fmla="*/ 17842 w 21971"/>
                            <a:gd name="connsiteY9" fmla="*/ 12219 h 1697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21971" h="16976">
                              <a:moveTo>
                                <a:pt x="17842" y="12219"/>
                              </a:moveTo>
                              <a:cubicBezTo>
                                <a:pt x="17842" y="11029"/>
                                <a:pt x="23789" y="3892"/>
                                <a:pt x="21410" y="2703"/>
                              </a:cubicBezTo>
                              <a:cubicBezTo>
                                <a:pt x="19031" y="1513"/>
                                <a:pt x="14273" y="-865"/>
                                <a:pt x="11894" y="324"/>
                              </a:cubicBezTo>
                              <a:cubicBezTo>
                                <a:pt x="9515" y="1513"/>
                                <a:pt x="5947" y="3892"/>
                                <a:pt x="5947" y="6271"/>
                              </a:cubicBezTo>
                              <a:cubicBezTo>
                                <a:pt x="5947" y="8650"/>
                                <a:pt x="8326" y="11029"/>
                                <a:pt x="5947" y="11029"/>
                              </a:cubicBezTo>
                              <a:cubicBezTo>
                                <a:pt x="3568" y="11029"/>
                                <a:pt x="0" y="9840"/>
                                <a:pt x="0" y="12219"/>
                              </a:cubicBezTo>
                              <a:cubicBezTo>
                                <a:pt x="0" y="14597"/>
                                <a:pt x="3568" y="16976"/>
                                <a:pt x="5947" y="16976"/>
                              </a:cubicBezTo>
                              <a:cubicBezTo>
                                <a:pt x="8326" y="16976"/>
                                <a:pt x="13083" y="13408"/>
                                <a:pt x="14273" y="14597"/>
                              </a:cubicBezTo>
                              <a:cubicBezTo>
                                <a:pt x="15463" y="15787"/>
                                <a:pt x="17842" y="16976"/>
                                <a:pt x="17842" y="15787"/>
                              </a:cubicBezTo>
                              <a:cubicBezTo>
                                <a:pt x="17842" y="15787"/>
                                <a:pt x="16652" y="14597"/>
                                <a:pt x="17842" y="1221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19" name="Freeform 1018">
                          <a:extLst>
                            <a:ext uri="{FF2B5EF4-FFF2-40B4-BE49-F238E27FC236}">
                              <a16:creationId xmlns:a16="http://schemas.microsoft.com/office/drawing/2014/main" id="{2704E035-F3DE-57C3-EA2A-CCE26D6D123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05093" y="4643392"/>
                          <a:ext cx="67002" cy="26565"/>
                        </a:xfrm>
                        <a:custGeom>
                          <a:avLst/>
                          <a:gdLst>
                            <a:gd name="connsiteX0" fmla="*/ 66848 w 67002"/>
                            <a:gd name="connsiteY0" fmla="*/ 16892 h 26565"/>
                            <a:gd name="connsiteX1" fmla="*/ 63279 w 67002"/>
                            <a:gd name="connsiteY1" fmla="*/ 10945 h 26565"/>
                            <a:gd name="connsiteX2" fmla="*/ 59711 w 67002"/>
                            <a:gd name="connsiteY2" fmla="*/ 4997 h 26565"/>
                            <a:gd name="connsiteX3" fmla="*/ 54954 w 67002"/>
                            <a:gd name="connsiteY3" fmla="*/ 9755 h 26565"/>
                            <a:gd name="connsiteX4" fmla="*/ 49007 w 67002"/>
                            <a:gd name="connsiteY4" fmla="*/ 1429 h 26565"/>
                            <a:gd name="connsiteX5" fmla="*/ 41870 w 67002"/>
                            <a:gd name="connsiteY5" fmla="*/ 3808 h 26565"/>
                            <a:gd name="connsiteX6" fmla="*/ 34733 w 67002"/>
                            <a:gd name="connsiteY6" fmla="*/ 239 h 26565"/>
                            <a:gd name="connsiteX7" fmla="*/ 27596 w 67002"/>
                            <a:gd name="connsiteY7" fmla="*/ 4997 h 26565"/>
                            <a:gd name="connsiteX8" fmla="*/ 41870 w 67002"/>
                            <a:gd name="connsiteY8" fmla="*/ 13323 h 26565"/>
                            <a:gd name="connsiteX9" fmla="*/ 34733 w 67002"/>
                            <a:gd name="connsiteY9" fmla="*/ 14513 h 26565"/>
                            <a:gd name="connsiteX10" fmla="*/ 28786 w 67002"/>
                            <a:gd name="connsiteY10" fmla="*/ 14513 h 26565"/>
                            <a:gd name="connsiteX11" fmla="*/ 24028 w 67002"/>
                            <a:gd name="connsiteY11" fmla="*/ 7376 h 26565"/>
                            <a:gd name="connsiteX12" fmla="*/ 3807 w 67002"/>
                            <a:gd name="connsiteY12" fmla="*/ 8565 h 26565"/>
                            <a:gd name="connsiteX13" fmla="*/ 239 w 67002"/>
                            <a:gd name="connsiteY13" fmla="*/ 16892 h 26565"/>
                            <a:gd name="connsiteX14" fmla="*/ 1429 w 67002"/>
                            <a:gd name="connsiteY14" fmla="*/ 24028 h 26565"/>
                            <a:gd name="connsiteX15" fmla="*/ 16892 w 67002"/>
                            <a:gd name="connsiteY15" fmla="*/ 26407 h 26565"/>
                            <a:gd name="connsiteX16" fmla="*/ 27596 w 67002"/>
                            <a:gd name="connsiteY16" fmla="*/ 22839 h 26565"/>
                            <a:gd name="connsiteX17" fmla="*/ 38301 w 67002"/>
                            <a:gd name="connsiteY17" fmla="*/ 21649 h 26565"/>
                            <a:gd name="connsiteX18" fmla="*/ 47817 w 67002"/>
                            <a:gd name="connsiteY18" fmla="*/ 18081 h 26565"/>
                            <a:gd name="connsiteX19" fmla="*/ 50196 w 67002"/>
                            <a:gd name="connsiteY19" fmla="*/ 21649 h 26565"/>
                            <a:gd name="connsiteX20" fmla="*/ 58522 w 67002"/>
                            <a:gd name="connsiteY20" fmla="*/ 19270 h 26565"/>
                            <a:gd name="connsiteX21" fmla="*/ 66848 w 67002"/>
                            <a:gd name="connsiteY21" fmla="*/ 16892 h 2656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</a:cxnLst>
                          <a:rect l="l" t="t" r="r" b="b"/>
                          <a:pathLst>
                            <a:path w="67002" h="26565">
                              <a:moveTo>
                                <a:pt x="66848" y="16892"/>
                              </a:moveTo>
                              <a:cubicBezTo>
                                <a:pt x="66848" y="14513"/>
                                <a:pt x="64469" y="14513"/>
                                <a:pt x="63279" y="10945"/>
                              </a:cubicBezTo>
                              <a:cubicBezTo>
                                <a:pt x="62090" y="8565"/>
                                <a:pt x="60901" y="4997"/>
                                <a:pt x="59711" y="4997"/>
                              </a:cubicBezTo>
                              <a:cubicBezTo>
                                <a:pt x="58522" y="4997"/>
                                <a:pt x="56143" y="10945"/>
                                <a:pt x="54954" y="9755"/>
                              </a:cubicBezTo>
                              <a:cubicBezTo>
                                <a:pt x="53764" y="8565"/>
                                <a:pt x="51385" y="1429"/>
                                <a:pt x="49007" y="1429"/>
                              </a:cubicBezTo>
                              <a:cubicBezTo>
                                <a:pt x="46628" y="1429"/>
                                <a:pt x="44249" y="4997"/>
                                <a:pt x="41870" y="3808"/>
                              </a:cubicBezTo>
                              <a:cubicBezTo>
                                <a:pt x="39491" y="2618"/>
                                <a:pt x="35922" y="-950"/>
                                <a:pt x="34733" y="239"/>
                              </a:cubicBezTo>
                              <a:cubicBezTo>
                                <a:pt x="33543" y="1429"/>
                                <a:pt x="22839" y="2618"/>
                                <a:pt x="27596" y="4997"/>
                              </a:cubicBezTo>
                              <a:cubicBezTo>
                                <a:pt x="32354" y="7376"/>
                                <a:pt x="45438" y="13323"/>
                                <a:pt x="41870" y="13323"/>
                              </a:cubicBezTo>
                              <a:cubicBezTo>
                                <a:pt x="39491" y="14513"/>
                                <a:pt x="35922" y="13323"/>
                                <a:pt x="34733" y="14513"/>
                              </a:cubicBezTo>
                              <a:cubicBezTo>
                                <a:pt x="33543" y="15702"/>
                                <a:pt x="29975" y="16892"/>
                                <a:pt x="28786" y="14513"/>
                              </a:cubicBezTo>
                              <a:cubicBezTo>
                                <a:pt x="27596" y="13323"/>
                                <a:pt x="27596" y="7376"/>
                                <a:pt x="24028" y="7376"/>
                              </a:cubicBezTo>
                              <a:cubicBezTo>
                                <a:pt x="20460" y="7376"/>
                                <a:pt x="6186" y="6186"/>
                                <a:pt x="3807" y="8565"/>
                              </a:cubicBezTo>
                              <a:cubicBezTo>
                                <a:pt x="2618" y="10945"/>
                                <a:pt x="-950" y="15702"/>
                                <a:pt x="239" y="16892"/>
                              </a:cubicBezTo>
                              <a:cubicBezTo>
                                <a:pt x="1429" y="18081"/>
                                <a:pt x="-950" y="21649"/>
                                <a:pt x="1429" y="24028"/>
                              </a:cubicBezTo>
                              <a:cubicBezTo>
                                <a:pt x="3807" y="26407"/>
                                <a:pt x="14513" y="25218"/>
                                <a:pt x="16892" y="26407"/>
                              </a:cubicBezTo>
                              <a:cubicBezTo>
                                <a:pt x="19271" y="27597"/>
                                <a:pt x="24028" y="21649"/>
                                <a:pt x="27596" y="22839"/>
                              </a:cubicBezTo>
                              <a:cubicBezTo>
                                <a:pt x="31165" y="24028"/>
                                <a:pt x="32354" y="20460"/>
                                <a:pt x="38301" y="21649"/>
                              </a:cubicBezTo>
                              <a:cubicBezTo>
                                <a:pt x="43059" y="21649"/>
                                <a:pt x="47817" y="15702"/>
                                <a:pt x="47817" y="18081"/>
                              </a:cubicBezTo>
                              <a:cubicBezTo>
                                <a:pt x="47817" y="20460"/>
                                <a:pt x="47817" y="22839"/>
                                <a:pt x="50196" y="21649"/>
                              </a:cubicBezTo>
                              <a:cubicBezTo>
                                <a:pt x="52575" y="21649"/>
                                <a:pt x="54954" y="19270"/>
                                <a:pt x="58522" y="19270"/>
                              </a:cubicBezTo>
                              <a:cubicBezTo>
                                <a:pt x="62090" y="19270"/>
                                <a:pt x="68037" y="19270"/>
                                <a:pt x="66848" y="1689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0" name="Freeform 1019">
                          <a:extLst>
                            <a:ext uri="{FF2B5EF4-FFF2-40B4-BE49-F238E27FC236}">
                              <a16:creationId xmlns:a16="http://schemas.microsoft.com/office/drawing/2014/main" id="{89E93304-2E68-8F37-E027-0B3DBE0F97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76699" y="4653555"/>
                          <a:ext cx="4895" cy="9586"/>
                        </a:xfrm>
                        <a:custGeom>
                          <a:avLst/>
                          <a:gdLst>
                            <a:gd name="connsiteX0" fmla="*/ 0 w 4895"/>
                            <a:gd name="connsiteY0" fmla="*/ 1971 h 9586"/>
                            <a:gd name="connsiteX1" fmla="*/ 2379 w 4895"/>
                            <a:gd name="connsiteY1" fmla="*/ 9107 h 9586"/>
                            <a:gd name="connsiteX2" fmla="*/ 3568 w 4895"/>
                            <a:gd name="connsiteY2" fmla="*/ 781 h 9586"/>
                            <a:gd name="connsiteX3" fmla="*/ 0 w 4895"/>
                            <a:gd name="connsiteY3" fmla="*/ 1971 h 958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895" h="9586">
                              <a:moveTo>
                                <a:pt x="0" y="1971"/>
                              </a:moveTo>
                              <a:cubicBezTo>
                                <a:pt x="0" y="4350"/>
                                <a:pt x="1190" y="11486"/>
                                <a:pt x="2379" y="9107"/>
                              </a:cubicBezTo>
                              <a:cubicBezTo>
                                <a:pt x="2379" y="7918"/>
                                <a:pt x="7137" y="1971"/>
                                <a:pt x="3568" y="781"/>
                              </a:cubicBezTo>
                              <a:cubicBezTo>
                                <a:pt x="1190" y="-408"/>
                                <a:pt x="0" y="-408"/>
                                <a:pt x="0" y="197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1" name="Freeform 1020">
                          <a:extLst>
                            <a:ext uri="{FF2B5EF4-FFF2-40B4-BE49-F238E27FC236}">
                              <a16:creationId xmlns:a16="http://schemas.microsoft.com/office/drawing/2014/main" id="{4EA4EA2A-83F5-FFFA-F59B-AC4EC74427A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82179" y="4658533"/>
                          <a:ext cx="4332" cy="5616"/>
                        </a:xfrm>
                        <a:custGeom>
                          <a:avLst/>
                          <a:gdLst>
                            <a:gd name="connsiteX0" fmla="*/ 2846 w 4332"/>
                            <a:gd name="connsiteY0" fmla="*/ 562 h 5616"/>
                            <a:gd name="connsiteX1" fmla="*/ 466 w 4332"/>
                            <a:gd name="connsiteY1" fmla="*/ 5319 h 5616"/>
                            <a:gd name="connsiteX2" fmla="*/ 4035 w 4332"/>
                            <a:gd name="connsiteY2" fmla="*/ 4130 h 5616"/>
                            <a:gd name="connsiteX3" fmla="*/ 2846 w 4332"/>
                            <a:gd name="connsiteY3" fmla="*/ 562 h 561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332" h="5616">
                              <a:moveTo>
                                <a:pt x="2846" y="562"/>
                              </a:moveTo>
                              <a:cubicBezTo>
                                <a:pt x="466" y="1751"/>
                                <a:pt x="-723" y="5319"/>
                                <a:pt x="466" y="5319"/>
                              </a:cubicBezTo>
                              <a:cubicBezTo>
                                <a:pt x="1656" y="5319"/>
                                <a:pt x="4035" y="6509"/>
                                <a:pt x="4035" y="4130"/>
                              </a:cubicBezTo>
                              <a:cubicBezTo>
                                <a:pt x="4035" y="4130"/>
                                <a:pt x="5225" y="-1817"/>
                                <a:pt x="2846" y="56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2" name="Freeform 1021">
                          <a:extLst>
                            <a:ext uri="{FF2B5EF4-FFF2-40B4-BE49-F238E27FC236}">
                              <a16:creationId xmlns:a16="http://schemas.microsoft.com/office/drawing/2014/main" id="{DC509B33-75E3-BA51-08A5-96ECE2D2B6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64361" y="4673469"/>
                          <a:ext cx="51191" cy="30747"/>
                        </a:xfrm>
                        <a:custGeom>
                          <a:avLst/>
                          <a:gdLst>
                            <a:gd name="connsiteX0" fmla="*/ 42074 w 51191"/>
                            <a:gd name="connsiteY0" fmla="*/ 12983 h 30747"/>
                            <a:gd name="connsiteX1" fmla="*/ 36126 w 51191"/>
                            <a:gd name="connsiteY1" fmla="*/ 10604 h 30747"/>
                            <a:gd name="connsiteX2" fmla="*/ 31369 w 51191"/>
                            <a:gd name="connsiteY2" fmla="*/ 4657 h 30747"/>
                            <a:gd name="connsiteX3" fmla="*/ 21853 w 51191"/>
                            <a:gd name="connsiteY3" fmla="*/ 7036 h 30747"/>
                            <a:gd name="connsiteX4" fmla="*/ 13528 w 51191"/>
                            <a:gd name="connsiteY4" fmla="*/ 1088 h 30747"/>
                            <a:gd name="connsiteX5" fmla="*/ 443 w 51191"/>
                            <a:gd name="connsiteY5" fmla="*/ 8225 h 30747"/>
                            <a:gd name="connsiteX6" fmla="*/ 19475 w 51191"/>
                            <a:gd name="connsiteY6" fmla="*/ 15362 h 30747"/>
                            <a:gd name="connsiteX7" fmla="*/ 26611 w 51191"/>
                            <a:gd name="connsiteY7" fmla="*/ 21309 h 30747"/>
                            <a:gd name="connsiteX8" fmla="*/ 33747 w 51191"/>
                            <a:gd name="connsiteY8" fmla="*/ 29635 h 30747"/>
                            <a:gd name="connsiteX9" fmla="*/ 50400 w 51191"/>
                            <a:gd name="connsiteY9" fmla="*/ 24877 h 30747"/>
                            <a:gd name="connsiteX10" fmla="*/ 42074 w 51191"/>
                            <a:gd name="connsiteY10" fmla="*/ 12983 h 3074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51191" h="30747">
                              <a:moveTo>
                                <a:pt x="42074" y="12983"/>
                              </a:moveTo>
                              <a:cubicBezTo>
                                <a:pt x="39695" y="9415"/>
                                <a:pt x="37316" y="11793"/>
                                <a:pt x="36126" y="10604"/>
                              </a:cubicBezTo>
                              <a:cubicBezTo>
                                <a:pt x="33747" y="9415"/>
                                <a:pt x="33747" y="5846"/>
                                <a:pt x="31369" y="4657"/>
                              </a:cubicBezTo>
                              <a:cubicBezTo>
                                <a:pt x="28990" y="2278"/>
                                <a:pt x="25422" y="7036"/>
                                <a:pt x="21853" y="7036"/>
                              </a:cubicBezTo>
                              <a:cubicBezTo>
                                <a:pt x="17096" y="8225"/>
                                <a:pt x="13528" y="1088"/>
                                <a:pt x="13528" y="1088"/>
                              </a:cubicBezTo>
                              <a:cubicBezTo>
                                <a:pt x="9959" y="-2480"/>
                                <a:pt x="4012" y="3467"/>
                                <a:pt x="443" y="8225"/>
                              </a:cubicBezTo>
                              <a:cubicBezTo>
                                <a:pt x="-3125" y="12983"/>
                                <a:pt x="15906" y="15362"/>
                                <a:pt x="19475" y="15362"/>
                              </a:cubicBezTo>
                              <a:cubicBezTo>
                                <a:pt x="23043" y="15362"/>
                                <a:pt x="23043" y="20119"/>
                                <a:pt x="26611" y="21309"/>
                              </a:cubicBezTo>
                              <a:cubicBezTo>
                                <a:pt x="30179" y="22498"/>
                                <a:pt x="28990" y="26067"/>
                                <a:pt x="33747" y="29635"/>
                              </a:cubicBezTo>
                              <a:cubicBezTo>
                                <a:pt x="38505" y="33203"/>
                                <a:pt x="45642" y="27256"/>
                                <a:pt x="50400" y="24877"/>
                              </a:cubicBezTo>
                              <a:cubicBezTo>
                                <a:pt x="53968" y="22498"/>
                                <a:pt x="44453" y="16551"/>
                                <a:pt x="42074" y="1298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3" name="Freeform 1022">
                          <a:extLst>
                            <a:ext uri="{FF2B5EF4-FFF2-40B4-BE49-F238E27FC236}">
                              <a16:creationId xmlns:a16="http://schemas.microsoft.com/office/drawing/2014/main" id="{3F2DCDBE-C756-7EBD-D95B-F5934154C0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87247" y="4641253"/>
                          <a:ext cx="86985" cy="26167"/>
                        </a:xfrm>
                        <a:custGeom>
                          <a:avLst/>
                          <a:gdLst>
                            <a:gd name="connsiteX0" fmla="*/ 82228 w 86985"/>
                            <a:gd name="connsiteY0" fmla="*/ 11894 h 26167"/>
                            <a:gd name="connsiteX1" fmla="*/ 86986 w 86985"/>
                            <a:gd name="connsiteY1" fmla="*/ 3568 h 26167"/>
                            <a:gd name="connsiteX2" fmla="*/ 78660 w 86985"/>
                            <a:gd name="connsiteY2" fmla="*/ 0 h 26167"/>
                            <a:gd name="connsiteX3" fmla="*/ 78660 w 86985"/>
                            <a:gd name="connsiteY3" fmla="*/ 5947 h 26167"/>
                            <a:gd name="connsiteX4" fmla="*/ 72713 w 86985"/>
                            <a:gd name="connsiteY4" fmla="*/ 9515 h 26167"/>
                            <a:gd name="connsiteX5" fmla="*/ 66765 w 86985"/>
                            <a:gd name="connsiteY5" fmla="*/ 13084 h 26167"/>
                            <a:gd name="connsiteX6" fmla="*/ 58439 w 86985"/>
                            <a:gd name="connsiteY6" fmla="*/ 10705 h 26167"/>
                            <a:gd name="connsiteX7" fmla="*/ 47735 w 86985"/>
                            <a:gd name="connsiteY7" fmla="*/ 11894 h 26167"/>
                            <a:gd name="connsiteX8" fmla="*/ 35840 w 86985"/>
                            <a:gd name="connsiteY8" fmla="*/ 7137 h 26167"/>
                            <a:gd name="connsiteX9" fmla="*/ 25135 w 86985"/>
                            <a:gd name="connsiteY9" fmla="*/ 5947 h 26167"/>
                            <a:gd name="connsiteX10" fmla="*/ 8484 w 86985"/>
                            <a:gd name="connsiteY10" fmla="*/ 8326 h 26167"/>
                            <a:gd name="connsiteX11" fmla="*/ 157 w 86985"/>
                            <a:gd name="connsiteY11" fmla="*/ 15463 h 26167"/>
                            <a:gd name="connsiteX12" fmla="*/ 4915 w 86985"/>
                            <a:gd name="connsiteY12" fmla="*/ 22599 h 26167"/>
                            <a:gd name="connsiteX13" fmla="*/ 14431 w 86985"/>
                            <a:gd name="connsiteY13" fmla="*/ 22599 h 26167"/>
                            <a:gd name="connsiteX14" fmla="*/ 21567 w 86985"/>
                            <a:gd name="connsiteY14" fmla="*/ 24978 h 26167"/>
                            <a:gd name="connsiteX15" fmla="*/ 26325 w 86985"/>
                            <a:gd name="connsiteY15" fmla="*/ 23789 h 26167"/>
                            <a:gd name="connsiteX16" fmla="*/ 32272 w 86985"/>
                            <a:gd name="connsiteY16" fmla="*/ 26167 h 26167"/>
                            <a:gd name="connsiteX17" fmla="*/ 40598 w 86985"/>
                            <a:gd name="connsiteY17" fmla="*/ 22599 h 26167"/>
                            <a:gd name="connsiteX18" fmla="*/ 50114 w 86985"/>
                            <a:gd name="connsiteY18" fmla="*/ 22599 h 26167"/>
                            <a:gd name="connsiteX19" fmla="*/ 58439 w 86985"/>
                            <a:gd name="connsiteY19" fmla="*/ 20220 h 26167"/>
                            <a:gd name="connsiteX20" fmla="*/ 69144 w 86985"/>
                            <a:gd name="connsiteY20" fmla="*/ 22599 h 26167"/>
                            <a:gd name="connsiteX21" fmla="*/ 78660 w 86985"/>
                            <a:gd name="connsiteY21" fmla="*/ 19031 h 26167"/>
                            <a:gd name="connsiteX22" fmla="*/ 82228 w 86985"/>
                            <a:gd name="connsiteY22" fmla="*/ 11894 h 261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</a:cxnLst>
                          <a:rect l="l" t="t" r="r" b="b"/>
                          <a:pathLst>
                            <a:path w="86985" h="26167">
                              <a:moveTo>
                                <a:pt x="82228" y="11894"/>
                              </a:moveTo>
                              <a:cubicBezTo>
                                <a:pt x="84607" y="9515"/>
                                <a:pt x="86986" y="7137"/>
                                <a:pt x="86986" y="3568"/>
                              </a:cubicBezTo>
                              <a:cubicBezTo>
                                <a:pt x="86986" y="0"/>
                                <a:pt x="83418" y="0"/>
                                <a:pt x="78660" y="0"/>
                              </a:cubicBezTo>
                              <a:cubicBezTo>
                                <a:pt x="73903" y="0"/>
                                <a:pt x="77471" y="4758"/>
                                <a:pt x="78660" y="5947"/>
                              </a:cubicBezTo>
                              <a:cubicBezTo>
                                <a:pt x="79850" y="8326"/>
                                <a:pt x="75092" y="9515"/>
                                <a:pt x="72713" y="9515"/>
                              </a:cubicBezTo>
                              <a:cubicBezTo>
                                <a:pt x="70334" y="9515"/>
                                <a:pt x="69144" y="11894"/>
                                <a:pt x="66765" y="13084"/>
                              </a:cubicBezTo>
                              <a:cubicBezTo>
                                <a:pt x="64386" y="15463"/>
                                <a:pt x="60818" y="10705"/>
                                <a:pt x="58439" y="10705"/>
                              </a:cubicBezTo>
                              <a:cubicBezTo>
                                <a:pt x="56061" y="10705"/>
                                <a:pt x="50114" y="10705"/>
                                <a:pt x="47735" y="11894"/>
                              </a:cubicBezTo>
                              <a:cubicBezTo>
                                <a:pt x="45356" y="13084"/>
                                <a:pt x="39409" y="8326"/>
                                <a:pt x="35840" y="7137"/>
                              </a:cubicBezTo>
                              <a:cubicBezTo>
                                <a:pt x="32272" y="4758"/>
                                <a:pt x="28703" y="8326"/>
                                <a:pt x="25135" y="5947"/>
                              </a:cubicBezTo>
                              <a:cubicBezTo>
                                <a:pt x="21567" y="4758"/>
                                <a:pt x="13241" y="5947"/>
                                <a:pt x="8484" y="8326"/>
                              </a:cubicBezTo>
                              <a:cubicBezTo>
                                <a:pt x="3726" y="9515"/>
                                <a:pt x="2536" y="10705"/>
                                <a:pt x="157" y="15463"/>
                              </a:cubicBezTo>
                              <a:cubicBezTo>
                                <a:pt x="-1032" y="20220"/>
                                <a:pt x="4915" y="22599"/>
                                <a:pt x="4915" y="22599"/>
                              </a:cubicBezTo>
                              <a:cubicBezTo>
                                <a:pt x="8484" y="24978"/>
                                <a:pt x="12052" y="22599"/>
                                <a:pt x="14431" y="22599"/>
                              </a:cubicBezTo>
                              <a:cubicBezTo>
                                <a:pt x="16809" y="22599"/>
                                <a:pt x="19188" y="23789"/>
                                <a:pt x="21567" y="24978"/>
                              </a:cubicBezTo>
                              <a:cubicBezTo>
                                <a:pt x="23946" y="26167"/>
                                <a:pt x="26325" y="23789"/>
                                <a:pt x="26325" y="23789"/>
                              </a:cubicBezTo>
                              <a:cubicBezTo>
                                <a:pt x="26325" y="23789"/>
                                <a:pt x="29893" y="26167"/>
                                <a:pt x="32272" y="26167"/>
                              </a:cubicBezTo>
                              <a:cubicBezTo>
                                <a:pt x="34651" y="26167"/>
                                <a:pt x="37030" y="23789"/>
                                <a:pt x="40598" y="22599"/>
                              </a:cubicBezTo>
                              <a:cubicBezTo>
                                <a:pt x="42977" y="21410"/>
                                <a:pt x="46545" y="23789"/>
                                <a:pt x="50114" y="22599"/>
                              </a:cubicBezTo>
                              <a:cubicBezTo>
                                <a:pt x="53682" y="22599"/>
                                <a:pt x="56061" y="21410"/>
                                <a:pt x="58439" y="20220"/>
                              </a:cubicBezTo>
                              <a:cubicBezTo>
                                <a:pt x="60818" y="17842"/>
                                <a:pt x="66765" y="22599"/>
                                <a:pt x="69144" y="22599"/>
                              </a:cubicBezTo>
                              <a:cubicBezTo>
                                <a:pt x="71523" y="22599"/>
                                <a:pt x="76281" y="19031"/>
                                <a:pt x="78660" y="19031"/>
                              </a:cubicBezTo>
                              <a:cubicBezTo>
                                <a:pt x="81039" y="19031"/>
                                <a:pt x="79850" y="15463"/>
                                <a:pt x="82228" y="1189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4" name="Freeform 1023">
                          <a:extLst>
                            <a:ext uri="{FF2B5EF4-FFF2-40B4-BE49-F238E27FC236}">
                              <a16:creationId xmlns:a16="http://schemas.microsoft.com/office/drawing/2014/main" id="{44B427D6-9701-86B2-7206-823EC58D71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81902" y="4648390"/>
                          <a:ext cx="15046" cy="10210"/>
                        </a:xfrm>
                        <a:custGeom>
                          <a:avLst/>
                          <a:gdLst>
                            <a:gd name="connsiteX0" fmla="*/ 7793 w 15046"/>
                            <a:gd name="connsiteY0" fmla="*/ 8326 h 10210"/>
                            <a:gd name="connsiteX1" fmla="*/ 14930 w 15046"/>
                            <a:gd name="connsiteY1" fmla="*/ 0 h 10210"/>
                            <a:gd name="connsiteX2" fmla="*/ 4225 w 15046"/>
                            <a:gd name="connsiteY2" fmla="*/ 2379 h 10210"/>
                            <a:gd name="connsiteX3" fmla="*/ 657 w 15046"/>
                            <a:gd name="connsiteY3" fmla="*/ 8326 h 10210"/>
                            <a:gd name="connsiteX4" fmla="*/ 7793 w 15046"/>
                            <a:gd name="connsiteY4" fmla="*/ 8326 h 1021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5046" h="10210">
                              <a:moveTo>
                                <a:pt x="7793" y="8326"/>
                              </a:moveTo>
                              <a:cubicBezTo>
                                <a:pt x="7793" y="8326"/>
                                <a:pt x="16119" y="0"/>
                                <a:pt x="14930" y="0"/>
                              </a:cubicBezTo>
                              <a:cubicBezTo>
                                <a:pt x="13740" y="0"/>
                                <a:pt x="4225" y="0"/>
                                <a:pt x="4225" y="2379"/>
                              </a:cubicBezTo>
                              <a:cubicBezTo>
                                <a:pt x="3036" y="3568"/>
                                <a:pt x="-1722" y="7136"/>
                                <a:pt x="657" y="8326"/>
                              </a:cubicBezTo>
                              <a:cubicBezTo>
                                <a:pt x="1846" y="9515"/>
                                <a:pt x="4225" y="11894"/>
                                <a:pt x="7793" y="832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5" name="Freeform 1024">
                          <a:extLst>
                            <a:ext uri="{FF2B5EF4-FFF2-40B4-BE49-F238E27FC236}">
                              <a16:creationId xmlns:a16="http://schemas.microsoft.com/office/drawing/2014/main" id="{14AF0D24-5F63-1ED7-E3C2-8939C4B26F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97598" y="4650768"/>
                          <a:ext cx="9566" cy="7460"/>
                        </a:xfrm>
                        <a:custGeom>
                          <a:avLst/>
                          <a:gdLst>
                            <a:gd name="connsiteX0" fmla="*/ 423 w 9566"/>
                            <a:gd name="connsiteY0" fmla="*/ 3569 h 7460"/>
                            <a:gd name="connsiteX1" fmla="*/ 3991 w 9566"/>
                            <a:gd name="connsiteY1" fmla="*/ 7137 h 7460"/>
                            <a:gd name="connsiteX2" fmla="*/ 7559 w 9566"/>
                            <a:gd name="connsiteY2" fmla="*/ 4758 h 7460"/>
                            <a:gd name="connsiteX3" fmla="*/ 8749 w 9566"/>
                            <a:gd name="connsiteY3" fmla="*/ 0 h 7460"/>
                            <a:gd name="connsiteX4" fmla="*/ 423 w 9566"/>
                            <a:gd name="connsiteY4" fmla="*/ 3569 h 74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9566" h="7460">
                              <a:moveTo>
                                <a:pt x="423" y="3569"/>
                              </a:moveTo>
                              <a:cubicBezTo>
                                <a:pt x="1612" y="5947"/>
                                <a:pt x="2802" y="5947"/>
                                <a:pt x="3991" y="7137"/>
                              </a:cubicBezTo>
                              <a:cubicBezTo>
                                <a:pt x="5181" y="8326"/>
                                <a:pt x="7559" y="5947"/>
                                <a:pt x="7559" y="4758"/>
                              </a:cubicBezTo>
                              <a:cubicBezTo>
                                <a:pt x="7559" y="4758"/>
                                <a:pt x="11128" y="0"/>
                                <a:pt x="8749" y="0"/>
                              </a:cubicBezTo>
                              <a:cubicBezTo>
                                <a:pt x="6370" y="1190"/>
                                <a:pt x="-1956" y="1190"/>
                                <a:pt x="423" y="356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6" name="Freeform 1025">
                          <a:extLst>
                            <a:ext uri="{FF2B5EF4-FFF2-40B4-BE49-F238E27FC236}">
                              <a16:creationId xmlns:a16="http://schemas.microsoft.com/office/drawing/2014/main" id="{0490EBCE-F792-E7E3-B93F-91A3B5B4E6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1828" y="4646707"/>
                          <a:ext cx="16012" cy="7868"/>
                        </a:xfrm>
                        <a:custGeom>
                          <a:avLst/>
                          <a:gdLst>
                            <a:gd name="connsiteX0" fmla="*/ 5224 w 16012"/>
                            <a:gd name="connsiteY0" fmla="*/ 7629 h 7868"/>
                            <a:gd name="connsiteX1" fmla="*/ 15929 w 16012"/>
                            <a:gd name="connsiteY1" fmla="*/ 1682 h 7868"/>
                            <a:gd name="connsiteX2" fmla="*/ 2846 w 16012"/>
                            <a:gd name="connsiteY2" fmla="*/ 493 h 7868"/>
                            <a:gd name="connsiteX3" fmla="*/ 467 w 16012"/>
                            <a:gd name="connsiteY3" fmla="*/ 4061 h 7868"/>
                            <a:gd name="connsiteX4" fmla="*/ 5224 w 16012"/>
                            <a:gd name="connsiteY4" fmla="*/ 7629 h 7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6012" h="7868">
                              <a:moveTo>
                                <a:pt x="5224" y="7629"/>
                              </a:moveTo>
                              <a:cubicBezTo>
                                <a:pt x="5224" y="7629"/>
                                <a:pt x="17118" y="2871"/>
                                <a:pt x="15929" y="1682"/>
                              </a:cubicBezTo>
                              <a:cubicBezTo>
                                <a:pt x="13550" y="493"/>
                                <a:pt x="5224" y="-697"/>
                                <a:pt x="2846" y="493"/>
                              </a:cubicBezTo>
                              <a:cubicBezTo>
                                <a:pt x="467" y="1682"/>
                                <a:pt x="-723" y="2871"/>
                                <a:pt x="467" y="4061"/>
                              </a:cubicBezTo>
                              <a:cubicBezTo>
                                <a:pt x="467" y="5250"/>
                                <a:pt x="467" y="8819"/>
                                <a:pt x="5224" y="762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7" name="Freeform 1026">
                          <a:extLst>
                            <a:ext uri="{FF2B5EF4-FFF2-40B4-BE49-F238E27FC236}">
                              <a16:creationId xmlns:a16="http://schemas.microsoft.com/office/drawing/2014/main" id="{5F10E0DD-4A7B-C67D-678C-7D018406F5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7933" y="4648056"/>
                          <a:ext cx="4096" cy="2711"/>
                        </a:xfrm>
                        <a:custGeom>
                          <a:avLst/>
                          <a:gdLst>
                            <a:gd name="connsiteX0" fmla="*/ 529 w 4096"/>
                            <a:gd name="connsiteY0" fmla="*/ 333 h 2711"/>
                            <a:gd name="connsiteX1" fmla="*/ 529 w 4096"/>
                            <a:gd name="connsiteY1" fmla="*/ 2712 h 2711"/>
                            <a:gd name="connsiteX2" fmla="*/ 4097 w 4096"/>
                            <a:gd name="connsiteY2" fmla="*/ 1522 h 2711"/>
                            <a:gd name="connsiteX3" fmla="*/ 529 w 4096"/>
                            <a:gd name="connsiteY3" fmla="*/ 333 h 27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096" h="2711">
                              <a:moveTo>
                                <a:pt x="529" y="333"/>
                              </a:moveTo>
                              <a:cubicBezTo>
                                <a:pt x="-661" y="333"/>
                                <a:pt x="529" y="2712"/>
                                <a:pt x="529" y="2712"/>
                              </a:cubicBezTo>
                              <a:lnTo>
                                <a:pt x="4097" y="1522"/>
                              </a:lnTo>
                              <a:cubicBezTo>
                                <a:pt x="2907" y="1522"/>
                                <a:pt x="529" y="-856"/>
                                <a:pt x="529" y="33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8" name="Freeform 1027">
                          <a:extLst>
                            <a:ext uri="{FF2B5EF4-FFF2-40B4-BE49-F238E27FC236}">
                              <a16:creationId xmlns:a16="http://schemas.microsoft.com/office/drawing/2014/main" id="{033BFA63-9FD7-B841-0C63-F8DB879313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6612" y="4647897"/>
                          <a:ext cx="4386" cy="4060"/>
                        </a:xfrm>
                        <a:custGeom>
                          <a:avLst/>
                          <a:gdLst>
                            <a:gd name="connsiteX0" fmla="*/ 3568 w 4386"/>
                            <a:gd name="connsiteY0" fmla="*/ 493 h 4060"/>
                            <a:gd name="connsiteX1" fmla="*/ 0 w 4386"/>
                            <a:gd name="connsiteY1" fmla="*/ 1682 h 4060"/>
                            <a:gd name="connsiteX2" fmla="*/ 2379 w 4386"/>
                            <a:gd name="connsiteY2" fmla="*/ 4061 h 4060"/>
                            <a:gd name="connsiteX3" fmla="*/ 3568 w 4386"/>
                            <a:gd name="connsiteY3" fmla="*/ 493 h 40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386" h="4060">
                              <a:moveTo>
                                <a:pt x="3568" y="493"/>
                              </a:moveTo>
                              <a:cubicBezTo>
                                <a:pt x="2379" y="-697"/>
                                <a:pt x="0" y="493"/>
                                <a:pt x="0" y="1682"/>
                              </a:cubicBezTo>
                              <a:cubicBezTo>
                                <a:pt x="0" y="2871"/>
                                <a:pt x="2379" y="4061"/>
                                <a:pt x="2379" y="4061"/>
                              </a:cubicBezTo>
                              <a:cubicBezTo>
                                <a:pt x="2379" y="4061"/>
                                <a:pt x="5947" y="493"/>
                                <a:pt x="3568" y="49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29" name="Freeform 1028">
                          <a:extLst>
                            <a:ext uri="{FF2B5EF4-FFF2-40B4-BE49-F238E27FC236}">
                              <a16:creationId xmlns:a16="http://schemas.microsoft.com/office/drawing/2014/main" id="{44AAE1A1-328B-5D75-45EA-4D5AC47E32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69285" y="4654337"/>
                          <a:ext cx="5475" cy="6244"/>
                        </a:xfrm>
                        <a:custGeom>
                          <a:avLst/>
                          <a:gdLst>
                            <a:gd name="connsiteX0" fmla="*/ 4947 w 5475"/>
                            <a:gd name="connsiteY0" fmla="*/ 0 h 6244"/>
                            <a:gd name="connsiteX1" fmla="*/ 189 w 5475"/>
                            <a:gd name="connsiteY1" fmla="*/ 5947 h 6244"/>
                            <a:gd name="connsiteX2" fmla="*/ 4947 w 5475"/>
                            <a:gd name="connsiteY2" fmla="*/ 4758 h 6244"/>
                            <a:gd name="connsiteX3" fmla="*/ 4947 w 5475"/>
                            <a:gd name="connsiteY3" fmla="*/ 0 h 624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475" h="6244">
                              <a:moveTo>
                                <a:pt x="4947" y="0"/>
                              </a:moveTo>
                              <a:cubicBezTo>
                                <a:pt x="3758" y="0"/>
                                <a:pt x="-1000" y="5947"/>
                                <a:pt x="189" y="5947"/>
                              </a:cubicBezTo>
                              <a:cubicBezTo>
                                <a:pt x="1379" y="5947"/>
                                <a:pt x="3758" y="7136"/>
                                <a:pt x="4947" y="4758"/>
                              </a:cubicBezTo>
                              <a:cubicBezTo>
                                <a:pt x="4947" y="4758"/>
                                <a:pt x="6136" y="0"/>
                                <a:pt x="4947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0" name="Freeform 1029">
                          <a:extLst>
                            <a:ext uri="{FF2B5EF4-FFF2-40B4-BE49-F238E27FC236}">
                              <a16:creationId xmlns:a16="http://schemas.microsoft.com/office/drawing/2014/main" id="{D370D542-0A74-7020-DBED-848AA6E21E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48367" y="4628169"/>
                          <a:ext cx="25778" cy="10947"/>
                        </a:xfrm>
                        <a:custGeom>
                          <a:avLst/>
                          <a:gdLst>
                            <a:gd name="connsiteX0" fmla="*/ 19832 w 25778"/>
                            <a:gd name="connsiteY0" fmla="*/ 0 h 10947"/>
                            <a:gd name="connsiteX1" fmla="*/ 13884 w 25778"/>
                            <a:gd name="connsiteY1" fmla="*/ 2379 h 10947"/>
                            <a:gd name="connsiteX2" fmla="*/ 3179 w 25778"/>
                            <a:gd name="connsiteY2" fmla="*/ 1190 h 10947"/>
                            <a:gd name="connsiteX3" fmla="*/ 800 w 25778"/>
                            <a:gd name="connsiteY3" fmla="*/ 10705 h 10947"/>
                            <a:gd name="connsiteX4" fmla="*/ 9126 w 25778"/>
                            <a:gd name="connsiteY4" fmla="*/ 8326 h 10947"/>
                            <a:gd name="connsiteX5" fmla="*/ 17453 w 25778"/>
                            <a:gd name="connsiteY5" fmla="*/ 10705 h 10947"/>
                            <a:gd name="connsiteX6" fmla="*/ 25779 w 25778"/>
                            <a:gd name="connsiteY6" fmla="*/ 4758 h 10947"/>
                            <a:gd name="connsiteX7" fmla="*/ 19832 w 25778"/>
                            <a:gd name="connsiteY7" fmla="*/ 0 h 1094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25778" h="10947">
                              <a:moveTo>
                                <a:pt x="19832" y="0"/>
                              </a:moveTo>
                              <a:cubicBezTo>
                                <a:pt x="17453" y="1190"/>
                                <a:pt x="16263" y="2379"/>
                                <a:pt x="13884" y="2379"/>
                              </a:cubicBezTo>
                              <a:cubicBezTo>
                                <a:pt x="11505" y="2379"/>
                                <a:pt x="4368" y="-1190"/>
                                <a:pt x="3179" y="1190"/>
                              </a:cubicBezTo>
                              <a:cubicBezTo>
                                <a:pt x="1990" y="2379"/>
                                <a:pt x="-1579" y="11894"/>
                                <a:pt x="800" y="10705"/>
                              </a:cubicBezTo>
                              <a:cubicBezTo>
                                <a:pt x="3179" y="9515"/>
                                <a:pt x="6747" y="8326"/>
                                <a:pt x="9126" y="8326"/>
                              </a:cubicBezTo>
                              <a:cubicBezTo>
                                <a:pt x="11505" y="8326"/>
                                <a:pt x="15074" y="11894"/>
                                <a:pt x="17453" y="10705"/>
                              </a:cubicBezTo>
                              <a:cubicBezTo>
                                <a:pt x="18642" y="10705"/>
                                <a:pt x="25779" y="5947"/>
                                <a:pt x="25779" y="4758"/>
                              </a:cubicBezTo>
                              <a:cubicBezTo>
                                <a:pt x="23400" y="2379"/>
                                <a:pt x="22210" y="0"/>
                                <a:pt x="19832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1" name="Freeform 1030">
                          <a:extLst>
                            <a:ext uri="{FF2B5EF4-FFF2-40B4-BE49-F238E27FC236}">
                              <a16:creationId xmlns:a16="http://schemas.microsoft.com/office/drawing/2014/main" id="{7A7C8B90-CC89-CEDC-893E-066735969AF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3553" y="4624601"/>
                          <a:ext cx="4864" cy="4757"/>
                        </a:xfrm>
                        <a:custGeom>
                          <a:avLst/>
                          <a:gdLst>
                            <a:gd name="connsiteX0" fmla="*/ 2487 w 4864"/>
                            <a:gd name="connsiteY0" fmla="*/ 0 h 4757"/>
                            <a:gd name="connsiteX1" fmla="*/ 1297 w 4864"/>
                            <a:gd name="connsiteY1" fmla="*/ 4758 h 4757"/>
                            <a:gd name="connsiteX2" fmla="*/ 4865 w 4864"/>
                            <a:gd name="connsiteY2" fmla="*/ 3568 h 4757"/>
                            <a:gd name="connsiteX3" fmla="*/ 2487 w 4864"/>
                            <a:gd name="connsiteY3" fmla="*/ 0 h 47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864" h="4757">
                              <a:moveTo>
                                <a:pt x="2487" y="0"/>
                              </a:moveTo>
                              <a:cubicBezTo>
                                <a:pt x="108" y="1189"/>
                                <a:pt x="-1082" y="3568"/>
                                <a:pt x="1297" y="4758"/>
                              </a:cubicBezTo>
                              <a:cubicBezTo>
                                <a:pt x="2487" y="4758"/>
                                <a:pt x="4865" y="3568"/>
                                <a:pt x="4865" y="3568"/>
                              </a:cubicBezTo>
                              <a:cubicBezTo>
                                <a:pt x="4865" y="3568"/>
                                <a:pt x="4865" y="0"/>
                                <a:pt x="2487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2" name="Freeform 1031">
                          <a:extLst>
                            <a:ext uri="{FF2B5EF4-FFF2-40B4-BE49-F238E27FC236}">
                              <a16:creationId xmlns:a16="http://schemas.microsoft.com/office/drawing/2014/main" id="{436FCF66-CC72-45D1-6DF3-427B64E559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17687" y="4614928"/>
                          <a:ext cx="5224" cy="6437"/>
                        </a:xfrm>
                        <a:custGeom>
                          <a:avLst/>
                          <a:gdLst>
                            <a:gd name="connsiteX0" fmla="*/ 2846 w 5224"/>
                            <a:gd name="connsiteY0" fmla="*/ 157 h 6437"/>
                            <a:gd name="connsiteX1" fmla="*/ 466 w 5224"/>
                            <a:gd name="connsiteY1" fmla="*/ 6104 h 6437"/>
                            <a:gd name="connsiteX2" fmla="*/ 5225 w 5224"/>
                            <a:gd name="connsiteY2" fmla="*/ 4915 h 6437"/>
                            <a:gd name="connsiteX3" fmla="*/ 2846 w 5224"/>
                            <a:gd name="connsiteY3" fmla="*/ 157 h 643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224" h="6437">
                              <a:moveTo>
                                <a:pt x="2846" y="157"/>
                              </a:moveTo>
                              <a:cubicBezTo>
                                <a:pt x="466" y="1347"/>
                                <a:pt x="-723" y="4915"/>
                                <a:pt x="466" y="6104"/>
                              </a:cubicBezTo>
                              <a:cubicBezTo>
                                <a:pt x="2846" y="7294"/>
                                <a:pt x="5225" y="4915"/>
                                <a:pt x="5225" y="4915"/>
                              </a:cubicBezTo>
                              <a:cubicBezTo>
                                <a:pt x="5225" y="4915"/>
                                <a:pt x="4035" y="-1032"/>
                                <a:pt x="2846" y="15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3" name="Freeform 1032">
                          <a:extLst>
                            <a:ext uri="{FF2B5EF4-FFF2-40B4-BE49-F238E27FC236}">
                              <a16:creationId xmlns:a16="http://schemas.microsoft.com/office/drawing/2014/main" id="{455575F5-0C36-BCB9-A22F-8C2B2E8093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2640" y="4604138"/>
                          <a:ext cx="4061" cy="3150"/>
                        </a:xfrm>
                        <a:custGeom>
                          <a:avLst/>
                          <a:gdLst>
                            <a:gd name="connsiteX0" fmla="*/ 1682 w 4061"/>
                            <a:gd name="connsiteY0" fmla="*/ 243 h 3150"/>
                            <a:gd name="connsiteX1" fmla="*/ 493 w 4061"/>
                            <a:gd name="connsiteY1" fmla="*/ 2622 h 3150"/>
                            <a:gd name="connsiteX2" fmla="*/ 4061 w 4061"/>
                            <a:gd name="connsiteY2" fmla="*/ 2622 h 3150"/>
                            <a:gd name="connsiteX3" fmla="*/ 1682 w 4061"/>
                            <a:gd name="connsiteY3" fmla="*/ 243 h 31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061" h="3150">
                              <a:moveTo>
                                <a:pt x="1682" y="243"/>
                              </a:moveTo>
                              <a:cubicBezTo>
                                <a:pt x="493" y="1432"/>
                                <a:pt x="-697" y="1432"/>
                                <a:pt x="493" y="2622"/>
                              </a:cubicBezTo>
                              <a:cubicBezTo>
                                <a:pt x="1682" y="3811"/>
                                <a:pt x="4061" y="2622"/>
                                <a:pt x="4061" y="2622"/>
                              </a:cubicBezTo>
                              <a:cubicBezTo>
                                <a:pt x="4061" y="2622"/>
                                <a:pt x="1682" y="-947"/>
                                <a:pt x="1682" y="24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4" name="Freeform 1033">
                          <a:extLst>
                            <a:ext uri="{FF2B5EF4-FFF2-40B4-BE49-F238E27FC236}">
                              <a16:creationId xmlns:a16="http://schemas.microsoft.com/office/drawing/2014/main" id="{094C658F-D99C-6A32-05D9-A8F050E394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55198" y="4592243"/>
                          <a:ext cx="4586" cy="3810"/>
                        </a:xfrm>
                        <a:custGeom>
                          <a:avLst/>
                          <a:gdLst>
                            <a:gd name="connsiteX0" fmla="*/ 2208 w 4586"/>
                            <a:gd name="connsiteY0" fmla="*/ 243 h 3810"/>
                            <a:gd name="connsiteX1" fmla="*/ 1018 w 4586"/>
                            <a:gd name="connsiteY1" fmla="*/ 3811 h 3810"/>
                            <a:gd name="connsiteX2" fmla="*/ 4586 w 4586"/>
                            <a:gd name="connsiteY2" fmla="*/ 2622 h 3810"/>
                            <a:gd name="connsiteX3" fmla="*/ 2208 w 4586"/>
                            <a:gd name="connsiteY3" fmla="*/ 243 h 381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586" h="3810">
                              <a:moveTo>
                                <a:pt x="2208" y="243"/>
                              </a:moveTo>
                              <a:cubicBezTo>
                                <a:pt x="1018" y="1432"/>
                                <a:pt x="-1361" y="3811"/>
                                <a:pt x="1018" y="3811"/>
                              </a:cubicBezTo>
                              <a:cubicBezTo>
                                <a:pt x="3397" y="3811"/>
                                <a:pt x="4586" y="3811"/>
                                <a:pt x="4586" y="2622"/>
                              </a:cubicBezTo>
                              <a:cubicBezTo>
                                <a:pt x="4586" y="2622"/>
                                <a:pt x="4586" y="-947"/>
                                <a:pt x="2208" y="24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5" name="Freeform 1034">
                          <a:extLst>
                            <a:ext uri="{FF2B5EF4-FFF2-40B4-BE49-F238E27FC236}">
                              <a16:creationId xmlns:a16="http://schemas.microsoft.com/office/drawing/2014/main" id="{02718D1A-16A4-270D-0E0F-81D1C9E1D3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34792" y="4707395"/>
                          <a:ext cx="6136" cy="7787"/>
                        </a:xfrm>
                        <a:custGeom>
                          <a:avLst/>
                          <a:gdLst>
                            <a:gd name="connsiteX0" fmla="*/ 4947 w 6136"/>
                            <a:gd name="connsiteY0" fmla="*/ 467 h 7787"/>
                            <a:gd name="connsiteX1" fmla="*/ 189 w 6136"/>
                            <a:gd name="connsiteY1" fmla="*/ 6414 h 7787"/>
                            <a:gd name="connsiteX2" fmla="*/ 6137 w 6136"/>
                            <a:gd name="connsiteY2" fmla="*/ 6414 h 7787"/>
                            <a:gd name="connsiteX3" fmla="*/ 6137 w 6136"/>
                            <a:gd name="connsiteY3" fmla="*/ 2845 h 7787"/>
                            <a:gd name="connsiteX4" fmla="*/ 4947 w 6136"/>
                            <a:gd name="connsiteY4" fmla="*/ 467 h 778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6136" h="7787">
                              <a:moveTo>
                                <a:pt x="4947" y="467"/>
                              </a:moveTo>
                              <a:cubicBezTo>
                                <a:pt x="3758" y="1656"/>
                                <a:pt x="-1000" y="5224"/>
                                <a:pt x="189" y="6414"/>
                              </a:cubicBezTo>
                              <a:cubicBezTo>
                                <a:pt x="2568" y="7603"/>
                                <a:pt x="4947" y="8792"/>
                                <a:pt x="6137" y="6414"/>
                              </a:cubicBezTo>
                              <a:cubicBezTo>
                                <a:pt x="6137" y="6414"/>
                                <a:pt x="6137" y="2845"/>
                                <a:pt x="6137" y="2845"/>
                              </a:cubicBezTo>
                              <a:cubicBezTo>
                                <a:pt x="6137" y="467"/>
                                <a:pt x="6137" y="-723"/>
                                <a:pt x="4947" y="46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6" name="Freeform 1035">
                          <a:extLst>
                            <a:ext uri="{FF2B5EF4-FFF2-40B4-BE49-F238E27FC236}">
                              <a16:creationId xmlns:a16="http://schemas.microsoft.com/office/drawing/2014/main" id="{26E73E96-8B0F-F41F-A377-A58439182A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63049" y="4709050"/>
                          <a:ext cx="16134" cy="11489"/>
                        </a:xfrm>
                        <a:custGeom>
                          <a:avLst/>
                          <a:gdLst>
                            <a:gd name="connsiteX0" fmla="*/ 15942 w 16134"/>
                            <a:gd name="connsiteY0" fmla="*/ 0 h 11489"/>
                            <a:gd name="connsiteX1" fmla="*/ 7616 w 16134"/>
                            <a:gd name="connsiteY1" fmla="*/ 4758 h 11489"/>
                            <a:gd name="connsiteX2" fmla="*/ 479 w 16134"/>
                            <a:gd name="connsiteY2" fmla="*/ 10705 h 11489"/>
                            <a:gd name="connsiteX3" fmla="*/ 13563 w 16134"/>
                            <a:gd name="connsiteY3" fmla="*/ 7137 h 11489"/>
                            <a:gd name="connsiteX4" fmla="*/ 15942 w 16134"/>
                            <a:gd name="connsiteY4" fmla="*/ 0 h 1148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6134" h="11489">
                              <a:moveTo>
                                <a:pt x="15942" y="0"/>
                              </a:moveTo>
                              <a:cubicBezTo>
                                <a:pt x="13563" y="0"/>
                                <a:pt x="9995" y="3569"/>
                                <a:pt x="7616" y="4758"/>
                              </a:cubicBezTo>
                              <a:cubicBezTo>
                                <a:pt x="5237" y="5947"/>
                                <a:pt x="-1900" y="9516"/>
                                <a:pt x="479" y="10705"/>
                              </a:cubicBezTo>
                              <a:cubicBezTo>
                                <a:pt x="2858" y="13084"/>
                                <a:pt x="8805" y="9516"/>
                                <a:pt x="13563" y="7137"/>
                              </a:cubicBezTo>
                              <a:cubicBezTo>
                                <a:pt x="12373" y="7137"/>
                                <a:pt x="17131" y="1190"/>
                                <a:pt x="15942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7" name="Freeform 1036">
                          <a:extLst>
                            <a:ext uri="{FF2B5EF4-FFF2-40B4-BE49-F238E27FC236}">
                              <a16:creationId xmlns:a16="http://schemas.microsoft.com/office/drawing/2014/main" id="{5E3F6DE1-D136-2FDE-DCEF-C12794EDF7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80477" y="4668610"/>
                          <a:ext cx="48469" cy="38062"/>
                        </a:xfrm>
                        <a:custGeom>
                          <a:avLst/>
                          <a:gdLst>
                            <a:gd name="connsiteX0" fmla="*/ 38954 w 48469"/>
                            <a:gd name="connsiteY0" fmla="*/ 0 h 38062"/>
                            <a:gd name="connsiteX1" fmla="*/ 36575 w 48469"/>
                            <a:gd name="connsiteY1" fmla="*/ 1190 h 38062"/>
                            <a:gd name="connsiteX2" fmla="*/ 36575 w 48469"/>
                            <a:gd name="connsiteY2" fmla="*/ 1190 h 38062"/>
                            <a:gd name="connsiteX3" fmla="*/ 31818 w 48469"/>
                            <a:gd name="connsiteY3" fmla="*/ 3569 h 38062"/>
                            <a:gd name="connsiteX4" fmla="*/ 31818 w 48469"/>
                            <a:gd name="connsiteY4" fmla="*/ 3569 h 38062"/>
                            <a:gd name="connsiteX5" fmla="*/ 30628 w 48469"/>
                            <a:gd name="connsiteY5" fmla="*/ 10705 h 38062"/>
                            <a:gd name="connsiteX6" fmla="*/ 27060 w 48469"/>
                            <a:gd name="connsiteY6" fmla="*/ 9516 h 38062"/>
                            <a:gd name="connsiteX7" fmla="*/ 23491 w 48469"/>
                            <a:gd name="connsiteY7" fmla="*/ 11894 h 38062"/>
                            <a:gd name="connsiteX8" fmla="*/ 18733 w 48469"/>
                            <a:gd name="connsiteY8" fmla="*/ 11894 h 38062"/>
                            <a:gd name="connsiteX9" fmla="*/ 16355 w 48469"/>
                            <a:gd name="connsiteY9" fmla="*/ 8326 h 38062"/>
                            <a:gd name="connsiteX10" fmla="*/ 16355 w 48469"/>
                            <a:gd name="connsiteY10" fmla="*/ 8326 h 38062"/>
                            <a:gd name="connsiteX11" fmla="*/ 9218 w 48469"/>
                            <a:gd name="connsiteY11" fmla="*/ 15463 h 38062"/>
                            <a:gd name="connsiteX12" fmla="*/ 3271 w 48469"/>
                            <a:gd name="connsiteY12" fmla="*/ 26168 h 38062"/>
                            <a:gd name="connsiteX13" fmla="*/ 5650 w 48469"/>
                            <a:gd name="connsiteY13" fmla="*/ 30925 h 38062"/>
                            <a:gd name="connsiteX14" fmla="*/ 892 w 48469"/>
                            <a:gd name="connsiteY14" fmla="*/ 30925 h 38062"/>
                            <a:gd name="connsiteX15" fmla="*/ 892 w 48469"/>
                            <a:gd name="connsiteY15" fmla="*/ 38062 h 38062"/>
                            <a:gd name="connsiteX16" fmla="*/ 12786 w 48469"/>
                            <a:gd name="connsiteY16" fmla="*/ 36873 h 38062"/>
                            <a:gd name="connsiteX17" fmla="*/ 21112 w 48469"/>
                            <a:gd name="connsiteY17" fmla="*/ 32115 h 38062"/>
                            <a:gd name="connsiteX18" fmla="*/ 31818 w 48469"/>
                            <a:gd name="connsiteY18" fmla="*/ 27357 h 38062"/>
                            <a:gd name="connsiteX19" fmla="*/ 42522 w 48469"/>
                            <a:gd name="connsiteY19" fmla="*/ 17842 h 38062"/>
                            <a:gd name="connsiteX20" fmla="*/ 48469 w 48469"/>
                            <a:gd name="connsiteY20" fmla="*/ 11894 h 38062"/>
                            <a:gd name="connsiteX21" fmla="*/ 48469 w 48469"/>
                            <a:gd name="connsiteY21" fmla="*/ 10705 h 38062"/>
                            <a:gd name="connsiteX22" fmla="*/ 38954 w 48469"/>
                            <a:gd name="connsiteY22" fmla="*/ 0 h 380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</a:cxnLst>
                          <a:rect l="l" t="t" r="r" b="b"/>
                          <a:pathLst>
                            <a:path w="48469" h="38062">
                              <a:moveTo>
                                <a:pt x="38954" y="0"/>
                              </a:moveTo>
                              <a:cubicBezTo>
                                <a:pt x="38954" y="0"/>
                                <a:pt x="37765" y="0"/>
                                <a:pt x="36575" y="1190"/>
                              </a:cubicBezTo>
                              <a:lnTo>
                                <a:pt x="36575" y="1190"/>
                              </a:lnTo>
                              <a:cubicBezTo>
                                <a:pt x="34197" y="2379"/>
                                <a:pt x="31818" y="2379"/>
                                <a:pt x="31818" y="3569"/>
                              </a:cubicBezTo>
                              <a:cubicBezTo>
                                <a:pt x="31818" y="3569"/>
                                <a:pt x="31818" y="3569"/>
                                <a:pt x="31818" y="3569"/>
                              </a:cubicBezTo>
                              <a:cubicBezTo>
                                <a:pt x="31818" y="4758"/>
                                <a:pt x="31818" y="10705"/>
                                <a:pt x="30628" y="10705"/>
                              </a:cubicBezTo>
                              <a:cubicBezTo>
                                <a:pt x="29439" y="10705"/>
                                <a:pt x="27060" y="8326"/>
                                <a:pt x="27060" y="9516"/>
                              </a:cubicBezTo>
                              <a:cubicBezTo>
                                <a:pt x="25870" y="10705"/>
                                <a:pt x="25870" y="11894"/>
                                <a:pt x="23491" y="11894"/>
                              </a:cubicBezTo>
                              <a:cubicBezTo>
                                <a:pt x="22302" y="11894"/>
                                <a:pt x="18733" y="13084"/>
                                <a:pt x="18733" y="11894"/>
                              </a:cubicBezTo>
                              <a:cubicBezTo>
                                <a:pt x="18733" y="10705"/>
                                <a:pt x="18733" y="8326"/>
                                <a:pt x="16355" y="8326"/>
                              </a:cubicBezTo>
                              <a:cubicBezTo>
                                <a:pt x="16355" y="8326"/>
                                <a:pt x="16355" y="8326"/>
                                <a:pt x="16355" y="8326"/>
                              </a:cubicBezTo>
                              <a:cubicBezTo>
                                <a:pt x="15165" y="9516"/>
                                <a:pt x="10408" y="11894"/>
                                <a:pt x="9218" y="15463"/>
                              </a:cubicBezTo>
                              <a:cubicBezTo>
                                <a:pt x="8029" y="20221"/>
                                <a:pt x="3271" y="23789"/>
                                <a:pt x="3271" y="26168"/>
                              </a:cubicBezTo>
                              <a:cubicBezTo>
                                <a:pt x="3271" y="28546"/>
                                <a:pt x="8029" y="30925"/>
                                <a:pt x="5650" y="30925"/>
                              </a:cubicBezTo>
                              <a:cubicBezTo>
                                <a:pt x="3271" y="30925"/>
                                <a:pt x="892" y="27357"/>
                                <a:pt x="892" y="30925"/>
                              </a:cubicBezTo>
                              <a:cubicBezTo>
                                <a:pt x="-297" y="34494"/>
                                <a:pt x="-297" y="38062"/>
                                <a:pt x="892" y="38062"/>
                              </a:cubicBezTo>
                              <a:cubicBezTo>
                                <a:pt x="2082" y="38062"/>
                                <a:pt x="10408" y="38062"/>
                                <a:pt x="12786" y="36873"/>
                              </a:cubicBezTo>
                              <a:cubicBezTo>
                                <a:pt x="15165" y="35683"/>
                                <a:pt x="18733" y="32115"/>
                                <a:pt x="21112" y="32115"/>
                              </a:cubicBezTo>
                              <a:cubicBezTo>
                                <a:pt x="23491" y="32115"/>
                                <a:pt x="28249" y="30925"/>
                                <a:pt x="31818" y="27357"/>
                              </a:cubicBezTo>
                              <a:cubicBezTo>
                                <a:pt x="34197" y="23789"/>
                                <a:pt x="40144" y="19031"/>
                                <a:pt x="42522" y="17842"/>
                              </a:cubicBezTo>
                              <a:cubicBezTo>
                                <a:pt x="44901" y="16652"/>
                                <a:pt x="48469" y="14273"/>
                                <a:pt x="48469" y="11894"/>
                              </a:cubicBezTo>
                              <a:cubicBezTo>
                                <a:pt x="48469" y="11894"/>
                                <a:pt x="48469" y="10705"/>
                                <a:pt x="48469" y="10705"/>
                              </a:cubicBezTo>
                              <a:lnTo>
                                <a:pt x="38954" y="0"/>
                              </a:ln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8" name="Freeform 1037">
                          <a:extLst>
                            <a:ext uri="{FF2B5EF4-FFF2-40B4-BE49-F238E27FC236}">
                              <a16:creationId xmlns:a16="http://schemas.microsoft.com/office/drawing/2014/main" id="{41025F26-892B-F5BF-3773-C64DA3B0C9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3916" y="4699535"/>
                          <a:ext cx="5371" cy="6642"/>
                        </a:xfrm>
                        <a:custGeom>
                          <a:avLst/>
                          <a:gdLst>
                            <a:gd name="connsiteX0" fmla="*/ 5074 w 5371"/>
                            <a:gd name="connsiteY0" fmla="*/ 4758 h 6642"/>
                            <a:gd name="connsiteX1" fmla="*/ 3884 w 5371"/>
                            <a:gd name="connsiteY1" fmla="*/ 0 h 6642"/>
                            <a:gd name="connsiteX2" fmla="*/ 316 w 5371"/>
                            <a:gd name="connsiteY2" fmla="*/ 4758 h 6642"/>
                            <a:gd name="connsiteX3" fmla="*/ 5074 w 5371"/>
                            <a:gd name="connsiteY3" fmla="*/ 4758 h 66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371" h="6642">
                              <a:moveTo>
                                <a:pt x="5074" y="4758"/>
                              </a:moveTo>
                              <a:cubicBezTo>
                                <a:pt x="5074" y="4758"/>
                                <a:pt x="6263" y="0"/>
                                <a:pt x="3884" y="0"/>
                              </a:cubicBezTo>
                              <a:cubicBezTo>
                                <a:pt x="1505" y="1190"/>
                                <a:pt x="-873" y="3568"/>
                                <a:pt x="316" y="4758"/>
                              </a:cubicBezTo>
                              <a:cubicBezTo>
                                <a:pt x="316" y="5947"/>
                                <a:pt x="5074" y="8326"/>
                                <a:pt x="5074" y="4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39" name="Freeform 1038">
                          <a:extLst>
                            <a:ext uri="{FF2B5EF4-FFF2-40B4-BE49-F238E27FC236}">
                              <a16:creationId xmlns:a16="http://schemas.microsoft.com/office/drawing/2014/main" id="{E91E749F-DA59-C8F4-1B35-9020502203D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63615" y="4380238"/>
                          <a:ext cx="173813" cy="196208"/>
                        </a:xfrm>
                        <a:custGeom>
                          <a:avLst/>
                          <a:gdLst>
                            <a:gd name="connsiteX0" fmla="*/ 1189 w 173813"/>
                            <a:gd name="connsiteY0" fmla="*/ 144450 h 196208"/>
                            <a:gd name="connsiteX1" fmla="*/ 16652 w 173813"/>
                            <a:gd name="connsiteY1" fmla="*/ 142071 h 196208"/>
                            <a:gd name="connsiteX2" fmla="*/ 20221 w 173813"/>
                            <a:gd name="connsiteY2" fmla="*/ 149208 h 196208"/>
                            <a:gd name="connsiteX3" fmla="*/ 24978 w 173813"/>
                            <a:gd name="connsiteY3" fmla="*/ 157534 h 196208"/>
                            <a:gd name="connsiteX4" fmla="*/ 19031 w 173813"/>
                            <a:gd name="connsiteY4" fmla="*/ 174186 h 196208"/>
                            <a:gd name="connsiteX5" fmla="*/ 19031 w 173813"/>
                            <a:gd name="connsiteY5" fmla="*/ 193217 h 196208"/>
                            <a:gd name="connsiteX6" fmla="*/ 36872 w 173813"/>
                            <a:gd name="connsiteY6" fmla="*/ 194406 h 196208"/>
                            <a:gd name="connsiteX7" fmla="*/ 45198 w 173813"/>
                            <a:gd name="connsiteY7" fmla="*/ 189649 h 196208"/>
                            <a:gd name="connsiteX8" fmla="*/ 41630 w 173813"/>
                            <a:gd name="connsiteY8" fmla="*/ 178944 h 196208"/>
                            <a:gd name="connsiteX9" fmla="*/ 44009 w 173813"/>
                            <a:gd name="connsiteY9" fmla="*/ 165860 h 196208"/>
                            <a:gd name="connsiteX10" fmla="*/ 45198 w 173813"/>
                            <a:gd name="connsiteY10" fmla="*/ 151587 h 196208"/>
                            <a:gd name="connsiteX11" fmla="*/ 45198 w 173813"/>
                            <a:gd name="connsiteY11" fmla="*/ 131367 h 196208"/>
                            <a:gd name="connsiteX12" fmla="*/ 61851 w 173813"/>
                            <a:gd name="connsiteY12" fmla="*/ 120661 h 196208"/>
                            <a:gd name="connsiteX13" fmla="*/ 60661 w 173813"/>
                            <a:gd name="connsiteY13" fmla="*/ 136124 h 196208"/>
                            <a:gd name="connsiteX14" fmla="*/ 61851 w 173813"/>
                            <a:gd name="connsiteY14" fmla="*/ 150397 h 196208"/>
                            <a:gd name="connsiteX15" fmla="*/ 70176 w 173813"/>
                            <a:gd name="connsiteY15" fmla="*/ 162292 h 196208"/>
                            <a:gd name="connsiteX16" fmla="*/ 70176 w 173813"/>
                            <a:gd name="connsiteY16" fmla="*/ 170618 h 196208"/>
                            <a:gd name="connsiteX17" fmla="*/ 74934 w 173813"/>
                            <a:gd name="connsiteY17" fmla="*/ 176565 h 196208"/>
                            <a:gd name="connsiteX18" fmla="*/ 79692 w 173813"/>
                            <a:gd name="connsiteY18" fmla="*/ 176565 h 196208"/>
                            <a:gd name="connsiteX19" fmla="*/ 88018 w 173813"/>
                            <a:gd name="connsiteY19" fmla="*/ 176565 h 196208"/>
                            <a:gd name="connsiteX20" fmla="*/ 88018 w 173813"/>
                            <a:gd name="connsiteY20" fmla="*/ 169428 h 196208"/>
                            <a:gd name="connsiteX21" fmla="*/ 97534 w 173813"/>
                            <a:gd name="connsiteY21" fmla="*/ 165860 h 196208"/>
                            <a:gd name="connsiteX22" fmla="*/ 104670 w 173813"/>
                            <a:gd name="connsiteY22" fmla="*/ 162292 h 196208"/>
                            <a:gd name="connsiteX23" fmla="*/ 109428 w 173813"/>
                            <a:gd name="connsiteY23" fmla="*/ 162292 h 196208"/>
                            <a:gd name="connsiteX24" fmla="*/ 112996 w 173813"/>
                            <a:gd name="connsiteY24" fmla="*/ 159913 h 196208"/>
                            <a:gd name="connsiteX25" fmla="*/ 122512 w 173813"/>
                            <a:gd name="connsiteY25" fmla="*/ 159913 h 196208"/>
                            <a:gd name="connsiteX26" fmla="*/ 114185 w 173813"/>
                            <a:gd name="connsiteY26" fmla="*/ 151587 h 196208"/>
                            <a:gd name="connsiteX27" fmla="*/ 107049 w 173813"/>
                            <a:gd name="connsiteY27" fmla="*/ 152776 h 196208"/>
                            <a:gd name="connsiteX28" fmla="*/ 102291 w 173813"/>
                            <a:gd name="connsiteY28" fmla="*/ 149208 h 196208"/>
                            <a:gd name="connsiteX29" fmla="*/ 96344 w 173813"/>
                            <a:gd name="connsiteY29" fmla="*/ 144450 h 196208"/>
                            <a:gd name="connsiteX30" fmla="*/ 92776 w 173813"/>
                            <a:gd name="connsiteY30" fmla="*/ 138503 h 196208"/>
                            <a:gd name="connsiteX31" fmla="*/ 97534 w 173813"/>
                            <a:gd name="connsiteY31" fmla="*/ 127798 h 196208"/>
                            <a:gd name="connsiteX32" fmla="*/ 93965 w 173813"/>
                            <a:gd name="connsiteY32" fmla="*/ 123040 h 196208"/>
                            <a:gd name="connsiteX33" fmla="*/ 90397 w 173813"/>
                            <a:gd name="connsiteY33" fmla="*/ 117093 h 196208"/>
                            <a:gd name="connsiteX34" fmla="*/ 85639 w 173813"/>
                            <a:gd name="connsiteY34" fmla="*/ 113525 h 196208"/>
                            <a:gd name="connsiteX35" fmla="*/ 82071 w 173813"/>
                            <a:gd name="connsiteY35" fmla="*/ 107578 h 196208"/>
                            <a:gd name="connsiteX36" fmla="*/ 74934 w 173813"/>
                            <a:gd name="connsiteY36" fmla="*/ 96873 h 196208"/>
                            <a:gd name="connsiteX37" fmla="*/ 82071 w 173813"/>
                            <a:gd name="connsiteY37" fmla="*/ 96873 h 196208"/>
                            <a:gd name="connsiteX38" fmla="*/ 89208 w 173813"/>
                            <a:gd name="connsiteY38" fmla="*/ 90925 h 196208"/>
                            <a:gd name="connsiteX39" fmla="*/ 105859 w 173813"/>
                            <a:gd name="connsiteY39" fmla="*/ 81410 h 196208"/>
                            <a:gd name="connsiteX40" fmla="*/ 109428 w 173813"/>
                            <a:gd name="connsiteY40" fmla="*/ 75463 h 196208"/>
                            <a:gd name="connsiteX41" fmla="*/ 115375 w 173813"/>
                            <a:gd name="connsiteY41" fmla="*/ 68326 h 196208"/>
                            <a:gd name="connsiteX42" fmla="*/ 129648 w 173813"/>
                            <a:gd name="connsiteY42" fmla="*/ 63569 h 196208"/>
                            <a:gd name="connsiteX43" fmla="*/ 129648 w 173813"/>
                            <a:gd name="connsiteY43" fmla="*/ 60000 h 196208"/>
                            <a:gd name="connsiteX44" fmla="*/ 109428 w 173813"/>
                            <a:gd name="connsiteY44" fmla="*/ 62379 h 196208"/>
                            <a:gd name="connsiteX45" fmla="*/ 99912 w 173813"/>
                            <a:gd name="connsiteY45" fmla="*/ 62379 h 196208"/>
                            <a:gd name="connsiteX46" fmla="*/ 91587 w 173813"/>
                            <a:gd name="connsiteY46" fmla="*/ 67137 h 196208"/>
                            <a:gd name="connsiteX47" fmla="*/ 79692 w 173813"/>
                            <a:gd name="connsiteY47" fmla="*/ 65948 h 196208"/>
                            <a:gd name="connsiteX48" fmla="*/ 72555 w 173813"/>
                            <a:gd name="connsiteY48" fmla="*/ 67137 h 196208"/>
                            <a:gd name="connsiteX49" fmla="*/ 67798 w 173813"/>
                            <a:gd name="connsiteY49" fmla="*/ 76652 h 196208"/>
                            <a:gd name="connsiteX50" fmla="*/ 59472 w 173813"/>
                            <a:gd name="connsiteY50" fmla="*/ 80221 h 196208"/>
                            <a:gd name="connsiteX51" fmla="*/ 45198 w 173813"/>
                            <a:gd name="connsiteY51" fmla="*/ 68326 h 196208"/>
                            <a:gd name="connsiteX52" fmla="*/ 44009 w 173813"/>
                            <a:gd name="connsiteY52" fmla="*/ 63569 h 196208"/>
                            <a:gd name="connsiteX53" fmla="*/ 40440 w 173813"/>
                            <a:gd name="connsiteY53" fmla="*/ 61190 h 196208"/>
                            <a:gd name="connsiteX54" fmla="*/ 38062 w 173813"/>
                            <a:gd name="connsiteY54" fmla="*/ 52864 h 196208"/>
                            <a:gd name="connsiteX55" fmla="*/ 44009 w 173813"/>
                            <a:gd name="connsiteY55" fmla="*/ 35022 h 196208"/>
                            <a:gd name="connsiteX56" fmla="*/ 60661 w 173813"/>
                            <a:gd name="connsiteY56" fmla="*/ 32643 h 196208"/>
                            <a:gd name="connsiteX57" fmla="*/ 80881 w 173813"/>
                            <a:gd name="connsiteY57" fmla="*/ 29075 h 196208"/>
                            <a:gd name="connsiteX58" fmla="*/ 89208 w 173813"/>
                            <a:gd name="connsiteY58" fmla="*/ 32643 h 196208"/>
                            <a:gd name="connsiteX59" fmla="*/ 99912 w 173813"/>
                            <a:gd name="connsiteY59" fmla="*/ 31454 h 196208"/>
                            <a:gd name="connsiteX60" fmla="*/ 109428 w 173813"/>
                            <a:gd name="connsiteY60" fmla="*/ 32643 h 196208"/>
                            <a:gd name="connsiteX61" fmla="*/ 118944 w 173813"/>
                            <a:gd name="connsiteY61" fmla="*/ 31454 h 196208"/>
                            <a:gd name="connsiteX62" fmla="*/ 136785 w 173813"/>
                            <a:gd name="connsiteY62" fmla="*/ 36212 h 196208"/>
                            <a:gd name="connsiteX63" fmla="*/ 148679 w 173813"/>
                            <a:gd name="connsiteY63" fmla="*/ 32643 h 196208"/>
                            <a:gd name="connsiteX64" fmla="*/ 159384 w 173813"/>
                            <a:gd name="connsiteY64" fmla="*/ 25507 h 196208"/>
                            <a:gd name="connsiteX65" fmla="*/ 167710 w 173813"/>
                            <a:gd name="connsiteY65" fmla="*/ 15991 h 196208"/>
                            <a:gd name="connsiteX66" fmla="*/ 173657 w 173813"/>
                            <a:gd name="connsiteY66" fmla="*/ 6476 h 196208"/>
                            <a:gd name="connsiteX67" fmla="*/ 170089 w 173813"/>
                            <a:gd name="connsiteY67" fmla="*/ 2907 h 196208"/>
                            <a:gd name="connsiteX68" fmla="*/ 161763 w 173813"/>
                            <a:gd name="connsiteY68" fmla="*/ 529 h 196208"/>
                            <a:gd name="connsiteX69" fmla="*/ 158195 w 173813"/>
                            <a:gd name="connsiteY69" fmla="*/ 529 h 196208"/>
                            <a:gd name="connsiteX70" fmla="*/ 155816 w 173813"/>
                            <a:gd name="connsiteY70" fmla="*/ 6476 h 196208"/>
                            <a:gd name="connsiteX71" fmla="*/ 152248 w 173813"/>
                            <a:gd name="connsiteY71" fmla="*/ 12423 h 196208"/>
                            <a:gd name="connsiteX72" fmla="*/ 145111 w 173813"/>
                            <a:gd name="connsiteY72" fmla="*/ 15991 h 196208"/>
                            <a:gd name="connsiteX73" fmla="*/ 139164 w 173813"/>
                            <a:gd name="connsiteY73" fmla="*/ 20749 h 196208"/>
                            <a:gd name="connsiteX74" fmla="*/ 129648 w 173813"/>
                            <a:gd name="connsiteY74" fmla="*/ 21938 h 196208"/>
                            <a:gd name="connsiteX75" fmla="*/ 110617 w 173813"/>
                            <a:gd name="connsiteY75" fmla="*/ 20749 h 196208"/>
                            <a:gd name="connsiteX76" fmla="*/ 97534 w 173813"/>
                            <a:gd name="connsiteY76" fmla="*/ 18370 h 196208"/>
                            <a:gd name="connsiteX77" fmla="*/ 88018 w 173813"/>
                            <a:gd name="connsiteY77" fmla="*/ 17181 h 196208"/>
                            <a:gd name="connsiteX78" fmla="*/ 80881 w 173813"/>
                            <a:gd name="connsiteY78" fmla="*/ 15991 h 196208"/>
                            <a:gd name="connsiteX79" fmla="*/ 73745 w 173813"/>
                            <a:gd name="connsiteY79" fmla="*/ 14802 h 196208"/>
                            <a:gd name="connsiteX80" fmla="*/ 64229 w 173813"/>
                            <a:gd name="connsiteY80" fmla="*/ 11234 h 196208"/>
                            <a:gd name="connsiteX81" fmla="*/ 59472 w 173813"/>
                            <a:gd name="connsiteY81" fmla="*/ 10044 h 196208"/>
                            <a:gd name="connsiteX82" fmla="*/ 57093 w 173813"/>
                            <a:gd name="connsiteY82" fmla="*/ 13612 h 196208"/>
                            <a:gd name="connsiteX83" fmla="*/ 52335 w 173813"/>
                            <a:gd name="connsiteY83" fmla="*/ 20749 h 196208"/>
                            <a:gd name="connsiteX84" fmla="*/ 46388 w 173813"/>
                            <a:gd name="connsiteY84" fmla="*/ 25507 h 196208"/>
                            <a:gd name="connsiteX85" fmla="*/ 36872 w 173813"/>
                            <a:gd name="connsiteY85" fmla="*/ 25507 h 196208"/>
                            <a:gd name="connsiteX86" fmla="*/ 27357 w 173813"/>
                            <a:gd name="connsiteY86" fmla="*/ 38590 h 196208"/>
                            <a:gd name="connsiteX87" fmla="*/ 28546 w 173813"/>
                            <a:gd name="connsiteY87" fmla="*/ 52864 h 196208"/>
                            <a:gd name="connsiteX88" fmla="*/ 28546 w 173813"/>
                            <a:gd name="connsiteY88" fmla="*/ 68326 h 196208"/>
                            <a:gd name="connsiteX89" fmla="*/ 26168 w 173813"/>
                            <a:gd name="connsiteY89" fmla="*/ 64758 h 196208"/>
                            <a:gd name="connsiteX90" fmla="*/ 14273 w 173813"/>
                            <a:gd name="connsiteY90" fmla="*/ 76652 h 196208"/>
                            <a:gd name="connsiteX91" fmla="*/ 13083 w 173813"/>
                            <a:gd name="connsiteY91" fmla="*/ 84978 h 196208"/>
                            <a:gd name="connsiteX92" fmla="*/ 14273 w 173813"/>
                            <a:gd name="connsiteY92" fmla="*/ 95683 h 196208"/>
                            <a:gd name="connsiteX93" fmla="*/ 10704 w 173813"/>
                            <a:gd name="connsiteY93" fmla="*/ 105199 h 196208"/>
                            <a:gd name="connsiteX94" fmla="*/ 7136 w 173813"/>
                            <a:gd name="connsiteY94" fmla="*/ 113525 h 196208"/>
                            <a:gd name="connsiteX95" fmla="*/ 0 w 173813"/>
                            <a:gd name="connsiteY95" fmla="*/ 131367 h 196208"/>
                            <a:gd name="connsiteX96" fmla="*/ 1189 w 173813"/>
                            <a:gd name="connsiteY96" fmla="*/ 144450 h 19620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</a:cxnLst>
                          <a:rect l="l" t="t" r="r" b="b"/>
                          <a:pathLst>
                            <a:path w="173813" h="196208">
                              <a:moveTo>
                                <a:pt x="1189" y="144450"/>
                              </a:moveTo>
                              <a:cubicBezTo>
                                <a:pt x="4757" y="148019"/>
                                <a:pt x="11894" y="139692"/>
                                <a:pt x="16652" y="142071"/>
                              </a:cubicBezTo>
                              <a:cubicBezTo>
                                <a:pt x="19031" y="143261"/>
                                <a:pt x="19031" y="146829"/>
                                <a:pt x="20221" y="149208"/>
                              </a:cubicBezTo>
                              <a:cubicBezTo>
                                <a:pt x="21410" y="151587"/>
                                <a:pt x="23789" y="153966"/>
                                <a:pt x="24978" y="157534"/>
                              </a:cubicBezTo>
                              <a:cubicBezTo>
                                <a:pt x="27357" y="163481"/>
                                <a:pt x="21410" y="168239"/>
                                <a:pt x="19031" y="174186"/>
                              </a:cubicBezTo>
                              <a:cubicBezTo>
                                <a:pt x="17842" y="180133"/>
                                <a:pt x="14273" y="188459"/>
                                <a:pt x="19031" y="193217"/>
                              </a:cubicBezTo>
                              <a:cubicBezTo>
                                <a:pt x="23789" y="199164"/>
                                <a:pt x="30925" y="194406"/>
                                <a:pt x="36872" y="194406"/>
                              </a:cubicBezTo>
                              <a:cubicBezTo>
                                <a:pt x="41630" y="194406"/>
                                <a:pt x="46388" y="195596"/>
                                <a:pt x="45198" y="189649"/>
                              </a:cubicBezTo>
                              <a:cubicBezTo>
                                <a:pt x="44009" y="184891"/>
                                <a:pt x="40440" y="183702"/>
                                <a:pt x="41630" y="178944"/>
                              </a:cubicBezTo>
                              <a:cubicBezTo>
                                <a:pt x="42819" y="174186"/>
                                <a:pt x="44009" y="170618"/>
                                <a:pt x="44009" y="165860"/>
                              </a:cubicBezTo>
                              <a:cubicBezTo>
                                <a:pt x="44009" y="161102"/>
                                <a:pt x="42819" y="155155"/>
                                <a:pt x="45198" y="151587"/>
                              </a:cubicBezTo>
                              <a:cubicBezTo>
                                <a:pt x="51146" y="143261"/>
                                <a:pt x="45198" y="138503"/>
                                <a:pt x="45198" y="131367"/>
                              </a:cubicBezTo>
                              <a:cubicBezTo>
                                <a:pt x="44009" y="123040"/>
                                <a:pt x="57093" y="114714"/>
                                <a:pt x="61851" y="120661"/>
                              </a:cubicBezTo>
                              <a:cubicBezTo>
                                <a:pt x="65419" y="124230"/>
                                <a:pt x="63040" y="131367"/>
                                <a:pt x="60661" y="136124"/>
                              </a:cubicBezTo>
                              <a:cubicBezTo>
                                <a:pt x="58282" y="142071"/>
                                <a:pt x="55904" y="145640"/>
                                <a:pt x="61851" y="150397"/>
                              </a:cubicBezTo>
                              <a:cubicBezTo>
                                <a:pt x="65419" y="153966"/>
                                <a:pt x="68987" y="156344"/>
                                <a:pt x="70176" y="162292"/>
                              </a:cubicBezTo>
                              <a:cubicBezTo>
                                <a:pt x="71366" y="164671"/>
                                <a:pt x="70176" y="168239"/>
                                <a:pt x="70176" y="170618"/>
                              </a:cubicBezTo>
                              <a:cubicBezTo>
                                <a:pt x="71366" y="172997"/>
                                <a:pt x="73745" y="174186"/>
                                <a:pt x="74934" y="176565"/>
                              </a:cubicBezTo>
                              <a:cubicBezTo>
                                <a:pt x="76123" y="177754"/>
                                <a:pt x="78502" y="176565"/>
                                <a:pt x="79692" y="176565"/>
                              </a:cubicBezTo>
                              <a:cubicBezTo>
                                <a:pt x="83260" y="177754"/>
                                <a:pt x="86829" y="177754"/>
                                <a:pt x="88018" y="176565"/>
                              </a:cubicBezTo>
                              <a:cubicBezTo>
                                <a:pt x="90397" y="175375"/>
                                <a:pt x="86829" y="171807"/>
                                <a:pt x="88018" y="169428"/>
                              </a:cubicBezTo>
                              <a:cubicBezTo>
                                <a:pt x="89208" y="165860"/>
                                <a:pt x="95155" y="167050"/>
                                <a:pt x="97534" y="165860"/>
                              </a:cubicBezTo>
                              <a:cubicBezTo>
                                <a:pt x="99912" y="164671"/>
                                <a:pt x="102291" y="162292"/>
                                <a:pt x="104670" y="162292"/>
                              </a:cubicBezTo>
                              <a:cubicBezTo>
                                <a:pt x="105859" y="162292"/>
                                <a:pt x="108238" y="163481"/>
                                <a:pt x="109428" y="162292"/>
                              </a:cubicBezTo>
                              <a:cubicBezTo>
                                <a:pt x="110617" y="162292"/>
                                <a:pt x="111806" y="161102"/>
                                <a:pt x="112996" y="159913"/>
                              </a:cubicBezTo>
                              <a:cubicBezTo>
                                <a:pt x="116564" y="159913"/>
                                <a:pt x="118944" y="162292"/>
                                <a:pt x="122512" y="159913"/>
                              </a:cubicBezTo>
                              <a:cubicBezTo>
                                <a:pt x="126080" y="157534"/>
                                <a:pt x="116564" y="152776"/>
                                <a:pt x="114185" y="151587"/>
                              </a:cubicBezTo>
                              <a:cubicBezTo>
                                <a:pt x="111806" y="151587"/>
                                <a:pt x="109428" y="153966"/>
                                <a:pt x="107049" y="152776"/>
                              </a:cubicBezTo>
                              <a:cubicBezTo>
                                <a:pt x="104670" y="151587"/>
                                <a:pt x="104670" y="150397"/>
                                <a:pt x="102291" y="149208"/>
                              </a:cubicBezTo>
                              <a:cubicBezTo>
                                <a:pt x="98723" y="146829"/>
                                <a:pt x="98723" y="145640"/>
                                <a:pt x="96344" y="144450"/>
                              </a:cubicBezTo>
                              <a:cubicBezTo>
                                <a:pt x="93965" y="143261"/>
                                <a:pt x="90397" y="140882"/>
                                <a:pt x="92776" y="138503"/>
                              </a:cubicBezTo>
                              <a:cubicBezTo>
                                <a:pt x="95155" y="134935"/>
                                <a:pt x="99912" y="131367"/>
                                <a:pt x="97534" y="127798"/>
                              </a:cubicBezTo>
                              <a:cubicBezTo>
                                <a:pt x="96344" y="125419"/>
                                <a:pt x="95155" y="125419"/>
                                <a:pt x="93965" y="123040"/>
                              </a:cubicBezTo>
                              <a:cubicBezTo>
                                <a:pt x="92776" y="120661"/>
                                <a:pt x="92776" y="118283"/>
                                <a:pt x="90397" y="117093"/>
                              </a:cubicBezTo>
                              <a:cubicBezTo>
                                <a:pt x="88018" y="115904"/>
                                <a:pt x="86829" y="115904"/>
                                <a:pt x="85639" y="113525"/>
                              </a:cubicBezTo>
                              <a:cubicBezTo>
                                <a:pt x="84450" y="111146"/>
                                <a:pt x="83260" y="109956"/>
                                <a:pt x="82071" y="107578"/>
                              </a:cubicBezTo>
                              <a:cubicBezTo>
                                <a:pt x="79692" y="104009"/>
                                <a:pt x="70176" y="100441"/>
                                <a:pt x="74934" y="96873"/>
                              </a:cubicBezTo>
                              <a:cubicBezTo>
                                <a:pt x="78502" y="94494"/>
                                <a:pt x="77313" y="100441"/>
                                <a:pt x="82071" y="96873"/>
                              </a:cubicBezTo>
                              <a:cubicBezTo>
                                <a:pt x="85639" y="94494"/>
                                <a:pt x="84450" y="92115"/>
                                <a:pt x="89208" y="90925"/>
                              </a:cubicBezTo>
                              <a:cubicBezTo>
                                <a:pt x="95155" y="88547"/>
                                <a:pt x="102291" y="86168"/>
                                <a:pt x="105859" y="81410"/>
                              </a:cubicBezTo>
                              <a:cubicBezTo>
                                <a:pt x="108238" y="79031"/>
                                <a:pt x="107049" y="77842"/>
                                <a:pt x="109428" y="75463"/>
                              </a:cubicBezTo>
                              <a:cubicBezTo>
                                <a:pt x="111806" y="73084"/>
                                <a:pt x="114185" y="69516"/>
                                <a:pt x="115375" y="68326"/>
                              </a:cubicBezTo>
                              <a:cubicBezTo>
                                <a:pt x="120133" y="65948"/>
                                <a:pt x="132027" y="75463"/>
                                <a:pt x="129648" y="63569"/>
                              </a:cubicBezTo>
                              <a:cubicBezTo>
                                <a:pt x="129648" y="62379"/>
                                <a:pt x="129648" y="61190"/>
                                <a:pt x="129648" y="60000"/>
                              </a:cubicBezTo>
                              <a:cubicBezTo>
                                <a:pt x="126080" y="54053"/>
                                <a:pt x="115375" y="60000"/>
                                <a:pt x="109428" y="62379"/>
                              </a:cubicBezTo>
                              <a:cubicBezTo>
                                <a:pt x="107049" y="63569"/>
                                <a:pt x="102291" y="61190"/>
                                <a:pt x="99912" y="62379"/>
                              </a:cubicBezTo>
                              <a:cubicBezTo>
                                <a:pt x="96344" y="63569"/>
                                <a:pt x="95155" y="65948"/>
                                <a:pt x="91587" y="67137"/>
                              </a:cubicBezTo>
                              <a:cubicBezTo>
                                <a:pt x="88018" y="68326"/>
                                <a:pt x="84450" y="67137"/>
                                <a:pt x="79692" y="65948"/>
                              </a:cubicBezTo>
                              <a:cubicBezTo>
                                <a:pt x="74934" y="64758"/>
                                <a:pt x="74934" y="63569"/>
                                <a:pt x="72555" y="67137"/>
                              </a:cubicBezTo>
                              <a:cubicBezTo>
                                <a:pt x="70176" y="69516"/>
                                <a:pt x="70176" y="74273"/>
                                <a:pt x="67798" y="76652"/>
                              </a:cubicBezTo>
                              <a:cubicBezTo>
                                <a:pt x="65419" y="77842"/>
                                <a:pt x="61851" y="80221"/>
                                <a:pt x="59472" y="80221"/>
                              </a:cubicBezTo>
                              <a:cubicBezTo>
                                <a:pt x="53525" y="81410"/>
                                <a:pt x="47577" y="73084"/>
                                <a:pt x="45198" y="68326"/>
                              </a:cubicBezTo>
                              <a:cubicBezTo>
                                <a:pt x="44009" y="67137"/>
                                <a:pt x="45198" y="64758"/>
                                <a:pt x="44009" y="63569"/>
                              </a:cubicBezTo>
                              <a:cubicBezTo>
                                <a:pt x="42819" y="62379"/>
                                <a:pt x="41630" y="62379"/>
                                <a:pt x="40440" y="61190"/>
                              </a:cubicBezTo>
                              <a:cubicBezTo>
                                <a:pt x="38062" y="58811"/>
                                <a:pt x="38062" y="55242"/>
                                <a:pt x="38062" y="52864"/>
                              </a:cubicBezTo>
                              <a:cubicBezTo>
                                <a:pt x="38062" y="46917"/>
                                <a:pt x="40440" y="39780"/>
                                <a:pt x="44009" y="35022"/>
                              </a:cubicBezTo>
                              <a:cubicBezTo>
                                <a:pt x="49956" y="27886"/>
                                <a:pt x="54714" y="31454"/>
                                <a:pt x="60661" y="32643"/>
                              </a:cubicBezTo>
                              <a:cubicBezTo>
                                <a:pt x="68987" y="33833"/>
                                <a:pt x="72555" y="27886"/>
                                <a:pt x="80881" y="29075"/>
                              </a:cubicBezTo>
                              <a:cubicBezTo>
                                <a:pt x="84450" y="29075"/>
                                <a:pt x="85639" y="31454"/>
                                <a:pt x="89208" y="32643"/>
                              </a:cubicBezTo>
                              <a:cubicBezTo>
                                <a:pt x="92776" y="32643"/>
                                <a:pt x="96344" y="31454"/>
                                <a:pt x="99912" y="31454"/>
                              </a:cubicBezTo>
                              <a:cubicBezTo>
                                <a:pt x="103481" y="31454"/>
                                <a:pt x="105859" y="32643"/>
                                <a:pt x="109428" y="32643"/>
                              </a:cubicBezTo>
                              <a:cubicBezTo>
                                <a:pt x="112996" y="32643"/>
                                <a:pt x="115375" y="29075"/>
                                <a:pt x="118944" y="31454"/>
                              </a:cubicBezTo>
                              <a:cubicBezTo>
                                <a:pt x="126080" y="33833"/>
                                <a:pt x="128459" y="38590"/>
                                <a:pt x="136785" y="36212"/>
                              </a:cubicBezTo>
                              <a:cubicBezTo>
                                <a:pt x="141542" y="35022"/>
                                <a:pt x="145111" y="33833"/>
                                <a:pt x="148679" y="32643"/>
                              </a:cubicBezTo>
                              <a:cubicBezTo>
                                <a:pt x="152248" y="31454"/>
                                <a:pt x="155816" y="29075"/>
                                <a:pt x="159384" y="25507"/>
                              </a:cubicBezTo>
                              <a:cubicBezTo>
                                <a:pt x="162953" y="21938"/>
                                <a:pt x="166521" y="20749"/>
                                <a:pt x="167710" y="15991"/>
                              </a:cubicBezTo>
                              <a:cubicBezTo>
                                <a:pt x="168900" y="11234"/>
                                <a:pt x="174847" y="10044"/>
                                <a:pt x="173657" y="6476"/>
                              </a:cubicBezTo>
                              <a:cubicBezTo>
                                <a:pt x="173657" y="4097"/>
                                <a:pt x="171278" y="5286"/>
                                <a:pt x="170089" y="2907"/>
                              </a:cubicBezTo>
                              <a:cubicBezTo>
                                <a:pt x="168900" y="529"/>
                                <a:pt x="165331" y="1718"/>
                                <a:pt x="161763" y="529"/>
                              </a:cubicBezTo>
                              <a:cubicBezTo>
                                <a:pt x="159384" y="529"/>
                                <a:pt x="160574" y="-661"/>
                                <a:pt x="158195" y="529"/>
                              </a:cubicBezTo>
                              <a:cubicBezTo>
                                <a:pt x="157006" y="1718"/>
                                <a:pt x="157006" y="5286"/>
                                <a:pt x="155816" y="6476"/>
                              </a:cubicBezTo>
                              <a:cubicBezTo>
                                <a:pt x="154627" y="10044"/>
                                <a:pt x="155816" y="8854"/>
                                <a:pt x="152248" y="12423"/>
                              </a:cubicBezTo>
                              <a:cubicBezTo>
                                <a:pt x="149869" y="14802"/>
                                <a:pt x="147490" y="13612"/>
                                <a:pt x="145111" y="15991"/>
                              </a:cubicBezTo>
                              <a:cubicBezTo>
                                <a:pt x="142732" y="17181"/>
                                <a:pt x="141542" y="19559"/>
                                <a:pt x="139164" y="20749"/>
                              </a:cubicBezTo>
                              <a:cubicBezTo>
                                <a:pt x="136785" y="21938"/>
                                <a:pt x="133217" y="21938"/>
                                <a:pt x="129648" y="21938"/>
                              </a:cubicBezTo>
                              <a:cubicBezTo>
                                <a:pt x="122512" y="21938"/>
                                <a:pt x="115375" y="17181"/>
                                <a:pt x="110617" y="20749"/>
                              </a:cubicBezTo>
                              <a:cubicBezTo>
                                <a:pt x="104670" y="24317"/>
                                <a:pt x="101102" y="18370"/>
                                <a:pt x="97534" y="18370"/>
                              </a:cubicBezTo>
                              <a:cubicBezTo>
                                <a:pt x="93965" y="18370"/>
                                <a:pt x="91587" y="18370"/>
                                <a:pt x="88018" y="17181"/>
                              </a:cubicBezTo>
                              <a:cubicBezTo>
                                <a:pt x="85639" y="15991"/>
                                <a:pt x="83260" y="12423"/>
                                <a:pt x="80881" y="15991"/>
                              </a:cubicBezTo>
                              <a:cubicBezTo>
                                <a:pt x="77313" y="20749"/>
                                <a:pt x="74934" y="15991"/>
                                <a:pt x="73745" y="14802"/>
                              </a:cubicBezTo>
                              <a:cubicBezTo>
                                <a:pt x="71366" y="13612"/>
                                <a:pt x="67798" y="12423"/>
                                <a:pt x="64229" y="11234"/>
                              </a:cubicBezTo>
                              <a:cubicBezTo>
                                <a:pt x="63040" y="11234"/>
                                <a:pt x="61851" y="8854"/>
                                <a:pt x="59472" y="10044"/>
                              </a:cubicBezTo>
                              <a:cubicBezTo>
                                <a:pt x="55904" y="11234"/>
                                <a:pt x="58282" y="11234"/>
                                <a:pt x="57093" y="13612"/>
                              </a:cubicBezTo>
                              <a:cubicBezTo>
                                <a:pt x="55904" y="15991"/>
                                <a:pt x="53525" y="18370"/>
                                <a:pt x="52335" y="20749"/>
                              </a:cubicBezTo>
                              <a:cubicBezTo>
                                <a:pt x="49956" y="24317"/>
                                <a:pt x="49956" y="24317"/>
                                <a:pt x="46388" y="25507"/>
                              </a:cubicBezTo>
                              <a:cubicBezTo>
                                <a:pt x="42819" y="26696"/>
                                <a:pt x="39251" y="24317"/>
                                <a:pt x="36872" y="25507"/>
                              </a:cubicBezTo>
                              <a:cubicBezTo>
                                <a:pt x="32115" y="26696"/>
                                <a:pt x="27357" y="35022"/>
                                <a:pt x="27357" y="38590"/>
                              </a:cubicBezTo>
                              <a:cubicBezTo>
                                <a:pt x="27357" y="44538"/>
                                <a:pt x="29736" y="48106"/>
                                <a:pt x="28546" y="52864"/>
                              </a:cubicBezTo>
                              <a:cubicBezTo>
                                <a:pt x="27357" y="58811"/>
                                <a:pt x="33304" y="64758"/>
                                <a:pt x="28546" y="68326"/>
                              </a:cubicBezTo>
                              <a:cubicBezTo>
                                <a:pt x="27357" y="69516"/>
                                <a:pt x="27357" y="65948"/>
                                <a:pt x="26168" y="64758"/>
                              </a:cubicBezTo>
                              <a:cubicBezTo>
                                <a:pt x="23789" y="61190"/>
                                <a:pt x="15463" y="73084"/>
                                <a:pt x="14273" y="76652"/>
                              </a:cubicBezTo>
                              <a:cubicBezTo>
                                <a:pt x="13083" y="80221"/>
                                <a:pt x="11894" y="82600"/>
                                <a:pt x="13083" y="84978"/>
                              </a:cubicBezTo>
                              <a:cubicBezTo>
                                <a:pt x="13083" y="88547"/>
                                <a:pt x="14273" y="92115"/>
                                <a:pt x="14273" y="95683"/>
                              </a:cubicBezTo>
                              <a:cubicBezTo>
                                <a:pt x="14273" y="99252"/>
                                <a:pt x="11894" y="101631"/>
                                <a:pt x="10704" y="105199"/>
                              </a:cubicBezTo>
                              <a:cubicBezTo>
                                <a:pt x="9515" y="108767"/>
                                <a:pt x="9515" y="111146"/>
                                <a:pt x="7136" y="113525"/>
                              </a:cubicBezTo>
                              <a:cubicBezTo>
                                <a:pt x="3568" y="119472"/>
                                <a:pt x="1189" y="124230"/>
                                <a:pt x="0" y="131367"/>
                              </a:cubicBezTo>
                              <a:cubicBezTo>
                                <a:pt x="1189" y="137314"/>
                                <a:pt x="-1190" y="143261"/>
                                <a:pt x="1189" y="14445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0" name="Freeform 1039">
                          <a:extLst>
                            <a:ext uri="{FF2B5EF4-FFF2-40B4-BE49-F238E27FC236}">
                              <a16:creationId xmlns:a16="http://schemas.microsoft.com/office/drawing/2014/main" id="{3EEB9281-888C-4011-9E8D-841D935F1B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05650" y="4582419"/>
                          <a:ext cx="8578" cy="17392"/>
                        </a:xfrm>
                        <a:custGeom>
                          <a:avLst/>
                          <a:gdLst>
                            <a:gd name="connsiteX0" fmla="*/ 7922 w 8578"/>
                            <a:gd name="connsiteY0" fmla="*/ 6498 h 17392"/>
                            <a:gd name="connsiteX1" fmla="*/ 4353 w 8578"/>
                            <a:gd name="connsiteY1" fmla="*/ 551 h 17392"/>
                            <a:gd name="connsiteX2" fmla="*/ 785 w 8578"/>
                            <a:gd name="connsiteY2" fmla="*/ 12446 h 17392"/>
                            <a:gd name="connsiteX3" fmla="*/ 4353 w 8578"/>
                            <a:gd name="connsiteY3" fmla="*/ 17203 h 17392"/>
                            <a:gd name="connsiteX4" fmla="*/ 7922 w 8578"/>
                            <a:gd name="connsiteY4" fmla="*/ 6498 h 173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8578" h="17392">
                              <a:moveTo>
                                <a:pt x="7922" y="6498"/>
                              </a:moveTo>
                              <a:cubicBezTo>
                                <a:pt x="6732" y="4119"/>
                                <a:pt x="6732" y="-1828"/>
                                <a:pt x="4353" y="551"/>
                              </a:cubicBezTo>
                              <a:cubicBezTo>
                                <a:pt x="1974" y="2930"/>
                                <a:pt x="-1594" y="11256"/>
                                <a:pt x="785" y="12446"/>
                              </a:cubicBezTo>
                              <a:cubicBezTo>
                                <a:pt x="3164" y="13635"/>
                                <a:pt x="1974" y="18393"/>
                                <a:pt x="4353" y="17203"/>
                              </a:cubicBezTo>
                              <a:cubicBezTo>
                                <a:pt x="5543" y="17203"/>
                                <a:pt x="10300" y="10067"/>
                                <a:pt x="7922" y="649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1" name="Freeform 1040">
                          <a:extLst>
                            <a:ext uri="{FF2B5EF4-FFF2-40B4-BE49-F238E27FC236}">
                              <a16:creationId xmlns:a16="http://schemas.microsoft.com/office/drawing/2014/main" id="{458DB059-872D-7013-9959-05D29A3E9C7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10003" y="4616275"/>
                          <a:ext cx="3568" cy="4586"/>
                        </a:xfrm>
                        <a:custGeom>
                          <a:avLst/>
                          <a:gdLst>
                            <a:gd name="connsiteX0" fmla="*/ 0 w 3568"/>
                            <a:gd name="connsiteY0" fmla="*/ 2379 h 4586"/>
                            <a:gd name="connsiteX1" fmla="*/ 3569 w 3568"/>
                            <a:gd name="connsiteY1" fmla="*/ 3568 h 4586"/>
                            <a:gd name="connsiteX2" fmla="*/ 1190 w 3568"/>
                            <a:gd name="connsiteY2" fmla="*/ 0 h 4586"/>
                            <a:gd name="connsiteX3" fmla="*/ 0 w 3568"/>
                            <a:gd name="connsiteY3" fmla="*/ 2379 h 458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568" h="4586">
                              <a:moveTo>
                                <a:pt x="0" y="2379"/>
                              </a:moveTo>
                              <a:cubicBezTo>
                                <a:pt x="1190" y="3568"/>
                                <a:pt x="2379" y="5947"/>
                                <a:pt x="3569" y="3568"/>
                              </a:cubicBezTo>
                              <a:cubicBezTo>
                                <a:pt x="3569" y="3568"/>
                                <a:pt x="3569" y="0"/>
                                <a:pt x="1190" y="0"/>
                              </a:cubicBezTo>
                              <a:cubicBezTo>
                                <a:pt x="0" y="0"/>
                                <a:pt x="0" y="1190"/>
                                <a:pt x="0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2" name="Freeform 1041">
                          <a:extLst>
                            <a:ext uri="{FF2B5EF4-FFF2-40B4-BE49-F238E27FC236}">
                              <a16:creationId xmlns:a16="http://schemas.microsoft.com/office/drawing/2014/main" id="{7DDE0199-55AB-5399-C011-115E3227974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43307" y="4561373"/>
                          <a:ext cx="8991" cy="12385"/>
                        </a:xfrm>
                        <a:custGeom>
                          <a:avLst/>
                          <a:gdLst>
                            <a:gd name="connsiteX0" fmla="*/ 2378 w 8991"/>
                            <a:gd name="connsiteY0" fmla="*/ 188 h 12385"/>
                            <a:gd name="connsiteX1" fmla="*/ 0 w 8991"/>
                            <a:gd name="connsiteY1" fmla="*/ 6135 h 12385"/>
                            <a:gd name="connsiteX2" fmla="*/ 5947 w 8991"/>
                            <a:gd name="connsiteY2" fmla="*/ 12082 h 12385"/>
                            <a:gd name="connsiteX3" fmla="*/ 8325 w 8991"/>
                            <a:gd name="connsiteY3" fmla="*/ 6135 h 12385"/>
                            <a:gd name="connsiteX4" fmla="*/ 2378 w 8991"/>
                            <a:gd name="connsiteY4" fmla="*/ 188 h 1238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8991" h="12385">
                              <a:moveTo>
                                <a:pt x="2378" y="188"/>
                              </a:moveTo>
                              <a:cubicBezTo>
                                <a:pt x="1189" y="1377"/>
                                <a:pt x="0" y="1377"/>
                                <a:pt x="0" y="6135"/>
                              </a:cubicBezTo>
                              <a:cubicBezTo>
                                <a:pt x="0" y="10893"/>
                                <a:pt x="2378" y="13272"/>
                                <a:pt x="5947" y="12082"/>
                              </a:cubicBezTo>
                              <a:cubicBezTo>
                                <a:pt x="5947" y="12082"/>
                                <a:pt x="10704" y="8514"/>
                                <a:pt x="8325" y="6135"/>
                              </a:cubicBezTo>
                              <a:cubicBezTo>
                                <a:pt x="5947" y="3756"/>
                                <a:pt x="3568" y="-1002"/>
                                <a:pt x="2378" y="18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3" name="Freeform 1042">
                          <a:extLst>
                            <a:ext uri="{FF2B5EF4-FFF2-40B4-BE49-F238E27FC236}">
                              <a16:creationId xmlns:a16="http://schemas.microsoft.com/office/drawing/2014/main" id="{57D37B21-87EC-5B71-F374-3C5D4E7CC6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56023" y="4554188"/>
                          <a:ext cx="11965" cy="16888"/>
                        </a:xfrm>
                        <a:custGeom>
                          <a:avLst/>
                          <a:gdLst>
                            <a:gd name="connsiteX0" fmla="*/ 2747 w 11965"/>
                            <a:gd name="connsiteY0" fmla="*/ 9752 h 16888"/>
                            <a:gd name="connsiteX1" fmla="*/ 2747 w 11965"/>
                            <a:gd name="connsiteY1" fmla="*/ 16889 h 16888"/>
                            <a:gd name="connsiteX2" fmla="*/ 9883 w 11965"/>
                            <a:gd name="connsiteY2" fmla="*/ 13320 h 16888"/>
                            <a:gd name="connsiteX3" fmla="*/ 11073 w 11965"/>
                            <a:gd name="connsiteY3" fmla="*/ 8562 h 16888"/>
                            <a:gd name="connsiteX4" fmla="*/ 11073 w 11965"/>
                            <a:gd name="connsiteY4" fmla="*/ 236 h 16888"/>
                            <a:gd name="connsiteX5" fmla="*/ 2747 w 11965"/>
                            <a:gd name="connsiteY5" fmla="*/ 4994 h 16888"/>
                            <a:gd name="connsiteX6" fmla="*/ 2747 w 11965"/>
                            <a:gd name="connsiteY6" fmla="*/ 9752 h 1688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1965" h="16888">
                              <a:moveTo>
                                <a:pt x="2747" y="9752"/>
                              </a:moveTo>
                              <a:cubicBezTo>
                                <a:pt x="368" y="10941"/>
                                <a:pt x="-2011" y="16889"/>
                                <a:pt x="2747" y="16889"/>
                              </a:cubicBezTo>
                              <a:cubicBezTo>
                                <a:pt x="2747" y="16889"/>
                                <a:pt x="9883" y="15699"/>
                                <a:pt x="9883" y="13320"/>
                              </a:cubicBezTo>
                              <a:cubicBezTo>
                                <a:pt x="9883" y="10941"/>
                                <a:pt x="9883" y="9752"/>
                                <a:pt x="11073" y="8562"/>
                              </a:cubicBezTo>
                              <a:cubicBezTo>
                                <a:pt x="12262" y="7373"/>
                                <a:pt x="12262" y="236"/>
                                <a:pt x="11073" y="236"/>
                              </a:cubicBezTo>
                              <a:cubicBezTo>
                                <a:pt x="9883" y="-953"/>
                                <a:pt x="1557" y="2615"/>
                                <a:pt x="2747" y="4994"/>
                              </a:cubicBezTo>
                              <a:cubicBezTo>
                                <a:pt x="3936" y="4994"/>
                                <a:pt x="5126" y="8562"/>
                                <a:pt x="2747" y="975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4" name="Freeform 1043">
                          <a:extLst>
                            <a:ext uri="{FF2B5EF4-FFF2-40B4-BE49-F238E27FC236}">
                              <a16:creationId xmlns:a16="http://schemas.microsoft.com/office/drawing/2014/main" id="{72DE8098-61EA-76B2-F8B3-8DAA0389BC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68049" y="4546098"/>
                          <a:ext cx="15294" cy="32162"/>
                        </a:xfrm>
                        <a:custGeom>
                          <a:avLst/>
                          <a:gdLst>
                            <a:gd name="connsiteX0" fmla="*/ 14510 w 15294"/>
                            <a:gd name="connsiteY0" fmla="*/ 5947 h 32162"/>
                            <a:gd name="connsiteX1" fmla="*/ 10941 w 15294"/>
                            <a:gd name="connsiteY1" fmla="*/ 0 h 32162"/>
                            <a:gd name="connsiteX2" fmla="*/ 6183 w 15294"/>
                            <a:gd name="connsiteY2" fmla="*/ 3568 h 32162"/>
                            <a:gd name="connsiteX3" fmla="*/ 4994 w 15294"/>
                            <a:gd name="connsiteY3" fmla="*/ 15463 h 32162"/>
                            <a:gd name="connsiteX4" fmla="*/ 236 w 15294"/>
                            <a:gd name="connsiteY4" fmla="*/ 28546 h 32162"/>
                            <a:gd name="connsiteX5" fmla="*/ 6183 w 15294"/>
                            <a:gd name="connsiteY5" fmla="*/ 30925 h 32162"/>
                            <a:gd name="connsiteX6" fmla="*/ 10941 w 15294"/>
                            <a:gd name="connsiteY6" fmla="*/ 24978 h 32162"/>
                            <a:gd name="connsiteX7" fmla="*/ 14510 w 15294"/>
                            <a:gd name="connsiteY7" fmla="*/ 20220 h 32162"/>
                            <a:gd name="connsiteX8" fmla="*/ 8562 w 15294"/>
                            <a:gd name="connsiteY8" fmla="*/ 14273 h 32162"/>
                            <a:gd name="connsiteX9" fmla="*/ 14510 w 15294"/>
                            <a:gd name="connsiteY9" fmla="*/ 5947 h 321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15294" h="32162">
                              <a:moveTo>
                                <a:pt x="14510" y="5947"/>
                              </a:moveTo>
                              <a:cubicBezTo>
                                <a:pt x="13320" y="4758"/>
                                <a:pt x="12131" y="0"/>
                                <a:pt x="10941" y="0"/>
                              </a:cubicBezTo>
                              <a:cubicBezTo>
                                <a:pt x="8562" y="0"/>
                                <a:pt x="4994" y="0"/>
                                <a:pt x="6183" y="3568"/>
                              </a:cubicBezTo>
                              <a:cubicBezTo>
                                <a:pt x="7372" y="7137"/>
                                <a:pt x="6183" y="11894"/>
                                <a:pt x="4994" y="15463"/>
                              </a:cubicBezTo>
                              <a:cubicBezTo>
                                <a:pt x="2615" y="20220"/>
                                <a:pt x="-953" y="24978"/>
                                <a:pt x="236" y="28546"/>
                              </a:cubicBezTo>
                              <a:cubicBezTo>
                                <a:pt x="1425" y="32115"/>
                                <a:pt x="2615" y="33304"/>
                                <a:pt x="6183" y="30925"/>
                              </a:cubicBezTo>
                              <a:cubicBezTo>
                                <a:pt x="6183" y="30925"/>
                                <a:pt x="8562" y="24978"/>
                                <a:pt x="10941" y="24978"/>
                              </a:cubicBezTo>
                              <a:cubicBezTo>
                                <a:pt x="13320" y="24978"/>
                                <a:pt x="16889" y="20220"/>
                                <a:pt x="14510" y="20220"/>
                              </a:cubicBezTo>
                              <a:cubicBezTo>
                                <a:pt x="12131" y="19031"/>
                                <a:pt x="6183" y="16652"/>
                                <a:pt x="8562" y="14273"/>
                              </a:cubicBezTo>
                              <a:cubicBezTo>
                                <a:pt x="10941" y="11894"/>
                                <a:pt x="15699" y="8326"/>
                                <a:pt x="14510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5" name="Freeform 1044">
                          <a:extLst>
                            <a:ext uri="{FF2B5EF4-FFF2-40B4-BE49-F238E27FC236}">
                              <a16:creationId xmlns:a16="http://schemas.microsoft.com/office/drawing/2014/main" id="{527D04C0-A43B-534F-F016-C0D71D648D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3451" y="4460867"/>
                          <a:ext cx="20593" cy="11952"/>
                        </a:xfrm>
                        <a:custGeom>
                          <a:avLst/>
                          <a:gdLst>
                            <a:gd name="connsiteX0" fmla="*/ 18623 w 20593"/>
                            <a:gd name="connsiteY0" fmla="*/ 9108 h 11952"/>
                            <a:gd name="connsiteX1" fmla="*/ 19812 w 20593"/>
                            <a:gd name="connsiteY1" fmla="*/ 1971 h 11952"/>
                            <a:gd name="connsiteX2" fmla="*/ 16244 w 20593"/>
                            <a:gd name="connsiteY2" fmla="*/ 3160 h 11952"/>
                            <a:gd name="connsiteX3" fmla="*/ 12675 w 20593"/>
                            <a:gd name="connsiteY3" fmla="*/ 4349 h 11952"/>
                            <a:gd name="connsiteX4" fmla="*/ 12675 w 20593"/>
                            <a:gd name="connsiteY4" fmla="*/ 781 h 11952"/>
                            <a:gd name="connsiteX5" fmla="*/ 1970 w 20593"/>
                            <a:gd name="connsiteY5" fmla="*/ 1971 h 11952"/>
                            <a:gd name="connsiteX6" fmla="*/ 781 w 20593"/>
                            <a:gd name="connsiteY6" fmla="*/ 9108 h 11952"/>
                            <a:gd name="connsiteX7" fmla="*/ 4349 w 20593"/>
                            <a:gd name="connsiteY7" fmla="*/ 11486 h 11952"/>
                            <a:gd name="connsiteX8" fmla="*/ 7917 w 20593"/>
                            <a:gd name="connsiteY8" fmla="*/ 9108 h 11952"/>
                            <a:gd name="connsiteX9" fmla="*/ 11486 w 20593"/>
                            <a:gd name="connsiteY9" fmla="*/ 11486 h 11952"/>
                            <a:gd name="connsiteX10" fmla="*/ 13865 w 20593"/>
                            <a:gd name="connsiteY10" fmla="*/ 9108 h 11952"/>
                            <a:gd name="connsiteX11" fmla="*/ 18623 w 20593"/>
                            <a:gd name="connsiteY11" fmla="*/ 9108 h 1195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</a:cxnLst>
                          <a:rect l="l" t="t" r="r" b="b"/>
                          <a:pathLst>
                            <a:path w="20593" h="11952">
                              <a:moveTo>
                                <a:pt x="18623" y="9108"/>
                              </a:moveTo>
                              <a:cubicBezTo>
                                <a:pt x="21002" y="7918"/>
                                <a:pt x="21002" y="3160"/>
                                <a:pt x="19812" y="1971"/>
                              </a:cubicBezTo>
                              <a:cubicBezTo>
                                <a:pt x="18623" y="781"/>
                                <a:pt x="16244" y="1971"/>
                                <a:pt x="16244" y="3160"/>
                              </a:cubicBezTo>
                              <a:cubicBezTo>
                                <a:pt x="15054" y="4349"/>
                                <a:pt x="12675" y="6729"/>
                                <a:pt x="12675" y="4349"/>
                              </a:cubicBezTo>
                              <a:cubicBezTo>
                                <a:pt x="12675" y="3160"/>
                                <a:pt x="15054" y="1971"/>
                                <a:pt x="12675" y="781"/>
                              </a:cubicBezTo>
                              <a:cubicBezTo>
                                <a:pt x="10296" y="-408"/>
                                <a:pt x="4349" y="-408"/>
                                <a:pt x="1970" y="1971"/>
                              </a:cubicBezTo>
                              <a:cubicBezTo>
                                <a:pt x="-408" y="3160"/>
                                <a:pt x="-408" y="6729"/>
                                <a:pt x="781" y="9108"/>
                              </a:cubicBezTo>
                              <a:cubicBezTo>
                                <a:pt x="1970" y="11486"/>
                                <a:pt x="4349" y="12676"/>
                                <a:pt x="4349" y="11486"/>
                              </a:cubicBezTo>
                              <a:cubicBezTo>
                                <a:pt x="5539" y="10297"/>
                                <a:pt x="7917" y="7918"/>
                                <a:pt x="7917" y="9108"/>
                              </a:cubicBezTo>
                              <a:cubicBezTo>
                                <a:pt x="9107" y="10297"/>
                                <a:pt x="10296" y="11486"/>
                                <a:pt x="11486" y="11486"/>
                              </a:cubicBezTo>
                              <a:cubicBezTo>
                                <a:pt x="12675" y="11486"/>
                                <a:pt x="12675" y="7918"/>
                                <a:pt x="13865" y="9108"/>
                              </a:cubicBezTo>
                              <a:cubicBezTo>
                                <a:pt x="13865" y="7918"/>
                                <a:pt x="16244" y="10297"/>
                                <a:pt x="18623" y="910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6" name="Freeform 1045">
                          <a:extLst>
                            <a:ext uri="{FF2B5EF4-FFF2-40B4-BE49-F238E27FC236}">
                              <a16:creationId xmlns:a16="http://schemas.microsoft.com/office/drawing/2014/main" id="{1DAF1C04-9054-29DA-7F74-A69FEB7883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8991" y="4478300"/>
                          <a:ext cx="4625" cy="2871"/>
                        </a:xfrm>
                        <a:custGeom>
                          <a:avLst/>
                          <a:gdLst>
                            <a:gd name="connsiteX0" fmla="*/ 3568 w 4625"/>
                            <a:gd name="connsiteY0" fmla="*/ 0 h 2871"/>
                            <a:gd name="connsiteX1" fmla="*/ 0 w 4625"/>
                            <a:gd name="connsiteY1" fmla="*/ 1190 h 2871"/>
                            <a:gd name="connsiteX2" fmla="*/ 3568 w 4625"/>
                            <a:gd name="connsiteY2" fmla="*/ 2379 h 2871"/>
                            <a:gd name="connsiteX3" fmla="*/ 3568 w 4625"/>
                            <a:gd name="connsiteY3" fmla="*/ 0 h 28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625" h="2871">
                              <a:moveTo>
                                <a:pt x="3568" y="0"/>
                              </a:moveTo>
                              <a:cubicBezTo>
                                <a:pt x="1189" y="0"/>
                                <a:pt x="0" y="0"/>
                                <a:pt x="0" y="1190"/>
                              </a:cubicBezTo>
                              <a:cubicBezTo>
                                <a:pt x="0" y="2379"/>
                                <a:pt x="2378" y="3569"/>
                                <a:pt x="3568" y="2379"/>
                              </a:cubicBezTo>
                              <a:cubicBezTo>
                                <a:pt x="3568" y="2379"/>
                                <a:pt x="5947" y="0"/>
                                <a:pt x="3568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7" name="Freeform 1046">
                          <a:extLst>
                            <a:ext uri="{FF2B5EF4-FFF2-40B4-BE49-F238E27FC236}">
                              <a16:creationId xmlns:a16="http://schemas.microsoft.com/office/drawing/2014/main" id="{93B7DD58-39C2-CA01-3CEC-1B8D588BB2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86823" y="4474732"/>
                          <a:ext cx="4061" cy="3270"/>
                        </a:xfrm>
                        <a:custGeom>
                          <a:avLst/>
                          <a:gdLst>
                            <a:gd name="connsiteX0" fmla="*/ 1682 w 4061"/>
                            <a:gd name="connsiteY0" fmla="*/ 0 h 3270"/>
                            <a:gd name="connsiteX1" fmla="*/ 493 w 4061"/>
                            <a:gd name="connsiteY1" fmla="*/ 2379 h 3270"/>
                            <a:gd name="connsiteX2" fmla="*/ 4061 w 4061"/>
                            <a:gd name="connsiteY2" fmla="*/ 2379 h 3270"/>
                            <a:gd name="connsiteX3" fmla="*/ 1682 w 4061"/>
                            <a:gd name="connsiteY3" fmla="*/ 0 h 327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061" h="3270">
                              <a:moveTo>
                                <a:pt x="1682" y="0"/>
                              </a:moveTo>
                              <a:cubicBezTo>
                                <a:pt x="493" y="0"/>
                                <a:pt x="-697" y="1190"/>
                                <a:pt x="493" y="2379"/>
                              </a:cubicBezTo>
                              <a:cubicBezTo>
                                <a:pt x="1682" y="3568"/>
                                <a:pt x="2872" y="3568"/>
                                <a:pt x="4061" y="2379"/>
                              </a:cubicBezTo>
                              <a:cubicBezTo>
                                <a:pt x="2872" y="2379"/>
                                <a:pt x="2872" y="0"/>
                                <a:pt x="1682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8" name="Freeform 1047">
                          <a:extLst>
                            <a:ext uri="{FF2B5EF4-FFF2-40B4-BE49-F238E27FC236}">
                              <a16:creationId xmlns:a16="http://schemas.microsoft.com/office/drawing/2014/main" id="{768B55B4-57C9-2F17-0F50-B8C5758307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92939" y="4469974"/>
                          <a:ext cx="3892" cy="3270"/>
                        </a:xfrm>
                        <a:custGeom>
                          <a:avLst/>
                          <a:gdLst>
                            <a:gd name="connsiteX0" fmla="*/ 3893 w 3892"/>
                            <a:gd name="connsiteY0" fmla="*/ 2379 h 3270"/>
                            <a:gd name="connsiteX1" fmla="*/ 2703 w 3892"/>
                            <a:gd name="connsiteY1" fmla="*/ 0 h 3270"/>
                            <a:gd name="connsiteX2" fmla="*/ 324 w 3892"/>
                            <a:gd name="connsiteY2" fmla="*/ 2379 h 3270"/>
                            <a:gd name="connsiteX3" fmla="*/ 3893 w 3892"/>
                            <a:gd name="connsiteY3" fmla="*/ 2379 h 327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892" h="3270">
                              <a:moveTo>
                                <a:pt x="3893" y="2379"/>
                              </a:moveTo>
                              <a:cubicBezTo>
                                <a:pt x="3893" y="2379"/>
                                <a:pt x="3893" y="0"/>
                                <a:pt x="2703" y="0"/>
                              </a:cubicBezTo>
                              <a:cubicBezTo>
                                <a:pt x="1514" y="0"/>
                                <a:pt x="-865" y="0"/>
                                <a:pt x="324" y="2379"/>
                              </a:cubicBezTo>
                              <a:cubicBezTo>
                                <a:pt x="1514" y="3568"/>
                                <a:pt x="2703" y="3568"/>
                                <a:pt x="3893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49" name="Freeform 1048">
                          <a:extLst>
                            <a:ext uri="{FF2B5EF4-FFF2-40B4-BE49-F238E27FC236}">
                              <a16:creationId xmlns:a16="http://schemas.microsoft.com/office/drawing/2014/main" id="{879A6803-EF3F-A861-AEEB-1EA9481800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43307" y="4439049"/>
                          <a:ext cx="3901" cy="4757"/>
                        </a:xfrm>
                        <a:custGeom>
                          <a:avLst/>
                          <a:gdLst>
                            <a:gd name="connsiteX0" fmla="*/ 1189 w 3901"/>
                            <a:gd name="connsiteY0" fmla="*/ 0 h 4757"/>
                            <a:gd name="connsiteX1" fmla="*/ 0 w 3901"/>
                            <a:gd name="connsiteY1" fmla="*/ 2379 h 4757"/>
                            <a:gd name="connsiteX2" fmla="*/ 2378 w 3901"/>
                            <a:gd name="connsiteY2" fmla="*/ 4758 h 4757"/>
                            <a:gd name="connsiteX3" fmla="*/ 3568 w 3901"/>
                            <a:gd name="connsiteY3" fmla="*/ 2379 h 4757"/>
                            <a:gd name="connsiteX4" fmla="*/ 1189 w 3901"/>
                            <a:gd name="connsiteY4" fmla="*/ 0 h 47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3901" h="4757">
                              <a:moveTo>
                                <a:pt x="1189" y="0"/>
                              </a:moveTo>
                              <a:cubicBezTo>
                                <a:pt x="1189" y="0"/>
                                <a:pt x="0" y="1190"/>
                                <a:pt x="0" y="2379"/>
                              </a:cubicBezTo>
                              <a:cubicBezTo>
                                <a:pt x="0" y="3568"/>
                                <a:pt x="1189" y="4758"/>
                                <a:pt x="2378" y="4758"/>
                              </a:cubicBezTo>
                              <a:cubicBezTo>
                                <a:pt x="2378" y="4758"/>
                                <a:pt x="4757" y="3568"/>
                                <a:pt x="3568" y="2379"/>
                              </a:cubicBezTo>
                              <a:cubicBezTo>
                                <a:pt x="3568" y="1190"/>
                                <a:pt x="1189" y="0"/>
                                <a:pt x="1189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0" name="Freeform 1049">
                          <a:extLst>
                            <a:ext uri="{FF2B5EF4-FFF2-40B4-BE49-F238E27FC236}">
                              <a16:creationId xmlns:a16="http://schemas.microsoft.com/office/drawing/2014/main" id="{25E95679-D03F-0C8A-1B39-7A857B1F46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46876" y="4437526"/>
                          <a:ext cx="3892" cy="2712"/>
                        </a:xfrm>
                        <a:custGeom>
                          <a:avLst/>
                          <a:gdLst>
                            <a:gd name="connsiteX0" fmla="*/ 1189 w 3892"/>
                            <a:gd name="connsiteY0" fmla="*/ 2712 h 2712"/>
                            <a:gd name="connsiteX1" fmla="*/ 3568 w 3892"/>
                            <a:gd name="connsiteY1" fmla="*/ 1523 h 2712"/>
                            <a:gd name="connsiteX2" fmla="*/ 0 w 3892"/>
                            <a:gd name="connsiteY2" fmla="*/ 333 h 2712"/>
                            <a:gd name="connsiteX3" fmla="*/ 1189 w 3892"/>
                            <a:gd name="connsiteY3" fmla="*/ 2712 h 271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892" h="2712">
                              <a:moveTo>
                                <a:pt x="1189" y="2712"/>
                              </a:moveTo>
                              <a:cubicBezTo>
                                <a:pt x="2379" y="2712"/>
                                <a:pt x="4757" y="2712"/>
                                <a:pt x="3568" y="1523"/>
                              </a:cubicBezTo>
                              <a:cubicBezTo>
                                <a:pt x="3568" y="1523"/>
                                <a:pt x="1189" y="-856"/>
                                <a:pt x="0" y="333"/>
                              </a:cubicBezTo>
                              <a:cubicBezTo>
                                <a:pt x="0" y="333"/>
                                <a:pt x="1189" y="2712"/>
                                <a:pt x="1189" y="271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1" name="Freeform 1050">
                          <a:extLst>
                            <a:ext uri="{FF2B5EF4-FFF2-40B4-BE49-F238E27FC236}">
                              <a16:creationId xmlns:a16="http://schemas.microsoft.com/office/drawing/2014/main" id="{9B29A4F0-31E0-C3CC-35E0-CF089329827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3160" y="4471860"/>
                          <a:ext cx="25459" cy="11690"/>
                        </a:xfrm>
                        <a:custGeom>
                          <a:avLst/>
                          <a:gdLst>
                            <a:gd name="connsiteX0" fmla="*/ 25303 w 25459"/>
                            <a:gd name="connsiteY0" fmla="*/ 5250 h 11690"/>
                            <a:gd name="connsiteX1" fmla="*/ 19355 w 25459"/>
                            <a:gd name="connsiteY1" fmla="*/ 493 h 11690"/>
                            <a:gd name="connsiteX2" fmla="*/ 14597 w 25459"/>
                            <a:gd name="connsiteY2" fmla="*/ 1682 h 11690"/>
                            <a:gd name="connsiteX3" fmla="*/ 8650 w 25459"/>
                            <a:gd name="connsiteY3" fmla="*/ 493 h 11690"/>
                            <a:gd name="connsiteX4" fmla="*/ 2703 w 25459"/>
                            <a:gd name="connsiteY4" fmla="*/ 1682 h 11690"/>
                            <a:gd name="connsiteX5" fmla="*/ 324 w 25459"/>
                            <a:gd name="connsiteY5" fmla="*/ 10008 h 11690"/>
                            <a:gd name="connsiteX6" fmla="*/ 7461 w 25459"/>
                            <a:gd name="connsiteY6" fmla="*/ 11198 h 11690"/>
                            <a:gd name="connsiteX7" fmla="*/ 12218 w 25459"/>
                            <a:gd name="connsiteY7" fmla="*/ 8819 h 11690"/>
                            <a:gd name="connsiteX8" fmla="*/ 20545 w 25459"/>
                            <a:gd name="connsiteY8" fmla="*/ 7629 h 11690"/>
                            <a:gd name="connsiteX9" fmla="*/ 25303 w 25459"/>
                            <a:gd name="connsiteY9" fmla="*/ 5250 h 1169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25459" h="11690">
                              <a:moveTo>
                                <a:pt x="25303" y="5250"/>
                              </a:moveTo>
                              <a:cubicBezTo>
                                <a:pt x="24113" y="2872"/>
                                <a:pt x="21734" y="-697"/>
                                <a:pt x="19355" y="493"/>
                              </a:cubicBezTo>
                              <a:cubicBezTo>
                                <a:pt x="18166" y="493"/>
                                <a:pt x="15787" y="2872"/>
                                <a:pt x="14597" y="1682"/>
                              </a:cubicBezTo>
                              <a:cubicBezTo>
                                <a:pt x="13408" y="493"/>
                                <a:pt x="9839" y="-697"/>
                                <a:pt x="8650" y="493"/>
                              </a:cubicBezTo>
                              <a:cubicBezTo>
                                <a:pt x="7461" y="493"/>
                                <a:pt x="3892" y="493"/>
                                <a:pt x="2703" y="1682"/>
                              </a:cubicBezTo>
                              <a:cubicBezTo>
                                <a:pt x="1514" y="2872"/>
                                <a:pt x="-865" y="8819"/>
                                <a:pt x="324" y="10008"/>
                              </a:cubicBezTo>
                              <a:cubicBezTo>
                                <a:pt x="1514" y="11198"/>
                                <a:pt x="6271" y="12387"/>
                                <a:pt x="7461" y="11198"/>
                              </a:cubicBezTo>
                              <a:cubicBezTo>
                                <a:pt x="8650" y="10008"/>
                                <a:pt x="9839" y="7629"/>
                                <a:pt x="12218" y="8819"/>
                              </a:cubicBezTo>
                              <a:cubicBezTo>
                                <a:pt x="14597" y="8819"/>
                                <a:pt x="20545" y="10008"/>
                                <a:pt x="20545" y="7629"/>
                              </a:cubicBezTo>
                              <a:cubicBezTo>
                                <a:pt x="20545" y="6440"/>
                                <a:pt x="26492" y="7629"/>
                                <a:pt x="25303" y="525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2" name="Freeform 1051">
                          <a:extLst>
                            <a:ext uri="{FF2B5EF4-FFF2-40B4-BE49-F238E27FC236}">
                              <a16:creationId xmlns:a16="http://schemas.microsoft.com/office/drawing/2014/main" id="{6DED948B-883C-93F4-2E12-88FFDF6C008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40841" y="4473050"/>
                          <a:ext cx="22599" cy="6932"/>
                        </a:xfrm>
                        <a:custGeom>
                          <a:avLst/>
                          <a:gdLst>
                            <a:gd name="connsiteX0" fmla="*/ 16652 w 22599"/>
                            <a:gd name="connsiteY0" fmla="*/ 5250 h 6932"/>
                            <a:gd name="connsiteX1" fmla="*/ 22600 w 22599"/>
                            <a:gd name="connsiteY1" fmla="*/ 4061 h 6932"/>
                            <a:gd name="connsiteX2" fmla="*/ 10705 w 22599"/>
                            <a:gd name="connsiteY2" fmla="*/ 493 h 6932"/>
                            <a:gd name="connsiteX3" fmla="*/ 4758 w 22599"/>
                            <a:gd name="connsiteY3" fmla="*/ 1682 h 6932"/>
                            <a:gd name="connsiteX4" fmla="*/ 0 w 22599"/>
                            <a:gd name="connsiteY4" fmla="*/ 493 h 6932"/>
                            <a:gd name="connsiteX5" fmla="*/ 1190 w 22599"/>
                            <a:gd name="connsiteY5" fmla="*/ 5250 h 6932"/>
                            <a:gd name="connsiteX6" fmla="*/ 7137 w 22599"/>
                            <a:gd name="connsiteY6" fmla="*/ 6440 h 6932"/>
                            <a:gd name="connsiteX7" fmla="*/ 16652 w 22599"/>
                            <a:gd name="connsiteY7" fmla="*/ 5250 h 693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22599" h="6932">
                              <a:moveTo>
                                <a:pt x="16652" y="5250"/>
                              </a:moveTo>
                              <a:cubicBezTo>
                                <a:pt x="19031" y="5250"/>
                                <a:pt x="22600" y="6440"/>
                                <a:pt x="22600" y="4061"/>
                              </a:cubicBezTo>
                              <a:cubicBezTo>
                                <a:pt x="22600" y="1682"/>
                                <a:pt x="14273" y="493"/>
                                <a:pt x="10705" y="493"/>
                              </a:cubicBezTo>
                              <a:cubicBezTo>
                                <a:pt x="8326" y="493"/>
                                <a:pt x="5947" y="2872"/>
                                <a:pt x="4758" y="1682"/>
                              </a:cubicBezTo>
                              <a:cubicBezTo>
                                <a:pt x="3569" y="493"/>
                                <a:pt x="0" y="-697"/>
                                <a:pt x="0" y="493"/>
                              </a:cubicBezTo>
                              <a:cubicBezTo>
                                <a:pt x="0" y="1682"/>
                                <a:pt x="1190" y="4061"/>
                                <a:pt x="1190" y="5250"/>
                              </a:cubicBezTo>
                              <a:cubicBezTo>
                                <a:pt x="2379" y="6440"/>
                                <a:pt x="4758" y="7629"/>
                                <a:pt x="7137" y="6440"/>
                              </a:cubicBezTo>
                              <a:cubicBezTo>
                                <a:pt x="7137" y="7629"/>
                                <a:pt x="14273" y="5250"/>
                                <a:pt x="16652" y="525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3" name="Freeform 1052">
                          <a:extLst>
                            <a:ext uri="{FF2B5EF4-FFF2-40B4-BE49-F238E27FC236}">
                              <a16:creationId xmlns:a16="http://schemas.microsoft.com/office/drawing/2014/main" id="{D97FC746-C89F-C598-266E-89EFDD6EA9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50357" y="4483058"/>
                          <a:ext cx="6839" cy="12010"/>
                        </a:xfrm>
                        <a:custGeom>
                          <a:avLst/>
                          <a:gdLst>
                            <a:gd name="connsiteX0" fmla="*/ 2378 w 6839"/>
                            <a:gd name="connsiteY0" fmla="*/ 0 h 12010"/>
                            <a:gd name="connsiteX1" fmla="*/ 0 w 6839"/>
                            <a:gd name="connsiteY1" fmla="*/ 3569 h 12010"/>
                            <a:gd name="connsiteX2" fmla="*/ 5947 w 6839"/>
                            <a:gd name="connsiteY2" fmla="*/ 11894 h 12010"/>
                            <a:gd name="connsiteX3" fmla="*/ 5947 w 6839"/>
                            <a:gd name="connsiteY3" fmla="*/ 8326 h 12010"/>
                            <a:gd name="connsiteX4" fmla="*/ 3568 w 6839"/>
                            <a:gd name="connsiteY4" fmla="*/ 4758 h 12010"/>
                            <a:gd name="connsiteX5" fmla="*/ 2378 w 6839"/>
                            <a:gd name="connsiteY5" fmla="*/ 0 h 1201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6839" h="12010">
                              <a:moveTo>
                                <a:pt x="2378" y="0"/>
                              </a:moveTo>
                              <a:cubicBezTo>
                                <a:pt x="0" y="0"/>
                                <a:pt x="0" y="2379"/>
                                <a:pt x="0" y="3569"/>
                              </a:cubicBezTo>
                              <a:cubicBezTo>
                                <a:pt x="0" y="4758"/>
                                <a:pt x="4757" y="13084"/>
                                <a:pt x="5947" y="11894"/>
                              </a:cubicBezTo>
                              <a:cubicBezTo>
                                <a:pt x="7136" y="10705"/>
                                <a:pt x="7136" y="8326"/>
                                <a:pt x="5947" y="8326"/>
                              </a:cubicBezTo>
                              <a:cubicBezTo>
                                <a:pt x="4757" y="7137"/>
                                <a:pt x="3568" y="7137"/>
                                <a:pt x="3568" y="4758"/>
                              </a:cubicBezTo>
                              <a:cubicBezTo>
                                <a:pt x="3568" y="4758"/>
                                <a:pt x="4757" y="0"/>
                                <a:pt x="2378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4" name="Freeform 1053">
                          <a:extLst>
                            <a:ext uri="{FF2B5EF4-FFF2-40B4-BE49-F238E27FC236}">
                              <a16:creationId xmlns:a16="http://schemas.microsoft.com/office/drawing/2014/main" id="{AB7CA637-40FE-1022-2724-76599A9BC1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50224" y="4509922"/>
                          <a:ext cx="40572" cy="21902"/>
                        </a:xfrm>
                        <a:custGeom>
                          <a:avLst/>
                          <a:gdLst>
                            <a:gd name="connsiteX0" fmla="*/ 34625 w 40572"/>
                            <a:gd name="connsiteY0" fmla="*/ 6440 h 21902"/>
                            <a:gd name="connsiteX1" fmla="*/ 32246 w 40572"/>
                            <a:gd name="connsiteY1" fmla="*/ 1682 h 21902"/>
                            <a:gd name="connsiteX2" fmla="*/ 15595 w 40572"/>
                            <a:gd name="connsiteY2" fmla="*/ 493 h 21902"/>
                            <a:gd name="connsiteX3" fmla="*/ 7269 w 40572"/>
                            <a:gd name="connsiteY3" fmla="*/ 4061 h 21902"/>
                            <a:gd name="connsiteX4" fmla="*/ 132 w 40572"/>
                            <a:gd name="connsiteY4" fmla="*/ 8819 h 21902"/>
                            <a:gd name="connsiteX5" fmla="*/ 3700 w 40572"/>
                            <a:gd name="connsiteY5" fmla="*/ 19524 h 21902"/>
                            <a:gd name="connsiteX6" fmla="*/ 23921 w 40572"/>
                            <a:gd name="connsiteY6" fmla="*/ 21902 h 21902"/>
                            <a:gd name="connsiteX7" fmla="*/ 31057 w 40572"/>
                            <a:gd name="connsiteY7" fmla="*/ 20713 h 21902"/>
                            <a:gd name="connsiteX8" fmla="*/ 34625 w 40572"/>
                            <a:gd name="connsiteY8" fmla="*/ 17145 h 21902"/>
                            <a:gd name="connsiteX9" fmla="*/ 40573 w 40572"/>
                            <a:gd name="connsiteY9" fmla="*/ 14766 h 21902"/>
                            <a:gd name="connsiteX10" fmla="*/ 34625 w 40572"/>
                            <a:gd name="connsiteY10" fmla="*/ 6440 h 2190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40572" h="21902">
                              <a:moveTo>
                                <a:pt x="34625" y="6440"/>
                              </a:moveTo>
                              <a:cubicBezTo>
                                <a:pt x="34625" y="5250"/>
                                <a:pt x="35815" y="2871"/>
                                <a:pt x="32246" y="1682"/>
                              </a:cubicBezTo>
                              <a:cubicBezTo>
                                <a:pt x="28678" y="493"/>
                                <a:pt x="17974" y="-697"/>
                                <a:pt x="15595" y="493"/>
                              </a:cubicBezTo>
                              <a:cubicBezTo>
                                <a:pt x="13216" y="2871"/>
                                <a:pt x="9648" y="2871"/>
                                <a:pt x="7269" y="4061"/>
                              </a:cubicBezTo>
                              <a:cubicBezTo>
                                <a:pt x="4890" y="4061"/>
                                <a:pt x="1321" y="5250"/>
                                <a:pt x="132" y="8819"/>
                              </a:cubicBezTo>
                              <a:cubicBezTo>
                                <a:pt x="132" y="11198"/>
                                <a:pt x="-1058" y="18334"/>
                                <a:pt x="3700" y="19524"/>
                              </a:cubicBezTo>
                              <a:cubicBezTo>
                                <a:pt x="7269" y="20713"/>
                                <a:pt x="15595" y="19524"/>
                                <a:pt x="23921" y="21902"/>
                              </a:cubicBezTo>
                              <a:cubicBezTo>
                                <a:pt x="23921" y="21902"/>
                                <a:pt x="29868" y="21902"/>
                                <a:pt x="31057" y="20713"/>
                              </a:cubicBezTo>
                              <a:cubicBezTo>
                                <a:pt x="32246" y="19524"/>
                                <a:pt x="32246" y="17145"/>
                                <a:pt x="34625" y="17145"/>
                              </a:cubicBezTo>
                              <a:cubicBezTo>
                                <a:pt x="37004" y="17145"/>
                                <a:pt x="40573" y="17145"/>
                                <a:pt x="40573" y="14766"/>
                              </a:cubicBezTo>
                              <a:cubicBezTo>
                                <a:pt x="38194" y="10008"/>
                                <a:pt x="34625" y="7629"/>
                                <a:pt x="34625" y="644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5" name="Freeform 1054">
                          <a:extLst>
                            <a:ext uri="{FF2B5EF4-FFF2-40B4-BE49-F238E27FC236}">
                              <a16:creationId xmlns:a16="http://schemas.microsoft.com/office/drawing/2014/main" id="{5475D0C7-3DB9-0BE2-FCEC-6C10463746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91747" y="4464027"/>
                          <a:ext cx="19425" cy="12130"/>
                        </a:xfrm>
                        <a:custGeom>
                          <a:avLst/>
                          <a:gdLst>
                            <a:gd name="connsiteX0" fmla="*/ 4997 w 19425"/>
                            <a:gd name="connsiteY0" fmla="*/ 11894 h 12130"/>
                            <a:gd name="connsiteX1" fmla="*/ 12134 w 19425"/>
                            <a:gd name="connsiteY1" fmla="*/ 9515 h 12130"/>
                            <a:gd name="connsiteX2" fmla="*/ 19270 w 19425"/>
                            <a:gd name="connsiteY2" fmla="*/ 8326 h 12130"/>
                            <a:gd name="connsiteX3" fmla="*/ 12134 w 19425"/>
                            <a:gd name="connsiteY3" fmla="*/ 0 h 12130"/>
                            <a:gd name="connsiteX4" fmla="*/ 3808 w 19425"/>
                            <a:gd name="connsiteY4" fmla="*/ 2379 h 12130"/>
                            <a:gd name="connsiteX5" fmla="*/ 240 w 19425"/>
                            <a:gd name="connsiteY5" fmla="*/ 7136 h 12130"/>
                            <a:gd name="connsiteX6" fmla="*/ 4997 w 19425"/>
                            <a:gd name="connsiteY6" fmla="*/ 11894 h 1213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9425" h="12130">
                              <a:moveTo>
                                <a:pt x="4997" y="11894"/>
                              </a:moveTo>
                              <a:cubicBezTo>
                                <a:pt x="7376" y="11894"/>
                                <a:pt x="7376" y="9515"/>
                                <a:pt x="12134" y="9515"/>
                              </a:cubicBezTo>
                              <a:cubicBezTo>
                                <a:pt x="12134" y="9515"/>
                                <a:pt x="18081" y="10705"/>
                                <a:pt x="19270" y="8326"/>
                              </a:cubicBezTo>
                              <a:cubicBezTo>
                                <a:pt x="20459" y="5947"/>
                                <a:pt x="14512" y="0"/>
                                <a:pt x="12134" y="0"/>
                              </a:cubicBezTo>
                              <a:cubicBezTo>
                                <a:pt x="9755" y="0"/>
                                <a:pt x="6187" y="0"/>
                                <a:pt x="3808" y="2379"/>
                              </a:cubicBezTo>
                              <a:cubicBezTo>
                                <a:pt x="2618" y="3568"/>
                                <a:pt x="-950" y="4758"/>
                                <a:pt x="240" y="7136"/>
                              </a:cubicBezTo>
                              <a:cubicBezTo>
                                <a:pt x="2618" y="9515"/>
                                <a:pt x="3808" y="13083"/>
                                <a:pt x="4997" y="1189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6" name="Freeform 1055">
                          <a:extLst>
                            <a:ext uri="{FF2B5EF4-FFF2-40B4-BE49-F238E27FC236}">
                              <a16:creationId xmlns:a16="http://schemas.microsoft.com/office/drawing/2014/main" id="{DAE7CEB3-F873-4DC0-0322-C2494CD02D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9371" y="4439049"/>
                          <a:ext cx="14377" cy="13326"/>
                        </a:xfrm>
                        <a:custGeom>
                          <a:avLst/>
                          <a:gdLst>
                            <a:gd name="connsiteX0" fmla="*/ 3805 w 14377"/>
                            <a:gd name="connsiteY0" fmla="*/ 10705 h 13326"/>
                            <a:gd name="connsiteX1" fmla="*/ 9752 w 14377"/>
                            <a:gd name="connsiteY1" fmla="*/ 10705 h 13326"/>
                            <a:gd name="connsiteX2" fmla="*/ 13320 w 14377"/>
                            <a:gd name="connsiteY2" fmla="*/ 13084 h 13326"/>
                            <a:gd name="connsiteX3" fmla="*/ 13320 w 14377"/>
                            <a:gd name="connsiteY3" fmla="*/ 8326 h 13326"/>
                            <a:gd name="connsiteX4" fmla="*/ 9752 w 14377"/>
                            <a:gd name="connsiteY4" fmla="*/ 4758 h 13326"/>
                            <a:gd name="connsiteX5" fmla="*/ 4994 w 14377"/>
                            <a:gd name="connsiteY5" fmla="*/ 0 h 13326"/>
                            <a:gd name="connsiteX6" fmla="*/ 236 w 14377"/>
                            <a:gd name="connsiteY6" fmla="*/ 3568 h 13326"/>
                            <a:gd name="connsiteX7" fmla="*/ 3805 w 14377"/>
                            <a:gd name="connsiteY7" fmla="*/ 10705 h 1332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4377" h="13326">
                              <a:moveTo>
                                <a:pt x="3805" y="10705"/>
                              </a:moveTo>
                              <a:cubicBezTo>
                                <a:pt x="6184" y="10705"/>
                                <a:pt x="9752" y="10705"/>
                                <a:pt x="9752" y="10705"/>
                              </a:cubicBezTo>
                              <a:cubicBezTo>
                                <a:pt x="9752" y="10705"/>
                                <a:pt x="10941" y="14273"/>
                                <a:pt x="13320" y="13084"/>
                              </a:cubicBezTo>
                              <a:cubicBezTo>
                                <a:pt x="13320" y="13084"/>
                                <a:pt x="15699" y="9515"/>
                                <a:pt x="13320" y="8326"/>
                              </a:cubicBezTo>
                              <a:cubicBezTo>
                                <a:pt x="10941" y="7137"/>
                                <a:pt x="9752" y="7137"/>
                                <a:pt x="9752" y="4758"/>
                              </a:cubicBezTo>
                              <a:cubicBezTo>
                                <a:pt x="9752" y="2379"/>
                                <a:pt x="7373" y="0"/>
                                <a:pt x="4994" y="0"/>
                              </a:cubicBezTo>
                              <a:cubicBezTo>
                                <a:pt x="2615" y="0"/>
                                <a:pt x="-953" y="1190"/>
                                <a:pt x="236" y="3568"/>
                              </a:cubicBezTo>
                              <a:cubicBezTo>
                                <a:pt x="2615" y="5947"/>
                                <a:pt x="1426" y="10705"/>
                                <a:pt x="3805" y="1070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7" name="Freeform 1056">
                          <a:extLst>
                            <a:ext uri="{FF2B5EF4-FFF2-40B4-BE49-F238E27FC236}">
                              <a16:creationId xmlns:a16="http://schemas.microsoft.com/office/drawing/2014/main" id="{4F10621D-B31C-0040-BBBE-C3B279F6E83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4383" y="4447184"/>
                          <a:ext cx="5935" cy="4651"/>
                        </a:xfrm>
                        <a:custGeom>
                          <a:avLst/>
                          <a:gdLst>
                            <a:gd name="connsiteX0" fmla="*/ 2846 w 5935"/>
                            <a:gd name="connsiteY0" fmla="*/ 191 h 4651"/>
                            <a:gd name="connsiteX1" fmla="*/ 466 w 5935"/>
                            <a:gd name="connsiteY1" fmla="*/ 3759 h 4651"/>
                            <a:gd name="connsiteX2" fmla="*/ 5225 w 5935"/>
                            <a:gd name="connsiteY2" fmla="*/ 3759 h 4651"/>
                            <a:gd name="connsiteX3" fmla="*/ 2846 w 5935"/>
                            <a:gd name="connsiteY3" fmla="*/ 191 h 46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35" h="4651">
                              <a:moveTo>
                                <a:pt x="2846" y="191"/>
                              </a:moveTo>
                              <a:cubicBezTo>
                                <a:pt x="466" y="1380"/>
                                <a:pt x="-723" y="2570"/>
                                <a:pt x="466" y="3759"/>
                              </a:cubicBezTo>
                              <a:cubicBezTo>
                                <a:pt x="1656" y="4949"/>
                                <a:pt x="6414" y="4949"/>
                                <a:pt x="5225" y="3759"/>
                              </a:cubicBezTo>
                              <a:cubicBezTo>
                                <a:pt x="6414" y="3759"/>
                                <a:pt x="6414" y="-998"/>
                                <a:pt x="2846" y="19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8" name="Freeform 1057">
                          <a:extLst>
                            <a:ext uri="{FF2B5EF4-FFF2-40B4-BE49-F238E27FC236}">
                              <a16:creationId xmlns:a16="http://schemas.microsoft.com/office/drawing/2014/main" id="{35D0DAAB-E67C-989E-93B7-A68E6418C2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3661" y="4437859"/>
                          <a:ext cx="5814" cy="5557"/>
                        </a:xfrm>
                        <a:custGeom>
                          <a:avLst/>
                          <a:gdLst>
                            <a:gd name="connsiteX0" fmla="*/ 4757 w 5814"/>
                            <a:gd name="connsiteY0" fmla="*/ 4758 h 5557"/>
                            <a:gd name="connsiteX1" fmla="*/ 4757 w 5814"/>
                            <a:gd name="connsiteY1" fmla="*/ 0 h 5557"/>
                            <a:gd name="connsiteX2" fmla="*/ 0 w 5814"/>
                            <a:gd name="connsiteY2" fmla="*/ 2379 h 5557"/>
                            <a:gd name="connsiteX3" fmla="*/ 4757 w 5814"/>
                            <a:gd name="connsiteY3" fmla="*/ 4758 h 55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814" h="5557">
                              <a:moveTo>
                                <a:pt x="4757" y="4758"/>
                              </a:moveTo>
                              <a:cubicBezTo>
                                <a:pt x="4757" y="4758"/>
                                <a:pt x="7136" y="0"/>
                                <a:pt x="4757" y="0"/>
                              </a:cubicBezTo>
                              <a:cubicBezTo>
                                <a:pt x="2379" y="0"/>
                                <a:pt x="0" y="0"/>
                                <a:pt x="0" y="2379"/>
                              </a:cubicBezTo>
                              <a:cubicBezTo>
                                <a:pt x="0" y="3568"/>
                                <a:pt x="3568" y="7137"/>
                                <a:pt x="4757" y="4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59" name="Freeform 1058">
                          <a:extLst>
                            <a:ext uri="{FF2B5EF4-FFF2-40B4-BE49-F238E27FC236}">
                              <a16:creationId xmlns:a16="http://schemas.microsoft.com/office/drawing/2014/main" id="{F7117990-0ADD-E0EC-945C-AE034D2753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99123" y="4510415"/>
                          <a:ext cx="2907" cy="4060"/>
                        </a:xfrm>
                        <a:custGeom>
                          <a:avLst/>
                          <a:gdLst>
                            <a:gd name="connsiteX0" fmla="*/ 0 w 2907"/>
                            <a:gd name="connsiteY0" fmla="*/ 2379 h 4060"/>
                            <a:gd name="connsiteX1" fmla="*/ 2379 w 2907"/>
                            <a:gd name="connsiteY1" fmla="*/ 3568 h 4060"/>
                            <a:gd name="connsiteX2" fmla="*/ 2379 w 2907"/>
                            <a:gd name="connsiteY2" fmla="*/ 0 h 4060"/>
                            <a:gd name="connsiteX3" fmla="*/ 0 w 2907"/>
                            <a:gd name="connsiteY3" fmla="*/ 2379 h 40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2907" h="4060">
                              <a:moveTo>
                                <a:pt x="0" y="2379"/>
                              </a:moveTo>
                              <a:cubicBezTo>
                                <a:pt x="1189" y="3568"/>
                                <a:pt x="1189" y="4758"/>
                                <a:pt x="2379" y="3568"/>
                              </a:cubicBezTo>
                              <a:cubicBezTo>
                                <a:pt x="2379" y="3568"/>
                                <a:pt x="3568" y="0"/>
                                <a:pt x="2379" y="0"/>
                              </a:cubicBezTo>
                              <a:cubicBezTo>
                                <a:pt x="1189" y="0"/>
                                <a:pt x="0" y="1190"/>
                                <a:pt x="0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0" name="Freeform 1059">
                          <a:extLst>
                            <a:ext uri="{FF2B5EF4-FFF2-40B4-BE49-F238E27FC236}">
                              <a16:creationId xmlns:a16="http://schemas.microsoft.com/office/drawing/2014/main" id="{F491EB28-184F-6379-91C1-71955A96BB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02691" y="4503687"/>
                          <a:ext cx="5649" cy="4673"/>
                        </a:xfrm>
                        <a:custGeom>
                          <a:avLst/>
                          <a:gdLst>
                            <a:gd name="connsiteX0" fmla="*/ 0 w 5649"/>
                            <a:gd name="connsiteY0" fmla="*/ 1971 h 4673"/>
                            <a:gd name="connsiteX1" fmla="*/ 4758 w 5649"/>
                            <a:gd name="connsiteY1" fmla="*/ 4349 h 4673"/>
                            <a:gd name="connsiteX2" fmla="*/ 4758 w 5649"/>
                            <a:gd name="connsiteY2" fmla="*/ 781 h 4673"/>
                            <a:gd name="connsiteX3" fmla="*/ 0 w 5649"/>
                            <a:gd name="connsiteY3" fmla="*/ 1971 h 467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649" h="4673">
                              <a:moveTo>
                                <a:pt x="0" y="1971"/>
                              </a:moveTo>
                              <a:cubicBezTo>
                                <a:pt x="0" y="3160"/>
                                <a:pt x="3568" y="5539"/>
                                <a:pt x="4758" y="4349"/>
                              </a:cubicBezTo>
                              <a:cubicBezTo>
                                <a:pt x="5947" y="3160"/>
                                <a:pt x="5947" y="781"/>
                                <a:pt x="4758" y="781"/>
                              </a:cubicBezTo>
                              <a:cubicBezTo>
                                <a:pt x="3568" y="-408"/>
                                <a:pt x="0" y="-408"/>
                                <a:pt x="0" y="197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1" name="Freeform 1060">
                          <a:extLst>
                            <a:ext uri="{FF2B5EF4-FFF2-40B4-BE49-F238E27FC236}">
                              <a16:creationId xmlns:a16="http://schemas.microsoft.com/office/drawing/2014/main" id="{1382E573-630C-BB6F-7231-3D4E73FC82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05070" y="4500899"/>
                          <a:ext cx="75991" cy="30269"/>
                        </a:xfrm>
                        <a:custGeom>
                          <a:avLst/>
                          <a:gdLst>
                            <a:gd name="connsiteX0" fmla="*/ 74934 w 75991"/>
                            <a:gd name="connsiteY0" fmla="*/ 29736 h 30269"/>
                            <a:gd name="connsiteX1" fmla="*/ 74934 w 75991"/>
                            <a:gd name="connsiteY1" fmla="*/ 17842 h 30269"/>
                            <a:gd name="connsiteX2" fmla="*/ 65419 w 75991"/>
                            <a:gd name="connsiteY2" fmla="*/ 8326 h 30269"/>
                            <a:gd name="connsiteX3" fmla="*/ 48767 w 75991"/>
                            <a:gd name="connsiteY3" fmla="*/ 4758 h 30269"/>
                            <a:gd name="connsiteX4" fmla="*/ 42819 w 75991"/>
                            <a:gd name="connsiteY4" fmla="*/ 0 h 30269"/>
                            <a:gd name="connsiteX5" fmla="*/ 34494 w 75991"/>
                            <a:gd name="connsiteY5" fmla="*/ 4758 h 30269"/>
                            <a:gd name="connsiteX6" fmla="*/ 21410 w 75991"/>
                            <a:gd name="connsiteY6" fmla="*/ 2379 h 30269"/>
                            <a:gd name="connsiteX7" fmla="*/ 7136 w 75991"/>
                            <a:gd name="connsiteY7" fmla="*/ 4758 h 30269"/>
                            <a:gd name="connsiteX8" fmla="*/ 4758 w 75991"/>
                            <a:gd name="connsiteY8" fmla="*/ 9516 h 30269"/>
                            <a:gd name="connsiteX9" fmla="*/ 0 w 75991"/>
                            <a:gd name="connsiteY9" fmla="*/ 13084 h 30269"/>
                            <a:gd name="connsiteX10" fmla="*/ 1189 w 75991"/>
                            <a:gd name="connsiteY10" fmla="*/ 19031 h 30269"/>
                            <a:gd name="connsiteX11" fmla="*/ 9515 w 75991"/>
                            <a:gd name="connsiteY11" fmla="*/ 11894 h 30269"/>
                            <a:gd name="connsiteX12" fmla="*/ 16652 w 75991"/>
                            <a:gd name="connsiteY12" fmla="*/ 17842 h 30269"/>
                            <a:gd name="connsiteX13" fmla="*/ 26168 w 75991"/>
                            <a:gd name="connsiteY13" fmla="*/ 13084 h 30269"/>
                            <a:gd name="connsiteX14" fmla="*/ 33304 w 75991"/>
                            <a:gd name="connsiteY14" fmla="*/ 17842 h 30269"/>
                            <a:gd name="connsiteX15" fmla="*/ 42819 w 75991"/>
                            <a:gd name="connsiteY15" fmla="*/ 16652 h 30269"/>
                            <a:gd name="connsiteX16" fmla="*/ 51146 w 75991"/>
                            <a:gd name="connsiteY16" fmla="*/ 16652 h 30269"/>
                            <a:gd name="connsiteX17" fmla="*/ 74934 w 75991"/>
                            <a:gd name="connsiteY17" fmla="*/ 29736 h 3026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</a:cxnLst>
                          <a:rect l="l" t="t" r="r" b="b"/>
                          <a:pathLst>
                            <a:path w="75991" h="30269">
                              <a:moveTo>
                                <a:pt x="74934" y="29736"/>
                              </a:moveTo>
                              <a:cubicBezTo>
                                <a:pt x="77313" y="26168"/>
                                <a:pt x="74934" y="20221"/>
                                <a:pt x="74934" y="17842"/>
                              </a:cubicBezTo>
                              <a:cubicBezTo>
                                <a:pt x="74934" y="15463"/>
                                <a:pt x="68987" y="9516"/>
                                <a:pt x="65419" y="8326"/>
                              </a:cubicBezTo>
                              <a:cubicBezTo>
                                <a:pt x="61851" y="7137"/>
                                <a:pt x="49956" y="7137"/>
                                <a:pt x="48767" y="4758"/>
                              </a:cubicBezTo>
                              <a:cubicBezTo>
                                <a:pt x="47577" y="2379"/>
                                <a:pt x="46388" y="0"/>
                                <a:pt x="42819" y="0"/>
                              </a:cubicBezTo>
                              <a:cubicBezTo>
                                <a:pt x="39251" y="0"/>
                                <a:pt x="38062" y="5947"/>
                                <a:pt x="34494" y="4758"/>
                              </a:cubicBezTo>
                              <a:cubicBezTo>
                                <a:pt x="30925" y="3569"/>
                                <a:pt x="26168" y="1190"/>
                                <a:pt x="21410" y="2379"/>
                              </a:cubicBezTo>
                              <a:cubicBezTo>
                                <a:pt x="16652" y="3569"/>
                                <a:pt x="7136" y="1190"/>
                                <a:pt x="7136" y="4758"/>
                              </a:cubicBezTo>
                              <a:cubicBezTo>
                                <a:pt x="5947" y="8326"/>
                                <a:pt x="7136" y="9516"/>
                                <a:pt x="4758" y="9516"/>
                              </a:cubicBezTo>
                              <a:cubicBezTo>
                                <a:pt x="2379" y="10705"/>
                                <a:pt x="1189" y="10705"/>
                                <a:pt x="0" y="13084"/>
                              </a:cubicBezTo>
                              <a:cubicBezTo>
                                <a:pt x="0" y="15463"/>
                                <a:pt x="0" y="20221"/>
                                <a:pt x="1189" y="19031"/>
                              </a:cubicBezTo>
                              <a:cubicBezTo>
                                <a:pt x="3568" y="19031"/>
                                <a:pt x="7136" y="10705"/>
                                <a:pt x="9515" y="11894"/>
                              </a:cubicBezTo>
                              <a:cubicBezTo>
                                <a:pt x="10705" y="13084"/>
                                <a:pt x="13083" y="19031"/>
                                <a:pt x="16652" y="17842"/>
                              </a:cubicBezTo>
                              <a:cubicBezTo>
                                <a:pt x="21410" y="17842"/>
                                <a:pt x="23789" y="10705"/>
                                <a:pt x="26168" y="13084"/>
                              </a:cubicBezTo>
                              <a:cubicBezTo>
                                <a:pt x="28547" y="15463"/>
                                <a:pt x="29736" y="17842"/>
                                <a:pt x="33304" y="17842"/>
                              </a:cubicBezTo>
                              <a:cubicBezTo>
                                <a:pt x="35683" y="19031"/>
                                <a:pt x="41630" y="19031"/>
                                <a:pt x="42819" y="16652"/>
                              </a:cubicBezTo>
                              <a:cubicBezTo>
                                <a:pt x="44009" y="14273"/>
                                <a:pt x="46388" y="13084"/>
                                <a:pt x="51146" y="16652"/>
                              </a:cubicBezTo>
                              <a:cubicBezTo>
                                <a:pt x="51146" y="17842"/>
                                <a:pt x="72555" y="33304"/>
                                <a:pt x="74934" y="2973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2" name="Freeform 1061">
                          <a:extLst>
                            <a:ext uri="{FF2B5EF4-FFF2-40B4-BE49-F238E27FC236}">
                              <a16:creationId xmlns:a16="http://schemas.microsoft.com/office/drawing/2014/main" id="{A7C5C48D-1910-6795-C039-0BC87C7142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02264" y="4522607"/>
                          <a:ext cx="14891" cy="5241"/>
                        </a:xfrm>
                        <a:custGeom>
                          <a:avLst/>
                          <a:gdLst>
                            <a:gd name="connsiteX0" fmla="*/ 6375 w 14891"/>
                            <a:gd name="connsiteY0" fmla="*/ 892 h 5241"/>
                            <a:gd name="connsiteX1" fmla="*/ 427 w 14891"/>
                            <a:gd name="connsiteY1" fmla="*/ 3271 h 5241"/>
                            <a:gd name="connsiteX2" fmla="*/ 11133 w 14891"/>
                            <a:gd name="connsiteY2" fmla="*/ 4460 h 5241"/>
                            <a:gd name="connsiteX3" fmla="*/ 14701 w 14891"/>
                            <a:gd name="connsiteY3" fmla="*/ 892 h 5241"/>
                            <a:gd name="connsiteX4" fmla="*/ 6375 w 14891"/>
                            <a:gd name="connsiteY4" fmla="*/ 892 h 524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4891" h="5241">
                              <a:moveTo>
                                <a:pt x="6375" y="892"/>
                              </a:moveTo>
                              <a:cubicBezTo>
                                <a:pt x="6375" y="2081"/>
                                <a:pt x="-1952" y="2081"/>
                                <a:pt x="427" y="3271"/>
                              </a:cubicBezTo>
                              <a:cubicBezTo>
                                <a:pt x="2807" y="5650"/>
                                <a:pt x="6375" y="5650"/>
                                <a:pt x="11133" y="4460"/>
                              </a:cubicBezTo>
                              <a:cubicBezTo>
                                <a:pt x="11133" y="4460"/>
                                <a:pt x="15890" y="892"/>
                                <a:pt x="14701" y="892"/>
                              </a:cubicBezTo>
                              <a:cubicBezTo>
                                <a:pt x="13512" y="-297"/>
                                <a:pt x="6375" y="-297"/>
                                <a:pt x="6375" y="89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3" name="Freeform 1062">
                          <a:extLst>
                            <a:ext uri="{FF2B5EF4-FFF2-40B4-BE49-F238E27FC236}">
                              <a16:creationId xmlns:a16="http://schemas.microsoft.com/office/drawing/2014/main" id="{06DF3EE3-BEE2-6ABD-5E42-A97A7B994E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21723" y="4522309"/>
                          <a:ext cx="4757" cy="2378"/>
                        </a:xfrm>
                        <a:custGeom>
                          <a:avLst/>
                          <a:gdLst>
                            <a:gd name="connsiteX0" fmla="*/ 2378 w 4757"/>
                            <a:gd name="connsiteY0" fmla="*/ 0 h 2378"/>
                            <a:gd name="connsiteX1" fmla="*/ 0 w 4757"/>
                            <a:gd name="connsiteY1" fmla="*/ 2379 h 2378"/>
                            <a:gd name="connsiteX2" fmla="*/ 4757 w 4757"/>
                            <a:gd name="connsiteY2" fmla="*/ 2379 h 2378"/>
                            <a:gd name="connsiteX3" fmla="*/ 2378 w 4757"/>
                            <a:gd name="connsiteY3" fmla="*/ 0 h 23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757" h="2378">
                              <a:moveTo>
                                <a:pt x="2378" y="0"/>
                              </a:moveTo>
                              <a:cubicBezTo>
                                <a:pt x="1189" y="0"/>
                                <a:pt x="0" y="2379"/>
                                <a:pt x="0" y="2379"/>
                              </a:cubicBezTo>
                              <a:cubicBezTo>
                                <a:pt x="1189" y="2379"/>
                                <a:pt x="4757" y="2379"/>
                                <a:pt x="4757" y="2379"/>
                              </a:cubicBezTo>
                              <a:cubicBezTo>
                                <a:pt x="4757" y="2379"/>
                                <a:pt x="3568" y="0"/>
                                <a:pt x="2378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4" name="Freeform 1063">
                          <a:extLst>
                            <a:ext uri="{FF2B5EF4-FFF2-40B4-BE49-F238E27FC236}">
                              <a16:creationId xmlns:a16="http://schemas.microsoft.com/office/drawing/2014/main" id="{143DEA38-B6E6-B3A2-D72E-4ADC4D043A9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53513" y="4470976"/>
                          <a:ext cx="16976" cy="9946"/>
                        </a:xfrm>
                        <a:custGeom>
                          <a:avLst/>
                          <a:gdLst>
                            <a:gd name="connsiteX0" fmla="*/ 324 w 16976"/>
                            <a:gd name="connsiteY0" fmla="*/ 7324 h 9946"/>
                            <a:gd name="connsiteX1" fmla="*/ 11029 w 16976"/>
                            <a:gd name="connsiteY1" fmla="*/ 9703 h 9946"/>
                            <a:gd name="connsiteX2" fmla="*/ 16976 w 16976"/>
                            <a:gd name="connsiteY2" fmla="*/ 6135 h 9946"/>
                            <a:gd name="connsiteX3" fmla="*/ 11029 w 16976"/>
                            <a:gd name="connsiteY3" fmla="*/ 188 h 9946"/>
                            <a:gd name="connsiteX4" fmla="*/ 2703 w 16976"/>
                            <a:gd name="connsiteY4" fmla="*/ 2567 h 9946"/>
                            <a:gd name="connsiteX5" fmla="*/ 324 w 16976"/>
                            <a:gd name="connsiteY5" fmla="*/ 7324 h 994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6976" h="9946">
                              <a:moveTo>
                                <a:pt x="324" y="7324"/>
                              </a:moveTo>
                              <a:cubicBezTo>
                                <a:pt x="1514" y="7324"/>
                                <a:pt x="7461" y="10893"/>
                                <a:pt x="11029" y="9703"/>
                              </a:cubicBezTo>
                              <a:cubicBezTo>
                                <a:pt x="12218" y="9703"/>
                                <a:pt x="16976" y="8514"/>
                                <a:pt x="16976" y="6135"/>
                              </a:cubicBezTo>
                              <a:cubicBezTo>
                                <a:pt x="16976" y="3756"/>
                                <a:pt x="14597" y="-1001"/>
                                <a:pt x="11029" y="188"/>
                              </a:cubicBezTo>
                              <a:cubicBezTo>
                                <a:pt x="7461" y="1377"/>
                                <a:pt x="5082" y="188"/>
                                <a:pt x="2703" y="2567"/>
                              </a:cubicBezTo>
                              <a:cubicBezTo>
                                <a:pt x="1514" y="4946"/>
                                <a:pt x="-865" y="7324"/>
                                <a:pt x="324" y="732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5" name="Freeform 1064">
                          <a:extLst>
                            <a:ext uri="{FF2B5EF4-FFF2-40B4-BE49-F238E27FC236}">
                              <a16:creationId xmlns:a16="http://schemas.microsoft.com/office/drawing/2014/main" id="{E5644793-9FB8-72E2-AD08-D6FACC811E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79646" y="4643632"/>
                          <a:ext cx="5071" cy="4097"/>
                        </a:xfrm>
                        <a:custGeom>
                          <a:avLst/>
                          <a:gdLst>
                            <a:gd name="connsiteX0" fmla="*/ 4014 w 5071"/>
                            <a:gd name="connsiteY0" fmla="*/ 0 h 4097"/>
                            <a:gd name="connsiteX1" fmla="*/ 446 w 5071"/>
                            <a:gd name="connsiteY1" fmla="*/ 3569 h 4097"/>
                            <a:gd name="connsiteX2" fmla="*/ 4014 w 5071"/>
                            <a:gd name="connsiteY2" fmla="*/ 3569 h 4097"/>
                            <a:gd name="connsiteX3" fmla="*/ 4014 w 5071"/>
                            <a:gd name="connsiteY3" fmla="*/ 0 h 409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071" h="4097">
                              <a:moveTo>
                                <a:pt x="4014" y="0"/>
                              </a:moveTo>
                              <a:cubicBezTo>
                                <a:pt x="446" y="0"/>
                                <a:pt x="-744" y="3569"/>
                                <a:pt x="446" y="3569"/>
                              </a:cubicBezTo>
                              <a:cubicBezTo>
                                <a:pt x="1635" y="3569"/>
                                <a:pt x="2825" y="4758"/>
                                <a:pt x="4014" y="3569"/>
                              </a:cubicBezTo>
                              <a:cubicBezTo>
                                <a:pt x="4014" y="2379"/>
                                <a:pt x="6393" y="0"/>
                                <a:pt x="4014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6" name="Freeform 1065">
                          <a:extLst>
                            <a:ext uri="{FF2B5EF4-FFF2-40B4-BE49-F238E27FC236}">
                              <a16:creationId xmlns:a16="http://schemas.microsoft.com/office/drawing/2014/main" id="{F9D00DA2-5E8C-B7C3-5840-B4B22F808A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91520" y="4647006"/>
                          <a:ext cx="2845" cy="2059"/>
                        </a:xfrm>
                        <a:custGeom>
                          <a:avLst/>
                          <a:gdLst>
                            <a:gd name="connsiteX0" fmla="*/ 2845 w 2845"/>
                            <a:gd name="connsiteY0" fmla="*/ 1384 h 2059"/>
                            <a:gd name="connsiteX1" fmla="*/ 467 w 2845"/>
                            <a:gd name="connsiteY1" fmla="*/ 194 h 2059"/>
                            <a:gd name="connsiteX2" fmla="*/ 2845 w 2845"/>
                            <a:gd name="connsiteY2" fmla="*/ 1384 h 20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2845" h="2059">
                              <a:moveTo>
                                <a:pt x="2845" y="1384"/>
                              </a:moveTo>
                              <a:cubicBezTo>
                                <a:pt x="2845" y="1384"/>
                                <a:pt x="467" y="194"/>
                                <a:pt x="467" y="194"/>
                              </a:cubicBezTo>
                              <a:cubicBezTo>
                                <a:pt x="-723" y="-995"/>
                                <a:pt x="467" y="3762"/>
                                <a:pt x="2845" y="138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7" name="Freeform 1066">
                          <a:extLst>
                            <a:ext uri="{FF2B5EF4-FFF2-40B4-BE49-F238E27FC236}">
                              <a16:creationId xmlns:a16="http://schemas.microsoft.com/office/drawing/2014/main" id="{206C5A7F-7FDF-06A5-A497-CE711154A4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96456" y="4644328"/>
                          <a:ext cx="14189" cy="6439"/>
                        </a:xfrm>
                        <a:custGeom>
                          <a:avLst/>
                          <a:gdLst>
                            <a:gd name="connsiteX0" fmla="*/ 13372 w 14189"/>
                            <a:gd name="connsiteY0" fmla="*/ 493 h 6439"/>
                            <a:gd name="connsiteX1" fmla="*/ 288 w 14189"/>
                            <a:gd name="connsiteY1" fmla="*/ 1682 h 6439"/>
                            <a:gd name="connsiteX2" fmla="*/ 7425 w 14189"/>
                            <a:gd name="connsiteY2" fmla="*/ 6440 h 6439"/>
                            <a:gd name="connsiteX3" fmla="*/ 12182 w 14189"/>
                            <a:gd name="connsiteY3" fmla="*/ 4061 h 6439"/>
                            <a:gd name="connsiteX4" fmla="*/ 13372 w 14189"/>
                            <a:gd name="connsiteY4" fmla="*/ 493 h 643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4189" h="6439">
                              <a:moveTo>
                                <a:pt x="13372" y="493"/>
                              </a:moveTo>
                              <a:cubicBezTo>
                                <a:pt x="10993" y="-697"/>
                                <a:pt x="-2091" y="493"/>
                                <a:pt x="288" y="1682"/>
                              </a:cubicBezTo>
                              <a:cubicBezTo>
                                <a:pt x="2667" y="2872"/>
                                <a:pt x="3856" y="6440"/>
                                <a:pt x="7425" y="6440"/>
                              </a:cubicBezTo>
                              <a:cubicBezTo>
                                <a:pt x="10993" y="5250"/>
                                <a:pt x="8614" y="5250"/>
                                <a:pt x="12182" y="4061"/>
                              </a:cubicBezTo>
                              <a:cubicBezTo>
                                <a:pt x="12182" y="2872"/>
                                <a:pt x="15750" y="1682"/>
                                <a:pt x="13372" y="49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8" name="Freeform 1067">
                          <a:extLst>
                            <a:ext uri="{FF2B5EF4-FFF2-40B4-BE49-F238E27FC236}">
                              <a16:creationId xmlns:a16="http://schemas.microsoft.com/office/drawing/2014/main" id="{CD7C5A24-721C-F6CF-7126-E94AC07A37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25101" y="4646903"/>
                          <a:ext cx="5193" cy="3168"/>
                        </a:xfrm>
                        <a:custGeom>
                          <a:avLst/>
                          <a:gdLst>
                            <a:gd name="connsiteX0" fmla="*/ 4947 w 5193"/>
                            <a:gd name="connsiteY0" fmla="*/ 297 h 3168"/>
                            <a:gd name="connsiteX1" fmla="*/ 189 w 5193"/>
                            <a:gd name="connsiteY1" fmla="*/ 1487 h 3168"/>
                            <a:gd name="connsiteX2" fmla="*/ 3758 w 5193"/>
                            <a:gd name="connsiteY2" fmla="*/ 2676 h 3168"/>
                            <a:gd name="connsiteX3" fmla="*/ 4947 w 5193"/>
                            <a:gd name="connsiteY3" fmla="*/ 297 h 31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193" h="3168">
                              <a:moveTo>
                                <a:pt x="4947" y="297"/>
                              </a:moveTo>
                              <a:cubicBezTo>
                                <a:pt x="3758" y="297"/>
                                <a:pt x="-1000" y="-892"/>
                                <a:pt x="189" y="1487"/>
                              </a:cubicBezTo>
                              <a:cubicBezTo>
                                <a:pt x="189" y="2676"/>
                                <a:pt x="2568" y="3866"/>
                                <a:pt x="3758" y="2676"/>
                              </a:cubicBezTo>
                              <a:cubicBezTo>
                                <a:pt x="2568" y="2676"/>
                                <a:pt x="6137" y="297"/>
                                <a:pt x="4947" y="2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69" name="Freeform 1068">
                          <a:extLst>
                            <a:ext uri="{FF2B5EF4-FFF2-40B4-BE49-F238E27FC236}">
                              <a16:creationId xmlns:a16="http://schemas.microsoft.com/office/drawing/2014/main" id="{D1367746-8A4D-711F-51F1-E92D5029F8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6701" y="4635603"/>
                          <a:ext cx="6475" cy="5839"/>
                        </a:xfrm>
                        <a:custGeom>
                          <a:avLst/>
                          <a:gdLst>
                            <a:gd name="connsiteX0" fmla="*/ 5947 w 6475"/>
                            <a:gd name="connsiteY0" fmla="*/ 5650 h 5839"/>
                            <a:gd name="connsiteX1" fmla="*/ 5947 w 6475"/>
                            <a:gd name="connsiteY1" fmla="*/ 892 h 5839"/>
                            <a:gd name="connsiteX2" fmla="*/ 0 w 6475"/>
                            <a:gd name="connsiteY2" fmla="*/ 892 h 5839"/>
                            <a:gd name="connsiteX3" fmla="*/ 5947 w 6475"/>
                            <a:gd name="connsiteY3" fmla="*/ 5650 h 583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475" h="5839">
                              <a:moveTo>
                                <a:pt x="5947" y="5650"/>
                              </a:moveTo>
                              <a:cubicBezTo>
                                <a:pt x="5947" y="5650"/>
                                <a:pt x="7136" y="2081"/>
                                <a:pt x="5947" y="892"/>
                              </a:cubicBezTo>
                              <a:cubicBezTo>
                                <a:pt x="4758" y="-297"/>
                                <a:pt x="0" y="-297"/>
                                <a:pt x="0" y="892"/>
                              </a:cubicBezTo>
                              <a:cubicBezTo>
                                <a:pt x="0" y="2081"/>
                                <a:pt x="1189" y="6839"/>
                                <a:pt x="5947" y="565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0" name="Freeform 1069">
                          <a:extLst>
                            <a:ext uri="{FF2B5EF4-FFF2-40B4-BE49-F238E27FC236}">
                              <a16:creationId xmlns:a16="http://schemas.microsoft.com/office/drawing/2014/main" id="{49599F83-8687-32D5-72F2-BF2CE4C24F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8890" y="4643392"/>
                          <a:ext cx="5475" cy="5181"/>
                        </a:xfrm>
                        <a:custGeom>
                          <a:avLst/>
                          <a:gdLst>
                            <a:gd name="connsiteX0" fmla="*/ 4947 w 5475"/>
                            <a:gd name="connsiteY0" fmla="*/ 239 h 5181"/>
                            <a:gd name="connsiteX1" fmla="*/ 189 w 5475"/>
                            <a:gd name="connsiteY1" fmla="*/ 3808 h 5181"/>
                            <a:gd name="connsiteX2" fmla="*/ 4947 w 5475"/>
                            <a:gd name="connsiteY2" fmla="*/ 3808 h 5181"/>
                            <a:gd name="connsiteX3" fmla="*/ 4947 w 5475"/>
                            <a:gd name="connsiteY3" fmla="*/ 239 h 518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475" h="5181">
                              <a:moveTo>
                                <a:pt x="4947" y="239"/>
                              </a:moveTo>
                              <a:cubicBezTo>
                                <a:pt x="3758" y="239"/>
                                <a:pt x="-1000" y="2618"/>
                                <a:pt x="189" y="3808"/>
                              </a:cubicBezTo>
                              <a:cubicBezTo>
                                <a:pt x="1379" y="4997"/>
                                <a:pt x="1379" y="6186"/>
                                <a:pt x="4947" y="3808"/>
                              </a:cubicBezTo>
                              <a:cubicBezTo>
                                <a:pt x="4947" y="2618"/>
                                <a:pt x="6137" y="-950"/>
                                <a:pt x="4947" y="23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1" name="Freeform 1070">
                          <a:extLst>
                            <a:ext uri="{FF2B5EF4-FFF2-40B4-BE49-F238E27FC236}">
                              <a16:creationId xmlns:a16="http://schemas.microsoft.com/office/drawing/2014/main" id="{006E4CFD-F65B-5F3D-D760-0133F8096EB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87802" y="4617464"/>
                          <a:ext cx="14140" cy="23065"/>
                        </a:xfrm>
                        <a:custGeom>
                          <a:avLst/>
                          <a:gdLst>
                            <a:gd name="connsiteX0" fmla="*/ 13612 w 14140"/>
                            <a:gd name="connsiteY0" fmla="*/ 0 h 23065"/>
                            <a:gd name="connsiteX1" fmla="*/ 6476 w 14140"/>
                            <a:gd name="connsiteY1" fmla="*/ 3568 h 23065"/>
                            <a:gd name="connsiteX2" fmla="*/ 529 w 14140"/>
                            <a:gd name="connsiteY2" fmla="*/ 13084 h 23065"/>
                            <a:gd name="connsiteX3" fmla="*/ 529 w 14140"/>
                            <a:gd name="connsiteY3" fmla="*/ 20220 h 23065"/>
                            <a:gd name="connsiteX4" fmla="*/ 5287 w 14140"/>
                            <a:gd name="connsiteY4" fmla="*/ 22599 h 23065"/>
                            <a:gd name="connsiteX5" fmla="*/ 13612 w 14140"/>
                            <a:gd name="connsiteY5" fmla="*/ 11894 h 23065"/>
                            <a:gd name="connsiteX6" fmla="*/ 13612 w 14140"/>
                            <a:gd name="connsiteY6" fmla="*/ 0 h 2306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140" h="23065">
                              <a:moveTo>
                                <a:pt x="13612" y="0"/>
                              </a:moveTo>
                              <a:cubicBezTo>
                                <a:pt x="11234" y="0"/>
                                <a:pt x="7665" y="2379"/>
                                <a:pt x="6476" y="3568"/>
                              </a:cubicBezTo>
                              <a:cubicBezTo>
                                <a:pt x="5287" y="4758"/>
                                <a:pt x="529" y="10705"/>
                                <a:pt x="529" y="13084"/>
                              </a:cubicBezTo>
                              <a:cubicBezTo>
                                <a:pt x="529" y="15463"/>
                                <a:pt x="-661" y="19031"/>
                                <a:pt x="529" y="20220"/>
                              </a:cubicBezTo>
                              <a:cubicBezTo>
                                <a:pt x="1718" y="22599"/>
                                <a:pt x="529" y="23789"/>
                                <a:pt x="5287" y="22599"/>
                              </a:cubicBezTo>
                              <a:cubicBezTo>
                                <a:pt x="6476" y="22599"/>
                                <a:pt x="13612" y="16652"/>
                                <a:pt x="13612" y="11894"/>
                              </a:cubicBezTo>
                              <a:cubicBezTo>
                                <a:pt x="13612" y="8326"/>
                                <a:pt x="14802" y="0"/>
                                <a:pt x="13612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2" name="Freeform 1071">
                          <a:extLst>
                            <a:ext uri="{FF2B5EF4-FFF2-40B4-BE49-F238E27FC236}">
                              <a16:creationId xmlns:a16="http://schemas.microsoft.com/office/drawing/2014/main" id="{89A1D228-9A5D-681B-E70B-08D18D736B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78682" y="4643442"/>
                          <a:ext cx="7593" cy="5439"/>
                        </a:xfrm>
                        <a:custGeom>
                          <a:avLst/>
                          <a:gdLst>
                            <a:gd name="connsiteX0" fmla="*/ 7270 w 7593"/>
                            <a:gd name="connsiteY0" fmla="*/ 189 h 5439"/>
                            <a:gd name="connsiteX1" fmla="*/ 133 w 7593"/>
                            <a:gd name="connsiteY1" fmla="*/ 4947 h 5439"/>
                            <a:gd name="connsiteX2" fmla="*/ 4891 w 7593"/>
                            <a:gd name="connsiteY2" fmla="*/ 3758 h 5439"/>
                            <a:gd name="connsiteX3" fmla="*/ 7270 w 7593"/>
                            <a:gd name="connsiteY3" fmla="*/ 189 h 543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593" h="5439">
                              <a:moveTo>
                                <a:pt x="7270" y="189"/>
                              </a:moveTo>
                              <a:cubicBezTo>
                                <a:pt x="6080" y="-1000"/>
                                <a:pt x="-1057" y="3758"/>
                                <a:pt x="133" y="4947"/>
                              </a:cubicBezTo>
                              <a:cubicBezTo>
                                <a:pt x="2512" y="6136"/>
                                <a:pt x="3701" y="4947"/>
                                <a:pt x="4891" y="3758"/>
                              </a:cubicBezTo>
                              <a:cubicBezTo>
                                <a:pt x="6080" y="2568"/>
                                <a:pt x="8459" y="189"/>
                                <a:pt x="7270" y="18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3" name="Freeform 1072">
                          <a:extLst>
                            <a:ext uri="{FF2B5EF4-FFF2-40B4-BE49-F238E27FC236}">
                              <a16:creationId xmlns:a16="http://schemas.microsoft.com/office/drawing/2014/main" id="{8B8FDB9A-84DC-2179-C8F2-F71D211C5E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33529" y="4568697"/>
                          <a:ext cx="7461" cy="16976"/>
                        </a:xfrm>
                        <a:custGeom>
                          <a:avLst/>
                          <a:gdLst>
                            <a:gd name="connsiteX0" fmla="*/ 7137 w 7461"/>
                            <a:gd name="connsiteY0" fmla="*/ 0 h 16976"/>
                            <a:gd name="connsiteX1" fmla="*/ 2379 w 7461"/>
                            <a:gd name="connsiteY1" fmla="*/ 2379 h 16976"/>
                            <a:gd name="connsiteX2" fmla="*/ 0 w 7461"/>
                            <a:gd name="connsiteY2" fmla="*/ 14273 h 16976"/>
                            <a:gd name="connsiteX3" fmla="*/ 2379 w 7461"/>
                            <a:gd name="connsiteY3" fmla="*/ 16652 h 16976"/>
                            <a:gd name="connsiteX4" fmla="*/ 4758 w 7461"/>
                            <a:gd name="connsiteY4" fmla="*/ 7137 h 16976"/>
                            <a:gd name="connsiteX5" fmla="*/ 7137 w 7461"/>
                            <a:gd name="connsiteY5" fmla="*/ 0 h 1697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7461" h="16976">
                              <a:moveTo>
                                <a:pt x="7137" y="0"/>
                              </a:moveTo>
                              <a:cubicBezTo>
                                <a:pt x="5947" y="0"/>
                                <a:pt x="3568" y="1190"/>
                                <a:pt x="2379" y="2379"/>
                              </a:cubicBezTo>
                              <a:cubicBezTo>
                                <a:pt x="1190" y="4758"/>
                                <a:pt x="0" y="11894"/>
                                <a:pt x="0" y="14273"/>
                              </a:cubicBezTo>
                              <a:cubicBezTo>
                                <a:pt x="0" y="15463"/>
                                <a:pt x="1190" y="17842"/>
                                <a:pt x="2379" y="16652"/>
                              </a:cubicBezTo>
                              <a:cubicBezTo>
                                <a:pt x="2379" y="16652"/>
                                <a:pt x="3568" y="9515"/>
                                <a:pt x="4758" y="7137"/>
                              </a:cubicBezTo>
                              <a:cubicBezTo>
                                <a:pt x="5947" y="4758"/>
                                <a:pt x="8326" y="0"/>
                                <a:pt x="7137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4" name="Freeform 1073">
                          <a:extLst>
                            <a:ext uri="{FF2B5EF4-FFF2-40B4-BE49-F238E27FC236}">
                              <a16:creationId xmlns:a16="http://schemas.microsoft.com/office/drawing/2014/main" id="{650030A6-7233-9858-DB27-8390F9BD1C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24964" y="4573371"/>
                          <a:ext cx="4274" cy="12626"/>
                        </a:xfrm>
                        <a:custGeom>
                          <a:avLst/>
                          <a:gdLst>
                            <a:gd name="connsiteX0" fmla="*/ 1429 w 4274"/>
                            <a:gd name="connsiteY0" fmla="*/ 83 h 12626"/>
                            <a:gd name="connsiteX1" fmla="*/ 239 w 4274"/>
                            <a:gd name="connsiteY1" fmla="*/ 7220 h 12626"/>
                            <a:gd name="connsiteX2" fmla="*/ 3808 w 4274"/>
                            <a:gd name="connsiteY2" fmla="*/ 11978 h 12626"/>
                            <a:gd name="connsiteX3" fmla="*/ 1429 w 4274"/>
                            <a:gd name="connsiteY3" fmla="*/ 83 h 1262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274" h="12626">
                              <a:moveTo>
                                <a:pt x="1429" y="83"/>
                              </a:moveTo>
                              <a:cubicBezTo>
                                <a:pt x="-950" y="1273"/>
                                <a:pt x="1429" y="4841"/>
                                <a:pt x="239" y="7220"/>
                              </a:cubicBezTo>
                              <a:cubicBezTo>
                                <a:pt x="-950" y="9599"/>
                                <a:pt x="2618" y="14357"/>
                                <a:pt x="3808" y="11978"/>
                              </a:cubicBezTo>
                              <a:cubicBezTo>
                                <a:pt x="4997" y="10788"/>
                                <a:pt x="3808" y="-1106"/>
                                <a:pt x="1429" y="8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5" name="Freeform 1074">
                          <a:extLst>
                            <a:ext uri="{FF2B5EF4-FFF2-40B4-BE49-F238E27FC236}">
                              <a16:creationId xmlns:a16="http://schemas.microsoft.com/office/drawing/2014/main" id="{9AB101E5-0691-1F62-C42A-9C892461EA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68976" y="4572111"/>
                          <a:ext cx="10941" cy="12233"/>
                        </a:xfrm>
                        <a:custGeom>
                          <a:avLst/>
                          <a:gdLst>
                            <a:gd name="connsiteX0" fmla="*/ 236 w 10941"/>
                            <a:gd name="connsiteY0" fmla="*/ 10860 h 12233"/>
                            <a:gd name="connsiteX1" fmla="*/ 4994 w 10941"/>
                            <a:gd name="connsiteY1" fmla="*/ 10860 h 12233"/>
                            <a:gd name="connsiteX2" fmla="*/ 10941 w 10941"/>
                            <a:gd name="connsiteY2" fmla="*/ 8481 h 12233"/>
                            <a:gd name="connsiteX3" fmla="*/ 4994 w 10941"/>
                            <a:gd name="connsiteY3" fmla="*/ 155 h 12233"/>
                            <a:gd name="connsiteX4" fmla="*/ 236 w 10941"/>
                            <a:gd name="connsiteY4" fmla="*/ 4913 h 12233"/>
                            <a:gd name="connsiteX5" fmla="*/ 236 w 10941"/>
                            <a:gd name="connsiteY5" fmla="*/ 10860 h 1223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0941" h="12233">
                              <a:moveTo>
                                <a:pt x="236" y="10860"/>
                              </a:moveTo>
                              <a:cubicBezTo>
                                <a:pt x="1426" y="13238"/>
                                <a:pt x="2615" y="12049"/>
                                <a:pt x="4994" y="10860"/>
                              </a:cubicBezTo>
                              <a:cubicBezTo>
                                <a:pt x="4994" y="10860"/>
                                <a:pt x="10941" y="12049"/>
                                <a:pt x="10941" y="8481"/>
                              </a:cubicBezTo>
                              <a:cubicBezTo>
                                <a:pt x="10941" y="4913"/>
                                <a:pt x="7373" y="-1035"/>
                                <a:pt x="4994" y="155"/>
                              </a:cubicBezTo>
                              <a:cubicBezTo>
                                <a:pt x="2615" y="1344"/>
                                <a:pt x="-953" y="2534"/>
                                <a:pt x="236" y="4913"/>
                              </a:cubicBezTo>
                              <a:cubicBezTo>
                                <a:pt x="1426" y="6102"/>
                                <a:pt x="236" y="9670"/>
                                <a:pt x="236" y="1086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6" name="Freeform 1075">
                          <a:extLst>
                            <a:ext uri="{FF2B5EF4-FFF2-40B4-BE49-F238E27FC236}">
                              <a16:creationId xmlns:a16="http://schemas.microsoft.com/office/drawing/2014/main" id="{4E3D5F6F-B7C7-61C1-12E1-85CDA8AE5F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72313" y="4583763"/>
                          <a:ext cx="9286" cy="12290"/>
                        </a:xfrm>
                        <a:custGeom>
                          <a:avLst/>
                          <a:gdLst>
                            <a:gd name="connsiteX0" fmla="*/ 8793 w 9286"/>
                            <a:gd name="connsiteY0" fmla="*/ 1586 h 12290"/>
                            <a:gd name="connsiteX1" fmla="*/ 2846 w 9286"/>
                            <a:gd name="connsiteY1" fmla="*/ 1586 h 12290"/>
                            <a:gd name="connsiteX2" fmla="*/ 1657 w 9286"/>
                            <a:gd name="connsiteY2" fmla="*/ 9912 h 12290"/>
                            <a:gd name="connsiteX3" fmla="*/ 7604 w 9286"/>
                            <a:gd name="connsiteY3" fmla="*/ 12291 h 12290"/>
                            <a:gd name="connsiteX4" fmla="*/ 8793 w 9286"/>
                            <a:gd name="connsiteY4" fmla="*/ 1586 h 1229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9286" h="12290">
                              <a:moveTo>
                                <a:pt x="8793" y="1586"/>
                              </a:moveTo>
                              <a:cubicBezTo>
                                <a:pt x="7604" y="-1982"/>
                                <a:pt x="2846" y="1586"/>
                                <a:pt x="2846" y="1586"/>
                              </a:cubicBezTo>
                              <a:cubicBezTo>
                                <a:pt x="-1911" y="1586"/>
                                <a:pt x="467" y="7533"/>
                                <a:pt x="1657" y="9912"/>
                              </a:cubicBezTo>
                              <a:cubicBezTo>
                                <a:pt x="2846" y="11102"/>
                                <a:pt x="6414" y="12291"/>
                                <a:pt x="7604" y="12291"/>
                              </a:cubicBezTo>
                              <a:cubicBezTo>
                                <a:pt x="8793" y="11102"/>
                                <a:pt x="9983" y="3965"/>
                                <a:pt x="8793" y="158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7" name="Freeform 1076">
                          <a:extLst>
                            <a:ext uri="{FF2B5EF4-FFF2-40B4-BE49-F238E27FC236}">
                              <a16:creationId xmlns:a16="http://schemas.microsoft.com/office/drawing/2014/main" id="{4FB2299C-A3C3-3050-BB9C-6CE022E605E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64752" y="4588785"/>
                          <a:ext cx="6995" cy="8395"/>
                        </a:xfrm>
                        <a:custGeom>
                          <a:avLst/>
                          <a:gdLst>
                            <a:gd name="connsiteX0" fmla="*/ 892 w 6995"/>
                            <a:gd name="connsiteY0" fmla="*/ 133 h 8395"/>
                            <a:gd name="connsiteX1" fmla="*/ 892 w 6995"/>
                            <a:gd name="connsiteY1" fmla="*/ 3701 h 8395"/>
                            <a:gd name="connsiteX2" fmla="*/ 6839 w 6995"/>
                            <a:gd name="connsiteY2" fmla="*/ 7270 h 8395"/>
                            <a:gd name="connsiteX3" fmla="*/ 892 w 6995"/>
                            <a:gd name="connsiteY3" fmla="*/ 133 h 839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995" h="8395">
                              <a:moveTo>
                                <a:pt x="892" y="133"/>
                              </a:moveTo>
                              <a:cubicBezTo>
                                <a:pt x="-297" y="1322"/>
                                <a:pt x="-297" y="2512"/>
                                <a:pt x="892" y="3701"/>
                              </a:cubicBezTo>
                              <a:cubicBezTo>
                                <a:pt x="2081" y="4891"/>
                                <a:pt x="8028" y="10838"/>
                                <a:pt x="6839" y="7270"/>
                              </a:cubicBezTo>
                              <a:cubicBezTo>
                                <a:pt x="6839" y="6080"/>
                                <a:pt x="2081" y="-1056"/>
                                <a:pt x="892" y="13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8" name="Freeform 1077">
                          <a:extLst>
                            <a:ext uri="{FF2B5EF4-FFF2-40B4-BE49-F238E27FC236}">
                              <a16:creationId xmlns:a16="http://schemas.microsoft.com/office/drawing/2014/main" id="{14952C28-5546-1A5B-B955-FB5D51BA980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62941" y="4594550"/>
                          <a:ext cx="11669" cy="16093"/>
                        </a:xfrm>
                        <a:custGeom>
                          <a:avLst/>
                          <a:gdLst>
                            <a:gd name="connsiteX0" fmla="*/ 1514 w 11669"/>
                            <a:gd name="connsiteY0" fmla="*/ 315 h 16093"/>
                            <a:gd name="connsiteX1" fmla="*/ 1514 w 11669"/>
                            <a:gd name="connsiteY1" fmla="*/ 7451 h 16093"/>
                            <a:gd name="connsiteX2" fmla="*/ 2703 w 11669"/>
                            <a:gd name="connsiteY2" fmla="*/ 9830 h 16093"/>
                            <a:gd name="connsiteX3" fmla="*/ 324 w 11669"/>
                            <a:gd name="connsiteY3" fmla="*/ 12209 h 16093"/>
                            <a:gd name="connsiteX4" fmla="*/ 5082 w 11669"/>
                            <a:gd name="connsiteY4" fmla="*/ 15777 h 16093"/>
                            <a:gd name="connsiteX5" fmla="*/ 11029 w 11669"/>
                            <a:gd name="connsiteY5" fmla="*/ 9830 h 16093"/>
                            <a:gd name="connsiteX6" fmla="*/ 1514 w 11669"/>
                            <a:gd name="connsiteY6" fmla="*/ 315 h 1609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1669" h="16093">
                              <a:moveTo>
                                <a:pt x="1514" y="315"/>
                              </a:moveTo>
                              <a:cubicBezTo>
                                <a:pt x="1514" y="2693"/>
                                <a:pt x="-865" y="6262"/>
                                <a:pt x="1514" y="7451"/>
                              </a:cubicBezTo>
                              <a:cubicBezTo>
                                <a:pt x="3892" y="8640"/>
                                <a:pt x="3892" y="9830"/>
                                <a:pt x="2703" y="9830"/>
                              </a:cubicBezTo>
                              <a:cubicBezTo>
                                <a:pt x="1514" y="9830"/>
                                <a:pt x="-865" y="9830"/>
                                <a:pt x="324" y="12209"/>
                              </a:cubicBezTo>
                              <a:cubicBezTo>
                                <a:pt x="324" y="14588"/>
                                <a:pt x="1514" y="16967"/>
                                <a:pt x="5082" y="15777"/>
                              </a:cubicBezTo>
                              <a:cubicBezTo>
                                <a:pt x="8650" y="14588"/>
                                <a:pt x="13408" y="12209"/>
                                <a:pt x="11029" y="9830"/>
                              </a:cubicBezTo>
                              <a:cubicBezTo>
                                <a:pt x="11029" y="9830"/>
                                <a:pt x="2703" y="-2064"/>
                                <a:pt x="1514" y="31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79" name="Freeform 1078">
                          <a:extLst>
                            <a:ext uri="{FF2B5EF4-FFF2-40B4-BE49-F238E27FC236}">
                              <a16:creationId xmlns:a16="http://schemas.microsoft.com/office/drawing/2014/main" id="{E67380A4-0428-AB52-7368-799751093A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74102" y="4597004"/>
                          <a:ext cx="4625" cy="5778"/>
                        </a:xfrm>
                        <a:custGeom>
                          <a:avLst/>
                          <a:gdLst>
                            <a:gd name="connsiteX0" fmla="*/ 1057 w 4625"/>
                            <a:gd name="connsiteY0" fmla="*/ 239 h 5778"/>
                            <a:gd name="connsiteX1" fmla="*/ 1057 w 4625"/>
                            <a:gd name="connsiteY1" fmla="*/ 4997 h 5778"/>
                            <a:gd name="connsiteX2" fmla="*/ 4626 w 4625"/>
                            <a:gd name="connsiteY2" fmla="*/ 3808 h 5778"/>
                            <a:gd name="connsiteX3" fmla="*/ 1057 w 4625"/>
                            <a:gd name="connsiteY3" fmla="*/ 239 h 57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625" h="5778">
                              <a:moveTo>
                                <a:pt x="1057" y="239"/>
                              </a:moveTo>
                              <a:cubicBezTo>
                                <a:pt x="1057" y="1429"/>
                                <a:pt x="-1322" y="3808"/>
                                <a:pt x="1057" y="4997"/>
                              </a:cubicBezTo>
                              <a:cubicBezTo>
                                <a:pt x="3436" y="6187"/>
                                <a:pt x="3436" y="6187"/>
                                <a:pt x="4626" y="3808"/>
                              </a:cubicBezTo>
                              <a:cubicBezTo>
                                <a:pt x="4626" y="2618"/>
                                <a:pt x="1057" y="-950"/>
                                <a:pt x="1057" y="23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0" name="Freeform 1079">
                          <a:extLst>
                            <a:ext uri="{FF2B5EF4-FFF2-40B4-BE49-F238E27FC236}">
                              <a16:creationId xmlns:a16="http://schemas.microsoft.com/office/drawing/2014/main" id="{E6AA6BBE-D563-4EAC-765F-8B07F5C17D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79451" y="4604752"/>
                          <a:ext cx="2845" cy="3025"/>
                        </a:xfrm>
                        <a:custGeom>
                          <a:avLst/>
                          <a:gdLst>
                            <a:gd name="connsiteX0" fmla="*/ 467 w 2845"/>
                            <a:gd name="connsiteY0" fmla="*/ 818 h 3025"/>
                            <a:gd name="connsiteX1" fmla="*/ 2846 w 2845"/>
                            <a:gd name="connsiteY1" fmla="*/ 2007 h 3025"/>
                            <a:gd name="connsiteX2" fmla="*/ 467 w 2845"/>
                            <a:gd name="connsiteY2" fmla="*/ 818 h 302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2845" h="3025">
                              <a:moveTo>
                                <a:pt x="467" y="818"/>
                              </a:moveTo>
                              <a:cubicBezTo>
                                <a:pt x="-723" y="2007"/>
                                <a:pt x="467" y="4386"/>
                                <a:pt x="2846" y="2007"/>
                              </a:cubicBezTo>
                              <a:cubicBezTo>
                                <a:pt x="1656" y="2007"/>
                                <a:pt x="467" y="-1561"/>
                                <a:pt x="467" y="81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1" name="Freeform 1080">
                          <a:extLst>
                            <a:ext uri="{FF2B5EF4-FFF2-40B4-BE49-F238E27FC236}">
                              <a16:creationId xmlns:a16="http://schemas.microsoft.com/office/drawing/2014/main" id="{670B63EC-05A5-FDBB-F3F0-812097BE40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94126" y="4363982"/>
                          <a:ext cx="40119" cy="89434"/>
                        </a:xfrm>
                        <a:custGeom>
                          <a:avLst/>
                          <a:gdLst>
                            <a:gd name="connsiteX0" fmla="*/ 4997 w 40119"/>
                            <a:gd name="connsiteY0" fmla="*/ 42952 h 89434"/>
                            <a:gd name="connsiteX1" fmla="*/ 2618 w 40119"/>
                            <a:gd name="connsiteY1" fmla="*/ 51279 h 89434"/>
                            <a:gd name="connsiteX2" fmla="*/ 7376 w 40119"/>
                            <a:gd name="connsiteY2" fmla="*/ 58415 h 89434"/>
                            <a:gd name="connsiteX3" fmla="*/ 4997 w 40119"/>
                            <a:gd name="connsiteY3" fmla="*/ 70310 h 89434"/>
                            <a:gd name="connsiteX4" fmla="*/ 13324 w 40119"/>
                            <a:gd name="connsiteY4" fmla="*/ 78635 h 89434"/>
                            <a:gd name="connsiteX5" fmla="*/ 18081 w 40119"/>
                            <a:gd name="connsiteY5" fmla="*/ 84583 h 89434"/>
                            <a:gd name="connsiteX6" fmla="*/ 25218 w 40119"/>
                            <a:gd name="connsiteY6" fmla="*/ 88151 h 89434"/>
                            <a:gd name="connsiteX7" fmla="*/ 24028 w 40119"/>
                            <a:gd name="connsiteY7" fmla="*/ 84583 h 89434"/>
                            <a:gd name="connsiteX8" fmla="*/ 16892 w 40119"/>
                            <a:gd name="connsiteY8" fmla="*/ 75067 h 89434"/>
                            <a:gd name="connsiteX9" fmla="*/ 14513 w 40119"/>
                            <a:gd name="connsiteY9" fmla="*/ 66741 h 89434"/>
                            <a:gd name="connsiteX10" fmla="*/ 13324 w 40119"/>
                            <a:gd name="connsiteY10" fmla="*/ 52468 h 89434"/>
                            <a:gd name="connsiteX11" fmla="*/ 28786 w 40119"/>
                            <a:gd name="connsiteY11" fmla="*/ 54847 h 89434"/>
                            <a:gd name="connsiteX12" fmla="*/ 37112 w 40119"/>
                            <a:gd name="connsiteY12" fmla="*/ 56036 h 89434"/>
                            <a:gd name="connsiteX13" fmla="*/ 32354 w 40119"/>
                            <a:gd name="connsiteY13" fmla="*/ 47710 h 89434"/>
                            <a:gd name="connsiteX14" fmla="*/ 24028 w 40119"/>
                            <a:gd name="connsiteY14" fmla="*/ 41763 h 89434"/>
                            <a:gd name="connsiteX15" fmla="*/ 35922 w 40119"/>
                            <a:gd name="connsiteY15" fmla="*/ 33437 h 89434"/>
                            <a:gd name="connsiteX16" fmla="*/ 38301 w 40119"/>
                            <a:gd name="connsiteY16" fmla="*/ 17974 h 89434"/>
                            <a:gd name="connsiteX17" fmla="*/ 26407 w 40119"/>
                            <a:gd name="connsiteY17" fmla="*/ 20353 h 89434"/>
                            <a:gd name="connsiteX18" fmla="*/ 19271 w 40119"/>
                            <a:gd name="connsiteY18" fmla="*/ 26300 h 89434"/>
                            <a:gd name="connsiteX19" fmla="*/ 20460 w 40119"/>
                            <a:gd name="connsiteY19" fmla="*/ 29868 h 89434"/>
                            <a:gd name="connsiteX20" fmla="*/ 15703 w 40119"/>
                            <a:gd name="connsiteY20" fmla="*/ 32247 h 89434"/>
                            <a:gd name="connsiteX21" fmla="*/ 10944 w 40119"/>
                            <a:gd name="connsiteY21" fmla="*/ 38195 h 89434"/>
                            <a:gd name="connsiteX22" fmla="*/ 8565 w 40119"/>
                            <a:gd name="connsiteY22" fmla="*/ 31058 h 89434"/>
                            <a:gd name="connsiteX23" fmla="*/ 15703 w 40119"/>
                            <a:gd name="connsiteY23" fmla="*/ 27490 h 89434"/>
                            <a:gd name="connsiteX24" fmla="*/ 15703 w 40119"/>
                            <a:gd name="connsiteY24" fmla="*/ 14406 h 89434"/>
                            <a:gd name="connsiteX25" fmla="*/ 12134 w 40119"/>
                            <a:gd name="connsiteY25" fmla="*/ 8459 h 89434"/>
                            <a:gd name="connsiteX26" fmla="*/ 16892 w 40119"/>
                            <a:gd name="connsiteY26" fmla="*/ 133 h 89434"/>
                            <a:gd name="connsiteX27" fmla="*/ 3808 w 40119"/>
                            <a:gd name="connsiteY27" fmla="*/ 12027 h 89434"/>
                            <a:gd name="connsiteX28" fmla="*/ 3808 w 40119"/>
                            <a:gd name="connsiteY28" fmla="*/ 23921 h 89434"/>
                            <a:gd name="connsiteX29" fmla="*/ 239 w 40119"/>
                            <a:gd name="connsiteY29" fmla="*/ 31058 h 89434"/>
                            <a:gd name="connsiteX30" fmla="*/ 4997 w 40119"/>
                            <a:gd name="connsiteY30" fmla="*/ 42952 h 894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</a:cxnLst>
                          <a:rect l="l" t="t" r="r" b="b"/>
                          <a:pathLst>
                            <a:path w="40119" h="89434">
                              <a:moveTo>
                                <a:pt x="4997" y="42952"/>
                              </a:moveTo>
                              <a:cubicBezTo>
                                <a:pt x="3808" y="45331"/>
                                <a:pt x="1429" y="48900"/>
                                <a:pt x="2618" y="51279"/>
                              </a:cubicBezTo>
                              <a:cubicBezTo>
                                <a:pt x="3808" y="53657"/>
                                <a:pt x="7376" y="54847"/>
                                <a:pt x="7376" y="58415"/>
                              </a:cubicBezTo>
                              <a:cubicBezTo>
                                <a:pt x="7376" y="61983"/>
                                <a:pt x="3808" y="67931"/>
                                <a:pt x="4997" y="70310"/>
                              </a:cubicBezTo>
                              <a:cubicBezTo>
                                <a:pt x="6186" y="72688"/>
                                <a:pt x="12134" y="77446"/>
                                <a:pt x="13324" y="78635"/>
                              </a:cubicBezTo>
                              <a:cubicBezTo>
                                <a:pt x="14513" y="79825"/>
                                <a:pt x="16892" y="83393"/>
                                <a:pt x="18081" y="84583"/>
                              </a:cubicBezTo>
                              <a:cubicBezTo>
                                <a:pt x="19271" y="86962"/>
                                <a:pt x="22839" y="91719"/>
                                <a:pt x="25218" y="88151"/>
                              </a:cubicBezTo>
                              <a:cubicBezTo>
                                <a:pt x="25218" y="88151"/>
                                <a:pt x="26407" y="86962"/>
                                <a:pt x="24028" y="84583"/>
                              </a:cubicBezTo>
                              <a:cubicBezTo>
                                <a:pt x="21650" y="82204"/>
                                <a:pt x="18081" y="77446"/>
                                <a:pt x="16892" y="75067"/>
                              </a:cubicBezTo>
                              <a:cubicBezTo>
                                <a:pt x="16892" y="72688"/>
                                <a:pt x="15703" y="69120"/>
                                <a:pt x="14513" y="66741"/>
                              </a:cubicBezTo>
                              <a:cubicBezTo>
                                <a:pt x="13324" y="64362"/>
                                <a:pt x="10944" y="52468"/>
                                <a:pt x="13324" y="52468"/>
                              </a:cubicBezTo>
                              <a:cubicBezTo>
                                <a:pt x="15703" y="52468"/>
                                <a:pt x="27597" y="53657"/>
                                <a:pt x="28786" y="54847"/>
                              </a:cubicBezTo>
                              <a:cubicBezTo>
                                <a:pt x="29975" y="56036"/>
                                <a:pt x="38301" y="59604"/>
                                <a:pt x="37112" y="56036"/>
                              </a:cubicBezTo>
                              <a:cubicBezTo>
                                <a:pt x="35922" y="53657"/>
                                <a:pt x="35922" y="50089"/>
                                <a:pt x="32354" y="47710"/>
                              </a:cubicBezTo>
                              <a:cubicBezTo>
                                <a:pt x="28786" y="45331"/>
                                <a:pt x="22839" y="44142"/>
                                <a:pt x="24028" y="41763"/>
                              </a:cubicBezTo>
                              <a:cubicBezTo>
                                <a:pt x="25218" y="39384"/>
                                <a:pt x="34733" y="38195"/>
                                <a:pt x="35922" y="33437"/>
                              </a:cubicBezTo>
                              <a:cubicBezTo>
                                <a:pt x="37112" y="29868"/>
                                <a:pt x="43059" y="19164"/>
                                <a:pt x="38301" y="17974"/>
                              </a:cubicBezTo>
                              <a:cubicBezTo>
                                <a:pt x="33544" y="17974"/>
                                <a:pt x="29975" y="17974"/>
                                <a:pt x="26407" y="20353"/>
                              </a:cubicBezTo>
                              <a:cubicBezTo>
                                <a:pt x="22839" y="21543"/>
                                <a:pt x="16892" y="25111"/>
                                <a:pt x="19271" y="26300"/>
                              </a:cubicBezTo>
                              <a:cubicBezTo>
                                <a:pt x="21650" y="27490"/>
                                <a:pt x="22839" y="29868"/>
                                <a:pt x="20460" y="29868"/>
                              </a:cubicBezTo>
                              <a:cubicBezTo>
                                <a:pt x="19271" y="31058"/>
                                <a:pt x="15703" y="31058"/>
                                <a:pt x="15703" y="32247"/>
                              </a:cubicBezTo>
                              <a:cubicBezTo>
                                <a:pt x="15703" y="34627"/>
                                <a:pt x="14513" y="40574"/>
                                <a:pt x="10944" y="38195"/>
                              </a:cubicBezTo>
                              <a:cubicBezTo>
                                <a:pt x="8565" y="35816"/>
                                <a:pt x="4997" y="33437"/>
                                <a:pt x="8565" y="31058"/>
                              </a:cubicBezTo>
                              <a:cubicBezTo>
                                <a:pt x="13324" y="28679"/>
                                <a:pt x="15703" y="29868"/>
                                <a:pt x="15703" y="27490"/>
                              </a:cubicBezTo>
                              <a:cubicBezTo>
                                <a:pt x="15703" y="25111"/>
                                <a:pt x="18081" y="15595"/>
                                <a:pt x="15703" y="14406"/>
                              </a:cubicBezTo>
                              <a:cubicBezTo>
                                <a:pt x="13324" y="13216"/>
                                <a:pt x="9755" y="10838"/>
                                <a:pt x="12134" y="8459"/>
                              </a:cubicBezTo>
                              <a:cubicBezTo>
                                <a:pt x="14513" y="6080"/>
                                <a:pt x="20460" y="-1057"/>
                                <a:pt x="16892" y="133"/>
                              </a:cubicBezTo>
                              <a:cubicBezTo>
                                <a:pt x="13324" y="133"/>
                                <a:pt x="3808" y="8459"/>
                                <a:pt x="3808" y="12027"/>
                              </a:cubicBezTo>
                              <a:cubicBezTo>
                                <a:pt x="3808" y="15595"/>
                                <a:pt x="4997" y="22732"/>
                                <a:pt x="3808" y="23921"/>
                              </a:cubicBezTo>
                              <a:cubicBezTo>
                                <a:pt x="2618" y="25111"/>
                                <a:pt x="-950" y="27490"/>
                                <a:pt x="239" y="31058"/>
                              </a:cubicBezTo>
                              <a:cubicBezTo>
                                <a:pt x="239" y="35816"/>
                                <a:pt x="6186" y="40574"/>
                                <a:pt x="4997" y="4295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2" name="Freeform 1081">
                          <a:extLst>
                            <a:ext uri="{FF2B5EF4-FFF2-40B4-BE49-F238E27FC236}">
                              <a16:creationId xmlns:a16="http://schemas.microsoft.com/office/drawing/2014/main" id="{A8CA94F7-AFB8-17E7-A68C-EDE3552C8AE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13080" y="4364412"/>
                          <a:ext cx="13350" cy="9988"/>
                        </a:xfrm>
                        <a:custGeom>
                          <a:avLst/>
                          <a:gdLst>
                            <a:gd name="connsiteX0" fmla="*/ 9832 w 13350"/>
                            <a:gd name="connsiteY0" fmla="*/ 9218 h 9988"/>
                            <a:gd name="connsiteX1" fmla="*/ 12211 w 13350"/>
                            <a:gd name="connsiteY1" fmla="*/ 892 h 9988"/>
                            <a:gd name="connsiteX2" fmla="*/ 3885 w 13350"/>
                            <a:gd name="connsiteY2" fmla="*/ 892 h 9988"/>
                            <a:gd name="connsiteX3" fmla="*/ 317 w 13350"/>
                            <a:gd name="connsiteY3" fmla="*/ 4461 h 9988"/>
                            <a:gd name="connsiteX4" fmla="*/ 9832 w 13350"/>
                            <a:gd name="connsiteY4" fmla="*/ 9218 h 998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350" h="9988">
                              <a:moveTo>
                                <a:pt x="9832" y="9218"/>
                              </a:moveTo>
                              <a:cubicBezTo>
                                <a:pt x="9832" y="9218"/>
                                <a:pt x="15779" y="2082"/>
                                <a:pt x="12211" y="892"/>
                              </a:cubicBezTo>
                              <a:cubicBezTo>
                                <a:pt x="9832" y="-297"/>
                                <a:pt x="6264" y="-297"/>
                                <a:pt x="3885" y="892"/>
                              </a:cubicBezTo>
                              <a:cubicBezTo>
                                <a:pt x="1506" y="2082"/>
                                <a:pt x="-873" y="2082"/>
                                <a:pt x="317" y="4461"/>
                              </a:cubicBezTo>
                              <a:cubicBezTo>
                                <a:pt x="2696" y="8029"/>
                                <a:pt x="5074" y="11597"/>
                                <a:pt x="9832" y="921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3" name="Freeform 1082">
                          <a:extLst>
                            <a:ext uri="{FF2B5EF4-FFF2-40B4-BE49-F238E27FC236}">
                              <a16:creationId xmlns:a16="http://schemas.microsoft.com/office/drawing/2014/main" id="{F096E5F1-55B6-5EE0-6FC3-E47F2135C7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0566" y="4424947"/>
                          <a:ext cx="9703" cy="8408"/>
                        </a:xfrm>
                        <a:custGeom>
                          <a:avLst/>
                          <a:gdLst>
                            <a:gd name="connsiteX0" fmla="*/ 9703 w 9703"/>
                            <a:gd name="connsiteY0" fmla="*/ 6965 h 8408"/>
                            <a:gd name="connsiteX1" fmla="*/ 6135 w 9703"/>
                            <a:gd name="connsiteY1" fmla="*/ 2207 h 8408"/>
                            <a:gd name="connsiteX2" fmla="*/ 188 w 9703"/>
                            <a:gd name="connsiteY2" fmla="*/ 1018 h 8408"/>
                            <a:gd name="connsiteX3" fmla="*/ 9703 w 9703"/>
                            <a:gd name="connsiteY3" fmla="*/ 6965 h 840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9703" h="8408">
                              <a:moveTo>
                                <a:pt x="9703" y="6965"/>
                              </a:moveTo>
                              <a:cubicBezTo>
                                <a:pt x="9703" y="6965"/>
                                <a:pt x="8514" y="3397"/>
                                <a:pt x="6135" y="2207"/>
                              </a:cubicBezTo>
                              <a:cubicBezTo>
                                <a:pt x="3756" y="1018"/>
                                <a:pt x="-1001" y="-1361"/>
                                <a:pt x="188" y="1018"/>
                              </a:cubicBezTo>
                              <a:cubicBezTo>
                                <a:pt x="188" y="3397"/>
                                <a:pt x="8514" y="11723"/>
                                <a:pt x="9703" y="696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4" name="Freeform 1083">
                          <a:extLst>
                            <a:ext uri="{FF2B5EF4-FFF2-40B4-BE49-F238E27FC236}">
                              <a16:creationId xmlns:a16="http://schemas.microsoft.com/office/drawing/2014/main" id="{9B70B77A-3E8A-A5BB-0EAA-123A61087B4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72317" y="4428344"/>
                          <a:ext cx="26909" cy="10938"/>
                        </a:xfrm>
                        <a:custGeom>
                          <a:avLst/>
                          <a:gdLst>
                            <a:gd name="connsiteX0" fmla="*/ 12446 w 26909"/>
                            <a:gd name="connsiteY0" fmla="*/ 10705 h 10938"/>
                            <a:gd name="connsiteX1" fmla="*/ 13635 w 26909"/>
                            <a:gd name="connsiteY1" fmla="*/ 7136 h 10938"/>
                            <a:gd name="connsiteX2" fmla="*/ 12446 w 26909"/>
                            <a:gd name="connsiteY2" fmla="*/ 3568 h 10938"/>
                            <a:gd name="connsiteX3" fmla="*/ 23150 w 26909"/>
                            <a:gd name="connsiteY3" fmla="*/ 8326 h 10938"/>
                            <a:gd name="connsiteX4" fmla="*/ 26719 w 26909"/>
                            <a:gd name="connsiteY4" fmla="*/ 4758 h 10938"/>
                            <a:gd name="connsiteX5" fmla="*/ 17203 w 26909"/>
                            <a:gd name="connsiteY5" fmla="*/ 0 h 10938"/>
                            <a:gd name="connsiteX6" fmla="*/ 6498 w 26909"/>
                            <a:gd name="connsiteY6" fmla="*/ 2379 h 10938"/>
                            <a:gd name="connsiteX7" fmla="*/ 551 w 26909"/>
                            <a:gd name="connsiteY7" fmla="*/ 4758 h 10938"/>
                            <a:gd name="connsiteX8" fmla="*/ 12446 w 26909"/>
                            <a:gd name="connsiteY8" fmla="*/ 10705 h 1093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26909" h="10938">
                              <a:moveTo>
                                <a:pt x="12446" y="10705"/>
                              </a:moveTo>
                              <a:cubicBezTo>
                                <a:pt x="16014" y="9515"/>
                                <a:pt x="13635" y="8326"/>
                                <a:pt x="13635" y="7136"/>
                              </a:cubicBezTo>
                              <a:cubicBezTo>
                                <a:pt x="12446" y="5947"/>
                                <a:pt x="10067" y="1189"/>
                                <a:pt x="12446" y="3568"/>
                              </a:cubicBezTo>
                              <a:cubicBezTo>
                                <a:pt x="14825" y="4758"/>
                                <a:pt x="17203" y="9515"/>
                                <a:pt x="23150" y="8326"/>
                              </a:cubicBezTo>
                              <a:cubicBezTo>
                                <a:pt x="23150" y="8326"/>
                                <a:pt x="27908" y="8326"/>
                                <a:pt x="26719" y="4758"/>
                              </a:cubicBezTo>
                              <a:cubicBezTo>
                                <a:pt x="25529" y="1189"/>
                                <a:pt x="20772" y="0"/>
                                <a:pt x="17203" y="0"/>
                              </a:cubicBezTo>
                              <a:cubicBezTo>
                                <a:pt x="13635" y="0"/>
                                <a:pt x="8877" y="2379"/>
                                <a:pt x="6498" y="2379"/>
                              </a:cubicBezTo>
                              <a:cubicBezTo>
                                <a:pt x="4119" y="2379"/>
                                <a:pt x="-1828" y="1189"/>
                                <a:pt x="551" y="4758"/>
                              </a:cubicBezTo>
                              <a:cubicBezTo>
                                <a:pt x="1740" y="8326"/>
                                <a:pt x="8877" y="11894"/>
                                <a:pt x="12446" y="1070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5" name="Freeform 1084">
                          <a:extLst>
                            <a:ext uri="{FF2B5EF4-FFF2-40B4-BE49-F238E27FC236}">
                              <a16:creationId xmlns:a16="http://schemas.microsoft.com/office/drawing/2014/main" id="{0F5CAF22-5BB3-A5B7-D07E-B39AC1708CE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78815" y="4450836"/>
                          <a:ext cx="10333" cy="12641"/>
                        </a:xfrm>
                        <a:custGeom>
                          <a:avLst/>
                          <a:gdLst>
                            <a:gd name="connsiteX0" fmla="*/ 9515 w 10333"/>
                            <a:gd name="connsiteY0" fmla="*/ 2486 h 12641"/>
                            <a:gd name="connsiteX1" fmla="*/ 4757 w 10333"/>
                            <a:gd name="connsiteY1" fmla="*/ 1297 h 12641"/>
                            <a:gd name="connsiteX2" fmla="*/ 0 w 10333"/>
                            <a:gd name="connsiteY2" fmla="*/ 6054 h 12641"/>
                            <a:gd name="connsiteX3" fmla="*/ 8326 w 10333"/>
                            <a:gd name="connsiteY3" fmla="*/ 12002 h 12641"/>
                            <a:gd name="connsiteX4" fmla="*/ 9515 w 10333"/>
                            <a:gd name="connsiteY4" fmla="*/ 2486 h 1264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0333" h="12641">
                              <a:moveTo>
                                <a:pt x="9515" y="2486"/>
                              </a:moveTo>
                              <a:cubicBezTo>
                                <a:pt x="7136" y="107"/>
                                <a:pt x="5947" y="-1082"/>
                                <a:pt x="4757" y="1297"/>
                              </a:cubicBezTo>
                              <a:cubicBezTo>
                                <a:pt x="3568" y="3675"/>
                                <a:pt x="0" y="2486"/>
                                <a:pt x="0" y="6054"/>
                              </a:cubicBezTo>
                              <a:cubicBezTo>
                                <a:pt x="0" y="9623"/>
                                <a:pt x="4757" y="14380"/>
                                <a:pt x="8326" y="12002"/>
                              </a:cubicBezTo>
                              <a:cubicBezTo>
                                <a:pt x="8326" y="10812"/>
                                <a:pt x="11894" y="4865"/>
                                <a:pt x="9515" y="248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6" name="Freeform 1085">
                          <a:extLst>
                            <a:ext uri="{FF2B5EF4-FFF2-40B4-BE49-F238E27FC236}">
                              <a16:creationId xmlns:a16="http://schemas.microsoft.com/office/drawing/2014/main" id="{ADA66A91-E0AF-9842-81EA-A8AECF74D3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72684" y="4449088"/>
                          <a:ext cx="7320" cy="5660"/>
                        </a:xfrm>
                        <a:custGeom>
                          <a:avLst/>
                          <a:gdLst>
                            <a:gd name="connsiteX0" fmla="*/ 1373 w 7320"/>
                            <a:gd name="connsiteY0" fmla="*/ 666 h 5660"/>
                            <a:gd name="connsiteX1" fmla="*/ 1373 w 7320"/>
                            <a:gd name="connsiteY1" fmla="*/ 5424 h 5660"/>
                            <a:gd name="connsiteX2" fmla="*/ 7321 w 7320"/>
                            <a:gd name="connsiteY2" fmla="*/ 3045 h 5660"/>
                            <a:gd name="connsiteX3" fmla="*/ 1373 w 7320"/>
                            <a:gd name="connsiteY3" fmla="*/ 666 h 56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320" h="5660">
                              <a:moveTo>
                                <a:pt x="1373" y="666"/>
                              </a:moveTo>
                              <a:cubicBezTo>
                                <a:pt x="184" y="3045"/>
                                <a:pt x="-1006" y="6613"/>
                                <a:pt x="1373" y="5424"/>
                              </a:cubicBezTo>
                              <a:cubicBezTo>
                                <a:pt x="3752" y="4234"/>
                                <a:pt x="7321" y="3045"/>
                                <a:pt x="7321" y="3045"/>
                              </a:cubicBezTo>
                              <a:cubicBezTo>
                                <a:pt x="7321" y="3045"/>
                                <a:pt x="1373" y="-1713"/>
                                <a:pt x="1373" y="66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7" name="Freeform 1086">
                          <a:extLst>
                            <a:ext uri="{FF2B5EF4-FFF2-40B4-BE49-F238E27FC236}">
                              <a16:creationId xmlns:a16="http://schemas.microsoft.com/office/drawing/2014/main" id="{9058633A-2530-AA71-72F9-B895A4AA3C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83044" y="4445519"/>
                          <a:ext cx="2907" cy="4234"/>
                        </a:xfrm>
                        <a:custGeom>
                          <a:avLst/>
                          <a:gdLst>
                            <a:gd name="connsiteX0" fmla="*/ 529 w 2907"/>
                            <a:gd name="connsiteY0" fmla="*/ 666 h 4234"/>
                            <a:gd name="connsiteX1" fmla="*/ 529 w 2907"/>
                            <a:gd name="connsiteY1" fmla="*/ 4234 h 4234"/>
                            <a:gd name="connsiteX2" fmla="*/ 2908 w 2907"/>
                            <a:gd name="connsiteY2" fmla="*/ 3045 h 4234"/>
                            <a:gd name="connsiteX3" fmla="*/ 529 w 2907"/>
                            <a:gd name="connsiteY3" fmla="*/ 666 h 42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2907" h="4234">
                              <a:moveTo>
                                <a:pt x="529" y="666"/>
                              </a:moveTo>
                              <a:cubicBezTo>
                                <a:pt x="529" y="3045"/>
                                <a:pt x="-661" y="4234"/>
                                <a:pt x="529" y="4234"/>
                              </a:cubicBezTo>
                              <a:cubicBezTo>
                                <a:pt x="1718" y="4234"/>
                                <a:pt x="1718" y="4234"/>
                                <a:pt x="2908" y="3045"/>
                              </a:cubicBezTo>
                              <a:cubicBezTo>
                                <a:pt x="2908" y="3045"/>
                                <a:pt x="529" y="-1713"/>
                                <a:pt x="529" y="66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8" name="Freeform 1087">
                          <a:extLst>
                            <a:ext uri="{FF2B5EF4-FFF2-40B4-BE49-F238E27FC236}">
                              <a16:creationId xmlns:a16="http://schemas.microsoft.com/office/drawing/2014/main" id="{247BCF0C-DCE9-3D49-F7C9-EDF0256680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01168" y="4468785"/>
                          <a:ext cx="34919" cy="7136"/>
                        </a:xfrm>
                        <a:custGeom>
                          <a:avLst/>
                          <a:gdLst>
                            <a:gd name="connsiteX0" fmla="*/ 12054 w 34919"/>
                            <a:gd name="connsiteY0" fmla="*/ 1190 h 7136"/>
                            <a:gd name="connsiteX1" fmla="*/ 159 w 34919"/>
                            <a:gd name="connsiteY1" fmla="*/ 1190 h 7136"/>
                            <a:gd name="connsiteX2" fmla="*/ 26327 w 34919"/>
                            <a:gd name="connsiteY2" fmla="*/ 7137 h 7136"/>
                            <a:gd name="connsiteX3" fmla="*/ 34653 w 34919"/>
                            <a:gd name="connsiteY3" fmla="*/ 3568 h 7136"/>
                            <a:gd name="connsiteX4" fmla="*/ 20380 w 34919"/>
                            <a:gd name="connsiteY4" fmla="*/ 0 h 7136"/>
                            <a:gd name="connsiteX5" fmla="*/ 12054 w 34919"/>
                            <a:gd name="connsiteY5" fmla="*/ 1190 h 713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34919" h="7136">
                              <a:moveTo>
                                <a:pt x="12054" y="1190"/>
                              </a:moveTo>
                              <a:cubicBezTo>
                                <a:pt x="10865" y="3568"/>
                                <a:pt x="2538" y="1190"/>
                                <a:pt x="159" y="1190"/>
                              </a:cubicBezTo>
                              <a:cubicBezTo>
                                <a:pt x="-2220" y="1190"/>
                                <a:pt x="22759" y="7137"/>
                                <a:pt x="26327" y="7137"/>
                              </a:cubicBezTo>
                              <a:cubicBezTo>
                                <a:pt x="29895" y="7137"/>
                                <a:pt x="34653" y="3568"/>
                                <a:pt x="34653" y="3568"/>
                              </a:cubicBezTo>
                              <a:cubicBezTo>
                                <a:pt x="37032" y="2379"/>
                                <a:pt x="22759" y="0"/>
                                <a:pt x="20380" y="0"/>
                              </a:cubicBezTo>
                              <a:cubicBezTo>
                                <a:pt x="18001" y="0"/>
                                <a:pt x="14433" y="0"/>
                                <a:pt x="12054" y="119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89" name="Freeform 1088">
                          <a:extLst>
                            <a:ext uri="{FF2B5EF4-FFF2-40B4-BE49-F238E27FC236}">
                              <a16:creationId xmlns:a16="http://schemas.microsoft.com/office/drawing/2014/main" id="{19DDBDE1-A548-206B-8342-6A99F83A52D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01327" y="4441185"/>
                          <a:ext cx="24350" cy="16895"/>
                        </a:xfrm>
                        <a:custGeom>
                          <a:avLst/>
                          <a:gdLst>
                            <a:gd name="connsiteX0" fmla="*/ 7136 w 24350"/>
                            <a:gd name="connsiteY0" fmla="*/ 6190 h 16895"/>
                            <a:gd name="connsiteX1" fmla="*/ 13083 w 24350"/>
                            <a:gd name="connsiteY1" fmla="*/ 13327 h 16895"/>
                            <a:gd name="connsiteX2" fmla="*/ 15463 w 24350"/>
                            <a:gd name="connsiteY2" fmla="*/ 16895 h 16895"/>
                            <a:gd name="connsiteX3" fmla="*/ 20221 w 24350"/>
                            <a:gd name="connsiteY3" fmla="*/ 15706 h 16895"/>
                            <a:gd name="connsiteX4" fmla="*/ 23789 w 24350"/>
                            <a:gd name="connsiteY4" fmla="*/ 13327 h 16895"/>
                            <a:gd name="connsiteX5" fmla="*/ 16652 w 24350"/>
                            <a:gd name="connsiteY5" fmla="*/ 8569 h 16895"/>
                            <a:gd name="connsiteX6" fmla="*/ 13083 w 24350"/>
                            <a:gd name="connsiteY6" fmla="*/ 2622 h 16895"/>
                            <a:gd name="connsiteX7" fmla="*/ 0 w 24350"/>
                            <a:gd name="connsiteY7" fmla="*/ 243 h 16895"/>
                            <a:gd name="connsiteX8" fmla="*/ 3568 w 24350"/>
                            <a:gd name="connsiteY8" fmla="*/ 6190 h 16895"/>
                            <a:gd name="connsiteX9" fmla="*/ 7136 w 24350"/>
                            <a:gd name="connsiteY9" fmla="*/ 6190 h 1689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24350" h="16895">
                              <a:moveTo>
                                <a:pt x="7136" y="6190"/>
                              </a:moveTo>
                              <a:cubicBezTo>
                                <a:pt x="8326" y="7379"/>
                                <a:pt x="13083" y="10948"/>
                                <a:pt x="13083" y="13327"/>
                              </a:cubicBezTo>
                              <a:cubicBezTo>
                                <a:pt x="13083" y="15706"/>
                                <a:pt x="13083" y="16895"/>
                                <a:pt x="15463" y="16895"/>
                              </a:cubicBezTo>
                              <a:cubicBezTo>
                                <a:pt x="17842" y="16895"/>
                                <a:pt x="17842" y="16895"/>
                                <a:pt x="20221" y="15706"/>
                              </a:cubicBezTo>
                              <a:cubicBezTo>
                                <a:pt x="20221" y="15706"/>
                                <a:pt x="26168" y="14516"/>
                                <a:pt x="23789" y="13327"/>
                              </a:cubicBezTo>
                              <a:cubicBezTo>
                                <a:pt x="21410" y="12137"/>
                                <a:pt x="17842" y="10948"/>
                                <a:pt x="16652" y="8569"/>
                              </a:cubicBezTo>
                              <a:cubicBezTo>
                                <a:pt x="15463" y="6190"/>
                                <a:pt x="15463" y="2622"/>
                                <a:pt x="13083" y="2622"/>
                              </a:cubicBezTo>
                              <a:cubicBezTo>
                                <a:pt x="9515" y="2622"/>
                                <a:pt x="0" y="-947"/>
                                <a:pt x="0" y="243"/>
                              </a:cubicBezTo>
                              <a:cubicBezTo>
                                <a:pt x="0" y="2622"/>
                                <a:pt x="3568" y="5001"/>
                                <a:pt x="3568" y="6190"/>
                              </a:cubicBezTo>
                              <a:cubicBezTo>
                                <a:pt x="3568" y="8569"/>
                                <a:pt x="4758" y="5001"/>
                                <a:pt x="7136" y="619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0" name="Freeform 1089">
                          <a:extLst>
                            <a:ext uri="{FF2B5EF4-FFF2-40B4-BE49-F238E27FC236}">
                              <a16:creationId xmlns:a16="http://schemas.microsoft.com/office/drawing/2014/main" id="{CB4B850D-9BE8-B769-F41C-4C7A0588BE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83019" y="4450786"/>
                          <a:ext cx="5224" cy="5248"/>
                        </a:xfrm>
                        <a:custGeom>
                          <a:avLst/>
                          <a:gdLst>
                            <a:gd name="connsiteX0" fmla="*/ 5225 w 5224"/>
                            <a:gd name="connsiteY0" fmla="*/ 4915 h 5248"/>
                            <a:gd name="connsiteX1" fmla="*/ 2846 w 5224"/>
                            <a:gd name="connsiteY1" fmla="*/ 157 h 5248"/>
                            <a:gd name="connsiteX2" fmla="*/ 466 w 5224"/>
                            <a:gd name="connsiteY2" fmla="*/ 3725 h 5248"/>
                            <a:gd name="connsiteX3" fmla="*/ 5225 w 5224"/>
                            <a:gd name="connsiteY3" fmla="*/ 4915 h 52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224" h="5248">
                              <a:moveTo>
                                <a:pt x="5225" y="4915"/>
                              </a:moveTo>
                              <a:cubicBezTo>
                                <a:pt x="5225" y="4915"/>
                                <a:pt x="5225" y="-1032"/>
                                <a:pt x="2846" y="157"/>
                              </a:cubicBezTo>
                              <a:cubicBezTo>
                                <a:pt x="466" y="1347"/>
                                <a:pt x="-723" y="2536"/>
                                <a:pt x="466" y="3725"/>
                              </a:cubicBezTo>
                              <a:cubicBezTo>
                                <a:pt x="1656" y="3725"/>
                                <a:pt x="4035" y="6104"/>
                                <a:pt x="5225" y="491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1" name="Freeform 1090">
                          <a:extLst>
                            <a:ext uri="{FF2B5EF4-FFF2-40B4-BE49-F238E27FC236}">
                              <a16:creationId xmlns:a16="http://schemas.microsoft.com/office/drawing/2014/main" id="{36BB1763-3E4E-F1C3-53A8-903BD22FD64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93001" y="4467067"/>
                          <a:ext cx="4586" cy="4096"/>
                        </a:xfrm>
                        <a:custGeom>
                          <a:avLst/>
                          <a:gdLst>
                            <a:gd name="connsiteX0" fmla="*/ 2379 w 4586"/>
                            <a:gd name="connsiteY0" fmla="*/ 4097 h 4096"/>
                            <a:gd name="connsiteX1" fmla="*/ 3568 w 4586"/>
                            <a:gd name="connsiteY1" fmla="*/ 529 h 4096"/>
                            <a:gd name="connsiteX2" fmla="*/ 0 w 4586"/>
                            <a:gd name="connsiteY2" fmla="*/ 529 h 4096"/>
                            <a:gd name="connsiteX3" fmla="*/ 2379 w 4586"/>
                            <a:gd name="connsiteY3" fmla="*/ 4097 h 409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586" h="4096">
                              <a:moveTo>
                                <a:pt x="2379" y="4097"/>
                              </a:moveTo>
                              <a:cubicBezTo>
                                <a:pt x="3568" y="4097"/>
                                <a:pt x="5947" y="529"/>
                                <a:pt x="3568" y="529"/>
                              </a:cubicBezTo>
                              <a:cubicBezTo>
                                <a:pt x="3568" y="529"/>
                                <a:pt x="0" y="-661"/>
                                <a:pt x="0" y="529"/>
                              </a:cubicBezTo>
                              <a:cubicBezTo>
                                <a:pt x="0" y="1718"/>
                                <a:pt x="1190" y="4097"/>
                                <a:pt x="2379" y="40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2" name="Freeform 1091">
                          <a:extLst>
                            <a:ext uri="{FF2B5EF4-FFF2-40B4-BE49-F238E27FC236}">
                              <a16:creationId xmlns:a16="http://schemas.microsoft.com/office/drawing/2014/main" id="{0114DD40-4C66-3505-C18C-2E11C1E1B8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52237" y="4624134"/>
                          <a:ext cx="36026" cy="25741"/>
                        </a:xfrm>
                        <a:custGeom>
                          <a:avLst/>
                          <a:gdLst>
                            <a:gd name="connsiteX0" fmla="*/ 34730 w 36026"/>
                            <a:gd name="connsiteY0" fmla="*/ 2845 h 25741"/>
                            <a:gd name="connsiteX1" fmla="*/ 19268 w 36026"/>
                            <a:gd name="connsiteY1" fmla="*/ 467 h 25741"/>
                            <a:gd name="connsiteX2" fmla="*/ 13320 w 36026"/>
                            <a:gd name="connsiteY2" fmla="*/ 11171 h 25741"/>
                            <a:gd name="connsiteX3" fmla="*/ 4994 w 36026"/>
                            <a:gd name="connsiteY3" fmla="*/ 20687 h 25741"/>
                            <a:gd name="connsiteX4" fmla="*/ 236 w 36026"/>
                            <a:gd name="connsiteY4" fmla="*/ 25445 h 25741"/>
                            <a:gd name="connsiteX5" fmla="*/ 21646 w 36026"/>
                            <a:gd name="connsiteY5" fmla="*/ 24255 h 25741"/>
                            <a:gd name="connsiteX6" fmla="*/ 28783 w 36026"/>
                            <a:gd name="connsiteY6" fmla="*/ 17119 h 25741"/>
                            <a:gd name="connsiteX7" fmla="*/ 33540 w 36026"/>
                            <a:gd name="connsiteY7" fmla="*/ 11171 h 25741"/>
                            <a:gd name="connsiteX8" fmla="*/ 34730 w 36026"/>
                            <a:gd name="connsiteY8" fmla="*/ 2845 h 2574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36026" h="25741">
                              <a:moveTo>
                                <a:pt x="34730" y="2845"/>
                              </a:moveTo>
                              <a:cubicBezTo>
                                <a:pt x="31162" y="467"/>
                                <a:pt x="21646" y="-723"/>
                                <a:pt x="19268" y="467"/>
                              </a:cubicBezTo>
                              <a:cubicBezTo>
                                <a:pt x="16889" y="2845"/>
                                <a:pt x="14510" y="8792"/>
                                <a:pt x="13320" y="11171"/>
                              </a:cubicBezTo>
                              <a:cubicBezTo>
                                <a:pt x="12131" y="14740"/>
                                <a:pt x="7373" y="18308"/>
                                <a:pt x="4994" y="20687"/>
                              </a:cubicBezTo>
                              <a:cubicBezTo>
                                <a:pt x="2615" y="23066"/>
                                <a:pt x="-953" y="25445"/>
                                <a:pt x="236" y="25445"/>
                              </a:cubicBezTo>
                              <a:cubicBezTo>
                                <a:pt x="1426" y="25445"/>
                                <a:pt x="19268" y="26634"/>
                                <a:pt x="21646" y="24255"/>
                              </a:cubicBezTo>
                              <a:cubicBezTo>
                                <a:pt x="24025" y="21876"/>
                                <a:pt x="24025" y="19497"/>
                                <a:pt x="28783" y="17119"/>
                              </a:cubicBezTo>
                              <a:cubicBezTo>
                                <a:pt x="29972" y="15929"/>
                                <a:pt x="32351" y="15929"/>
                                <a:pt x="33540" y="11171"/>
                              </a:cubicBezTo>
                              <a:cubicBezTo>
                                <a:pt x="35919" y="8792"/>
                                <a:pt x="37109" y="5224"/>
                                <a:pt x="34730" y="284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3" name="Freeform 1092">
                          <a:extLst>
                            <a:ext uri="{FF2B5EF4-FFF2-40B4-BE49-F238E27FC236}">
                              <a16:creationId xmlns:a16="http://schemas.microsoft.com/office/drawing/2014/main" id="{3304A02B-62C7-A05E-63AF-97DF2CD729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78938" y="4643632"/>
                          <a:ext cx="8219" cy="7320"/>
                        </a:xfrm>
                        <a:custGeom>
                          <a:avLst/>
                          <a:gdLst>
                            <a:gd name="connsiteX0" fmla="*/ 5650 w 8219"/>
                            <a:gd name="connsiteY0" fmla="*/ 0 h 7320"/>
                            <a:gd name="connsiteX1" fmla="*/ 892 w 8219"/>
                            <a:gd name="connsiteY1" fmla="*/ 2379 h 7320"/>
                            <a:gd name="connsiteX2" fmla="*/ 892 w 8219"/>
                            <a:gd name="connsiteY2" fmla="*/ 5947 h 7320"/>
                            <a:gd name="connsiteX3" fmla="*/ 8029 w 8219"/>
                            <a:gd name="connsiteY3" fmla="*/ 5947 h 7320"/>
                            <a:gd name="connsiteX4" fmla="*/ 5650 w 8219"/>
                            <a:gd name="connsiteY4" fmla="*/ 0 h 732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8219" h="7320">
                              <a:moveTo>
                                <a:pt x="5650" y="0"/>
                              </a:moveTo>
                              <a:cubicBezTo>
                                <a:pt x="3271" y="0"/>
                                <a:pt x="892" y="1190"/>
                                <a:pt x="892" y="2379"/>
                              </a:cubicBezTo>
                              <a:cubicBezTo>
                                <a:pt x="-297" y="3569"/>
                                <a:pt x="-297" y="4758"/>
                                <a:pt x="892" y="5947"/>
                              </a:cubicBezTo>
                              <a:cubicBezTo>
                                <a:pt x="2082" y="7137"/>
                                <a:pt x="8029" y="8326"/>
                                <a:pt x="8029" y="5947"/>
                              </a:cubicBezTo>
                              <a:cubicBezTo>
                                <a:pt x="8029" y="4758"/>
                                <a:pt x="9218" y="0"/>
                                <a:pt x="5650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4" name="Freeform 1093">
                          <a:extLst>
                            <a:ext uri="{FF2B5EF4-FFF2-40B4-BE49-F238E27FC236}">
                              <a16:creationId xmlns:a16="http://schemas.microsoft.com/office/drawing/2014/main" id="{7E6A9973-B2B9-46DC-E81E-C085CBBA89B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86184" y="4435244"/>
                          <a:ext cx="257470" cy="236934"/>
                        </a:xfrm>
                        <a:custGeom>
                          <a:avLst/>
                          <a:gdLst>
                            <a:gd name="connsiteX0" fmla="*/ 253117 w 257470"/>
                            <a:gd name="connsiteY0" fmla="*/ 60897 h 236934"/>
                            <a:gd name="connsiteX1" fmla="*/ 249549 w 257470"/>
                            <a:gd name="connsiteY1" fmla="*/ 53761 h 236934"/>
                            <a:gd name="connsiteX2" fmla="*/ 238845 w 257470"/>
                            <a:gd name="connsiteY2" fmla="*/ 53761 h 236934"/>
                            <a:gd name="connsiteX3" fmla="*/ 221003 w 257470"/>
                            <a:gd name="connsiteY3" fmla="*/ 49003 h 236934"/>
                            <a:gd name="connsiteX4" fmla="*/ 203162 w 257470"/>
                            <a:gd name="connsiteY4" fmla="*/ 41866 h 236934"/>
                            <a:gd name="connsiteX5" fmla="*/ 196025 w 257470"/>
                            <a:gd name="connsiteY5" fmla="*/ 38298 h 236934"/>
                            <a:gd name="connsiteX6" fmla="*/ 186509 w 257470"/>
                            <a:gd name="connsiteY6" fmla="*/ 35919 h 236934"/>
                            <a:gd name="connsiteX7" fmla="*/ 173426 w 257470"/>
                            <a:gd name="connsiteY7" fmla="*/ 29972 h 236934"/>
                            <a:gd name="connsiteX8" fmla="*/ 159152 w 257470"/>
                            <a:gd name="connsiteY8" fmla="*/ 37109 h 236934"/>
                            <a:gd name="connsiteX9" fmla="*/ 160341 w 257470"/>
                            <a:gd name="connsiteY9" fmla="*/ 46624 h 236934"/>
                            <a:gd name="connsiteX10" fmla="*/ 152015 w 257470"/>
                            <a:gd name="connsiteY10" fmla="*/ 50193 h 236934"/>
                            <a:gd name="connsiteX11" fmla="*/ 142500 w 257470"/>
                            <a:gd name="connsiteY11" fmla="*/ 50193 h 236934"/>
                            <a:gd name="connsiteX12" fmla="*/ 138932 w 257470"/>
                            <a:gd name="connsiteY12" fmla="*/ 59708 h 236934"/>
                            <a:gd name="connsiteX13" fmla="*/ 129416 w 257470"/>
                            <a:gd name="connsiteY13" fmla="*/ 63276 h 236934"/>
                            <a:gd name="connsiteX14" fmla="*/ 127037 w 257470"/>
                            <a:gd name="connsiteY14" fmla="*/ 71602 h 236934"/>
                            <a:gd name="connsiteX15" fmla="*/ 122279 w 257470"/>
                            <a:gd name="connsiteY15" fmla="*/ 76360 h 236934"/>
                            <a:gd name="connsiteX16" fmla="*/ 110385 w 257470"/>
                            <a:gd name="connsiteY16" fmla="*/ 83497 h 236934"/>
                            <a:gd name="connsiteX17" fmla="*/ 99681 w 257470"/>
                            <a:gd name="connsiteY17" fmla="*/ 73981 h 236934"/>
                            <a:gd name="connsiteX18" fmla="*/ 94923 w 257470"/>
                            <a:gd name="connsiteY18" fmla="*/ 59708 h 236934"/>
                            <a:gd name="connsiteX19" fmla="*/ 91354 w 257470"/>
                            <a:gd name="connsiteY19" fmla="*/ 68034 h 236934"/>
                            <a:gd name="connsiteX20" fmla="*/ 80649 w 257470"/>
                            <a:gd name="connsiteY20" fmla="*/ 49003 h 236934"/>
                            <a:gd name="connsiteX21" fmla="*/ 83028 w 257470"/>
                            <a:gd name="connsiteY21" fmla="*/ 37109 h 236934"/>
                            <a:gd name="connsiteX22" fmla="*/ 85407 w 257470"/>
                            <a:gd name="connsiteY22" fmla="*/ 25214 h 236934"/>
                            <a:gd name="connsiteX23" fmla="*/ 79460 w 257470"/>
                            <a:gd name="connsiteY23" fmla="*/ 10941 h 236934"/>
                            <a:gd name="connsiteX24" fmla="*/ 59240 w 257470"/>
                            <a:gd name="connsiteY24" fmla="*/ 8562 h 236934"/>
                            <a:gd name="connsiteX25" fmla="*/ 43777 w 257470"/>
                            <a:gd name="connsiteY25" fmla="*/ 236 h 236934"/>
                            <a:gd name="connsiteX26" fmla="*/ 25935 w 257470"/>
                            <a:gd name="connsiteY26" fmla="*/ 4994 h 236934"/>
                            <a:gd name="connsiteX27" fmla="*/ 18799 w 257470"/>
                            <a:gd name="connsiteY27" fmla="*/ 10941 h 236934"/>
                            <a:gd name="connsiteX28" fmla="*/ 9283 w 257470"/>
                            <a:gd name="connsiteY28" fmla="*/ 13320 h 236934"/>
                            <a:gd name="connsiteX29" fmla="*/ 6905 w 257470"/>
                            <a:gd name="connsiteY29" fmla="*/ 20457 h 236934"/>
                            <a:gd name="connsiteX30" fmla="*/ 958 w 257470"/>
                            <a:gd name="connsiteY30" fmla="*/ 26404 h 236934"/>
                            <a:gd name="connsiteX31" fmla="*/ 4526 w 257470"/>
                            <a:gd name="connsiteY31" fmla="*/ 31162 h 236934"/>
                            <a:gd name="connsiteX32" fmla="*/ 11662 w 257470"/>
                            <a:gd name="connsiteY32" fmla="*/ 29972 h 236934"/>
                            <a:gd name="connsiteX33" fmla="*/ 18799 w 257470"/>
                            <a:gd name="connsiteY33" fmla="*/ 34730 h 236934"/>
                            <a:gd name="connsiteX34" fmla="*/ 23556 w 257470"/>
                            <a:gd name="connsiteY34" fmla="*/ 41866 h 236934"/>
                            <a:gd name="connsiteX35" fmla="*/ 40209 w 257470"/>
                            <a:gd name="connsiteY35" fmla="*/ 51382 h 236934"/>
                            <a:gd name="connsiteX36" fmla="*/ 53292 w 257470"/>
                            <a:gd name="connsiteY36" fmla="*/ 52572 h 236934"/>
                            <a:gd name="connsiteX37" fmla="*/ 60429 w 257470"/>
                            <a:gd name="connsiteY37" fmla="*/ 49003 h 236934"/>
                            <a:gd name="connsiteX38" fmla="*/ 69945 w 257470"/>
                            <a:gd name="connsiteY38" fmla="*/ 50193 h 236934"/>
                            <a:gd name="connsiteX39" fmla="*/ 72324 w 257470"/>
                            <a:gd name="connsiteY39" fmla="*/ 53761 h 236934"/>
                            <a:gd name="connsiteX40" fmla="*/ 71134 w 257470"/>
                            <a:gd name="connsiteY40" fmla="*/ 58519 h 236934"/>
                            <a:gd name="connsiteX41" fmla="*/ 63998 w 257470"/>
                            <a:gd name="connsiteY41" fmla="*/ 65655 h 236934"/>
                            <a:gd name="connsiteX42" fmla="*/ 49724 w 257470"/>
                            <a:gd name="connsiteY42" fmla="*/ 59708 h 236934"/>
                            <a:gd name="connsiteX43" fmla="*/ 46156 w 257470"/>
                            <a:gd name="connsiteY43" fmla="*/ 68034 h 236934"/>
                            <a:gd name="connsiteX44" fmla="*/ 37830 w 257470"/>
                            <a:gd name="connsiteY44" fmla="*/ 66845 h 236934"/>
                            <a:gd name="connsiteX45" fmla="*/ 22367 w 257470"/>
                            <a:gd name="connsiteY45" fmla="*/ 71602 h 236934"/>
                            <a:gd name="connsiteX46" fmla="*/ 35451 w 257470"/>
                            <a:gd name="connsiteY46" fmla="*/ 77549 h 236934"/>
                            <a:gd name="connsiteX47" fmla="*/ 44966 w 257470"/>
                            <a:gd name="connsiteY47" fmla="*/ 84686 h 236934"/>
                            <a:gd name="connsiteX48" fmla="*/ 43777 w 257470"/>
                            <a:gd name="connsiteY48" fmla="*/ 96580 h 236934"/>
                            <a:gd name="connsiteX49" fmla="*/ 50913 w 257470"/>
                            <a:gd name="connsiteY49" fmla="*/ 106096 h 236934"/>
                            <a:gd name="connsiteX50" fmla="*/ 60429 w 257470"/>
                            <a:gd name="connsiteY50" fmla="*/ 97770 h 236934"/>
                            <a:gd name="connsiteX51" fmla="*/ 60429 w 257470"/>
                            <a:gd name="connsiteY51" fmla="*/ 90633 h 236934"/>
                            <a:gd name="connsiteX52" fmla="*/ 65187 w 257470"/>
                            <a:gd name="connsiteY52" fmla="*/ 85876 h 236934"/>
                            <a:gd name="connsiteX53" fmla="*/ 67566 w 257470"/>
                            <a:gd name="connsiteY53" fmla="*/ 77549 h 236934"/>
                            <a:gd name="connsiteX54" fmla="*/ 71134 w 257470"/>
                            <a:gd name="connsiteY54" fmla="*/ 69224 h 236934"/>
                            <a:gd name="connsiteX55" fmla="*/ 68755 w 257470"/>
                            <a:gd name="connsiteY55" fmla="*/ 85876 h 236934"/>
                            <a:gd name="connsiteX56" fmla="*/ 72324 w 257470"/>
                            <a:gd name="connsiteY56" fmla="*/ 93012 h 236934"/>
                            <a:gd name="connsiteX57" fmla="*/ 80649 w 257470"/>
                            <a:gd name="connsiteY57" fmla="*/ 91823 h 236934"/>
                            <a:gd name="connsiteX58" fmla="*/ 85407 w 257470"/>
                            <a:gd name="connsiteY58" fmla="*/ 96580 h 236934"/>
                            <a:gd name="connsiteX59" fmla="*/ 98491 w 257470"/>
                            <a:gd name="connsiteY59" fmla="*/ 97770 h 236934"/>
                            <a:gd name="connsiteX60" fmla="*/ 92544 w 257470"/>
                            <a:gd name="connsiteY60" fmla="*/ 100149 h 236934"/>
                            <a:gd name="connsiteX61" fmla="*/ 96112 w 257470"/>
                            <a:gd name="connsiteY61" fmla="*/ 103717 h 236934"/>
                            <a:gd name="connsiteX62" fmla="*/ 112764 w 257470"/>
                            <a:gd name="connsiteY62" fmla="*/ 110854 h 236934"/>
                            <a:gd name="connsiteX63" fmla="*/ 131795 w 257470"/>
                            <a:gd name="connsiteY63" fmla="*/ 115612 h 236934"/>
                            <a:gd name="connsiteX64" fmla="*/ 140121 w 257470"/>
                            <a:gd name="connsiteY64" fmla="*/ 119180 h 236934"/>
                            <a:gd name="connsiteX65" fmla="*/ 150826 w 257470"/>
                            <a:gd name="connsiteY65" fmla="*/ 120369 h 236934"/>
                            <a:gd name="connsiteX66" fmla="*/ 156773 w 257470"/>
                            <a:gd name="connsiteY66" fmla="*/ 126316 h 236934"/>
                            <a:gd name="connsiteX67" fmla="*/ 166289 w 257470"/>
                            <a:gd name="connsiteY67" fmla="*/ 129885 h 236934"/>
                            <a:gd name="connsiteX68" fmla="*/ 171047 w 257470"/>
                            <a:gd name="connsiteY68" fmla="*/ 129885 h 236934"/>
                            <a:gd name="connsiteX69" fmla="*/ 167479 w 257470"/>
                            <a:gd name="connsiteY69" fmla="*/ 133453 h 236934"/>
                            <a:gd name="connsiteX70" fmla="*/ 179373 w 257470"/>
                            <a:gd name="connsiteY70" fmla="*/ 133453 h 236934"/>
                            <a:gd name="connsiteX71" fmla="*/ 176994 w 257470"/>
                            <a:gd name="connsiteY71" fmla="*/ 141779 h 236934"/>
                            <a:gd name="connsiteX72" fmla="*/ 181751 w 257470"/>
                            <a:gd name="connsiteY72" fmla="*/ 145347 h 236934"/>
                            <a:gd name="connsiteX73" fmla="*/ 181751 w 257470"/>
                            <a:gd name="connsiteY73" fmla="*/ 152484 h 236934"/>
                            <a:gd name="connsiteX74" fmla="*/ 185320 w 257470"/>
                            <a:gd name="connsiteY74" fmla="*/ 156052 h 236934"/>
                            <a:gd name="connsiteX75" fmla="*/ 182941 w 257470"/>
                            <a:gd name="connsiteY75" fmla="*/ 160810 h 236934"/>
                            <a:gd name="connsiteX76" fmla="*/ 198404 w 257470"/>
                            <a:gd name="connsiteY76" fmla="*/ 173894 h 236934"/>
                            <a:gd name="connsiteX77" fmla="*/ 191267 w 257470"/>
                            <a:gd name="connsiteY77" fmla="*/ 173894 h 236934"/>
                            <a:gd name="connsiteX78" fmla="*/ 196025 w 257470"/>
                            <a:gd name="connsiteY78" fmla="*/ 182220 h 236934"/>
                            <a:gd name="connsiteX79" fmla="*/ 207919 w 257470"/>
                            <a:gd name="connsiteY79" fmla="*/ 184599 h 236934"/>
                            <a:gd name="connsiteX80" fmla="*/ 194835 w 257470"/>
                            <a:gd name="connsiteY80" fmla="*/ 188167 h 236934"/>
                            <a:gd name="connsiteX81" fmla="*/ 199593 w 257470"/>
                            <a:gd name="connsiteY81" fmla="*/ 200061 h 236934"/>
                            <a:gd name="connsiteX82" fmla="*/ 199593 w 257470"/>
                            <a:gd name="connsiteY82" fmla="*/ 211956 h 236934"/>
                            <a:gd name="connsiteX83" fmla="*/ 211487 w 257470"/>
                            <a:gd name="connsiteY83" fmla="*/ 211956 h 236934"/>
                            <a:gd name="connsiteX84" fmla="*/ 218624 w 257470"/>
                            <a:gd name="connsiteY84" fmla="*/ 209577 h 236934"/>
                            <a:gd name="connsiteX85" fmla="*/ 226950 w 257470"/>
                            <a:gd name="connsiteY85" fmla="*/ 209577 h 236934"/>
                            <a:gd name="connsiteX86" fmla="*/ 228139 w 257470"/>
                            <a:gd name="connsiteY86" fmla="*/ 203630 h 236934"/>
                            <a:gd name="connsiteX87" fmla="*/ 229329 w 257470"/>
                            <a:gd name="connsiteY87" fmla="*/ 210766 h 236934"/>
                            <a:gd name="connsiteX88" fmla="*/ 225760 w 257470"/>
                            <a:gd name="connsiteY88" fmla="*/ 215524 h 236934"/>
                            <a:gd name="connsiteX89" fmla="*/ 232897 w 257470"/>
                            <a:gd name="connsiteY89" fmla="*/ 221471 h 236934"/>
                            <a:gd name="connsiteX90" fmla="*/ 237655 w 257470"/>
                            <a:gd name="connsiteY90" fmla="*/ 229797 h 236934"/>
                            <a:gd name="connsiteX91" fmla="*/ 244792 w 257470"/>
                            <a:gd name="connsiteY91" fmla="*/ 235745 h 236934"/>
                            <a:gd name="connsiteX92" fmla="*/ 250739 w 257470"/>
                            <a:gd name="connsiteY92" fmla="*/ 236934 h 236934"/>
                            <a:gd name="connsiteX93" fmla="*/ 255496 w 257470"/>
                            <a:gd name="connsiteY93" fmla="*/ 66845 h 236934"/>
                            <a:gd name="connsiteX94" fmla="*/ 256686 w 257470"/>
                            <a:gd name="connsiteY94" fmla="*/ 66845 h 236934"/>
                            <a:gd name="connsiteX95" fmla="*/ 253117 w 257470"/>
                            <a:gd name="connsiteY95" fmla="*/ 60897 h 2369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</a:cxnLst>
                          <a:rect l="l" t="t" r="r" b="b"/>
                          <a:pathLst>
                            <a:path w="257470" h="236934">
                              <a:moveTo>
                                <a:pt x="253117" y="60897"/>
                              </a:moveTo>
                              <a:cubicBezTo>
                                <a:pt x="251928" y="57329"/>
                                <a:pt x="254307" y="56140"/>
                                <a:pt x="249549" y="53761"/>
                              </a:cubicBezTo>
                              <a:cubicBezTo>
                                <a:pt x="245981" y="52572"/>
                                <a:pt x="242413" y="53761"/>
                                <a:pt x="238845" y="53761"/>
                              </a:cubicBezTo>
                              <a:cubicBezTo>
                                <a:pt x="232897" y="52572"/>
                                <a:pt x="226950" y="52572"/>
                                <a:pt x="221003" y="49003"/>
                              </a:cubicBezTo>
                              <a:cubicBezTo>
                                <a:pt x="215056" y="45435"/>
                                <a:pt x="207919" y="44245"/>
                                <a:pt x="203162" y="41866"/>
                              </a:cubicBezTo>
                              <a:cubicBezTo>
                                <a:pt x="200783" y="40677"/>
                                <a:pt x="198404" y="38298"/>
                                <a:pt x="196025" y="38298"/>
                              </a:cubicBezTo>
                              <a:cubicBezTo>
                                <a:pt x="192456" y="37109"/>
                                <a:pt x="190077" y="37109"/>
                                <a:pt x="186509" y="35919"/>
                              </a:cubicBezTo>
                              <a:cubicBezTo>
                                <a:pt x="182941" y="33541"/>
                                <a:pt x="178183" y="28783"/>
                                <a:pt x="173426" y="29972"/>
                              </a:cubicBezTo>
                              <a:cubicBezTo>
                                <a:pt x="168668" y="29972"/>
                                <a:pt x="163910" y="35919"/>
                                <a:pt x="159152" y="37109"/>
                              </a:cubicBezTo>
                              <a:cubicBezTo>
                                <a:pt x="157962" y="40677"/>
                                <a:pt x="162721" y="43056"/>
                                <a:pt x="160341" y="46624"/>
                              </a:cubicBezTo>
                              <a:cubicBezTo>
                                <a:pt x="159152" y="49003"/>
                                <a:pt x="154394" y="49003"/>
                                <a:pt x="152015" y="50193"/>
                              </a:cubicBezTo>
                              <a:cubicBezTo>
                                <a:pt x="149637" y="50193"/>
                                <a:pt x="143690" y="50193"/>
                                <a:pt x="142500" y="50193"/>
                              </a:cubicBezTo>
                              <a:cubicBezTo>
                                <a:pt x="141311" y="51382"/>
                                <a:pt x="138932" y="57329"/>
                                <a:pt x="138932" y="59708"/>
                              </a:cubicBezTo>
                              <a:cubicBezTo>
                                <a:pt x="135364" y="59708"/>
                                <a:pt x="131795" y="59708"/>
                                <a:pt x="129416" y="63276"/>
                              </a:cubicBezTo>
                              <a:cubicBezTo>
                                <a:pt x="128227" y="65655"/>
                                <a:pt x="128227" y="69224"/>
                                <a:pt x="127037" y="71602"/>
                              </a:cubicBezTo>
                              <a:cubicBezTo>
                                <a:pt x="125848" y="73981"/>
                                <a:pt x="124658" y="73981"/>
                                <a:pt x="122279" y="76360"/>
                              </a:cubicBezTo>
                              <a:cubicBezTo>
                                <a:pt x="119901" y="78739"/>
                                <a:pt x="116332" y="85876"/>
                                <a:pt x="110385" y="83497"/>
                              </a:cubicBezTo>
                              <a:cubicBezTo>
                                <a:pt x="108007" y="83497"/>
                                <a:pt x="102060" y="76360"/>
                                <a:pt x="99681" y="73981"/>
                              </a:cubicBezTo>
                              <a:cubicBezTo>
                                <a:pt x="96112" y="70413"/>
                                <a:pt x="99681" y="60897"/>
                                <a:pt x="94923" y="59708"/>
                              </a:cubicBezTo>
                              <a:cubicBezTo>
                                <a:pt x="91354" y="58519"/>
                                <a:pt x="93733" y="65655"/>
                                <a:pt x="91354" y="68034"/>
                              </a:cubicBezTo>
                              <a:cubicBezTo>
                                <a:pt x="87786" y="73981"/>
                                <a:pt x="81839" y="53761"/>
                                <a:pt x="80649" y="49003"/>
                              </a:cubicBezTo>
                              <a:cubicBezTo>
                                <a:pt x="80649" y="44245"/>
                                <a:pt x="80649" y="41866"/>
                                <a:pt x="83028" y="37109"/>
                              </a:cubicBezTo>
                              <a:cubicBezTo>
                                <a:pt x="85407" y="33541"/>
                                <a:pt x="87786" y="29972"/>
                                <a:pt x="85407" y="25214"/>
                              </a:cubicBezTo>
                              <a:cubicBezTo>
                                <a:pt x="78271" y="24025"/>
                                <a:pt x="85407" y="13320"/>
                                <a:pt x="79460" y="10941"/>
                              </a:cubicBezTo>
                              <a:cubicBezTo>
                                <a:pt x="73513" y="8562"/>
                                <a:pt x="65187" y="10941"/>
                                <a:pt x="59240" y="8562"/>
                              </a:cubicBezTo>
                              <a:cubicBezTo>
                                <a:pt x="53292" y="6183"/>
                                <a:pt x="48535" y="1426"/>
                                <a:pt x="43777" y="236"/>
                              </a:cubicBezTo>
                              <a:cubicBezTo>
                                <a:pt x="39019" y="-953"/>
                                <a:pt x="30694" y="2615"/>
                                <a:pt x="25935" y="4994"/>
                              </a:cubicBezTo>
                              <a:cubicBezTo>
                                <a:pt x="23556" y="6183"/>
                                <a:pt x="22367" y="8562"/>
                                <a:pt x="18799" y="10941"/>
                              </a:cubicBezTo>
                              <a:cubicBezTo>
                                <a:pt x="15230" y="12131"/>
                                <a:pt x="12852" y="12131"/>
                                <a:pt x="9283" y="13320"/>
                              </a:cubicBezTo>
                              <a:cubicBezTo>
                                <a:pt x="4526" y="14510"/>
                                <a:pt x="6905" y="16889"/>
                                <a:pt x="6905" y="20457"/>
                              </a:cubicBezTo>
                              <a:cubicBezTo>
                                <a:pt x="5715" y="24025"/>
                                <a:pt x="2147" y="24025"/>
                                <a:pt x="958" y="26404"/>
                              </a:cubicBezTo>
                              <a:cubicBezTo>
                                <a:pt x="-1421" y="29972"/>
                                <a:pt x="958" y="32351"/>
                                <a:pt x="4526" y="31162"/>
                              </a:cubicBezTo>
                              <a:cubicBezTo>
                                <a:pt x="8094" y="29972"/>
                                <a:pt x="8094" y="27593"/>
                                <a:pt x="11662" y="29972"/>
                              </a:cubicBezTo>
                              <a:cubicBezTo>
                                <a:pt x="14041" y="31162"/>
                                <a:pt x="16420" y="32351"/>
                                <a:pt x="18799" y="34730"/>
                              </a:cubicBezTo>
                              <a:cubicBezTo>
                                <a:pt x="22367" y="37109"/>
                                <a:pt x="22367" y="38298"/>
                                <a:pt x="23556" y="41866"/>
                              </a:cubicBezTo>
                              <a:cubicBezTo>
                                <a:pt x="25935" y="51382"/>
                                <a:pt x="31883" y="50193"/>
                                <a:pt x="40209" y="51382"/>
                              </a:cubicBezTo>
                              <a:cubicBezTo>
                                <a:pt x="44966" y="51382"/>
                                <a:pt x="48535" y="52572"/>
                                <a:pt x="53292" y="52572"/>
                              </a:cubicBezTo>
                              <a:cubicBezTo>
                                <a:pt x="55671" y="52572"/>
                                <a:pt x="59240" y="56140"/>
                                <a:pt x="60429" y="49003"/>
                              </a:cubicBezTo>
                              <a:cubicBezTo>
                                <a:pt x="60429" y="45435"/>
                                <a:pt x="67566" y="49003"/>
                                <a:pt x="69945" y="50193"/>
                              </a:cubicBezTo>
                              <a:cubicBezTo>
                                <a:pt x="72324" y="51382"/>
                                <a:pt x="72324" y="50193"/>
                                <a:pt x="72324" y="53761"/>
                              </a:cubicBezTo>
                              <a:cubicBezTo>
                                <a:pt x="72324" y="56140"/>
                                <a:pt x="72324" y="58519"/>
                                <a:pt x="71134" y="58519"/>
                              </a:cubicBezTo>
                              <a:cubicBezTo>
                                <a:pt x="66377" y="60897"/>
                                <a:pt x="67566" y="66845"/>
                                <a:pt x="63998" y="65655"/>
                              </a:cubicBezTo>
                              <a:cubicBezTo>
                                <a:pt x="58050" y="64466"/>
                                <a:pt x="54482" y="54950"/>
                                <a:pt x="49724" y="59708"/>
                              </a:cubicBezTo>
                              <a:cubicBezTo>
                                <a:pt x="47345" y="60897"/>
                                <a:pt x="47345" y="65655"/>
                                <a:pt x="46156" y="68034"/>
                              </a:cubicBezTo>
                              <a:cubicBezTo>
                                <a:pt x="42588" y="71602"/>
                                <a:pt x="41398" y="68034"/>
                                <a:pt x="37830" y="66845"/>
                              </a:cubicBezTo>
                              <a:cubicBezTo>
                                <a:pt x="30694" y="63276"/>
                                <a:pt x="21177" y="64466"/>
                                <a:pt x="22367" y="71602"/>
                              </a:cubicBezTo>
                              <a:cubicBezTo>
                                <a:pt x="23556" y="76360"/>
                                <a:pt x="31883" y="73981"/>
                                <a:pt x="35451" y="77549"/>
                              </a:cubicBezTo>
                              <a:cubicBezTo>
                                <a:pt x="39019" y="81118"/>
                                <a:pt x="40209" y="79928"/>
                                <a:pt x="44966" y="84686"/>
                              </a:cubicBezTo>
                              <a:cubicBezTo>
                                <a:pt x="49724" y="88255"/>
                                <a:pt x="41398" y="91823"/>
                                <a:pt x="43777" y="96580"/>
                              </a:cubicBezTo>
                              <a:cubicBezTo>
                                <a:pt x="44966" y="100149"/>
                                <a:pt x="44966" y="107285"/>
                                <a:pt x="50913" y="106096"/>
                              </a:cubicBezTo>
                              <a:cubicBezTo>
                                <a:pt x="53292" y="104907"/>
                                <a:pt x="60429" y="101338"/>
                                <a:pt x="60429" y="97770"/>
                              </a:cubicBezTo>
                              <a:cubicBezTo>
                                <a:pt x="61619" y="95391"/>
                                <a:pt x="60429" y="93012"/>
                                <a:pt x="60429" y="90633"/>
                              </a:cubicBezTo>
                              <a:cubicBezTo>
                                <a:pt x="61619" y="89444"/>
                                <a:pt x="62808" y="88255"/>
                                <a:pt x="65187" y="85876"/>
                              </a:cubicBezTo>
                              <a:cubicBezTo>
                                <a:pt x="67566" y="83497"/>
                                <a:pt x="66377" y="79928"/>
                                <a:pt x="67566" y="77549"/>
                              </a:cubicBezTo>
                              <a:cubicBezTo>
                                <a:pt x="68755" y="75171"/>
                                <a:pt x="67566" y="69224"/>
                                <a:pt x="71134" y="69224"/>
                              </a:cubicBezTo>
                              <a:cubicBezTo>
                                <a:pt x="78271" y="69224"/>
                                <a:pt x="67566" y="79928"/>
                                <a:pt x="68755" y="85876"/>
                              </a:cubicBezTo>
                              <a:cubicBezTo>
                                <a:pt x="68755" y="87065"/>
                                <a:pt x="71134" y="91823"/>
                                <a:pt x="72324" y="93012"/>
                              </a:cubicBezTo>
                              <a:cubicBezTo>
                                <a:pt x="74702" y="94202"/>
                                <a:pt x="78271" y="90633"/>
                                <a:pt x="80649" y="91823"/>
                              </a:cubicBezTo>
                              <a:cubicBezTo>
                                <a:pt x="83028" y="94202"/>
                                <a:pt x="80649" y="95391"/>
                                <a:pt x="85407" y="96580"/>
                              </a:cubicBezTo>
                              <a:cubicBezTo>
                                <a:pt x="91354" y="97770"/>
                                <a:pt x="99681" y="93012"/>
                                <a:pt x="98491" y="97770"/>
                              </a:cubicBezTo>
                              <a:cubicBezTo>
                                <a:pt x="98491" y="100149"/>
                                <a:pt x="93733" y="98959"/>
                                <a:pt x="92544" y="100149"/>
                              </a:cubicBezTo>
                              <a:cubicBezTo>
                                <a:pt x="91354" y="102528"/>
                                <a:pt x="93733" y="102528"/>
                                <a:pt x="96112" y="103717"/>
                              </a:cubicBezTo>
                              <a:cubicBezTo>
                                <a:pt x="103249" y="108475"/>
                                <a:pt x="104438" y="109664"/>
                                <a:pt x="112764" y="110854"/>
                              </a:cubicBezTo>
                              <a:cubicBezTo>
                                <a:pt x="119901" y="112043"/>
                                <a:pt x="125848" y="114422"/>
                                <a:pt x="131795" y="115612"/>
                              </a:cubicBezTo>
                              <a:cubicBezTo>
                                <a:pt x="135364" y="116801"/>
                                <a:pt x="137743" y="117991"/>
                                <a:pt x="140121" y="119180"/>
                              </a:cubicBezTo>
                              <a:cubicBezTo>
                                <a:pt x="143690" y="120369"/>
                                <a:pt x="147258" y="119180"/>
                                <a:pt x="150826" y="120369"/>
                              </a:cubicBezTo>
                              <a:cubicBezTo>
                                <a:pt x="154394" y="121559"/>
                                <a:pt x="154394" y="123938"/>
                                <a:pt x="156773" y="126316"/>
                              </a:cubicBezTo>
                              <a:cubicBezTo>
                                <a:pt x="159152" y="128695"/>
                                <a:pt x="162721" y="128695"/>
                                <a:pt x="166289" y="129885"/>
                              </a:cubicBezTo>
                              <a:cubicBezTo>
                                <a:pt x="167479" y="129885"/>
                                <a:pt x="171047" y="128695"/>
                                <a:pt x="171047" y="129885"/>
                              </a:cubicBezTo>
                              <a:cubicBezTo>
                                <a:pt x="171047" y="132264"/>
                                <a:pt x="166289" y="132264"/>
                                <a:pt x="167479" y="133453"/>
                              </a:cubicBezTo>
                              <a:cubicBezTo>
                                <a:pt x="169857" y="135832"/>
                                <a:pt x="176994" y="129885"/>
                                <a:pt x="179373" y="133453"/>
                              </a:cubicBezTo>
                              <a:cubicBezTo>
                                <a:pt x="180562" y="135832"/>
                                <a:pt x="174615" y="137021"/>
                                <a:pt x="176994" y="141779"/>
                              </a:cubicBezTo>
                              <a:cubicBezTo>
                                <a:pt x="178183" y="144158"/>
                                <a:pt x="179373" y="142968"/>
                                <a:pt x="181751" y="145347"/>
                              </a:cubicBezTo>
                              <a:cubicBezTo>
                                <a:pt x="185320" y="148916"/>
                                <a:pt x="176994" y="147726"/>
                                <a:pt x="181751" y="152484"/>
                              </a:cubicBezTo>
                              <a:cubicBezTo>
                                <a:pt x="182941" y="153674"/>
                                <a:pt x="184130" y="154863"/>
                                <a:pt x="185320" y="156052"/>
                              </a:cubicBezTo>
                              <a:cubicBezTo>
                                <a:pt x="185320" y="158431"/>
                                <a:pt x="182941" y="158431"/>
                                <a:pt x="182941" y="160810"/>
                              </a:cubicBezTo>
                              <a:cubicBezTo>
                                <a:pt x="182941" y="165568"/>
                                <a:pt x="199593" y="169136"/>
                                <a:pt x="198404" y="173894"/>
                              </a:cubicBezTo>
                              <a:cubicBezTo>
                                <a:pt x="198404" y="175083"/>
                                <a:pt x="193646" y="172704"/>
                                <a:pt x="191267" y="173894"/>
                              </a:cubicBezTo>
                              <a:cubicBezTo>
                                <a:pt x="187698" y="176273"/>
                                <a:pt x="193646" y="179841"/>
                                <a:pt x="196025" y="182220"/>
                              </a:cubicBezTo>
                              <a:cubicBezTo>
                                <a:pt x="199593" y="184599"/>
                                <a:pt x="206730" y="181030"/>
                                <a:pt x="207919" y="184599"/>
                              </a:cubicBezTo>
                              <a:cubicBezTo>
                                <a:pt x="209109" y="189357"/>
                                <a:pt x="192456" y="183409"/>
                                <a:pt x="194835" y="188167"/>
                              </a:cubicBezTo>
                              <a:cubicBezTo>
                                <a:pt x="197214" y="194114"/>
                                <a:pt x="200783" y="195304"/>
                                <a:pt x="199593" y="200061"/>
                              </a:cubicBezTo>
                              <a:cubicBezTo>
                                <a:pt x="199593" y="202440"/>
                                <a:pt x="194835" y="215524"/>
                                <a:pt x="199593" y="211956"/>
                              </a:cubicBezTo>
                              <a:cubicBezTo>
                                <a:pt x="204351" y="208387"/>
                                <a:pt x="206730" y="211956"/>
                                <a:pt x="211487" y="211956"/>
                              </a:cubicBezTo>
                              <a:cubicBezTo>
                                <a:pt x="213866" y="211956"/>
                                <a:pt x="216245" y="209577"/>
                                <a:pt x="218624" y="209577"/>
                              </a:cubicBezTo>
                              <a:cubicBezTo>
                                <a:pt x="221003" y="209577"/>
                                <a:pt x="224571" y="210766"/>
                                <a:pt x="226950" y="209577"/>
                              </a:cubicBezTo>
                              <a:cubicBezTo>
                                <a:pt x="228139" y="208387"/>
                                <a:pt x="226950" y="203630"/>
                                <a:pt x="228139" y="203630"/>
                              </a:cubicBezTo>
                              <a:cubicBezTo>
                                <a:pt x="230518" y="203630"/>
                                <a:pt x="229329" y="208387"/>
                                <a:pt x="229329" y="210766"/>
                              </a:cubicBezTo>
                              <a:cubicBezTo>
                                <a:pt x="229329" y="211956"/>
                                <a:pt x="225760" y="213145"/>
                                <a:pt x="225760" y="215524"/>
                              </a:cubicBezTo>
                              <a:cubicBezTo>
                                <a:pt x="225760" y="219092"/>
                                <a:pt x="230518" y="219092"/>
                                <a:pt x="232897" y="221471"/>
                              </a:cubicBezTo>
                              <a:cubicBezTo>
                                <a:pt x="235276" y="223850"/>
                                <a:pt x="236466" y="227418"/>
                                <a:pt x="237655" y="229797"/>
                              </a:cubicBezTo>
                              <a:cubicBezTo>
                                <a:pt x="240034" y="232176"/>
                                <a:pt x="242413" y="234555"/>
                                <a:pt x="244792" y="235745"/>
                              </a:cubicBezTo>
                              <a:cubicBezTo>
                                <a:pt x="247170" y="236934"/>
                                <a:pt x="248360" y="236934"/>
                                <a:pt x="250739" y="236934"/>
                              </a:cubicBezTo>
                              <a:lnTo>
                                <a:pt x="255496" y="66845"/>
                              </a:lnTo>
                              <a:cubicBezTo>
                                <a:pt x="255496" y="66845"/>
                                <a:pt x="255496" y="66845"/>
                                <a:pt x="256686" y="66845"/>
                              </a:cubicBezTo>
                              <a:cubicBezTo>
                                <a:pt x="259064" y="63276"/>
                                <a:pt x="255496" y="62087"/>
                                <a:pt x="253117" y="608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5" name="Freeform 1094">
                          <a:extLst>
                            <a:ext uri="{FF2B5EF4-FFF2-40B4-BE49-F238E27FC236}">
                              <a16:creationId xmlns:a16="http://schemas.microsoft.com/office/drawing/2014/main" id="{07FA9ABD-E770-6B98-553D-A4ECB331B2D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72955" y="4305644"/>
                          <a:ext cx="8483" cy="12215"/>
                        </a:xfrm>
                        <a:custGeom>
                          <a:avLst/>
                          <a:gdLst>
                            <a:gd name="connsiteX0" fmla="*/ 3568 w 8483"/>
                            <a:gd name="connsiteY0" fmla="*/ 12082 h 12215"/>
                            <a:gd name="connsiteX1" fmla="*/ 8326 w 8483"/>
                            <a:gd name="connsiteY1" fmla="*/ 6135 h 12215"/>
                            <a:gd name="connsiteX2" fmla="*/ 0 w 8483"/>
                            <a:gd name="connsiteY2" fmla="*/ 188 h 12215"/>
                            <a:gd name="connsiteX3" fmla="*/ 1190 w 8483"/>
                            <a:gd name="connsiteY3" fmla="*/ 6135 h 12215"/>
                            <a:gd name="connsiteX4" fmla="*/ 3568 w 8483"/>
                            <a:gd name="connsiteY4" fmla="*/ 12082 h 1221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8483" h="12215">
                              <a:moveTo>
                                <a:pt x="3568" y="12082"/>
                              </a:moveTo>
                              <a:cubicBezTo>
                                <a:pt x="3568" y="12082"/>
                                <a:pt x="9515" y="8514"/>
                                <a:pt x="8326" y="6135"/>
                              </a:cubicBezTo>
                              <a:cubicBezTo>
                                <a:pt x="7137" y="3756"/>
                                <a:pt x="0" y="-1002"/>
                                <a:pt x="0" y="188"/>
                              </a:cubicBezTo>
                              <a:cubicBezTo>
                                <a:pt x="0" y="1377"/>
                                <a:pt x="1190" y="4945"/>
                                <a:pt x="1190" y="6135"/>
                              </a:cubicBezTo>
                              <a:cubicBezTo>
                                <a:pt x="2379" y="6135"/>
                                <a:pt x="1190" y="13272"/>
                                <a:pt x="3568" y="1208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6" name="Freeform 1095">
                          <a:extLst>
                            <a:ext uri="{FF2B5EF4-FFF2-40B4-BE49-F238E27FC236}">
                              <a16:creationId xmlns:a16="http://schemas.microsoft.com/office/drawing/2014/main" id="{67B5A972-470F-96D8-50DB-8371A32665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73652" y="4319915"/>
                          <a:ext cx="3652" cy="6138"/>
                        </a:xfrm>
                        <a:custGeom>
                          <a:avLst/>
                          <a:gdLst>
                            <a:gd name="connsiteX0" fmla="*/ 493 w 3652"/>
                            <a:gd name="connsiteY0" fmla="*/ 191 h 6138"/>
                            <a:gd name="connsiteX1" fmla="*/ 1682 w 3652"/>
                            <a:gd name="connsiteY1" fmla="*/ 6138 h 6138"/>
                            <a:gd name="connsiteX2" fmla="*/ 2871 w 3652"/>
                            <a:gd name="connsiteY2" fmla="*/ 3759 h 6138"/>
                            <a:gd name="connsiteX3" fmla="*/ 493 w 3652"/>
                            <a:gd name="connsiteY3" fmla="*/ 191 h 613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652" h="6138">
                              <a:moveTo>
                                <a:pt x="493" y="191"/>
                              </a:moveTo>
                              <a:cubicBezTo>
                                <a:pt x="-697" y="1380"/>
                                <a:pt x="493" y="6138"/>
                                <a:pt x="1682" y="6138"/>
                              </a:cubicBezTo>
                              <a:cubicBezTo>
                                <a:pt x="4061" y="6138"/>
                                <a:pt x="4061" y="6138"/>
                                <a:pt x="2871" y="3759"/>
                              </a:cubicBezTo>
                              <a:cubicBezTo>
                                <a:pt x="4061" y="3759"/>
                                <a:pt x="1682" y="-999"/>
                                <a:pt x="493" y="19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097" name="Freeform 1096">
                          <a:extLst>
                            <a:ext uri="{FF2B5EF4-FFF2-40B4-BE49-F238E27FC236}">
                              <a16:creationId xmlns:a16="http://schemas.microsoft.com/office/drawing/2014/main" id="{9D2D727A-D611-A21C-677E-48D7645F54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9949" y="4324730"/>
                          <a:ext cx="9460" cy="14016"/>
                        </a:xfrm>
                        <a:custGeom>
                          <a:avLst/>
                          <a:gdLst>
                            <a:gd name="connsiteX0" fmla="*/ 6839 w 9460"/>
                            <a:gd name="connsiteY0" fmla="*/ 13217 h 14016"/>
                            <a:gd name="connsiteX1" fmla="*/ 9218 w 9460"/>
                            <a:gd name="connsiteY1" fmla="*/ 8459 h 14016"/>
                            <a:gd name="connsiteX2" fmla="*/ 892 w 9460"/>
                            <a:gd name="connsiteY2" fmla="*/ 133 h 14016"/>
                            <a:gd name="connsiteX3" fmla="*/ 892 w 9460"/>
                            <a:gd name="connsiteY3" fmla="*/ 10838 h 14016"/>
                            <a:gd name="connsiteX4" fmla="*/ 6839 w 9460"/>
                            <a:gd name="connsiteY4" fmla="*/ 13217 h 1401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9460" h="14016">
                              <a:moveTo>
                                <a:pt x="6839" y="13217"/>
                              </a:moveTo>
                              <a:cubicBezTo>
                                <a:pt x="6839" y="13217"/>
                                <a:pt x="10408" y="10838"/>
                                <a:pt x="9218" y="8459"/>
                              </a:cubicBezTo>
                              <a:cubicBezTo>
                                <a:pt x="8029" y="6080"/>
                                <a:pt x="2082" y="-1057"/>
                                <a:pt x="892" y="133"/>
                              </a:cubicBezTo>
                              <a:cubicBezTo>
                                <a:pt x="-297" y="1322"/>
                                <a:pt x="-297" y="9648"/>
                                <a:pt x="892" y="10838"/>
                              </a:cubicBezTo>
                              <a:cubicBezTo>
                                <a:pt x="2082" y="12027"/>
                                <a:pt x="4461" y="15595"/>
                                <a:pt x="6839" y="1321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098" name="Freeform 1097">
                        <a:extLst>
                          <a:ext uri="{FF2B5EF4-FFF2-40B4-BE49-F238E27FC236}">
                            <a16:creationId xmlns:a16="http://schemas.microsoft.com/office/drawing/2014/main" id="{2CE2B75C-AFA2-79C5-C956-99F4798CC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65697" y="4089355"/>
                        <a:ext cx="316389" cy="444848"/>
                      </a:xfrm>
                      <a:custGeom>
                        <a:avLst/>
                        <a:gdLst>
                          <a:gd name="connsiteX0" fmla="*/ 316390 w 316389"/>
                          <a:gd name="connsiteY0" fmla="*/ 302116 h 444848"/>
                          <a:gd name="connsiteX1" fmla="*/ 306874 w 316389"/>
                          <a:gd name="connsiteY1" fmla="*/ 300927 h 444848"/>
                          <a:gd name="connsiteX2" fmla="*/ 305685 w 316389"/>
                          <a:gd name="connsiteY2" fmla="*/ 289033 h 444848"/>
                          <a:gd name="connsiteX3" fmla="*/ 302116 w 316389"/>
                          <a:gd name="connsiteY3" fmla="*/ 284275 h 444848"/>
                          <a:gd name="connsiteX4" fmla="*/ 299738 w 316389"/>
                          <a:gd name="connsiteY4" fmla="*/ 279517 h 444848"/>
                          <a:gd name="connsiteX5" fmla="*/ 291412 w 316389"/>
                          <a:gd name="connsiteY5" fmla="*/ 283085 h 444848"/>
                          <a:gd name="connsiteX6" fmla="*/ 283085 w 316389"/>
                          <a:gd name="connsiteY6" fmla="*/ 287843 h 444848"/>
                          <a:gd name="connsiteX7" fmla="*/ 275949 w 316389"/>
                          <a:gd name="connsiteY7" fmla="*/ 286654 h 444848"/>
                          <a:gd name="connsiteX8" fmla="*/ 266433 w 316389"/>
                          <a:gd name="connsiteY8" fmla="*/ 289033 h 444848"/>
                          <a:gd name="connsiteX9" fmla="*/ 243834 w 316389"/>
                          <a:gd name="connsiteY9" fmla="*/ 289033 h 444848"/>
                          <a:gd name="connsiteX10" fmla="*/ 243834 w 316389"/>
                          <a:gd name="connsiteY10" fmla="*/ 299737 h 444848"/>
                          <a:gd name="connsiteX11" fmla="*/ 250971 w 316389"/>
                          <a:gd name="connsiteY11" fmla="*/ 305685 h 444848"/>
                          <a:gd name="connsiteX12" fmla="*/ 255729 w 316389"/>
                          <a:gd name="connsiteY12" fmla="*/ 316389 h 444848"/>
                          <a:gd name="connsiteX13" fmla="*/ 258107 w 316389"/>
                          <a:gd name="connsiteY13" fmla="*/ 323526 h 444848"/>
                          <a:gd name="connsiteX14" fmla="*/ 250971 w 316389"/>
                          <a:gd name="connsiteY14" fmla="*/ 319958 h 444848"/>
                          <a:gd name="connsiteX15" fmla="*/ 234319 w 316389"/>
                          <a:gd name="connsiteY15" fmla="*/ 327095 h 444848"/>
                          <a:gd name="connsiteX16" fmla="*/ 239076 w 316389"/>
                          <a:gd name="connsiteY16" fmla="*/ 344936 h 444848"/>
                          <a:gd name="connsiteX17" fmla="*/ 246213 w 316389"/>
                          <a:gd name="connsiteY17" fmla="*/ 349694 h 444848"/>
                          <a:gd name="connsiteX18" fmla="*/ 252160 w 316389"/>
                          <a:gd name="connsiteY18" fmla="*/ 356831 h 444848"/>
                          <a:gd name="connsiteX19" fmla="*/ 250971 w 316389"/>
                          <a:gd name="connsiteY19" fmla="*/ 396082 h 444848"/>
                          <a:gd name="connsiteX20" fmla="*/ 245024 w 316389"/>
                          <a:gd name="connsiteY20" fmla="*/ 421060 h 444848"/>
                          <a:gd name="connsiteX21" fmla="*/ 236698 w 316389"/>
                          <a:gd name="connsiteY21" fmla="*/ 444849 h 444848"/>
                          <a:gd name="connsiteX22" fmla="*/ 236698 w 316389"/>
                          <a:gd name="connsiteY22" fmla="*/ 443659 h 444848"/>
                          <a:gd name="connsiteX23" fmla="*/ 236698 w 316389"/>
                          <a:gd name="connsiteY23" fmla="*/ 443659 h 444848"/>
                          <a:gd name="connsiteX24" fmla="*/ 230750 w 316389"/>
                          <a:gd name="connsiteY24" fmla="*/ 435333 h 444848"/>
                          <a:gd name="connsiteX25" fmla="*/ 218856 w 316389"/>
                          <a:gd name="connsiteY25" fmla="*/ 435333 h 444848"/>
                          <a:gd name="connsiteX26" fmla="*/ 225993 w 316389"/>
                          <a:gd name="connsiteY26" fmla="*/ 415113 h 444848"/>
                          <a:gd name="connsiteX27" fmla="*/ 234319 w 316389"/>
                          <a:gd name="connsiteY27" fmla="*/ 400839 h 444848"/>
                          <a:gd name="connsiteX28" fmla="*/ 224803 w 316389"/>
                          <a:gd name="connsiteY28" fmla="*/ 399650 h 444848"/>
                          <a:gd name="connsiteX29" fmla="*/ 215288 w 316389"/>
                          <a:gd name="connsiteY29" fmla="*/ 396082 h 444848"/>
                          <a:gd name="connsiteX30" fmla="*/ 199825 w 316389"/>
                          <a:gd name="connsiteY30" fmla="*/ 396082 h 444848"/>
                          <a:gd name="connsiteX31" fmla="*/ 190310 w 316389"/>
                          <a:gd name="connsiteY31" fmla="*/ 392514 h 444848"/>
                          <a:gd name="connsiteX32" fmla="*/ 180794 w 316389"/>
                          <a:gd name="connsiteY32" fmla="*/ 394892 h 444848"/>
                          <a:gd name="connsiteX33" fmla="*/ 160574 w 316389"/>
                          <a:gd name="connsiteY33" fmla="*/ 397271 h 444848"/>
                          <a:gd name="connsiteX34" fmla="*/ 154627 w 316389"/>
                          <a:gd name="connsiteY34" fmla="*/ 390135 h 444848"/>
                          <a:gd name="connsiteX35" fmla="*/ 151058 w 316389"/>
                          <a:gd name="connsiteY35" fmla="*/ 381808 h 444848"/>
                          <a:gd name="connsiteX36" fmla="*/ 146300 w 316389"/>
                          <a:gd name="connsiteY36" fmla="*/ 373483 h 444848"/>
                          <a:gd name="connsiteX37" fmla="*/ 140353 w 316389"/>
                          <a:gd name="connsiteY37" fmla="*/ 366346 h 444848"/>
                          <a:gd name="connsiteX38" fmla="*/ 130838 w 316389"/>
                          <a:gd name="connsiteY38" fmla="*/ 361588 h 444848"/>
                          <a:gd name="connsiteX39" fmla="*/ 123701 w 316389"/>
                          <a:gd name="connsiteY39" fmla="*/ 356831 h 444848"/>
                          <a:gd name="connsiteX40" fmla="*/ 121322 w 316389"/>
                          <a:gd name="connsiteY40" fmla="*/ 347315 h 444848"/>
                          <a:gd name="connsiteX41" fmla="*/ 115375 w 316389"/>
                          <a:gd name="connsiteY41" fmla="*/ 340178 h 444848"/>
                          <a:gd name="connsiteX42" fmla="*/ 105860 w 316389"/>
                          <a:gd name="connsiteY42" fmla="*/ 336610 h 444848"/>
                          <a:gd name="connsiteX43" fmla="*/ 97534 w 316389"/>
                          <a:gd name="connsiteY43" fmla="*/ 333042 h 444848"/>
                          <a:gd name="connsiteX44" fmla="*/ 93965 w 316389"/>
                          <a:gd name="connsiteY44" fmla="*/ 331852 h 444848"/>
                          <a:gd name="connsiteX45" fmla="*/ 91586 w 316389"/>
                          <a:gd name="connsiteY45" fmla="*/ 330663 h 444848"/>
                          <a:gd name="connsiteX46" fmla="*/ 85639 w 316389"/>
                          <a:gd name="connsiteY46" fmla="*/ 324716 h 444848"/>
                          <a:gd name="connsiteX47" fmla="*/ 73745 w 316389"/>
                          <a:gd name="connsiteY47" fmla="*/ 319958 h 444848"/>
                          <a:gd name="connsiteX48" fmla="*/ 61851 w 316389"/>
                          <a:gd name="connsiteY48" fmla="*/ 330663 h 444848"/>
                          <a:gd name="connsiteX49" fmla="*/ 44009 w 316389"/>
                          <a:gd name="connsiteY49" fmla="*/ 323526 h 444848"/>
                          <a:gd name="connsiteX50" fmla="*/ 36872 w 316389"/>
                          <a:gd name="connsiteY50" fmla="*/ 318768 h 444848"/>
                          <a:gd name="connsiteX51" fmla="*/ 30925 w 316389"/>
                          <a:gd name="connsiteY51" fmla="*/ 311632 h 444848"/>
                          <a:gd name="connsiteX52" fmla="*/ 14273 w 316389"/>
                          <a:gd name="connsiteY52" fmla="*/ 302116 h 444848"/>
                          <a:gd name="connsiteX53" fmla="*/ 0 w 316389"/>
                          <a:gd name="connsiteY53" fmla="*/ 293790 h 444848"/>
                          <a:gd name="connsiteX54" fmla="*/ 9515 w 316389"/>
                          <a:gd name="connsiteY54" fmla="*/ 270002 h 444848"/>
                          <a:gd name="connsiteX55" fmla="*/ 14273 w 316389"/>
                          <a:gd name="connsiteY55" fmla="*/ 266433 h 444848"/>
                          <a:gd name="connsiteX56" fmla="*/ 29736 w 316389"/>
                          <a:gd name="connsiteY56" fmla="*/ 261676 h 444848"/>
                          <a:gd name="connsiteX57" fmla="*/ 40441 w 316389"/>
                          <a:gd name="connsiteY57" fmla="*/ 249781 h 444848"/>
                          <a:gd name="connsiteX58" fmla="*/ 49956 w 316389"/>
                          <a:gd name="connsiteY58" fmla="*/ 235508 h 444848"/>
                          <a:gd name="connsiteX59" fmla="*/ 51146 w 316389"/>
                          <a:gd name="connsiteY59" fmla="*/ 231940 h 444848"/>
                          <a:gd name="connsiteX60" fmla="*/ 49956 w 316389"/>
                          <a:gd name="connsiteY60" fmla="*/ 229561 h 444848"/>
                          <a:gd name="connsiteX61" fmla="*/ 47577 w 316389"/>
                          <a:gd name="connsiteY61" fmla="*/ 227182 h 444848"/>
                          <a:gd name="connsiteX62" fmla="*/ 46388 w 316389"/>
                          <a:gd name="connsiteY62" fmla="*/ 223614 h 444848"/>
                          <a:gd name="connsiteX63" fmla="*/ 44009 w 316389"/>
                          <a:gd name="connsiteY63" fmla="*/ 208151 h 444848"/>
                          <a:gd name="connsiteX64" fmla="*/ 44009 w 316389"/>
                          <a:gd name="connsiteY64" fmla="*/ 197446 h 444848"/>
                          <a:gd name="connsiteX65" fmla="*/ 44009 w 316389"/>
                          <a:gd name="connsiteY65" fmla="*/ 186741 h 444848"/>
                          <a:gd name="connsiteX66" fmla="*/ 42820 w 316389"/>
                          <a:gd name="connsiteY66" fmla="*/ 179604 h 444848"/>
                          <a:gd name="connsiteX67" fmla="*/ 45198 w 316389"/>
                          <a:gd name="connsiteY67" fmla="*/ 176036 h 444848"/>
                          <a:gd name="connsiteX68" fmla="*/ 45198 w 316389"/>
                          <a:gd name="connsiteY68" fmla="*/ 171279 h 444848"/>
                          <a:gd name="connsiteX69" fmla="*/ 44009 w 316389"/>
                          <a:gd name="connsiteY69" fmla="*/ 161763 h 444848"/>
                          <a:gd name="connsiteX70" fmla="*/ 46388 w 316389"/>
                          <a:gd name="connsiteY70" fmla="*/ 158195 h 444848"/>
                          <a:gd name="connsiteX71" fmla="*/ 45198 w 316389"/>
                          <a:gd name="connsiteY71" fmla="*/ 154627 h 444848"/>
                          <a:gd name="connsiteX72" fmla="*/ 41630 w 316389"/>
                          <a:gd name="connsiteY72" fmla="*/ 154627 h 444848"/>
                          <a:gd name="connsiteX73" fmla="*/ 36872 w 316389"/>
                          <a:gd name="connsiteY73" fmla="*/ 153437 h 444848"/>
                          <a:gd name="connsiteX74" fmla="*/ 33304 w 316389"/>
                          <a:gd name="connsiteY74" fmla="*/ 141543 h 444848"/>
                          <a:gd name="connsiteX75" fmla="*/ 33304 w 316389"/>
                          <a:gd name="connsiteY75" fmla="*/ 136785 h 444848"/>
                          <a:gd name="connsiteX76" fmla="*/ 38062 w 316389"/>
                          <a:gd name="connsiteY76" fmla="*/ 128459 h 444848"/>
                          <a:gd name="connsiteX77" fmla="*/ 44009 w 316389"/>
                          <a:gd name="connsiteY77" fmla="*/ 102291 h 444848"/>
                          <a:gd name="connsiteX78" fmla="*/ 46388 w 316389"/>
                          <a:gd name="connsiteY78" fmla="*/ 102291 h 444848"/>
                          <a:gd name="connsiteX79" fmla="*/ 53525 w 316389"/>
                          <a:gd name="connsiteY79" fmla="*/ 109428 h 444848"/>
                          <a:gd name="connsiteX80" fmla="*/ 57093 w 316389"/>
                          <a:gd name="connsiteY80" fmla="*/ 120133 h 444848"/>
                          <a:gd name="connsiteX81" fmla="*/ 63040 w 316389"/>
                          <a:gd name="connsiteY81" fmla="*/ 111807 h 444848"/>
                          <a:gd name="connsiteX82" fmla="*/ 60661 w 316389"/>
                          <a:gd name="connsiteY82" fmla="*/ 99912 h 444848"/>
                          <a:gd name="connsiteX83" fmla="*/ 77313 w 316389"/>
                          <a:gd name="connsiteY83" fmla="*/ 83260 h 444848"/>
                          <a:gd name="connsiteX84" fmla="*/ 90397 w 316389"/>
                          <a:gd name="connsiteY84" fmla="*/ 78502 h 444848"/>
                          <a:gd name="connsiteX85" fmla="*/ 90397 w 316389"/>
                          <a:gd name="connsiteY85" fmla="*/ 65419 h 444848"/>
                          <a:gd name="connsiteX86" fmla="*/ 96344 w 316389"/>
                          <a:gd name="connsiteY86" fmla="*/ 55903 h 444848"/>
                          <a:gd name="connsiteX87" fmla="*/ 102291 w 316389"/>
                          <a:gd name="connsiteY87" fmla="*/ 45198 h 444848"/>
                          <a:gd name="connsiteX88" fmla="*/ 127270 w 316389"/>
                          <a:gd name="connsiteY88" fmla="*/ 36872 h 444848"/>
                          <a:gd name="connsiteX89" fmla="*/ 124891 w 316389"/>
                          <a:gd name="connsiteY89" fmla="*/ 45198 h 444848"/>
                          <a:gd name="connsiteX90" fmla="*/ 128459 w 316389"/>
                          <a:gd name="connsiteY90" fmla="*/ 45198 h 444848"/>
                          <a:gd name="connsiteX91" fmla="*/ 130838 w 316389"/>
                          <a:gd name="connsiteY91" fmla="*/ 29736 h 444848"/>
                          <a:gd name="connsiteX92" fmla="*/ 137974 w 316389"/>
                          <a:gd name="connsiteY92" fmla="*/ 30925 h 444848"/>
                          <a:gd name="connsiteX93" fmla="*/ 145111 w 316389"/>
                          <a:gd name="connsiteY93" fmla="*/ 28546 h 444848"/>
                          <a:gd name="connsiteX94" fmla="*/ 160574 w 316389"/>
                          <a:gd name="connsiteY94" fmla="*/ 24978 h 444848"/>
                          <a:gd name="connsiteX95" fmla="*/ 178415 w 316389"/>
                          <a:gd name="connsiteY95" fmla="*/ 9515 h 444848"/>
                          <a:gd name="connsiteX96" fmla="*/ 193878 w 316389"/>
                          <a:gd name="connsiteY96" fmla="*/ 4758 h 444848"/>
                          <a:gd name="connsiteX97" fmla="*/ 201014 w 316389"/>
                          <a:gd name="connsiteY97" fmla="*/ 0 h 444848"/>
                          <a:gd name="connsiteX98" fmla="*/ 208151 w 316389"/>
                          <a:gd name="connsiteY98" fmla="*/ 3568 h 444848"/>
                          <a:gd name="connsiteX99" fmla="*/ 204583 w 316389"/>
                          <a:gd name="connsiteY99" fmla="*/ 15463 h 444848"/>
                          <a:gd name="connsiteX100" fmla="*/ 180794 w 316389"/>
                          <a:gd name="connsiteY100" fmla="*/ 32115 h 444848"/>
                          <a:gd name="connsiteX101" fmla="*/ 166521 w 316389"/>
                          <a:gd name="connsiteY101" fmla="*/ 45198 h 444848"/>
                          <a:gd name="connsiteX102" fmla="*/ 157005 w 316389"/>
                          <a:gd name="connsiteY102" fmla="*/ 72555 h 444848"/>
                          <a:gd name="connsiteX103" fmla="*/ 155816 w 316389"/>
                          <a:gd name="connsiteY103" fmla="*/ 85639 h 444848"/>
                          <a:gd name="connsiteX104" fmla="*/ 162953 w 316389"/>
                          <a:gd name="connsiteY104" fmla="*/ 88018 h 444848"/>
                          <a:gd name="connsiteX105" fmla="*/ 165331 w 316389"/>
                          <a:gd name="connsiteY105" fmla="*/ 93965 h 444848"/>
                          <a:gd name="connsiteX106" fmla="*/ 172468 w 316389"/>
                          <a:gd name="connsiteY106" fmla="*/ 107049 h 444848"/>
                          <a:gd name="connsiteX107" fmla="*/ 174847 w 316389"/>
                          <a:gd name="connsiteY107" fmla="*/ 121322 h 444848"/>
                          <a:gd name="connsiteX108" fmla="*/ 186741 w 316389"/>
                          <a:gd name="connsiteY108" fmla="*/ 141543 h 444848"/>
                          <a:gd name="connsiteX109" fmla="*/ 201014 w 316389"/>
                          <a:gd name="connsiteY109" fmla="*/ 142732 h 444848"/>
                          <a:gd name="connsiteX110" fmla="*/ 216477 w 316389"/>
                          <a:gd name="connsiteY110" fmla="*/ 142732 h 444848"/>
                          <a:gd name="connsiteX111" fmla="*/ 231940 w 316389"/>
                          <a:gd name="connsiteY111" fmla="*/ 143921 h 444848"/>
                          <a:gd name="connsiteX112" fmla="*/ 241455 w 316389"/>
                          <a:gd name="connsiteY112" fmla="*/ 152248 h 444848"/>
                          <a:gd name="connsiteX113" fmla="*/ 252160 w 316389"/>
                          <a:gd name="connsiteY113" fmla="*/ 161763 h 444848"/>
                          <a:gd name="connsiteX114" fmla="*/ 267623 w 316389"/>
                          <a:gd name="connsiteY114" fmla="*/ 164142 h 444848"/>
                          <a:gd name="connsiteX115" fmla="*/ 281896 w 316389"/>
                          <a:gd name="connsiteY115" fmla="*/ 166521 h 444848"/>
                          <a:gd name="connsiteX116" fmla="*/ 294980 w 316389"/>
                          <a:gd name="connsiteY116" fmla="*/ 162952 h 444848"/>
                          <a:gd name="connsiteX117" fmla="*/ 303306 w 316389"/>
                          <a:gd name="connsiteY117" fmla="*/ 171279 h 444848"/>
                          <a:gd name="connsiteX118" fmla="*/ 299738 w 316389"/>
                          <a:gd name="connsiteY118" fmla="*/ 184362 h 444848"/>
                          <a:gd name="connsiteX119" fmla="*/ 296169 w 316389"/>
                          <a:gd name="connsiteY119" fmla="*/ 190310 h 444848"/>
                          <a:gd name="connsiteX120" fmla="*/ 287843 w 316389"/>
                          <a:gd name="connsiteY120" fmla="*/ 193878 h 444848"/>
                          <a:gd name="connsiteX121" fmla="*/ 291412 w 316389"/>
                          <a:gd name="connsiteY121" fmla="*/ 208151 h 444848"/>
                          <a:gd name="connsiteX122" fmla="*/ 292601 w 316389"/>
                          <a:gd name="connsiteY122" fmla="*/ 223614 h 444848"/>
                          <a:gd name="connsiteX123" fmla="*/ 297359 w 316389"/>
                          <a:gd name="connsiteY123" fmla="*/ 236698 h 444848"/>
                          <a:gd name="connsiteX124" fmla="*/ 298548 w 316389"/>
                          <a:gd name="connsiteY124" fmla="*/ 260486 h 444848"/>
                          <a:gd name="connsiteX125" fmla="*/ 304495 w 316389"/>
                          <a:gd name="connsiteY125" fmla="*/ 270002 h 444848"/>
                          <a:gd name="connsiteX126" fmla="*/ 306874 w 316389"/>
                          <a:gd name="connsiteY126" fmla="*/ 280706 h 444848"/>
                          <a:gd name="connsiteX127" fmla="*/ 316390 w 316389"/>
                          <a:gd name="connsiteY127" fmla="*/ 302116 h 4448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  <a:cxn ang="0">
                            <a:pos x="connsiteX63" y="connsiteY63"/>
                          </a:cxn>
                          <a:cxn ang="0">
                            <a:pos x="connsiteX64" y="connsiteY64"/>
                          </a:cxn>
                          <a:cxn ang="0">
                            <a:pos x="connsiteX65" y="connsiteY65"/>
                          </a:cxn>
                          <a:cxn ang="0">
                            <a:pos x="connsiteX66" y="connsiteY66"/>
                          </a:cxn>
                          <a:cxn ang="0">
                            <a:pos x="connsiteX67" y="connsiteY67"/>
                          </a:cxn>
                          <a:cxn ang="0">
                            <a:pos x="connsiteX68" y="connsiteY68"/>
                          </a:cxn>
                          <a:cxn ang="0">
                            <a:pos x="connsiteX69" y="connsiteY69"/>
                          </a:cxn>
                          <a:cxn ang="0">
                            <a:pos x="connsiteX70" y="connsiteY70"/>
                          </a:cxn>
                          <a:cxn ang="0">
                            <a:pos x="connsiteX71" y="connsiteY71"/>
                          </a:cxn>
                          <a:cxn ang="0">
                            <a:pos x="connsiteX72" y="connsiteY72"/>
                          </a:cxn>
                          <a:cxn ang="0">
                            <a:pos x="connsiteX73" y="connsiteY73"/>
                          </a:cxn>
                          <a:cxn ang="0">
                            <a:pos x="connsiteX74" y="connsiteY74"/>
                          </a:cxn>
                          <a:cxn ang="0">
                            <a:pos x="connsiteX75" y="connsiteY75"/>
                          </a:cxn>
                          <a:cxn ang="0">
                            <a:pos x="connsiteX76" y="connsiteY76"/>
                          </a:cxn>
                          <a:cxn ang="0">
                            <a:pos x="connsiteX77" y="connsiteY77"/>
                          </a:cxn>
                          <a:cxn ang="0">
                            <a:pos x="connsiteX78" y="connsiteY78"/>
                          </a:cxn>
                          <a:cxn ang="0">
                            <a:pos x="connsiteX79" y="connsiteY79"/>
                          </a:cxn>
                          <a:cxn ang="0">
                            <a:pos x="connsiteX80" y="connsiteY80"/>
                          </a:cxn>
                          <a:cxn ang="0">
                            <a:pos x="connsiteX81" y="connsiteY81"/>
                          </a:cxn>
                          <a:cxn ang="0">
                            <a:pos x="connsiteX82" y="connsiteY82"/>
                          </a:cxn>
                          <a:cxn ang="0">
                            <a:pos x="connsiteX83" y="connsiteY83"/>
                          </a:cxn>
                          <a:cxn ang="0">
                            <a:pos x="connsiteX84" y="connsiteY84"/>
                          </a:cxn>
                          <a:cxn ang="0">
                            <a:pos x="connsiteX85" y="connsiteY85"/>
                          </a:cxn>
                          <a:cxn ang="0">
                            <a:pos x="connsiteX86" y="connsiteY86"/>
                          </a:cxn>
                          <a:cxn ang="0">
                            <a:pos x="connsiteX87" y="connsiteY87"/>
                          </a:cxn>
                          <a:cxn ang="0">
                            <a:pos x="connsiteX88" y="connsiteY88"/>
                          </a:cxn>
                          <a:cxn ang="0">
                            <a:pos x="connsiteX89" y="connsiteY89"/>
                          </a:cxn>
                          <a:cxn ang="0">
                            <a:pos x="connsiteX90" y="connsiteY90"/>
                          </a:cxn>
                          <a:cxn ang="0">
                            <a:pos x="connsiteX91" y="connsiteY91"/>
                          </a:cxn>
                          <a:cxn ang="0">
                            <a:pos x="connsiteX92" y="connsiteY92"/>
                          </a:cxn>
                          <a:cxn ang="0">
                            <a:pos x="connsiteX93" y="connsiteY93"/>
                          </a:cxn>
                          <a:cxn ang="0">
                            <a:pos x="connsiteX94" y="connsiteY94"/>
                          </a:cxn>
                          <a:cxn ang="0">
                            <a:pos x="connsiteX95" y="connsiteY95"/>
                          </a:cxn>
                          <a:cxn ang="0">
                            <a:pos x="connsiteX96" y="connsiteY96"/>
                          </a:cxn>
                          <a:cxn ang="0">
                            <a:pos x="connsiteX97" y="connsiteY97"/>
                          </a:cxn>
                          <a:cxn ang="0">
                            <a:pos x="connsiteX98" y="connsiteY98"/>
                          </a:cxn>
                          <a:cxn ang="0">
                            <a:pos x="connsiteX99" y="connsiteY99"/>
                          </a:cxn>
                          <a:cxn ang="0">
                            <a:pos x="connsiteX100" y="connsiteY100"/>
                          </a:cxn>
                          <a:cxn ang="0">
                            <a:pos x="connsiteX101" y="connsiteY101"/>
                          </a:cxn>
                          <a:cxn ang="0">
                            <a:pos x="connsiteX102" y="connsiteY102"/>
                          </a:cxn>
                          <a:cxn ang="0">
                            <a:pos x="connsiteX103" y="connsiteY103"/>
                          </a:cxn>
                          <a:cxn ang="0">
                            <a:pos x="connsiteX104" y="connsiteY104"/>
                          </a:cxn>
                          <a:cxn ang="0">
                            <a:pos x="connsiteX105" y="connsiteY105"/>
                          </a:cxn>
                          <a:cxn ang="0">
                            <a:pos x="connsiteX106" y="connsiteY106"/>
                          </a:cxn>
                          <a:cxn ang="0">
                            <a:pos x="connsiteX107" y="connsiteY107"/>
                          </a:cxn>
                          <a:cxn ang="0">
                            <a:pos x="connsiteX108" y="connsiteY108"/>
                          </a:cxn>
                          <a:cxn ang="0">
                            <a:pos x="connsiteX109" y="connsiteY109"/>
                          </a:cxn>
                          <a:cxn ang="0">
                            <a:pos x="connsiteX110" y="connsiteY110"/>
                          </a:cxn>
                          <a:cxn ang="0">
                            <a:pos x="connsiteX111" y="connsiteY111"/>
                          </a:cxn>
                          <a:cxn ang="0">
                            <a:pos x="connsiteX112" y="connsiteY112"/>
                          </a:cxn>
                          <a:cxn ang="0">
                            <a:pos x="connsiteX113" y="connsiteY113"/>
                          </a:cxn>
                          <a:cxn ang="0">
                            <a:pos x="connsiteX114" y="connsiteY114"/>
                          </a:cxn>
                          <a:cxn ang="0">
                            <a:pos x="connsiteX115" y="connsiteY115"/>
                          </a:cxn>
                          <a:cxn ang="0">
                            <a:pos x="connsiteX116" y="connsiteY116"/>
                          </a:cxn>
                          <a:cxn ang="0">
                            <a:pos x="connsiteX117" y="connsiteY117"/>
                          </a:cxn>
                          <a:cxn ang="0">
                            <a:pos x="connsiteX118" y="connsiteY118"/>
                          </a:cxn>
                          <a:cxn ang="0">
                            <a:pos x="connsiteX119" y="connsiteY119"/>
                          </a:cxn>
                          <a:cxn ang="0">
                            <a:pos x="connsiteX120" y="connsiteY120"/>
                          </a:cxn>
                          <a:cxn ang="0">
                            <a:pos x="connsiteX121" y="connsiteY121"/>
                          </a:cxn>
                          <a:cxn ang="0">
                            <a:pos x="connsiteX122" y="connsiteY122"/>
                          </a:cxn>
                          <a:cxn ang="0">
                            <a:pos x="connsiteX123" y="connsiteY123"/>
                          </a:cxn>
                          <a:cxn ang="0">
                            <a:pos x="connsiteX124" y="connsiteY124"/>
                          </a:cxn>
                          <a:cxn ang="0">
                            <a:pos x="connsiteX125" y="connsiteY125"/>
                          </a:cxn>
                          <a:cxn ang="0">
                            <a:pos x="connsiteX126" y="connsiteY126"/>
                          </a:cxn>
                          <a:cxn ang="0">
                            <a:pos x="connsiteX127" y="connsiteY127"/>
                          </a:cxn>
                        </a:cxnLst>
                        <a:rect l="l" t="t" r="r" b="b"/>
                        <a:pathLst>
                          <a:path w="316389" h="444848">
                            <a:moveTo>
                              <a:pt x="316390" y="302116"/>
                            </a:moveTo>
                            <a:cubicBezTo>
                              <a:pt x="312821" y="302116"/>
                              <a:pt x="309253" y="302116"/>
                              <a:pt x="306874" y="300927"/>
                            </a:cubicBezTo>
                            <a:cubicBezTo>
                              <a:pt x="306874" y="297359"/>
                              <a:pt x="308064" y="292601"/>
                              <a:pt x="305685" y="289033"/>
                            </a:cubicBezTo>
                            <a:cubicBezTo>
                              <a:pt x="304495" y="287843"/>
                              <a:pt x="303306" y="286654"/>
                              <a:pt x="302116" y="284275"/>
                            </a:cubicBezTo>
                            <a:cubicBezTo>
                              <a:pt x="300927" y="283085"/>
                              <a:pt x="300927" y="280706"/>
                              <a:pt x="299738" y="279517"/>
                            </a:cubicBezTo>
                            <a:cubicBezTo>
                              <a:pt x="297359" y="280706"/>
                              <a:pt x="293790" y="281896"/>
                              <a:pt x="291412" y="283085"/>
                            </a:cubicBezTo>
                            <a:cubicBezTo>
                              <a:pt x="289033" y="284275"/>
                              <a:pt x="286654" y="289033"/>
                              <a:pt x="283085" y="287843"/>
                            </a:cubicBezTo>
                            <a:cubicBezTo>
                              <a:pt x="278328" y="286654"/>
                              <a:pt x="280707" y="284275"/>
                              <a:pt x="275949" y="286654"/>
                            </a:cubicBezTo>
                            <a:cubicBezTo>
                              <a:pt x="272381" y="287843"/>
                              <a:pt x="271191" y="289033"/>
                              <a:pt x="266433" y="289033"/>
                            </a:cubicBezTo>
                            <a:cubicBezTo>
                              <a:pt x="262865" y="289033"/>
                              <a:pt x="247402" y="286654"/>
                              <a:pt x="243834" y="289033"/>
                            </a:cubicBezTo>
                            <a:cubicBezTo>
                              <a:pt x="242645" y="290222"/>
                              <a:pt x="243834" y="298548"/>
                              <a:pt x="243834" y="299737"/>
                            </a:cubicBezTo>
                            <a:cubicBezTo>
                              <a:pt x="245024" y="304495"/>
                              <a:pt x="246213" y="304495"/>
                              <a:pt x="250971" y="305685"/>
                            </a:cubicBezTo>
                            <a:cubicBezTo>
                              <a:pt x="255729" y="306874"/>
                              <a:pt x="264055" y="314011"/>
                              <a:pt x="255729" y="316389"/>
                            </a:cubicBezTo>
                            <a:cubicBezTo>
                              <a:pt x="256918" y="317579"/>
                              <a:pt x="260486" y="322337"/>
                              <a:pt x="258107" y="323526"/>
                            </a:cubicBezTo>
                            <a:cubicBezTo>
                              <a:pt x="255729" y="324716"/>
                              <a:pt x="253350" y="319958"/>
                              <a:pt x="250971" y="319958"/>
                            </a:cubicBezTo>
                            <a:cubicBezTo>
                              <a:pt x="245024" y="319958"/>
                              <a:pt x="240266" y="324716"/>
                              <a:pt x="234319" y="327095"/>
                            </a:cubicBezTo>
                            <a:cubicBezTo>
                              <a:pt x="233129" y="331852"/>
                              <a:pt x="236698" y="341368"/>
                              <a:pt x="239076" y="344936"/>
                            </a:cubicBezTo>
                            <a:cubicBezTo>
                              <a:pt x="240266" y="347315"/>
                              <a:pt x="243834" y="348504"/>
                              <a:pt x="246213" y="349694"/>
                            </a:cubicBezTo>
                            <a:cubicBezTo>
                              <a:pt x="248592" y="352072"/>
                              <a:pt x="250971" y="354452"/>
                              <a:pt x="252160" y="356831"/>
                            </a:cubicBezTo>
                            <a:cubicBezTo>
                              <a:pt x="260486" y="368725"/>
                              <a:pt x="253350" y="384187"/>
                              <a:pt x="250971" y="396082"/>
                            </a:cubicBezTo>
                            <a:cubicBezTo>
                              <a:pt x="248592" y="404408"/>
                              <a:pt x="247402" y="413923"/>
                              <a:pt x="245024" y="421060"/>
                            </a:cubicBezTo>
                            <a:cubicBezTo>
                              <a:pt x="242645" y="427007"/>
                              <a:pt x="241455" y="438901"/>
                              <a:pt x="236698" y="444849"/>
                            </a:cubicBezTo>
                            <a:cubicBezTo>
                              <a:pt x="236698" y="444849"/>
                              <a:pt x="236698" y="444849"/>
                              <a:pt x="236698" y="443659"/>
                            </a:cubicBezTo>
                            <a:cubicBezTo>
                              <a:pt x="236698" y="443659"/>
                              <a:pt x="236698" y="443659"/>
                              <a:pt x="236698" y="443659"/>
                            </a:cubicBezTo>
                            <a:cubicBezTo>
                              <a:pt x="235508" y="440091"/>
                              <a:pt x="234319" y="437712"/>
                              <a:pt x="230750" y="435333"/>
                            </a:cubicBezTo>
                            <a:cubicBezTo>
                              <a:pt x="225993" y="432954"/>
                              <a:pt x="223614" y="435333"/>
                              <a:pt x="218856" y="435333"/>
                            </a:cubicBezTo>
                            <a:cubicBezTo>
                              <a:pt x="215288" y="428197"/>
                              <a:pt x="224803" y="422249"/>
                              <a:pt x="225993" y="415113"/>
                            </a:cubicBezTo>
                            <a:cubicBezTo>
                              <a:pt x="229561" y="412734"/>
                              <a:pt x="234319" y="405597"/>
                              <a:pt x="234319" y="400839"/>
                            </a:cubicBezTo>
                            <a:cubicBezTo>
                              <a:pt x="229561" y="400839"/>
                              <a:pt x="229561" y="403218"/>
                              <a:pt x="224803" y="399650"/>
                            </a:cubicBezTo>
                            <a:cubicBezTo>
                              <a:pt x="221235" y="397271"/>
                              <a:pt x="220045" y="396082"/>
                              <a:pt x="215288" y="396082"/>
                            </a:cubicBezTo>
                            <a:cubicBezTo>
                              <a:pt x="215288" y="388945"/>
                              <a:pt x="203393" y="397271"/>
                              <a:pt x="199825" y="396082"/>
                            </a:cubicBezTo>
                            <a:cubicBezTo>
                              <a:pt x="197446" y="394892"/>
                              <a:pt x="193878" y="392514"/>
                              <a:pt x="190310" y="392514"/>
                            </a:cubicBezTo>
                            <a:cubicBezTo>
                              <a:pt x="186741" y="392514"/>
                              <a:pt x="184362" y="393703"/>
                              <a:pt x="180794" y="394892"/>
                            </a:cubicBezTo>
                            <a:cubicBezTo>
                              <a:pt x="176036" y="397271"/>
                              <a:pt x="166521" y="398461"/>
                              <a:pt x="160574" y="397271"/>
                            </a:cubicBezTo>
                            <a:cubicBezTo>
                              <a:pt x="155816" y="396082"/>
                              <a:pt x="155816" y="394892"/>
                              <a:pt x="154627" y="390135"/>
                            </a:cubicBezTo>
                            <a:cubicBezTo>
                              <a:pt x="154627" y="386566"/>
                              <a:pt x="154627" y="385377"/>
                              <a:pt x="151058" y="381808"/>
                            </a:cubicBezTo>
                            <a:cubicBezTo>
                              <a:pt x="147490" y="378240"/>
                              <a:pt x="147490" y="378240"/>
                              <a:pt x="146300" y="373483"/>
                            </a:cubicBezTo>
                            <a:cubicBezTo>
                              <a:pt x="145111" y="368725"/>
                              <a:pt x="143922" y="368725"/>
                              <a:pt x="140353" y="366346"/>
                            </a:cubicBezTo>
                            <a:cubicBezTo>
                              <a:pt x="136785" y="363967"/>
                              <a:pt x="135596" y="362778"/>
                              <a:pt x="130838" y="361588"/>
                            </a:cubicBezTo>
                            <a:cubicBezTo>
                              <a:pt x="126080" y="360399"/>
                              <a:pt x="126080" y="360399"/>
                              <a:pt x="123701" y="356831"/>
                            </a:cubicBezTo>
                            <a:cubicBezTo>
                              <a:pt x="122512" y="353262"/>
                              <a:pt x="122512" y="349694"/>
                              <a:pt x="121322" y="347315"/>
                            </a:cubicBezTo>
                            <a:cubicBezTo>
                              <a:pt x="120133" y="344936"/>
                              <a:pt x="116564" y="342557"/>
                              <a:pt x="115375" y="340178"/>
                            </a:cubicBezTo>
                            <a:cubicBezTo>
                              <a:pt x="111807" y="337799"/>
                              <a:pt x="110617" y="337799"/>
                              <a:pt x="105860" y="336610"/>
                            </a:cubicBezTo>
                            <a:cubicBezTo>
                              <a:pt x="102291" y="335420"/>
                              <a:pt x="101102" y="334231"/>
                              <a:pt x="97534" y="333042"/>
                            </a:cubicBezTo>
                            <a:cubicBezTo>
                              <a:pt x="96344" y="333042"/>
                              <a:pt x="95155" y="331852"/>
                              <a:pt x="93965" y="331852"/>
                            </a:cubicBezTo>
                            <a:cubicBezTo>
                              <a:pt x="92776" y="331852"/>
                              <a:pt x="91586" y="331852"/>
                              <a:pt x="91586" y="330663"/>
                            </a:cubicBezTo>
                            <a:cubicBezTo>
                              <a:pt x="89208" y="329473"/>
                              <a:pt x="88018" y="327095"/>
                              <a:pt x="85639" y="324716"/>
                            </a:cubicBezTo>
                            <a:cubicBezTo>
                              <a:pt x="82071" y="322337"/>
                              <a:pt x="77313" y="319958"/>
                              <a:pt x="73745" y="319958"/>
                            </a:cubicBezTo>
                            <a:cubicBezTo>
                              <a:pt x="72555" y="325905"/>
                              <a:pt x="68987" y="331852"/>
                              <a:pt x="61851" y="330663"/>
                            </a:cubicBezTo>
                            <a:cubicBezTo>
                              <a:pt x="55903" y="329473"/>
                              <a:pt x="49956" y="325905"/>
                              <a:pt x="44009" y="323526"/>
                            </a:cubicBezTo>
                            <a:cubicBezTo>
                              <a:pt x="40441" y="322337"/>
                              <a:pt x="39251" y="322337"/>
                              <a:pt x="36872" y="318768"/>
                            </a:cubicBezTo>
                            <a:cubicBezTo>
                              <a:pt x="34494" y="315200"/>
                              <a:pt x="34494" y="314011"/>
                              <a:pt x="30925" y="311632"/>
                            </a:cubicBezTo>
                            <a:cubicBezTo>
                              <a:pt x="26168" y="308064"/>
                              <a:pt x="19031" y="305685"/>
                              <a:pt x="14273" y="302116"/>
                            </a:cubicBezTo>
                            <a:cubicBezTo>
                              <a:pt x="9515" y="298548"/>
                              <a:pt x="4758" y="294980"/>
                              <a:pt x="0" y="293790"/>
                            </a:cubicBezTo>
                            <a:cubicBezTo>
                              <a:pt x="3568" y="286654"/>
                              <a:pt x="4758" y="277138"/>
                              <a:pt x="9515" y="270002"/>
                            </a:cubicBezTo>
                            <a:cubicBezTo>
                              <a:pt x="11894" y="266433"/>
                              <a:pt x="13084" y="266433"/>
                              <a:pt x="14273" y="266433"/>
                            </a:cubicBezTo>
                            <a:cubicBezTo>
                              <a:pt x="19031" y="266433"/>
                              <a:pt x="24978" y="264054"/>
                              <a:pt x="29736" y="261676"/>
                            </a:cubicBezTo>
                            <a:cubicBezTo>
                              <a:pt x="33304" y="259297"/>
                              <a:pt x="38062" y="253350"/>
                              <a:pt x="40441" y="249781"/>
                            </a:cubicBezTo>
                            <a:cubicBezTo>
                              <a:pt x="44009" y="245023"/>
                              <a:pt x="47577" y="241455"/>
                              <a:pt x="49956" y="235508"/>
                            </a:cubicBezTo>
                            <a:cubicBezTo>
                              <a:pt x="49956" y="234318"/>
                              <a:pt x="51146" y="233129"/>
                              <a:pt x="51146" y="231940"/>
                            </a:cubicBezTo>
                            <a:cubicBezTo>
                              <a:pt x="51146" y="229561"/>
                              <a:pt x="51146" y="228371"/>
                              <a:pt x="49956" y="229561"/>
                            </a:cubicBezTo>
                            <a:cubicBezTo>
                              <a:pt x="49956" y="229561"/>
                              <a:pt x="47577" y="227182"/>
                              <a:pt x="47577" y="227182"/>
                            </a:cubicBezTo>
                            <a:cubicBezTo>
                              <a:pt x="46388" y="227182"/>
                              <a:pt x="47577" y="224803"/>
                              <a:pt x="46388" y="223614"/>
                            </a:cubicBezTo>
                            <a:cubicBezTo>
                              <a:pt x="38062" y="222424"/>
                              <a:pt x="44009" y="210530"/>
                              <a:pt x="44009" y="208151"/>
                            </a:cubicBezTo>
                            <a:cubicBezTo>
                              <a:pt x="45198" y="204583"/>
                              <a:pt x="44009" y="201014"/>
                              <a:pt x="44009" y="197446"/>
                            </a:cubicBezTo>
                            <a:cubicBezTo>
                              <a:pt x="44009" y="193878"/>
                              <a:pt x="45198" y="190310"/>
                              <a:pt x="44009" y="186741"/>
                            </a:cubicBezTo>
                            <a:cubicBezTo>
                              <a:pt x="42820" y="183173"/>
                              <a:pt x="40441" y="184362"/>
                              <a:pt x="42820" y="179604"/>
                            </a:cubicBezTo>
                            <a:cubicBezTo>
                              <a:pt x="44009" y="177226"/>
                              <a:pt x="44009" y="179604"/>
                              <a:pt x="45198" y="176036"/>
                            </a:cubicBezTo>
                            <a:cubicBezTo>
                              <a:pt x="45198" y="174847"/>
                              <a:pt x="45198" y="172468"/>
                              <a:pt x="45198" y="171279"/>
                            </a:cubicBezTo>
                            <a:cubicBezTo>
                              <a:pt x="45198" y="167710"/>
                              <a:pt x="42820" y="165331"/>
                              <a:pt x="44009" y="161763"/>
                            </a:cubicBezTo>
                            <a:cubicBezTo>
                              <a:pt x="44009" y="160574"/>
                              <a:pt x="46388" y="160574"/>
                              <a:pt x="46388" y="158195"/>
                            </a:cubicBezTo>
                            <a:cubicBezTo>
                              <a:pt x="46388" y="157005"/>
                              <a:pt x="45198" y="155816"/>
                              <a:pt x="45198" y="154627"/>
                            </a:cubicBezTo>
                            <a:cubicBezTo>
                              <a:pt x="44009" y="154627"/>
                              <a:pt x="42820" y="154627"/>
                              <a:pt x="41630" y="154627"/>
                            </a:cubicBezTo>
                            <a:cubicBezTo>
                              <a:pt x="35683" y="157005"/>
                              <a:pt x="36872" y="153437"/>
                              <a:pt x="36872" y="153437"/>
                            </a:cubicBezTo>
                            <a:cubicBezTo>
                              <a:pt x="39251" y="148679"/>
                              <a:pt x="34494" y="146300"/>
                              <a:pt x="33304" y="141543"/>
                            </a:cubicBezTo>
                            <a:cubicBezTo>
                              <a:pt x="33304" y="140353"/>
                              <a:pt x="33304" y="139164"/>
                              <a:pt x="33304" y="136785"/>
                            </a:cubicBezTo>
                            <a:cubicBezTo>
                              <a:pt x="33304" y="133217"/>
                              <a:pt x="35683" y="130838"/>
                              <a:pt x="38062" y="128459"/>
                            </a:cubicBezTo>
                            <a:cubicBezTo>
                              <a:pt x="46388" y="118944"/>
                              <a:pt x="35683" y="109428"/>
                              <a:pt x="44009" y="102291"/>
                            </a:cubicBezTo>
                            <a:cubicBezTo>
                              <a:pt x="44009" y="102291"/>
                              <a:pt x="45198" y="102291"/>
                              <a:pt x="46388" y="102291"/>
                            </a:cubicBezTo>
                            <a:cubicBezTo>
                              <a:pt x="48767" y="103481"/>
                              <a:pt x="52335" y="108238"/>
                              <a:pt x="53525" y="109428"/>
                            </a:cubicBezTo>
                            <a:cubicBezTo>
                              <a:pt x="54714" y="111807"/>
                              <a:pt x="54714" y="117754"/>
                              <a:pt x="57093" y="120133"/>
                            </a:cubicBezTo>
                            <a:cubicBezTo>
                              <a:pt x="61851" y="122512"/>
                              <a:pt x="63040" y="115375"/>
                              <a:pt x="63040" y="111807"/>
                            </a:cubicBezTo>
                            <a:cubicBezTo>
                              <a:pt x="63040" y="107049"/>
                              <a:pt x="58282" y="105860"/>
                              <a:pt x="60661" y="99912"/>
                            </a:cubicBezTo>
                            <a:cubicBezTo>
                              <a:pt x="63040" y="93965"/>
                              <a:pt x="71366" y="88018"/>
                              <a:pt x="77313" y="83260"/>
                            </a:cubicBezTo>
                            <a:cubicBezTo>
                              <a:pt x="80881" y="80881"/>
                              <a:pt x="86829" y="82071"/>
                              <a:pt x="90397" y="78502"/>
                            </a:cubicBezTo>
                            <a:cubicBezTo>
                              <a:pt x="95155" y="73745"/>
                              <a:pt x="90397" y="70177"/>
                              <a:pt x="90397" y="65419"/>
                            </a:cubicBezTo>
                            <a:cubicBezTo>
                              <a:pt x="90397" y="60661"/>
                              <a:pt x="93965" y="59472"/>
                              <a:pt x="96344" y="55903"/>
                            </a:cubicBezTo>
                            <a:cubicBezTo>
                              <a:pt x="98723" y="52335"/>
                              <a:pt x="99912" y="48767"/>
                              <a:pt x="102291" y="45198"/>
                            </a:cubicBezTo>
                            <a:cubicBezTo>
                              <a:pt x="108238" y="36872"/>
                              <a:pt x="123701" y="27357"/>
                              <a:pt x="127270" y="36872"/>
                            </a:cubicBezTo>
                            <a:cubicBezTo>
                              <a:pt x="128459" y="39251"/>
                              <a:pt x="123701" y="42819"/>
                              <a:pt x="124891" y="45198"/>
                            </a:cubicBezTo>
                            <a:cubicBezTo>
                              <a:pt x="126080" y="46388"/>
                              <a:pt x="128459" y="46388"/>
                              <a:pt x="128459" y="45198"/>
                            </a:cubicBezTo>
                            <a:cubicBezTo>
                              <a:pt x="132027" y="41630"/>
                              <a:pt x="127270" y="33304"/>
                              <a:pt x="130838" y="29736"/>
                            </a:cubicBezTo>
                            <a:cubicBezTo>
                              <a:pt x="133217" y="27357"/>
                              <a:pt x="135596" y="30925"/>
                              <a:pt x="137974" y="30925"/>
                            </a:cubicBezTo>
                            <a:cubicBezTo>
                              <a:pt x="141543" y="30925"/>
                              <a:pt x="142732" y="29736"/>
                              <a:pt x="145111" y="28546"/>
                            </a:cubicBezTo>
                            <a:cubicBezTo>
                              <a:pt x="151058" y="27357"/>
                              <a:pt x="154627" y="27357"/>
                              <a:pt x="160574" y="24978"/>
                            </a:cubicBezTo>
                            <a:cubicBezTo>
                              <a:pt x="165331" y="22599"/>
                              <a:pt x="177226" y="16652"/>
                              <a:pt x="178415" y="9515"/>
                            </a:cubicBezTo>
                            <a:cubicBezTo>
                              <a:pt x="179605" y="3568"/>
                              <a:pt x="189120" y="7136"/>
                              <a:pt x="193878" y="4758"/>
                            </a:cubicBezTo>
                            <a:cubicBezTo>
                              <a:pt x="196257" y="3568"/>
                              <a:pt x="196257" y="0"/>
                              <a:pt x="201014" y="0"/>
                            </a:cubicBezTo>
                            <a:cubicBezTo>
                              <a:pt x="203393" y="0"/>
                              <a:pt x="206962" y="2379"/>
                              <a:pt x="208151" y="3568"/>
                            </a:cubicBezTo>
                            <a:cubicBezTo>
                              <a:pt x="211719" y="8326"/>
                              <a:pt x="209340" y="11894"/>
                              <a:pt x="204583" y="15463"/>
                            </a:cubicBezTo>
                            <a:cubicBezTo>
                              <a:pt x="196257" y="13083"/>
                              <a:pt x="183173" y="27357"/>
                              <a:pt x="180794" y="32115"/>
                            </a:cubicBezTo>
                            <a:cubicBezTo>
                              <a:pt x="177226" y="39251"/>
                              <a:pt x="170089" y="41630"/>
                              <a:pt x="166521" y="45198"/>
                            </a:cubicBezTo>
                            <a:cubicBezTo>
                              <a:pt x="159384" y="52335"/>
                              <a:pt x="160574" y="63040"/>
                              <a:pt x="157005" y="72555"/>
                            </a:cubicBezTo>
                            <a:cubicBezTo>
                              <a:pt x="155816" y="77313"/>
                              <a:pt x="152248" y="80881"/>
                              <a:pt x="155816" y="85639"/>
                            </a:cubicBezTo>
                            <a:cubicBezTo>
                              <a:pt x="157005" y="86829"/>
                              <a:pt x="160574" y="85639"/>
                              <a:pt x="162953" y="88018"/>
                            </a:cubicBezTo>
                            <a:cubicBezTo>
                              <a:pt x="164142" y="89208"/>
                              <a:pt x="165331" y="91586"/>
                              <a:pt x="165331" y="93965"/>
                            </a:cubicBezTo>
                            <a:cubicBezTo>
                              <a:pt x="167710" y="98723"/>
                              <a:pt x="170089" y="102291"/>
                              <a:pt x="172468" y="107049"/>
                            </a:cubicBezTo>
                            <a:cubicBezTo>
                              <a:pt x="176036" y="114185"/>
                              <a:pt x="177226" y="114185"/>
                              <a:pt x="174847" y="121322"/>
                            </a:cubicBezTo>
                            <a:cubicBezTo>
                              <a:pt x="171279" y="134406"/>
                              <a:pt x="174847" y="137974"/>
                              <a:pt x="186741" y="141543"/>
                            </a:cubicBezTo>
                            <a:cubicBezTo>
                              <a:pt x="192688" y="142732"/>
                              <a:pt x="195067" y="143921"/>
                              <a:pt x="201014" y="142732"/>
                            </a:cubicBezTo>
                            <a:cubicBezTo>
                              <a:pt x="205772" y="141543"/>
                              <a:pt x="210530" y="142732"/>
                              <a:pt x="216477" y="142732"/>
                            </a:cubicBezTo>
                            <a:cubicBezTo>
                              <a:pt x="221235" y="142732"/>
                              <a:pt x="227182" y="141543"/>
                              <a:pt x="231940" y="143921"/>
                            </a:cubicBezTo>
                            <a:cubicBezTo>
                              <a:pt x="235508" y="145111"/>
                              <a:pt x="239076" y="149869"/>
                              <a:pt x="241455" y="152248"/>
                            </a:cubicBezTo>
                            <a:cubicBezTo>
                              <a:pt x="245024" y="155816"/>
                              <a:pt x="248592" y="159384"/>
                              <a:pt x="252160" y="161763"/>
                            </a:cubicBezTo>
                            <a:cubicBezTo>
                              <a:pt x="258107" y="165331"/>
                              <a:pt x="261676" y="164142"/>
                              <a:pt x="267623" y="164142"/>
                            </a:cubicBezTo>
                            <a:cubicBezTo>
                              <a:pt x="273570" y="164142"/>
                              <a:pt x="277138" y="166521"/>
                              <a:pt x="281896" y="166521"/>
                            </a:cubicBezTo>
                            <a:cubicBezTo>
                              <a:pt x="286654" y="166521"/>
                              <a:pt x="290222" y="162952"/>
                              <a:pt x="294980" y="162952"/>
                            </a:cubicBezTo>
                            <a:cubicBezTo>
                              <a:pt x="299738" y="162952"/>
                              <a:pt x="303306" y="165331"/>
                              <a:pt x="303306" y="171279"/>
                            </a:cubicBezTo>
                            <a:cubicBezTo>
                              <a:pt x="304495" y="176036"/>
                              <a:pt x="302116" y="180794"/>
                              <a:pt x="299738" y="184362"/>
                            </a:cubicBezTo>
                            <a:cubicBezTo>
                              <a:pt x="298548" y="186741"/>
                              <a:pt x="297359" y="189120"/>
                              <a:pt x="296169" y="190310"/>
                            </a:cubicBezTo>
                            <a:cubicBezTo>
                              <a:pt x="293790" y="192688"/>
                              <a:pt x="289033" y="187931"/>
                              <a:pt x="287843" y="193878"/>
                            </a:cubicBezTo>
                            <a:cubicBezTo>
                              <a:pt x="286654" y="198635"/>
                              <a:pt x="290222" y="203393"/>
                              <a:pt x="291412" y="208151"/>
                            </a:cubicBezTo>
                            <a:cubicBezTo>
                              <a:pt x="292601" y="212909"/>
                              <a:pt x="291412" y="218856"/>
                              <a:pt x="292601" y="223614"/>
                            </a:cubicBezTo>
                            <a:cubicBezTo>
                              <a:pt x="293790" y="228371"/>
                              <a:pt x="296169" y="231940"/>
                              <a:pt x="297359" y="236698"/>
                            </a:cubicBezTo>
                            <a:cubicBezTo>
                              <a:pt x="299738" y="246213"/>
                              <a:pt x="283085" y="258107"/>
                              <a:pt x="298548" y="260486"/>
                            </a:cubicBezTo>
                            <a:cubicBezTo>
                              <a:pt x="299738" y="264054"/>
                              <a:pt x="303306" y="266433"/>
                              <a:pt x="304495" y="270002"/>
                            </a:cubicBezTo>
                            <a:cubicBezTo>
                              <a:pt x="305685" y="273570"/>
                              <a:pt x="305685" y="277138"/>
                              <a:pt x="306874" y="280706"/>
                            </a:cubicBezTo>
                            <a:cubicBezTo>
                              <a:pt x="312821" y="290222"/>
                              <a:pt x="315200" y="296169"/>
                              <a:pt x="316390" y="30211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099" name="Graphic 27">
                        <a:extLst>
                          <a:ext uri="{FF2B5EF4-FFF2-40B4-BE49-F238E27FC236}">
                            <a16:creationId xmlns:a16="http://schemas.microsoft.com/office/drawing/2014/main" id="{AC2710A7-71B0-79AE-5AA0-4B721D72918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05420" y="1552189"/>
                        <a:ext cx="1020878" cy="1064760"/>
                        <a:chOff x="1805420" y="1552189"/>
                        <a:chExt cx="1020878" cy="1064760"/>
                      </a:xfrm>
                      <a:grpFill/>
                    </p:grpSpPr>
                    <p:sp>
                      <p:nvSpPr>
                        <p:cNvPr id="1100" name="Freeform 1099">
                          <a:extLst>
                            <a:ext uri="{FF2B5EF4-FFF2-40B4-BE49-F238E27FC236}">
                              <a16:creationId xmlns:a16="http://schemas.microsoft.com/office/drawing/2014/main" id="{79673EE7-2E84-FF7E-E75C-E5D21F5585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06100" y="2426525"/>
                          <a:ext cx="33353" cy="61850"/>
                        </a:xfrm>
                        <a:custGeom>
                          <a:avLst/>
                          <a:gdLst>
                            <a:gd name="connsiteX0" fmla="*/ 10515 w 33353"/>
                            <a:gd name="connsiteY0" fmla="*/ 32115 h 61850"/>
                            <a:gd name="connsiteX1" fmla="*/ 12893 w 33353"/>
                            <a:gd name="connsiteY1" fmla="*/ 40441 h 61850"/>
                            <a:gd name="connsiteX2" fmla="*/ 9325 w 33353"/>
                            <a:gd name="connsiteY2" fmla="*/ 46388 h 61850"/>
                            <a:gd name="connsiteX3" fmla="*/ 4567 w 33353"/>
                            <a:gd name="connsiteY3" fmla="*/ 48767 h 61850"/>
                            <a:gd name="connsiteX4" fmla="*/ 999 w 33353"/>
                            <a:gd name="connsiteY4" fmla="*/ 61851 h 61850"/>
                            <a:gd name="connsiteX5" fmla="*/ 10515 w 33353"/>
                            <a:gd name="connsiteY5" fmla="*/ 59472 h 61850"/>
                            <a:gd name="connsiteX6" fmla="*/ 16462 w 33353"/>
                            <a:gd name="connsiteY6" fmla="*/ 48767 h 61850"/>
                            <a:gd name="connsiteX7" fmla="*/ 23598 w 33353"/>
                            <a:gd name="connsiteY7" fmla="*/ 47577 h 61850"/>
                            <a:gd name="connsiteX8" fmla="*/ 27167 w 33353"/>
                            <a:gd name="connsiteY8" fmla="*/ 19031 h 61850"/>
                            <a:gd name="connsiteX9" fmla="*/ 29546 w 33353"/>
                            <a:gd name="connsiteY9" fmla="*/ 40441 h 61850"/>
                            <a:gd name="connsiteX10" fmla="*/ 33114 w 33353"/>
                            <a:gd name="connsiteY10" fmla="*/ 29736 h 61850"/>
                            <a:gd name="connsiteX11" fmla="*/ 29546 w 33353"/>
                            <a:gd name="connsiteY11" fmla="*/ 13084 h 61850"/>
                            <a:gd name="connsiteX12" fmla="*/ 23598 w 33353"/>
                            <a:gd name="connsiteY12" fmla="*/ 7137 h 61850"/>
                            <a:gd name="connsiteX13" fmla="*/ 21220 w 33353"/>
                            <a:gd name="connsiteY13" fmla="*/ 0 h 61850"/>
                            <a:gd name="connsiteX14" fmla="*/ 16462 w 33353"/>
                            <a:gd name="connsiteY14" fmla="*/ 7137 h 61850"/>
                            <a:gd name="connsiteX15" fmla="*/ 16462 w 33353"/>
                            <a:gd name="connsiteY15" fmla="*/ 23789 h 61850"/>
                            <a:gd name="connsiteX16" fmla="*/ 10515 w 33353"/>
                            <a:gd name="connsiteY16" fmla="*/ 32115 h 618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3353" h="61850">
                              <a:moveTo>
                                <a:pt x="10515" y="32115"/>
                              </a:moveTo>
                              <a:cubicBezTo>
                                <a:pt x="11704" y="35683"/>
                                <a:pt x="14083" y="39251"/>
                                <a:pt x="12893" y="40441"/>
                              </a:cubicBezTo>
                              <a:cubicBezTo>
                                <a:pt x="11704" y="41630"/>
                                <a:pt x="11704" y="46388"/>
                                <a:pt x="9325" y="46388"/>
                              </a:cubicBezTo>
                              <a:cubicBezTo>
                                <a:pt x="8136" y="46388"/>
                                <a:pt x="4567" y="46388"/>
                                <a:pt x="4567" y="48767"/>
                              </a:cubicBezTo>
                              <a:cubicBezTo>
                                <a:pt x="4567" y="51146"/>
                                <a:pt x="-2569" y="61851"/>
                                <a:pt x="999" y="61851"/>
                              </a:cubicBezTo>
                              <a:cubicBezTo>
                                <a:pt x="3378" y="61851"/>
                                <a:pt x="6946" y="60661"/>
                                <a:pt x="10515" y="59472"/>
                              </a:cubicBezTo>
                              <a:cubicBezTo>
                                <a:pt x="12893" y="58282"/>
                                <a:pt x="14083" y="48767"/>
                                <a:pt x="16462" y="48767"/>
                              </a:cubicBezTo>
                              <a:cubicBezTo>
                                <a:pt x="18841" y="48767"/>
                                <a:pt x="23598" y="52335"/>
                                <a:pt x="23598" y="47577"/>
                              </a:cubicBezTo>
                              <a:cubicBezTo>
                                <a:pt x="23598" y="42820"/>
                                <a:pt x="25977" y="16652"/>
                                <a:pt x="27167" y="19031"/>
                              </a:cubicBezTo>
                              <a:cubicBezTo>
                                <a:pt x="28356" y="21410"/>
                                <a:pt x="27167" y="41630"/>
                                <a:pt x="29546" y="40441"/>
                              </a:cubicBezTo>
                              <a:cubicBezTo>
                                <a:pt x="30735" y="40441"/>
                                <a:pt x="34303" y="35683"/>
                                <a:pt x="33114" y="29736"/>
                              </a:cubicBezTo>
                              <a:cubicBezTo>
                                <a:pt x="31924" y="22599"/>
                                <a:pt x="31924" y="15463"/>
                                <a:pt x="29546" y="13084"/>
                              </a:cubicBezTo>
                              <a:cubicBezTo>
                                <a:pt x="27167" y="10705"/>
                                <a:pt x="24788" y="9516"/>
                                <a:pt x="23598" y="7137"/>
                              </a:cubicBezTo>
                              <a:cubicBezTo>
                                <a:pt x="23598" y="4758"/>
                                <a:pt x="22409" y="0"/>
                                <a:pt x="21220" y="0"/>
                              </a:cubicBezTo>
                              <a:cubicBezTo>
                                <a:pt x="20030" y="0"/>
                                <a:pt x="16462" y="3568"/>
                                <a:pt x="16462" y="7137"/>
                              </a:cubicBezTo>
                              <a:cubicBezTo>
                                <a:pt x="16462" y="10705"/>
                                <a:pt x="18841" y="22599"/>
                                <a:pt x="16462" y="23789"/>
                              </a:cubicBezTo>
                              <a:cubicBezTo>
                                <a:pt x="15272" y="26168"/>
                                <a:pt x="10515" y="28547"/>
                                <a:pt x="10515" y="3211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1" name="Freeform 1100">
                          <a:extLst>
                            <a:ext uri="{FF2B5EF4-FFF2-40B4-BE49-F238E27FC236}">
                              <a16:creationId xmlns:a16="http://schemas.microsoft.com/office/drawing/2014/main" id="{C4B1D44D-95AD-6489-E050-9F57527183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82645" y="2426812"/>
                          <a:ext cx="36637" cy="43596"/>
                        </a:xfrm>
                        <a:custGeom>
                          <a:avLst/>
                          <a:gdLst>
                            <a:gd name="connsiteX0" fmla="*/ 7803 w 36637"/>
                            <a:gd name="connsiteY0" fmla="*/ 16365 h 43596"/>
                            <a:gd name="connsiteX1" fmla="*/ 3045 w 36637"/>
                            <a:gd name="connsiteY1" fmla="*/ 15176 h 43596"/>
                            <a:gd name="connsiteX2" fmla="*/ 666 w 36637"/>
                            <a:gd name="connsiteY2" fmla="*/ 21123 h 43596"/>
                            <a:gd name="connsiteX3" fmla="*/ 3045 w 36637"/>
                            <a:gd name="connsiteY3" fmla="*/ 33017 h 43596"/>
                            <a:gd name="connsiteX4" fmla="*/ 5424 w 36637"/>
                            <a:gd name="connsiteY4" fmla="*/ 37775 h 43596"/>
                            <a:gd name="connsiteX5" fmla="*/ 3045 w 36637"/>
                            <a:gd name="connsiteY5" fmla="*/ 42533 h 43596"/>
                            <a:gd name="connsiteX6" fmla="*/ 14939 w 36637"/>
                            <a:gd name="connsiteY6" fmla="*/ 40154 h 43596"/>
                            <a:gd name="connsiteX7" fmla="*/ 11371 w 36637"/>
                            <a:gd name="connsiteY7" fmla="*/ 23502 h 43596"/>
                            <a:gd name="connsiteX8" fmla="*/ 19697 w 36637"/>
                            <a:gd name="connsiteY8" fmla="*/ 33017 h 43596"/>
                            <a:gd name="connsiteX9" fmla="*/ 20887 w 36637"/>
                            <a:gd name="connsiteY9" fmla="*/ 38964 h 43596"/>
                            <a:gd name="connsiteX10" fmla="*/ 26834 w 36637"/>
                            <a:gd name="connsiteY10" fmla="*/ 36586 h 43596"/>
                            <a:gd name="connsiteX11" fmla="*/ 28023 w 36637"/>
                            <a:gd name="connsiteY11" fmla="*/ 29449 h 43596"/>
                            <a:gd name="connsiteX12" fmla="*/ 20887 w 36637"/>
                            <a:gd name="connsiteY12" fmla="*/ 25881 h 43596"/>
                            <a:gd name="connsiteX13" fmla="*/ 18508 w 36637"/>
                            <a:gd name="connsiteY13" fmla="*/ 19934 h 43596"/>
                            <a:gd name="connsiteX14" fmla="*/ 16129 w 36637"/>
                            <a:gd name="connsiteY14" fmla="*/ 12797 h 43596"/>
                            <a:gd name="connsiteX15" fmla="*/ 30402 w 36637"/>
                            <a:gd name="connsiteY15" fmla="*/ 23502 h 43596"/>
                            <a:gd name="connsiteX16" fmla="*/ 31591 w 36637"/>
                            <a:gd name="connsiteY16" fmla="*/ 17555 h 43596"/>
                            <a:gd name="connsiteX17" fmla="*/ 35160 w 36637"/>
                            <a:gd name="connsiteY17" fmla="*/ 13986 h 43596"/>
                            <a:gd name="connsiteX18" fmla="*/ 26834 w 36637"/>
                            <a:gd name="connsiteY18" fmla="*/ 9229 h 43596"/>
                            <a:gd name="connsiteX19" fmla="*/ 22076 w 36637"/>
                            <a:gd name="connsiteY19" fmla="*/ 12797 h 43596"/>
                            <a:gd name="connsiteX20" fmla="*/ 24455 w 36637"/>
                            <a:gd name="connsiteY20" fmla="*/ 4471 h 43596"/>
                            <a:gd name="connsiteX21" fmla="*/ 17318 w 36637"/>
                            <a:gd name="connsiteY21" fmla="*/ 903 h 43596"/>
                            <a:gd name="connsiteX22" fmla="*/ 11371 w 36637"/>
                            <a:gd name="connsiteY22" fmla="*/ 3281 h 43596"/>
                            <a:gd name="connsiteX23" fmla="*/ 4234 w 36637"/>
                            <a:gd name="connsiteY23" fmla="*/ 903 h 43596"/>
                            <a:gd name="connsiteX24" fmla="*/ 5424 w 36637"/>
                            <a:gd name="connsiteY24" fmla="*/ 11607 h 43596"/>
                            <a:gd name="connsiteX25" fmla="*/ 7803 w 36637"/>
                            <a:gd name="connsiteY25" fmla="*/ 16365 h 4359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</a:cxnLst>
                          <a:rect l="l" t="t" r="r" b="b"/>
                          <a:pathLst>
                            <a:path w="36637" h="43596">
                              <a:moveTo>
                                <a:pt x="7803" y="16365"/>
                              </a:moveTo>
                              <a:cubicBezTo>
                                <a:pt x="6613" y="16365"/>
                                <a:pt x="3045" y="12797"/>
                                <a:pt x="3045" y="15176"/>
                              </a:cubicBezTo>
                              <a:cubicBezTo>
                                <a:pt x="3045" y="17555"/>
                                <a:pt x="-1713" y="16365"/>
                                <a:pt x="666" y="21123"/>
                              </a:cubicBezTo>
                              <a:cubicBezTo>
                                <a:pt x="3045" y="25881"/>
                                <a:pt x="666" y="33017"/>
                                <a:pt x="3045" y="33017"/>
                              </a:cubicBezTo>
                              <a:cubicBezTo>
                                <a:pt x="5424" y="33017"/>
                                <a:pt x="6613" y="35396"/>
                                <a:pt x="5424" y="37775"/>
                              </a:cubicBezTo>
                              <a:cubicBezTo>
                                <a:pt x="4234" y="38964"/>
                                <a:pt x="1855" y="42533"/>
                                <a:pt x="3045" y="42533"/>
                              </a:cubicBezTo>
                              <a:cubicBezTo>
                                <a:pt x="5424" y="43722"/>
                                <a:pt x="16129" y="44912"/>
                                <a:pt x="14939" y="40154"/>
                              </a:cubicBezTo>
                              <a:cubicBezTo>
                                <a:pt x="13750" y="35396"/>
                                <a:pt x="8992" y="23502"/>
                                <a:pt x="11371" y="23502"/>
                              </a:cubicBezTo>
                              <a:cubicBezTo>
                                <a:pt x="13750" y="23502"/>
                                <a:pt x="19697" y="29449"/>
                                <a:pt x="19697" y="33017"/>
                              </a:cubicBezTo>
                              <a:cubicBezTo>
                                <a:pt x="19697" y="36586"/>
                                <a:pt x="17318" y="37775"/>
                                <a:pt x="20887" y="38964"/>
                              </a:cubicBezTo>
                              <a:cubicBezTo>
                                <a:pt x="24455" y="41343"/>
                                <a:pt x="26834" y="46101"/>
                                <a:pt x="26834" y="36586"/>
                              </a:cubicBezTo>
                              <a:cubicBezTo>
                                <a:pt x="26834" y="35396"/>
                                <a:pt x="31591" y="31828"/>
                                <a:pt x="28023" y="29449"/>
                              </a:cubicBezTo>
                              <a:cubicBezTo>
                                <a:pt x="24455" y="27070"/>
                                <a:pt x="20887" y="28260"/>
                                <a:pt x="20887" y="25881"/>
                              </a:cubicBezTo>
                              <a:cubicBezTo>
                                <a:pt x="20887" y="23502"/>
                                <a:pt x="19697" y="21123"/>
                                <a:pt x="18508" y="19934"/>
                              </a:cubicBezTo>
                              <a:cubicBezTo>
                                <a:pt x="17318" y="18744"/>
                                <a:pt x="14939" y="12797"/>
                                <a:pt x="16129" y="12797"/>
                              </a:cubicBezTo>
                              <a:cubicBezTo>
                                <a:pt x="17318" y="12797"/>
                                <a:pt x="30402" y="25881"/>
                                <a:pt x="30402" y="23502"/>
                              </a:cubicBezTo>
                              <a:cubicBezTo>
                                <a:pt x="31591" y="21123"/>
                                <a:pt x="28023" y="17555"/>
                                <a:pt x="31591" y="17555"/>
                              </a:cubicBezTo>
                              <a:cubicBezTo>
                                <a:pt x="35160" y="17555"/>
                                <a:pt x="38728" y="15176"/>
                                <a:pt x="35160" y="13986"/>
                              </a:cubicBezTo>
                              <a:cubicBezTo>
                                <a:pt x="32781" y="11607"/>
                                <a:pt x="28023" y="8039"/>
                                <a:pt x="26834" y="9229"/>
                              </a:cubicBezTo>
                              <a:cubicBezTo>
                                <a:pt x="25644" y="10418"/>
                                <a:pt x="22076" y="15176"/>
                                <a:pt x="22076" y="12797"/>
                              </a:cubicBezTo>
                              <a:cubicBezTo>
                                <a:pt x="20887" y="10418"/>
                                <a:pt x="26834" y="5660"/>
                                <a:pt x="24455" y="4471"/>
                              </a:cubicBezTo>
                              <a:cubicBezTo>
                                <a:pt x="22076" y="3281"/>
                                <a:pt x="19697" y="903"/>
                                <a:pt x="17318" y="903"/>
                              </a:cubicBezTo>
                              <a:cubicBezTo>
                                <a:pt x="14939" y="903"/>
                                <a:pt x="12560" y="2092"/>
                                <a:pt x="11371" y="3281"/>
                              </a:cubicBezTo>
                              <a:cubicBezTo>
                                <a:pt x="10182" y="5660"/>
                                <a:pt x="4234" y="-2666"/>
                                <a:pt x="4234" y="903"/>
                              </a:cubicBezTo>
                              <a:cubicBezTo>
                                <a:pt x="4234" y="4471"/>
                                <a:pt x="4234" y="9229"/>
                                <a:pt x="5424" y="11607"/>
                              </a:cubicBezTo>
                              <a:cubicBezTo>
                                <a:pt x="6613" y="12797"/>
                                <a:pt x="8992" y="16365"/>
                                <a:pt x="7803" y="1636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2" name="Freeform 1101">
                          <a:extLst>
                            <a:ext uri="{FF2B5EF4-FFF2-40B4-BE49-F238E27FC236}">
                              <a16:creationId xmlns:a16="http://schemas.microsoft.com/office/drawing/2014/main" id="{1CAC8F4E-A16E-6F1E-E90C-3BAA674FB8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96158" y="2419388"/>
                          <a:ext cx="6480" cy="4460"/>
                        </a:xfrm>
                        <a:custGeom>
                          <a:avLst/>
                          <a:gdLst>
                            <a:gd name="connsiteX0" fmla="*/ 6183 w 6480"/>
                            <a:gd name="connsiteY0" fmla="*/ 3568 h 4460"/>
                            <a:gd name="connsiteX1" fmla="*/ 4994 w 6480"/>
                            <a:gd name="connsiteY1" fmla="*/ 0 h 4460"/>
                            <a:gd name="connsiteX2" fmla="*/ 236 w 6480"/>
                            <a:gd name="connsiteY2" fmla="*/ 3568 h 4460"/>
                            <a:gd name="connsiteX3" fmla="*/ 6183 w 6480"/>
                            <a:gd name="connsiteY3" fmla="*/ 3568 h 44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480" h="4460">
                              <a:moveTo>
                                <a:pt x="6183" y="3568"/>
                              </a:moveTo>
                              <a:cubicBezTo>
                                <a:pt x="6183" y="3568"/>
                                <a:pt x="7373" y="0"/>
                                <a:pt x="4994" y="0"/>
                              </a:cubicBezTo>
                              <a:cubicBezTo>
                                <a:pt x="2615" y="0"/>
                                <a:pt x="-953" y="1189"/>
                                <a:pt x="236" y="3568"/>
                              </a:cubicBezTo>
                              <a:cubicBezTo>
                                <a:pt x="1426" y="4758"/>
                                <a:pt x="4994" y="4758"/>
                                <a:pt x="6183" y="35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3" name="Freeform 1102">
                          <a:extLst>
                            <a:ext uri="{FF2B5EF4-FFF2-40B4-BE49-F238E27FC236}">
                              <a16:creationId xmlns:a16="http://schemas.microsoft.com/office/drawing/2014/main" id="{BC5842AA-66DB-3AEA-8414-8A42411FD8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37368" y="2509630"/>
                          <a:ext cx="11659" cy="13423"/>
                        </a:xfrm>
                        <a:custGeom>
                          <a:avLst/>
                          <a:gdLst>
                            <a:gd name="connsiteX0" fmla="*/ 10172 w 11659"/>
                            <a:gd name="connsiteY0" fmla="*/ 156 h 13423"/>
                            <a:gd name="connsiteX1" fmla="*/ 4225 w 11659"/>
                            <a:gd name="connsiteY1" fmla="*/ 3724 h 13423"/>
                            <a:gd name="connsiteX2" fmla="*/ 657 w 11659"/>
                            <a:gd name="connsiteY2" fmla="*/ 12050 h 13423"/>
                            <a:gd name="connsiteX3" fmla="*/ 7794 w 11659"/>
                            <a:gd name="connsiteY3" fmla="*/ 12050 h 13423"/>
                            <a:gd name="connsiteX4" fmla="*/ 11362 w 11659"/>
                            <a:gd name="connsiteY4" fmla="*/ 7292 h 13423"/>
                            <a:gd name="connsiteX5" fmla="*/ 10172 w 11659"/>
                            <a:gd name="connsiteY5" fmla="*/ 156 h 1342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11659" h="13423">
                              <a:moveTo>
                                <a:pt x="10172" y="156"/>
                              </a:moveTo>
                              <a:cubicBezTo>
                                <a:pt x="7794" y="1345"/>
                                <a:pt x="5415" y="156"/>
                                <a:pt x="4225" y="3724"/>
                              </a:cubicBezTo>
                              <a:cubicBezTo>
                                <a:pt x="3036" y="7292"/>
                                <a:pt x="-1722" y="9671"/>
                                <a:pt x="657" y="12050"/>
                              </a:cubicBezTo>
                              <a:cubicBezTo>
                                <a:pt x="3036" y="14429"/>
                                <a:pt x="5415" y="13239"/>
                                <a:pt x="7794" y="12050"/>
                              </a:cubicBezTo>
                              <a:cubicBezTo>
                                <a:pt x="7794" y="12050"/>
                                <a:pt x="11362" y="9671"/>
                                <a:pt x="11362" y="7292"/>
                              </a:cubicBezTo>
                              <a:cubicBezTo>
                                <a:pt x="11362" y="4913"/>
                                <a:pt x="12551" y="-1034"/>
                                <a:pt x="10172" y="15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4" name="Freeform 1103">
                          <a:extLst>
                            <a:ext uri="{FF2B5EF4-FFF2-40B4-BE49-F238E27FC236}">
                              <a16:creationId xmlns:a16="http://schemas.microsoft.com/office/drawing/2014/main" id="{A857500C-B272-46DF-4A24-75E93DB207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20661" y="2489565"/>
                          <a:ext cx="21328" cy="35683"/>
                        </a:xfrm>
                        <a:custGeom>
                          <a:avLst/>
                          <a:gdLst>
                            <a:gd name="connsiteX0" fmla="*/ 10227 w 21328"/>
                            <a:gd name="connsiteY0" fmla="*/ 4758 h 35683"/>
                            <a:gd name="connsiteX1" fmla="*/ 3090 w 21328"/>
                            <a:gd name="connsiteY1" fmla="*/ 0 h 35683"/>
                            <a:gd name="connsiteX2" fmla="*/ 711 w 21328"/>
                            <a:gd name="connsiteY2" fmla="*/ 4758 h 35683"/>
                            <a:gd name="connsiteX3" fmla="*/ 5469 w 21328"/>
                            <a:gd name="connsiteY3" fmla="*/ 15463 h 35683"/>
                            <a:gd name="connsiteX4" fmla="*/ 711 w 21328"/>
                            <a:gd name="connsiteY4" fmla="*/ 27357 h 35683"/>
                            <a:gd name="connsiteX5" fmla="*/ 1901 w 21328"/>
                            <a:gd name="connsiteY5" fmla="*/ 35683 h 35683"/>
                            <a:gd name="connsiteX6" fmla="*/ 10227 w 21328"/>
                            <a:gd name="connsiteY6" fmla="*/ 30925 h 35683"/>
                            <a:gd name="connsiteX7" fmla="*/ 12606 w 21328"/>
                            <a:gd name="connsiteY7" fmla="*/ 17842 h 35683"/>
                            <a:gd name="connsiteX8" fmla="*/ 14985 w 21328"/>
                            <a:gd name="connsiteY8" fmla="*/ 23789 h 35683"/>
                            <a:gd name="connsiteX9" fmla="*/ 19742 w 21328"/>
                            <a:gd name="connsiteY9" fmla="*/ 19031 h 35683"/>
                            <a:gd name="connsiteX10" fmla="*/ 19742 w 21328"/>
                            <a:gd name="connsiteY10" fmla="*/ 8326 h 35683"/>
                            <a:gd name="connsiteX11" fmla="*/ 10227 w 21328"/>
                            <a:gd name="connsiteY11" fmla="*/ 4758 h 3568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</a:cxnLst>
                          <a:rect l="l" t="t" r="r" b="b"/>
                          <a:pathLst>
                            <a:path w="21328" h="35683">
                              <a:moveTo>
                                <a:pt x="10227" y="4758"/>
                              </a:moveTo>
                              <a:cubicBezTo>
                                <a:pt x="9037" y="2379"/>
                                <a:pt x="5469" y="0"/>
                                <a:pt x="3090" y="0"/>
                              </a:cubicBezTo>
                              <a:cubicBezTo>
                                <a:pt x="-478" y="0"/>
                                <a:pt x="-478" y="2379"/>
                                <a:pt x="711" y="4758"/>
                              </a:cubicBezTo>
                              <a:cubicBezTo>
                                <a:pt x="1901" y="7137"/>
                                <a:pt x="6659" y="13084"/>
                                <a:pt x="5469" y="15463"/>
                              </a:cubicBezTo>
                              <a:cubicBezTo>
                                <a:pt x="4280" y="17842"/>
                                <a:pt x="711" y="24978"/>
                                <a:pt x="711" y="27357"/>
                              </a:cubicBezTo>
                              <a:cubicBezTo>
                                <a:pt x="711" y="29736"/>
                                <a:pt x="-478" y="35683"/>
                                <a:pt x="1901" y="35683"/>
                              </a:cubicBezTo>
                              <a:cubicBezTo>
                                <a:pt x="4280" y="35683"/>
                                <a:pt x="10227" y="33304"/>
                                <a:pt x="10227" y="30925"/>
                              </a:cubicBezTo>
                              <a:cubicBezTo>
                                <a:pt x="9037" y="28547"/>
                                <a:pt x="10227" y="15463"/>
                                <a:pt x="12606" y="17842"/>
                              </a:cubicBezTo>
                              <a:cubicBezTo>
                                <a:pt x="14985" y="20220"/>
                                <a:pt x="13795" y="23789"/>
                                <a:pt x="14985" y="23789"/>
                              </a:cubicBezTo>
                              <a:cubicBezTo>
                                <a:pt x="16174" y="23789"/>
                                <a:pt x="18553" y="21410"/>
                                <a:pt x="19742" y="19031"/>
                              </a:cubicBezTo>
                              <a:cubicBezTo>
                                <a:pt x="19742" y="19031"/>
                                <a:pt x="23311" y="11894"/>
                                <a:pt x="19742" y="8326"/>
                              </a:cubicBezTo>
                              <a:cubicBezTo>
                                <a:pt x="16174" y="4758"/>
                                <a:pt x="11416" y="7137"/>
                                <a:pt x="10227" y="4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5" name="Freeform 1104">
                          <a:extLst>
                            <a:ext uri="{FF2B5EF4-FFF2-40B4-BE49-F238E27FC236}">
                              <a16:creationId xmlns:a16="http://schemas.microsoft.com/office/drawing/2014/main" id="{6216D798-C5C6-1D99-990D-40459B887AA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99720" y="2495188"/>
                          <a:ext cx="20654" cy="41954"/>
                        </a:xfrm>
                        <a:custGeom>
                          <a:avLst/>
                          <a:gdLst>
                            <a:gd name="connsiteX0" fmla="*/ 3811 w 20654"/>
                            <a:gd name="connsiteY0" fmla="*/ 36007 h 41954"/>
                            <a:gd name="connsiteX1" fmla="*/ 5000 w 20654"/>
                            <a:gd name="connsiteY1" fmla="*/ 40765 h 41954"/>
                            <a:gd name="connsiteX2" fmla="*/ 12137 w 20654"/>
                            <a:gd name="connsiteY2" fmla="*/ 36007 h 41954"/>
                            <a:gd name="connsiteX3" fmla="*/ 12137 w 20654"/>
                            <a:gd name="connsiteY3" fmla="*/ 31250 h 41954"/>
                            <a:gd name="connsiteX4" fmla="*/ 16895 w 20654"/>
                            <a:gd name="connsiteY4" fmla="*/ 25302 h 41954"/>
                            <a:gd name="connsiteX5" fmla="*/ 20463 w 20654"/>
                            <a:gd name="connsiteY5" fmla="*/ 12218 h 41954"/>
                            <a:gd name="connsiteX6" fmla="*/ 18084 w 20654"/>
                            <a:gd name="connsiteY6" fmla="*/ 9840 h 41954"/>
                            <a:gd name="connsiteX7" fmla="*/ 16895 w 20654"/>
                            <a:gd name="connsiteY7" fmla="*/ 2703 h 41954"/>
                            <a:gd name="connsiteX8" fmla="*/ 13327 w 20654"/>
                            <a:gd name="connsiteY8" fmla="*/ 324 h 41954"/>
                            <a:gd name="connsiteX9" fmla="*/ 12137 w 20654"/>
                            <a:gd name="connsiteY9" fmla="*/ 3892 h 41954"/>
                            <a:gd name="connsiteX10" fmla="*/ 7379 w 20654"/>
                            <a:gd name="connsiteY10" fmla="*/ 5082 h 41954"/>
                            <a:gd name="connsiteX11" fmla="*/ 8569 w 20654"/>
                            <a:gd name="connsiteY11" fmla="*/ 14597 h 41954"/>
                            <a:gd name="connsiteX12" fmla="*/ 7379 w 20654"/>
                            <a:gd name="connsiteY12" fmla="*/ 18166 h 41954"/>
                            <a:gd name="connsiteX13" fmla="*/ 7379 w 20654"/>
                            <a:gd name="connsiteY13" fmla="*/ 21734 h 41954"/>
                            <a:gd name="connsiteX14" fmla="*/ 9758 w 20654"/>
                            <a:gd name="connsiteY14" fmla="*/ 25302 h 41954"/>
                            <a:gd name="connsiteX15" fmla="*/ 2622 w 20654"/>
                            <a:gd name="connsiteY15" fmla="*/ 27681 h 41954"/>
                            <a:gd name="connsiteX16" fmla="*/ 243 w 20654"/>
                            <a:gd name="connsiteY16" fmla="*/ 41954 h 41954"/>
                            <a:gd name="connsiteX17" fmla="*/ 3811 w 20654"/>
                            <a:gd name="connsiteY17" fmla="*/ 36007 h 4195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</a:cxnLst>
                          <a:rect l="l" t="t" r="r" b="b"/>
                          <a:pathLst>
                            <a:path w="20654" h="41954">
                              <a:moveTo>
                                <a:pt x="3811" y="36007"/>
                              </a:moveTo>
                              <a:cubicBezTo>
                                <a:pt x="5000" y="37197"/>
                                <a:pt x="2622" y="41954"/>
                                <a:pt x="5000" y="40765"/>
                              </a:cubicBezTo>
                              <a:cubicBezTo>
                                <a:pt x="7379" y="39576"/>
                                <a:pt x="13327" y="38386"/>
                                <a:pt x="12137" y="36007"/>
                              </a:cubicBezTo>
                              <a:cubicBezTo>
                                <a:pt x="10948" y="33628"/>
                                <a:pt x="10948" y="33628"/>
                                <a:pt x="12137" y="31250"/>
                              </a:cubicBezTo>
                              <a:cubicBezTo>
                                <a:pt x="13327" y="28871"/>
                                <a:pt x="15705" y="28871"/>
                                <a:pt x="16895" y="25302"/>
                              </a:cubicBezTo>
                              <a:cubicBezTo>
                                <a:pt x="16895" y="25302"/>
                                <a:pt x="21653" y="13408"/>
                                <a:pt x="20463" y="12218"/>
                              </a:cubicBezTo>
                              <a:cubicBezTo>
                                <a:pt x="19274" y="11029"/>
                                <a:pt x="18084" y="12218"/>
                                <a:pt x="18084" y="9840"/>
                              </a:cubicBezTo>
                              <a:cubicBezTo>
                                <a:pt x="18084" y="7461"/>
                                <a:pt x="18084" y="5082"/>
                                <a:pt x="16895" y="2703"/>
                              </a:cubicBezTo>
                              <a:cubicBezTo>
                                <a:pt x="15705" y="1514"/>
                                <a:pt x="13327" y="-865"/>
                                <a:pt x="13327" y="324"/>
                              </a:cubicBezTo>
                              <a:cubicBezTo>
                                <a:pt x="12137" y="1514"/>
                                <a:pt x="13327" y="3892"/>
                                <a:pt x="12137" y="3892"/>
                              </a:cubicBezTo>
                              <a:cubicBezTo>
                                <a:pt x="9758" y="3892"/>
                                <a:pt x="7379" y="1514"/>
                                <a:pt x="7379" y="5082"/>
                              </a:cubicBezTo>
                              <a:cubicBezTo>
                                <a:pt x="7379" y="8650"/>
                                <a:pt x="7379" y="14597"/>
                                <a:pt x="8569" y="14597"/>
                              </a:cubicBezTo>
                              <a:cubicBezTo>
                                <a:pt x="9758" y="14597"/>
                                <a:pt x="7379" y="16976"/>
                                <a:pt x="7379" y="18166"/>
                              </a:cubicBezTo>
                              <a:cubicBezTo>
                                <a:pt x="7379" y="19355"/>
                                <a:pt x="7379" y="21734"/>
                                <a:pt x="7379" y="21734"/>
                              </a:cubicBezTo>
                              <a:cubicBezTo>
                                <a:pt x="7379" y="22923"/>
                                <a:pt x="10948" y="22923"/>
                                <a:pt x="9758" y="25302"/>
                              </a:cubicBezTo>
                              <a:cubicBezTo>
                                <a:pt x="8569" y="27681"/>
                                <a:pt x="2622" y="25302"/>
                                <a:pt x="2622" y="27681"/>
                              </a:cubicBezTo>
                              <a:cubicBezTo>
                                <a:pt x="2622" y="30060"/>
                                <a:pt x="-947" y="41954"/>
                                <a:pt x="243" y="41954"/>
                              </a:cubicBezTo>
                              <a:cubicBezTo>
                                <a:pt x="1432" y="41954"/>
                                <a:pt x="2622" y="34818"/>
                                <a:pt x="3811" y="3600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6" name="Freeform 1105">
                          <a:extLst>
                            <a:ext uri="{FF2B5EF4-FFF2-40B4-BE49-F238E27FC236}">
                              <a16:creationId xmlns:a16="http://schemas.microsoft.com/office/drawing/2014/main" id="{433EF379-8F51-EAA8-D955-D755DB8BD2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86691" y="2470464"/>
                          <a:ext cx="18029" cy="57219"/>
                        </a:xfrm>
                        <a:custGeom>
                          <a:avLst/>
                          <a:gdLst>
                            <a:gd name="connsiteX0" fmla="*/ 9703 w 18029"/>
                            <a:gd name="connsiteY0" fmla="*/ 40511 h 57219"/>
                            <a:gd name="connsiteX1" fmla="*/ 18029 w 18029"/>
                            <a:gd name="connsiteY1" fmla="*/ 17912 h 57219"/>
                            <a:gd name="connsiteX2" fmla="*/ 14461 w 18029"/>
                            <a:gd name="connsiteY2" fmla="*/ 70 h 57219"/>
                            <a:gd name="connsiteX3" fmla="*/ 9703 w 18029"/>
                            <a:gd name="connsiteY3" fmla="*/ 3638 h 57219"/>
                            <a:gd name="connsiteX4" fmla="*/ 4946 w 18029"/>
                            <a:gd name="connsiteY4" fmla="*/ 4828 h 57219"/>
                            <a:gd name="connsiteX5" fmla="*/ 10893 w 18029"/>
                            <a:gd name="connsiteY5" fmla="*/ 10775 h 57219"/>
                            <a:gd name="connsiteX6" fmla="*/ 7324 w 18029"/>
                            <a:gd name="connsiteY6" fmla="*/ 14343 h 57219"/>
                            <a:gd name="connsiteX7" fmla="*/ 6135 w 18029"/>
                            <a:gd name="connsiteY7" fmla="*/ 20290 h 57219"/>
                            <a:gd name="connsiteX8" fmla="*/ 188 w 18029"/>
                            <a:gd name="connsiteY8" fmla="*/ 23859 h 57219"/>
                            <a:gd name="connsiteX9" fmla="*/ 4946 w 18029"/>
                            <a:gd name="connsiteY9" fmla="*/ 28616 h 57219"/>
                            <a:gd name="connsiteX10" fmla="*/ 1377 w 18029"/>
                            <a:gd name="connsiteY10" fmla="*/ 32185 h 57219"/>
                            <a:gd name="connsiteX11" fmla="*/ 8514 w 18029"/>
                            <a:gd name="connsiteY11" fmla="*/ 34564 h 57219"/>
                            <a:gd name="connsiteX12" fmla="*/ 1377 w 18029"/>
                            <a:gd name="connsiteY12" fmla="*/ 39321 h 57219"/>
                            <a:gd name="connsiteX13" fmla="*/ 1377 w 18029"/>
                            <a:gd name="connsiteY13" fmla="*/ 46458 h 57219"/>
                            <a:gd name="connsiteX14" fmla="*/ 3756 w 18029"/>
                            <a:gd name="connsiteY14" fmla="*/ 50026 h 57219"/>
                            <a:gd name="connsiteX15" fmla="*/ 6135 w 18029"/>
                            <a:gd name="connsiteY15" fmla="*/ 54784 h 57219"/>
                            <a:gd name="connsiteX16" fmla="*/ 9703 w 18029"/>
                            <a:gd name="connsiteY16" fmla="*/ 40511 h 5721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18029" h="57219">
                              <a:moveTo>
                                <a:pt x="9703" y="40511"/>
                              </a:moveTo>
                              <a:cubicBezTo>
                                <a:pt x="12082" y="38132"/>
                                <a:pt x="18029" y="22669"/>
                                <a:pt x="18029" y="17912"/>
                              </a:cubicBezTo>
                              <a:cubicBezTo>
                                <a:pt x="18029" y="13154"/>
                                <a:pt x="18029" y="-1119"/>
                                <a:pt x="14461" y="70"/>
                              </a:cubicBezTo>
                              <a:cubicBezTo>
                                <a:pt x="10893" y="1259"/>
                                <a:pt x="12082" y="2449"/>
                                <a:pt x="9703" y="3638"/>
                              </a:cubicBezTo>
                              <a:cubicBezTo>
                                <a:pt x="7324" y="3638"/>
                                <a:pt x="2567" y="2449"/>
                                <a:pt x="4946" y="4828"/>
                              </a:cubicBezTo>
                              <a:cubicBezTo>
                                <a:pt x="6135" y="7207"/>
                                <a:pt x="12082" y="9585"/>
                                <a:pt x="10893" y="10775"/>
                              </a:cubicBezTo>
                              <a:cubicBezTo>
                                <a:pt x="9703" y="11964"/>
                                <a:pt x="7324" y="11964"/>
                                <a:pt x="7324" y="14343"/>
                              </a:cubicBezTo>
                              <a:cubicBezTo>
                                <a:pt x="7324" y="16722"/>
                                <a:pt x="7324" y="19101"/>
                                <a:pt x="6135" y="20290"/>
                              </a:cubicBezTo>
                              <a:cubicBezTo>
                                <a:pt x="3756" y="22669"/>
                                <a:pt x="-1002" y="21480"/>
                                <a:pt x="188" y="23859"/>
                              </a:cubicBezTo>
                              <a:cubicBezTo>
                                <a:pt x="1377" y="26238"/>
                                <a:pt x="6135" y="26238"/>
                                <a:pt x="4946" y="28616"/>
                              </a:cubicBezTo>
                              <a:cubicBezTo>
                                <a:pt x="4946" y="29806"/>
                                <a:pt x="-1002" y="30995"/>
                                <a:pt x="1377" y="32185"/>
                              </a:cubicBezTo>
                              <a:cubicBezTo>
                                <a:pt x="3756" y="33374"/>
                                <a:pt x="10893" y="33374"/>
                                <a:pt x="8514" y="34564"/>
                              </a:cubicBezTo>
                              <a:cubicBezTo>
                                <a:pt x="6135" y="35753"/>
                                <a:pt x="1377" y="38132"/>
                                <a:pt x="1377" y="39321"/>
                              </a:cubicBezTo>
                              <a:cubicBezTo>
                                <a:pt x="1377" y="41700"/>
                                <a:pt x="188" y="44079"/>
                                <a:pt x="1377" y="46458"/>
                              </a:cubicBezTo>
                              <a:cubicBezTo>
                                <a:pt x="2567" y="48837"/>
                                <a:pt x="3756" y="48837"/>
                                <a:pt x="3756" y="50026"/>
                              </a:cubicBezTo>
                              <a:cubicBezTo>
                                <a:pt x="2567" y="51216"/>
                                <a:pt x="4946" y="61921"/>
                                <a:pt x="6135" y="54784"/>
                              </a:cubicBezTo>
                              <a:cubicBezTo>
                                <a:pt x="6135" y="53595"/>
                                <a:pt x="7324" y="44079"/>
                                <a:pt x="9703" y="4051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7" name="Freeform 1106">
                          <a:extLst>
                            <a:ext uri="{FF2B5EF4-FFF2-40B4-BE49-F238E27FC236}">
                              <a16:creationId xmlns:a16="http://schemas.microsoft.com/office/drawing/2014/main" id="{4FD4C58C-678B-9C5C-059B-5DAA805FB37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77896" y="2472913"/>
                          <a:ext cx="9613" cy="14628"/>
                        </a:xfrm>
                        <a:custGeom>
                          <a:avLst/>
                          <a:gdLst>
                            <a:gd name="connsiteX0" fmla="*/ 7794 w 9613"/>
                            <a:gd name="connsiteY0" fmla="*/ 0 h 14628"/>
                            <a:gd name="connsiteX1" fmla="*/ 4225 w 9613"/>
                            <a:gd name="connsiteY1" fmla="*/ 4758 h 14628"/>
                            <a:gd name="connsiteX2" fmla="*/ 657 w 9613"/>
                            <a:gd name="connsiteY2" fmla="*/ 11894 h 14628"/>
                            <a:gd name="connsiteX3" fmla="*/ 6604 w 9613"/>
                            <a:gd name="connsiteY3" fmla="*/ 13084 h 14628"/>
                            <a:gd name="connsiteX4" fmla="*/ 7794 w 9613"/>
                            <a:gd name="connsiteY4" fmla="*/ 0 h 1462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9613" h="14628">
                              <a:moveTo>
                                <a:pt x="7794" y="0"/>
                              </a:moveTo>
                              <a:cubicBezTo>
                                <a:pt x="5415" y="1189"/>
                                <a:pt x="5415" y="1189"/>
                                <a:pt x="4225" y="4758"/>
                              </a:cubicBezTo>
                              <a:cubicBezTo>
                                <a:pt x="3036" y="7137"/>
                                <a:pt x="-1722" y="9516"/>
                                <a:pt x="657" y="11894"/>
                              </a:cubicBezTo>
                              <a:cubicBezTo>
                                <a:pt x="3036" y="13084"/>
                                <a:pt x="6604" y="16652"/>
                                <a:pt x="6604" y="13084"/>
                              </a:cubicBezTo>
                              <a:cubicBezTo>
                                <a:pt x="8983" y="11894"/>
                                <a:pt x="11362" y="0"/>
                                <a:pt x="7794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8" name="Freeform 1107">
                          <a:extLst>
                            <a:ext uri="{FF2B5EF4-FFF2-40B4-BE49-F238E27FC236}">
                              <a16:creationId xmlns:a16="http://schemas.microsoft.com/office/drawing/2014/main" id="{D784A25E-B660-0F9F-764E-BFBF8CB127A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06775" y="2528159"/>
                          <a:ext cx="28769" cy="77970"/>
                        </a:xfrm>
                        <a:custGeom>
                          <a:avLst/>
                          <a:gdLst>
                            <a:gd name="connsiteX0" fmla="*/ 27681 w 28769"/>
                            <a:gd name="connsiteY0" fmla="*/ 47045 h 77970"/>
                            <a:gd name="connsiteX1" fmla="*/ 20545 w 28769"/>
                            <a:gd name="connsiteY1" fmla="*/ 37529 h 77970"/>
                            <a:gd name="connsiteX2" fmla="*/ 26492 w 28769"/>
                            <a:gd name="connsiteY2" fmla="*/ 37529 h 77970"/>
                            <a:gd name="connsiteX3" fmla="*/ 26492 w 28769"/>
                            <a:gd name="connsiteY3" fmla="*/ 33961 h 77970"/>
                            <a:gd name="connsiteX4" fmla="*/ 22923 w 28769"/>
                            <a:gd name="connsiteY4" fmla="*/ 29203 h 77970"/>
                            <a:gd name="connsiteX5" fmla="*/ 27681 w 28769"/>
                            <a:gd name="connsiteY5" fmla="*/ 24446 h 77970"/>
                            <a:gd name="connsiteX6" fmla="*/ 16976 w 28769"/>
                            <a:gd name="connsiteY6" fmla="*/ 14930 h 77970"/>
                            <a:gd name="connsiteX7" fmla="*/ 19355 w 28769"/>
                            <a:gd name="connsiteY7" fmla="*/ 4225 h 77970"/>
                            <a:gd name="connsiteX8" fmla="*/ 11029 w 28769"/>
                            <a:gd name="connsiteY8" fmla="*/ 657 h 77970"/>
                            <a:gd name="connsiteX9" fmla="*/ 13408 w 28769"/>
                            <a:gd name="connsiteY9" fmla="*/ 8983 h 77970"/>
                            <a:gd name="connsiteX10" fmla="*/ 9840 w 28769"/>
                            <a:gd name="connsiteY10" fmla="*/ 19688 h 77970"/>
                            <a:gd name="connsiteX11" fmla="*/ 11029 w 28769"/>
                            <a:gd name="connsiteY11" fmla="*/ 29203 h 77970"/>
                            <a:gd name="connsiteX12" fmla="*/ 3893 w 28769"/>
                            <a:gd name="connsiteY12" fmla="*/ 30393 h 77970"/>
                            <a:gd name="connsiteX13" fmla="*/ 9840 w 28769"/>
                            <a:gd name="connsiteY13" fmla="*/ 35150 h 77970"/>
                            <a:gd name="connsiteX14" fmla="*/ 5082 w 28769"/>
                            <a:gd name="connsiteY14" fmla="*/ 38719 h 77970"/>
                            <a:gd name="connsiteX15" fmla="*/ 3893 w 28769"/>
                            <a:gd name="connsiteY15" fmla="*/ 44666 h 77970"/>
                            <a:gd name="connsiteX16" fmla="*/ 324 w 28769"/>
                            <a:gd name="connsiteY16" fmla="*/ 47045 h 77970"/>
                            <a:gd name="connsiteX17" fmla="*/ 2703 w 28769"/>
                            <a:gd name="connsiteY17" fmla="*/ 51803 h 77970"/>
                            <a:gd name="connsiteX18" fmla="*/ 12219 w 28769"/>
                            <a:gd name="connsiteY18" fmla="*/ 50613 h 77970"/>
                            <a:gd name="connsiteX19" fmla="*/ 7461 w 28769"/>
                            <a:gd name="connsiteY19" fmla="*/ 55371 h 77970"/>
                            <a:gd name="connsiteX20" fmla="*/ 11029 w 28769"/>
                            <a:gd name="connsiteY20" fmla="*/ 60129 h 77970"/>
                            <a:gd name="connsiteX21" fmla="*/ 6271 w 28769"/>
                            <a:gd name="connsiteY21" fmla="*/ 63697 h 77970"/>
                            <a:gd name="connsiteX22" fmla="*/ 8650 w 28769"/>
                            <a:gd name="connsiteY22" fmla="*/ 70833 h 77970"/>
                            <a:gd name="connsiteX23" fmla="*/ 11029 w 28769"/>
                            <a:gd name="connsiteY23" fmla="*/ 77970 h 77970"/>
                            <a:gd name="connsiteX24" fmla="*/ 19355 w 28769"/>
                            <a:gd name="connsiteY24" fmla="*/ 70833 h 77970"/>
                            <a:gd name="connsiteX25" fmla="*/ 16976 w 28769"/>
                            <a:gd name="connsiteY25" fmla="*/ 62507 h 77970"/>
                            <a:gd name="connsiteX26" fmla="*/ 24113 w 28769"/>
                            <a:gd name="connsiteY26" fmla="*/ 56560 h 77970"/>
                            <a:gd name="connsiteX27" fmla="*/ 20545 w 28769"/>
                            <a:gd name="connsiteY27" fmla="*/ 52992 h 77970"/>
                            <a:gd name="connsiteX28" fmla="*/ 27681 w 28769"/>
                            <a:gd name="connsiteY28" fmla="*/ 47045 h 7797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</a:cxnLst>
                          <a:rect l="l" t="t" r="r" b="b"/>
                          <a:pathLst>
                            <a:path w="28769" h="77970">
                              <a:moveTo>
                                <a:pt x="27681" y="47045"/>
                              </a:moveTo>
                              <a:cubicBezTo>
                                <a:pt x="24113" y="43477"/>
                                <a:pt x="19355" y="38719"/>
                                <a:pt x="20545" y="37529"/>
                              </a:cubicBezTo>
                              <a:cubicBezTo>
                                <a:pt x="21734" y="36340"/>
                                <a:pt x="21734" y="38719"/>
                                <a:pt x="26492" y="37529"/>
                              </a:cubicBezTo>
                              <a:cubicBezTo>
                                <a:pt x="26492" y="37529"/>
                                <a:pt x="28871" y="35150"/>
                                <a:pt x="26492" y="33961"/>
                              </a:cubicBezTo>
                              <a:cubicBezTo>
                                <a:pt x="24113" y="32772"/>
                                <a:pt x="20545" y="29203"/>
                                <a:pt x="22923" y="29203"/>
                              </a:cubicBezTo>
                              <a:cubicBezTo>
                                <a:pt x="24113" y="29203"/>
                                <a:pt x="28871" y="28014"/>
                                <a:pt x="27681" y="24446"/>
                              </a:cubicBezTo>
                              <a:cubicBezTo>
                                <a:pt x="26492" y="20877"/>
                                <a:pt x="14597" y="19688"/>
                                <a:pt x="16976" y="14930"/>
                              </a:cubicBezTo>
                              <a:cubicBezTo>
                                <a:pt x="19355" y="11362"/>
                                <a:pt x="21734" y="5415"/>
                                <a:pt x="19355" y="4225"/>
                              </a:cubicBezTo>
                              <a:cubicBezTo>
                                <a:pt x="16976" y="3036"/>
                                <a:pt x="12219" y="-1722"/>
                                <a:pt x="11029" y="657"/>
                              </a:cubicBezTo>
                              <a:cubicBezTo>
                                <a:pt x="9840" y="3036"/>
                                <a:pt x="14597" y="6604"/>
                                <a:pt x="13408" y="8983"/>
                              </a:cubicBezTo>
                              <a:cubicBezTo>
                                <a:pt x="13408" y="12551"/>
                                <a:pt x="9840" y="17309"/>
                                <a:pt x="9840" y="19688"/>
                              </a:cubicBezTo>
                              <a:cubicBezTo>
                                <a:pt x="11029" y="20877"/>
                                <a:pt x="13408" y="29203"/>
                                <a:pt x="11029" y="29203"/>
                              </a:cubicBezTo>
                              <a:cubicBezTo>
                                <a:pt x="8650" y="29203"/>
                                <a:pt x="5082" y="26824"/>
                                <a:pt x="3893" y="30393"/>
                              </a:cubicBezTo>
                              <a:cubicBezTo>
                                <a:pt x="3893" y="33961"/>
                                <a:pt x="11029" y="33961"/>
                                <a:pt x="9840" y="35150"/>
                              </a:cubicBezTo>
                              <a:cubicBezTo>
                                <a:pt x="8650" y="37529"/>
                                <a:pt x="5082" y="36340"/>
                                <a:pt x="5082" y="38719"/>
                              </a:cubicBezTo>
                              <a:cubicBezTo>
                                <a:pt x="5082" y="41098"/>
                                <a:pt x="5082" y="44666"/>
                                <a:pt x="3893" y="44666"/>
                              </a:cubicBezTo>
                              <a:cubicBezTo>
                                <a:pt x="2703" y="45855"/>
                                <a:pt x="1514" y="45855"/>
                                <a:pt x="324" y="47045"/>
                              </a:cubicBezTo>
                              <a:cubicBezTo>
                                <a:pt x="-865" y="48234"/>
                                <a:pt x="1514" y="51803"/>
                                <a:pt x="2703" y="51803"/>
                              </a:cubicBezTo>
                              <a:cubicBezTo>
                                <a:pt x="3893" y="51803"/>
                                <a:pt x="13408" y="49424"/>
                                <a:pt x="12219" y="50613"/>
                              </a:cubicBezTo>
                              <a:cubicBezTo>
                                <a:pt x="11029" y="52992"/>
                                <a:pt x="7461" y="54181"/>
                                <a:pt x="7461" y="55371"/>
                              </a:cubicBezTo>
                              <a:cubicBezTo>
                                <a:pt x="8650" y="56560"/>
                                <a:pt x="12219" y="57750"/>
                                <a:pt x="11029" y="60129"/>
                              </a:cubicBezTo>
                              <a:cubicBezTo>
                                <a:pt x="9840" y="61318"/>
                                <a:pt x="6271" y="61318"/>
                                <a:pt x="6271" y="63697"/>
                              </a:cubicBezTo>
                              <a:cubicBezTo>
                                <a:pt x="6271" y="66076"/>
                                <a:pt x="8650" y="68455"/>
                                <a:pt x="8650" y="70833"/>
                              </a:cubicBezTo>
                              <a:cubicBezTo>
                                <a:pt x="8650" y="73213"/>
                                <a:pt x="6271" y="77970"/>
                                <a:pt x="11029" y="77970"/>
                              </a:cubicBezTo>
                              <a:cubicBezTo>
                                <a:pt x="15787" y="76781"/>
                                <a:pt x="20545" y="75591"/>
                                <a:pt x="19355" y="70833"/>
                              </a:cubicBezTo>
                              <a:cubicBezTo>
                                <a:pt x="18166" y="66076"/>
                                <a:pt x="14597" y="63697"/>
                                <a:pt x="16976" y="62507"/>
                              </a:cubicBezTo>
                              <a:cubicBezTo>
                                <a:pt x="19355" y="61318"/>
                                <a:pt x="25302" y="57750"/>
                                <a:pt x="24113" y="56560"/>
                              </a:cubicBezTo>
                              <a:cubicBezTo>
                                <a:pt x="22923" y="55371"/>
                                <a:pt x="20545" y="55371"/>
                                <a:pt x="20545" y="52992"/>
                              </a:cubicBezTo>
                              <a:cubicBezTo>
                                <a:pt x="25302" y="52992"/>
                                <a:pt x="31249" y="50613"/>
                                <a:pt x="27681" y="4704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09" name="Freeform 1108">
                          <a:extLst>
                            <a:ext uri="{FF2B5EF4-FFF2-40B4-BE49-F238E27FC236}">
                              <a16:creationId xmlns:a16="http://schemas.microsoft.com/office/drawing/2014/main" id="{807155C3-A144-E01A-DA99-A30BFA04DC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45626" y="2554984"/>
                          <a:ext cx="18682" cy="27951"/>
                        </a:xfrm>
                        <a:custGeom>
                          <a:avLst/>
                          <a:gdLst>
                            <a:gd name="connsiteX0" fmla="*/ 11430 w 18682"/>
                            <a:gd name="connsiteY0" fmla="*/ 26168 h 27951"/>
                            <a:gd name="connsiteX1" fmla="*/ 18566 w 18682"/>
                            <a:gd name="connsiteY1" fmla="*/ 11894 h 27951"/>
                            <a:gd name="connsiteX2" fmla="*/ 16187 w 18682"/>
                            <a:gd name="connsiteY2" fmla="*/ 0 h 27951"/>
                            <a:gd name="connsiteX3" fmla="*/ 9051 w 18682"/>
                            <a:gd name="connsiteY3" fmla="*/ 2379 h 27951"/>
                            <a:gd name="connsiteX4" fmla="*/ 725 w 18682"/>
                            <a:gd name="connsiteY4" fmla="*/ 19031 h 27951"/>
                            <a:gd name="connsiteX5" fmla="*/ 11430 w 18682"/>
                            <a:gd name="connsiteY5" fmla="*/ 17842 h 27951"/>
                            <a:gd name="connsiteX6" fmla="*/ 3104 w 18682"/>
                            <a:gd name="connsiteY6" fmla="*/ 26168 h 27951"/>
                            <a:gd name="connsiteX7" fmla="*/ 11430 w 18682"/>
                            <a:gd name="connsiteY7" fmla="*/ 26168 h 279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8682" h="27951">
                              <a:moveTo>
                                <a:pt x="11430" y="26168"/>
                              </a:moveTo>
                              <a:cubicBezTo>
                                <a:pt x="11430" y="26168"/>
                                <a:pt x="19756" y="20220"/>
                                <a:pt x="18566" y="11894"/>
                              </a:cubicBezTo>
                              <a:cubicBezTo>
                                <a:pt x="18566" y="3568"/>
                                <a:pt x="18566" y="0"/>
                                <a:pt x="16187" y="0"/>
                              </a:cubicBezTo>
                              <a:cubicBezTo>
                                <a:pt x="13809" y="0"/>
                                <a:pt x="10240" y="0"/>
                                <a:pt x="9051" y="2379"/>
                              </a:cubicBezTo>
                              <a:cubicBezTo>
                                <a:pt x="7861" y="4758"/>
                                <a:pt x="-2844" y="17842"/>
                                <a:pt x="725" y="19031"/>
                              </a:cubicBezTo>
                              <a:cubicBezTo>
                                <a:pt x="5483" y="20220"/>
                                <a:pt x="14998" y="14273"/>
                                <a:pt x="11430" y="17842"/>
                              </a:cubicBezTo>
                              <a:cubicBezTo>
                                <a:pt x="9051" y="21410"/>
                                <a:pt x="4293" y="23789"/>
                                <a:pt x="3104" y="26168"/>
                              </a:cubicBezTo>
                              <a:cubicBezTo>
                                <a:pt x="5483" y="28547"/>
                                <a:pt x="9051" y="28547"/>
                                <a:pt x="11430" y="261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0" name="Freeform 1109">
                          <a:extLst>
                            <a:ext uri="{FF2B5EF4-FFF2-40B4-BE49-F238E27FC236}">
                              <a16:creationId xmlns:a16="http://schemas.microsoft.com/office/drawing/2014/main" id="{3457726D-14BB-D3DF-23FC-B0F5E34FF7A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41998" y="2584295"/>
                          <a:ext cx="7921" cy="8751"/>
                        </a:xfrm>
                        <a:custGeom>
                          <a:avLst/>
                          <a:gdLst>
                            <a:gd name="connsiteX0" fmla="*/ 4353 w 7921"/>
                            <a:gd name="connsiteY0" fmla="*/ 425 h 8751"/>
                            <a:gd name="connsiteX1" fmla="*/ 784 w 7921"/>
                            <a:gd name="connsiteY1" fmla="*/ 8751 h 8751"/>
                            <a:gd name="connsiteX2" fmla="*/ 7921 w 7921"/>
                            <a:gd name="connsiteY2" fmla="*/ 7562 h 8751"/>
                            <a:gd name="connsiteX3" fmla="*/ 4353 w 7921"/>
                            <a:gd name="connsiteY3" fmla="*/ 425 h 87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921" h="8751">
                              <a:moveTo>
                                <a:pt x="4353" y="425"/>
                              </a:moveTo>
                              <a:cubicBezTo>
                                <a:pt x="1974" y="2804"/>
                                <a:pt x="-1594" y="8751"/>
                                <a:pt x="784" y="8751"/>
                              </a:cubicBezTo>
                              <a:cubicBezTo>
                                <a:pt x="3163" y="8751"/>
                                <a:pt x="6732" y="8751"/>
                                <a:pt x="7921" y="7562"/>
                              </a:cubicBezTo>
                              <a:cubicBezTo>
                                <a:pt x="7921" y="6372"/>
                                <a:pt x="6732" y="-1954"/>
                                <a:pt x="4353" y="42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1" name="Freeform 1110">
                          <a:extLst>
                            <a:ext uri="{FF2B5EF4-FFF2-40B4-BE49-F238E27FC236}">
                              <a16:creationId xmlns:a16="http://schemas.microsoft.com/office/drawing/2014/main" id="{4CA26835-97B0-2CBA-4B89-C465F9CFA6A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41237" y="2597561"/>
                          <a:ext cx="6302" cy="6506"/>
                        </a:xfrm>
                        <a:custGeom>
                          <a:avLst/>
                          <a:gdLst>
                            <a:gd name="connsiteX0" fmla="*/ 2735 w 6302"/>
                            <a:gd name="connsiteY0" fmla="*/ 243 h 6506"/>
                            <a:gd name="connsiteX1" fmla="*/ 1545 w 6302"/>
                            <a:gd name="connsiteY1" fmla="*/ 6190 h 6506"/>
                            <a:gd name="connsiteX2" fmla="*/ 6303 w 6302"/>
                            <a:gd name="connsiteY2" fmla="*/ 2622 h 6506"/>
                            <a:gd name="connsiteX3" fmla="*/ 2735 w 6302"/>
                            <a:gd name="connsiteY3" fmla="*/ 243 h 650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302" h="6506">
                              <a:moveTo>
                                <a:pt x="2735" y="243"/>
                              </a:moveTo>
                              <a:cubicBezTo>
                                <a:pt x="1545" y="2622"/>
                                <a:pt x="-2023" y="5000"/>
                                <a:pt x="1545" y="6190"/>
                              </a:cubicBezTo>
                              <a:cubicBezTo>
                                <a:pt x="3924" y="7379"/>
                                <a:pt x="5113" y="5000"/>
                                <a:pt x="6303" y="2622"/>
                              </a:cubicBezTo>
                              <a:cubicBezTo>
                                <a:pt x="6303" y="2622"/>
                                <a:pt x="3924" y="-947"/>
                                <a:pt x="2735" y="24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2" name="Freeform 1111">
                          <a:extLst>
                            <a:ext uri="{FF2B5EF4-FFF2-40B4-BE49-F238E27FC236}">
                              <a16:creationId xmlns:a16="http://schemas.microsoft.com/office/drawing/2014/main" id="{20237D7F-DC12-A1EB-3ACB-A937BB7CF7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40404" y="2575015"/>
                          <a:ext cx="4915" cy="8311"/>
                        </a:xfrm>
                        <a:custGeom>
                          <a:avLst/>
                          <a:gdLst>
                            <a:gd name="connsiteX0" fmla="*/ 4758 w 4915"/>
                            <a:gd name="connsiteY0" fmla="*/ 4947 h 8311"/>
                            <a:gd name="connsiteX1" fmla="*/ 1189 w 4915"/>
                            <a:gd name="connsiteY1" fmla="*/ 189 h 8311"/>
                            <a:gd name="connsiteX2" fmla="*/ 0 w 4915"/>
                            <a:gd name="connsiteY2" fmla="*/ 7326 h 8311"/>
                            <a:gd name="connsiteX3" fmla="*/ 4758 w 4915"/>
                            <a:gd name="connsiteY3" fmla="*/ 4947 h 83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915" h="8311">
                              <a:moveTo>
                                <a:pt x="4758" y="4947"/>
                              </a:moveTo>
                              <a:cubicBezTo>
                                <a:pt x="4758" y="3758"/>
                                <a:pt x="2379" y="-1000"/>
                                <a:pt x="1189" y="189"/>
                              </a:cubicBezTo>
                              <a:cubicBezTo>
                                <a:pt x="0" y="1379"/>
                                <a:pt x="0" y="4947"/>
                                <a:pt x="0" y="7326"/>
                              </a:cubicBezTo>
                              <a:cubicBezTo>
                                <a:pt x="0" y="9705"/>
                                <a:pt x="5947" y="7326"/>
                                <a:pt x="4758" y="4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3" name="Freeform 1112">
                          <a:extLst>
                            <a:ext uri="{FF2B5EF4-FFF2-40B4-BE49-F238E27FC236}">
                              <a16:creationId xmlns:a16="http://schemas.microsoft.com/office/drawing/2014/main" id="{D4960408-2203-A646-F26D-1FC2575051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01356" y="2580960"/>
                          <a:ext cx="5743" cy="5132"/>
                        </a:xfrm>
                        <a:custGeom>
                          <a:avLst/>
                          <a:gdLst>
                            <a:gd name="connsiteX0" fmla="*/ 3364 w 5743"/>
                            <a:gd name="connsiteY0" fmla="*/ 191 h 5132"/>
                            <a:gd name="connsiteX1" fmla="*/ 985 w 5743"/>
                            <a:gd name="connsiteY1" fmla="*/ 3759 h 5132"/>
                            <a:gd name="connsiteX2" fmla="*/ 5743 w 5743"/>
                            <a:gd name="connsiteY2" fmla="*/ 3759 h 5132"/>
                            <a:gd name="connsiteX3" fmla="*/ 3364 w 5743"/>
                            <a:gd name="connsiteY3" fmla="*/ 191 h 513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743" h="5132">
                              <a:moveTo>
                                <a:pt x="3364" y="191"/>
                              </a:moveTo>
                              <a:cubicBezTo>
                                <a:pt x="985" y="1380"/>
                                <a:pt x="-1393" y="1380"/>
                                <a:pt x="985" y="3759"/>
                              </a:cubicBezTo>
                              <a:cubicBezTo>
                                <a:pt x="3364" y="6138"/>
                                <a:pt x="5743" y="4949"/>
                                <a:pt x="5743" y="3759"/>
                              </a:cubicBezTo>
                              <a:cubicBezTo>
                                <a:pt x="5743" y="3759"/>
                                <a:pt x="4554" y="-998"/>
                                <a:pt x="3364" y="19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4" name="Freeform 1113">
                          <a:extLst>
                            <a:ext uri="{FF2B5EF4-FFF2-40B4-BE49-F238E27FC236}">
                              <a16:creationId xmlns:a16="http://schemas.microsoft.com/office/drawing/2014/main" id="{0B7AF68F-BB4E-6C73-4108-430FB69C2E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99071" y="2590001"/>
                          <a:ext cx="9866" cy="16128"/>
                        </a:xfrm>
                        <a:custGeom>
                          <a:avLst/>
                          <a:gdLst>
                            <a:gd name="connsiteX0" fmla="*/ 5650 w 9866"/>
                            <a:gd name="connsiteY0" fmla="*/ 3045 h 16128"/>
                            <a:gd name="connsiteX1" fmla="*/ 892 w 9866"/>
                            <a:gd name="connsiteY1" fmla="*/ 666 h 16128"/>
                            <a:gd name="connsiteX2" fmla="*/ 892 w 9866"/>
                            <a:gd name="connsiteY2" fmla="*/ 7803 h 16128"/>
                            <a:gd name="connsiteX3" fmla="*/ 4460 w 9866"/>
                            <a:gd name="connsiteY3" fmla="*/ 16129 h 16128"/>
                            <a:gd name="connsiteX4" fmla="*/ 9218 w 9866"/>
                            <a:gd name="connsiteY4" fmla="*/ 10182 h 16128"/>
                            <a:gd name="connsiteX5" fmla="*/ 5650 w 9866"/>
                            <a:gd name="connsiteY5" fmla="*/ 3045 h 1612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9866" h="16128">
                              <a:moveTo>
                                <a:pt x="5650" y="3045"/>
                              </a:moveTo>
                              <a:cubicBezTo>
                                <a:pt x="5650" y="3045"/>
                                <a:pt x="2081" y="-1713"/>
                                <a:pt x="892" y="666"/>
                              </a:cubicBezTo>
                              <a:cubicBezTo>
                                <a:pt x="-297" y="3045"/>
                                <a:pt x="-297" y="6613"/>
                                <a:pt x="892" y="7803"/>
                              </a:cubicBezTo>
                              <a:cubicBezTo>
                                <a:pt x="2081" y="8992"/>
                                <a:pt x="2081" y="16129"/>
                                <a:pt x="4460" y="16129"/>
                              </a:cubicBezTo>
                              <a:cubicBezTo>
                                <a:pt x="6839" y="16129"/>
                                <a:pt x="11597" y="13750"/>
                                <a:pt x="9218" y="10182"/>
                              </a:cubicBezTo>
                              <a:cubicBezTo>
                                <a:pt x="8029" y="6613"/>
                                <a:pt x="4460" y="5424"/>
                                <a:pt x="5650" y="304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5" name="Freeform 1114">
                          <a:extLst>
                            <a:ext uri="{FF2B5EF4-FFF2-40B4-BE49-F238E27FC236}">
                              <a16:creationId xmlns:a16="http://schemas.microsoft.com/office/drawing/2014/main" id="{5122240D-3A1B-AAFD-A183-B1CB266D44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00095" y="2574676"/>
                          <a:ext cx="4625" cy="4096"/>
                        </a:xfrm>
                        <a:custGeom>
                          <a:avLst/>
                          <a:gdLst>
                            <a:gd name="connsiteX0" fmla="*/ 1057 w 4625"/>
                            <a:gd name="connsiteY0" fmla="*/ 4097 h 4096"/>
                            <a:gd name="connsiteX1" fmla="*/ 4626 w 4625"/>
                            <a:gd name="connsiteY1" fmla="*/ 529 h 4096"/>
                            <a:gd name="connsiteX2" fmla="*/ 1057 w 4625"/>
                            <a:gd name="connsiteY2" fmla="*/ 529 h 4096"/>
                            <a:gd name="connsiteX3" fmla="*/ 1057 w 4625"/>
                            <a:gd name="connsiteY3" fmla="*/ 4097 h 409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625" h="4096">
                              <a:moveTo>
                                <a:pt x="1057" y="4097"/>
                              </a:moveTo>
                              <a:cubicBezTo>
                                <a:pt x="2247" y="4097"/>
                                <a:pt x="4626" y="529"/>
                                <a:pt x="4626" y="529"/>
                              </a:cubicBezTo>
                              <a:cubicBezTo>
                                <a:pt x="4626" y="529"/>
                                <a:pt x="1057" y="-661"/>
                                <a:pt x="1057" y="529"/>
                              </a:cubicBezTo>
                              <a:cubicBezTo>
                                <a:pt x="1057" y="1718"/>
                                <a:pt x="-1322" y="4097"/>
                                <a:pt x="1057" y="40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6" name="Freeform 1115">
                          <a:extLst>
                            <a:ext uri="{FF2B5EF4-FFF2-40B4-BE49-F238E27FC236}">
                              <a16:creationId xmlns:a16="http://schemas.microsoft.com/office/drawing/2014/main" id="{F5A97E2A-1FB1-B43E-6B2C-B04D6105D3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07504" y="2536958"/>
                          <a:ext cx="10966" cy="8509"/>
                        </a:xfrm>
                        <a:custGeom>
                          <a:avLst/>
                          <a:gdLst>
                            <a:gd name="connsiteX0" fmla="*/ 10300 w 10966"/>
                            <a:gd name="connsiteY0" fmla="*/ 1373 h 8509"/>
                            <a:gd name="connsiteX1" fmla="*/ 4353 w 10966"/>
                            <a:gd name="connsiteY1" fmla="*/ 1373 h 8509"/>
                            <a:gd name="connsiteX2" fmla="*/ 784 w 10966"/>
                            <a:gd name="connsiteY2" fmla="*/ 8510 h 8509"/>
                            <a:gd name="connsiteX3" fmla="*/ 7921 w 10966"/>
                            <a:gd name="connsiteY3" fmla="*/ 6131 h 8509"/>
                            <a:gd name="connsiteX4" fmla="*/ 10300 w 10966"/>
                            <a:gd name="connsiteY4" fmla="*/ 1373 h 850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0966" h="8509">
                              <a:moveTo>
                                <a:pt x="10300" y="1373"/>
                              </a:moveTo>
                              <a:cubicBezTo>
                                <a:pt x="7921" y="184"/>
                                <a:pt x="5542" y="-1005"/>
                                <a:pt x="4353" y="1373"/>
                              </a:cubicBezTo>
                              <a:cubicBezTo>
                                <a:pt x="1974" y="3752"/>
                                <a:pt x="-1594" y="8510"/>
                                <a:pt x="784" y="8510"/>
                              </a:cubicBezTo>
                              <a:cubicBezTo>
                                <a:pt x="3163" y="8510"/>
                                <a:pt x="5542" y="7321"/>
                                <a:pt x="7921" y="6131"/>
                              </a:cubicBezTo>
                              <a:cubicBezTo>
                                <a:pt x="7921" y="6131"/>
                                <a:pt x="12679" y="2563"/>
                                <a:pt x="10300" y="137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7" name="Freeform 1116">
                          <a:extLst>
                            <a:ext uri="{FF2B5EF4-FFF2-40B4-BE49-F238E27FC236}">
                              <a16:creationId xmlns:a16="http://schemas.microsoft.com/office/drawing/2014/main" id="{93440D5D-838E-BA17-A303-DC636F04F1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41108" y="2543089"/>
                          <a:ext cx="5243" cy="7831"/>
                        </a:xfrm>
                        <a:custGeom>
                          <a:avLst/>
                          <a:gdLst>
                            <a:gd name="connsiteX0" fmla="*/ 485 w 5243"/>
                            <a:gd name="connsiteY0" fmla="*/ 5947 h 7831"/>
                            <a:gd name="connsiteX1" fmla="*/ 5243 w 5243"/>
                            <a:gd name="connsiteY1" fmla="*/ 5947 h 7831"/>
                            <a:gd name="connsiteX2" fmla="*/ 5243 w 5243"/>
                            <a:gd name="connsiteY2" fmla="*/ 0 h 7831"/>
                            <a:gd name="connsiteX3" fmla="*/ 485 w 5243"/>
                            <a:gd name="connsiteY3" fmla="*/ 5947 h 783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243" h="7831">
                              <a:moveTo>
                                <a:pt x="485" y="5947"/>
                              </a:moveTo>
                              <a:cubicBezTo>
                                <a:pt x="2864" y="7137"/>
                                <a:pt x="2864" y="9516"/>
                                <a:pt x="5243" y="5947"/>
                              </a:cubicBezTo>
                              <a:cubicBezTo>
                                <a:pt x="5243" y="4758"/>
                                <a:pt x="5243" y="0"/>
                                <a:pt x="5243" y="0"/>
                              </a:cubicBezTo>
                              <a:cubicBezTo>
                                <a:pt x="5243" y="0"/>
                                <a:pt x="-1893" y="4758"/>
                                <a:pt x="485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8" name="Freeform 1117">
                          <a:extLst>
                            <a:ext uri="{FF2B5EF4-FFF2-40B4-BE49-F238E27FC236}">
                              <a16:creationId xmlns:a16="http://schemas.microsoft.com/office/drawing/2014/main" id="{F7DC2111-26D1-A380-202E-8F0F4BFD8D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49730" y="2533574"/>
                          <a:ext cx="5280" cy="6728"/>
                        </a:xfrm>
                        <a:custGeom>
                          <a:avLst/>
                          <a:gdLst>
                            <a:gd name="connsiteX0" fmla="*/ 3758 w 5280"/>
                            <a:gd name="connsiteY0" fmla="*/ 4758 h 6728"/>
                            <a:gd name="connsiteX1" fmla="*/ 4947 w 5280"/>
                            <a:gd name="connsiteY1" fmla="*/ 0 h 6728"/>
                            <a:gd name="connsiteX2" fmla="*/ 189 w 5280"/>
                            <a:gd name="connsiteY2" fmla="*/ 5947 h 6728"/>
                            <a:gd name="connsiteX3" fmla="*/ 3758 w 5280"/>
                            <a:gd name="connsiteY3" fmla="*/ 4758 h 672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280" h="6728">
                              <a:moveTo>
                                <a:pt x="3758" y="4758"/>
                              </a:moveTo>
                              <a:cubicBezTo>
                                <a:pt x="3758" y="3568"/>
                                <a:pt x="6136" y="0"/>
                                <a:pt x="4947" y="0"/>
                              </a:cubicBezTo>
                              <a:cubicBezTo>
                                <a:pt x="3758" y="0"/>
                                <a:pt x="-1000" y="4758"/>
                                <a:pt x="189" y="5947"/>
                              </a:cubicBezTo>
                              <a:cubicBezTo>
                                <a:pt x="1379" y="7137"/>
                                <a:pt x="1379" y="7137"/>
                                <a:pt x="3758" y="47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19" name="Freeform 1118">
                          <a:extLst>
                            <a:ext uri="{FF2B5EF4-FFF2-40B4-BE49-F238E27FC236}">
                              <a16:creationId xmlns:a16="http://schemas.microsoft.com/office/drawing/2014/main" id="{4921B1FB-EF3B-27DC-CC2A-5E3D5D5C63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36538" y="2533574"/>
                          <a:ext cx="9680" cy="12082"/>
                        </a:xfrm>
                        <a:custGeom>
                          <a:avLst/>
                          <a:gdLst>
                            <a:gd name="connsiteX0" fmla="*/ 1487 w 9680"/>
                            <a:gd name="connsiteY0" fmla="*/ 11894 h 12082"/>
                            <a:gd name="connsiteX1" fmla="*/ 8623 w 9680"/>
                            <a:gd name="connsiteY1" fmla="*/ 3568 h 12082"/>
                            <a:gd name="connsiteX2" fmla="*/ 8623 w 9680"/>
                            <a:gd name="connsiteY2" fmla="*/ 0 h 12082"/>
                            <a:gd name="connsiteX3" fmla="*/ 297 w 9680"/>
                            <a:gd name="connsiteY3" fmla="*/ 5947 h 12082"/>
                            <a:gd name="connsiteX4" fmla="*/ 1487 w 9680"/>
                            <a:gd name="connsiteY4" fmla="*/ 11894 h 1208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9680" h="12082">
                              <a:moveTo>
                                <a:pt x="1487" y="11894"/>
                              </a:moveTo>
                              <a:cubicBezTo>
                                <a:pt x="3866" y="10705"/>
                                <a:pt x="6245" y="7137"/>
                                <a:pt x="8623" y="3568"/>
                              </a:cubicBezTo>
                              <a:cubicBezTo>
                                <a:pt x="8623" y="3568"/>
                                <a:pt x="11002" y="0"/>
                                <a:pt x="8623" y="0"/>
                              </a:cubicBezTo>
                              <a:cubicBezTo>
                                <a:pt x="6245" y="1190"/>
                                <a:pt x="1487" y="4758"/>
                                <a:pt x="297" y="5947"/>
                              </a:cubicBezTo>
                              <a:cubicBezTo>
                                <a:pt x="297" y="8326"/>
                                <a:pt x="-892" y="13084"/>
                                <a:pt x="1487" y="11894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0" name="Freeform 1119">
                          <a:extLst>
                            <a:ext uri="{FF2B5EF4-FFF2-40B4-BE49-F238E27FC236}">
                              <a16:creationId xmlns:a16="http://schemas.microsoft.com/office/drawing/2014/main" id="{427B9F3D-B486-6AF9-9F5A-3DE9D71F590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31382" y="2527436"/>
                          <a:ext cx="13407" cy="7987"/>
                        </a:xfrm>
                        <a:custGeom>
                          <a:avLst/>
                          <a:gdLst>
                            <a:gd name="connsiteX0" fmla="*/ 12589 w 13407"/>
                            <a:gd name="connsiteY0" fmla="*/ 190 h 7987"/>
                            <a:gd name="connsiteX1" fmla="*/ 1885 w 13407"/>
                            <a:gd name="connsiteY1" fmla="*/ 2569 h 7987"/>
                            <a:gd name="connsiteX2" fmla="*/ 1885 w 13407"/>
                            <a:gd name="connsiteY2" fmla="*/ 7327 h 7987"/>
                            <a:gd name="connsiteX3" fmla="*/ 11400 w 13407"/>
                            <a:gd name="connsiteY3" fmla="*/ 3759 h 7987"/>
                            <a:gd name="connsiteX4" fmla="*/ 12589 w 13407"/>
                            <a:gd name="connsiteY4" fmla="*/ 190 h 798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07" h="7987">
                              <a:moveTo>
                                <a:pt x="12589" y="190"/>
                              </a:moveTo>
                              <a:cubicBezTo>
                                <a:pt x="10211" y="190"/>
                                <a:pt x="3074" y="-999"/>
                                <a:pt x="1885" y="2569"/>
                              </a:cubicBezTo>
                              <a:cubicBezTo>
                                <a:pt x="695" y="4948"/>
                                <a:pt x="-1684" y="7327"/>
                                <a:pt x="1885" y="7327"/>
                              </a:cubicBezTo>
                              <a:cubicBezTo>
                                <a:pt x="5453" y="8516"/>
                                <a:pt x="6642" y="8516"/>
                                <a:pt x="11400" y="3759"/>
                              </a:cubicBezTo>
                              <a:cubicBezTo>
                                <a:pt x="11400" y="2569"/>
                                <a:pt x="14968" y="190"/>
                                <a:pt x="12589" y="19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1" name="Freeform 1120">
                          <a:extLst>
                            <a:ext uri="{FF2B5EF4-FFF2-40B4-BE49-F238E27FC236}">
                              <a16:creationId xmlns:a16="http://schemas.microsoft.com/office/drawing/2014/main" id="{895D6D5C-EA81-5796-6C49-FBB89257A2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04235" y="2551415"/>
                          <a:ext cx="5243" cy="2907"/>
                        </a:xfrm>
                        <a:custGeom>
                          <a:avLst/>
                          <a:gdLst>
                            <a:gd name="connsiteX0" fmla="*/ 5243 w 5243"/>
                            <a:gd name="connsiteY0" fmla="*/ 2379 h 2907"/>
                            <a:gd name="connsiteX1" fmla="*/ 5243 w 5243"/>
                            <a:gd name="connsiteY1" fmla="*/ 0 h 2907"/>
                            <a:gd name="connsiteX2" fmla="*/ 485 w 5243"/>
                            <a:gd name="connsiteY2" fmla="*/ 2379 h 2907"/>
                            <a:gd name="connsiteX3" fmla="*/ 5243 w 5243"/>
                            <a:gd name="connsiteY3" fmla="*/ 2379 h 29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243" h="2907">
                              <a:moveTo>
                                <a:pt x="5243" y="2379"/>
                              </a:moveTo>
                              <a:lnTo>
                                <a:pt x="5243" y="0"/>
                              </a:lnTo>
                              <a:cubicBezTo>
                                <a:pt x="5243" y="1190"/>
                                <a:pt x="-1893" y="0"/>
                                <a:pt x="485" y="2379"/>
                              </a:cubicBezTo>
                              <a:cubicBezTo>
                                <a:pt x="2864" y="3568"/>
                                <a:pt x="5243" y="2379"/>
                                <a:pt x="5243" y="237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2" name="Freeform 1121">
                          <a:extLst>
                            <a:ext uri="{FF2B5EF4-FFF2-40B4-BE49-F238E27FC236}">
                              <a16:creationId xmlns:a16="http://schemas.microsoft.com/office/drawing/2014/main" id="{87B78FCF-E49A-783E-6000-C377E74BF7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92826" y="2540596"/>
                          <a:ext cx="3568" cy="7251"/>
                        </a:xfrm>
                        <a:custGeom>
                          <a:avLst/>
                          <a:gdLst>
                            <a:gd name="connsiteX0" fmla="*/ 3568 w 3568"/>
                            <a:gd name="connsiteY0" fmla="*/ 3683 h 7251"/>
                            <a:gd name="connsiteX1" fmla="*/ 0 w 3568"/>
                            <a:gd name="connsiteY1" fmla="*/ 1304 h 7251"/>
                            <a:gd name="connsiteX2" fmla="*/ 1189 w 3568"/>
                            <a:gd name="connsiteY2" fmla="*/ 7251 h 7251"/>
                            <a:gd name="connsiteX3" fmla="*/ 3568 w 3568"/>
                            <a:gd name="connsiteY3" fmla="*/ 3683 h 72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3568" h="7251">
                              <a:moveTo>
                                <a:pt x="3568" y="3683"/>
                              </a:moveTo>
                              <a:cubicBezTo>
                                <a:pt x="3568" y="2493"/>
                                <a:pt x="0" y="-2264"/>
                                <a:pt x="0" y="1304"/>
                              </a:cubicBezTo>
                              <a:cubicBezTo>
                                <a:pt x="0" y="3683"/>
                                <a:pt x="0" y="7251"/>
                                <a:pt x="1189" y="7251"/>
                              </a:cubicBezTo>
                              <a:cubicBezTo>
                                <a:pt x="3568" y="6062"/>
                                <a:pt x="2379" y="4872"/>
                                <a:pt x="3568" y="368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3" name="Freeform 1122">
                          <a:extLst>
                            <a:ext uri="{FF2B5EF4-FFF2-40B4-BE49-F238E27FC236}">
                              <a16:creationId xmlns:a16="http://schemas.microsoft.com/office/drawing/2014/main" id="{9CE42ACE-A21B-6022-58E9-E518539961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594016" y="2569389"/>
                          <a:ext cx="4757" cy="6124"/>
                        </a:xfrm>
                        <a:custGeom>
                          <a:avLst/>
                          <a:gdLst>
                            <a:gd name="connsiteX0" fmla="*/ 0 w 4757"/>
                            <a:gd name="connsiteY0" fmla="*/ 1057 h 6124"/>
                            <a:gd name="connsiteX1" fmla="*/ 2379 w 4757"/>
                            <a:gd name="connsiteY1" fmla="*/ 5815 h 6124"/>
                            <a:gd name="connsiteX2" fmla="*/ 4758 w 4757"/>
                            <a:gd name="connsiteY2" fmla="*/ 1057 h 6124"/>
                            <a:gd name="connsiteX3" fmla="*/ 0 w 4757"/>
                            <a:gd name="connsiteY3" fmla="*/ 1057 h 612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757" h="6124">
                              <a:moveTo>
                                <a:pt x="0" y="1057"/>
                              </a:moveTo>
                              <a:cubicBezTo>
                                <a:pt x="0" y="3436"/>
                                <a:pt x="1189" y="4626"/>
                                <a:pt x="2379" y="5815"/>
                              </a:cubicBezTo>
                              <a:cubicBezTo>
                                <a:pt x="3568" y="7004"/>
                                <a:pt x="3568" y="4626"/>
                                <a:pt x="4758" y="1057"/>
                              </a:cubicBezTo>
                              <a:cubicBezTo>
                                <a:pt x="4758" y="1057"/>
                                <a:pt x="0" y="-1322"/>
                                <a:pt x="0" y="105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4" name="Freeform 1123">
                          <a:extLst>
                            <a:ext uri="{FF2B5EF4-FFF2-40B4-BE49-F238E27FC236}">
                              <a16:creationId xmlns:a16="http://schemas.microsoft.com/office/drawing/2014/main" id="{1ECE4935-A696-840B-1348-9073A93582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93564" y="1552189"/>
                          <a:ext cx="932734" cy="1064760"/>
                        </a:xfrm>
                        <a:custGeom>
                          <a:avLst/>
                          <a:gdLst>
                            <a:gd name="connsiteX0" fmla="*/ 932392 w 932734"/>
                            <a:gd name="connsiteY0" fmla="*/ 209442 h 1064760"/>
                            <a:gd name="connsiteX1" fmla="*/ 924065 w 932734"/>
                            <a:gd name="connsiteY1" fmla="*/ 201116 h 1064760"/>
                            <a:gd name="connsiteX2" fmla="*/ 916929 w 932734"/>
                            <a:gd name="connsiteY2" fmla="*/ 191600 h 1064760"/>
                            <a:gd name="connsiteX3" fmla="*/ 908603 w 932734"/>
                            <a:gd name="connsiteY3" fmla="*/ 179706 h 1064760"/>
                            <a:gd name="connsiteX4" fmla="*/ 901466 w 932734"/>
                            <a:gd name="connsiteY4" fmla="*/ 169001 h 1064760"/>
                            <a:gd name="connsiteX5" fmla="*/ 886004 w 932734"/>
                            <a:gd name="connsiteY5" fmla="*/ 167812 h 1064760"/>
                            <a:gd name="connsiteX6" fmla="*/ 871730 w 932734"/>
                            <a:gd name="connsiteY6" fmla="*/ 166622 h 1064760"/>
                            <a:gd name="connsiteX7" fmla="*/ 859836 w 932734"/>
                            <a:gd name="connsiteY7" fmla="*/ 160675 h 1064760"/>
                            <a:gd name="connsiteX8" fmla="*/ 857457 w 932734"/>
                            <a:gd name="connsiteY8" fmla="*/ 152349 h 1064760"/>
                            <a:gd name="connsiteX9" fmla="*/ 846752 w 932734"/>
                            <a:gd name="connsiteY9" fmla="*/ 149970 h 1064760"/>
                            <a:gd name="connsiteX10" fmla="*/ 839616 w 932734"/>
                            <a:gd name="connsiteY10" fmla="*/ 144023 h 1064760"/>
                            <a:gd name="connsiteX11" fmla="*/ 822964 w 932734"/>
                            <a:gd name="connsiteY11" fmla="*/ 133318 h 1064760"/>
                            <a:gd name="connsiteX12" fmla="*/ 807501 w 932734"/>
                            <a:gd name="connsiteY12" fmla="*/ 122613 h 1064760"/>
                            <a:gd name="connsiteX13" fmla="*/ 788470 w 932734"/>
                            <a:gd name="connsiteY13" fmla="*/ 128560 h 1064760"/>
                            <a:gd name="connsiteX14" fmla="*/ 802743 w 932734"/>
                            <a:gd name="connsiteY14" fmla="*/ 107150 h 1064760"/>
                            <a:gd name="connsiteX15" fmla="*/ 780144 w 932734"/>
                            <a:gd name="connsiteY15" fmla="*/ 103582 h 1064760"/>
                            <a:gd name="connsiteX16" fmla="*/ 758734 w 932734"/>
                            <a:gd name="connsiteY16" fmla="*/ 109529 h 1064760"/>
                            <a:gd name="connsiteX17" fmla="*/ 758734 w 932734"/>
                            <a:gd name="connsiteY17" fmla="*/ 113098 h 1064760"/>
                            <a:gd name="connsiteX18" fmla="*/ 758734 w 932734"/>
                            <a:gd name="connsiteY18" fmla="*/ 109529 h 1064760"/>
                            <a:gd name="connsiteX19" fmla="*/ 758734 w 932734"/>
                            <a:gd name="connsiteY19" fmla="*/ 109529 h 1064760"/>
                            <a:gd name="connsiteX20" fmla="*/ 750408 w 932734"/>
                            <a:gd name="connsiteY20" fmla="*/ 89309 h 1064760"/>
                            <a:gd name="connsiteX21" fmla="*/ 757545 w 932734"/>
                            <a:gd name="connsiteY21" fmla="*/ 88119 h 1064760"/>
                            <a:gd name="connsiteX22" fmla="*/ 743271 w 932734"/>
                            <a:gd name="connsiteY22" fmla="*/ 76225 h 1064760"/>
                            <a:gd name="connsiteX23" fmla="*/ 756355 w 932734"/>
                            <a:gd name="connsiteY23" fmla="*/ 61952 h 1064760"/>
                            <a:gd name="connsiteX24" fmla="*/ 739703 w 932734"/>
                            <a:gd name="connsiteY24" fmla="*/ 51247 h 1064760"/>
                            <a:gd name="connsiteX25" fmla="*/ 714725 w 932734"/>
                            <a:gd name="connsiteY25" fmla="*/ 50057 h 1064760"/>
                            <a:gd name="connsiteX26" fmla="*/ 723051 w 932734"/>
                            <a:gd name="connsiteY26" fmla="*/ 23890 h 1064760"/>
                            <a:gd name="connsiteX27" fmla="*/ 704020 w 932734"/>
                            <a:gd name="connsiteY27" fmla="*/ 34595 h 1064760"/>
                            <a:gd name="connsiteX28" fmla="*/ 702831 w 932734"/>
                            <a:gd name="connsiteY28" fmla="*/ 40542 h 1064760"/>
                            <a:gd name="connsiteX29" fmla="*/ 699262 w 932734"/>
                            <a:gd name="connsiteY29" fmla="*/ 44110 h 1064760"/>
                            <a:gd name="connsiteX30" fmla="*/ 690936 w 932734"/>
                            <a:gd name="connsiteY30" fmla="*/ 52436 h 1064760"/>
                            <a:gd name="connsiteX31" fmla="*/ 688557 w 932734"/>
                            <a:gd name="connsiteY31" fmla="*/ 44110 h 1064760"/>
                            <a:gd name="connsiteX32" fmla="*/ 683800 w 932734"/>
                            <a:gd name="connsiteY32" fmla="*/ 46489 h 1064760"/>
                            <a:gd name="connsiteX33" fmla="*/ 683800 w 932734"/>
                            <a:gd name="connsiteY33" fmla="*/ 27458 h 1064760"/>
                            <a:gd name="connsiteX34" fmla="*/ 708778 w 932734"/>
                            <a:gd name="connsiteY34" fmla="*/ 21511 h 1064760"/>
                            <a:gd name="connsiteX35" fmla="*/ 706399 w 932734"/>
                            <a:gd name="connsiteY35" fmla="*/ 101 h 1064760"/>
                            <a:gd name="connsiteX36" fmla="*/ 668337 w 932734"/>
                            <a:gd name="connsiteY36" fmla="*/ 16753 h 1064760"/>
                            <a:gd name="connsiteX37" fmla="*/ 648117 w 932734"/>
                            <a:gd name="connsiteY37" fmla="*/ 20322 h 1064760"/>
                            <a:gd name="connsiteX38" fmla="*/ 637412 w 932734"/>
                            <a:gd name="connsiteY38" fmla="*/ 16753 h 1064760"/>
                            <a:gd name="connsiteX39" fmla="*/ 627896 w 932734"/>
                            <a:gd name="connsiteY39" fmla="*/ 15564 h 1064760"/>
                            <a:gd name="connsiteX40" fmla="*/ 627896 w 932734"/>
                            <a:gd name="connsiteY40" fmla="*/ 16753 h 1064760"/>
                            <a:gd name="connsiteX41" fmla="*/ 624328 w 932734"/>
                            <a:gd name="connsiteY41" fmla="*/ 16753 h 1064760"/>
                            <a:gd name="connsiteX42" fmla="*/ 626707 w 932734"/>
                            <a:gd name="connsiteY42" fmla="*/ 7238 h 1064760"/>
                            <a:gd name="connsiteX43" fmla="*/ 621949 w 932734"/>
                            <a:gd name="connsiteY43" fmla="*/ 8427 h 1064760"/>
                            <a:gd name="connsiteX44" fmla="*/ 625517 w 932734"/>
                            <a:gd name="connsiteY44" fmla="*/ 8427 h 1064760"/>
                            <a:gd name="connsiteX45" fmla="*/ 620760 w 932734"/>
                            <a:gd name="connsiteY45" fmla="*/ 9617 h 1064760"/>
                            <a:gd name="connsiteX46" fmla="*/ 605297 w 932734"/>
                            <a:gd name="connsiteY46" fmla="*/ 14374 h 1064760"/>
                            <a:gd name="connsiteX47" fmla="*/ 606486 w 932734"/>
                            <a:gd name="connsiteY47" fmla="*/ 29837 h 1064760"/>
                            <a:gd name="connsiteX48" fmla="*/ 592213 w 932734"/>
                            <a:gd name="connsiteY48" fmla="*/ 38163 h 1064760"/>
                            <a:gd name="connsiteX49" fmla="*/ 583887 w 932734"/>
                            <a:gd name="connsiteY49" fmla="*/ 54815 h 1064760"/>
                            <a:gd name="connsiteX50" fmla="*/ 580319 w 932734"/>
                            <a:gd name="connsiteY50" fmla="*/ 60762 h 1064760"/>
                            <a:gd name="connsiteX51" fmla="*/ 585077 w 932734"/>
                            <a:gd name="connsiteY51" fmla="*/ 34595 h 1064760"/>
                            <a:gd name="connsiteX52" fmla="*/ 564856 w 932734"/>
                            <a:gd name="connsiteY52" fmla="*/ 35784 h 1064760"/>
                            <a:gd name="connsiteX53" fmla="*/ 549393 w 932734"/>
                            <a:gd name="connsiteY53" fmla="*/ 28648 h 1064760"/>
                            <a:gd name="connsiteX54" fmla="*/ 557719 w 932734"/>
                            <a:gd name="connsiteY54" fmla="*/ 39353 h 1064760"/>
                            <a:gd name="connsiteX55" fmla="*/ 532741 w 932734"/>
                            <a:gd name="connsiteY55" fmla="*/ 44110 h 1064760"/>
                            <a:gd name="connsiteX56" fmla="*/ 503005 w 932734"/>
                            <a:gd name="connsiteY56" fmla="*/ 64331 h 1064760"/>
                            <a:gd name="connsiteX57" fmla="*/ 476838 w 932734"/>
                            <a:gd name="connsiteY57" fmla="*/ 85741 h 1064760"/>
                            <a:gd name="connsiteX58" fmla="*/ 442344 w 932734"/>
                            <a:gd name="connsiteY58" fmla="*/ 102393 h 1064760"/>
                            <a:gd name="connsiteX59" fmla="*/ 422124 w 932734"/>
                            <a:gd name="connsiteY59" fmla="*/ 105961 h 1064760"/>
                            <a:gd name="connsiteX60" fmla="*/ 407851 w 932734"/>
                            <a:gd name="connsiteY60" fmla="*/ 95256 h 1064760"/>
                            <a:gd name="connsiteX61" fmla="*/ 387630 w 932734"/>
                            <a:gd name="connsiteY61" fmla="*/ 97635 h 1064760"/>
                            <a:gd name="connsiteX62" fmla="*/ 370978 w 932734"/>
                            <a:gd name="connsiteY62" fmla="*/ 117855 h 1064760"/>
                            <a:gd name="connsiteX63" fmla="*/ 369789 w 932734"/>
                            <a:gd name="connsiteY63" fmla="*/ 117855 h 1064760"/>
                            <a:gd name="connsiteX64" fmla="*/ 360273 w 932734"/>
                            <a:gd name="connsiteY64" fmla="*/ 124992 h 1064760"/>
                            <a:gd name="connsiteX65" fmla="*/ 370978 w 932734"/>
                            <a:gd name="connsiteY65" fmla="*/ 158296 h 1064760"/>
                            <a:gd name="connsiteX66" fmla="*/ 376925 w 932734"/>
                            <a:gd name="connsiteY66" fmla="*/ 193979 h 1064760"/>
                            <a:gd name="connsiteX67" fmla="*/ 373357 w 932734"/>
                            <a:gd name="connsiteY67" fmla="*/ 211821 h 1064760"/>
                            <a:gd name="connsiteX68" fmla="*/ 367410 w 932734"/>
                            <a:gd name="connsiteY68" fmla="*/ 226094 h 1064760"/>
                            <a:gd name="connsiteX69" fmla="*/ 378115 w 932734"/>
                            <a:gd name="connsiteY69" fmla="*/ 236799 h 1064760"/>
                            <a:gd name="connsiteX70" fmla="*/ 394767 w 932734"/>
                            <a:gd name="connsiteY70" fmla="*/ 234420 h 1064760"/>
                            <a:gd name="connsiteX71" fmla="*/ 393577 w 932734"/>
                            <a:gd name="connsiteY71" fmla="*/ 242746 h 1064760"/>
                            <a:gd name="connsiteX72" fmla="*/ 398335 w 932734"/>
                            <a:gd name="connsiteY72" fmla="*/ 248693 h 1064760"/>
                            <a:gd name="connsiteX73" fmla="*/ 391199 w 932734"/>
                            <a:gd name="connsiteY73" fmla="*/ 260588 h 1064760"/>
                            <a:gd name="connsiteX74" fmla="*/ 411419 w 932734"/>
                            <a:gd name="connsiteY74" fmla="*/ 278429 h 1064760"/>
                            <a:gd name="connsiteX75" fmla="*/ 428071 w 932734"/>
                            <a:gd name="connsiteY75" fmla="*/ 281997 h 1064760"/>
                            <a:gd name="connsiteX76" fmla="*/ 419745 w 932734"/>
                            <a:gd name="connsiteY76" fmla="*/ 297460 h 1064760"/>
                            <a:gd name="connsiteX77" fmla="*/ 411419 w 932734"/>
                            <a:gd name="connsiteY77" fmla="*/ 287945 h 1064760"/>
                            <a:gd name="connsiteX78" fmla="*/ 393577 w 932734"/>
                            <a:gd name="connsiteY78" fmla="*/ 287945 h 1064760"/>
                            <a:gd name="connsiteX79" fmla="*/ 380494 w 932734"/>
                            <a:gd name="connsiteY79" fmla="*/ 277240 h 1064760"/>
                            <a:gd name="connsiteX80" fmla="*/ 382873 w 932734"/>
                            <a:gd name="connsiteY80" fmla="*/ 259398 h 1064760"/>
                            <a:gd name="connsiteX81" fmla="*/ 380494 w 932734"/>
                            <a:gd name="connsiteY81" fmla="*/ 249883 h 1064760"/>
                            <a:gd name="connsiteX82" fmla="*/ 378115 w 932734"/>
                            <a:gd name="connsiteY82" fmla="*/ 268914 h 1064760"/>
                            <a:gd name="connsiteX83" fmla="*/ 373357 w 932734"/>
                            <a:gd name="connsiteY83" fmla="*/ 285566 h 1064760"/>
                            <a:gd name="connsiteX84" fmla="*/ 388820 w 932734"/>
                            <a:gd name="connsiteY84" fmla="*/ 290323 h 1064760"/>
                            <a:gd name="connsiteX85" fmla="*/ 380494 w 932734"/>
                            <a:gd name="connsiteY85" fmla="*/ 304597 h 1064760"/>
                            <a:gd name="connsiteX86" fmla="*/ 380494 w 932734"/>
                            <a:gd name="connsiteY86" fmla="*/ 293892 h 1064760"/>
                            <a:gd name="connsiteX87" fmla="*/ 372168 w 932734"/>
                            <a:gd name="connsiteY87" fmla="*/ 298649 h 1064760"/>
                            <a:gd name="connsiteX88" fmla="*/ 347190 w 932734"/>
                            <a:gd name="connsiteY88" fmla="*/ 304597 h 1064760"/>
                            <a:gd name="connsiteX89" fmla="*/ 348379 w 932734"/>
                            <a:gd name="connsiteY89" fmla="*/ 297460 h 1064760"/>
                            <a:gd name="connsiteX90" fmla="*/ 331727 w 932734"/>
                            <a:gd name="connsiteY90" fmla="*/ 295081 h 1064760"/>
                            <a:gd name="connsiteX91" fmla="*/ 332916 w 932734"/>
                            <a:gd name="connsiteY91" fmla="*/ 290323 h 1064760"/>
                            <a:gd name="connsiteX92" fmla="*/ 323401 w 932734"/>
                            <a:gd name="connsiteY92" fmla="*/ 283187 h 1064760"/>
                            <a:gd name="connsiteX93" fmla="*/ 334106 w 932734"/>
                            <a:gd name="connsiteY93" fmla="*/ 274861 h 1064760"/>
                            <a:gd name="connsiteX94" fmla="*/ 324590 w 932734"/>
                            <a:gd name="connsiteY94" fmla="*/ 255830 h 1064760"/>
                            <a:gd name="connsiteX95" fmla="*/ 312696 w 932734"/>
                            <a:gd name="connsiteY95" fmla="*/ 259398 h 1064760"/>
                            <a:gd name="connsiteX96" fmla="*/ 296044 w 932734"/>
                            <a:gd name="connsiteY96" fmla="*/ 257019 h 1064760"/>
                            <a:gd name="connsiteX97" fmla="*/ 290097 w 932734"/>
                            <a:gd name="connsiteY97" fmla="*/ 271292 h 1064760"/>
                            <a:gd name="connsiteX98" fmla="*/ 269876 w 932734"/>
                            <a:gd name="connsiteY98" fmla="*/ 270103 h 1064760"/>
                            <a:gd name="connsiteX99" fmla="*/ 254414 w 932734"/>
                            <a:gd name="connsiteY99" fmla="*/ 270103 h 1064760"/>
                            <a:gd name="connsiteX100" fmla="*/ 247277 w 932734"/>
                            <a:gd name="connsiteY100" fmla="*/ 274861 h 1064760"/>
                            <a:gd name="connsiteX101" fmla="*/ 237761 w 932734"/>
                            <a:gd name="connsiteY101" fmla="*/ 277240 h 1064760"/>
                            <a:gd name="connsiteX102" fmla="*/ 221109 w 932734"/>
                            <a:gd name="connsiteY102" fmla="*/ 286755 h 1064760"/>
                            <a:gd name="connsiteX103" fmla="*/ 211594 w 932734"/>
                            <a:gd name="connsiteY103" fmla="*/ 297460 h 1064760"/>
                            <a:gd name="connsiteX104" fmla="*/ 218730 w 932734"/>
                            <a:gd name="connsiteY104" fmla="*/ 303407 h 1064760"/>
                            <a:gd name="connsiteX105" fmla="*/ 223488 w 932734"/>
                            <a:gd name="connsiteY105" fmla="*/ 311733 h 1064760"/>
                            <a:gd name="connsiteX106" fmla="*/ 236572 w 932734"/>
                            <a:gd name="connsiteY106" fmla="*/ 322438 h 1064760"/>
                            <a:gd name="connsiteX107" fmla="*/ 249656 w 932734"/>
                            <a:gd name="connsiteY107" fmla="*/ 335522 h 1064760"/>
                            <a:gd name="connsiteX108" fmla="*/ 252035 w 932734"/>
                            <a:gd name="connsiteY108" fmla="*/ 337901 h 1064760"/>
                            <a:gd name="connsiteX109" fmla="*/ 237761 w 932734"/>
                            <a:gd name="connsiteY109" fmla="*/ 328385 h 1064760"/>
                            <a:gd name="connsiteX110" fmla="*/ 223488 w 932734"/>
                            <a:gd name="connsiteY110" fmla="*/ 323628 h 1064760"/>
                            <a:gd name="connsiteX111" fmla="*/ 216352 w 932734"/>
                            <a:gd name="connsiteY111" fmla="*/ 323628 h 1064760"/>
                            <a:gd name="connsiteX112" fmla="*/ 213973 w 932734"/>
                            <a:gd name="connsiteY112" fmla="*/ 330764 h 1064760"/>
                            <a:gd name="connsiteX113" fmla="*/ 216352 w 932734"/>
                            <a:gd name="connsiteY113" fmla="*/ 337901 h 1064760"/>
                            <a:gd name="connsiteX114" fmla="*/ 208026 w 932734"/>
                            <a:gd name="connsiteY114" fmla="*/ 350985 h 1064760"/>
                            <a:gd name="connsiteX115" fmla="*/ 221109 w 932734"/>
                            <a:gd name="connsiteY115" fmla="*/ 377152 h 1064760"/>
                            <a:gd name="connsiteX116" fmla="*/ 233004 w 932734"/>
                            <a:gd name="connsiteY116" fmla="*/ 387857 h 1064760"/>
                            <a:gd name="connsiteX117" fmla="*/ 248466 w 932734"/>
                            <a:gd name="connsiteY117" fmla="*/ 381910 h 1064760"/>
                            <a:gd name="connsiteX118" fmla="*/ 265118 w 932734"/>
                            <a:gd name="connsiteY118" fmla="*/ 386668 h 1064760"/>
                            <a:gd name="connsiteX119" fmla="*/ 271066 w 932734"/>
                            <a:gd name="connsiteY119" fmla="*/ 390236 h 1064760"/>
                            <a:gd name="connsiteX120" fmla="*/ 275823 w 932734"/>
                            <a:gd name="connsiteY120" fmla="*/ 394994 h 1064760"/>
                            <a:gd name="connsiteX121" fmla="*/ 284149 w 932734"/>
                            <a:gd name="connsiteY121" fmla="*/ 387857 h 1064760"/>
                            <a:gd name="connsiteX122" fmla="*/ 281771 w 932734"/>
                            <a:gd name="connsiteY122" fmla="*/ 402130 h 1064760"/>
                            <a:gd name="connsiteX123" fmla="*/ 288907 w 932734"/>
                            <a:gd name="connsiteY123" fmla="*/ 394994 h 1064760"/>
                            <a:gd name="connsiteX124" fmla="*/ 300802 w 932734"/>
                            <a:gd name="connsiteY124" fmla="*/ 391425 h 1064760"/>
                            <a:gd name="connsiteX125" fmla="*/ 322211 w 932734"/>
                            <a:gd name="connsiteY125" fmla="*/ 380720 h 1064760"/>
                            <a:gd name="connsiteX126" fmla="*/ 328158 w 932734"/>
                            <a:gd name="connsiteY126" fmla="*/ 381910 h 1064760"/>
                            <a:gd name="connsiteX127" fmla="*/ 332916 w 932734"/>
                            <a:gd name="connsiteY127" fmla="*/ 378342 h 1064760"/>
                            <a:gd name="connsiteX128" fmla="*/ 342432 w 932734"/>
                            <a:gd name="connsiteY128" fmla="*/ 380720 h 1064760"/>
                            <a:gd name="connsiteX129" fmla="*/ 337674 w 932734"/>
                            <a:gd name="connsiteY129" fmla="*/ 390236 h 1064760"/>
                            <a:gd name="connsiteX130" fmla="*/ 334106 w 932734"/>
                            <a:gd name="connsiteY130" fmla="*/ 399751 h 1064760"/>
                            <a:gd name="connsiteX131" fmla="*/ 322211 w 932734"/>
                            <a:gd name="connsiteY131" fmla="*/ 394994 h 1064760"/>
                            <a:gd name="connsiteX132" fmla="*/ 319832 w 932734"/>
                            <a:gd name="connsiteY132" fmla="*/ 416404 h 1064760"/>
                            <a:gd name="connsiteX133" fmla="*/ 311506 w 932734"/>
                            <a:gd name="connsiteY133" fmla="*/ 428298 h 1064760"/>
                            <a:gd name="connsiteX134" fmla="*/ 309128 w 932734"/>
                            <a:gd name="connsiteY134" fmla="*/ 443760 h 1064760"/>
                            <a:gd name="connsiteX135" fmla="*/ 297233 w 932734"/>
                            <a:gd name="connsiteY135" fmla="*/ 452087 h 1064760"/>
                            <a:gd name="connsiteX136" fmla="*/ 287718 w 932734"/>
                            <a:gd name="connsiteY136" fmla="*/ 461602 h 1064760"/>
                            <a:gd name="connsiteX137" fmla="*/ 254414 w 932734"/>
                            <a:gd name="connsiteY137" fmla="*/ 454465 h 1064760"/>
                            <a:gd name="connsiteX138" fmla="*/ 234193 w 932734"/>
                            <a:gd name="connsiteY138" fmla="*/ 473496 h 1064760"/>
                            <a:gd name="connsiteX139" fmla="*/ 216352 w 932734"/>
                            <a:gd name="connsiteY139" fmla="*/ 474686 h 1064760"/>
                            <a:gd name="connsiteX140" fmla="*/ 200889 w 932734"/>
                            <a:gd name="connsiteY140" fmla="*/ 479444 h 1064760"/>
                            <a:gd name="connsiteX141" fmla="*/ 192563 w 932734"/>
                            <a:gd name="connsiteY141" fmla="*/ 497285 h 1064760"/>
                            <a:gd name="connsiteX142" fmla="*/ 174721 w 932734"/>
                            <a:gd name="connsiteY142" fmla="*/ 491338 h 1064760"/>
                            <a:gd name="connsiteX143" fmla="*/ 173532 w 932734"/>
                            <a:gd name="connsiteY143" fmla="*/ 503232 h 1064760"/>
                            <a:gd name="connsiteX144" fmla="*/ 165206 w 932734"/>
                            <a:gd name="connsiteY144" fmla="*/ 492527 h 1064760"/>
                            <a:gd name="connsiteX145" fmla="*/ 160448 w 932734"/>
                            <a:gd name="connsiteY145" fmla="*/ 497285 h 1064760"/>
                            <a:gd name="connsiteX146" fmla="*/ 155690 w 932734"/>
                            <a:gd name="connsiteY146" fmla="*/ 504422 h 1064760"/>
                            <a:gd name="connsiteX147" fmla="*/ 146175 w 932734"/>
                            <a:gd name="connsiteY147" fmla="*/ 511558 h 1064760"/>
                            <a:gd name="connsiteX148" fmla="*/ 139038 w 932734"/>
                            <a:gd name="connsiteY148" fmla="*/ 519884 h 1064760"/>
                            <a:gd name="connsiteX149" fmla="*/ 120007 w 932734"/>
                            <a:gd name="connsiteY149" fmla="*/ 529400 h 1064760"/>
                            <a:gd name="connsiteX150" fmla="*/ 125955 w 932734"/>
                            <a:gd name="connsiteY150" fmla="*/ 537726 h 1064760"/>
                            <a:gd name="connsiteX151" fmla="*/ 117629 w 932734"/>
                            <a:gd name="connsiteY151" fmla="*/ 535347 h 1064760"/>
                            <a:gd name="connsiteX152" fmla="*/ 111681 w 932734"/>
                            <a:gd name="connsiteY152" fmla="*/ 551999 h 1064760"/>
                            <a:gd name="connsiteX153" fmla="*/ 112871 w 932734"/>
                            <a:gd name="connsiteY153" fmla="*/ 573409 h 1064760"/>
                            <a:gd name="connsiteX154" fmla="*/ 115250 w 932734"/>
                            <a:gd name="connsiteY154" fmla="*/ 574598 h 1064760"/>
                            <a:gd name="connsiteX155" fmla="*/ 116439 w 932734"/>
                            <a:gd name="connsiteY155" fmla="*/ 572220 h 1064760"/>
                            <a:gd name="connsiteX156" fmla="*/ 118818 w 932734"/>
                            <a:gd name="connsiteY156" fmla="*/ 572220 h 1064760"/>
                            <a:gd name="connsiteX157" fmla="*/ 120007 w 932734"/>
                            <a:gd name="connsiteY157" fmla="*/ 585303 h 1064760"/>
                            <a:gd name="connsiteX158" fmla="*/ 127144 w 932734"/>
                            <a:gd name="connsiteY158" fmla="*/ 585303 h 1064760"/>
                            <a:gd name="connsiteX159" fmla="*/ 133091 w 932734"/>
                            <a:gd name="connsiteY159" fmla="*/ 588872 h 1064760"/>
                            <a:gd name="connsiteX160" fmla="*/ 147364 w 932734"/>
                            <a:gd name="connsiteY160" fmla="*/ 584114 h 1064760"/>
                            <a:gd name="connsiteX161" fmla="*/ 153312 w 932734"/>
                            <a:gd name="connsiteY161" fmla="*/ 576977 h 1064760"/>
                            <a:gd name="connsiteX162" fmla="*/ 166395 w 932734"/>
                            <a:gd name="connsiteY162" fmla="*/ 576977 h 1064760"/>
                            <a:gd name="connsiteX163" fmla="*/ 156880 w 932734"/>
                            <a:gd name="connsiteY163" fmla="*/ 585303 h 1064760"/>
                            <a:gd name="connsiteX164" fmla="*/ 147364 w 932734"/>
                            <a:gd name="connsiteY164" fmla="*/ 594819 h 1064760"/>
                            <a:gd name="connsiteX165" fmla="*/ 147364 w 932734"/>
                            <a:gd name="connsiteY165" fmla="*/ 598387 h 1064760"/>
                            <a:gd name="connsiteX166" fmla="*/ 150933 w 932734"/>
                            <a:gd name="connsiteY166" fmla="*/ 599577 h 1064760"/>
                            <a:gd name="connsiteX167" fmla="*/ 139038 w 932734"/>
                            <a:gd name="connsiteY167" fmla="*/ 598387 h 1064760"/>
                            <a:gd name="connsiteX168" fmla="*/ 121197 w 932734"/>
                            <a:gd name="connsiteY168" fmla="*/ 591251 h 1064760"/>
                            <a:gd name="connsiteX169" fmla="*/ 105734 w 932734"/>
                            <a:gd name="connsiteY169" fmla="*/ 598387 h 1064760"/>
                            <a:gd name="connsiteX170" fmla="*/ 109302 w 932734"/>
                            <a:gd name="connsiteY170" fmla="*/ 607903 h 1064760"/>
                            <a:gd name="connsiteX171" fmla="*/ 106924 w 932734"/>
                            <a:gd name="connsiteY171" fmla="*/ 622176 h 1064760"/>
                            <a:gd name="connsiteX172" fmla="*/ 110492 w 932734"/>
                            <a:gd name="connsiteY172" fmla="*/ 645964 h 1064760"/>
                            <a:gd name="connsiteX173" fmla="*/ 134281 w 932734"/>
                            <a:gd name="connsiteY173" fmla="*/ 655480 h 1064760"/>
                            <a:gd name="connsiteX174" fmla="*/ 146175 w 932734"/>
                            <a:gd name="connsiteY174" fmla="*/ 651912 h 1064760"/>
                            <a:gd name="connsiteX175" fmla="*/ 156880 w 932734"/>
                            <a:gd name="connsiteY175" fmla="*/ 645964 h 1064760"/>
                            <a:gd name="connsiteX176" fmla="*/ 162827 w 932734"/>
                            <a:gd name="connsiteY176" fmla="*/ 628123 h 1064760"/>
                            <a:gd name="connsiteX177" fmla="*/ 185426 w 932734"/>
                            <a:gd name="connsiteY177" fmla="*/ 616229 h 1064760"/>
                            <a:gd name="connsiteX178" fmla="*/ 171153 w 932734"/>
                            <a:gd name="connsiteY178" fmla="*/ 626934 h 1064760"/>
                            <a:gd name="connsiteX179" fmla="*/ 166395 w 932734"/>
                            <a:gd name="connsiteY179" fmla="*/ 641207 h 1064760"/>
                            <a:gd name="connsiteX180" fmla="*/ 156880 w 932734"/>
                            <a:gd name="connsiteY180" fmla="*/ 657859 h 1064760"/>
                            <a:gd name="connsiteX181" fmla="*/ 155690 w 932734"/>
                            <a:gd name="connsiteY181" fmla="*/ 681647 h 1064760"/>
                            <a:gd name="connsiteX182" fmla="*/ 147364 w 932734"/>
                            <a:gd name="connsiteY182" fmla="*/ 687595 h 1064760"/>
                            <a:gd name="connsiteX183" fmla="*/ 139038 w 932734"/>
                            <a:gd name="connsiteY183" fmla="*/ 694731 h 1064760"/>
                            <a:gd name="connsiteX184" fmla="*/ 142607 w 932734"/>
                            <a:gd name="connsiteY184" fmla="*/ 705436 h 1064760"/>
                            <a:gd name="connsiteX185" fmla="*/ 152122 w 932734"/>
                            <a:gd name="connsiteY185" fmla="*/ 704247 h 1064760"/>
                            <a:gd name="connsiteX186" fmla="*/ 143796 w 932734"/>
                            <a:gd name="connsiteY186" fmla="*/ 709005 h 1064760"/>
                            <a:gd name="connsiteX187" fmla="*/ 142607 w 932734"/>
                            <a:gd name="connsiteY187" fmla="*/ 720899 h 1064760"/>
                            <a:gd name="connsiteX188" fmla="*/ 128333 w 932734"/>
                            <a:gd name="connsiteY188" fmla="*/ 725657 h 1064760"/>
                            <a:gd name="connsiteX189" fmla="*/ 135470 w 932734"/>
                            <a:gd name="connsiteY189" fmla="*/ 733983 h 1064760"/>
                            <a:gd name="connsiteX190" fmla="*/ 152122 w 932734"/>
                            <a:gd name="connsiteY190" fmla="*/ 720899 h 1064760"/>
                            <a:gd name="connsiteX191" fmla="*/ 162827 w 932734"/>
                            <a:gd name="connsiteY191" fmla="*/ 719709 h 1064760"/>
                            <a:gd name="connsiteX192" fmla="*/ 172342 w 932734"/>
                            <a:gd name="connsiteY192" fmla="*/ 714952 h 1064760"/>
                            <a:gd name="connsiteX193" fmla="*/ 167585 w 932734"/>
                            <a:gd name="connsiteY193" fmla="*/ 722088 h 1064760"/>
                            <a:gd name="connsiteX194" fmla="*/ 172342 w 932734"/>
                            <a:gd name="connsiteY194" fmla="*/ 732793 h 1064760"/>
                            <a:gd name="connsiteX195" fmla="*/ 181858 w 932734"/>
                            <a:gd name="connsiteY195" fmla="*/ 728036 h 1064760"/>
                            <a:gd name="connsiteX196" fmla="*/ 185426 w 932734"/>
                            <a:gd name="connsiteY196" fmla="*/ 742309 h 1064760"/>
                            <a:gd name="connsiteX197" fmla="*/ 187805 w 932734"/>
                            <a:gd name="connsiteY197" fmla="*/ 756582 h 1064760"/>
                            <a:gd name="connsiteX198" fmla="*/ 191373 w 932734"/>
                            <a:gd name="connsiteY198" fmla="*/ 745877 h 1064760"/>
                            <a:gd name="connsiteX199" fmla="*/ 198510 w 932734"/>
                            <a:gd name="connsiteY199" fmla="*/ 735172 h 1064760"/>
                            <a:gd name="connsiteX200" fmla="*/ 204457 w 932734"/>
                            <a:gd name="connsiteY200" fmla="*/ 726846 h 1064760"/>
                            <a:gd name="connsiteX201" fmla="*/ 210404 w 932734"/>
                            <a:gd name="connsiteY201" fmla="*/ 726846 h 1064760"/>
                            <a:gd name="connsiteX202" fmla="*/ 211594 w 932734"/>
                            <a:gd name="connsiteY202" fmla="*/ 725657 h 1064760"/>
                            <a:gd name="connsiteX203" fmla="*/ 217541 w 932734"/>
                            <a:gd name="connsiteY203" fmla="*/ 724467 h 1064760"/>
                            <a:gd name="connsiteX204" fmla="*/ 210404 w 932734"/>
                            <a:gd name="connsiteY204" fmla="*/ 725657 h 1064760"/>
                            <a:gd name="connsiteX205" fmla="*/ 205647 w 932734"/>
                            <a:gd name="connsiteY205" fmla="*/ 737551 h 1064760"/>
                            <a:gd name="connsiteX206" fmla="*/ 217541 w 932734"/>
                            <a:gd name="connsiteY206" fmla="*/ 742309 h 1064760"/>
                            <a:gd name="connsiteX207" fmla="*/ 248466 w 932734"/>
                            <a:gd name="connsiteY207" fmla="*/ 731604 h 1064760"/>
                            <a:gd name="connsiteX208" fmla="*/ 237761 w 932734"/>
                            <a:gd name="connsiteY208" fmla="*/ 742309 h 1064760"/>
                            <a:gd name="connsiteX209" fmla="*/ 224678 w 932734"/>
                            <a:gd name="connsiteY209" fmla="*/ 750635 h 1064760"/>
                            <a:gd name="connsiteX210" fmla="*/ 215162 w 932734"/>
                            <a:gd name="connsiteY210" fmla="*/ 777992 h 1064760"/>
                            <a:gd name="connsiteX211" fmla="*/ 204457 w 932734"/>
                            <a:gd name="connsiteY211" fmla="*/ 777992 h 1064760"/>
                            <a:gd name="connsiteX212" fmla="*/ 190184 w 932734"/>
                            <a:gd name="connsiteY212" fmla="*/ 802970 h 1064760"/>
                            <a:gd name="connsiteX213" fmla="*/ 191373 w 932734"/>
                            <a:gd name="connsiteY213" fmla="*/ 810107 h 1064760"/>
                            <a:gd name="connsiteX214" fmla="*/ 184237 w 932734"/>
                            <a:gd name="connsiteY214" fmla="*/ 807728 h 1064760"/>
                            <a:gd name="connsiteX215" fmla="*/ 173532 w 932734"/>
                            <a:gd name="connsiteY215" fmla="*/ 814864 h 1064760"/>
                            <a:gd name="connsiteX216" fmla="*/ 174721 w 932734"/>
                            <a:gd name="connsiteY216" fmla="*/ 819622 h 1064760"/>
                            <a:gd name="connsiteX217" fmla="*/ 165206 w 932734"/>
                            <a:gd name="connsiteY217" fmla="*/ 820811 h 1064760"/>
                            <a:gd name="connsiteX218" fmla="*/ 158069 w 932734"/>
                            <a:gd name="connsiteY218" fmla="*/ 827948 h 1064760"/>
                            <a:gd name="connsiteX219" fmla="*/ 152122 w 932734"/>
                            <a:gd name="connsiteY219" fmla="*/ 833895 h 1064760"/>
                            <a:gd name="connsiteX220" fmla="*/ 146175 w 932734"/>
                            <a:gd name="connsiteY220" fmla="*/ 839842 h 1064760"/>
                            <a:gd name="connsiteX221" fmla="*/ 123576 w 932734"/>
                            <a:gd name="connsiteY221" fmla="*/ 848168 h 1064760"/>
                            <a:gd name="connsiteX222" fmla="*/ 115250 w 932734"/>
                            <a:gd name="connsiteY222" fmla="*/ 848168 h 1064760"/>
                            <a:gd name="connsiteX223" fmla="*/ 109302 w 932734"/>
                            <a:gd name="connsiteY223" fmla="*/ 852926 h 1064760"/>
                            <a:gd name="connsiteX224" fmla="*/ 97408 w 932734"/>
                            <a:gd name="connsiteY224" fmla="*/ 860063 h 1064760"/>
                            <a:gd name="connsiteX225" fmla="*/ 89082 w 932734"/>
                            <a:gd name="connsiteY225" fmla="*/ 867199 h 1064760"/>
                            <a:gd name="connsiteX226" fmla="*/ 87893 w 932734"/>
                            <a:gd name="connsiteY226" fmla="*/ 883851 h 1064760"/>
                            <a:gd name="connsiteX227" fmla="*/ 84324 w 932734"/>
                            <a:gd name="connsiteY227" fmla="*/ 885041 h 1064760"/>
                            <a:gd name="connsiteX228" fmla="*/ 81945 w 932734"/>
                            <a:gd name="connsiteY228" fmla="*/ 881473 h 1064760"/>
                            <a:gd name="connsiteX229" fmla="*/ 79567 w 932734"/>
                            <a:gd name="connsiteY229" fmla="*/ 887420 h 1064760"/>
                            <a:gd name="connsiteX230" fmla="*/ 72430 w 932734"/>
                            <a:gd name="connsiteY230" fmla="*/ 874336 h 1064760"/>
                            <a:gd name="connsiteX231" fmla="*/ 52210 w 932734"/>
                            <a:gd name="connsiteY231" fmla="*/ 875525 h 1064760"/>
                            <a:gd name="connsiteX232" fmla="*/ 37936 w 932734"/>
                            <a:gd name="connsiteY232" fmla="*/ 885041 h 1064760"/>
                            <a:gd name="connsiteX233" fmla="*/ 30800 w 932734"/>
                            <a:gd name="connsiteY233" fmla="*/ 889799 h 1064760"/>
                            <a:gd name="connsiteX234" fmla="*/ 28421 w 932734"/>
                            <a:gd name="connsiteY234" fmla="*/ 898125 h 1064760"/>
                            <a:gd name="connsiteX235" fmla="*/ 10579 w 932734"/>
                            <a:gd name="connsiteY235" fmla="*/ 907640 h 1064760"/>
                            <a:gd name="connsiteX236" fmla="*/ 1064 w 932734"/>
                            <a:gd name="connsiteY236" fmla="*/ 911208 h 1064760"/>
                            <a:gd name="connsiteX237" fmla="*/ 3443 w 932734"/>
                            <a:gd name="connsiteY237" fmla="*/ 920724 h 1064760"/>
                            <a:gd name="connsiteX238" fmla="*/ 8200 w 932734"/>
                            <a:gd name="connsiteY238" fmla="*/ 912398 h 1064760"/>
                            <a:gd name="connsiteX239" fmla="*/ 9390 w 932734"/>
                            <a:gd name="connsiteY239" fmla="*/ 913587 h 1064760"/>
                            <a:gd name="connsiteX240" fmla="*/ 10579 w 932734"/>
                            <a:gd name="connsiteY240" fmla="*/ 917156 h 1064760"/>
                            <a:gd name="connsiteX241" fmla="*/ 20095 w 932734"/>
                            <a:gd name="connsiteY241" fmla="*/ 908830 h 1064760"/>
                            <a:gd name="connsiteX242" fmla="*/ 24853 w 932734"/>
                            <a:gd name="connsiteY242" fmla="*/ 914777 h 1064760"/>
                            <a:gd name="connsiteX243" fmla="*/ 35557 w 932734"/>
                            <a:gd name="connsiteY243" fmla="*/ 911208 h 1064760"/>
                            <a:gd name="connsiteX244" fmla="*/ 40315 w 932734"/>
                            <a:gd name="connsiteY244" fmla="*/ 907640 h 1064760"/>
                            <a:gd name="connsiteX245" fmla="*/ 47452 w 932734"/>
                            <a:gd name="connsiteY245" fmla="*/ 906451 h 1064760"/>
                            <a:gd name="connsiteX246" fmla="*/ 52210 w 932734"/>
                            <a:gd name="connsiteY246" fmla="*/ 894556 h 1064760"/>
                            <a:gd name="connsiteX247" fmla="*/ 64104 w 932734"/>
                            <a:gd name="connsiteY247" fmla="*/ 890988 h 1064760"/>
                            <a:gd name="connsiteX248" fmla="*/ 61725 w 932734"/>
                            <a:gd name="connsiteY248" fmla="*/ 894556 h 1064760"/>
                            <a:gd name="connsiteX249" fmla="*/ 58157 w 932734"/>
                            <a:gd name="connsiteY249" fmla="*/ 904072 h 1064760"/>
                            <a:gd name="connsiteX250" fmla="*/ 66483 w 932734"/>
                            <a:gd name="connsiteY250" fmla="*/ 899314 h 1064760"/>
                            <a:gd name="connsiteX251" fmla="*/ 75998 w 932734"/>
                            <a:gd name="connsiteY251" fmla="*/ 894556 h 1064760"/>
                            <a:gd name="connsiteX252" fmla="*/ 77188 w 932734"/>
                            <a:gd name="connsiteY252" fmla="*/ 901693 h 1064760"/>
                            <a:gd name="connsiteX253" fmla="*/ 83135 w 932734"/>
                            <a:gd name="connsiteY253" fmla="*/ 898125 h 1064760"/>
                            <a:gd name="connsiteX254" fmla="*/ 92650 w 932734"/>
                            <a:gd name="connsiteY254" fmla="*/ 896935 h 1064760"/>
                            <a:gd name="connsiteX255" fmla="*/ 93840 w 932734"/>
                            <a:gd name="connsiteY255" fmla="*/ 895746 h 1064760"/>
                            <a:gd name="connsiteX256" fmla="*/ 102166 w 932734"/>
                            <a:gd name="connsiteY256" fmla="*/ 885041 h 1064760"/>
                            <a:gd name="connsiteX257" fmla="*/ 98598 w 932734"/>
                            <a:gd name="connsiteY257" fmla="*/ 902882 h 1064760"/>
                            <a:gd name="connsiteX258" fmla="*/ 109302 w 932734"/>
                            <a:gd name="connsiteY258" fmla="*/ 893367 h 1064760"/>
                            <a:gd name="connsiteX259" fmla="*/ 109302 w 932734"/>
                            <a:gd name="connsiteY259" fmla="*/ 886230 h 1064760"/>
                            <a:gd name="connsiteX260" fmla="*/ 131902 w 932734"/>
                            <a:gd name="connsiteY260" fmla="*/ 879094 h 1064760"/>
                            <a:gd name="connsiteX261" fmla="*/ 136659 w 932734"/>
                            <a:gd name="connsiteY261" fmla="*/ 876715 h 1064760"/>
                            <a:gd name="connsiteX262" fmla="*/ 137849 w 932734"/>
                            <a:gd name="connsiteY262" fmla="*/ 881473 h 1064760"/>
                            <a:gd name="connsiteX263" fmla="*/ 139038 w 932734"/>
                            <a:gd name="connsiteY263" fmla="*/ 871957 h 1064760"/>
                            <a:gd name="connsiteX264" fmla="*/ 139038 w 932734"/>
                            <a:gd name="connsiteY264" fmla="*/ 869578 h 1064760"/>
                            <a:gd name="connsiteX265" fmla="*/ 153312 w 932734"/>
                            <a:gd name="connsiteY265" fmla="*/ 863631 h 1064760"/>
                            <a:gd name="connsiteX266" fmla="*/ 162827 w 932734"/>
                            <a:gd name="connsiteY266" fmla="*/ 856494 h 1064760"/>
                            <a:gd name="connsiteX267" fmla="*/ 174721 w 932734"/>
                            <a:gd name="connsiteY267" fmla="*/ 852926 h 1064760"/>
                            <a:gd name="connsiteX268" fmla="*/ 185426 w 932734"/>
                            <a:gd name="connsiteY268" fmla="*/ 842221 h 1064760"/>
                            <a:gd name="connsiteX269" fmla="*/ 190184 w 932734"/>
                            <a:gd name="connsiteY269" fmla="*/ 848168 h 1064760"/>
                            <a:gd name="connsiteX270" fmla="*/ 198510 w 932734"/>
                            <a:gd name="connsiteY270" fmla="*/ 843411 h 1064760"/>
                            <a:gd name="connsiteX271" fmla="*/ 215162 w 932734"/>
                            <a:gd name="connsiteY271" fmla="*/ 837464 h 1064760"/>
                            <a:gd name="connsiteX272" fmla="*/ 215162 w 932734"/>
                            <a:gd name="connsiteY272" fmla="*/ 836274 h 1064760"/>
                            <a:gd name="connsiteX273" fmla="*/ 219920 w 932734"/>
                            <a:gd name="connsiteY273" fmla="*/ 830327 h 1064760"/>
                            <a:gd name="connsiteX274" fmla="*/ 213973 w 932734"/>
                            <a:gd name="connsiteY274" fmla="*/ 827948 h 1064760"/>
                            <a:gd name="connsiteX275" fmla="*/ 237761 w 932734"/>
                            <a:gd name="connsiteY275" fmla="*/ 816054 h 1064760"/>
                            <a:gd name="connsiteX276" fmla="*/ 246088 w 932734"/>
                            <a:gd name="connsiteY276" fmla="*/ 806538 h 1064760"/>
                            <a:gd name="connsiteX277" fmla="*/ 259171 w 932734"/>
                            <a:gd name="connsiteY277" fmla="*/ 805349 h 1064760"/>
                            <a:gd name="connsiteX278" fmla="*/ 269876 w 932734"/>
                            <a:gd name="connsiteY278" fmla="*/ 798212 h 1064760"/>
                            <a:gd name="connsiteX279" fmla="*/ 285339 w 932734"/>
                            <a:gd name="connsiteY279" fmla="*/ 795833 h 1064760"/>
                            <a:gd name="connsiteX280" fmla="*/ 291286 w 932734"/>
                            <a:gd name="connsiteY280" fmla="*/ 793454 h 1064760"/>
                            <a:gd name="connsiteX281" fmla="*/ 290097 w 932734"/>
                            <a:gd name="connsiteY281" fmla="*/ 788697 h 1064760"/>
                            <a:gd name="connsiteX282" fmla="*/ 299612 w 932734"/>
                            <a:gd name="connsiteY282" fmla="*/ 780371 h 1064760"/>
                            <a:gd name="connsiteX283" fmla="*/ 298423 w 932734"/>
                            <a:gd name="connsiteY283" fmla="*/ 774423 h 1064760"/>
                            <a:gd name="connsiteX284" fmla="*/ 312696 w 932734"/>
                            <a:gd name="connsiteY284" fmla="*/ 772045 h 1064760"/>
                            <a:gd name="connsiteX285" fmla="*/ 323401 w 932734"/>
                            <a:gd name="connsiteY285" fmla="*/ 764908 h 1064760"/>
                            <a:gd name="connsiteX286" fmla="*/ 326969 w 932734"/>
                            <a:gd name="connsiteY286" fmla="*/ 753014 h 1064760"/>
                            <a:gd name="connsiteX287" fmla="*/ 324590 w 932734"/>
                            <a:gd name="connsiteY287" fmla="*/ 748256 h 1064760"/>
                            <a:gd name="connsiteX288" fmla="*/ 323401 w 932734"/>
                            <a:gd name="connsiteY288" fmla="*/ 744688 h 1064760"/>
                            <a:gd name="connsiteX289" fmla="*/ 319832 w 932734"/>
                            <a:gd name="connsiteY289" fmla="*/ 743498 h 1064760"/>
                            <a:gd name="connsiteX290" fmla="*/ 330537 w 932734"/>
                            <a:gd name="connsiteY290" fmla="*/ 724467 h 1064760"/>
                            <a:gd name="connsiteX291" fmla="*/ 335295 w 932734"/>
                            <a:gd name="connsiteY291" fmla="*/ 720899 h 1064760"/>
                            <a:gd name="connsiteX292" fmla="*/ 340053 w 932734"/>
                            <a:gd name="connsiteY292" fmla="*/ 720899 h 1064760"/>
                            <a:gd name="connsiteX293" fmla="*/ 347190 w 932734"/>
                            <a:gd name="connsiteY293" fmla="*/ 719709 h 1064760"/>
                            <a:gd name="connsiteX294" fmla="*/ 348379 w 932734"/>
                            <a:gd name="connsiteY294" fmla="*/ 722088 h 1064760"/>
                            <a:gd name="connsiteX295" fmla="*/ 351947 w 932734"/>
                            <a:gd name="connsiteY295" fmla="*/ 720899 h 1064760"/>
                            <a:gd name="connsiteX296" fmla="*/ 354326 w 932734"/>
                            <a:gd name="connsiteY296" fmla="*/ 723278 h 1064760"/>
                            <a:gd name="connsiteX297" fmla="*/ 357894 w 932734"/>
                            <a:gd name="connsiteY297" fmla="*/ 712573 h 1064760"/>
                            <a:gd name="connsiteX298" fmla="*/ 373357 w 932734"/>
                            <a:gd name="connsiteY298" fmla="*/ 700679 h 1064760"/>
                            <a:gd name="connsiteX299" fmla="*/ 369789 w 932734"/>
                            <a:gd name="connsiteY299" fmla="*/ 695921 h 1064760"/>
                            <a:gd name="connsiteX300" fmla="*/ 361463 w 932734"/>
                            <a:gd name="connsiteY300" fmla="*/ 695921 h 1064760"/>
                            <a:gd name="connsiteX301" fmla="*/ 370978 w 932734"/>
                            <a:gd name="connsiteY301" fmla="*/ 688784 h 1064760"/>
                            <a:gd name="connsiteX302" fmla="*/ 382873 w 932734"/>
                            <a:gd name="connsiteY302" fmla="*/ 693542 h 1064760"/>
                            <a:gd name="connsiteX303" fmla="*/ 390009 w 932734"/>
                            <a:gd name="connsiteY303" fmla="*/ 684026 h 1064760"/>
                            <a:gd name="connsiteX304" fmla="*/ 410230 w 932734"/>
                            <a:gd name="connsiteY304" fmla="*/ 669753 h 1064760"/>
                            <a:gd name="connsiteX305" fmla="*/ 435208 w 932734"/>
                            <a:gd name="connsiteY305" fmla="*/ 656669 h 1064760"/>
                            <a:gd name="connsiteX306" fmla="*/ 448291 w 932734"/>
                            <a:gd name="connsiteY306" fmla="*/ 651912 h 1064760"/>
                            <a:gd name="connsiteX307" fmla="*/ 460186 w 932734"/>
                            <a:gd name="connsiteY307" fmla="*/ 641207 h 1064760"/>
                            <a:gd name="connsiteX308" fmla="*/ 456617 w 932734"/>
                            <a:gd name="connsiteY308" fmla="*/ 651912 h 1064760"/>
                            <a:gd name="connsiteX309" fmla="*/ 469701 w 932734"/>
                            <a:gd name="connsiteY309" fmla="*/ 651912 h 1064760"/>
                            <a:gd name="connsiteX310" fmla="*/ 488732 w 932734"/>
                            <a:gd name="connsiteY310" fmla="*/ 642396 h 1064760"/>
                            <a:gd name="connsiteX311" fmla="*/ 478027 w 932734"/>
                            <a:gd name="connsiteY311" fmla="*/ 649533 h 1064760"/>
                            <a:gd name="connsiteX312" fmla="*/ 464943 w 932734"/>
                            <a:gd name="connsiteY312" fmla="*/ 662617 h 1064760"/>
                            <a:gd name="connsiteX313" fmla="*/ 466133 w 932734"/>
                            <a:gd name="connsiteY313" fmla="*/ 670943 h 1064760"/>
                            <a:gd name="connsiteX314" fmla="*/ 470891 w 932734"/>
                            <a:gd name="connsiteY314" fmla="*/ 680458 h 1064760"/>
                            <a:gd name="connsiteX315" fmla="*/ 461375 w 932734"/>
                            <a:gd name="connsiteY315" fmla="*/ 676890 h 1064760"/>
                            <a:gd name="connsiteX316" fmla="*/ 450670 w 932734"/>
                            <a:gd name="connsiteY316" fmla="*/ 678079 h 1064760"/>
                            <a:gd name="connsiteX317" fmla="*/ 447102 w 932734"/>
                            <a:gd name="connsiteY317" fmla="*/ 668564 h 1064760"/>
                            <a:gd name="connsiteX318" fmla="*/ 439965 w 932734"/>
                            <a:gd name="connsiteY318" fmla="*/ 672132 h 1064760"/>
                            <a:gd name="connsiteX319" fmla="*/ 430450 w 932734"/>
                            <a:gd name="connsiteY319" fmla="*/ 674511 h 1064760"/>
                            <a:gd name="connsiteX320" fmla="*/ 420934 w 932734"/>
                            <a:gd name="connsiteY320" fmla="*/ 676890 h 1064760"/>
                            <a:gd name="connsiteX321" fmla="*/ 413798 w 932734"/>
                            <a:gd name="connsiteY321" fmla="*/ 695921 h 1064760"/>
                            <a:gd name="connsiteX322" fmla="*/ 406661 w 932734"/>
                            <a:gd name="connsiteY322" fmla="*/ 703057 h 1064760"/>
                            <a:gd name="connsiteX323" fmla="*/ 399525 w 932734"/>
                            <a:gd name="connsiteY323" fmla="*/ 709005 h 1064760"/>
                            <a:gd name="connsiteX324" fmla="*/ 391199 w 932734"/>
                            <a:gd name="connsiteY324" fmla="*/ 733983 h 1064760"/>
                            <a:gd name="connsiteX325" fmla="*/ 405472 w 932734"/>
                            <a:gd name="connsiteY325" fmla="*/ 728036 h 1064760"/>
                            <a:gd name="connsiteX326" fmla="*/ 392388 w 932734"/>
                            <a:gd name="connsiteY326" fmla="*/ 738740 h 1064760"/>
                            <a:gd name="connsiteX327" fmla="*/ 386441 w 932734"/>
                            <a:gd name="connsiteY327" fmla="*/ 743498 h 1064760"/>
                            <a:gd name="connsiteX328" fmla="*/ 380494 w 932734"/>
                            <a:gd name="connsiteY328" fmla="*/ 743498 h 1064760"/>
                            <a:gd name="connsiteX329" fmla="*/ 378115 w 932734"/>
                            <a:gd name="connsiteY329" fmla="*/ 747066 h 1064760"/>
                            <a:gd name="connsiteX330" fmla="*/ 370978 w 932734"/>
                            <a:gd name="connsiteY330" fmla="*/ 748256 h 1064760"/>
                            <a:gd name="connsiteX331" fmla="*/ 372168 w 932734"/>
                            <a:gd name="connsiteY331" fmla="*/ 757771 h 1064760"/>
                            <a:gd name="connsiteX332" fmla="*/ 385251 w 932734"/>
                            <a:gd name="connsiteY332" fmla="*/ 758961 h 1064760"/>
                            <a:gd name="connsiteX333" fmla="*/ 386441 w 932734"/>
                            <a:gd name="connsiteY333" fmla="*/ 754203 h 1064760"/>
                            <a:gd name="connsiteX334" fmla="*/ 406661 w 932734"/>
                            <a:gd name="connsiteY334" fmla="*/ 741119 h 1064760"/>
                            <a:gd name="connsiteX335" fmla="*/ 406661 w 932734"/>
                            <a:gd name="connsiteY335" fmla="*/ 745877 h 1064760"/>
                            <a:gd name="connsiteX336" fmla="*/ 419745 w 932734"/>
                            <a:gd name="connsiteY336" fmla="*/ 741119 h 1064760"/>
                            <a:gd name="connsiteX337" fmla="*/ 438776 w 932734"/>
                            <a:gd name="connsiteY337" fmla="*/ 729225 h 1064760"/>
                            <a:gd name="connsiteX338" fmla="*/ 435208 w 932734"/>
                            <a:gd name="connsiteY338" fmla="*/ 737551 h 1064760"/>
                            <a:gd name="connsiteX339" fmla="*/ 449481 w 932734"/>
                            <a:gd name="connsiteY339" fmla="*/ 720899 h 1064760"/>
                            <a:gd name="connsiteX340" fmla="*/ 449481 w 932734"/>
                            <a:gd name="connsiteY340" fmla="*/ 729225 h 1064760"/>
                            <a:gd name="connsiteX341" fmla="*/ 454239 w 932734"/>
                            <a:gd name="connsiteY341" fmla="*/ 725657 h 1064760"/>
                            <a:gd name="connsiteX342" fmla="*/ 454239 w 932734"/>
                            <a:gd name="connsiteY342" fmla="*/ 731604 h 1064760"/>
                            <a:gd name="connsiteX343" fmla="*/ 460186 w 932734"/>
                            <a:gd name="connsiteY343" fmla="*/ 731604 h 1064760"/>
                            <a:gd name="connsiteX344" fmla="*/ 467322 w 932734"/>
                            <a:gd name="connsiteY344" fmla="*/ 726846 h 1064760"/>
                            <a:gd name="connsiteX345" fmla="*/ 479217 w 932734"/>
                            <a:gd name="connsiteY345" fmla="*/ 723278 h 1064760"/>
                            <a:gd name="connsiteX346" fmla="*/ 479217 w 932734"/>
                            <a:gd name="connsiteY346" fmla="*/ 714952 h 1064760"/>
                            <a:gd name="connsiteX347" fmla="*/ 487543 w 932734"/>
                            <a:gd name="connsiteY347" fmla="*/ 710194 h 1064760"/>
                            <a:gd name="connsiteX348" fmla="*/ 482785 w 932734"/>
                            <a:gd name="connsiteY348" fmla="*/ 703057 h 1064760"/>
                            <a:gd name="connsiteX349" fmla="*/ 480406 w 932734"/>
                            <a:gd name="connsiteY349" fmla="*/ 698300 h 1064760"/>
                            <a:gd name="connsiteX350" fmla="*/ 488732 w 932734"/>
                            <a:gd name="connsiteY350" fmla="*/ 693542 h 1064760"/>
                            <a:gd name="connsiteX351" fmla="*/ 480406 w 932734"/>
                            <a:gd name="connsiteY351" fmla="*/ 687595 h 1064760"/>
                            <a:gd name="connsiteX352" fmla="*/ 489922 w 932734"/>
                            <a:gd name="connsiteY352" fmla="*/ 678079 h 1064760"/>
                            <a:gd name="connsiteX353" fmla="*/ 500627 w 932734"/>
                            <a:gd name="connsiteY353" fmla="*/ 676890 h 1064760"/>
                            <a:gd name="connsiteX354" fmla="*/ 510142 w 932734"/>
                            <a:gd name="connsiteY354" fmla="*/ 675700 h 1064760"/>
                            <a:gd name="connsiteX355" fmla="*/ 503005 w 932734"/>
                            <a:gd name="connsiteY355" fmla="*/ 682837 h 1064760"/>
                            <a:gd name="connsiteX356" fmla="*/ 505384 w 932734"/>
                            <a:gd name="connsiteY356" fmla="*/ 693542 h 1064760"/>
                            <a:gd name="connsiteX357" fmla="*/ 513710 w 932734"/>
                            <a:gd name="connsiteY357" fmla="*/ 681647 h 1064760"/>
                            <a:gd name="connsiteX358" fmla="*/ 516089 w 932734"/>
                            <a:gd name="connsiteY358" fmla="*/ 680458 h 1064760"/>
                            <a:gd name="connsiteX359" fmla="*/ 511331 w 932734"/>
                            <a:gd name="connsiteY359" fmla="*/ 687595 h 1064760"/>
                            <a:gd name="connsiteX360" fmla="*/ 516089 w 932734"/>
                            <a:gd name="connsiteY360" fmla="*/ 687595 h 1064760"/>
                            <a:gd name="connsiteX361" fmla="*/ 524415 w 932734"/>
                            <a:gd name="connsiteY361" fmla="*/ 685216 h 1064760"/>
                            <a:gd name="connsiteX362" fmla="*/ 541067 w 932734"/>
                            <a:gd name="connsiteY362" fmla="*/ 680458 h 1064760"/>
                            <a:gd name="connsiteX363" fmla="*/ 542257 w 932734"/>
                            <a:gd name="connsiteY363" fmla="*/ 684026 h 1064760"/>
                            <a:gd name="connsiteX364" fmla="*/ 536310 w 932734"/>
                            <a:gd name="connsiteY364" fmla="*/ 684026 h 1064760"/>
                            <a:gd name="connsiteX365" fmla="*/ 535120 w 932734"/>
                            <a:gd name="connsiteY365" fmla="*/ 687595 h 1064760"/>
                            <a:gd name="connsiteX366" fmla="*/ 529173 w 932734"/>
                            <a:gd name="connsiteY366" fmla="*/ 689973 h 1064760"/>
                            <a:gd name="connsiteX367" fmla="*/ 530362 w 932734"/>
                            <a:gd name="connsiteY367" fmla="*/ 693542 h 1064760"/>
                            <a:gd name="connsiteX368" fmla="*/ 542257 w 932734"/>
                            <a:gd name="connsiteY368" fmla="*/ 700679 h 1064760"/>
                            <a:gd name="connsiteX369" fmla="*/ 536310 w 932734"/>
                            <a:gd name="connsiteY369" fmla="*/ 700679 h 1064760"/>
                            <a:gd name="connsiteX370" fmla="*/ 525605 w 932734"/>
                            <a:gd name="connsiteY370" fmla="*/ 703057 h 1064760"/>
                            <a:gd name="connsiteX371" fmla="*/ 535120 w 932734"/>
                            <a:gd name="connsiteY371" fmla="*/ 704247 h 1064760"/>
                            <a:gd name="connsiteX372" fmla="*/ 529173 w 932734"/>
                            <a:gd name="connsiteY372" fmla="*/ 707815 h 1064760"/>
                            <a:gd name="connsiteX373" fmla="*/ 537499 w 932734"/>
                            <a:gd name="connsiteY373" fmla="*/ 711383 h 1064760"/>
                            <a:gd name="connsiteX374" fmla="*/ 531552 w 932734"/>
                            <a:gd name="connsiteY374" fmla="*/ 719709 h 1064760"/>
                            <a:gd name="connsiteX375" fmla="*/ 538689 w 932734"/>
                            <a:gd name="connsiteY375" fmla="*/ 720899 h 1064760"/>
                            <a:gd name="connsiteX376" fmla="*/ 545825 w 932734"/>
                            <a:gd name="connsiteY376" fmla="*/ 722088 h 1064760"/>
                            <a:gd name="connsiteX377" fmla="*/ 558909 w 932734"/>
                            <a:gd name="connsiteY377" fmla="*/ 724467 h 1064760"/>
                            <a:gd name="connsiteX378" fmla="*/ 560098 w 932734"/>
                            <a:gd name="connsiteY378" fmla="*/ 737551 h 1064760"/>
                            <a:gd name="connsiteX379" fmla="*/ 569614 w 932734"/>
                            <a:gd name="connsiteY379" fmla="*/ 730414 h 1064760"/>
                            <a:gd name="connsiteX380" fmla="*/ 571993 w 932734"/>
                            <a:gd name="connsiteY380" fmla="*/ 729225 h 1064760"/>
                            <a:gd name="connsiteX381" fmla="*/ 570803 w 932734"/>
                            <a:gd name="connsiteY381" fmla="*/ 748256 h 1064760"/>
                            <a:gd name="connsiteX382" fmla="*/ 564856 w 932734"/>
                            <a:gd name="connsiteY382" fmla="*/ 751824 h 1064760"/>
                            <a:gd name="connsiteX383" fmla="*/ 595781 w 932734"/>
                            <a:gd name="connsiteY383" fmla="*/ 755392 h 1064760"/>
                            <a:gd name="connsiteX384" fmla="*/ 617191 w 932734"/>
                            <a:gd name="connsiteY384" fmla="*/ 768476 h 1064760"/>
                            <a:gd name="connsiteX385" fmla="*/ 632654 w 932734"/>
                            <a:gd name="connsiteY385" fmla="*/ 768476 h 1064760"/>
                            <a:gd name="connsiteX386" fmla="*/ 625517 w 932734"/>
                            <a:gd name="connsiteY386" fmla="*/ 774423 h 1064760"/>
                            <a:gd name="connsiteX387" fmla="*/ 632654 w 932734"/>
                            <a:gd name="connsiteY387" fmla="*/ 779181 h 1064760"/>
                            <a:gd name="connsiteX388" fmla="*/ 637412 w 932734"/>
                            <a:gd name="connsiteY388" fmla="*/ 786318 h 1064760"/>
                            <a:gd name="connsiteX389" fmla="*/ 656443 w 932734"/>
                            <a:gd name="connsiteY389" fmla="*/ 785128 h 1064760"/>
                            <a:gd name="connsiteX390" fmla="*/ 669526 w 932734"/>
                            <a:gd name="connsiteY390" fmla="*/ 775613 h 1064760"/>
                            <a:gd name="connsiteX391" fmla="*/ 663579 w 932734"/>
                            <a:gd name="connsiteY391" fmla="*/ 789886 h 1064760"/>
                            <a:gd name="connsiteX392" fmla="*/ 652874 w 932734"/>
                            <a:gd name="connsiteY392" fmla="*/ 795833 h 1064760"/>
                            <a:gd name="connsiteX393" fmla="*/ 665958 w 932734"/>
                            <a:gd name="connsiteY393" fmla="*/ 810107 h 1064760"/>
                            <a:gd name="connsiteX394" fmla="*/ 664769 w 932734"/>
                            <a:gd name="connsiteY394" fmla="*/ 817243 h 1064760"/>
                            <a:gd name="connsiteX395" fmla="*/ 673095 w 932734"/>
                            <a:gd name="connsiteY395" fmla="*/ 822001 h 1064760"/>
                            <a:gd name="connsiteX396" fmla="*/ 683800 w 932734"/>
                            <a:gd name="connsiteY396" fmla="*/ 808917 h 1064760"/>
                            <a:gd name="connsiteX397" fmla="*/ 682610 w 932734"/>
                            <a:gd name="connsiteY397" fmla="*/ 820811 h 1064760"/>
                            <a:gd name="connsiteX398" fmla="*/ 677852 w 932734"/>
                            <a:gd name="connsiteY398" fmla="*/ 829138 h 1064760"/>
                            <a:gd name="connsiteX399" fmla="*/ 680231 w 932734"/>
                            <a:gd name="connsiteY399" fmla="*/ 849358 h 1064760"/>
                            <a:gd name="connsiteX400" fmla="*/ 684989 w 932734"/>
                            <a:gd name="connsiteY400" fmla="*/ 857684 h 1064760"/>
                            <a:gd name="connsiteX401" fmla="*/ 689747 w 932734"/>
                            <a:gd name="connsiteY401" fmla="*/ 866010 h 1064760"/>
                            <a:gd name="connsiteX402" fmla="*/ 702831 w 932734"/>
                            <a:gd name="connsiteY402" fmla="*/ 869578 h 1064760"/>
                            <a:gd name="connsiteX403" fmla="*/ 709967 w 932734"/>
                            <a:gd name="connsiteY403" fmla="*/ 861252 h 1064760"/>
                            <a:gd name="connsiteX404" fmla="*/ 705209 w 932734"/>
                            <a:gd name="connsiteY404" fmla="*/ 850547 h 1064760"/>
                            <a:gd name="connsiteX405" fmla="*/ 704020 w 932734"/>
                            <a:gd name="connsiteY405" fmla="*/ 837464 h 1064760"/>
                            <a:gd name="connsiteX406" fmla="*/ 708778 w 932734"/>
                            <a:gd name="connsiteY406" fmla="*/ 842221 h 1064760"/>
                            <a:gd name="connsiteX407" fmla="*/ 709967 w 932734"/>
                            <a:gd name="connsiteY407" fmla="*/ 838653 h 1064760"/>
                            <a:gd name="connsiteX408" fmla="*/ 713535 w 932734"/>
                            <a:gd name="connsiteY408" fmla="*/ 850547 h 1064760"/>
                            <a:gd name="connsiteX409" fmla="*/ 723051 w 932734"/>
                            <a:gd name="connsiteY409" fmla="*/ 851737 h 1064760"/>
                            <a:gd name="connsiteX410" fmla="*/ 720672 w 932734"/>
                            <a:gd name="connsiteY410" fmla="*/ 856494 h 1064760"/>
                            <a:gd name="connsiteX411" fmla="*/ 721862 w 932734"/>
                            <a:gd name="connsiteY411" fmla="*/ 862442 h 1064760"/>
                            <a:gd name="connsiteX412" fmla="*/ 721862 w 932734"/>
                            <a:gd name="connsiteY412" fmla="*/ 875525 h 1064760"/>
                            <a:gd name="connsiteX413" fmla="*/ 730188 w 932734"/>
                            <a:gd name="connsiteY413" fmla="*/ 874336 h 1064760"/>
                            <a:gd name="connsiteX414" fmla="*/ 730188 w 932734"/>
                            <a:gd name="connsiteY414" fmla="*/ 885041 h 1064760"/>
                            <a:gd name="connsiteX415" fmla="*/ 740892 w 932734"/>
                            <a:gd name="connsiteY415" fmla="*/ 854116 h 1064760"/>
                            <a:gd name="connsiteX416" fmla="*/ 745650 w 932734"/>
                            <a:gd name="connsiteY416" fmla="*/ 837464 h 1064760"/>
                            <a:gd name="connsiteX417" fmla="*/ 742082 w 932734"/>
                            <a:gd name="connsiteY417" fmla="*/ 822001 h 1064760"/>
                            <a:gd name="connsiteX418" fmla="*/ 749218 w 932734"/>
                            <a:gd name="connsiteY418" fmla="*/ 826759 h 1064760"/>
                            <a:gd name="connsiteX419" fmla="*/ 755166 w 932734"/>
                            <a:gd name="connsiteY419" fmla="*/ 819622 h 1064760"/>
                            <a:gd name="connsiteX420" fmla="*/ 755166 w 932734"/>
                            <a:gd name="connsiteY420" fmla="*/ 832706 h 1064760"/>
                            <a:gd name="connsiteX421" fmla="*/ 750408 w 932734"/>
                            <a:gd name="connsiteY421" fmla="*/ 844600 h 1064760"/>
                            <a:gd name="connsiteX422" fmla="*/ 749218 w 932734"/>
                            <a:gd name="connsiteY422" fmla="*/ 858873 h 1064760"/>
                            <a:gd name="connsiteX423" fmla="*/ 746840 w 932734"/>
                            <a:gd name="connsiteY423" fmla="*/ 869578 h 1064760"/>
                            <a:gd name="connsiteX424" fmla="*/ 755166 w 932734"/>
                            <a:gd name="connsiteY424" fmla="*/ 889799 h 1064760"/>
                            <a:gd name="connsiteX425" fmla="*/ 764681 w 932734"/>
                            <a:gd name="connsiteY425" fmla="*/ 895746 h 1064760"/>
                            <a:gd name="connsiteX426" fmla="*/ 773007 w 932734"/>
                            <a:gd name="connsiteY426" fmla="*/ 899314 h 1064760"/>
                            <a:gd name="connsiteX427" fmla="*/ 764681 w 932734"/>
                            <a:gd name="connsiteY427" fmla="*/ 910019 h 1064760"/>
                            <a:gd name="connsiteX428" fmla="*/ 765871 w 932734"/>
                            <a:gd name="connsiteY428" fmla="*/ 921913 h 1064760"/>
                            <a:gd name="connsiteX429" fmla="*/ 758734 w 932734"/>
                            <a:gd name="connsiteY429" fmla="*/ 919534 h 1064760"/>
                            <a:gd name="connsiteX430" fmla="*/ 756355 w 932734"/>
                            <a:gd name="connsiteY430" fmla="*/ 931429 h 1064760"/>
                            <a:gd name="connsiteX431" fmla="*/ 753976 w 932734"/>
                            <a:gd name="connsiteY431" fmla="*/ 937376 h 1064760"/>
                            <a:gd name="connsiteX432" fmla="*/ 750408 w 932734"/>
                            <a:gd name="connsiteY432" fmla="*/ 940944 h 1064760"/>
                            <a:gd name="connsiteX433" fmla="*/ 756355 w 932734"/>
                            <a:gd name="connsiteY433" fmla="*/ 943323 h 1064760"/>
                            <a:gd name="connsiteX434" fmla="*/ 758734 w 932734"/>
                            <a:gd name="connsiteY434" fmla="*/ 948081 h 1064760"/>
                            <a:gd name="connsiteX435" fmla="*/ 768249 w 932734"/>
                            <a:gd name="connsiteY435" fmla="*/ 954028 h 1064760"/>
                            <a:gd name="connsiteX436" fmla="*/ 763492 w 932734"/>
                            <a:gd name="connsiteY436" fmla="*/ 956407 h 1064760"/>
                            <a:gd name="connsiteX437" fmla="*/ 767060 w 932734"/>
                            <a:gd name="connsiteY437" fmla="*/ 964733 h 1064760"/>
                            <a:gd name="connsiteX438" fmla="*/ 769439 w 932734"/>
                            <a:gd name="connsiteY438" fmla="*/ 971870 h 1064760"/>
                            <a:gd name="connsiteX439" fmla="*/ 768249 w 932734"/>
                            <a:gd name="connsiteY439" fmla="*/ 980196 h 1064760"/>
                            <a:gd name="connsiteX440" fmla="*/ 774197 w 932734"/>
                            <a:gd name="connsiteY440" fmla="*/ 986143 h 1064760"/>
                            <a:gd name="connsiteX441" fmla="*/ 771818 w 932734"/>
                            <a:gd name="connsiteY441" fmla="*/ 986143 h 1064760"/>
                            <a:gd name="connsiteX442" fmla="*/ 783712 w 932734"/>
                            <a:gd name="connsiteY442" fmla="*/ 994469 h 1064760"/>
                            <a:gd name="connsiteX443" fmla="*/ 770628 w 932734"/>
                            <a:gd name="connsiteY443" fmla="*/ 996848 h 1064760"/>
                            <a:gd name="connsiteX444" fmla="*/ 764681 w 932734"/>
                            <a:gd name="connsiteY444" fmla="*/ 1006363 h 1064760"/>
                            <a:gd name="connsiteX445" fmla="*/ 752787 w 932734"/>
                            <a:gd name="connsiteY445" fmla="*/ 1024205 h 1064760"/>
                            <a:gd name="connsiteX446" fmla="*/ 755166 w 932734"/>
                            <a:gd name="connsiteY446" fmla="*/ 1024205 h 1064760"/>
                            <a:gd name="connsiteX447" fmla="*/ 765871 w 932734"/>
                            <a:gd name="connsiteY447" fmla="*/ 1009932 h 1064760"/>
                            <a:gd name="connsiteX448" fmla="*/ 784902 w 932734"/>
                            <a:gd name="connsiteY448" fmla="*/ 1006363 h 1064760"/>
                            <a:gd name="connsiteX449" fmla="*/ 789659 w 932734"/>
                            <a:gd name="connsiteY449" fmla="*/ 1013500 h 1064760"/>
                            <a:gd name="connsiteX450" fmla="*/ 783712 w 932734"/>
                            <a:gd name="connsiteY450" fmla="*/ 1024205 h 1064760"/>
                            <a:gd name="connsiteX451" fmla="*/ 781333 w 932734"/>
                            <a:gd name="connsiteY451" fmla="*/ 1028962 h 1064760"/>
                            <a:gd name="connsiteX452" fmla="*/ 782523 w 932734"/>
                            <a:gd name="connsiteY452" fmla="*/ 1034910 h 1064760"/>
                            <a:gd name="connsiteX453" fmla="*/ 776576 w 932734"/>
                            <a:gd name="connsiteY453" fmla="*/ 1042046 h 1064760"/>
                            <a:gd name="connsiteX454" fmla="*/ 781333 w 932734"/>
                            <a:gd name="connsiteY454" fmla="*/ 1046804 h 1064760"/>
                            <a:gd name="connsiteX455" fmla="*/ 777765 w 932734"/>
                            <a:gd name="connsiteY455" fmla="*/ 1053941 h 1064760"/>
                            <a:gd name="connsiteX456" fmla="*/ 769439 w 932734"/>
                            <a:gd name="connsiteY456" fmla="*/ 1063456 h 1064760"/>
                            <a:gd name="connsiteX457" fmla="*/ 775386 w 932734"/>
                            <a:gd name="connsiteY457" fmla="*/ 1061077 h 1064760"/>
                            <a:gd name="connsiteX458" fmla="*/ 783712 w 932734"/>
                            <a:gd name="connsiteY458" fmla="*/ 1058698 h 1064760"/>
                            <a:gd name="connsiteX459" fmla="*/ 790849 w 932734"/>
                            <a:gd name="connsiteY459" fmla="*/ 1052751 h 1064760"/>
                            <a:gd name="connsiteX460" fmla="*/ 802743 w 932734"/>
                            <a:gd name="connsiteY460" fmla="*/ 1025394 h 1064760"/>
                            <a:gd name="connsiteX461" fmla="*/ 795606 w 932734"/>
                            <a:gd name="connsiteY461" fmla="*/ 992090 h 1064760"/>
                            <a:gd name="connsiteX462" fmla="*/ 781333 w 932734"/>
                            <a:gd name="connsiteY462" fmla="*/ 977817 h 1064760"/>
                            <a:gd name="connsiteX463" fmla="*/ 776576 w 932734"/>
                            <a:gd name="connsiteY463" fmla="*/ 969491 h 1064760"/>
                            <a:gd name="connsiteX464" fmla="*/ 778954 w 932734"/>
                            <a:gd name="connsiteY464" fmla="*/ 959975 h 1064760"/>
                            <a:gd name="connsiteX465" fmla="*/ 774197 w 932734"/>
                            <a:gd name="connsiteY465" fmla="*/ 952839 h 1064760"/>
                            <a:gd name="connsiteX466" fmla="*/ 776576 w 932734"/>
                            <a:gd name="connsiteY466" fmla="*/ 944513 h 1064760"/>
                            <a:gd name="connsiteX467" fmla="*/ 777765 w 932734"/>
                            <a:gd name="connsiteY467" fmla="*/ 925482 h 1064760"/>
                            <a:gd name="connsiteX468" fmla="*/ 780144 w 932734"/>
                            <a:gd name="connsiteY468" fmla="*/ 905261 h 1064760"/>
                            <a:gd name="connsiteX469" fmla="*/ 777765 w 932734"/>
                            <a:gd name="connsiteY469" fmla="*/ 887420 h 1064760"/>
                            <a:gd name="connsiteX470" fmla="*/ 774197 w 932734"/>
                            <a:gd name="connsiteY470" fmla="*/ 867199 h 1064760"/>
                            <a:gd name="connsiteX471" fmla="*/ 769439 w 932734"/>
                            <a:gd name="connsiteY471" fmla="*/ 846979 h 1064760"/>
                            <a:gd name="connsiteX472" fmla="*/ 765871 w 932734"/>
                            <a:gd name="connsiteY472" fmla="*/ 827948 h 1064760"/>
                            <a:gd name="connsiteX473" fmla="*/ 765871 w 932734"/>
                            <a:gd name="connsiteY473" fmla="*/ 811296 h 1064760"/>
                            <a:gd name="connsiteX474" fmla="*/ 732566 w 932734"/>
                            <a:gd name="connsiteY474" fmla="*/ 819622 h 1064760"/>
                            <a:gd name="connsiteX475" fmla="*/ 696883 w 932734"/>
                            <a:gd name="connsiteY475" fmla="*/ 833895 h 1064760"/>
                            <a:gd name="connsiteX476" fmla="*/ 695694 w 932734"/>
                            <a:gd name="connsiteY476" fmla="*/ 811296 h 1064760"/>
                            <a:gd name="connsiteX477" fmla="*/ 688557 w 932734"/>
                            <a:gd name="connsiteY477" fmla="*/ 794644 h 1064760"/>
                            <a:gd name="connsiteX478" fmla="*/ 683800 w 932734"/>
                            <a:gd name="connsiteY478" fmla="*/ 775613 h 1064760"/>
                            <a:gd name="connsiteX479" fmla="*/ 688557 w 932734"/>
                            <a:gd name="connsiteY479" fmla="*/ 756582 h 1064760"/>
                            <a:gd name="connsiteX480" fmla="*/ 676663 w 932734"/>
                            <a:gd name="connsiteY480" fmla="*/ 757771 h 1064760"/>
                            <a:gd name="connsiteX481" fmla="*/ 667147 w 932734"/>
                            <a:gd name="connsiteY481" fmla="*/ 762529 h 1064760"/>
                            <a:gd name="connsiteX482" fmla="*/ 644548 w 932734"/>
                            <a:gd name="connsiteY482" fmla="*/ 758961 h 1064760"/>
                            <a:gd name="connsiteX483" fmla="*/ 932392 w 932734"/>
                            <a:gd name="connsiteY483" fmla="*/ 209442 h 1064760"/>
                            <a:gd name="connsiteX484" fmla="*/ 932392 w 932734"/>
                            <a:gd name="connsiteY484" fmla="*/ 209442 h 106476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  <a:cxn ang="0">
                              <a:pos x="connsiteX173" y="connsiteY173"/>
                            </a:cxn>
                            <a:cxn ang="0">
                              <a:pos x="connsiteX174" y="connsiteY174"/>
                            </a:cxn>
                            <a:cxn ang="0">
                              <a:pos x="connsiteX175" y="connsiteY175"/>
                            </a:cxn>
                            <a:cxn ang="0">
                              <a:pos x="connsiteX176" y="connsiteY176"/>
                            </a:cxn>
                            <a:cxn ang="0">
                              <a:pos x="connsiteX177" y="connsiteY177"/>
                            </a:cxn>
                            <a:cxn ang="0">
                              <a:pos x="connsiteX178" y="connsiteY178"/>
                            </a:cxn>
                            <a:cxn ang="0">
                              <a:pos x="connsiteX179" y="connsiteY179"/>
                            </a:cxn>
                            <a:cxn ang="0">
                              <a:pos x="connsiteX180" y="connsiteY180"/>
                            </a:cxn>
                            <a:cxn ang="0">
                              <a:pos x="connsiteX181" y="connsiteY181"/>
                            </a:cxn>
                            <a:cxn ang="0">
                              <a:pos x="connsiteX182" y="connsiteY182"/>
                            </a:cxn>
                            <a:cxn ang="0">
                              <a:pos x="connsiteX183" y="connsiteY183"/>
                            </a:cxn>
                            <a:cxn ang="0">
                              <a:pos x="connsiteX184" y="connsiteY184"/>
                            </a:cxn>
                            <a:cxn ang="0">
                              <a:pos x="connsiteX185" y="connsiteY185"/>
                            </a:cxn>
                            <a:cxn ang="0">
                              <a:pos x="connsiteX186" y="connsiteY186"/>
                            </a:cxn>
                            <a:cxn ang="0">
                              <a:pos x="connsiteX187" y="connsiteY187"/>
                            </a:cxn>
                            <a:cxn ang="0">
                              <a:pos x="connsiteX188" y="connsiteY188"/>
                            </a:cxn>
                            <a:cxn ang="0">
                              <a:pos x="connsiteX189" y="connsiteY189"/>
                            </a:cxn>
                            <a:cxn ang="0">
                              <a:pos x="connsiteX190" y="connsiteY190"/>
                            </a:cxn>
                            <a:cxn ang="0">
                              <a:pos x="connsiteX191" y="connsiteY191"/>
                            </a:cxn>
                            <a:cxn ang="0">
                              <a:pos x="connsiteX192" y="connsiteY192"/>
                            </a:cxn>
                            <a:cxn ang="0">
                              <a:pos x="connsiteX193" y="connsiteY193"/>
                            </a:cxn>
                            <a:cxn ang="0">
                              <a:pos x="connsiteX194" y="connsiteY194"/>
                            </a:cxn>
                            <a:cxn ang="0">
                              <a:pos x="connsiteX195" y="connsiteY195"/>
                            </a:cxn>
                            <a:cxn ang="0">
                              <a:pos x="connsiteX196" y="connsiteY196"/>
                            </a:cxn>
                            <a:cxn ang="0">
                              <a:pos x="connsiteX197" y="connsiteY197"/>
                            </a:cxn>
                            <a:cxn ang="0">
                              <a:pos x="connsiteX198" y="connsiteY198"/>
                            </a:cxn>
                            <a:cxn ang="0">
                              <a:pos x="connsiteX199" y="connsiteY199"/>
                            </a:cxn>
                            <a:cxn ang="0">
                              <a:pos x="connsiteX200" y="connsiteY200"/>
                            </a:cxn>
                            <a:cxn ang="0">
                              <a:pos x="connsiteX201" y="connsiteY201"/>
                            </a:cxn>
                            <a:cxn ang="0">
                              <a:pos x="connsiteX202" y="connsiteY202"/>
                            </a:cxn>
                            <a:cxn ang="0">
                              <a:pos x="connsiteX203" y="connsiteY203"/>
                            </a:cxn>
                            <a:cxn ang="0">
                              <a:pos x="connsiteX204" y="connsiteY204"/>
                            </a:cxn>
                            <a:cxn ang="0">
                              <a:pos x="connsiteX205" y="connsiteY205"/>
                            </a:cxn>
                            <a:cxn ang="0">
                              <a:pos x="connsiteX206" y="connsiteY206"/>
                            </a:cxn>
                            <a:cxn ang="0">
                              <a:pos x="connsiteX207" y="connsiteY207"/>
                            </a:cxn>
                            <a:cxn ang="0">
                              <a:pos x="connsiteX208" y="connsiteY208"/>
                            </a:cxn>
                            <a:cxn ang="0">
                              <a:pos x="connsiteX209" y="connsiteY209"/>
                            </a:cxn>
                            <a:cxn ang="0">
                              <a:pos x="connsiteX210" y="connsiteY210"/>
                            </a:cxn>
                            <a:cxn ang="0">
                              <a:pos x="connsiteX211" y="connsiteY211"/>
                            </a:cxn>
                            <a:cxn ang="0">
                              <a:pos x="connsiteX212" y="connsiteY212"/>
                            </a:cxn>
                            <a:cxn ang="0">
                              <a:pos x="connsiteX213" y="connsiteY213"/>
                            </a:cxn>
                            <a:cxn ang="0">
                              <a:pos x="connsiteX214" y="connsiteY214"/>
                            </a:cxn>
                            <a:cxn ang="0">
                              <a:pos x="connsiteX215" y="connsiteY215"/>
                            </a:cxn>
                            <a:cxn ang="0">
                              <a:pos x="connsiteX216" y="connsiteY216"/>
                            </a:cxn>
                            <a:cxn ang="0">
                              <a:pos x="connsiteX217" y="connsiteY217"/>
                            </a:cxn>
                            <a:cxn ang="0">
                              <a:pos x="connsiteX218" y="connsiteY218"/>
                            </a:cxn>
                            <a:cxn ang="0">
                              <a:pos x="connsiteX219" y="connsiteY219"/>
                            </a:cxn>
                            <a:cxn ang="0">
                              <a:pos x="connsiteX220" y="connsiteY220"/>
                            </a:cxn>
                            <a:cxn ang="0">
                              <a:pos x="connsiteX221" y="connsiteY221"/>
                            </a:cxn>
                            <a:cxn ang="0">
                              <a:pos x="connsiteX222" y="connsiteY222"/>
                            </a:cxn>
                            <a:cxn ang="0">
                              <a:pos x="connsiteX223" y="connsiteY223"/>
                            </a:cxn>
                            <a:cxn ang="0">
                              <a:pos x="connsiteX224" y="connsiteY224"/>
                            </a:cxn>
                            <a:cxn ang="0">
                              <a:pos x="connsiteX225" y="connsiteY225"/>
                            </a:cxn>
                            <a:cxn ang="0">
                              <a:pos x="connsiteX226" y="connsiteY226"/>
                            </a:cxn>
                            <a:cxn ang="0">
                              <a:pos x="connsiteX227" y="connsiteY227"/>
                            </a:cxn>
                            <a:cxn ang="0">
                              <a:pos x="connsiteX228" y="connsiteY228"/>
                            </a:cxn>
                            <a:cxn ang="0">
                              <a:pos x="connsiteX229" y="connsiteY229"/>
                            </a:cxn>
                            <a:cxn ang="0">
                              <a:pos x="connsiteX230" y="connsiteY230"/>
                            </a:cxn>
                            <a:cxn ang="0">
                              <a:pos x="connsiteX231" y="connsiteY231"/>
                            </a:cxn>
                            <a:cxn ang="0">
                              <a:pos x="connsiteX232" y="connsiteY232"/>
                            </a:cxn>
                            <a:cxn ang="0">
                              <a:pos x="connsiteX233" y="connsiteY233"/>
                            </a:cxn>
                            <a:cxn ang="0">
                              <a:pos x="connsiteX234" y="connsiteY234"/>
                            </a:cxn>
                            <a:cxn ang="0">
                              <a:pos x="connsiteX235" y="connsiteY235"/>
                            </a:cxn>
                            <a:cxn ang="0">
                              <a:pos x="connsiteX236" y="connsiteY236"/>
                            </a:cxn>
                            <a:cxn ang="0">
                              <a:pos x="connsiteX237" y="connsiteY237"/>
                            </a:cxn>
                            <a:cxn ang="0">
                              <a:pos x="connsiteX238" y="connsiteY238"/>
                            </a:cxn>
                            <a:cxn ang="0">
                              <a:pos x="connsiteX239" y="connsiteY239"/>
                            </a:cxn>
                            <a:cxn ang="0">
                              <a:pos x="connsiteX240" y="connsiteY240"/>
                            </a:cxn>
                            <a:cxn ang="0">
                              <a:pos x="connsiteX241" y="connsiteY241"/>
                            </a:cxn>
                            <a:cxn ang="0">
                              <a:pos x="connsiteX242" y="connsiteY242"/>
                            </a:cxn>
                            <a:cxn ang="0">
                              <a:pos x="connsiteX243" y="connsiteY243"/>
                            </a:cxn>
                            <a:cxn ang="0">
                              <a:pos x="connsiteX244" y="connsiteY244"/>
                            </a:cxn>
                            <a:cxn ang="0">
                              <a:pos x="connsiteX245" y="connsiteY245"/>
                            </a:cxn>
                            <a:cxn ang="0">
                              <a:pos x="connsiteX246" y="connsiteY246"/>
                            </a:cxn>
                            <a:cxn ang="0">
                              <a:pos x="connsiteX247" y="connsiteY247"/>
                            </a:cxn>
                            <a:cxn ang="0">
                              <a:pos x="connsiteX248" y="connsiteY248"/>
                            </a:cxn>
                            <a:cxn ang="0">
                              <a:pos x="connsiteX249" y="connsiteY249"/>
                            </a:cxn>
                            <a:cxn ang="0">
                              <a:pos x="connsiteX250" y="connsiteY250"/>
                            </a:cxn>
                            <a:cxn ang="0">
                              <a:pos x="connsiteX251" y="connsiteY251"/>
                            </a:cxn>
                            <a:cxn ang="0">
                              <a:pos x="connsiteX252" y="connsiteY252"/>
                            </a:cxn>
                            <a:cxn ang="0">
                              <a:pos x="connsiteX253" y="connsiteY253"/>
                            </a:cxn>
                            <a:cxn ang="0">
                              <a:pos x="connsiteX254" y="connsiteY254"/>
                            </a:cxn>
                            <a:cxn ang="0">
                              <a:pos x="connsiteX255" y="connsiteY255"/>
                            </a:cxn>
                            <a:cxn ang="0">
                              <a:pos x="connsiteX256" y="connsiteY256"/>
                            </a:cxn>
                            <a:cxn ang="0">
                              <a:pos x="connsiteX257" y="connsiteY257"/>
                            </a:cxn>
                            <a:cxn ang="0">
                              <a:pos x="connsiteX258" y="connsiteY258"/>
                            </a:cxn>
                            <a:cxn ang="0">
                              <a:pos x="connsiteX259" y="connsiteY259"/>
                            </a:cxn>
                            <a:cxn ang="0">
                              <a:pos x="connsiteX260" y="connsiteY260"/>
                            </a:cxn>
                            <a:cxn ang="0">
                              <a:pos x="connsiteX261" y="connsiteY261"/>
                            </a:cxn>
                            <a:cxn ang="0">
                              <a:pos x="connsiteX262" y="connsiteY262"/>
                            </a:cxn>
                            <a:cxn ang="0">
                              <a:pos x="connsiteX263" y="connsiteY263"/>
                            </a:cxn>
                            <a:cxn ang="0">
                              <a:pos x="connsiteX264" y="connsiteY264"/>
                            </a:cxn>
                            <a:cxn ang="0">
                              <a:pos x="connsiteX265" y="connsiteY265"/>
                            </a:cxn>
                            <a:cxn ang="0">
                              <a:pos x="connsiteX266" y="connsiteY266"/>
                            </a:cxn>
                            <a:cxn ang="0">
                              <a:pos x="connsiteX267" y="connsiteY267"/>
                            </a:cxn>
                            <a:cxn ang="0">
                              <a:pos x="connsiteX268" y="connsiteY268"/>
                            </a:cxn>
                            <a:cxn ang="0">
                              <a:pos x="connsiteX269" y="connsiteY269"/>
                            </a:cxn>
                            <a:cxn ang="0">
                              <a:pos x="connsiteX270" y="connsiteY270"/>
                            </a:cxn>
                            <a:cxn ang="0">
                              <a:pos x="connsiteX271" y="connsiteY271"/>
                            </a:cxn>
                            <a:cxn ang="0">
                              <a:pos x="connsiteX272" y="connsiteY272"/>
                            </a:cxn>
                            <a:cxn ang="0">
                              <a:pos x="connsiteX273" y="connsiteY273"/>
                            </a:cxn>
                            <a:cxn ang="0">
                              <a:pos x="connsiteX274" y="connsiteY274"/>
                            </a:cxn>
                            <a:cxn ang="0">
                              <a:pos x="connsiteX275" y="connsiteY275"/>
                            </a:cxn>
                            <a:cxn ang="0">
                              <a:pos x="connsiteX276" y="connsiteY276"/>
                            </a:cxn>
                            <a:cxn ang="0">
                              <a:pos x="connsiteX277" y="connsiteY277"/>
                            </a:cxn>
                            <a:cxn ang="0">
                              <a:pos x="connsiteX278" y="connsiteY278"/>
                            </a:cxn>
                            <a:cxn ang="0">
                              <a:pos x="connsiteX279" y="connsiteY279"/>
                            </a:cxn>
                            <a:cxn ang="0">
                              <a:pos x="connsiteX280" y="connsiteY280"/>
                            </a:cxn>
                            <a:cxn ang="0">
                              <a:pos x="connsiteX281" y="connsiteY281"/>
                            </a:cxn>
                            <a:cxn ang="0">
                              <a:pos x="connsiteX282" y="connsiteY282"/>
                            </a:cxn>
                            <a:cxn ang="0">
                              <a:pos x="connsiteX283" y="connsiteY283"/>
                            </a:cxn>
                            <a:cxn ang="0">
                              <a:pos x="connsiteX284" y="connsiteY284"/>
                            </a:cxn>
                            <a:cxn ang="0">
                              <a:pos x="connsiteX285" y="connsiteY285"/>
                            </a:cxn>
                            <a:cxn ang="0">
                              <a:pos x="connsiteX286" y="connsiteY286"/>
                            </a:cxn>
                            <a:cxn ang="0">
                              <a:pos x="connsiteX287" y="connsiteY287"/>
                            </a:cxn>
                            <a:cxn ang="0">
                              <a:pos x="connsiteX288" y="connsiteY288"/>
                            </a:cxn>
                            <a:cxn ang="0">
                              <a:pos x="connsiteX289" y="connsiteY289"/>
                            </a:cxn>
                            <a:cxn ang="0">
                              <a:pos x="connsiteX290" y="connsiteY290"/>
                            </a:cxn>
                            <a:cxn ang="0">
                              <a:pos x="connsiteX291" y="connsiteY291"/>
                            </a:cxn>
                            <a:cxn ang="0">
                              <a:pos x="connsiteX292" y="connsiteY292"/>
                            </a:cxn>
                            <a:cxn ang="0">
                              <a:pos x="connsiteX293" y="connsiteY293"/>
                            </a:cxn>
                            <a:cxn ang="0">
                              <a:pos x="connsiteX294" y="connsiteY294"/>
                            </a:cxn>
                            <a:cxn ang="0">
                              <a:pos x="connsiteX295" y="connsiteY295"/>
                            </a:cxn>
                            <a:cxn ang="0">
                              <a:pos x="connsiteX296" y="connsiteY296"/>
                            </a:cxn>
                            <a:cxn ang="0">
                              <a:pos x="connsiteX297" y="connsiteY297"/>
                            </a:cxn>
                            <a:cxn ang="0">
                              <a:pos x="connsiteX298" y="connsiteY298"/>
                            </a:cxn>
                            <a:cxn ang="0">
                              <a:pos x="connsiteX299" y="connsiteY299"/>
                            </a:cxn>
                            <a:cxn ang="0">
                              <a:pos x="connsiteX300" y="connsiteY300"/>
                            </a:cxn>
                            <a:cxn ang="0">
                              <a:pos x="connsiteX301" y="connsiteY301"/>
                            </a:cxn>
                            <a:cxn ang="0">
                              <a:pos x="connsiteX302" y="connsiteY302"/>
                            </a:cxn>
                            <a:cxn ang="0">
                              <a:pos x="connsiteX303" y="connsiteY303"/>
                            </a:cxn>
                            <a:cxn ang="0">
                              <a:pos x="connsiteX304" y="connsiteY304"/>
                            </a:cxn>
                            <a:cxn ang="0">
                              <a:pos x="connsiteX305" y="connsiteY305"/>
                            </a:cxn>
                            <a:cxn ang="0">
                              <a:pos x="connsiteX306" y="connsiteY306"/>
                            </a:cxn>
                            <a:cxn ang="0">
                              <a:pos x="connsiteX307" y="connsiteY307"/>
                            </a:cxn>
                            <a:cxn ang="0">
                              <a:pos x="connsiteX308" y="connsiteY308"/>
                            </a:cxn>
                            <a:cxn ang="0">
                              <a:pos x="connsiteX309" y="connsiteY309"/>
                            </a:cxn>
                            <a:cxn ang="0">
                              <a:pos x="connsiteX310" y="connsiteY310"/>
                            </a:cxn>
                            <a:cxn ang="0">
                              <a:pos x="connsiteX311" y="connsiteY311"/>
                            </a:cxn>
                            <a:cxn ang="0">
                              <a:pos x="connsiteX312" y="connsiteY312"/>
                            </a:cxn>
                            <a:cxn ang="0">
                              <a:pos x="connsiteX313" y="connsiteY313"/>
                            </a:cxn>
                            <a:cxn ang="0">
                              <a:pos x="connsiteX314" y="connsiteY314"/>
                            </a:cxn>
                            <a:cxn ang="0">
                              <a:pos x="connsiteX315" y="connsiteY315"/>
                            </a:cxn>
                            <a:cxn ang="0">
                              <a:pos x="connsiteX316" y="connsiteY316"/>
                            </a:cxn>
                            <a:cxn ang="0">
                              <a:pos x="connsiteX317" y="connsiteY317"/>
                            </a:cxn>
                            <a:cxn ang="0">
                              <a:pos x="connsiteX318" y="connsiteY318"/>
                            </a:cxn>
                            <a:cxn ang="0">
                              <a:pos x="connsiteX319" y="connsiteY319"/>
                            </a:cxn>
                            <a:cxn ang="0">
                              <a:pos x="connsiteX320" y="connsiteY320"/>
                            </a:cxn>
                            <a:cxn ang="0">
                              <a:pos x="connsiteX321" y="connsiteY321"/>
                            </a:cxn>
                            <a:cxn ang="0">
                              <a:pos x="connsiteX322" y="connsiteY322"/>
                            </a:cxn>
                            <a:cxn ang="0">
                              <a:pos x="connsiteX323" y="connsiteY323"/>
                            </a:cxn>
                            <a:cxn ang="0">
                              <a:pos x="connsiteX324" y="connsiteY324"/>
                            </a:cxn>
                            <a:cxn ang="0">
                              <a:pos x="connsiteX325" y="connsiteY325"/>
                            </a:cxn>
                            <a:cxn ang="0">
                              <a:pos x="connsiteX326" y="connsiteY326"/>
                            </a:cxn>
                            <a:cxn ang="0">
                              <a:pos x="connsiteX327" y="connsiteY327"/>
                            </a:cxn>
                            <a:cxn ang="0">
                              <a:pos x="connsiteX328" y="connsiteY328"/>
                            </a:cxn>
                            <a:cxn ang="0">
                              <a:pos x="connsiteX329" y="connsiteY329"/>
                            </a:cxn>
                            <a:cxn ang="0">
                              <a:pos x="connsiteX330" y="connsiteY330"/>
                            </a:cxn>
                            <a:cxn ang="0">
                              <a:pos x="connsiteX331" y="connsiteY331"/>
                            </a:cxn>
                            <a:cxn ang="0">
                              <a:pos x="connsiteX332" y="connsiteY332"/>
                            </a:cxn>
                            <a:cxn ang="0">
                              <a:pos x="connsiteX333" y="connsiteY333"/>
                            </a:cxn>
                            <a:cxn ang="0">
                              <a:pos x="connsiteX334" y="connsiteY334"/>
                            </a:cxn>
                            <a:cxn ang="0">
                              <a:pos x="connsiteX335" y="connsiteY335"/>
                            </a:cxn>
                            <a:cxn ang="0">
                              <a:pos x="connsiteX336" y="connsiteY336"/>
                            </a:cxn>
                            <a:cxn ang="0">
                              <a:pos x="connsiteX337" y="connsiteY337"/>
                            </a:cxn>
                            <a:cxn ang="0">
                              <a:pos x="connsiteX338" y="connsiteY338"/>
                            </a:cxn>
                            <a:cxn ang="0">
                              <a:pos x="connsiteX339" y="connsiteY339"/>
                            </a:cxn>
                            <a:cxn ang="0">
                              <a:pos x="connsiteX340" y="connsiteY340"/>
                            </a:cxn>
                            <a:cxn ang="0">
                              <a:pos x="connsiteX341" y="connsiteY341"/>
                            </a:cxn>
                            <a:cxn ang="0">
                              <a:pos x="connsiteX342" y="connsiteY342"/>
                            </a:cxn>
                            <a:cxn ang="0">
                              <a:pos x="connsiteX343" y="connsiteY343"/>
                            </a:cxn>
                            <a:cxn ang="0">
                              <a:pos x="connsiteX344" y="connsiteY344"/>
                            </a:cxn>
                            <a:cxn ang="0">
                              <a:pos x="connsiteX345" y="connsiteY345"/>
                            </a:cxn>
                            <a:cxn ang="0">
                              <a:pos x="connsiteX346" y="connsiteY346"/>
                            </a:cxn>
                            <a:cxn ang="0">
                              <a:pos x="connsiteX347" y="connsiteY347"/>
                            </a:cxn>
                            <a:cxn ang="0">
                              <a:pos x="connsiteX348" y="connsiteY348"/>
                            </a:cxn>
                            <a:cxn ang="0">
                              <a:pos x="connsiteX349" y="connsiteY349"/>
                            </a:cxn>
                            <a:cxn ang="0">
                              <a:pos x="connsiteX350" y="connsiteY350"/>
                            </a:cxn>
                            <a:cxn ang="0">
                              <a:pos x="connsiteX351" y="connsiteY351"/>
                            </a:cxn>
                            <a:cxn ang="0">
                              <a:pos x="connsiteX352" y="connsiteY352"/>
                            </a:cxn>
                            <a:cxn ang="0">
                              <a:pos x="connsiteX353" y="connsiteY353"/>
                            </a:cxn>
                            <a:cxn ang="0">
                              <a:pos x="connsiteX354" y="connsiteY354"/>
                            </a:cxn>
                            <a:cxn ang="0">
                              <a:pos x="connsiteX355" y="connsiteY355"/>
                            </a:cxn>
                            <a:cxn ang="0">
                              <a:pos x="connsiteX356" y="connsiteY356"/>
                            </a:cxn>
                            <a:cxn ang="0">
                              <a:pos x="connsiteX357" y="connsiteY357"/>
                            </a:cxn>
                            <a:cxn ang="0">
                              <a:pos x="connsiteX358" y="connsiteY358"/>
                            </a:cxn>
                            <a:cxn ang="0">
                              <a:pos x="connsiteX359" y="connsiteY359"/>
                            </a:cxn>
                            <a:cxn ang="0">
                              <a:pos x="connsiteX360" y="connsiteY360"/>
                            </a:cxn>
                            <a:cxn ang="0">
                              <a:pos x="connsiteX361" y="connsiteY361"/>
                            </a:cxn>
                            <a:cxn ang="0">
                              <a:pos x="connsiteX362" y="connsiteY362"/>
                            </a:cxn>
                            <a:cxn ang="0">
                              <a:pos x="connsiteX363" y="connsiteY363"/>
                            </a:cxn>
                            <a:cxn ang="0">
                              <a:pos x="connsiteX364" y="connsiteY364"/>
                            </a:cxn>
                            <a:cxn ang="0">
                              <a:pos x="connsiteX365" y="connsiteY365"/>
                            </a:cxn>
                            <a:cxn ang="0">
                              <a:pos x="connsiteX366" y="connsiteY366"/>
                            </a:cxn>
                            <a:cxn ang="0">
                              <a:pos x="connsiteX367" y="connsiteY367"/>
                            </a:cxn>
                            <a:cxn ang="0">
                              <a:pos x="connsiteX368" y="connsiteY368"/>
                            </a:cxn>
                            <a:cxn ang="0">
                              <a:pos x="connsiteX369" y="connsiteY369"/>
                            </a:cxn>
                            <a:cxn ang="0">
                              <a:pos x="connsiteX370" y="connsiteY370"/>
                            </a:cxn>
                            <a:cxn ang="0">
                              <a:pos x="connsiteX371" y="connsiteY371"/>
                            </a:cxn>
                            <a:cxn ang="0">
                              <a:pos x="connsiteX372" y="connsiteY372"/>
                            </a:cxn>
                            <a:cxn ang="0">
                              <a:pos x="connsiteX373" y="connsiteY373"/>
                            </a:cxn>
                            <a:cxn ang="0">
                              <a:pos x="connsiteX374" y="connsiteY374"/>
                            </a:cxn>
                            <a:cxn ang="0">
                              <a:pos x="connsiteX375" y="connsiteY375"/>
                            </a:cxn>
                            <a:cxn ang="0">
                              <a:pos x="connsiteX376" y="connsiteY376"/>
                            </a:cxn>
                            <a:cxn ang="0">
                              <a:pos x="connsiteX377" y="connsiteY377"/>
                            </a:cxn>
                            <a:cxn ang="0">
                              <a:pos x="connsiteX378" y="connsiteY378"/>
                            </a:cxn>
                            <a:cxn ang="0">
                              <a:pos x="connsiteX379" y="connsiteY379"/>
                            </a:cxn>
                            <a:cxn ang="0">
                              <a:pos x="connsiteX380" y="connsiteY380"/>
                            </a:cxn>
                            <a:cxn ang="0">
                              <a:pos x="connsiteX381" y="connsiteY381"/>
                            </a:cxn>
                            <a:cxn ang="0">
                              <a:pos x="connsiteX382" y="connsiteY382"/>
                            </a:cxn>
                            <a:cxn ang="0">
                              <a:pos x="connsiteX383" y="connsiteY383"/>
                            </a:cxn>
                            <a:cxn ang="0">
                              <a:pos x="connsiteX384" y="connsiteY384"/>
                            </a:cxn>
                            <a:cxn ang="0">
                              <a:pos x="connsiteX385" y="connsiteY385"/>
                            </a:cxn>
                            <a:cxn ang="0">
                              <a:pos x="connsiteX386" y="connsiteY386"/>
                            </a:cxn>
                            <a:cxn ang="0">
                              <a:pos x="connsiteX387" y="connsiteY387"/>
                            </a:cxn>
                            <a:cxn ang="0">
                              <a:pos x="connsiteX388" y="connsiteY388"/>
                            </a:cxn>
                            <a:cxn ang="0">
                              <a:pos x="connsiteX389" y="connsiteY389"/>
                            </a:cxn>
                            <a:cxn ang="0">
                              <a:pos x="connsiteX390" y="connsiteY390"/>
                            </a:cxn>
                            <a:cxn ang="0">
                              <a:pos x="connsiteX391" y="connsiteY391"/>
                            </a:cxn>
                            <a:cxn ang="0">
                              <a:pos x="connsiteX392" y="connsiteY392"/>
                            </a:cxn>
                            <a:cxn ang="0">
                              <a:pos x="connsiteX393" y="connsiteY393"/>
                            </a:cxn>
                            <a:cxn ang="0">
                              <a:pos x="connsiteX394" y="connsiteY394"/>
                            </a:cxn>
                            <a:cxn ang="0">
                              <a:pos x="connsiteX395" y="connsiteY395"/>
                            </a:cxn>
                            <a:cxn ang="0">
                              <a:pos x="connsiteX396" y="connsiteY396"/>
                            </a:cxn>
                            <a:cxn ang="0">
                              <a:pos x="connsiteX397" y="connsiteY397"/>
                            </a:cxn>
                            <a:cxn ang="0">
                              <a:pos x="connsiteX398" y="connsiteY398"/>
                            </a:cxn>
                            <a:cxn ang="0">
                              <a:pos x="connsiteX399" y="connsiteY399"/>
                            </a:cxn>
                            <a:cxn ang="0">
                              <a:pos x="connsiteX400" y="connsiteY400"/>
                            </a:cxn>
                            <a:cxn ang="0">
                              <a:pos x="connsiteX401" y="connsiteY401"/>
                            </a:cxn>
                            <a:cxn ang="0">
                              <a:pos x="connsiteX402" y="connsiteY402"/>
                            </a:cxn>
                            <a:cxn ang="0">
                              <a:pos x="connsiteX403" y="connsiteY403"/>
                            </a:cxn>
                            <a:cxn ang="0">
                              <a:pos x="connsiteX404" y="connsiteY404"/>
                            </a:cxn>
                            <a:cxn ang="0">
                              <a:pos x="connsiteX405" y="connsiteY405"/>
                            </a:cxn>
                            <a:cxn ang="0">
                              <a:pos x="connsiteX406" y="connsiteY406"/>
                            </a:cxn>
                            <a:cxn ang="0">
                              <a:pos x="connsiteX407" y="connsiteY407"/>
                            </a:cxn>
                            <a:cxn ang="0">
                              <a:pos x="connsiteX408" y="connsiteY408"/>
                            </a:cxn>
                            <a:cxn ang="0">
                              <a:pos x="connsiteX409" y="connsiteY409"/>
                            </a:cxn>
                            <a:cxn ang="0">
                              <a:pos x="connsiteX410" y="connsiteY410"/>
                            </a:cxn>
                            <a:cxn ang="0">
                              <a:pos x="connsiteX411" y="connsiteY411"/>
                            </a:cxn>
                            <a:cxn ang="0">
                              <a:pos x="connsiteX412" y="connsiteY412"/>
                            </a:cxn>
                            <a:cxn ang="0">
                              <a:pos x="connsiteX413" y="connsiteY413"/>
                            </a:cxn>
                            <a:cxn ang="0">
                              <a:pos x="connsiteX414" y="connsiteY414"/>
                            </a:cxn>
                            <a:cxn ang="0">
                              <a:pos x="connsiteX415" y="connsiteY415"/>
                            </a:cxn>
                            <a:cxn ang="0">
                              <a:pos x="connsiteX416" y="connsiteY416"/>
                            </a:cxn>
                            <a:cxn ang="0">
                              <a:pos x="connsiteX417" y="connsiteY417"/>
                            </a:cxn>
                            <a:cxn ang="0">
                              <a:pos x="connsiteX418" y="connsiteY418"/>
                            </a:cxn>
                            <a:cxn ang="0">
                              <a:pos x="connsiteX419" y="connsiteY419"/>
                            </a:cxn>
                            <a:cxn ang="0">
                              <a:pos x="connsiteX420" y="connsiteY420"/>
                            </a:cxn>
                            <a:cxn ang="0">
                              <a:pos x="connsiteX421" y="connsiteY421"/>
                            </a:cxn>
                            <a:cxn ang="0">
                              <a:pos x="connsiteX422" y="connsiteY422"/>
                            </a:cxn>
                            <a:cxn ang="0">
                              <a:pos x="connsiteX423" y="connsiteY423"/>
                            </a:cxn>
                            <a:cxn ang="0">
                              <a:pos x="connsiteX424" y="connsiteY424"/>
                            </a:cxn>
                            <a:cxn ang="0">
                              <a:pos x="connsiteX425" y="connsiteY425"/>
                            </a:cxn>
                            <a:cxn ang="0">
                              <a:pos x="connsiteX426" y="connsiteY426"/>
                            </a:cxn>
                            <a:cxn ang="0">
                              <a:pos x="connsiteX427" y="connsiteY427"/>
                            </a:cxn>
                            <a:cxn ang="0">
                              <a:pos x="connsiteX428" y="connsiteY428"/>
                            </a:cxn>
                            <a:cxn ang="0">
                              <a:pos x="connsiteX429" y="connsiteY429"/>
                            </a:cxn>
                            <a:cxn ang="0">
                              <a:pos x="connsiteX430" y="connsiteY430"/>
                            </a:cxn>
                            <a:cxn ang="0">
                              <a:pos x="connsiteX431" y="connsiteY431"/>
                            </a:cxn>
                            <a:cxn ang="0">
                              <a:pos x="connsiteX432" y="connsiteY432"/>
                            </a:cxn>
                            <a:cxn ang="0">
                              <a:pos x="connsiteX433" y="connsiteY433"/>
                            </a:cxn>
                            <a:cxn ang="0">
                              <a:pos x="connsiteX434" y="connsiteY434"/>
                            </a:cxn>
                            <a:cxn ang="0">
                              <a:pos x="connsiteX435" y="connsiteY435"/>
                            </a:cxn>
                            <a:cxn ang="0">
                              <a:pos x="connsiteX436" y="connsiteY436"/>
                            </a:cxn>
                            <a:cxn ang="0">
                              <a:pos x="connsiteX437" y="connsiteY437"/>
                            </a:cxn>
                            <a:cxn ang="0">
                              <a:pos x="connsiteX438" y="connsiteY438"/>
                            </a:cxn>
                            <a:cxn ang="0">
                              <a:pos x="connsiteX439" y="connsiteY439"/>
                            </a:cxn>
                            <a:cxn ang="0">
                              <a:pos x="connsiteX440" y="connsiteY440"/>
                            </a:cxn>
                            <a:cxn ang="0">
                              <a:pos x="connsiteX441" y="connsiteY441"/>
                            </a:cxn>
                            <a:cxn ang="0">
                              <a:pos x="connsiteX442" y="connsiteY442"/>
                            </a:cxn>
                            <a:cxn ang="0">
                              <a:pos x="connsiteX443" y="connsiteY443"/>
                            </a:cxn>
                            <a:cxn ang="0">
                              <a:pos x="connsiteX444" y="connsiteY444"/>
                            </a:cxn>
                            <a:cxn ang="0">
                              <a:pos x="connsiteX445" y="connsiteY445"/>
                            </a:cxn>
                            <a:cxn ang="0">
                              <a:pos x="connsiteX446" y="connsiteY446"/>
                            </a:cxn>
                            <a:cxn ang="0">
                              <a:pos x="connsiteX447" y="connsiteY447"/>
                            </a:cxn>
                            <a:cxn ang="0">
                              <a:pos x="connsiteX448" y="connsiteY448"/>
                            </a:cxn>
                            <a:cxn ang="0">
                              <a:pos x="connsiteX449" y="connsiteY449"/>
                            </a:cxn>
                            <a:cxn ang="0">
                              <a:pos x="connsiteX450" y="connsiteY450"/>
                            </a:cxn>
                            <a:cxn ang="0">
                              <a:pos x="connsiteX451" y="connsiteY451"/>
                            </a:cxn>
                            <a:cxn ang="0">
                              <a:pos x="connsiteX452" y="connsiteY452"/>
                            </a:cxn>
                            <a:cxn ang="0">
                              <a:pos x="connsiteX453" y="connsiteY453"/>
                            </a:cxn>
                            <a:cxn ang="0">
                              <a:pos x="connsiteX454" y="connsiteY454"/>
                            </a:cxn>
                            <a:cxn ang="0">
                              <a:pos x="connsiteX455" y="connsiteY455"/>
                            </a:cxn>
                            <a:cxn ang="0">
                              <a:pos x="connsiteX456" y="connsiteY456"/>
                            </a:cxn>
                            <a:cxn ang="0">
                              <a:pos x="connsiteX457" y="connsiteY457"/>
                            </a:cxn>
                            <a:cxn ang="0">
                              <a:pos x="connsiteX458" y="connsiteY458"/>
                            </a:cxn>
                            <a:cxn ang="0">
                              <a:pos x="connsiteX459" y="connsiteY459"/>
                            </a:cxn>
                            <a:cxn ang="0">
                              <a:pos x="connsiteX460" y="connsiteY460"/>
                            </a:cxn>
                            <a:cxn ang="0">
                              <a:pos x="connsiteX461" y="connsiteY461"/>
                            </a:cxn>
                            <a:cxn ang="0">
                              <a:pos x="connsiteX462" y="connsiteY462"/>
                            </a:cxn>
                            <a:cxn ang="0">
                              <a:pos x="connsiteX463" y="connsiteY463"/>
                            </a:cxn>
                            <a:cxn ang="0">
                              <a:pos x="connsiteX464" y="connsiteY464"/>
                            </a:cxn>
                            <a:cxn ang="0">
                              <a:pos x="connsiteX465" y="connsiteY465"/>
                            </a:cxn>
                            <a:cxn ang="0">
                              <a:pos x="connsiteX466" y="connsiteY466"/>
                            </a:cxn>
                            <a:cxn ang="0">
                              <a:pos x="connsiteX467" y="connsiteY467"/>
                            </a:cxn>
                            <a:cxn ang="0">
                              <a:pos x="connsiteX468" y="connsiteY468"/>
                            </a:cxn>
                            <a:cxn ang="0">
                              <a:pos x="connsiteX469" y="connsiteY469"/>
                            </a:cxn>
                            <a:cxn ang="0">
                              <a:pos x="connsiteX470" y="connsiteY470"/>
                            </a:cxn>
                            <a:cxn ang="0">
                              <a:pos x="connsiteX471" y="connsiteY471"/>
                            </a:cxn>
                            <a:cxn ang="0">
                              <a:pos x="connsiteX472" y="connsiteY472"/>
                            </a:cxn>
                            <a:cxn ang="0">
                              <a:pos x="connsiteX473" y="connsiteY473"/>
                            </a:cxn>
                            <a:cxn ang="0">
                              <a:pos x="connsiteX474" y="connsiteY474"/>
                            </a:cxn>
                            <a:cxn ang="0">
                              <a:pos x="connsiteX475" y="connsiteY475"/>
                            </a:cxn>
                            <a:cxn ang="0">
                              <a:pos x="connsiteX476" y="connsiteY476"/>
                            </a:cxn>
                            <a:cxn ang="0">
                              <a:pos x="connsiteX477" y="connsiteY477"/>
                            </a:cxn>
                            <a:cxn ang="0">
                              <a:pos x="connsiteX478" y="connsiteY478"/>
                            </a:cxn>
                            <a:cxn ang="0">
                              <a:pos x="connsiteX479" y="connsiteY479"/>
                            </a:cxn>
                            <a:cxn ang="0">
                              <a:pos x="connsiteX480" y="connsiteY480"/>
                            </a:cxn>
                            <a:cxn ang="0">
                              <a:pos x="connsiteX481" y="connsiteY481"/>
                            </a:cxn>
                            <a:cxn ang="0">
                              <a:pos x="connsiteX482" y="connsiteY482"/>
                            </a:cxn>
                            <a:cxn ang="0">
                              <a:pos x="connsiteX483" y="connsiteY483"/>
                            </a:cxn>
                            <a:cxn ang="0">
                              <a:pos x="connsiteX484" y="connsiteY484"/>
                            </a:cxn>
                          </a:cxnLst>
                          <a:rect l="l" t="t" r="r" b="b"/>
                          <a:pathLst>
                            <a:path w="932734" h="1064760">
                              <a:moveTo>
                                <a:pt x="932392" y="209442"/>
                              </a:moveTo>
                              <a:cubicBezTo>
                                <a:pt x="932392" y="208252"/>
                                <a:pt x="930013" y="203495"/>
                                <a:pt x="924065" y="201116"/>
                              </a:cubicBezTo>
                              <a:cubicBezTo>
                                <a:pt x="915739" y="197547"/>
                                <a:pt x="920497" y="199926"/>
                                <a:pt x="916929" y="191600"/>
                              </a:cubicBezTo>
                              <a:cubicBezTo>
                                <a:pt x="914550" y="186843"/>
                                <a:pt x="912171" y="185653"/>
                                <a:pt x="908603" y="179706"/>
                              </a:cubicBezTo>
                              <a:cubicBezTo>
                                <a:pt x="905034" y="174948"/>
                                <a:pt x="908603" y="172569"/>
                                <a:pt x="901466" y="169001"/>
                              </a:cubicBezTo>
                              <a:cubicBezTo>
                                <a:pt x="896708" y="166622"/>
                                <a:pt x="891951" y="167812"/>
                                <a:pt x="886004" y="167812"/>
                              </a:cubicBezTo>
                              <a:cubicBezTo>
                                <a:pt x="881246" y="167812"/>
                                <a:pt x="876488" y="169001"/>
                                <a:pt x="871730" y="166622"/>
                              </a:cubicBezTo>
                              <a:cubicBezTo>
                                <a:pt x="866973" y="165433"/>
                                <a:pt x="864594" y="160675"/>
                                <a:pt x="859836" y="160675"/>
                              </a:cubicBezTo>
                              <a:cubicBezTo>
                                <a:pt x="858647" y="158296"/>
                                <a:pt x="857457" y="154728"/>
                                <a:pt x="857457" y="152349"/>
                              </a:cubicBezTo>
                              <a:cubicBezTo>
                                <a:pt x="851510" y="152349"/>
                                <a:pt x="850320" y="152349"/>
                                <a:pt x="846752" y="149970"/>
                              </a:cubicBezTo>
                              <a:cubicBezTo>
                                <a:pt x="844373" y="147591"/>
                                <a:pt x="843184" y="145212"/>
                                <a:pt x="839616" y="144023"/>
                              </a:cubicBezTo>
                              <a:cubicBezTo>
                                <a:pt x="833668" y="141644"/>
                                <a:pt x="821774" y="141644"/>
                                <a:pt x="822964" y="133318"/>
                              </a:cubicBezTo>
                              <a:cubicBezTo>
                                <a:pt x="814637" y="134507"/>
                                <a:pt x="813448" y="124992"/>
                                <a:pt x="807501" y="122613"/>
                              </a:cubicBezTo>
                              <a:cubicBezTo>
                                <a:pt x="801554" y="121424"/>
                                <a:pt x="794417" y="127371"/>
                                <a:pt x="788470" y="128560"/>
                              </a:cubicBezTo>
                              <a:cubicBezTo>
                                <a:pt x="793228" y="122613"/>
                                <a:pt x="803932" y="114287"/>
                                <a:pt x="802743" y="107150"/>
                              </a:cubicBezTo>
                              <a:cubicBezTo>
                                <a:pt x="795606" y="104771"/>
                                <a:pt x="789659" y="103582"/>
                                <a:pt x="780144" y="103582"/>
                              </a:cubicBezTo>
                              <a:cubicBezTo>
                                <a:pt x="773007" y="103582"/>
                                <a:pt x="765871" y="109529"/>
                                <a:pt x="758734" y="109529"/>
                              </a:cubicBezTo>
                              <a:cubicBezTo>
                                <a:pt x="758734" y="110719"/>
                                <a:pt x="758734" y="111908"/>
                                <a:pt x="758734" y="113098"/>
                              </a:cubicBezTo>
                              <a:cubicBezTo>
                                <a:pt x="758734" y="111908"/>
                                <a:pt x="758734" y="110719"/>
                                <a:pt x="758734" y="109529"/>
                              </a:cubicBezTo>
                              <a:cubicBezTo>
                                <a:pt x="758734" y="109529"/>
                                <a:pt x="758734" y="109529"/>
                                <a:pt x="758734" y="109529"/>
                              </a:cubicBezTo>
                              <a:cubicBezTo>
                                <a:pt x="759923" y="100014"/>
                                <a:pt x="761113" y="92877"/>
                                <a:pt x="750408" y="89309"/>
                              </a:cubicBezTo>
                              <a:cubicBezTo>
                                <a:pt x="752787" y="88119"/>
                                <a:pt x="753976" y="86930"/>
                                <a:pt x="757545" y="88119"/>
                              </a:cubicBezTo>
                              <a:cubicBezTo>
                                <a:pt x="755166" y="82172"/>
                                <a:pt x="744461" y="83362"/>
                                <a:pt x="743271" y="76225"/>
                              </a:cubicBezTo>
                              <a:cubicBezTo>
                                <a:pt x="742082" y="66710"/>
                                <a:pt x="758734" y="73846"/>
                                <a:pt x="756355" y="61952"/>
                              </a:cubicBezTo>
                              <a:cubicBezTo>
                                <a:pt x="755166" y="56005"/>
                                <a:pt x="744461" y="53626"/>
                                <a:pt x="739703" y="51247"/>
                              </a:cubicBezTo>
                              <a:cubicBezTo>
                                <a:pt x="730188" y="47679"/>
                                <a:pt x="724240" y="51247"/>
                                <a:pt x="714725" y="50057"/>
                              </a:cubicBezTo>
                              <a:cubicBezTo>
                                <a:pt x="714725" y="40542"/>
                                <a:pt x="724240" y="34595"/>
                                <a:pt x="723051" y="23890"/>
                              </a:cubicBezTo>
                              <a:cubicBezTo>
                                <a:pt x="720672" y="23890"/>
                                <a:pt x="706399" y="33405"/>
                                <a:pt x="704020" y="34595"/>
                              </a:cubicBezTo>
                              <a:cubicBezTo>
                                <a:pt x="702831" y="35784"/>
                                <a:pt x="705209" y="38163"/>
                                <a:pt x="702831" y="40542"/>
                              </a:cubicBezTo>
                              <a:cubicBezTo>
                                <a:pt x="701641" y="41731"/>
                                <a:pt x="699262" y="42921"/>
                                <a:pt x="699262" y="44110"/>
                              </a:cubicBezTo>
                              <a:cubicBezTo>
                                <a:pt x="696883" y="46489"/>
                                <a:pt x="693315" y="48868"/>
                                <a:pt x="690936" y="52436"/>
                              </a:cubicBezTo>
                              <a:cubicBezTo>
                                <a:pt x="688557" y="50057"/>
                                <a:pt x="688557" y="47679"/>
                                <a:pt x="688557" y="44110"/>
                              </a:cubicBezTo>
                              <a:cubicBezTo>
                                <a:pt x="687368" y="45300"/>
                                <a:pt x="684989" y="45300"/>
                                <a:pt x="683800" y="46489"/>
                              </a:cubicBezTo>
                              <a:cubicBezTo>
                                <a:pt x="683800" y="39353"/>
                                <a:pt x="671905" y="31027"/>
                                <a:pt x="683800" y="27458"/>
                              </a:cubicBezTo>
                              <a:cubicBezTo>
                                <a:pt x="688557" y="33405"/>
                                <a:pt x="705209" y="28648"/>
                                <a:pt x="708778" y="21511"/>
                              </a:cubicBezTo>
                              <a:cubicBezTo>
                                <a:pt x="713535" y="11996"/>
                                <a:pt x="698073" y="10806"/>
                                <a:pt x="706399" y="101"/>
                              </a:cubicBezTo>
                              <a:cubicBezTo>
                                <a:pt x="692126" y="-1088"/>
                                <a:pt x="679042" y="8427"/>
                                <a:pt x="668337" y="16753"/>
                              </a:cubicBezTo>
                              <a:cubicBezTo>
                                <a:pt x="662390" y="21511"/>
                                <a:pt x="655253" y="21511"/>
                                <a:pt x="648117" y="20322"/>
                              </a:cubicBezTo>
                              <a:cubicBezTo>
                                <a:pt x="644548" y="19132"/>
                                <a:pt x="640980" y="17943"/>
                                <a:pt x="637412" y="16753"/>
                              </a:cubicBezTo>
                              <a:cubicBezTo>
                                <a:pt x="633843" y="15564"/>
                                <a:pt x="630275" y="16753"/>
                                <a:pt x="627896" y="15564"/>
                              </a:cubicBezTo>
                              <a:cubicBezTo>
                                <a:pt x="627896" y="15564"/>
                                <a:pt x="627896" y="16753"/>
                                <a:pt x="627896" y="16753"/>
                              </a:cubicBezTo>
                              <a:cubicBezTo>
                                <a:pt x="626707" y="16753"/>
                                <a:pt x="625517" y="16753"/>
                                <a:pt x="624328" y="16753"/>
                              </a:cubicBezTo>
                              <a:cubicBezTo>
                                <a:pt x="623138" y="13185"/>
                                <a:pt x="625517" y="9617"/>
                                <a:pt x="626707" y="7238"/>
                              </a:cubicBezTo>
                              <a:cubicBezTo>
                                <a:pt x="624328" y="7238"/>
                                <a:pt x="623138" y="7238"/>
                                <a:pt x="621949" y="8427"/>
                              </a:cubicBezTo>
                              <a:cubicBezTo>
                                <a:pt x="623138" y="8427"/>
                                <a:pt x="624328" y="8427"/>
                                <a:pt x="625517" y="8427"/>
                              </a:cubicBezTo>
                              <a:cubicBezTo>
                                <a:pt x="624328" y="8427"/>
                                <a:pt x="623138" y="9617"/>
                                <a:pt x="620760" y="9617"/>
                              </a:cubicBezTo>
                              <a:cubicBezTo>
                                <a:pt x="617191" y="16753"/>
                                <a:pt x="610055" y="10806"/>
                                <a:pt x="605297" y="14374"/>
                              </a:cubicBezTo>
                              <a:cubicBezTo>
                                <a:pt x="601729" y="16753"/>
                                <a:pt x="601729" y="27458"/>
                                <a:pt x="606486" y="29837"/>
                              </a:cubicBezTo>
                              <a:cubicBezTo>
                                <a:pt x="606486" y="33405"/>
                                <a:pt x="595781" y="34595"/>
                                <a:pt x="592213" y="38163"/>
                              </a:cubicBezTo>
                              <a:cubicBezTo>
                                <a:pt x="588645" y="42921"/>
                                <a:pt x="588645" y="52436"/>
                                <a:pt x="583887" y="54815"/>
                              </a:cubicBezTo>
                              <a:cubicBezTo>
                                <a:pt x="583887" y="58384"/>
                                <a:pt x="582698" y="58384"/>
                                <a:pt x="580319" y="60762"/>
                              </a:cubicBezTo>
                              <a:cubicBezTo>
                                <a:pt x="577940" y="51247"/>
                                <a:pt x="580319" y="42921"/>
                                <a:pt x="585077" y="34595"/>
                              </a:cubicBezTo>
                              <a:cubicBezTo>
                                <a:pt x="577940" y="35784"/>
                                <a:pt x="571993" y="36974"/>
                                <a:pt x="564856" y="35784"/>
                              </a:cubicBezTo>
                              <a:cubicBezTo>
                                <a:pt x="562477" y="29837"/>
                                <a:pt x="556530" y="26269"/>
                                <a:pt x="549393" y="28648"/>
                              </a:cubicBezTo>
                              <a:cubicBezTo>
                                <a:pt x="551772" y="32216"/>
                                <a:pt x="556530" y="34595"/>
                                <a:pt x="557719" y="39353"/>
                              </a:cubicBezTo>
                              <a:cubicBezTo>
                                <a:pt x="550583" y="39353"/>
                                <a:pt x="532741" y="34595"/>
                                <a:pt x="532741" y="44110"/>
                              </a:cubicBezTo>
                              <a:cubicBezTo>
                                <a:pt x="524415" y="51247"/>
                                <a:pt x="512521" y="58384"/>
                                <a:pt x="503005" y="64331"/>
                              </a:cubicBezTo>
                              <a:cubicBezTo>
                                <a:pt x="492301" y="70278"/>
                                <a:pt x="485164" y="77415"/>
                                <a:pt x="476838" y="85741"/>
                              </a:cubicBezTo>
                              <a:cubicBezTo>
                                <a:pt x="466133" y="95256"/>
                                <a:pt x="454239" y="97635"/>
                                <a:pt x="442344" y="102393"/>
                              </a:cubicBezTo>
                              <a:cubicBezTo>
                                <a:pt x="436397" y="104771"/>
                                <a:pt x="429260" y="107150"/>
                                <a:pt x="422124" y="105961"/>
                              </a:cubicBezTo>
                              <a:cubicBezTo>
                                <a:pt x="413798" y="104771"/>
                                <a:pt x="412608" y="101203"/>
                                <a:pt x="407851" y="95256"/>
                              </a:cubicBezTo>
                              <a:cubicBezTo>
                                <a:pt x="400714" y="86930"/>
                                <a:pt x="394767" y="90498"/>
                                <a:pt x="387630" y="97635"/>
                              </a:cubicBezTo>
                              <a:cubicBezTo>
                                <a:pt x="382873" y="102393"/>
                                <a:pt x="372168" y="111908"/>
                                <a:pt x="370978" y="117855"/>
                              </a:cubicBezTo>
                              <a:cubicBezTo>
                                <a:pt x="370978" y="117855"/>
                                <a:pt x="369789" y="117855"/>
                                <a:pt x="369789" y="117855"/>
                              </a:cubicBezTo>
                              <a:cubicBezTo>
                                <a:pt x="368599" y="122613"/>
                                <a:pt x="365031" y="126181"/>
                                <a:pt x="360273" y="124992"/>
                              </a:cubicBezTo>
                              <a:cubicBezTo>
                                <a:pt x="360273" y="135697"/>
                                <a:pt x="367410" y="147591"/>
                                <a:pt x="370978" y="158296"/>
                              </a:cubicBezTo>
                              <a:cubicBezTo>
                                <a:pt x="374546" y="169001"/>
                                <a:pt x="376925" y="183274"/>
                                <a:pt x="376925" y="193979"/>
                              </a:cubicBezTo>
                              <a:cubicBezTo>
                                <a:pt x="376925" y="199926"/>
                                <a:pt x="375736" y="207063"/>
                                <a:pt x="373357" y="211821"/>
                              </a:cubicBezTo>
                              <a:cubicBezTo>
                                <a:pt x="370978" y="216578"/>
                                <a:pt x="365031" y="218957"/>
                                <a:pt x="367410" y="226094"/>
                              </a:cubicBezTo>
                              <a:cubicBezTo>
                                <a:pt x="367410" y="227283"/>
                                <a:pt x="376925" y="236799"/>
                                <a:pt x="378115" y="236799"/>
                              </a:cubicBezTo>
                              <a:cubicBezTo>
                                <a:pt x="382873" y="239178"/>
                                <a:pt x="390009" y="234420"/>
                                <a:pt x="394767" y="234420"/>
                              </a:cubicBezTo>
                              <a:cubicBezTo>
                                <a:pt x="394767" y="236799"/>
                                <a:pt x="393577" y="240367"/>
                                <a:pt x="393577" y="242746"/>
                              </a:cubicBezTo>
                              <a:cubicBezTo>
                                <a:pt x="393577" y="243935"/>
                                <a:pt x="398335" y="248693"/>
                                <a:pt x="398335" y="248693"/>
                              </a:cubicBezTo>
                              <a:cubicBezTo>
                                <a:pt x="393577" y="248693"/>
                                <a:pt x="392388" y="255830"/>
                                <a:pt x="391199" y="260588"/>
                              </a:cubicBezTo>
                              <a:cubicBezTo>
                                <a:pt x="385251" y="281997"/>
                                <a:pt x="400714" y="272482"/>
                                <a:pt x="411419" y="278429"/>
                              </a:cubicBezTo>
                              <a:cubicBezTo>
                                <a:pt x="414987" y="280808"/>
                                <a:pt x="428071" y="276050"/>
                                <a:pt x="428071" y="281997"/>
                              </a:cubicBezTo>
                              <a:cubicBezTo>
                                <a:pt x="428071" y="283187"/>
                                <a:pt x="420934" y="296271"/>
                                <a:pt x="419745" y="297460"/>
                              </a:cubicBezTo>
                              <a:cubicBezTo>
                                <a:pt x="414987" y="298649"/>
                                <a:pt x="414987" y="290323"/>
                                <a:pt x="411419" y="287945"/>
                              </a:cubicBezTo>
                              <a:cubicBezTo>
                                <a:pt x="406661" y="283187"/>
                                <a:pt x="400714" y="291513"/>
                                <a:pt x="393577" y="287945"/>
                              </a:cubicBezTo>
                              <a:cubicBezTo>
                                <a:pt x="388820" y="285566"/>
                                <a:pt x="385251" y="283187"/>
                                <a:pt x="380494" y="277240"/>
                              </a:cubicBezTo>
                              <a:cubicBezTo>
                                <a:pt x="376925" y="272482"/>
                                <a:pt x="381683" y="264156"/>
                                <a:pt x="382873" y="259398"/>
                              </a:cubicBezTo>
                              <a:cubicBezTo>
                                <a:pt x="382873" y="257019"/>
                                <a:pt x="387630" y="239178"/>
                                <a:pt x="380494" y="249883"/>
                              </a:cubicBezTo>
                              <a:cubicBezTo>
                                <a:pt x="378115" y="253451"/>
                                <a:pt x="379304" y="264156"/>
                                <a:pt x="378115" y="268914"/>
                              </a:cubicBezTo>
                              <a:cubicBezTo>
                                <a:pt x="376925" y="274861"/>
                                <a:pt x="368599" y="281997"/>
                                <a:pt x="373357" y="285566"/>
                              </a:cubicBezTo>
                              <a:cubicBezTo>
                                <a:pt x="378115" y="290323"/>
                                <a:pt x="385251" y="280808"/>
                                <a:pt x="388820" y="290323"/>
                              </a:cubicBezTo>
                              <a:cubicBezTo>
                                <a:pt x="390009" y="295081"/>
                                <a:pt x="385251" y="310544"/>
                                <a:pt x="380494" y="304597"/>
                              </a:cubicBezTo>
                              <a:cubicBezTo>
                                <a:pt x="376925" y="299839"/>
                                <a:pt x="385251" y="297460"/>
                                <a:pt x="380494" y="293892"/>
                              </a:cubicBezTo>
                              <a:cubicBezTo>
                                <a:pt x="374546" y="290323"/>
                                <a:pt x="374546" y="296271"/>
                                <a:pt x="372168" y="298649"/>
                              </a:cubicBezTo>
                              <a:cubicBezTo>
                                <a:pt x="362652" y="306975"/>
                                <a:pt x="355516" y="312923"/>
                                <a:pt x="347190" y="304597"/>
                              </a:cubicBezTo>
                              <a:cubicBezTo>
                                <a:pt x="346000" y="303407"/>
                                <a:pt x="348379" y="299839"/>
                                <a:pt x="348379" y="297460"/>
                              </a:cubicBezTo>
                              <a:cubicBezTo>
                                <a:pt x="346000" y="292702"/>
                                <a:pt x="334106" y="298649"/>
                                <a:pt x="331727" y="295081"/>
                              </a:cubicBezTo>
                              <a:cubicBezTo>
                                <a:pt x="331727" y="293892"/>
                                <a:pt x="334106" y="291513"/>
                                <a:pt x="332916" y="290323"/>
                              </a:cubicBezTo>
                              <a:cubicBezTo>
                                <a:pt x="330537" y="285566"/>
                                <a:pt x="322211" y="287945"/>
                                <a:pt x="323401" y="283187"/>
                              </a:cubicBezTo>
                              <a:cubicBezTo>
                                <a:pt x="324590" y="278429"/>
                                <a:pt x="331727" y="277240"/>
                                <a:pt x="334106" y="274861"/>
                              </a:cubicBezTo>
                              <a:cubicBezTo>
                                <a:pt x="343621" y="265345"/>
                                <a:pt x="334106" y="258209"/>
                                <a:pt x="324590" y="255830"/>
                              </a:cubicBezTo>
                              <a:cubicBezTo>
                                <a:pt x="317454" y="254640"/>
                                <a:pt x="316264" y="258209"/>
                                <a:pt x="312696" y="259398"/>
                              </a:cubicBezTo>
                              <a:cubicBezTo>
                                <a:pt x="305559" y="261777"/>
                                <a:pt x="303180" y="254640"/>
                                <a:pt x="296044" y="257019"/>
                              </a:cubicBezTo>
                              <a:cubicBezTo>
                                <a:pt x="288907" y="259398"/>
                                <a:pt x="293665" y="262966"/>
                                <a:pt x="290097" y="271292"/>
                              </a:cubicBezTo>
                              <a:cubicBezTo>
                                <a:pt x="287718" y="278429"/>
                                <a:pt x="277013" y="272482"/>
                                <a:pt x="269876" y="270103"/>
                              </a:cubicBezTo>
                              <a:cubicBezTo>
                                <a:pt x="261550" y="266535"/>
                                <a:pt x="261550" y="265345"/>
                                <a:pt x="254414" y="270103"/>
                              </a:cubicBezTo>
                              <a:cubicBezTo>
                                <a:pt x="250845" y="272482"/>
                                <a:pt x="250845" y="273671"/>
                                <a:pt x="247277" y="274861"/>
                              </a:cubicBezTo>
                              <a:cubicBezTo>
                                <a:pt x="243709" y="276050"/>
                                <a:pt x="241330" y="274861"/>
                                <a:pt x="237761" y="277240"/>
                              </a:cubicBezTo>
                              <a:cubicBezTo>
                                <a:pt x="231814" y="279618"/>
                                <a:pt x="227056" y="284376"/>
                                <a:pt x="221109" y="286755"/>
                              </a:cubicBezTo>
                              <a:cubicBezTo>
                                <a:pt x="216352" y="289134"/>
                                <a:pt x="206836" y="287945"/>
                                <a:pt x="211594" y="297460"/>
                              </a:cubicBezTo>
                              <a:cubicBezTo>
                                <a:pt x="212783" y="301028"/>
                                <a:pt x="216352" y="301028"/>
                                <a:pt x="218730" y="303407"/>
                              </a:cubicBezTo>
                              <a:cubicBezTo>
                                <a:pt x="221109" y="305786"/>
                                <a:pt x="219920" y="309354"/>
                                <a:pt x="223488" y="311733"/>
                              </a:cubicBezTo>
                              <a:cubicBezTo>
                                <a:pt x="227056" y="315302"/>
                                <a:pt x="233004" y="317680"/>
                                <a:pt x="236572" y="322438"/>
                              </a:cubicBezTo>
                              <a:cubicBezTo>
                                <a:pt x="240140" y="326006"/>
                                <a:pt x="248466" y="331954"/>
                                <a:pt x="249656" y="335522"/>
                              </a:cubicBezTo>
                              <a:cubicBezTo>
                                <a:pt x="249656" y="336711"/>
                                <a:pt x="253224" y="336711"/>
                                <a:pt x="252035" y="337901"/>
                              </a:cubicBezTo>
                              <a:cubicBezTo>
                                <a:pt x="248466" y="342658"/>
                                <a:pt x="241330" y="333143"/>
                                <a:pt x="237761" y="328385"/>
                              </a:cubicBezTo>
                              <a:cubicBezTo>
                                <a:pt x="235383" y="326006"/>
                                <a:pt x="228246" y="339090"/>
                                <a:pt x="223488" y="323628"/>
                              </a:cubicBezTo>
                              <a:cubicBezTo>
                                <a:pt x="223488" y="321249"/>
                                <a:pt x="217541" y="322438"/>
                                <a:pt x="216352" y="323628"/>
                              </a:cubicBezTo>
                              <a:cubicBezTo>
                                <a:pt x="215162" y="324817"/>
                                <a:pt x="213973" y="328385"/>
                                <a:pt x="213973" y="330764"/>
                              </a:cubicBezTo>
                              <a:cubicBezTo>
                                <a:pt x="213973" y="333143"/>
                                <a:pt x="216352" y="337901"/>
                                <a:pt x="216352" y="337901"/>
                              </a:cubicBezTo>
                              <a:cubicBezTo>
                                <a:pt x="215162" y="342658"/>
                                <a:pt x="209215" y="346227"/>
                                <a:pt x="208026" y="350985"/>
                              </a:cubicBezTo>
                              <a:cubicBezTo>
                                <a:pt x="203268" y="366447"/>
                                <a:pt x="212783" y="368826"/>
                                <a:pt x="221109" y="377152"/>
                              </a:cubicBezTo>
                              <a:cubicBezTo>
                                <a:pt x="225867" y="380720"/>
                                <a:pt x="225867" y="387857"/>
                                <a:pt x="233004" y="387857"/>
                              </a:cubicBezTo>
                              <a:cubicBezTo>
                                <a:pt x="237761" y="387857"/>
                                <a:pt x="242519" y="381910"/>
                                <a:pt x="248466" y="381910"/>
                              </a:cubicBezTo>
                              <a:cubicBezTo>
                                <a:pt x="253224" y="381910"/>
                                <a:pt x="260361" y="384289"/>
                                <a:pt x="265118" y="386668"/>
                              </a:cubicBezTo>
                              <a:cubicBezTo>
                                <a:pt x="266308" y="387857"/>
                                <a:pt x="269876" y="390236"/>
                                <a:pt x="271066" y="390236"/>
                              </a:cubicBezTo>
                              <a:cubicBezTo>
                                <a:pt x="273444" y="391425"/>
                                <a:pt x="273444" y="397373"/>
                                <a:pt x="275823" y="394994"/>
                              </a:cubicBezTo>
                              <a:cubicBezTo>
                                <a:pt x="278202" y="392615"/>
                                <a:pt x="279392" y="380720"/>
                                <a:pt x="284149" y="387857"/>
                              </a:cubicBezTo>
                              <a:cubicBezTo>
                                <a:pt x="287718" y="392615"/>
                                <a:pt x="277013" y="398562"/>
                                <a:pt x="281771" y="402130"/>
                              </a:cubicBezTo>
                              <a:cubicBezTo>
                                <a:pt x="285339" y="404509"/>
                                <a:pt x="286528" y="397373"/>
                                <a:pt x="288907" y="394994"/>
                              </a:cubicBezTo>
                              <a:cubicBezTo>
                                <a:pt x="292475" y="392615"/>
                                <a:pt x="297233" y="392615"/>
                                <a:pt x="300802" y="391425"/>
                              </a:cubicBezTo>
                              <a:cubicBezTo>
                                <a:pt x="309128" y="389046"/>
                                <a:pt x="315075" y="381910"/>
                                <a:pt x="322211" y="380720"/>
                              </a:cubicBezTo>
                              <a:cubicBezTo>
                                <a:pt x="323401" y="380720"/>
                                <a:pt x="325780" y="383099"/>
                                <a:pt x="328158" y="381910"/>
                              </a:cubicBezTo>
                              <a:cubicBezTo>
                                <a:pt x="330537" y="381910"/>
                                <a:pt x="330537" y="378342"/>
                                <a:pt x="332916" y="378342"/>
                              </a:cubicBezTo>
                              <a:cubicBezTo>
                                <a:pt x="336485" y="377152"/>
                                <a:pt x="342432" y="373584"/>
                                <a:pt x="342432" y="380720"/>
                              </a:cubicBezTo>
                              <a:cubicBezTo>
                                <a:pt x="342432" y="380720"/>
                                <a:pt x="337674" y="387857"/>
                                <a:pt x="337674" y="390236"/>
                              </a:cubicBezTo>
                              <a:cubicBezTo>
                                <a:pt x="336485" y="394994"/>
                                <a:pt x="341242" y="402130"/>
                                <a:pt x="334106" y="399751"/>
                              </a:cubicBezTo>
                              <a:cubicBezTo>
                                <a:pt x="329348" y="398562"/>
                                <a:pt x="326969" y="391425"/>
                                <a:pt x="322211" y="394994"/>
                              </a:cubicBezTo>
                              <a:cubicBezTo>
                                <a:pt x="309128" y="403320"/>
                                <a:pt x="329348" y="405699"/>
                                <a:pt x="319832" y="416404"/>
                              </a:cubicBezTo>
                              <a:cubicBezTo>
                                <a:pt x="315075" y="421161"/>
                                <a:pt x="313885" y="421161"/>
                                <a:pt x="311506" y="428298"/>
                              </a:cubicBezTo>
                              <a:cubicBezTo>
                                <a:pt x="310317" y="433056"/>
                                <a:pt x="310317" y="439003"/>
                                <a:pt x="309128" y="443760"/>
                              </a:cubicBezTo>
                              <a:cubicBezTo>
                                <a:pt x="306749" y="452087"/>
                                <a:pt x="303180" y="448518"/>
                                <a:pt x="297233" y="452087"/>
                              </a:cubicBezTo>
                              <a:cubicBezTo>
                                <a:pt x="293665" y="454465"/>
                                <a:pt x="292475" y="459223"/>
                                <a:pt x="287718" y="461602"/>
                              </a:cubicBezTo>
                              <a:cubicBezTo>
                                <a:pt x="277013" y="466360"/>
                                <a:pt x="263929" y="446139"/>
                                <a:pt x="254414" y="454465"/>
                              </a:cubicBezTo>
                              <a:cubicBezTo>
                                <a:pt x="248466" y="460413"/>
                                <a:pt x="242519" y="469928"/>
                                <a:pt x="234193" y="473496"/>
                              </a:cubicBezTo>
                              <a:cubicBezTo>
                                <a:pt x="228246" y="475875"/>
                                <a:pt x="222299" y="473496"/>
                                <a:pt x="216352" y="474686"/>
                              </a:cubicBezTo>
                              <a:cubicBezTo>
                                <a:pt x="210404" y="475875"/>
                                <a:pt x="204457" y="474686"/>
                                <a:pt x="200889" y="479444"/>
                              </a:cubicBezTo>
                              <a:cubicBezTo>
                                <a:pt x="197321" y="484201"/>
                                <a:pt x="199700" y="496096"/>
                                <a:pt x="192563" y="497285"/>
                              </a:cubicBezTo>
                              <a:cubicBezTo>
                                <a:pt x="186616" y="498475"/>
                                <a:pt x="179479" y="485391"/>
                                <a:pt x="174721" y="491338"/>
                              </a:cubicBezTo>
                              <a:cubicBezTo>
                                <a:pt x="172342" y="493717"/>
                                <a:pt x="178290" y="502043"/>
                                <a:pt x="173532" y="503232"/>
                              </a:cubicBezTo>
                              <a:cubicBezTo>
                                <a:pt x="169964" y="503232"/>
                                <a:pt x="168774" y="492527"/>
                                <a:pt x="165206" y="492527"/>
                              </a:cubicBezTo>
                              <a:cubicBezTo>
                                <a:pt x="162827" y="492527"/>
                                <a:pt x="160448" y="496096"/>
                                <a:pt x="160448" y="497285"/>
                              </a:cubicBezTo>
                              <a:cubicBezTo>
                                <a:pt x="156880" y="499664"/>
                                <a:pt x="156880" y="502043"/>
                                <a:pt x="155690" y="504422"/>
                              </a:cubicBezTo>
                              <a:cubicBezTo>
                                <a:pt x="154501" y="509179"/>
                                <a:pt x="149743" y="507990"/>
                                <a:pt x="146175" y="511558"/>
                              </a:cubicBezTo>
                              <a:cubicBezTo>
                                <a:pt x="142607" y="513937"/>
                                <a:pt x="141417" y="516316"/>
                                <a:pt x="139038" y="519884"/>
                              </a:cubicBezTo>
                              <a:cubicBezTo>
                                <a:pt x="133091" y="528210"/>
                                <a:pt x="123576" y="518695"/>
                                <a:pt x="120007" y="529400"/>
                              </a:cubicBezTo>
                              <a:cubicBezTo>
                                <a:pt x="118818" y="531779"/>
                                <a:pt x="127144" y="534158"/>
                                <a:pt x="125955" y="537726"/>
                              </a:cubicBezTo>
                              <a:cubicBezTo>
                                <a:pt x="123576" y="542484"/>
                                <a:pt x="120007" y="535347"/>
                                <a:pt x="117629" y="535347"/>
                              </a:cubicBezTo>
                              <a:cubicBezTo>
                                <a:pt x="109302" y="536536"/>
                                <a:pt x="109302" y="543673"/>
                                <a:pt x="111681" y="551999"/>
                              </a:cubicBezTo>
                              <a:cubicBezTo>
                                <a:pt x="112871" y="559136"/>
                                <a:pt x="110492" y="566272"/>
                                <a:pt x="112871" y="573409"/>
                              </a:cubicBezTo>
                              <a:cubicBezTo>
                                <a:pt x="112871" y="574598"/>
                                <a:pt x="115250" y="575788"/>
                                <a:pt x="115250" y="574598"/>
                              </a:cubicBezTo>
                              <a:cubicBezTo>
                                <a:pt x="116439" y="574598"/>
                                <a:pt x="115250" y="573409"/>
                                <a:pt x="116439" y="572220"/>
                              </a:cubicBezTo>
                              <a:cubicBezTo>
                                <a:pt x="116439" y="572220"/>
                                <a:pt x="118818" y="572220"/>
                                <a:pt x="118818" y="572220"/>
                              </a:cubicBezTo>
                              <a:cubicBezTo>
                                <a:pt x="117629" y="575788"/>
                                <a:pt x="116439" y="581735"/>
                                <a:pt x="120007" y="585303"/>
                              </a:cubicBezTo>
                              <a:cubicBezTo>
                                <a:pt x="122386" y="587682"/>
                                <a:pt x="124765" y="584114"/>
                                <a:pt x="127144" y="585303"/>
                              </a:cubicBezTo>
                              <a:cubicBezTo>
                                <a:pt x="129523" y="585303"/>
                                <a:pt x="129523" y="586493"/>
                                <a:pt x="133091" y="588872"/>
                              </a:cubicBezTo>
                              <a:cubicBezTo>
                                <a:pt x="142607" y="594819"/>
                                <a:pt x="143796" y="587682"/>
                                <a:pt x="147364" y="584114"/>
                              </a:cubicBezTo>
                              <a:cubicBezTo>
                                <a:pt x="148554" y="582924"/>
                                <a:pt x="150933" y="578167"/>
                                <a:pt x="153312" y="576977"/>
                              </a:cubicBezTo>
                              <a:cubicBezTo>
                                <a:pt x="155690" y="575788"/>
                                <a:pt x="165206" y="573409"/>
                                <a:pt x="166395" y="576977"/>
                              </a:cubicBezTo>
                              <a:cubicBezTo>
                                <a:pt x="167585" y="581735"/>
                                <a:pt x="159259" y="581735"/>
                                <a:pt x="156880" y="585303"/>
                              </a:cubicBezTo>
                              <a:cubicBezTo>
                                <a:pt x="154501" y="588872"/>
                                <a:pt x="150933" y="591251"/>
                                <a:pt x="147364" y="594819"/>
                              </a:cubicBezTo>
                              <a:cubicBezTo>
                                <a:pt x="146175" y="596008"/>
                                <a:pt x="146175" y="598387"/>
                                <a:pt x="147364" y="598387"/>
                              </a:cubicBezTo>
                              <a:cubicBezTo>
                                <a:pt x="148554" y="599577"/>
                                <a:pt x="149743" y="599577"/>
                                <a:pt x="150933" y="599577"/>
                              </a:cubicBezTo>
                              <a:cubicBezTo>
                                <a:pt x="159259" y="607903"/>
                                <a:pt x="141417" y="599577"/>
                                <a:pt x="139038" y="598387"/>
                              </a:cubicBezTo>
                              <a:cubicBezTo>
                                <a:pt x="135470" y="596008"/>
                                <a:pt x="124765" y="587682"/>
                                <a:pt x="121197" y="591251"/>
                              </a:cubicBezTo>
                              <a:cubicBezTo>
                                <a:pt x="115250" y="598387"/>
                                <a:pt x="109302" y="593629"/>
                                <a:pt x="105734" y="598387"/>
                              </a:cubicBezTo>
                              <a:cubicBezTo>
                                <a:pt x="103355" y="601955"/>
                                <a:pt x="110492" y="604334"/>
                                <a:pt x="109302" y="607903"/>
                              </a:cubicBezTo>
                              <a:cubicBezTo>
                                <a:pt x="108113" y="611471"/>
                                <a:pt x="104545" y="618607"/>
                                <a:pt x="106924" y="622176"/>
                              </a:cubicBezTo>
                              <a:cubicBezTo>
                                <a:pt x="110492" y="626934"/>
                                <a:pt x="112871" y="638828"/>
                                <a:pt x="110492" y="645964"/>
                              </a:cubicBezTo>
                              <a:cubicBezTo>
                                <a:pt x="108113" y="650722"/>
                                <a:pt x="128333" y="656669"/>
                                <a:pt x="134281" y="655480"/>
                              </a:cubicBezTo>
                              <a:cubicBezTo>
                                <a:pt x="139038" y="655480"/>
                                <a:pt x="141417" y="653101"/>
                                <a:pt x="146175" y="651912"/>
                              </a:cubicBezTo>
                              <a:cubicBezTo>
                                <a:pt x="152122" y="650722"/>
                                <a:pt x="153312" y="650722"/>
                                <a:pt x="156880" y="645964"/>
                              </a:cubicBezTo>
                              <a:cubicBezTo>
                                <a:pt x="161638" y="637638"/>
                                <a:pt x="153312" y="634070"/>
                                <a:pt x="162827" y="628123"/>
                              </a:cubicBezTo>
                              <a:cubicBezTo>
                                <a:pt x="169964" y="623365"/>
                                <a:pt x="186616" y="611471"/>
                                <a:pt x="185426" y="616229"/>
                              </a:cubicBezTo>
                              <a:cubicBezTo>
                                <a:pt x="184237" y="620986"/>
                                <a:pt x="174721" y="622176"/>
                                <a:pt x="171153" y="626934"/>
                              </a:cubicBezTo>
                              <a:cubicBezTo>
                                <a:pt x="168774" y="629312"/>
                                <a:pt x="161638" y="634070"/>
                                <a:pt x="166395" y="641207"/>
                              </a:cubicBezTo>
                              <a:cubicBezTo>
                                <a:pt x="169964" y="645964"/>
                                <a:pt x="159259" y="651912"/>
                                <a:pt x="156880" y="657859"/>
                              </a:cubicBezTo>
                              <a:cubicBezTo>
                                <a:pt x="154501" y="664995"/>
                                <a:pt x="160448" y="675700"/>
                                <a:pt x="155690" y="681647"/>
                              </a:cubicBezTo>
                              <a:cubicBezTo>
                                <a:pt x="153312" y="684026"/>
                                <a:pt x="150933" y="685216"/>
                                <a:pt x="147364" y="687595"/>
                              </a:cubicBezTo>
                              <a:cubicBezTo>
                                <a:pt x="143796" y="689973"/>
                                <a:pt x="140228" y="691163"/>
                                <a:pt x="139038" y="694731"/>
                              </a:cubicBezTo>
                              <a:cubicBezTo>
                                <a:pt x="137849" y="698300"/>
                                <a:pt x="140228" y="704247"/>
                                <a:pt x="142607" y="705436"/>
                              </a:cubicBezTo>
                              <a:cubicBezTo>
                                <a:pt x="144986" y="707815"/>
                                <a:pt x="149743" y="701868"/>
                                <a:pt x="152122" y="704247"/>
                              </a:cubicBezTo>
                              <a:cubicBezTo>
                                <a:pt x="156880" y="709005"/>
                                <a:pt x="146175" y="706626"/>
                                <a:pt x="143796" y="709005"/>
                              </a:cubicBezTo>
                              <a:cubicBezTo>
                                <a:pt x="141417" y="711383"/>
                                <a:pt x="143796" y="718520"/>
                                <a:pt x="142607" y="720899"/>
                              </a:cubicBezTo>
                              <a:cubicBezTo>
                                <a:pt x="139038" y="724467"/>
                                <a:pt x="134281" y="722088"/>
                                <a:pt x="128333" y="725657"/>
                              </a:cubicBezTo>
                              <a:cubicBezTo>
                                <a:pt x="123576" y="728036"/>
                                <a:pt x="131902" y="731604"/>
                                <a:pt x="135470" y="733983"/>
                              </a:cubicBezTo>
                              <a:cubicBezTo>
                                <a:pt x="140228" y="736362"/>
                                <a:pt x="144986" y="723278"/>
                                <a:pt x="152122" y="720899"/>
                              </a:cubicBezTo>
                              <a:cubicBezTo>
                                <a:pt x="156880" y="719709"/>
                                <a:pt x="159259" y="720899"/>
                                <a:pt x="162827" y="719709"/>
                              </a:cubicBezTo>
                              <a:cubicBezTo>
                                <a:pt x="165206" y="718520"/>
                                <a:pt x="171153" y="713762"/>
                                <a:pt x="172342" y="714952"/>
                              </a:cubicBezTo>
                              <a:cubicBezTo>
                                <a:pt x="174721" y="717331"/>
                                <a:pt x="166395" y="719709"/>
                                <a:pt x="167585" y="722088"/>
                              </a:cubicBezTo>
                              <a:cubicBezTo>
                                <a:pt x="171153" y="726846"/>
                                <a:pt x="167585" y="731604"/>
                                <a:pt x="172342" y="732793"/>
                              </a:cubicBezTo>
                              <a:cubicBezTo>
                                <a:pt x="177100" y="733983"/>
                                <a:pt x="177100" y="720899"/>
                                <a:pt x="181858" y="728036"/>
                              </a:cubicBezTo>
                              <a:cubicBezTo>
                                <a:pt x="184237" y="731604"/>
                                <a:pt x="185426" y="737551"/>
                                <a:pt x="185426" y="742309"/>
                              </a:cubicBezTo>
                              <a:cubicBezTo>
                                <a:pt x="186616" y="745877"/>
                                <a:pt x="183047" y="756582"/>
                                <a:pt x="187805" y="756582"/>
                              </a:cubicBezTo>
                              <a:cubicBezTo>
                                <a:pt x="192563" y="756582"/>
                                <a:pt x="190184" y="750635"/>
                                <a:pt x="191373" y="745877"/>
                              </a:cubicBezTo>
                              <a:cubicBezTo>
                                <a:pt x="192563" y="742309"/>
                                <a:pt x="196131" y="739930"/>
                                <a:pt x="198510" y="735172"/>
                              </a:cubicBezTo>
                              <a:cubicBezTo>
                                <a:pt x="200889" y="730414"/>
                                <a:pt x="199700" y="729225"/>
                                <a:pt x="204457" y="726846"/>
                              </a:cubicBezTo>
                              <a:cubicBezTo>
                                <a:pt x="205647" y="725657"/>
                                <a:pt x="208026" y="726846"/>
                                <a:pt x="210404" y="726846"/>
                              </a:cubicBezTo>
                              <a:cubicBezTo>
                                <a:pt x="210404" y="726846"/>
                                <a:pt x="211594" y="725657"/>
                                <a:pt x="211594" y="725657"/>
                              </a:cubicBezTo>
                              <a:cubicBezTo>
                                <a:pt x="212783" y="724467"/>
                                <a:pt x="217541" y="723278"/>
                                <a:pt x="217541" y="724467"/>
                              </a:cubicBezTo>
                              <a:cubicBezTo>
                                <a:pt x="217541" y="726846"/>
                                <a:pt x="213973" y="726846"/>
                                <a:pt x="210404" y="725657"/>
                              </a:cubicBezTo>
                              <a:cubicBezTo>
                                <a:pt x="205647" y="728036"/>
                                <a:pt x="203268" y="731604"/>
                                <a:pt x="205647" y="737551"/>
                              </a:cubicBezTo>
                              <a:cubicBezTo>
                                <a:pt x="208026" y="745877"/>
                                <a:pt x="211594" y="743498"/>
                                <a:pt x="217541" y="742309"/>
                              </a:cubicBezTo>
                              <a:cubicBezTo>
                                <a:pt x="228246" y="739930"/>
                                <a:pt x="243709" y="722088"/>
                                <a:pt x="248466" y="731604"/>
                              </a:cubicBezTo>
                              <a:cubicBezTo>
                                <a:pt x="250845" y="736362"/>
                                <a:pt x="241330" y="738740"/>
                                <a:pt x="237761" y="742309"/>
                              </a:cubicBezTo>
                              <a:cubicBezTo>
                                <a:pt x="234193" y="747066"/>
                                <a:pt x="229435" y="748256"/>
                                <a:pt x="224678" y="750635"/>
                              </a:cubicBezTo>
                              <a:cubicBezTo>
                                <a:pt x="212783" y="757771"/>
                                <a:pt x="222299" y="764908"/>
                                <a:pt x="215162" y="777992"/>
                              </a:cubicBezTo>
                              <a:cubicBezTo>
                                <a:pt x="213973" y="781560"/>
                                <a:pt x="206836" y="775613"/>
                                <a:pt x="204457" y="777992"/>
                              </a:cubicBezTo>
                              <a:cubicBezTo>
                                <a:pt x="197321" y="783939"/>
                                <a:pt x="190184" y="793454"/>
                                <a:pt x="190184" y="802970"/>
                              </a:cubicBezTo>
                              <a:cubicBezTo>
                                <a:pt x="190184" y="805349"/>
                                <a:pt x="192563" y="807728"/>
                                <a:pt x="191373" y="810107"/>
                              </a:cubicBezTo>
                              <a:cubicBezTo>
                                <a:pt x="188995" y="812485"/>
                                <a:pt x="187805" y="810107"/>
                                <a:pt x="184237" y="807728"/>
                              </a:cubicBezTo>
                              <a:cubicBezTo>
                                <a:pt x="179479" y="804159"/>
                                <a:pt x="177100" y="810107"/>
                                <a:pt x="173532" y="814864"/>
                              </a:cubicBezTo>
                              <a:cubicBezTo>
                                <a:pt x="172342" y="816054"/>
                                <a:pt x="174721" y="817243"/>
                                <a:pt x="174721" y="819622"/>
                              </a:cubicBezTo>
                              <a:cubicBezTo>
                                <a:pt x="173532" y="824380"/>
                                <a:pt x="168774" y="818433"/>
                                <a:pt x="165206" y="820811"/>
                              </a:cubicBezTo>
                              <a:cubicBezTo>
                                <a:pt x="162827" y="822001"/>
                                <a:pt x="160448" y="825569"/>
                                <a:pt x="158069" y="827948"/>
                              </a:cubicBezTo>
                              <a:cubicBezTo>
                                <a:pt x="155690" y="830327"/>
                                <a:pt x="154501" y="831516"/>
                                <a:pt x="152122" y="833895"/>
                              </a:cubicBezTo>
                              <a:cubicBezTo>
                                <a:pt x="149743" y="836274"/>
                                <a:pt x="149743" y="843411"/>
                                <a:pt x="146175" y="839842"/>
                              </a:cubicBezTo>
                              <a:cubicBezTo>
                                <a:pt x="135470" y="829138"/>
                                <a:pt x="127144" y="846979"/>
                                <a:pt x="123576" y="848168"/>
                              </a:cubicBezTo>
                              <a:cubicBezTo>
                                <a:pt x="121197" y="849358"/>
                                <a:pt x="117629" y="848168"/>
                                <a:pt x="115250" y="848168"/>
                              </a:cubicBezTo>
                              <a:cubicBezTo>
                                <a:pt x="112871" y="849358"/>
                                <a:pt x="111681" y="850547"/>
                                <a:pt x="109302" y="852926"/>
                              </a:cubicBezTo>
                              <a:cubicBezTo>
                                <a:pt x="105734" y="855305"/>
                                <a:pt x="100976" y="857684"/>
                                <a:pt x="97408" y="860063"/>
                              </a:cubicBezTo>
                              <a:cubicBezTo>
                                <a:pt x="90272" y="864821"/>
                                <a:pt x="89082" y="863631"/>
                                <a:pt x="89082" y="867199"/>
                              </a:cubicBezTo>
                              <a:cubicBezTo>
                                <a:pt x="86703" y="873147"/>
                                <a:pt x="90272" y="877904"/>
                                <a:pt x="87893" y="883851"/>
                              </a:cubicBezTo>
                              <a:cubicBezTo>
                                <a:pt x="87893" y="885041"/>
                                <a:pt x="85514" y="885041"/>
                                <a:pt x="84324" y="885041"/>
                              </a:cubicBezTo>
                              <a:cubicBezTo>
                                <a:pt x="83135" y="883851"/>
                                <a:pt x="83135" y="881473"/>
                                <a:pt x="81945" y="881473"/>
                              </a:cubicBezTo>
                              <a:cubicBezTo>
                                <a:pt x="79567" y="881473"/>
                                <a:pt x="81945" y="885041"/>
                                <a:pt x="79567" y="887420"/>
                              </a:cubicBezTo>
                              <a:cubicBezTo>
                                <a:pt x="74809" y="894556"/>
                                <a:pt x="77188" y="876715"/>
                                <a:pt x="72430" y="874336"/>
                              </a:cubicBezTo>
                              <a:cubicBezTo>
                                <a:pt x="70051" y="873147"/>
                                <a:pt x="55778" y="874336"/>
                                <a:pt x="52210" y="875525"/>
                              </a:cubicBezTo>
                              <a:cubicBezTo>
                                <a:pt x="47452" y="876715"/>
                                <a:pt x="42694" y="882662"/>
                                <a:pt x="37936" y="885041"/>
                              </a:cubicBezTo>
                              <a:cubicBezTo>
                                <a:pt x="35557" y="886230"/>
                                <a:pt x="31989" y="887420"/>
                                <a:pt x="30800" y="889799"/>
                              </a:cubicBezTo>
                              <a:cubicBezTo>
                                <a:pt x="29610" y="892177"/>
                                <a:pt x="30800" y="896935"/>
                                <a:pt x="28421" y="898125"/>
                              </a:cubicBezTo>
                              <a:cubicBezTo>
                                <a:pt x="22474" y="901693"/>
                                <a:pt x="16527" y="906451"/>
                                <a:pt x="10579" y="907640"/>
                              </a:cubicBezTo>
                              <a:cubicBezTo>
                                <a:pt x="5822" y="908830"/>
                                <a:pt x="3443" y="905261"/>
                                <a:pt x="1064" y="911208"/>
                              </a:cubicBezTo>
                              <a:cubicBezTo>
                                <a:pt x="-126" y="913587"/>
                                <a:pt x="-1315" y="923103"/>
                                <a:pt x="3443" y="920724"/>
                              </a:cubicBezTo>
                              <a:cubicBezTo>
                                <a:pt x="5822" y="918345"/>
                                <a:pt x="4632" y="911208"/>
                                <a:pt x="8200" y="912398"/>
                              </a:cubicBezTo>
                              <a:cubicBezTo>
                                <a:pt x="9390" y="912398"/>
                                <a:pt x="9390" y="912398"/>
                                <a:pt x="9390" y="913587"/>
                              </a:cubicBezTo>
                              <a:cubicBezTo>
                                <a:pt x="9390" y="914777"/>
                                <a:pt x="9390" y="915966"/>
                                <a:pt x="10579" y="917156"/>
                              </a:cubicBezTo>
                              <a:cubicBezTo>
                                <a:pt x="14148" y="920724"/>
                                <a:pt x="16527" y="911208"/>
                                <a:pt x="20095" y="908830"/>
                              </a:cubicBezTo>
                              <a:cubicBezTo>
                                <a:pt x="22474" y="907640"/>
                                <a:pt x="23663" y="912398"/>
                                <a:pt x="24853" y="914777"/>
                              </a:cubicBezTo>
                              <a:cubicBezTo>
                                <a:pt x="27231" y="917156"/>
                                <a:pt x="33179" y="912398"/>
                                <a:pt x="35557" y="911208"/>
                              </a:cubicBezTo>
                              <a:cubicBezTo>
                                <a:pt x="37936" y="910019"/>
                                <a:pt x="36747" y="908830"/>
                                <a:pt x="40315" y="907640"/>
                              </a:cubicBezTo>
                              <a:cubicBezTo>
                                <a:pt x="42694" y="906451"/>
                                <a:pt x="45073" y="908830"/>
                                <a:pt x="47452" y="906451"/>
                              </a:cubicBezTo>
                              <a:cubicBezTo>
                                <a:pt x="51020" y="902882"/>
                                <a:pt x="48641" y="898125"/>
                                <a:pt x="52210" y="894556"/>
                              </a:cubicBezTo>
                              <a:cubicBezTo>
                                <a:pt x="54588" y="890988"/>
                                <a:pt x="61725" y="887420"/>
                                <a:pt x="64104" y="890988"/>
                              </a:cubicBezTo>
                              <a:cubicBezTo>
                                <a:pt x="65293" y="893367"/>
                                <a:pt x="64104" y="893367"/>
                                <a:pt x="61725" y="894556"/>
                              </a:cubicBezTo>
                              <a:cubicBezTo>
                                <a:pt x="58157" y="896935"/>
                                <a:pt x="55778" y="900504"/>
                                <a:pt x="58157" y="904072"/>
                              </a:cubicBezTo>
                              <a:cubicBezTo>
                                <a:pt x="61725" y="908830"/>
                                <a:pt x="62915" y="901693"/>
                                <a:pt x="66483" y="899314"/>
                              </a:cubicBezTo>
                              <a:cubicBezTo>
                                <a:pt x="68862" y="896935"/>
                                <a:pt x="72430" y="890988"/>
                                <a:pt x="75998" y="894556"/>
                              </a:cubicBezTo>
                              <a:cubicBezTo>
                                <a:pt x="78377" y="895746"/>
                                <a:pt x="74809" y="900504"/>
                                <a:pt x="77188" y="901693"/>
                              </a:cubicBezTo>
                              <a:cubicBezTo>
                                <a:pt x="79567" y="902882"/>
                                <a:pt x="81945" y="898125"/>
                                <a:pt x="83135" y="898125"/>
                              </a:cubicBezTo>
                              <a:cubicBezTo>
                                <a:pt x="85514" y="896935"/>
                                <a:pt x="90272" y="898125"/>
                                <a:pt x="92650" y="896935"/>
                              </a:cubicBezTo>
                              <a:cubicBezTo>
                                <a:pt x="93840" y="895746"/>
                                <a:pt x="93840" y="896935"/>
                                <a:pt x="93840" y="895746"/>
                              </a:cubicBezTo>
                              <a:cubicBezTo>
                                <a:pt x="96219" y="890988"/>
                                <a:pt x="97408" y="883851"/>
                                <a:pt x="102166" y="885041"/>
                              </a:cubicBezTo>
                              <a:cubicBezTo>
                                <a:pt x="108113" y="886230"/>
                                <a:pt x="95029" y="899314"/>
                                <a:pt x="98598" y="902882"/>
                              </a:cubicBezTo>
                              <a:cubicBezTo>
                                <a:pt x="103355" y="907640"/>
                                <a:pt x="104545" y="895746"/>
                                <a:pt x="109302" y="893367"/>
                              </a:cubicBezTo>
                              <a:cubicBezTo>
                                <a:pt x="109302" y="890988"/>
                                <a:pt x="109302" y="888609"/>
                                <a:pt x="109302" y="886230"/>
                              </a:cubicBezTo>
                              <a:cubicBezTo>
                                <a:pt x="115250" y="887420"/>
                                <a:pt x="129523" y="889799"/>
                                <a:pt x="131902" y="879094"/>
                              </a:cubicBezTo>
                              <a:cubicBezTo>
                                <a:pt x="133091" y="877904"/>
                                <a:pt x="134281" y="876715"/>
                                <a:pt x="136659" y="876715"/>
                              </a:cubicBezTo>
                              <a:cubicBezTo>
                                <a:pt x="136659" y="877904"/>
                                <a:pt x="137849" y="879094"/>
                                <a:pt x="137849" y="881473"/>
                              </a:cubicBezTo>
                              <a:cubicBezTo>
                                <a:pt x="143796" y="879094"/>
                                <a:pt x="148554" y="870768"/>
                                <a:pt x="139038" y="871957"/>
                              </a:cubicBezTo>
                              <a:cubicBezTo>
                                <a:pt x="139038" y="870768"/>
                                <a:pt x="139038" y="870768"/>
                                <a:pt x="139038" y="869578"/>
                              </a:cubicBezTo>
                              <a:cubicBezTo>
                                <a:pt x="143796" y="867199"/>
                                <a:pt x="148554" y="864821"/>
                                <a:pt x="153312" y="863631"/>
                              </a:cubicBezTo>
                              <a:cubicBezTo>
                                <a:pt x="156880" y="862442"/>
                                <a:pt x="161638" y="864821"/>
                                <a:pt x="162827" y="856494"/>
                              </a:cubicBezTo>
                              <a:cubicBezTo>
                                <a:pt x="162827" y="852926"/>
                                <a:pt x="171153" y="851737"/>
                                <a:pt x="174721" y="852926"/>
                              </a:cubicBezTo>
                              <a:cubicBezTo>
                                <a:pt x="181858" y="857684"/>
                                <a:pt x="183047" y="843411"/>
                                <a:pt x="185426" y="842221"/>
                              </a:cubicBezTo>
                              <a:cubicBezTo>
                                <a:pt x="190184" y="838653"/>
                                <a:pt x="186616" y="846979"/>
                                <a:pt x="190184" y="848168"/>
                              </a:cubicBezTo>
                              <a:cubicBezTo>
                                <a:pt x="192563" y="849358"/>
                                <a:pt x="197321" y="844600"/>
                                <a:pt x="198510" y="843411"/>
                              </a:cubicBezTo>
                              <a:cubicBezTo>
                                <a:pt x="204457" y="838653"/>
                                <a:pt x="210404" y="842221"/>
                                <a:pt x="215162" y="837464"/>
                              </a:cubicBezTo>
                              <a:cubicBezTo>
                                <a:pt x="215162" y="837464"/>
                                <a:pt x="215162" y="836274"/>
                                <a:pt x="215162" y="836274"/>
                              </a:cubicBezTo>
                              <a:cubicBezTo>
                                <a:pt x="217541" y="833895"/>
                                <a:pt x="221109" y="833895"/>
                                <a:pt x="219920" y="830327"/>
                              </a:cubicBezTo>
                              <a:cubicBezTo>
                                <a:pt x="218730" y="827948"/>
                                <a:pt x="215162" y="829138"/>
                                <a:pt x="213973" y="827948"/>
                              </a:cubicBezTo>
                              <a:cubicBezTo>
                                <a:pt x="208026" y="822001"/>
                                <a:pt x="231814" y="818433"/>
                                <a:pt x="237761" y="816054"/>
                              </a:cubicBezTo>
                              <a:cubicBezTo>
                                <a:pt x="242519" y="813675"/>
                                <a:pt x="242519" y="808917"/>
                                <a:pt x="246088" y="806538"/>
                              </a:cubicBezTo>
                              <a:cubicBezTo>
                                <a:pt x="249656" y="802970"/>
                                <a:pt x="254414" y="807728"/>
                                <a:pt x="259171" y="805349"/>
                              </a:cubicBezTo>
                              <a:cubicBezTo>
                                <a:pt x="262740" y="804159"/>
                                <a:pt x="266308" y="799402"/>
                                <a:pt x="269876" y="798212"/>
                              </a:cubicBezTo>
                              <a:cubicBezTo>
                                <a:pt x="274634" y="797023"/>
                                <a:pt x="280581" y="797023"/>
                                <a:pt x="285339" y="795833"/>
                              </a:cubicBezTo>
                              <a:cubicBezTo>
                                <a:pt x="287718" y="794644"/>
                                <a:pt x="290097" y="797023"/>
                                <a:pt x="291286" y="793454"/>
                              </a:cubicBezTo>
                              <a:cubicBezTo>
                                <a:pt x="293665" y="789886"/>
                                <a:pt x="290097" y="791075"/>
                                <a:pt x="290097" y="788697"/>
                              </a:cubicBezTo>
                              <a:cubicBezTo>
                                <a:pt x="290097" y="781560"/>
                                <a:pt x="294854" y="785128"/>
                                <a:pt x="299612" y="780371"/>
                              </a:cubicBezTo>
                              <a:cubicBezTo>
                                <a:pt x="300802" y="779181"/>
                                <a:pt x="298423" y="776802"/>
                                <a:pt x="298423" y="774423"/>
                              </a:cubicBezTo>
                              <a:cubicBezTo>
                                <a:pt x="298423" y="769666"/>
                                <a:pt x="307938" y="773234"/>
                                <a:pt x="312696" y="772045"/>
                              </a:cubicBezTo>
                              <a:cubicBezTo>
                                <a:pt x="316264" y="770855"/>
                                <a:pt x="321022" y="768476"/>
                                <a:pt x="323401" y="764908"/>
                              </a:cubicBezTo>
                              <a:cubicBezTo>
                                <a:pt x="328158" y="761340"/>
                                <a:pt x="329348" y="758961"/>
                                <a:pt x="326969" y="753014"/>
                              </a:cubicBezTo>
                              <a:cubicBezTo>
                                <a:pt x="326969" y="751824"/>
                                <a:pt x="324590" y="749445"/>
                                <a:pt x="324590" y="748256"/>
                              </a:cubicBezTo>
                              <a:cubicBezTo>
                                <a:pt x="323401" y="747066"/>
                                <a:pt x="323401" y="745877"/>
                                <a:pt x="323401" y="744688"/>
                              </a:cubicBezTo>
                              <a:cubicBezTo>
                                <a:pt x="322211" y="743498"/>
                                <a:pt x="319832" y="743498"/>
                                <a:pt x="319832" y="743498"/>
                              </a:cubicBezTo>
                              <a:cubicBezTo>
                                <a:pt x="312696" y="735172"/>
                                <a:pt x="324590" y="730414"/>
                                <a:pt x="330537" y="724467"/>
                              </a:cubicBezTo>
                              <a:cubicBezTo>
                                <a:pt x="332916" y="722088"/>
                                <a:pt x="331727" y="722088"/>
                                <a:pt x="335295" y="720899"/>
                              </a:cubicBezTo>
                              <a:cubicBezTo>
                                <a:pt x="336485" y="720899"/>
                                <a:pt x="338863" y="720899"/>
                                <a:pt x="340053" y="720899"/>
                              </a:cubicBezTo>
                              <a:cubicBezTo>
                                <a:pt x="342432" y="720899"/>
                                <a:pt x="344811" y="723278"/>
                                <a:pt x="347190" y="719709"/>
                              </a:cubicBezTo>
                              <a:cubicBezTo>
                                <a:pt x="347190" y="719709"/>
                                <a:pt x="348379" y="722088"/>
                                <a:pt x="348379" y="722088"/>
                              </a:cubicBezTo>
                              <a:cubicBezTo>
                                <a:pt x="349568" y="722088"/>
                                <a:pt x="351947" y="720899"/>
                                <a:pt x="351947" y="720899"/>
                              </a:cubicBezTo>
                              <a:cubicBezTo>
                                <a:pt x="354326" y="722088"/>
                                <a:pt x="353137" y="722088"/>
                                <a:pt x="354326" y="723278"/>
                              </a:cubicBezTo>
                              <a:cubicBezTo>
                                <a:pt x="362652" y="731604"/>
                                <a:pt x="354326" y="714952"/>
                                <a:pt x="357894" y="712573"/>
                              </a:cubicBezTo>
                              <a:cubicBezTo>
                                <a:pt x="365031" y="705436"/>
                                <a:pt x="384062" y="712573"/>
                                <a:pt x="373357" y="700679"/>
                              </a:cubicBezTo>
                              <a:cubicBezTo>
                                <a:pt x="372168" y="699489"/>
                                <a:pt x="370978" y="697110"/>
                                <a:pt x="369789" y="695921"/>
                              </a:cubicBezTo>
                              <a:cubicBezTo>
                                <a:pt x="368599" y="694731"/>
                                <a:pt x="362652" y="697110"/>
                                <a:pt x="361463" y="695921"/>
                              </a:cubicBezTo>
                              <a:cubicBezTo>
                                <a:pt x="357894" y="691163"/>
                                <a:pt x="369789" y="687595"/>
                                <a:pt x="370978" y="688784"/>
                              </a:cubicBezTo>
                              <a:cubicBezTo>
                                <a:pt x="374546" y="691163"/>
                                <a:pt x="376925" y="695921"/>
                                <a:pt x="382873" y="693542"/>
                              </a:cubicBezTo>
                              <a:cubicBezTo>
                                <a:pt x="388820" y="691163"/>
                                <a:pt x="387630" y="687595"/>
                                <a:pt x="390009" y="684026"/>
                              </a:cubicBezTo>
                              <a:cubicBezTo>
                                <a:pt x="394767" y="678079"/>
                                <a:pt x="406661" y="678079"/>
                                <a:pt x="410230" y="669753"/>
                              </a:cubicBezTo>
                              <a:cubicBezTo>
                                <a:pt x="414987" y="661427"/>
                                <a:pt x="428071" y="661427"/>
                                <a:pt x="435208" y="656669"/>
                              </a:cubicBezTo>
                              <a:cubicBezTo>
                                <a:pt x="439965" y="653101"/>
                                <a:pt x="443534" y="653101"/>
                                <a:pt x="448291" y="651912"/>
                              </a:cubicBezTo>
                              <a:cubicBezTo>
                                <a:pt x="453049" y="649533"/>
                                <a:pt x="456617" y="637638"/>
                                <a:pt x="460186" y="641207"/>
                              </a:cubicBezTo>
                              <a:cubicBezTo>
                                <a:pt x="461375" y="643586"/>
                                <a:pt x="454239" y="648343"/>
                                <a:pt x="456617" y="651912"/>
                              </a:cubicBezTo>
                              <a:cubicBezTo>
                                <a:pt x="458996" y="655480"/>
                                <a:pt x="466133" y="653101"/>
                                <a:pt x="469701" y="651912"/>
                              </a:cubicBezTo>
                              <a:cubicBezTo>
                                <a:pt x="475648" y="649533"/>
                                <a:pt x="482785" y="644775"/>
                                <a:pt x="488732" y="642396"/>
                              </a:cubicBezTo>
                              <a:cubicBezTo>
                                <a:pt x="488732" y="648343"/>
                                <a:pt x="481596" y="648343"/>
                                <a:pt x="478027" y="649533"/>
                              </a:cubicBezTo>
                              <a:cubicBezTo>
                                <a:pt x="476838" y="654290"/>
                                <a:pt x="467322" y="657859"/>
                                <a:pt x="464943" y="662617"/>
                              </a:cubicBezTo>
                              <a:cubicBezTo>
                                <a:pt x="461375" y="667374"/>
                                <a:pt x="462565" y="664995"/>
                                <a:pt x="466133" y="670943"/>
                              </a:cubicBezTo>
                              <a:cubicBezTo>
                                <a:pt x="467322" y="673321"/>
                                <a:pt x="469701" y="676890"/>
                                <a:pt x="470891" y="680458"/>
                              </a:cubicBezTo>
                              <a:cubicBezTo>
                                <a:pt x="466133" y="681647"/>
                                <a:pt x="464943" y="678079"/>
                                <a:pt x="461375" y="676890"/>
                              </a:cubicBezTo>
                              <a:cubicBezTo>
                                <a:pt x="457807" y="676890"/>
                                <a:pt x="453049" y="680458"/>
                                <a:pt x="450670" y="678079"/>
                              </a:cubicBezTo>
                              <a:cubicBezTo>
                                <a:pt x="449481" y="676890"/>
                                <a:pt x="448291" y="669753"/>
                                <a:pt x="447102" y="668564"/>
                              </a:cubicBezTo>
                              <a:cubicBezTo>
                                <a:pt x="443534" y="667374"/>
                                <a:pt x="442344" y="670943"/>
                                <a:pt x="439965" y="672132"/>
                              </a:cubicBezTo>
                              <a:cubicBezTo>
                                <a:pt x="436397" y="673321"/>
                                <a:pt x="432829" y="673321"/>
                                <a:pt x="430450" y="674511"/>
                              </a:cubicBezTo>
                              <a:cubicBezTo>
                                <a:pt x="429260" y="675700"/>
                                <a:pt x="423313" y="675700"/>
                                <a:pt x="420934" y="676890"/>
                              </a:cubicBezTo>
                              <a:cubicBezTo>
                                <a:pt x="414987" y="680458"/>
                                <a:pt x="417366" y="689973"/>
                                <a:pt x="413798" y="695921"/>
                              </a:cubicBezTo>
                              <a:cubicBezTo>
                                <a:pt x="411419" y="699489"/>
                                <a:pt x="409040" y="700679"/>
                                <a:pt x="406661" y="703057"/>
                              </a:cubicBezTo>
                              <a:cubicBezTo>
                                <a:pt x="405472" y="704247"/>
                                <a:pt x="401903" y="706626"/>
                                <a:pt x="399525" y="709005"/>
                              </a:cubicBezTo>
                              <a:cubicBezTo>
                                <a:pt x="391199" y="714952"/>
                                <a:pt x="376925" y="732793"/>
                                <a:pt x="391199" y="733983"/>
                              </a:cubicBezTo>
                              <a:cubicBezTo>
                                <a:pt x="395956" y="733983"/>
                                <a:pt x="401903" y="724467"/>
                                <a:pt x="405472" y="728036"/>
                              </a:cubicBezTo>
                              <a:cubicBezTo>
                                <a:pt x="410230" y="732793"/>
                                <a:pt x="397146" y="735172"/>
                                <a:pt x="392388" y="738740"/>
                              </a:cubicBezTo>
                              <a:cubicBezTo>
                                <a:pt x="388820" y="741119"/>
                                <a:pt x="391199" y="741119"/>
                                <a:pt x="386441" y="743498"/>
                              </a:cubicBezTo>
                              <a:cubicBezTo>
                                <a:pt x="385251" y="743498"/>
                                <a:pt x="382873" y="742309"/>
                                <a:pt x="380494" y="743498"/>
                              </a:cubicBezTo>
                              <a:cubicBezTo>
                                <a:pt x="379304" y="744688"/>
                                <a:pt x="379304" y="745877"/>
                                <a:pt x="378115" y="747066"/>
                              </a:cubicBezTo>
                              <a:cubicBezTo>
                                <a:pt x="376925" y="747066"/>
                                <a:pt x="372168" y="745877"/>
                                <a:pt x="370978" y="748256"/>
                              </a:cubicBezTo>
                              <a:cubicBezTo>
                                <a:pt x="368599" y="750635"/>
                                <a:pt x="370978" y="755392"/>
                                <a:pt x="372168" y="757771"/>
                              </a:cubicBezTo>
                              <a:cubicBezTo>
                                <a:pt x="378115" y="768476"/>
                                <a:pt x="379304" y="762529"/>
                                <a:pt x="385251" y="758961"/>
                              </a:cubicBezTo>
                              <a:cubicBezTo>
                                <a:pt x="386441" y="757771"/>
                                <a:pt x="385251" y="755392"/>
                                <a:pt x="386441" y="754203"/>
                              </a:cubicBezTo>
                              <a:cubicBezTo>
                                <a:pt x="395956" y="749445"/>
                                <a:pt x="400714" y="737551"/>
                                <a:pt x="406661" y="741119"/>
                              </a:cubicBezTo>
                              <a:cubicBezTo>
                                <a:pt x="407851" y="742309"/>
                                <a:pt x="406661" y="744688"/>
                                <a:pt x="406661" y="745877"/>
                              </a:cubicBezTo>
                              <a:cubicBezTo>
                                <a:pt x="409040" y="749445"/>
                                <a:pt x="416177" y="741119"/>
                                <a:pt x="419745" y="741119"/>
                              </a:cubicBezTo>
                              <a:cubicBezTo>
                                <a:pt x="434018" y="743498"/>
                                <a:pt x="434018" y="722088"/>
                                <a:pt x="438776" y="729225"/>
                              </a:cubicBezTo>
                              <a:cubicBezTo>
                                <a:pt x="441155" y="731604"/>
                                <a:pt x="431639" y="735172"/>
                                <a:pt x="435208" y="737551"/>
                              </a:cubicBezTo>
                              <a:cubicBezTo>
                                <a:pt x="443534" y="743498"/>
                                <a:pt x="442344" y="716141"/>
                                <a:pt x="449481" y="720899"/>
                              </a:cubicBezTo>
                              <a:cubicBezTo>
                                <a:pt x="451860" y="722088"/>
                                <a:pt x="447102" y="728036"/>
                                <a:pt x="449481" y="729225"/>
                              </a:cubicBezTo>
                              <a:cubicBezTo>
                                <a:pt x="450670" y="730414"/>
                                <a:pt x="453049" y="725657"/>
                                <a:pt x="454239" y="725657"/>
                              </a:cubicBezTo>
                              <a:cubicBezTo>
                                <a:pt x="455428" y="726846"/>
                                <a:pt x="453049" y="730414"/>
                                <a:pt x="454239" y="731604"/>
                              </a:cubicBezTo>
                              <a:cubicBezTo>
                                <a:pt x="455428" y="732793"/>
                                <a:pt x="458996" y="730414"/>
                                <a:pt x="460186" y="731604"/>
                              </a:cubicBezTo>
                              <a:cubicBezTo>
                                <a:pt x="466133" y="735172"/>
                                <a:pt x="464943" y="728036"/>
                                <a:pt x="467322" y="726846"/>
                              </a:cubicBezTo>
                              <a:cubicBezTo>
                                <a:pt x="470891" y="723278"/>
                                <a:pt x="475648" y="724467"/>
                                <a:pt x="479217" y="723278"/>
                              </a:cubicBezTo>
                              <a:cubicBezTo>
                                <a:pt x="479217" y="720899"/>
                                <a:pt x="479217" y="717331"/>
                                <a:pt x="479217" y="714952"/>
                              </a:cubicBezTo>
                              <a:cubicBezTo>
                                <a:pt x="481596" y="713762"/>
                                <a:pt x="486353" y="711383"/>
                                <a:pt x="487543" y="710194"/>
                              </a:cubicBezTo>
                              <a:cubicBezTo>
                                <a:pt x="491111" y="704247"/>
                                <a:pt x="486353" y="704247"/>
                                <a:pt x="482785" y="703057"/>
                              </a:cubicBezTo>
                              <a:cubicBezTo>
                                <a:pt x="478027" y="701868"/>
                                <a:pt x="474459" y="700679"/>
                                <a:pt x="480406" y="698300"/>
                              </a:cubicBezTo>
                              <a:cubicBezTo>
                                <a:pt x="483975" y="695921"/>
                                <a:pt x="487543" y="700679"/>
                                <a:pt x="488732" y="693542"/>
                              </a:cubicBezTo>
                              <a:cubicBezTo>
                                <a:pt x="485164" y="693542"/>
                                <a:pt x="479217" y="694731"/>
                                <a:pt x="480406" y="687595"/>
                              </a:cubicBezTo>
                              <a:cubicBezTo>
                                <a:pt x="486353" y="686405"/>
                                <a:pt x="491111" y="684026"/>
                                <a:pt x="489922" y="678079"/>
                              </a:cubicBezTo>
                              <a:cubicBezTo>
                                <a:pt x="492301" y="675700"/>
                                <a:pt x="499437" y="670943"/>
                                <a:pt x="500627" y="676890"/>
                              </a:cubicBezTo>
                              <a:cubicBezTo>
                                <a:pt x="504195" y="676890"/>
                                <a:pt x="506574" y="676890"/>
                                <a:pt x="510142" y="675700"/>
                              </a:cubicBezTo>
                              <a:cubicBezTo>
                                <a:pt x="510142" y="680458"/>
                                <a:pt x="505384" y="679269"/>
                                <a:pt x="503005" y="682837"/>
                              </a:cubicBezTo>
                              <a:cubicBezTo>
                                <a:pt x="501816" y="686405"/>
                                <a:pt x="504195" y="691163"/>
                                <a:pt x="505384" y="693542"/>
                              </a:cubicBezTo>
                              <a:cubicBezTo>
                                <a:pt x="511331" y="693542"/>
                                <a:pt x="506574" y="686405"/>
                                <a:pt x="513710" y="681647"/>
                              </a:cubicBezTo>
                              <a:cubicBezTo>
                                <a:pt x="514900" y="680458"/>
                                <a:pt x="516089" y="680458"/>
                                <a:pt x="516089" y="680458"/>
                              </a:cubicBezTo>
                              <a:cubicBezTo>
                                <a:pt x="514900" y="684026"/>
                                <a:pt x="514900" y="685216"/>
                                <a:pt x="511331" y="687595"/>
                              </a:cubicBezTo>
                              <a:cubicBezTo>
                                <a:pt x="513710" y="691163"/>
                                <a:pt x="513710" y="688784"/>
                                <a:pt x="516089" y="687595"/>
                              </a:cubicBezTo>
                              <a:cubicBezTo>
                                <a:pt x="517279" y="687595"/>
                                <a:pt x="522036" y="686405"/>
                                <a:pt x="524415" y="685216"/>
                              </a:cubicBezTo>
                              <a:cubicBezTo>
                                <a:pt x="531552" y="682837"/>
                                <a:pt x="533931" y="679269"/>
                                <a:pt x="541067" y="680458"/>
                              </a:cubicBezTo>
                              <a:cubicBezTo>
                                <a:pt x="542257" y="681647"/>
                                <a:pt x="542257" y="682837"/>
                                <a:pt x="542257" y="684026"/>
                              </a:cubicBezTo>
                              <a:cubicBezTo>
                                <a:pt x="539878" y="684026"/>
                                <a:pt x="537499" y="684026"/>
                                <a:pt x="536310" y="684026"/>
                              </a:cubicBezTo>
                              <a:cubicBezTo>
                                <a:pt x="536310" y="685216"/>
                                <a:pt x="535120" y="686405"/>
                                <a:pt x="535120" y="687595"/>
                              </a:cubicBezTo>
                              <a:cubicBezTo>
                                <a:pt x="532741" y="687595"/>
                                <a:pt x="531552" y="688784"/>
                                <a:pt x="529173" y="689973"/>
                              </a:cubicBezTo>
                              <a:cubicBezTo>
                                <a:pt x="529173" y="691163"/>
                                <a:pt x="529173" y="692353"/>
                                <a:pt x="530362" y="693542"/>
                              </a:cubicBezTo>
                              <a:cubicBezTo>
                                <a:pt x="535120" y="692353"/>
                                <a:pt x="539878" y="695921"/>
                                <a:pt x="542257" y="700679"/>
                              </a:cubicBezTo>
                              <a:cubicBezTo>
                                <a:pt x="539878" y="700679"/>
                                <a:pt x="537499" y="700679"/>
                                <a:pt x="536310" y="700679"/>
                              </a:cubicBezTo>
                              <a:cubicBezTo>
                                <a:pt x="533931" y="697110"/>
                                <a:pt x="526794" y="698300"/>
                                <a:pt x="525605" y="703057"/>
                              </a:cubicBezTo>
                              <a:cubicBezTo>
                                <a:pt x="529173" y="704247"/>
                                <a:pt x="531552" y="704247"/>
                                <a:pt x="535120" y="704247"/>
                              </a:cubicBezTo>
                              <a:cubicBezTo>
                                <a:pt x="535120" y="706626"/>
                                <a:pt x="532741" y="707815"/>
                                <a:pt x="529173" y="707815"/>
                              </a:cubicBezTo>
                              <a:cubicBezTo>
                                <a:pt x="530362" y="711383"/>
                                <a:pt x="535120" y="711383"/>
                                <a:pt x="537499" y="711383"/>
                              </a:cubicBezTo>
                              <a:cubicBezTo>
                                <a:pt x="538689" y="716141"/>
                                <a:pt x="535120" y="717331"/>
                                <a:pt x="531552" y="719709"/>
                              </a:cubicBezTo>
                              <a:cubicBezTo>
                                <a:pt x="533931" y="722088"/>
                                <a:pt x="535120" y="720899"/>
                                <a:pt x="538689" y="720899"/>
                              </a:cubicBezTo>
                              <a:cubicBezTo>
                                <a:pt x="543446" y="720899"/>
                                <a:pt x="542257" y="720899"/>
                                <a:pt x="545825" y="722088"/>
                              </a:cubicBezTo>
                              <a:cubicBezTo>
                                <a:pt x="551772" y="724467"/>
                                <a:pt x="552962" y="724467"/>
                                <a:pt x="558909" y="724467"/>
                              </a:cubicBezTo>
                              <a:cubicBezTo>
                                <a:pt x="562477" y="729225"/>
                                <a:pt x="558909" y="732793"/>
                                <a:pt x="560098" y="737551"/>
                              </a:cubicBezTo>
                              <a:cubicBezTo>
                                <a:pt x="566045" y="742309"/>
                                <a:pt x="568424" y="736362"/>
                                <a:pt x="569614" y="730414"/>
                              </a:cubicBezTo>
                              <a:cubicBezTo>
                                <a:pt x="569614" y="730414"/>
                                <a:pt x="570803" y="729225"/>
                                <a:pt x="571993" y="729225"/>
                              </a:cubicBezTo>
                              <a:cubicBezTo>
                                <a:pt x="582698" y="735172"/>
                                <a:pt x="562477" y="741119"/>
                                <a:pt x="570803" y="748256"/>
                              </a:cubicBezTo>
                              <a:cubicBezTo>
                                <a:pt x="569614" y="750635"/>
                                <a:pt x="567235" y="751824"/>
                                <a:pt x="564856" y="751824"/>
                              </a:cubicBezTo>
                              <a:cubicBezTo>
                                <a:pt x="569614" y="757771"/>
                                <a:pt x="588645" y="754203"/>
                                <a:pt x="595781" y="755392"/>
                              </a:cubicBezTo>
                              <a:cubicBezTo>
                                <a:pt x="607676" y="756582"/>
                                <a:pt x="610055" y="758961"/>
                                <a:pt x="617191" y="768476"/>
                              </a:cubicBezTo>
                              <a:cubicBezTo>
                                <a:pt x="620760" y="769666"/>
                                <a:pt x="636222" y="760150"/>
                                <a:pt x="632654" y="768476"/>
                              </a:cubicBezTo>
                              <a:cubicBezTo>
                                <a:pt x="631464" y="770855"/>
                                <a:pt x="625517" y="770855"/>
                                <a:pt x="625517" y="774423"/>
                              </a:cubicBezTo>
                              <a:cubicBezTo>
                                <a:pt x="625517" y="777992"/>
                                <a:pt x="631464" y="777992"/>
                                <a:pt x="632654" y="779181"/>
                              </a:cubicBezTo>
                              <a:cubicBezTo>
                                <a:pt x="632654" y="779181"/>
                                <a:pt x="632654" y="785128"/>
                                <a:pt x="637412" y="786318"/>
                              </a:cubicBezTo>
                              <a:cubicBezTo>
                                <a:pt x="642169" y="787507"/>
                                <a:pt x="652874" y="787507"/>
                                <a:pt x="656443" y="785128"/>
                              </a:cubicBezTo>
                              <a:cubicBezTo>
                                <a:pt x="662390" y="782749"/>
                                <a:pt x="663579" y="777992"/>
                                <a:pt x="669526" y="775613"/>
                              </a:cubicBezTo>
                              <a:cubicBezTo>
                                <a:pt x="669526" y="780371"/>
                                <a:pt x="664769" y="786318"/>
                                <a:pt x="663579" y="789886"/>
                              </a:cubicBezTo>
                              <a:cubicBezTo>
                                <a:pt x="660011" y="799402"/>
                                <a:pt x="661200" y="795833"/>
                                <a:pt x="652874" y="795833"/>
                              </a:cubicBezTo>
                              <a:cubicBezTo>
                                <a:pt x="650495" y="808917"/>
                                <a:pt x="654064" y="808917"/>
                                <a:pt x="665958" y="810107"/>
                              </a:cubicBezTo>
                              <a:cubicBezTo>
                                <a:pt x="664769" y="812485"/>
                                <a:pt x="664769" y="814864"/>
                                <a:pt x="664769" y="817243"/>
                              </a:cubicBezTo>
                              <a:cubicBezTo>
                                <a:pt x="667147" y="819622"/>
                                <a:pt x="670716" y="819622"/>
                                <a:pt x="673095" y="822001"/>
                              </a:cubicBezTo>
                              <a:cubicBezTo>
                                <a:pt x="679042" y="819622"/>
                                <a:pt x="680231" y="813675"/>
                                <a:pt x="683800" y="808917"/>
                              </a:cubicBezTo>
                              <a:cubicBezTo>
                                <a:pt x="682610" y="812485"/>
                                <a:pt x="683800" y="818433"/>
                                <a:pt x="682610" y="820811"/>
                              </a:cubicBezTo>
                              <a:cubicBezTo>
                                <a:pt x="680231" y="825569"/>
                                <a:pt x="677852" y="824380"/>
                                <a:pt x="677852" y="829138"/>
                              </a:cubicBezTo>
                              <a:cubicBezTo>
                                <a:pt x="677852" y="835085"/>
                                <a:pt x="677852" y="844600"/>
                                <a:pt x="680231" y="849358"/>
                              </a:cubicBezTo>
                              <a:cubicBezTo>
                                <a:pt x="682610" y="852926"/>
                                <a:pt x="683800" y="854116"/>
                                <a:pt x="684989" y="857684"/>
                              </a:cubicBezTo>
                              <a:cubicBezTo>
                                <a:pt x="686178" y="860063"/>
                                <a:pt x="687368" y="864821"/>
                                <a:pt x="689747" y="866010"/>
                              </a:cubicBezTo>
                              <a:cubicBezTo>
                                <a:pt x="692126" y="868389"/>
                                <a:pt x="696883" y="876715"/>
                                <a:pt x="702831" y="869578"/>
                              </a:cubicBezTo>
                              <a:cubicBezTo>
                                <a:pt x="706399" y="866010"/>
                                <a:pt x="713535" y="864821"/>
                                <a:pt x="709967" y="861252"/>
                              </a:cubicBezTo>
                              <a:cubicBezTo>
                                <a:pt x="701641" y="855305"/>
                                <a:pt x="709967" y="856494"/>
                                <a:pt x="705209" y="850547"/>
                              </a:cubicBezTo>
                              <a:cubicBezTo>
                                <a:pt x="700452" y="844600"/>
                                <a:pt x="699262" y="839842"/>
                                <a:pt x="704020" y="837464"/>
                              </a:cubicBezTo>
                              <a:cubicBezTo>
                                <a:pt x="706399" y="836274"/>
                                <a:pt x="705209" y="843411"/>
                                <a:pt x="708778" y="842221"/>
                              </a:cubicBezTo>
                              <a:cubicBezTo>
                                <a:pt x="709967" y="842221"/>
                                <a:pt x="708778" y="839842"/>
                                <a:pt x="709967" y="838653"/>
                              </a:cubicBezTo>
                              <a:cubicBezTo>
                                <a:pt x="714725" y="835085"/>
                                <a:pt x="711157" y="846979"/>
                                <a:pt x="713535" y="850547"/>
                              </a:cubicBezTo>
                              <a:cubicBezTo>
                                <a:pt x="715914" y="856494"/>
                                <a:pt x="718293" y="848168"/>
                                <a:pt x="723051" y="851737"/>
                              </a:cubicBezTo>
                              <a:cubicBezTo>
                                <a:pt x="725430" y="852926"/>
                                <a:pt x="720672" y="854116"/>
                                <a:pt x="720672" y="856494"/>
                              </a:cubicBezTo>
                              <a:cubicBezTo>
                                <a:pt x="720672" y="858873"/>
                                <a:pt x="721862" y="861252"/>
                                <a:pt x="721862" y="862442"/>
                              </a:cubicBezTo>
                              <a:cubicBezTo>
                                <a:pt x="721862" y="867199"/>
                                <a:pt x="718293" y="871957"/>
                                <a:pt x="721862" y="875525"/>
                              </a:cubicBezTo>
                              <a:cubicBezTo>
                                <a:pt x="724240" y="876715"/>
                                <a:pt x="726619" y="874336"/>
                                <a:pt x="730188" y="874336"/>
                              </a:cubicBezTo>
                              <a:cubicBezTo>
                                <a:pt x="728998" y="877904"/>
                                <a:pt x="728998" y="881473"/>
                                <a:pt x="730188" y="885041"/>
                              </a:cubicBezTo>
                              <a:cubicBezTo>
                                <a:pt x="740892" y="886230"/>
                                <a:pt x="738514" y="861252"/>
                                <a:pt x="740892" y="854116"/>
                              </a:cubicBezTo>
                              <a:cubicBezTo>
                                <a:pt x="742082" y="848168"/>
                                <a:pt x="745650" y="843411"/>
                                <a:pt x="745650" y="837464"/>
                              </a:cubicBezTo>
                              <a:cubicBezTo>
                                <a:pt x="745650" y="831516"/>
                                <a:pt x="740892" y="827948"/>
                                <a:pt x="742082" y="822001"/>
                              </a:cubicBezTo>
                              <a:cubicBezTo>
                                <a:pt x="744461" y="822001"/>
                                <a:pt x="748029" y="824380"/>
                                <a:pt x="749218" y="826759"/>
                              </a:cubicBezTo>
                              <a:cubicBezTo>
                                <a:pt x="751597" y="824380"/>
                                <a:pt x="752787" y="820811"/>
                                <a:pt x="755166" y="819622"/>
                              </a:cubicBezTo>
                              <a:cubicBezTo>
                                <a:pt x="753976" y="823190"/>
                                <a:pt x="755166" y="829138"/>
                                <a:pt x="755166" y="832706"/>
                              </a:cubicBezTo>
                              <a:cubicBezTo>
                                <a:pt x="753976" y="836274"/>
                                <a:pt x="751597" y="839842"/>
                                <a:pt x="750408" y="844600"/>
                              </a:cubicBezTo>
                              <a:cubicBezTo>
                                <a:pt x="749218" y="849358"/>
                                <a:pt x="750408" y="854116"/>
                                <a:pt x="749218" y="858873"/>
                              </a:cubicBezTo>
                              <a:cubicBezTo>
                                <a:pt x="748029" y="862442"/>
                                <a:pt x="746840" y="866010"/>
                                <a:pt x="746840" y="869578"/>
                              </a:cubicBezTo>
                              <a:cubicBezTo>
                                <a:pt x="746840" y="877904"/>
                                <a:pt x="751597" y="883851"/>
                                <a:pt x="755166" y="889799"/>
                              </a:cubicBezTo>
                              <a:cubicBezTo>
                                <a:pt x="757545" y="894556"/>
                                <a:pt x="758734" y="895746"/>
                                <a:pt x="764681" y="895746"/>
                              </a:cubicBezTo>
                              <a:cubicBezTo>
                                <a:pt x="768249" y="895746"/>
                                <a:pt x="774197" y="892177"/>
                                <a:pt x="773007" y="899314"/>
                              </a:cubicBezTo>
                              <a:cubicBezTo>
                                <a:pt x="764681" y="900504"/>
                                <a:pt x="770628" y="907640"/>
                                <a:pt x="764681" y="910019"/>
                              </a:cubicBezTo>
                              <a:cubicBezTo>
                                <a:pt x="764681" y="914777"/>
                                <a:pt x="768249" y="917156"/>
                                <a:pt x="765871" y="921913"/>
                              </a:cubicBezTo>
                              <a:cubicBezTo>
                                <a:pt x="763492" y="921913"/>
                                <a:pt x="761113" y="920724"/>
                                <a:pt x="758734" y="919534"/>
                              </a:cubicBezTo>
                              <a:cubicBezTo>
                                <a:pt x="756355" y="924292"/>
                                <a:pt x="757545" y="926671"/>
                                <a:pt x="756355" y="931429"/>
                              </a:cubicBezTo>
                              <a:cubicBezTo>
                                <a:pt x="756355" y="934997"/>
                                <a:pt x="755166" y="934997"/>
                                <a:pt x="753976" y="937376"/>
                              </a:cubicBezTo>
                              <a:cubicBezTo>
                                <a:pt x="752787" y="938566"/>
                                <a:pt x="749218" y="936187"/>
                                <a:pt x="750408" y="940944"/>
                              </a:cubicBezTo>
                              <a:cubicBezTo>
                                <a:pt x="751597" y="943323"/>
                                <a:pt x="755166" y="942134"/>
                                <a:pt x="756355" y="943323"/>
                              </a:cubicBezTo>
                              <a:cubicBezTo>
                                <a:pt x="757545" y="944513"/>
                                <a:pt x="757545" y="946892"/>
                                <a:pt x="758734" y="948081"/>
                              </a:cubicBezTo>
                              <a:cubicBezTo>
                                <a:pt x="761113" y="950460"/>
                                <a:pt x="768249" y="950460"/>
                                <a:pt x="768249" y="954028"/>
                              </a:cubicBezTo>
                              <a:cubicBezTo>
                                <a:pt x="768249" y="956407"/>
                                <a:pt x="765871" y="955218"/>
                                <a:pt x="763492" y="956407"/>
                              </a:cubicBezTo>
                              <a:cubicBezTo>
                                <a:pt x="761113" y="958786"/>
                                <a:pt x="764681" y="962354"/>
                                <a:pt x="767060" y="964733"/>
                              </a:cubicBezTo>
                              <a:cubicBezTo>
                                <a:pt x="769439" y="969491"/>
                                <a:pt x="770628" y="967112"/>
                                <a:pt x="769439" y="971870"/>
                              </a:cubicBezTo>
                              <a:cubicBezTo>
                                <a:pt x="769439" y="975438"/>
                                <a:pt x="767060" y="975438"/>
                                <a:pt x="768249" y="980196"/>
                              </a:cubicBezTo>
                              <a:cubicBezTo>
                                <a:pt x="769439" y="982575"/>
                                <a:pt x="775386" y="982575"/>
                                <a:pt x="774197" y="986143"/>
                              </a:cubicBezTo>
                              <a:cubicBezTo>
                                <a:pt x="774197" y="987332"/>
                                <a:pt x="771818" y="984953"/>
                                <a:pt x="771818" y="986143"/>
                              </a:cubicBezTo>
                              <a:cubicBezTo>
                                <a:pt x="768249" y="992090"/>
                                <a:pt x="781333" y="989711"/>
                                <a:pt x="783712" y="994469"/>
                              </a:cubicBezTo>
                              <a:cubicBezTo>
                                <a:pt x="786091" y="999227"/>
                                <a:pt x="775386" y="994469"/>
                                <a:pt x="770628" y="996848"/>
                              </a:cubicBezTo>
                              <a:cubicBezTo>
                                <a:pt x="767060" y="998037"/>
                                <a:pt x="767060" y="1003984"/>
                                <a:pt x="764681" y="1006363"/>
                              </a:cubicBezTo>
                              <a:cubicBezTo>
                                <a:pt x="758734" y="1012310"/>
                                <a:pt x="744461" y="1018258"/>
                                <a:pt x="752787" y="1024205"/>
                              </a:cubicBezTo>
                              <a:cubicBezTo>
                                <a:pt x="753976" y="1024205"/>
                                <a:pt x="755166" y="1024205"/>
                                <a:pt x="755166" y="1024205"/>
                              </a:cubicBezTo>
                              <a:cubicBezTo>
                                <a:pt x="759923" y="1020636"/>
                                <a:pt x="761113" y="1013500"/>
                                <a:pt x="765871" y="1009932"/>
                              </a:cubicBezTo>
                              <a:cubicBezTo>
                                <a:pt x="771818" y="1005174"/>
                                <a:pt x="780144" y="999227"/>
                                <a:pt x="784902" y="1006363"/>
                              </a:cubicBezTo>
                              <a:cubicBezTo>
                                <a:pt x="787280" y="1011121"/>
                                <a:pt x="788470" y="1008742"/>
                                <a:pt x="789659" y="1013500"/>
                              </a:cubicBezTo>
                              <a:cubicBezTo>
                                <a:pt x="790849" y="1018258"/>
                                <a:pt x="786091" y="1019447"/>
                                <a:pt x="783712" y="1024205"/>
                              </a:cubicBezTo>
                              <a:cubicBezTo>
                                <a:pt x="783712" y="1025394"/>
                                <a:pt x="781333" y="1027773"/>
                                <a:pt x="781333" y="1028962"/>
                              </a:cubicBezTo>
                              <a:cubicBezTo>
                                <a:pt x="781333" y="1031341"/>
                                <a:pt x="782523" y="1032531"/>
                                <a:pt x="782523" y="1034910"/>
                              </a:cubicBezTo>
                              <a:cubicBezTo>
                                <a:pt x="782523" y="1043236"/>
                                <a:pt x="781333" y="1037289"/>
                                <a:pt x="776576" y="1042046"/>
                              </a:cubicBezTo>
                              <a:cubicBezTo>
                                <a:pt x="771818" y="1046804"/>
                                <a:pt x="776576" y="1047994"/>
                                <a:pt x="781333" y="1046804"/>
                              </a:cubicBezTo>
                              <a:cubicBezTo>
                                <a:pt x="781333" y="1049183"/>
                                <a:pt x="778954" y="1051562"/>
                                <a:pt x="777765" y="1053941"/>
                              </a:cubicBezTo>
                              <a:cubicBezTo>
                                <a:pt x="773007" y="1053941"/>
                                <a:pt x="761113" y="1057509"/>
                                <a:pt x="769439" y="1063456"/>
                              </a:cubicBezTo>
                              <a:cubicBezTo>
                                <a:pt x="774197" y="1067025"/>
                                <a:pt x="773007" y="1062267"/>
                                <a:pt x="775386" y="1061077"/>
                              </a:cubicBezTo>
                              <a:cubicBezTo>
                                <a:pt x="777765" y="1059888"/>
                                <a:pt x="778954" y="1058698"/>
                                <a:pt x="783712" y="1058698"/>
                              </a:cubicBezTo>
                              <a:cubicBezTo>
                                <a:pt x="786091" y="1056320"/>
                                <a:pt x="788470" y="1053941"/>
                                <a:pt x="790849" y="1052751"/>
                              </a:cubicBezTo>
                              <a:cubicBezTo>
                                <a:pt x="792038" y="1043236"/>
                                <a:pt x="799175" y="1034910"/>
                                <a:pt x="802743" y="1025394"/>
                              </a:cubicBezTo>
                              <a:cubicBezTo>
                                <a:pt x="808690" y="1011121"/>
                                <a:pt x="803932" y="1002795"/>
                                <a:pt x="795606" y="992090"/>
                              </a:cubicBezTo>
                              <a:cubicBezTo>
                                <a:pt x="792038" y="986143"/>
                                <a:pt x="784902" y="982575"/>
                                <a:pt x="781333" y="977817"/>
                              </a:cubicBezTo>
                              <a:cubicBezTo>
                                <a:pt x="778954" y="975438"/>
                                <a:pt x="777765" y="975438"/>
                                <a:pt x="776576" y="969491"/>
                              </a:cubicBezTo>
                              <a:cubicBezTo>
                                <a:pt x="776576" y="967112"/>
                                <a:pt x="778954" y="963544"/>
                                <a:pt x="778954" y="959975"/>
                              </a:cubicBezTo>
                              <a:cubicBezTo>
                                <a:pt x="778954" y="956407"/>
                                <a:pt x="775386" y="956407"/>
                                <a:pt x="774197" y="952839"/>
                              </a:cubicBezTo>
                              <a:cubicBezTo>
                                <a:pt x="774197" y="951649"/>
                                <a:pt x="776576" y="946892"/>
                                <a:pt x="776576" y="944513"/>
                              </a:cubicBezTo>
                              <a:cubicBezTo>
                                <a:pt x="777765" y="938566"/>
                                <a:pt x="776576" y="930240"/>
                                <a:pt x="777765" y="925482"/>
                              </a:cubicBezTo>
                              <a:cubicBezTo>
                                <a:pt x="778954" y="918345"/>
                                <a:pt x="778954" y="911208"/>
                                <a:pt x="780144" y="905261"/>
                              </a:cubicBezTo>
                              <a:cubicBezTo>
                                <a:pt x="781333" y="898125"/>
                                <a:pt x="777765" y="894556"/>
                                <a:pt x="777765" y="887420"/>
                              </a:cubicBezTo>
                              <a:cubicBezTo>
                                <a:pt x="776576" y="879094"/>
                                <a:pt x="777765" y="874336"/>
                                <a:pt x="774197" y="867199"/>
                              </a:cubicBezTo>
                              <a:cubicBezTo>
                                <a:pt x="770628" y="860063"/>
                                <a:pt x="771818" y="854116"/>
                                <a:pt x="769439" y="846979"/>
                              </a:cubicBezTo>
                              <a:cubicBezTo>
                                <a:pt x="768249" y="839842"/>
                                <a:pt x="764681" y="835085"/>
                                <a:pt x="765871" y="827948"/>
                              </a:cubicBezTo>
                              <a:cubicBezTo>
                                <a:pt x="767060" y="820811"/>
                                <a:pt x="771818" y="817243"/>
                                <a:pt x="765871" y="811296"/>
                              </a:cubicBezTo>
                              <a:cubicBezTo>
                                <a:pt x="756355" y="802970"/>
                                <a:pt x="740892" y="813675"/>
                                <a:pt x="732566" y="819622"/>
                              </a:cubicBezTo>
                              <a:cubicBezTo>
                                <a:pt x="721862" y="826759"/>
                                <a:pt x="711157" y="837464"/>
                                <a:pt x="696883" y="833895"/>
                              </a:cubicBezTo>
                              <a:cubicBezTo>
                                <a:pt x="696883" y="826759"/>
                                <a:pt x="698073" y="818433"/>
                                <a:pt x="695694" y="811296"/>
                              </a:cubicBezTo>
                              <a:cubicBezTo>
                                <a:pt x="694505" y="806538"/>
                                <a:pt x="689747" y="800591"/>
                                <a:pt x="688557" y="794644"/>
                              </a:cubicBezTo>
                              <a:cubicBezTo>
                                <a:pt x="686178" y="787507"/>
                                <a:pt x="684989" y="782749"/>
                                <a:pt x="683800" y="775613"/>
                              </a:cubicBezTo>
                              <a:cubicBezTo>
                                <a:pt x="682610" y="767287"/>
                                <a:pt x="686178" y="763719"/>
                                <a:pt x="688557" y="756582"/>
                              </a:cubicBezTo>
                              <a:cubicBezTo>
                                <a:pt x="684989" y="757771"/>
                                <a:pt x="680231" y="756582"/>
                                <a:pt x="676663" y="757771"/>
                              </a:cubicBezTo>
                              <a:cubicBezTo>
                                <a:pt x="673095" y="758961"/>
                                <a:pt x="669526" y="761340"/>
                                <a:pt x="667147" y="762529"/>
                              </a:cubicBezTo>
                              <a:cubicBezTo>
                                <a:pt x="658821" y="764908"/>
                                <a:pt x="652874" y="757771"/>
                                <a:pt x="644548" y="758961"/>
                              </a:cubicBezTo>
                              <a:lnTo>
                                <a:pt x="932392" y="209442"/>
                              </a:lnTo>
                              <a:cubicBezTo>
                                <a:pt x="933581" y="209442"/>
                                <a:pt x="931202" y="208252"/>
                                <a:pt x="932392" y="20944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5" name="Freeform 1124">
                          <a:extLst>
                            <a:ext uri="{FF2B5EF4-FFF2-40B4-BE49-F238E27FC236}">
                              <a16:creationId xmlns:a16="http://schemas.microsoft.com/office/drawing/2014/main" id="{B43B7963-C052-3F99-D4AA-E36EC97BAA0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144541" y="1986253"/>
                          <a:ext cx="11762" cy="6175"/>
                        </a:xfrm>
                        <a:custGeom>
                          <a:avLst/>
                          <a:gdLst>
                            <a:gd name="connsiteX0" fmla="*/ 11762 w 11762"/>
                            <a:gd name="connsiteY0" fmla="*/ 4938 h 6175"/>
                            <a:gd name="connsiteX1" fmla="*/ 5815 w 11762"/>
                            <a:gd name="connsiteY1" fmla="*/ 181 h 6175"/>
                            <a:gd name="connsiteX2" fmla="*/ 2247 w 11762"/>
                            <a:gd name="connsiteY2" fmla="*/ 2559 h 6175"/>
                            <a:gd name="connsiteX3" fmla="*/ 11762 w 11762"/>
                            <a:gd name="connsiteY3" fmla="*/ 4938 h 61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1762" h="6175">
                              <a:moveTo>
                                <a:pt x="11762" y="4938"/>
                              </a:moveTo>
                              <a:cubicBezTo>
                                <a:pt x="11762" y="4938"/>
                                <a:pt x="10573" y="-1009"/>
                                <a:pt x="5815" y="181"/>
                              </a:cubicBezTo>
                              <a:cubicBezTo>
                                <a:pt x="1057" y="1370"/>
                                <a:pt x="-2511" y="-2198"/>
                                <a:pt x="2247" y="2559"/>
                              </a:cubicBezTo>
                              <a:cubicBezTo>
                                <a:pt x="5815" y="6128"/>
                                <a:pt x="11762" y="7317"/>
                                <a:pt x="11762" y="493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6" name="Freeform 1125">
                          <a:extLst>
                            <a:ext uri="{FF2B5EF4-FFF2-40B4-BE49-F238E27FC236}">
                              <a16:creationId xmlns:a16="http://schemas.microsoft.com/office/drawing/2014/main" id="{1DD0B60A-3651-BFD0-C06C-B5A37D5C74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92696" y="2002022"/>
                          <a:ext cx="21977" cy="13850"/>
                        </a:xfrm>
                        <a:custGeom>
                          <a:avLst/>
                          <a:gdLst>
                            <a:gd name="connsiteX0" fmla="*/ 5326 w 21977"/>
                            <a:gd name="connsiteY0" fmla="*/ 12958 h 13850"/>
                            <a:gd name="connsiteX1" fmla="*/ 11273 w 21977"/>
                            <a:gd name="connsiteY1" fmla="*/ 12958 h 13850"/>
                            <a:gd name="connsiteX2" fmla="*/ 21978 w 21977"/>
                            <a:gd name="connsiteY2" fmla="*/ 8201 h 13850"/>
                            <a:gd name="connsiteX3" fmla="*/ 14841 w 21977"/>
                            <a:gd name="connsiteY3" fmla="*/ 1064 h 13850"/>
                            <a:gd name="connsiteX4" fmla="*/ 568 w 21977"/>
                            <a:gd name="connsiteY4" fmla="*/ 3443 h 13850"/>
                            <a:gd name="connsiteX5" fmla="*/ 5326 w 21977"/>
                            <a:gd name="connsiteY5" fmla="*/ 12958 h 138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21977" h="13850">
                              <a:moveTo>
                                <a:pt x="5326" y="12958"/>
                              </a:moveTo>
                              <a:cubicBezTo>
                                <a:pt x="6515" y="14148"/>
                                <a:pt x="7704" y="14148"/>
                                <a:pt x="11273" y="12958"/>
                              </a:cubicBezTo>
                              <a:cubicBezTo>
                                <a:pt x="14841" y="11769"/>
                                <a:pt x="21978" y="8201"/>
                                <a:pt x="21978" y="8201"/>
                              </a:cubicBezTo>
                              <a:cubicBezTo>
                                <a:pt x="21978" y="8201"/>
                                <a:pt x="18409" y="1064"/>
                                <a:pt x="14841" y="1064"/>
                              </a:cubicBezTo>
                              <a:cubicBezTo>
                                <a:pt x="11273" y="-126"/>
                                <a:pt x="-3000" y="-1315"/>
                                <a:pt x="568" y="3443"/>
                              </a:cubicBezTo>
                              <a:cubicBezTo>
                                <a:pt x="5326" y="7011"/>
                                <a:pt x="4136" y="11769"/>
                                <a:pt x="5326" y="129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7" name="Freeform 1126">
                          <a:extLst>
                            <a:ext uri="{FF2B5EF4-FFF2-40B4-BE49-F238E27FC236}">
                              <a16:creationId xmlns:a16="http://schemas.microsoft.com/office/drawing/2014/main" id="{78421B1A-8E23-79BB-E807-BFF5AD84DC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70604" y="2010090"/>
                          <a:ext cx="21604" cy="27622"/>
                        </a:xfrm>
                        <a:custGeom>
                          <a:avLst/>
                          <a:gdLst>
                            <a:gd name="connsiteX0" fmla="*/ 4818 w 21604"/>
                            <a:gd name="connsiteY0" fmla="*/ 21542 h 27622"/>
                            <a:gd name="connsiteX1" fmla="*/ 10766 w 21604"/>
                            <a:gd name="connsiteY1" fmla="*/ 20353 h 27622"/>
                            <a:gd name="connsiteX2" fmla="*/ 15523 w 21604"/>
                            <a:gd name="connsiteY2" fmla="*/ 27490 h 27622"/>
                            <a:gd name="connsiteX3" fmla="*/ 15523 w 21604"/>
                            <a:gd name="connsiteY3" fmla="*/ 22732 h 27622"/>
                            <a:gd name="connsiteX4" fmla="*/ 21471 w 21604"/>
                            <a:gd name="connsiteY4" fmla="*/ 8459 h 27622"/>
                            <a:gd name="connsiteX5" fmla="*/ 19092 w 21604"/>
                            <a:gd name="connsiteY5" fmla="*/ 133 h 27622"/>
                            <a:gd name="connsiteX6" fmla="*/ 61 w 21604"/>
                            <a:gd name="connsiteY6" fmla="*/ 16785 h 27622"/>
                            <a:gd name="connsiteX7" fmla="*/ 4818 w 21604"/>
                            <a:gd name="connsiteY7" fmla="*/ 21542 h 276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21604" h="27622">
                              <a:moveTo>
                                <a:pt x="4818" y="21542"/>
                              </a:moveTo>
                              <a:cubicBezTo>
                                <a:pt x="7197" y="20353"/>
                                <a:pt x="9576" y="17974"/>
                                <a:pt x="10766" y="20353"/>
                              </a:cubicBezTo>
                              <a:cubicBezTo>
                                <a:pt x="11955" y="21542"/>
                                <a:pt x="14334" y="28679"/>
                                <a:pt x="15523" y="27490"/>
                              </a:cubicBezTo>
                              <a:cubicBezTo>
                                <a:pt x="16713" y="26300"/>
                                <a:pt x="14334" y="23921"/>
                                <a:pt x="15523" y="22732"/>
                              </a:cubicBezTo>
                              <a:cubicBezTo>
                                <a:pt x="15523" y="22732"/>
                                <a:pt x="22660" y="10838"/>
                                <a:pt x="21471" y="8459"/>
                              </a:cubicBezTo>
                              <a:cubicBezTo>
                                <a:pt x="20281" y="6080"/>
                                <a:pt x="21471" y="-1057"/>
                                <a:pt x="19092" y="133"/>
                              </a:cubicBezTo>
                              <a:cubicBezTo>
                                <a:pt x="15523" y="1322"/>
                                <a:pt x="-1129" y="14406"/>
                                <a:pt x="61" y="16785"/>
                              </a:cubicBezTo>
                              <a:cubicBezTo>
                                <a:pt x="1250" y="17974"/>
                                <a:pt x="2440" y="22732"/>
                                <a:pt x="4818" y="2154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8" name="Freeform 1127">
                          <a:extLst>
                            <a:ext uri="{FF2B5EF4-FFF2-40B4-BE49-F238E27FC236}">
                              <a16:creationId xmlns:a16="http://schemas.microsoft.com/office/drawing/2014/main" id="{EB2D086E-347D-36B9-4ABD-E932DF2724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943082" y="1917447"/>
                          <a:ext cx="61107" cy="66766"/>
                        </a:xfrm>
                        <a:custGeom>
                          <a:avLst/>
                          <a:gdLst>
                            <a:gd name="connsiteX0" fmla="*/ 8639 w 61107"/>
                            <a:gd name="connsiteY0" fmla="*/ 35683 h 66766"/>
                            <a:gd name="connsiteX1" fmla="*/ 15775 w 61107"/>
                            <a:gd name="connsiteY1" fmla="*/ 30925 h 66766"/>
                            <a:gd name="connsiteX2" fmla="*/ 27670 w 61107"/>
                            <a:gd name="connsiteY2" fmla="*/ 38062 h 66766"/>
                            <a:gd name="connsiteX3" fmla="*/ 28859 w 61107"/>
                            <a:gd name="connsiteY3" fmla="*/ 51146 h 66766"/>
                            <a:gd name="connsiteX4" fmla="*/ 33617 w 61107"/>
                            <a:gd name="connsiteY4" fmla="*/ 57093 h 66766"/>
                            <a:gd name="connsiteX5" fmla="*/ 30049 w 61107"/>
                            <a:gd name="connsiteY5" fmla="*/ 66608 h 66766"/>
                            <a:gd name="connsiteX6" fmla="*/ 41943 w 61107"/>
                            <a:gd name="connsiteY6" fmla="*/ 63040 h 66766"/>
                            <a:gd name="connsiteX7" fmla="*/ 49080 w 61107"/>
                            <a:gd name="connsiteY7" fmla="*/ 61851 h 66766"/>
                            <a:gd name="connsiteX8" fmla="*/ 53837 w 61107"/>
                            <a:gd name="connsiteY8" fmla="*/ 59472 h 66766"/>
                            <a:gd name="connsiteX9" fmla="*/ 60974 w 61107"/>
                            <a:gd name="connsiteY9" fmla="*/ 60661 h 66766"/>
                            <a:gd name="connsiteX10" fmla="*/ 58595 w 61107"/>
                            <a:gd name="connsiteY10" fmla="*/ 53525 h 66766"/>
                            <a:gd name="connsiteX11" fmla="*/ 52648 w 61107"/>
                            <a:gd name="connsiteY11" fmla="*/ 46388 h 66766"/>
                            <a:gd name="connsiteX12" fmla="*/ 51458 w 61107"/>
                            <a:gd name="connsiteY12" fmla="*/ 39251 h 66766"/>
                            <a:gd name="connsiteX13" fmla="*/ 45511 w 61107"/>
                            <a:gd name="connsiteY13" fmla="*/ 30925 h 66766"/>
                            <a:gd name="connsiteX14" fmla="*/ 46701 w 61107"/>
                            <a:gd name="connsiteY14" fmla="*/ 21410 h 66766"/>
                            <a:gd name="connsiteX15" fmla="*/ 35996 w 61107"/>
                            <a:gd name="connsiteY15" fmla="*/ 17842 h 66766"/>
                            <a:gd name="connsiteX16" fmla="*/ 24102 w 61107"/>
                            <a:gd name="connsiteY16" fmla="*/ 17842 h 66766"/>
                            <a:gd name="connsiteX17" fmla="*/ 19344 w 61107"/>
                            <a:gd name="connsiteY17" fmla="*/ 13084 h 66766"/>
                            <a:gd name="connsiteX18" fmla="*/ 18154 w 61107"/>
                            <a:gd name="connsiteY18" fmla="*/ 0 h 66766"/>
                            <a:gd name="connsiteX19" fmla="*/ 12207 w 61107"/>
                            <a:gd name="connsiteY19" fmla="*/ 9516 h 66766"/>
                            <a:gd name="connsiteX20" fmla="*/ 313 w 61107"/>
                            <a:gd name="connsiteY20" fmla="*/ 23789 h 66766"/>
                            <a:gd name="connsiteX21" fmla="*/ 8639 w 61107"/>
                            <a:gd name="connsiteY21" fmla="*/ 35683 h 6676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</a:cxnLst>
                          <a:rect l="l" t="t" r="r" b="b"/>
                          <a:pathLst>
                            <a:path w="61107" h="66766">
                              <a:moveTo>
                                <a:pt x="8639" y="35683"/>
                              </a:moveTo>
                              <a:cubicBezTo>
                                <a:pt x="12207" y="33304"/>
                                <a:pt x="8639" y="29736"/>
                                <a:pt x="15775" y="30925"/>
                              </a:cubicBezTo>
                              <a:cubicBezTo>
                                <a:pt x="22912" y="30925"/>
                                <a:pt x="27670" y="32115"/>
                                <a:pt x="27670" y="38062"/>
                              </a:cubicBezTo>
                              <a:cubicBezTo>
                                <a:pt x="27670" y="44009"/>
                                <a:pt x="24102" y="48767"/>
                                <a:pt x="28859" y="51146"/>
                              </a:cubicBezTo>
                              <a:cubicBezTo>
                                <a:pt x="32428" y="53525"/>
                                <a:pt x="34806" y="53525"/>
                                <a:pt x="33617" y="57093"/>
                              </a:cubicBezTo>
                              <a:cubicBezTo>
                                <a:pt x="32428" y="60661"/>
                                <a:pt x="24102" y="65419"/>
                                <a:pt x="30049" y="66608"/>
                              </a:cubicBezTo>
                              <a:cubicBezTo>
                                <a:pt x="34806" y="67798"/>
                                <a:pt x="39564" y="61851"/>
                                <a:pt x="41943" y="63040"/>
                              </a:cubicBezTo>
                              <a:cubicBezTo>
                                <a:pt x="44322" y="64230"/>
                                <a:pt x="49080" y="63040"/>
                                <a:pt x="49080" y="61851"/>
                              </a:cubicBezTo>
                              <a:cubicBezTo>
                                <a:pt x="49080" y="60661"/>
                                <a:pt x="52648" y="58282"/>
                                <a:pt x="53837" y="59472"/>
                              </a:cubicBezTo>
                              <a:cubicBezTo>
                                <a:pt x="55027" y="60661"/>
                                <a:pt x="62163" y="64230"/>
                                <a:pt x="60974" y="60661"/>
                              </a:cubicBezTo>
                              <a:cubicBezTo>
                                <a:pt x="60974" y="60661"/>
                                <a:pt x="60974" y="57093"/>
                                <a:pt x="58595" y="53525"/>
                              </a:cubicBezTo>
                              <a:cubicBezTo>
                                <a:pt x="55027" y="49956"/>
                                <a:pt x="52648" y="49956"/>
                                <a:pt x="52648" y="46388"/>
                              </a:cubicBezTo>
                              <a:cubicBezTo>
                                <a:pt x="53837" y="42820"/>
                                <a:pt x="52648" y="41630"/>
                                <a:pt x="51458" y="39251"/>
                              </a:cubicBezTo>
                              <a:cubicBezTo>
                                <a:pt x="49080" y="38062"/>
                                <a:pt x="44322" y="33304"/>
                                <a:pt x="45511" y="30925"/>
                              </a:cubicBezTo>
                              <a:cubicBezTo>
                                <a:pt x="46701" y="28546"/>
                                <a:pt x="50269" y="24978"/>
                                <a:pt x="46701" y="21410"/>
                              </a:cubicBezTo>
                              <a:cubicBezTo>
                                <a:pt x="43132" y="19031"/>
                                <a:pt x="40754" y="17842"/>
                                <a:pt x="35996" y="17842"/>
                              </a:cubicBezTo>
                              <a:cubicBezTo>
                                <a:pt x="32428" y="17842"/>
                                <a:pt x="25291" y="19031"/>
                                <a:pt x="24102" y="17842"/>
                              </a:cubicBezTo>
                              <a:cubicBezTo>
                                <a:pt x="22912" y="16652"/>
                                <a:pt x="21723" y="15463"/>
                                <a:pt x="19344" y="13084"/>
                              </a:cubicBezTo>
                              <a:cubicBezTo>
                                <a:pt x="16965" y="11894"/>
                                <a:pt x="19344" y="0"/>
                                <a:pt x="18154" y="0"/>
                              </a:cubicBezTo>
                              <a:cubicBezTo>
                                <a:pt x="16965" y="1189"/>
                                <a:pt x="14586" y="7137"/>
                                <a:pt x="12207" y="9516"/>
                              </a:cubicBezTo>
                              <a:cubicBezTo>
                                <a:pt x="9828" y="11894"/>
                                <a:pt x="-2066" y="16652"/>
                                <a:pt x="313" y="23789"/>
                              </a:cubicBezTo>
                              <a:cubicBezTo>
                                <a:pt x="1502" y="30925"/>
                                <a:pt x="6260" y="38062"/>
                                <a:pt x="8639" y="35683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9" name="Freeform 1128">
                          <a:extLst>
                            <a:ext uri="{FF2B5EF4-FFF2-40B4-BE49-F238E27FC236}">
                              <a16:creationId xmlns:a16="http://schemas.microsoft.com/office/drawing/2014/main" id="{ABC42ED2-7B1A-5671-9923-CA19E85664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937448" y="2150576"/>
                          <a:ext cx="43247" cy="31354"/>
                        </a:xfrm>
                        <a:custGeom>
                          <a:avLst/>
                          <a:gdLst>
                            <a:gd name="connsiteX0" fmla="*/ 11894 w 43247"/>
                            <a:gd name="connsiteY0" fmla="*/ 26168 h 31354"/>
                            <a:gd name="connsiteX1" fmla="*/ 22599 w 43247"/>
                            <a:gd name="connsiteY1" fmla="*/ 30925 h 31354"/>
                            <a:gd name="connsiteX2" fmla="*/ 26168 w 43247"/>
                            <a:gd name="connsiteY2" fmla="*/ 27357 h 31354"/>
                            <a:gd name="connsiteX3" fmla="*/ 36873 w 43247"/>
                            <a:gd name="connsiteY3" fmla="*/ 21410 h 31354"/>
                            <a:gd name="connsiteX4" fmla="*/ 42820 w 43247"/>
                            <a:gd name="connsiteY4" fmla="*/ 11894 h 31354"/>
                            <a:gd name="connsiteX5" fmla="*/ 36873 w 43247"/>
                            <a:gd name="connsiteY5" fmla="*/ 5947 h 31354"/>
                            <a:gd name="connsiteX6" fmla="*/ 34494 w 43247"/>
                            <a:gd name="connsiteY6" fmla="*/ 0 h 31354"/>
                            <a:gd name="connsiteX7" fmla="*/ 22599 w 43247"/>
                            <a:gd name="connsiteY7" fmla="*/ 8326 h 31354"/>
                            <a:gd name="connsiteX8" fmla="*/ 0 w 43247"/>
                            <a:gd name="connsiteY8" fmla="*/ 4758 h 31354"/>
                            <a:gd name="connsiteX9" fmla="*/ 11894 w 43247"/>
                            <a:gd name="connsiteY9" fmla="*/ 26168 h 3135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43247" h="31354">
                              <a:moveTo>
                                <a:pt x="11894" y="26168"/>
                              </a:moveTo>
                              <a:cubicBezTo>
                                <a:pt x="17842" y="30925"/>
                                <a:pt x="21410" y="32115"/>
                                <a:pt x="22599" y="30925"/>
                              </a:cubicBezTo>
                              <a:cubicBezTo>
                                <a:pt x="23789" y="29736"/>
                                <a:pt x="22599" y="26168"/>
                                <a:pt x="26168" y="27357"/>
                              </a:cubicBezTo>
                              <a:cubicBezTo>
                                <a:pt x="30925" y="28547"/>
                                <a:pt x="36873" y="28547"/>
                                <a:pt x="36873" y="21410"/>
                              </a:cubicBezTo>
                              <a:cubicBezTo>
                                <a:pt x="36873" y="21410"/>
                                <a:pt x="45199" y="16652"/>
                                <a:pt x="42820" y="11894"/>
                              </a:cubicBezTo>
                              <a:cubicBezTo>
                                <a:pt x="40441" y="8326"/>
                                <a:pt x="38062" y="8326"/>
                                <a:pt x="36873" y="5947"/>
                              </a:cubicBezTo>
                              <a:cubicBezTo>
                                <a:pt x="35683" y="3568"/>
                                <a:pt x="38062" y="0"/>
                                <a:pt x="34494" y="0"/>
                              </a:cubicBezTo>
                              <a:cubicBezTo>
                                <a:pt x="30925" y="1190"/>
                                <a:pt x="24978" y="8326"/>
                                <a:pt x="22599" y="8326"/>
                              </a:cubicBezTo>
                              <a:cubicBezTo>
                                <a:pt x="20220" y="8326"/>
                                <a:pt x="0" y="1190"/>
                                <a:pt x="0" y="4758"/>
                              </a:cubicBezTo>
                              <a:cubicBezTo>
                                <a:pt x="1189" y="9516"/>
                                <a:pt x="4758" y="22599"/>
                                <a:pt x="11894" y="261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0" name="Freeform 1129">
                          <a:extLst>
                            <a:ext uri="{FF2B5EF4-FFF2-40B4-BE49-F238E27FC236}">
                              <a16:creationId xmlns:a16="http://schemas.microsoft.com/office/drawing/2014/main" id="{0EBC6E0D-6D4A-52E0-9B4C-28FF29178C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41808" y="2266824"/>
                          <a:ext cx="11814" cy="9246"/>
                        </a:xfrm>
                        <a:custGeom>
                          <a:avLst/>
                          <a:gdLst>
                            <a:gd name="connsiteX0" fmla="*/ 11014 w 11814"/>
                            <a:gd name="connsiteY0" fmla="*/ 316 h 9246"/>
                            <a:gd name="connsiteX1" fmla="*/ 309 w 11814"/>
                            <a:gd name="connsiteY1" fmla="*/ 3885 h 9246"/>
                            <a:gd name="connsiteX2" fmla="*/ 5067 w 11814"/>
                            <a:gd name="connsiteY2" fmla="*/ 7453 h 9246"/>
                            <a:gd name="connsiteX3" fmla="*/ 11014 w 11814"/>
                            <a:gd name="connsiteY3" fmla="*/ 316 h 924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1814" h="9246">
                              <a:moveTo>
                                <a:pt x="11014" y="316"/>
                              </a:moveTo>
                              <a:cubicBezTo>
                                <a:pt x="7446" y="-873"/>
                                <a:pt x="1499" y="1506"/>
                                <a:pt x="309" y="3885"/>
                              </a:cubicBezTo>
                              <a:cubicBezTo>
                                <a:pt x="-880" y="6264"/>
                                <a:pt x="1499" y="12211"/>
                                <a:pt x="5067" y="7453"/>
                              </a:cubicBezTo>
                              <a:cubicBezTo>
                                <a:pt x="5067" y="7453"/>
                                <a:pt x="14583" y="1506"/>
                                <a:pt x="11014" y="31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1" name="Freeform 1130">
                          <a:extLst>
                            <a:ext uri="{FF2B5EF4-FFF2-40B4-BE49-F238E27FC236}">
                              <a16:creationId xmlns:a16="http://schemas.microsoft.com/office/drawing/2014/main" id="{0845B6FC-651D-881B-5657-8886472715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51449" y="2271098"/>
                          <a:ext cx="4941" cy="5558"/>
                        </a:xfrm>
                        <a:custGeom>
                          <a:avLst/>
                          <a:gdLst>
                            <a:gd name="connsiteX0" fmla="*/ 1373 w 4941"/>
                            <a:gd name="connsiteY0" fmla="*/ 5558 h 5558"/>
                            <a:gd name="connsiteX1" fmla="*/ 4942 w 4941"/>
                            <a:gd name="connsiteY1" fmla="*/ 3179 h 5558"/>
                            <a:gd name="connsiteX2" fmla="*/ 1373 w 4941"/>
                            <a:gd name="connsiteY2" fmla="*/ 800 h 5558"/>
                            <a:gd name="connsiteX3" fmla="*/ 1373 w 4941"/>
                            <a:gd name="connsiteY3" fmla="*/ 5558 h 555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941" h="5558">
                              <a:moveTo>
                                <a:pt x="1373" y="5558"/>
                              </a:moveTo>
                              <a:cubicBezTo>
                                <a:pt x="3752" y="5558"/>
                                <a:pt x="4942" y="5558"/>
                                <a:pt x="4942" y="3179"/>
                              </a:cubicBezTo>
                              <a:cubicBezTo>
                                <a:pt x="4942" y="1990"/>
                                <a:pt x="2563" y="-1579"/>
                                <a:pt x="1373" y="800"/>
                              </a:cubicBezTo>
                              <a:cubicBezTo>
                                <a:pt x="184" y="3179"/>
                                <a:pt x="-1005" y="5558"/>
                                <a:pt x="1373" y="555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" name="Freeform 1131">
                          <a:extLst>
                            <a:ext uri="{FF2B5EF4-FFF2-40B4-BE49-F238E27FC236}">
                              <a16:creationId xmlns:a16="http://schemas.microsoft.com/office/drawing/2014/main" id="{994AC747-8D7D-98AB-DF63-D993F740E4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403770" y="2256279"/>
                          <a:ext cx="11830" cy="13108"/>
                        </a:xfrm>
                        <a:custGeom>
                          <a:avLst/>
                          <a:gdLst>
                            <a:gd name="connsiteX0" fmla="*/ 4694 w 11830"/>
                            <a:gd name="connsiteY0" fmla="*/ 156 h 13108"/>
                            <a:gd name="connsiteX1" fmla="*/ 1126 w 11830"/>
                            <a:gd name="connsiteY1" fmla="*/ 12051 h 13108"/>
                            <a:gd name="connsiteX2" fmla="*/ 11831 w 11830"/>
                            <a:gd name="connsiteY2" fmla="*/ 12051 h 13108"/>
                            <a:gd name="connsiteX3" fmla="*/ 8263 w 11830"/>
                            <a:gd name="connsiteY3" fmla="*/ 6104 h 13108"/>
                            <a:gd name="connsiteX4" fmla="*/ 4694 w 11830"/>
                            <a:gd name="connsiteY4" fmla="*/ 156 h 1310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1830" h="13108">
                              <a:moveTo>
                                <a:pt x="4694" y="156"/>
                              </a:moveTo>
                              <a:cubicBezTo>
                                <a:pt x="3505" y="1346"/>
                                <a:pt x="-2442" y="10861"/>
                                <a:pt x="1126" y="12051"/>
                              </a:cubicBezTo>
                              <a:cubicBezTo>
                                <a:pt x="1126" y="12051"/>
                                <a:pt x="11831" y="14430"/>
                                <a:pt x="11831" y="12051"/>
                              </a:cubicBezTo>
                              <a:cubicBezTo>
                                <a:pt x="11831" y="9672"/>
                                <a:pt x="8263" y="7293"/>
                                <a:pt x="8263" y="6104"/>
                              </a:cubicBezTo>
                              <a:cubicBezTo>
                                <a:pt x="8263" y="4914"/>
                                <a:pt x="7073" y="-1033"/>
                                <a:pt x="4694" y="15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" name="Freeform 1132">
                          <a:extLst>
                            <a:ext uri="{FF2B5EF4-FFF2-40B4-BE49-F238E27FC236}">
                              <a16:creationId xmlns:a16="http://schemas.microsoft.com/office/drawing/2014/main" id="{6889CEFE-30DF-7C3D-8130-AA8C354771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97523" y="2243352"/>
                          <a:ext cx="7372" cy="5352"/>
                        </a:xfrm>
                        <a:custGeom>
                          <a:avLst/>
                          <a:gdLst>
                            <a:gd name="connsiteX0" fmla="*/ 4994 w 7372"/>
                            <a:gd name="connsiteY0" fmla="*/ 0 h 5352"/>
                            <a:gd name="connsiteX1" fmla="*/ 236 w 7372"/>
                            <a:gd name="connsiteY1" fmla="*/ 3568 h 5352"/>
                            <a:gd name="connsiteX2" fmla="*/ 7373 w 7372"/>
                            <a:gd name="connsiteY2" fmla="*/ 3568 h 5352"/>
                            <a:gd name="connsiteX3" fmla="*/ 4994 w 7372"/>
                            <a:gd name="connsiteY3" fmla="*/ 0 h 535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372" h="5352">
                              <a:moveTo>
                                <a:pt x="4994" y="0"/>
                              </a:moveTo>
                              <a:cubicBezTo>
                                <a:pt x="2615" y="0"/>
                                <a:pt x="-953" y="1190"/>
                                <a:pt x="236" y="3568"/>
                              </a:cubicBezTo>
                              <a:cubicBezTo>
                                <a:pt x="1426" y="5947"/>
                                <a:pt x="6183" y="5947"/>
                                <a:pt x="7373" y="3568"/>
                              </a:cubicBezTo>
                              <a:cubicBezTo>
                                <a:pt x="7373" y="3568"/>
                                <a:pt x="7373" y="0"/>
                                <a:pt x="4994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" name="Freeform 1133">
                          <a:extLst>
                            <a:ext uri="{FF2B5EF4-FFF2-40B4-BE49-F238E27FC236}">
                              <a16:creationId xmlns:a16="http://schemas.microsoft.com/office/drawing/2014/main" id="{39F87D8B-5A31-A257-3EC0-25C685E6093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408307" y="2234249"/>
                          <a:ext cx="4915" cy="3624"/>
                        </a:xfrm>
                        <a:custGeom>
                          <a:avLst/>
                          <a:gdLst>
                            <a:gd name="connsiteX0" fmla="*/ 4915 w 4915"/>
                            <a:gd name="connsiteY0" fmla="*/ 777 h 3624"/>
                            <a:gd name="connsiteX1" fmla="*/ 157 w 4915"/>
                            <a:gd name="connsiteY1" fmla="*/ 1966 h 3624"/>
                            <a:gd name="connsiteX2" fmla="*/ 4915 w 4915"/>
                            <a:gd name="connsiteY2" fmla="*/ 777 h 362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4915" h="3624">
                              <a:moveTo>
                                <a:pt x="4915" y="777"/>
                              </a:moveTo>
                              <a:cubicBezTo>
                                <a:pt x="4915" y="777"/>
                                <a:pt x="-1032" y="-1602"/>
                                <a:pt x="157" y="1966"/>
                              </a:cubicBezTo>
                              <a:cubicBezTo>
                                <a:pt x="2536" y="4345"/>
                                <a:pt x="4915" y="4345"/>
                                <a:pt x="4915" y="77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5" name="Freeform 1134">
                          <a:extLst>
                            <a:ext uri="{FF2B5EF4-FFF2-40B4-BE49-F238E27FC236}">
                              <a16:creationId xmlns:a16="http://schemas.microsoft.com/office/drawing/2014/main" id="{CEDD213D-C873-7850-4F2C-06D70EE094B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440281" y="2296560"/>
                          <a:ext cx="10478" cy="8642"/>
                        </a:xfrm>
                        <a:custGeom>
                          <a:avLst/>
                          <a:gdLst>
                            <a:gd name="connsiteX0" fmla="*/ 9813 w 10478"/>
                            <a:gd name="connsiteY0" fmla="*/ 316 h 8642"/>
                            <a:gd name="connsiteX1" fmla="*/ 297 w 10478"/>
                            <a:gd name="connsiteY1" fmla="*/ 3885 h 8642"/>
                            <a:gd name="connsiteX2" fmla="*/ 1487 w 10478"/>
                            <a:gd name="connsiteY2" fmla="*/ 8642 h 8642"/>
                            <a:gd name="connsiteX3" fmla="*/ 7434 w 10478"/>
                            <a:gd name="connsiteY3" fmla="*/ 5074 h 8642"/>
                            <a:gd name="connsiteX4" fmla="*/ 9813 w 10478"/>
                            <a:gd name="connsiteY4" fmla="*/ 316 h 86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0478" h="8642">
                              <a:moveTo>
                                <a:pt x="9813" y="316"/>
                              </a:moveTo>
                              <a:cubicBezTo>
                                <a:pt x="7434" y="-873"/>
                                <a:pt x="297" y="1506"/>
                                <a:pt x="297" y="3885"/>
                              </a:cubicBezTo>
                              <a:cubicBezTo>
                                <a:pt x="297" y="6264"/>
                                <a:pt x="-892" y="7453"/>
                                <a:pt x="1487" y="8642"/>
                              </a:cubicBezTo>
                              <a:cubicBezTo>
                                <a:pt x="3866" y="8642"/>
                                <a:pt x="5055" y="7453"/>
                                <a:pt x="7434" y="5074"/>
                              </a:cubicBezTo>
                              <a:cubicBezTo>
                                <a:pt x="7434" y="5074"/>
                                <a:pt x="12192" y="2695"/>
                                <a:pt x="9813" y="31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6" name="Freeform 1135">
                          <a:extLst>
                            <a:ext uri="{FF2B5EF4-FFF2-40B4-BE49-F238E27FC236}">
                              <a16:creationId xmlns:a16="http://schemas.microsoft.com/office/drawing/2014/main" id="{E95EEE8D-41AA-6F71-D8D1-7EC2778C6C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4807" y="2310349"/>
                          <a:ext cx="5972" cy="5558"/>
                        </a:xfrm>
                        <a:custGeom>
                          <a:avLst/>
                          <a:gdLst>
                            <a:gd name="connsiteX0" fmla="*/ 1057 w 5972"/>
                            <a:gd name="connsiteY0" fmla="*/ 800 h 5558"/>
                            <a:gd name="connsiteX1" fmla="*/ 1057 w 5972"/>
                            <a:gd name="connsiteY1" fmla="*/ 5558 h 5558"/>
                            <a:gd name="connsiteX2" fmla="*/ 5815 w 5972"/>
                            <a:gd name="connsiteY2" fmla="*/ 3179 h 5558"/>
                            <a:gd name="connsiteX3" fmla="*/ 1057 w 5972"/>
                            <a:gd name="connsiteY3" fmla="*/ 800 h 555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72" h="5558">
                              <a:moveTo>
                                <a:pt x="1057" y="800"/>
                              </a:moveTo>
                              <a:cubicBezTo>
                                <a:pt x="1057" y="1990"/>
                                <a:pt x="-1322" y="4369"/>
                                <a:pt x="1057" y="5558"/>
                              </a:cubicBezTo>
                              <a:cubicBezTo>
                                <a:pt x="3436" y="5558"/>
                                <a:pt x="5815" y="5558"/>
                                <a:pt x="5815" y="3179"/>
                              </a:cubicBezTo>
                              <a:cubicBezTo>
                                <a:pt x="7004" y="1990"/>
                                <a:pt x="1057" y="-1579"/>
                                <a:pt x="1057" y="80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7" name="Freeform 1136">
                          <a:extLst>
                            <a:ext uri="{FF2B5EF4-FFF2-40B4-BE49-F238E27FC236}">
                              <a16:creationId xmlns:a16="http://schemas.microsoft.com/office/drawing/2014/main" id="{567366AA-27BD-0E25-4270-3A4FC04C9CD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61597" y="2273088"/>
                          <a:ext cx="9102" cy="6932"/>
                        </a:xfrm>
                        <a:custGeom>
                          <a:avLst/>
                          <a:gdLst>
                            <a:gd name="connsiteX0" fmla="*/ 8805 w 9102"/>
                            <a:gd name="connsiteY0" fmla="*/ 3568 h 6932"/>
                            <a:gd name="connsiteX1" fmla="*/ 7615 w 9102"/>
                            <a:gd name="connsiteY1" fmla="*/ 0 h 6932"/>
                            <a:gd name="connsiteX2" fmla="*/ 479 w 9102"/>
                            <a:gd name="connsiteY2" fmla="*/ 5947 h 6932"/>
                            <a:gd name="connsiteX3" fmla="*/ 8805 w 9102"/>
                            <a:gd name="connsiteY3" fmla="*/ 3568 h 693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9102" h="6932">
                              <a:moveTo>
                                <a:pt x="8805" y="3568"/>
                              </a:moveTo>
                              <a:cubicBezTo>
                                <a:pt x="8805" y="3568"/>
                                <a:pt x="9994" y="0"/>
                                <a:pt x="7615" y="0"/>
                              </a:cubicBezTo>
                              <a:cubicBezTo>
                                <a:pt x="5237" y="0"/>
                                <a:pt x="-1900" y="4758"/>
                                <a:pt x="479" y="5947"/>
                              </a:cubicBezTo>
                              <a:cubicBezTo>
                                <a:pt x="2858" y="8326"/>
                                <a:pt x="6426" y="5947"/>
                                <a:pt x="8805" y="3568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8" name="Freeform 1137">
                          <a:extLst>
                            <a:ext uri="{FF2B5EF4-FFF2-40B4-BE49-F238E27FC236}">
                              <a16:creationId xmlns:a16="http://schemas.microsoft.com/office/drawing/2014/main" id="{7A70E70C-663C-D75A-6B22-A07B94EB67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75057" y="2250621"/>
                          <a:ext cx="15879" cy="17816"/>
                        </a:xfrm>
                        <a:custGeom>
                          <a:avLst/>
                          <a:gdLst>
                            <a:gd name="connsiteX0" fmla="*/ 103 w 15879"/>
                            <a:gd name="connsiteY0" fmla="*/ 15330 h 17816"/>
                            <a:gd name="connsiteX1" fmla="*/ 6050 w 15879"/>
                            <a:gd name="connsiteY1" fmla="*/ 16520 h 17816"/>
                            <a:gd name="connsiteX2" fmla="*/ 15565 w 15879"/>
                            <a:gd name="connsiteY2" fmla="*/ 1057 h 17816"/>
                            <a:gd name="connsiteX3" fmla="*/ 9618 w 15879"/>
                            <a:gd name="connsiteY3" fmla="*/ 1057 h 17816"/>
                            <a:gd name="connsiteX4" fmla="*/ 103 w 15879"/>
                            <a:gd name="connsiteY4" fmla="*/ 15330 h 1781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5879" h="17816">
                              <a:moveTo>
                                <a:pt x="103" y="15330"/>
                              </a:moveTo>
                              <a:cubicBezTo>
                                <a:pt x="1292" y="17709"/>
                                <a:pt x="3671" y="18899"/>
                                <a:pt x="6050" y="16520"/>
                              </a:cubicBezTo>
                              <a:cubicBezTo>
                                <a:pt x="6050" y="16520"/>
                                <a:pt x="17944" y="1057"/>
                                <a:pt x="15565" y="1057"/>
                              </a:cubicBezTo>
                              <a:cubicBezTo>
                                <a:pt x="13186" y="1057"/>
                                <a:pt x="10808" y="-1322"/>
                                <a:pt x="9618" y="1057"/>
                              </a:cubicBezTo>
                              <a:cubicBezTo>
                                <a:pt x="8429" y="4626"/>
                                <a:pt x="-1087" y="12952"/>
                                <a:pt x="103" y="1533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9" name="Freeform 1138">
                          <a:extLst>
                            <a:ext uri="{FF2B5EF4-FFF2-40B4-BE49-F238E27FC236}">
                              <a16:creationId xmlns:a16="http://schemas.microsoft.com/office/drawing/2014/main" id="{3B9A6B5F-F0AC-4171-AE42-F5590E59F2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64338" y="2262383"/>
                          <a:ext cx="37071" cy="28546"/>
                        </a:xfrm>
                        <a:custGeom>
                          <a:avLst/>
                          <a:gdLst>
                            <a:gd name="connsiteX0" fmla="*/ 33421 w 37071"/>
                            <a:gd name="connsiteY0" fmla="*/ 0 h 28546"/>
                            <a:gd name="connsiteX1" fmla="*/ 27473 w 37071"/>
                            <a:gd name="connsiteY1" fmla="*/ 4758 h 28546"/>
                            <a:gd name="connsiteX2" fmla="*/ 7253 w 37071"/>
                            <a:gd name="connsiteY2" fmla="*/ 20220 h 28546"/>
                            <a:gd name="connsiteX3" fmla="*/ 116 w 37071"/>
                            <a:gd name="connsiteY3" fmla="*/ 26168 h 28546"/>
                            <a:gd name="connsiteX4" fmla="*/ 6063 w 37071"/>
                            <a:gd name="connsiteY4" fmla="*/ 28546 h 28546"/>
                            <a:gd name="connsiteX5" fmla="*/ 14390 w 37071"/>
                            <a:gd name="connsiteY5" fmla="*/ 26168 h 28546"/>
                            <a:gd name="connsiteX6" fmla="*/ 21526 w 37071"/>
                            <a:gd name="connsiteY6" fmla="*/ 19031 h 28546"/>
                            <a:gd name="connsiteX7" fmla="*/ 36989 w 37071"/>
                            <a:gd name="connsiteY7" fmla="*/ 7137 h 28546"/>
                            <a:gd name="connsiteX8" fmla="*/ 33421 w 37071"/>
                            <a:gd name="connsiteY8" fmla="*/ 0 h 2854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37071" h="28546">
                              <a:moveTo>
                                <a:pt x="33421" y="0"/>
                              </a:moveTo>
                              <a:cubicBezTo>
                                <a:pt x="33421" y="0"/>
                                <a:pt x="31042" y="1189"/>
                                <a:pt x="27473" y="4758"/>
                              </a:cubicBezTo>
                              <a:cubicBezTo>
                                <a:pt x="22716" y="8326"/>
                                <a:pt x="7253" y="19031"/>
                                <a:pt x="7253" y="20220"/>
                              </a:cubicBezTo>
                              <a:cubicBezTo>
                                <a:pt x="7253" y="21410"/>
                                <a:pt x="-1073" y="24978"/>
                                <a:pt x="116" y="26168"/>
                              </a:cubicBezTo>
                              <a:cubicBezTo>
                                <a:pt x="1306" y="28546"/>
                                <a:pt x="4874" y="28546"/>
                                <a:pt x="6063" y="28546"/>
                              </a:cubicBezTo>
                              <a:cubicBezTo>
                                <a:pt x="7253" y="28546"/>
                                <a:pt x="12011" y="26168"/>
                                <a:pt x="14390" y="26168"/>
                              </a:cubicBezTo>
                              <a:cubicBezTo>
                                <a:pt x="16768" y="26168"/>
                                <a:pt x="15579" y="21410"/>
                                <a:pt x="21526" y="19031"/>
                              </a:cubicBezTo>
                              <a:cubicBezTo>
                                <a:pt x="26284" y="16652"/>
                                <a:pt x="38178" y="10705"/>
                                <a:pt x="36989" y="7137"/>
                              </a:cubicBezTo>
                              <a:cubicBezTo>
                                <a:pt x="34610" y="5947"/>
                                <a:pt x="35799" y="0"/>
                                <a:pt x="33421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0" name="Freeform 1139">
                          <a:extLst>
                            <a:ext uri="{FF2B5EF4-FFF2-40B4-BE49-F238E27FC236}">
                              <a16:creationId xmlns:a16="http://schemas.microsoft.com/office/drawing/2014/main" id="{37C22297-3DCC-4BA1-FA6A-E0CD058484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3249" y="2230268"/>
                          <a:ext cx="6480" cy="8249"/>
                        </a:xfrm>
                        <a:custGeom>
                          <a:avLst/>
                          <a:gdLst>
                            <a:gd name="connsiteX0" fmla="*/ 6183 w 6480"/>
                            <a:gd name="connsiteY0" fmla="*/ 7137 h 8249"/>
                            <a:gd name="connsiteX1" fmla="*/ 4994 w 6480"/>
                            <a:gd name="connsiteY1" fmla="*/ 0 h 8249"/>
                            <a:gd name="connsiteX2" fmla="*/ 236 w 6480"/>
                            <a:gd name="connsiteY2" fmla="*/ 2379 h 8249"/>
                            <a:gd name="connsiteX3" fmla="*/ 6183 w 6480"/>
                            <a:gd name="connsiteY3" fmla="*/ 7137 h 824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480" h="8249">
                              <a:moveTo>
                                <a:pt x="6183" y="7137"/>
                              </a:moveTo>
                              <a:cubicBezTo>
                                <a:pt x="6183" y="7137"/>
                                <a:pt x="7373" y="0"/>
                                <a:pt x="4994" y="0"/>
                              </a:cubicBezTo>
                              <a:cubicBezTo>
                                <a:pt x="2615" y="0"/>
                                <a:pt x="-953" y="0"/>
                                <a:pt x="236" y="2379"/>
                              </a:cubicBezTo>
                              <a:cubicBezTo>
                                <a:pt x="1426" y="4758"/>
                                <a:pt x="6183" y="10705"/>
                                <a:pt x="6183" y="713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1" name="Freeform 1140">
                          <a:extLst>
                            <a:ext uri="{FF2B5EF4-FFF2-40B4-BE49-F238E27FC236}">
                              <a16:creationId xmlns:a16="http://schemas.microsoft.com/office/drawing/2014/main" id="{A6A5E348-FF40-438F-8A98-C0260FD714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04410" y="2327566"/>
                          <a:ext cx="30006" cy="20456"/>
                        </a:xfrm>
                        <a:custGeom>
                          <a:avLst/>
                          <a:gdLst>
                            <a:gd name="connsiteX0" fmla="*/ 26828 w 30006"/>
                            <a:gd name="connsiteY0" fmla="*/ 9752 h 20456"/>
                            <a:gd name="connsiteX1" fmla="*/ 29206 w 30006"/>
                            <a:gd name="connsiteY1" fmla="*/ 3804 h 20456"/>
                            <a:gd name="connsiteX2" fmla="*/ 22070 w 30006"/>
                            <a:gd name="connsiteY2" fmla="*/ 4994 h 20456"/>
                            <a:gd name="connsiteX3" fmla="*/ 19691 w 30006"/>
                            <a:gd name="connsiteY3" fmla="*/ 236 h 20456"/>
                            <a:gd name="connsiteX4" fmla="*/ 12554 w 30006"/>
                            <a:gd name="connsiteY4" fmla="*/ 2615 h 20456"/>
                            <a:gd name="connsiteX5" fmla="*/ 12554 w 30006"/>
                            <a:gd name="connsiteY5" fmla="*/ 10941 h 20456"/>
                            <a:gd name="connsiteX6" fmla="*/ 660 w 30006"/>
                            <a:gd name="connsiteY6" fmla="*/ 12131 h 20456"/>
                            <a:gd name="connsiteX7" fmla="*/ 13744 w 30006"/>
                            <a:gd name="connsiteY7" fmla="*/ 16888 h 20456"/>
                            <a:gd name="connsiteX8" fmla="*/ 18502 w 30006"/>
                            <a:gd name="connsiteY8" fmla="*/ 20457 h 20456"/>
                            <a:gd name="connsiteX9" fmla="*/ 24449 w 30006"/>
                            <a:gd name="connsiteY9" fmla="*/ 16888 h 20456"/>
                            <a:gd name="connsiteX10" fmla="*/ 29206 w 30006"/>
                            <a:gd name="connsiteY10" fmla="*/ 16888 h 20456"/>
                            <a:gd name="connsiteX11" fmla="*/ 26828 w 30006"/>
                            <a:gd name="connsiteY11" fmla="*/ 9752 h 2045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</a:cxnLst>
                          <a:rect l="l" t="t" r="r" b="b"/>
                          <a:pathLst>
                            <a:path w="30006" h="20456">
                              <a:moveTo>
                                <a:pt x="26828" y="9752"/>
                              </a:moveTo>
                              <a:cubicBezTo>
                                <a:pt x="28017" y="8562"/>
                                <a:pt x="31585" y="3804"/>
                                <a:pt x="29206" y="3804"/>
                              </a:cubicBezTo>
                              <a:cubicBezTo>
                                <a:pt x="26828" y="2615"/>
                                <a:pt x="23259" y="7373"/>
                                <a:pt x="22070" y="4994"/>
                              </a:cubicBezTo>
                              <a:cubicBezTo>
                                <a:pt x="20880" y="2615"/>
                                <a:pt x="20880" y="-953"/>
                                <a:pt x="19691" y="236"/>
                              </a:cubicBezTo>
                              <a:cubicBezTo>
                                <a:pt x="18502" y="236"/>
                                <a:pt x="12554" y="-953"/>
                                <a:pt x="12554" y="2615"/>
                              </a:cubicBezTo>
                              <a:cubicBezTo>
                                <a:pt x="12554" y="6183"/>
                                <a:pt x="16123" y="9752"/>
                                <a:pt x="12554" y="10941"/>
                              </a:cubicBezTo>
                              <a:cubicBezTo>
                                <a:pt x="8986" y="12131"/>
                                <a:pt x="-2908" y="7373"/>
                                <a:pt x="660" y="12131"/>
                              </a:cubicBezTo>
                              <a:cubicBezTo>
                                <a:pt x="4228" y="16888"/>
                                <a:pt x="10176" y="21646"/>
                                <a:pt x="13744" y="16888"/>
                              </a:cubicBezTo>
                              <a:cubicBezTo>
                                <a:pt x="13744" y="16888"/>
                                <a:pt x="16123" y="20457"/>
                                <a:pt x="18502" y="20457"/>
                              </a:cubicBezTo>
                              <a:cubicBezTo>
                                <a:pt x="19691" y="20457"/>
                                <a:pt x="23259" y="15699"/>
                                <a:pt x="24449" y="16888"/>
                              </a:cubicBezTo>
                              <a:cubicBezTo>
                                <a:pt x="25638" y="18078"/>
                                <a:pt x="30396" y="19267"/>
                                <a:pt x="29206" y="16888"/>
                              </a:cubicBezTo>
                              <a:cubicBezTo>
                                <a:pt x="29206" y="14509"/>
                                <a:pt x="24449" y="12131"/>
                                <a:pt x="26828" y="9752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2" name="Freeform 1141">
                          <a:extLst>
                            <a:ext uri="{FF2B5EF4-FFF2-40B4-BE49-F238E27FC236}">
                              <a16:creationId xmlns:a16="http://schemas.microsoft.com/office/drawing/2014/main" id="{7B08F342-8E5D-9947-59AB-DDB64566AA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24506" y="2316906"/>
                          <a:ext cx="7921" cy="4651"/>
                        </a:xfrm>
                        <a:custGeom>
                          <a:avLst/>
                          <a:gdLst>
                            <a:gd name="connsiteX0" fmla="*/ 7921 w 7921"/>
                            <a:gd name="connsiteY0" fmla="*/ 3759 h 4651"/>
                            <a:gd name="connsiteX1" fmla="*/ 4353 w 7921"/>
                            <a:gd name="connsiteY1" fmla="*/ 191 h 4651"/>
                            <a:gd name="connsiteX2" fmla="*/ 784 w 7921"/>
                            <a:gd name="connsiteY2" fmla="*/ 3759 h 4651"/>
                            <a:gd name="connsiteX3" fmla="*/ 7921 w 7921"/>
                            <a:gd name="connsiteY3" fmla="*/ 3759 h 46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921" h="4651">
                              <a:moveTo>
                                <a:pt x="7921" y="3759"/>
                              </a:moveTo>
                              <a:cubicBezTo>
                                <a:pt x="7921" y="3759"/>
                                <a:pt x="6732" y="-998"/>
                                <a:pt x="4353" y="191"/>
                              </a:cubicBezTo>
                              <a:cubicBezTo>
                                <a:pt x="1974" y="1380"/>
                                <a:pt x="-1594" y="2570"/>
                                <a:pt x="784" y="3759"/>
                              </a:cubicBezTo>
                              <a:cubicBezTo>
                                <a:pt x="1974" y="4949"/>
                                <a:pt x="6732" y="4949"/>
                                <a:pt x="7921" y="375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3" name="Freeform 1142">
                          <a:extLst>
                            <a:ext uri="{FF2B5EF4-FFF2-40B4-BE49-F238E27FC236}">
                              <a16:creationId xmlns:a16="http://schemas.microsoft.com/office/drawing/2014/main" id="{11061663-E2AA-F670-D850-EB419D59202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146604" y="2346959"/>
                          <a:ext cx="75273" cy="62913"/>
                        </a:xfrm>
                        <a:custGeom>
                          <a:avLst/>
                          <a:gdLst>
                            <a:gd name="connsiteX0" fmla="*/ 65603 w 75273"/>
                            <a:gd name="connsiteY0" fmla="*/ 7010 h 62913"/>
                            <a:gd name="connsiteX1" fmla="*/ 58466 w 75273"/>
                            <a:gd name="connsiteY1" fmla="*/ 12957 h 62913"/>
                            <a:gd name="connsiteX2" fmla="*/ 52519 w 75273"/>
                            <a:gd name="connsiteY2" fmla="*/ 1063 h 62913"/>
                            <a:gd name="connsiteX3" fmla="*/ 51330 w 75273"/>
                            <a:gd name="connsiteY3" fmla="*/ 10578 h 62913"/>
                            <a:gd name="connsiteX4" fmla="*/ 47761 w 75273"/>
                            <a:gd name="connsiteY4" fmla="*/ 12957 h 62913"/>
                            <a:gd name="connsiteX5" fmla="*/ 43004 w 75273"/>
                            <a:gd name="connsiteY5" fmla="*/ 14146 h 62913"/>
                            <a:gd name="connsiteX6" fmla="*/ 43004 w 75273"/>
                            <a:gd name="connsiteY6" fmla="*/ 2252 h 62913"/>
                            <a:gd name="connsiteX7" fmla="*/ 35867 w 75273"/>
                            <a:gd name="connsiteY7" fmla="*/ 2252 h 62913"/>
                            <a:gd name="connsiteX8" fmla="*/ 35867 w 75273"/>
                            <a:gd name="connsiteY8" fmla="*/ 9389 h 62913"/>
                            <a:gd name="connsiteX9" fmla="*/ 38246 w 75273"/>
                            <a:gd name="connsiteY9" fmla="*/ 15336 h 62913"/>
                            <a:gd name="connsiteX10" fmla="*/ 34678 w 75273"/>
                            <a:gd name="connsiteY10" fmla="*/ 14146 h 62913"/>
                            <a:gd name="connsiteX11" fmla="*/ 29920 w 75273"/>
                            <a:gd name="connsiteY11" fmla="*/ 22473 h 62913"/>
                            <a:gd name="connsiteX12" fmla="*/ 25162 w 75273"/>
                            <a:gd name="connsiteY12" fmla="*/ 12957 h 62913"/>
                            <a:gd name="connsiteX13" fmla="*/ 1373 w 75273"/>
                            <a:gd name="connsiteY13" fmla="*/ 26041 h 62913"/>
                            <a:gd name="connsiteX14" fmla="*/ 1373 w 75273"/>
                            <a:gd name="connsiteY14" fmla="*/ 37935 h 62913"/>
                            <a:gd name="connsiteX15" fmla="*/ 1373 w 75273"/>
                            <a:gd name="connsiteY15" fmla="*/ 49829 h 62913"/>
                            <a:gd name="connsiteX16" fmla="*/ 4942 w 75273"/>
                            <a:gd name="connsiteY16" fmla="*/ 49829 h 62913"/>
                            <a:gd name="connsiteX17" fmla="*/ 4942 w 75273"/>
                            <a:gd name="connsiteY17" fmla="*/ 43882 h 62913"/>
                            <a:gd name="connsiteX18" fmla="*/ 9699 w 75273"/>
                            <a:gd name="connsiteY18" fmla="*/ 47451 h 62913"/>
                            <a:gd name="connsiteX19" fmla="*/ 16836 w 75273"/>
                            <a:gd name="connsiteY19" fmla="*/ 46261 h 62913"/>
                            <a:gd name="connsiteX20" fmla="*/ 13268 w 75273"/>
                            <a:gd name="connsiteY20" fmla="*/ 53398 h 62913"/>
                            <a:gd name="connsiteX21" fmla="*/ 3752 w 75273"/>
                            <a:gd name="connsiteY21" fmla="*/ 62913 h 62913"/>
                            <a:gd name="connsiteX22" fmla="*/ 19215 w 75273"/>
                            <a:gd name="connsiteY22" fmla="*/ 52208 h 62913"/>
                            <a:gd name="connsiteX23" fmla="*/ 22783 w 75273"/>
                            <a:gd name="connsiteY23" fmla="*/ 46261 h 62913"/>
                            <a:gd name="connsiteX24" fmla="*/ 28730 w 75273"/>
                            <a:gd name="connsiteY24" fmla="*/ 41503 h 62913"/>
                            <a:gd name="connsiteX25" fmla="*/ 39435 w 75273"/>
                            <a:gd name="connsiteY25" fmla="*/ 40314 h 62913"/>
                            <a:gd name="connsiteX26" fmla="*/ 37056 w 75273"/>
                            <a:gd name="connsiteY26" fmla="*/ 33177 h 62913"/>
                            <a:gd name="connsiteX27" fmla="*/ 52519 w 75273"/>
                            <a:gd name="connsiteY27" fmla="*/ 37935 h 62913"/>
                            <a:gd name="connsiteX28" fmla="*/ 50140 w 75273"/>
                            <a:gd name="connsiteY28" fmla="*/ 26041 h 62913"/>
                            <a:gd name="connsiteX29" fmla="*/ 67982 w 75273"/>
                            <a:gd name="connsiteY29" fmla="*/ 28420 h 62913"/>
                            <a:gd name="connsiteX30" fmla="*/ 70361 w 75273"/>
                            <a:gd name="connsiteY30" fmla="*/ 22473 h 62913"/>
                            <a:gd name="connsiteX31" fmla="*/ 66792 w 75273"/>
                            <a:gd name="connsiteY31" fmla="*/ 16525 h 62913"/>
                            <a:gd name="connsiteX32" fmla="*/ 75118 w 75273"/>
                            <a:gd name="connsiteY32" fmla="*/ 12957 h 62913"/>
                            <a:gd name="connsiteX33" fmla="*/ 65603 w 75273"/>
                            <a:gd name="connsiteY33" fmla="*/ 7010 h 629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</a:cxnLst>
                          <a:rect l="l" t="t" r="r" b="b"/>
                          <a:pathLst>
                            <a:path w="75273" h="62913">
                              <a:moveTo>
                                <a:pt x="65603" y="7010"/>
                              </a:moveTo>
                              <a:cubicBezTo>
                                <a:pt x="63224" y="8199"/>
                                <a:pt x="59656" y="15336"/>
                                <a:pt x="58466" y="12957"/>
                              </a:cubicBezTo>
                              <a:cubicBezTo>
                                <a:pt x="57277" y="10578"/>
                                <a:pt x="53709" y="-3695"/>
                                <a:pt x="52519" y="1063"/>
                              </a:cubicBezTo>
                              <a:cubicBezTo>
                                <a:pt x="51330" y="5820"/>
                                <a:pt x="52519" y="10578"/>
                                <a:pt x="51330" y="10578"/>
                              </a:cubicBezTo>
                              <a:cubicBezTo>
                                <a:pt x="48951" y="10578"/>
                                <a:pt x="48951" y="12957"/>
                                <a:pt x="47761" y="12957"/>
                              </a:cubicBezTo>
                              <a:cubicBezTo>
                                <a:pt x="46572" y="12957"/>
                                <a:pt x="44193" y="16525"/>
                                <a:pt x="43004" y="14146"/>
                              </a:cubicBezTo>
                              <a:cubicBezTo>
                                <a:pt x="43004" y="11768"/>
                                <a:pt x="44193" y="4631"/>
                                <a:pt x="43004" y="2252"/>
                              </a:cubicBezTo>
                              <a:cubicBezTo>
                                <a:pt x="41814" y="-127"/>
                                <a:pt x="37056" y="-1316"/>
                                <a:pt x="35867" y="2252"/>
                              </a:cubicBezTo>
                              <a:cubicBezTo>
                                <a:pt x="34678" y="4631"/>
                                <a:pt x="33488" y="7010"/>
                                <a:pt x="35867" y="9389"/>
                              </a:cubicBezTo>
                              <a:cubicBezTo>
                                <a:pt x="38246" y="11768"/>
                                <a:pt x="40625" y="14146"/>
                                <a:pt x="38246" y="15336"/>
                              </a:cubicBezTo>
                              <a:cubicBezTo>
                                <a:pt x="35867" y="16525"/>
                                <a:pt x="34678" y="12957"/>
                                <a:pt x="34678" y="14146"/>
                              </a:cubicBezTo>
                              <a:cubicBezTo>
                                <a:pt x="33488" y="15336"/>
                                <a:pt x="32299" y="22473"/>
                                <a:pt x="29920" y="22473"/>
                              </a:cubicBezTo>
                              <a:cubicBezTo>
                                <a:pt x="27541" y="22473"/>
                                <a:pt x="28730" y="11768"/>
                                <a:pt x="25162" y="12957"/>
                              </a:cubicBezTo>
                              <a:cubicBezTo>
                                <a:pt x="21594" y="14146"/>
                                <a:pt x="-1005" y="22473"/>
                                <a:pt x="1373" y="26041"/>
                              </a:cubicBezTo>
                              <a:cubicBezTo>
                                <a:pt x="2563" y="29609"/>
                                <a:pt x="3752" y="30799"/>
                                <a:pt x="1373" y="37935"/>
                              </a:cubicBezTo>
                              <a:cubicBezTo>
                                <a:pt x="-1005" y="43882"/>
                                <a:pt x="184" y="49829"/>
                                <a:pt x="1373" y="49829"/>
                              </a:cubicBezTo>
                              <a:cubicBezTo>
                                <a:pt x="2563" y="49829"/>
                                <a:pt x="6131" y="52208"/>
                                <a:pt x="4942" y="49829"/>
                              </a:cubicBezTo>
                              <a:cubicBezTo>
                                <a:pt x="4942" y="47451"/>
                                <a:pt x="3752" y="43882"/>
                                <a:pt x="4942" y="43882"/>
                              </a:cubicBezTo>
                              <a:cubicBezTo>
                                <a:pt x="7321" y="43882"/>
                                <a:pt x="7321" y="47451"/>
                                <a:pt x="9699" y="47451"/>
                              </a:cubicBezTo>
                              <a:cubicBezTo>
                                <a:pt x="12078" y="47451"/>
                                <a:pt x="16836" y="42693"/>
                                <a:pt x="16836" y="46261"/>
                              </a:cubicBezTo>
                              <a:cubicBezTo>
                                <a:pt x="16836" y="49829"/>
                                <a:pt x="15647" y="49829"/>
                                <a:pt x="13268" y="53398"/>
                              </a:cubicBezTo>
                              <a:cubicBezTo>
                                <a:pt x="10889" y="56966"/>
                                <a:pt x="184" y="62913"/>
                                <a:pt x="3752" y="62913"/>
                              </a:cubicBezTo>
                              <a:cubicBezTo>
                                <a:pt x="7321" y="62913"/>
                                <a:pt x="18026" y="54587"/>
                                <a:pt x="19215" y="52208"/>
                              </a:cubicBezTo>
                              <a:cubicBezTo>
                                <a:pt x="21594" y="49829"/>
                                <a:pt x="20404" y="47451"/>
                                <a:pt x="22783" y="46261"/>
                              </a:cubicBezTo>
                              <a:cubicBezTo>
                                <a:pt x="26352" y="45072"/>
                                <a:pt x="22783" y="40314"/>
                                <a:pt x="28730" y="41503"/>
                              </a:cubicBezTo>
                              <a:cubicBezTo>
                                <a:pt x="34678" y="42693"/>
                                <a:pt x="41814" y="43882"/>
                                <a:pt x="39435" y="40314"/>
                              </a:cubicBezTo>
                              <a:cubicBezTo>
                                <a:pt x="37056" y="36746"/>
                                <a:pt x="33488" y="34367"/>
                                <a:pt x="37056" y="33177"/>
                              </a:cubicBezTo>
                              <a:cubicBezTo>
                                <a:pt x="40625" y="31988"/>
                                <a:pt x="47761" y="40314"/>
                                <a:pt x="52519" y="37935"/>
                              </a:cubicBezTo>
                              <a:cubicBezTo>
                                <a:pt x="56087" y="34367"/>
                                <a:pt x="45382" y="27230"/>
                                <a:pt x="50140" y="26041"/>
                              </a:cubicBezTo>
                              <a:cubicBezTo>
                                <a:pt x="53709" y="24851"/>
                                <a:pt x="63224" y="33177"/>
                                <a:pt x="67982" y="28420"/>
                              </a:cubicBezTo>
                              <a:cubicBezTo>
                                <a:pt x="67982" y="28420"/>
                                <a:pt x="71550" y="24851"/>
                                <a:pt x="70361" y="22473"/>
                              </a:cubicBezTo>
                              <a:cubicBezTo>
                                <a:pt x="67982" y="20094"/>
                                <a:pt x="63224" y="16525"/>
                                <a:pt x="66792" y="16525"/>
                              </a:cubicBezTo>
                              <a:cubicBezTo>
                                <a:pt x="70361" y="15336"/>
                                <a:pt x="76308" y="14146"/>
                                <a:pt x="75118" y="12957"/>
                              </a:cubicBezTo>
                              <a:cubicBezTo>
                                <a:pt x="72740" y="10578"/>
                                <a:pt x="67982" y="5820"/>
                                <a:pt x="65603" y="701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4" name="Freeform 1143">
                          <a:extLst>
                            <a:ext uri="{FF2B5EF4-FFF2-40B4-BE49-F238E27FC236}">
                              <a16:creationId xmlns:a16="http://schemas.microsoft.com/office/drawing/2014/main" id="{D8CE1DAF-F03D-9AA3-7F5C-AD62E9EE02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129165" y="2411062"/>
                          <a:ext cx="12346" cy="10071"/>
                        </a:xfrm>
                        <a:custGeom>
                          <a:avLst/>
                          <a:gdLst>
                            <a:gd name="connsiteX0" fmla="*/ 11676 w 12346"/>
                            <a:gd name="connsiteY0" fmla="*/ 0 h 10071"/>
                            <a:gd name="connsiteX1" fmla="*/ 971 w 12346"/>
                            <a:gd name="connsiteY1" fmla="*/ 4758 h 10071"/>
                            <a:gd name="connsiteX2" fmla="*/ 4539 w 12346"/>
                            <a:gd name="connsiteY2" fmla="*/ 9515 h 10071"/>
                            <a:gd name="connsiteX3" fmla="*/ 11676 w 12346"/>
                            <a:gd name="connsiteY3" fmla="*/ 0 h 100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346" h="10071">
                              <a:moveTo>
                                <a:pt x="11676" y="0"/>
                              </a:moveTo>
                              <a:cubicBezTo>
                                <a:pt x="8108" y="0"/>
                                <a:pt x="2161" y="3568"/>
                                <a:pt x="971" y="4758"/>
                              </a:cubicBezTo>
                              <a:cubicBezTo>
                                <a:pt x="-218" y="5947"/>
                                <a:pt x="-1408" y="11894"/>
                                <a:pt x="4539" y="9515"/>
                              </a:cubicBezTo>
                              <a:cubicBezTo>
                                <a:pt x="3350" y="10705"/>
                                <a:pt x="15244" y="1189"/>
                                <a:pt x="11676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5" name="Freeform 1144">
                          <a:extLst>
                            <a:ext uri="{FF2B5EF4-FFF2-40B4-BE49-F238E27FC236}">
                              <a16:creationId xmlns:a16="http://schemas.microsoft.com/office/drawing/2014/main" id="{46F5698D-9511-314F-E8A0-DD515BEDA9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968347" y="2461427"/>
                          <a:ext cx="11398" cy="9983"/>
                        </a:xfrm>
                        <a:custGeom>
                          <a:avLst/>
                          <a:gdLst>
                            <a:gd name="connsiteX0" fmla="*/ 10731 w 11398"/>
                            <a:gd name="connsiteY0" fmla="*/ 781 h 9983"/>
                            <a:gd name="connsiteX1" fmla="*/ 2404 w 11398"/>
                            <a:gd name="connsiteY1" fmla="*/ 1971 h 9983"/>
                            <a:gd name="connsiteX2" fmla="*/ 2404 w 11398"/>
                            <a:gd name="connsiteY2" fmla="*/ 9107 h 9983"/>
                            <a:gd name="connsiteX3" fmla="*/ 10731 w 11398"/>
                            <a:gd name="connsiteY3" fmla="*/ 781 h 998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1398" h="9983">
                              <a:moveTo>
                                <a:pt x="10731" y="781"/>
                              </a:moveTo>
                              <a:cubicBezTo>
                                <a:pt x="7162" y="-408"/>
                                <a:pt x="2404" y="-408"/>
                                <a:pt x="2404" y="1971"/>
                              </a:cubicBezTo>
                              <a:cubicBezTo>
                                <a:pt x="1215" y="4350"/>
                                <a:pt x="-2353" y="12676"/>
                                <a:pt x="2404" y="9107"/>
                              </a:cubicBezTo>
                              <a:cubicBezTo>
                                <a:pt x="2404" y="9107"/>
                                <a:pt x="14299" y="1971"/>
                                <a:pt x="10731" y="781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6" name="Freeform 1145">
                          <a:extLst>
                            <a:ext uri="{FF2B5EF4-FFF2-40B4-BE49-F238E27FC236}">
                              <a16:creationId xmlns:a16="http://schemas.microsoft.com/office/drawing/2014/main" id="{F41FBE7E-ABFC-5883-0231-28B3157185F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953945" y="2450198"/>
                          <a:ext cx="10066" cy="9940"/>
                        </a:xfrm>
                        <a:custGeom>
                          <a:avLst/>
                          <a:gdLst>
                            <a:gd name="connsiteX0" fmla="*/ 8481 w 10066"/>
                            <a:gd name="connsiteY0" fmla="*/ 116 h 9940"/>
                            <a:gd name="connsiteX1" fmla="*/ 155 w 10066"/>
                            <a:gd name="connsiteY1" fmla="*/ 4873 h 9940"/>
                            <a:gd name="connsiteX2" fmla="*/ 8481 w 10066"/>
                            <a:gd name="connsiteY2" fmla="*/ 9631 h 9940"/>
                            <a:gd name="connsiteX3" fmla="*/ 8481 w 10066"/>
                            <a:gd name="connsiteY3" fmla="*/ 116 h 994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0066" h="9940">
                              <a:moveTo>
                                <a:pt x="8481" y="116"/>
                              </a:moveTo>
                              <a:cubicBezTo>
                                <a:pt x="4912" y="1305"/>
                                <a:pt x="-1035" y="116"/>
                                <a:pt x="155" y="4873"/>
                              </a:cubicBezTo>
                              <a:cubicBezTo>
                                <a:pt x="1344" y="8442"/>
                                <a:pt x="7291" y="10821"/>
                                <a:pt x="8481" y="9631"/>
                              </a:cubicBezTo>
                              <a:cubicBezTo>
                                <a:pt x="8481" y="7252"/>
                                <a:pt x="12049" y="-1074"/>
                                <a:pt x="8481" y="11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7" name="Freeform 1146">
                          <a:extLst>
                            <a:ext uri="{FF2B5EF4-FFF2-40B4-BE49-F238E27FC236}">
                              <a16:creationId xmlns:a16="http://schemas.microsoft.com/office/drawing/2014/main" id="{A4009EFC-6D4C-0281-1F3B-11D030A1C7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966366" y="2452692"/>
                          <a:ext cx="2007" cy="2847"/>
                        </a:xfrm>
                        <a:custGeom>
                          <a:avLst/>
                          <a:gdLst>
                            <a:gd name="connsiteX0" fmla="*/ 2007 w 2007"/>
                            <a:gd name="connsiteY0" fmla="*/ 0 h 2847"/>
                            <a:gd name="connsiteX1" fmla="*/ 818 w 2007"/>
                            <a:gd name="connsiteY1" fmla="*/ 1189 h 2847"/>
                            <a:gd name="connsiteX2" fmla="*/ 2007 w 2007"/>
                            <a:gd name="connsiteY2" fmla="*/ 0 h 284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2007" h="2847">
                              <a:moveTo>
                                <a:pt x="2007" y="0"/>
                              </a:moveTo>
                              <a:cubicBezTo>
                                <a:pt x="2007" y="0"/>
                                <a:pt x="-1561" y="0"/>
                                <a:pt x="818" y="1189"/>
                              </a:cubicBezTo>
                              <a:cubicBezTo>
                                <a:pt x="2007" y="3568"/>
                                <a:pt x="2007" y="3568"/>
                                <a:pt x="2007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8" name="Freeform 1147">
                          <a:extLst>
                            <a:ext uri="{FF2B5EF4-FFF2-40B4-BE49-F238E27FC236}">
                              <a16:creationId xmlns:a16="http://schemas.microsoft.com/office/drawing/2014/main" id="{37EEB481-B124-B1EE-AD98-FF45883A23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931176" y="2457261"/>
                          <a:ext cx="6271" cy="6831"/>
                        </a:xfrm>
                        <a:custGeom>
                          <a:avLst/>
                          <a:gdLst>
                            <a:gd name="connsiteX0" fmla="*/ 2703 w 6271"/>
                            <a:gd name="connsiteY0" fmla="*/ 189 h 6831"/>
                            <a:gd name="connsiteX1" fmla="*/ 324 w 6271"/>
                            <a:gd name="connsiteY1" fmla="*/ 4947 h 6831"/>
                            <a:gd name="connsiteX2" fmla="*/ 6271 w 6271"/>
                            <a:gd name="connsiteY2" fmla="*/ 4947 h 6831"/>
                            <a:gd name="connsiteX3" fmla="*/ 2703 w 6271"/>
                            <a:gd name="connsiteY3" fmla="*/ 189 h 683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271" h="6831">
                              <a:moveTo>
                                <a:pt x="2703" y="189"/>
                              </a:moveTo>
                              <a:cubicBezTo>
                                <a:pt x="1514" y="1379"/>
                                <a:pt x="-865" y="3758"/>
                                <a:pt x="324" y="4947"/>
                              </a:cubicBezTo>
                              <a:cubicBezTo>
                                <a:pt x="1514" y="6136"/>
                                <a:pt x="5082" y="8515"/>
                                <a:pt x="6271" y="4947"/>
                              </a:cubicBezTo>
                              <a:cubicBezTo>
                                <a:pt x="6271" y="3758"/>
                                <a:pt x="3892" y="-1000"/>
                                <a:pt x="2703" y="18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9" name="Freeform 1148">
                          <a:extLst>
                            <a:ext uri="{FF2B5EF4-FFF2-40B4-BE49-F238E27FC236}">
                              <a16:creationId xmlns:a16="http://schemas.microsoft.com/office/drawing/2014/main" id="{0A566862-C772-7E21-DEB5-B51E6DFB6B1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914848" y="2463100"/>
                          <a:ext cx="4757" cy="5375"/>
                        </a:xfrm>
                        <a:custGeom>
                          <a:avLst/>
                          <a:gdLst>
                            <a:gd name="connsiteX0" fmla="*/ 3568 w 4757"/>
                            <a:gd name="connsiteY0" fmla="*/ 297 h 5375"/>
                            <a:gd name="connsiteX1" fmla="*/ 0 w 4757"/>
                            <a:gd name="connsiteY1" fmla="*/ 1487 h 5375"/>
                            <a:gd name="connsiteX2" fmla="*/ 4758 w 4757"/>
                            <a:gd name="connsiteY2" fmla="*/ 3866 h 5375"/>
                            <a:gd name="connsiteX3" fmla="*/ 3568 w 4757"/>
                            <a:gd name="connsiteY3" fmla="*/ 297 h 53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757" h="5375">
                              <a:moveTo>
                                <a:pt x="3568" y="297"/>
                              </a:moveTo>
                              <a:cubicBezTo>
                                <a:pt x="1189" y="297"/>
                                <a:pt x="0" y="-892"/>
                                <a:pt x="0" y="1487"/>
                              </a:cubicBezTo>
                              <a:cubicBezTo>
                                <a:pt x="0" y="3866"/>
                                <a:pt x="2379" y="7434"/>
                                <a:pt x="4758" y="3866"/>
                              </a:cubicBezTo>
                              <a:cubicBezTo>
                                <a:pt x="4758" y="3866"/>
                                <a:pt x="4758" y="297"/>
                                <a:pt x="3568" y="29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0" name="Freeform 1149">
                          <a:extLst>
                            <a:ext uri="{FF2B5EF4-FFF2-40B4-BE49-F238E27FC236}">
                              <a16:creationId xmlns:a16="http://schemas.microsoft.com/office/drawing/2014/main" id="{3A1B5EEE-9C43-22D0-88B8-9F83D58603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46741" y="2452200"/>
                          <a:ext cx="52190" cy="27849"/>
                        </a:xfrm>
                        <a:custGeom>
                          <a:avLst/>
                          <a:gdLst>
                            <a:gd name="connsiteX0" fmla="*/ 50266 w 52190"/>
                            <a:gd name="connsiteY0" fmla="*/ 15955 h 27849"/>
                            <a:gd name="connsiteX1" fmla="*/ 43129 w 52190"/>
                            <a:gd name="connsiteY1" fmla="*/ 8819 h 27849"/>
                            <a:gd name="connsiteX2" fmla="*/ 40750 w 52190"/>
                            <a:gd name="connsiteY2" fmla="*/ 493 h 27849"/>
                            <a:gd name="connsiteX3" fmla="*/ 30045 w 52190"/>
                            <a:gd name="connsiteY3" fmla="*/ 2872 h 27849"/>
                            <a:gd name="connsiteX4" fmla="*/ 20530 w 52190"/>
                            <a:gd name="connsiteY4" fmla="*/ 1682 h 27849"/>
                            <a:gd name="connsiteX5" fmla="*/ 16961 w 52190"/>
                            <a:gd name="connsiteY5" fmla="*/ 493 h 27849"/>
                            <a:gd name="connsiteX6" fmla="*/ 13393 w 52190"/>
                            <a:gd name="connsiteY6" fmla="*/ 6440 h 27849"/>
                            <a:gd name="connsiteX7" fmla="*/ 309 w 52190"/>
                            <a:gd name="connsiteY7" fmla="*/ 14766 h 27849"/>
                            <a:gd name="connsiteX8" fmla="*/ 5067 w 52190"/>
                            <a:gd name="connsiteY8" fmla="*/ 27850 h 27849"/>
                            <a:gd name="connsiteX9" fmla="*/ 18151 w 52190"/>
                            <a:gd name="connsiteY9" fmla="*/ 19524 h 27849"/>
                            <a:gd name="connsiteX10" fmla="*/ 34803 w 52190"/>
                            <a:gd name="connsiteY10" fmla="*/ 21902 h 27849"/>
                            <a:gd name="connsiteX11" fmla="*/ 44319 w 52190"/>
                            <a:gd name="connsiteY11" fmla="*/ 18334 h 27849"/>
                            <a:gd name="connsiteX12" fmla="*/ 50266 w 52190"/>
                            <a:gd name="connsiteY12" fmla="*/ 15955 h 2784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</a:cxnLst>
                          <a:rect l="l" t="t" r="r" b="b"/>
                          <a:pathLst>
                            <a:path w="52190" h="27849">
                              <a:moveTo>
                                <a:pt x="50266" y="15955"/>
                              </a:moveTo>
                              <a:cubicBezTo>
                                <a:pt x="50266" y="15955"/>
                                <a:pt x="43129" y="12387"/>
                                <a:pt x="43129" y="8819"/>
                              </a:cubicBezTo>
                              <a:cubicBezTo>
                                <a:pt x="44319" y="4061"/>
                                <a:pt x="45508" y="1682"/>
                                <a:pt x="40750" y="493"/>
                              </a:cubicBezTo>
                              <a:cubicBezTo>
                                <a:pt x="37182" y="-697"/>
                                <a:pt x="32424" y="2872"/>
                                <a:pt x="30045" y="2872"/>
                              </a:cubicBezTo>
                              <a:cubicBezTo>
                                <a:pt x="27666" y="4061"/>
                                <a:pt x="21719" y="2872"/>
                                <a:pt x="20530" y="1682"/>
                              </a:cubicBezTo>
                              <a:cubicBezTo>
                                <a:pt x="19340" y="493"/>
                                <a:pt x="18151" y="-697"/>
                                <a:pt x="16961" y="493"/>
                              </a:cubicBezTo>
                              <a:cubicBezTo>
                                <a:pt x="15772" y="1682"/>
                                <a:pt x="18151" y="2872"/>
                                <a:pt x="13393" y="6440"/>
                              </a:cubicBezTo>
                              <a:cubicBezTo>
                                <a:pt x="9825" y="10008"/>
                                <a:pt x="309" y="12387"/>
                                <a:pt x="309" y="14766"/>
                              </a:cubicBezTo>
                              <a:cubicBezTo>
                                <a:pt x="-880" y="17145"/>
                                <a:pt x="1499" y="27850"/>
                                <a:pt x="5067" y="27850"/>
                              </a:cubicBezTo>
                              <a:cubicBezTo>
                                <a:pt x="8635" y="27850"/>
                                <a:pt x="16961" y="19524"/>
                                <a:pt x="18151" y="19524"/>
                              </a:cubicBezTo>
                              <a:cubicBezTo>
                                <a:pt x="20530" y="19524"/>
                                <a:pt x="31235" y="23092"/>
                                <a:pt x="34803" y="21902"/>
                              </a:cubicBezTo>
                              <a:cubicBezTo>
                                <a:pt x="39561" y="20713"/>
                                <a:pt x="41940" y="17145"/>
                                <a:pt x="44319" y="18334"/>
                              </a:cubicBezTo>
                              <a:cubicBezTo>
                                <a:pt x="46697" y="18334"/>
                                <a:pt x="56213" y="19524"/>
                                <a:pt x="50266" y="15955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1" name="Freeform 1150">
                          <a:extLst>
                            <a:ext uri="{FF2B5EF4-FFF2-40B4-BE49-F238E27FC236}">
                              <a16:creationId xmlns:a16="http://schemas.microsoft.com/office/drawing/2014/main" id="{70776E33-9341-B252-7663-4D5D187E73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93122" y="2482428"/>
                          <a:ext cx="7769" cy="7102"/>
                        </a:xfrm>
                        <a:custGeom>
                          <a:avLst/>
                          <a:gdLst>
                            <a:gd name="connsiteX0" fmla="*/ 3885 w 7769"/>
                            <a:gd name="connsiteY0" fmla="*/ 0 h 7102"/>
                            <a:gd name="connsiteX1" fmla="*/ 316 w 7769"/>
                            <a:gd name="connsiteY1" fmla="*/ 3568 h 7102"/>
                            <a:gd name="connsiteX2" fmla="*/ 7453 w 7769"/>
                            <a:gd name="connsiteY2" fmla="*/ 4758 h 7102"/>
                            <a:gd name="connsiteX3" fmla="*/ 3885 w 7769"/>
                            <a:gd name="connsiteY3" fmla="*/ 0 h 710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769" h="7102">
                              <a:moveTo>
                                <a:pt x="3885" y="0"/>
                              </a:moveTo>
                              <a:cubicBezTo>
                                <a:pt x="1506" y="0"/>
                                <a:pt x="-873" y="1189"/>
                                <a:pt x="316" y="3568"/>
                              </a:cubicBezTo>
                              <a:cubicBezTo>
                                <a:pt x="1506" y="5947"/>
                                <a:pt x="7453" y="9515"/>
                                <a:pt x="7453" y="4758"/>
                              </a:cubicBezTo>
                              <a:cubicBezTo>
                                <a:pt x="8642" y="4758"/>
                                <a:pt x="6264" y="0"/>
                                <a:pt x="3885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2" name="Freeform 1151">
                          <a:extLst>
                            <a:ext uri="{FF2B5EF4-FFF2-40B4-BE49-F238E27FC236}">
                              <a16:creationId xmlns:a16="http://schemas.microsoft.com/office/drawing/2014/main" id="{8AC770DB-45BC-8EEC-8F72-A9E599FA3D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11051" y="2484498"/>
                          <a:ext cx="8975" cy="9980"/>
                        </a:xfrm>
                        <a:custGeom>
                          <a:avLst/>
                          <a:gdLst>
                            <a:gd name="connsiteX0" fmla="*/ 3885 w 8975"/>
                            <a:gd name="connsiteY0" fmla="*/ 309 h 9980"/>
                            <a:gd name="connsiteX1" fmla="*/ 316 w 8975"/>
                            <a:gd name="connsiteY1" fmla="*/ 2688 h 9980"/>
                            <a:gd name="connsiteX2" fmla="*/ 7453 w 8975"/>
                            <a:gd name="connsiteY2" fmla="*/ 9825 h 9980"/>
                            <a:gd name="connsiteX3" fmla="*/ 8642 w 8975"/>
                            <a:gd name="connsiteY3" fmla="*/ 5067 h 9980"/>
                            <a:gd name="connsiteX4" fmla="*/ 3885 w 8975"/>
                            <a:gd name="connsiteY4" fmla="*/ 309 h 998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8975" h="9980">
                              <a:moveTo>
                                <a:pt x="3885" y="309"/>
                              </a:moveTo>
                              <a:cubicBezTo>
                                <a:pt x="1506" y="309"/>
                                <a:pt x="-873" y="309"/>
                                <a:pt x="316" y="2688"/>
                              </a:cubicBezTo>
                              <a:cubicBezTo>
                                <a:pt x="316" y="5067"/>
                                <a:pt x="5074" y="11014"/>
                                <a:pt x="7453" y="9825"/>
                              </a:cubicBezTo>
                              <a:cubicBezTo>
                                <a:pt x="7453" y="9825"/>
                                <a:pt x="9832" y="7446"/>
                                <a:pt x="8642" y="5067"/>
                              </a:cubicBezTo>
                              <a:cubicBezTo>
                                <a:pt x="7453" y="1499"/>
                                <a:pt x="6264" y="-880"/>
                                <a:pt x="3885" y="30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3" name="Freeform 1152">
                          <a:extLst>
                            <a:ext uri="{FF2B5EF4-FFF2-40B4-BE49-F238E27FC236}">
                              <a16:creationId xmlns:a16="http://schemas.microsoft.com/office/drawing/2014/main" id="{7203D794-66FA-4C2C-54B6-F7223D3496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24451" y="2481239"/>
                          <a:ext cx="4757" cy="7230"/>
                        </a:xfrm>
                        <a:custGeom>
                          <a:avLst/>
                          <a:gdLst>
                            <a:gd name="connsiteX0" fmla="*/ 4758 w 4757"/>
                            <a:gd name="connsiteY0" fmla="*/ 5947 h 7230"/>
                            <a:gd name="connsiteX1" fmla="*/ 3568 w 4757"/>
                            <a:gd name="connsiteY1" fmla="*/ 0 h 7230"/>
                            <a:gd name="connsiteX2" fmla="*/ 0 w 4757"/>
                            <a:gd name="connsiteY2" fmla="*/ 2379 h 7230"/>
                            <a:gd name="connsiteX3" fmla="*/ 4758 w 4757"/>
                            <a:gd name="connsiteY3" fmla="*/ 5947 h 723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757" h="7230">
                              <a:moveTo>
                                <a:pt x="4758" y="5947"/>
                              </a:moveTo>
                              <a:cubicBezTo>
                                <a:pt x="4758" y="5947"/>
                                <a:pt x="4758" y="0"/>
                                <a:pt x="3568" y="0"/>
                              </a:cubicBezTo>
                              <a:cubicBezTo>
                                <a:pt x="2379" y="0"/>
                                <a:pt x="0" y="1190"/>
                                <a:pt x="0" y="2379"/>
                              </a:cubicBezTo>
                              <a:cubicBezTo>
                                <a:pt x="0" y="4758"/>
                                <a:pt x="2379" y="9516"/>
                                <a:pt x="4758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4" name="Freeform 1153">
                          <a:extLst>
                            <a:ext uri="{FF2B5EF4-FFF2-40B4-BE49-F238E27FC236}">
                              <a16:creationId xmlns:a16="http://schemas.microsoft.com/office/drawing/2014/main" id="{BB4A392C-1428-6AF7-4D50-3516C8B866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35328" y="2490515"/>
                          <a:ext cx="6965" cy="5181"/>
                        </a:xfrm>
                        <a:custGeom>
                          <a:avLst/>
                          <a:gdLst>
                            <a:gd name="connsiteX0" fmla="*/ 2207 w 6965"/>
                            <a:gd name="connsiteY0" fmla="*/ 239 h 5181"/>
                            <a:gd name="connsiteX1" fmla="*/ 1018 w 6965"/>
                            <a:gd name="connsiteY1" fmla="*/ 3808 h 5181"/>
                            <a:gd name="connsiteX2" fmla="*/ 6965 w 6965"/>
                            <a:gd name="connsiteY2" fmla="*/ 3808 h 5181"/>
                            <a:gd name="connsiteX3" fmla="*/ 2207 w 6965"/>
                            <a:gd name="connsiteY3" fmla="*/ 239 h 518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6965" h="5181">
                              <a:moveTo>
                                <a:pt x="2207" y="239"/>
                              </a:moveTo>
                              <a:cubicBezTo>
                                <a:pt x="1018" y="239"/>
                                <a:pt x="-1361" y="1429"/>
                                <a:pt x="1018" y="3808"/>
                              </a:cubicBezTo>
                              <a:cubicBezTo>
                                <a:pt x="3397" y="4997"/>
                                <a:pt x="6965" y="6187"/>
                                <a:pt x="6965" y="3808"/>
                              </a:cubicBezTo>
                              <a:cubicBezTo>
                                <a:pt x="6965" y="2618"/>
                                <a:pt x="3397" y="-950"/>
                                <a:pt x="2207" y="239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5" name="Freeform 1154">
                          <a:extLst>
                            <a:ext uri="{FF2B5EF4-FFF2-40B4-BE49-F238E27FC236}">
                              <a16:creationId xmlns:a16="http://schemas.microsoft.com/office/drawing/2014/main" id="{515C9FDB-B36F-8FED-55B2-85F5101A24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28317" y="2491944"/>
                          <a:ext cx="4460" cy="3758"/>
                        </a:xfrm>
                        <a:custGeom>
                          <a:avLst/>
                          <a:gdLst>
                            <a:gd name="connsiteX0" fmla="*/ 892 w 4460"/>
                            <a:gd name="connsiteY0" fmla="*/ 0 h 3758"/>
                            <a:gd name="connsiteX1" fmla="*/ 892 w 4460"/>
                            <a:gd name="connsiteY1" fmla="*/ 3568 h 3758"/>
                            <a:gd name="connsiteX2" fmla="*/ 4460 w 4460"/>
                            <a:gd name="connsiteY2" fmla="*/ 1190 h 3758"/>
                            <a:gd name="connsiteX3" fmla="*/ 892 w 4460"/>
                            <a:gd name="connsiteY3" fmla="*/ 0 h 375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460" h="3758">
                              <a:moveTo>
                                <a:pt x="892" y="0"/>
                              </a:moveTo>
                              <a:cubicBezTo>
                                <a:pt x="-297" y="1190"/>
                                <a:pt x="-297" y="3568"/>
                                <a:pt x="892" y="3568"/>
                              </a:cubicBezTo>
                              <a:cubicBezTo>
                                <a:pt x="2082" y="3568"/>
                                <a:pt x="4460" y="4758"/>
                                <a:pt x="4460" y="1190"/>
                              </a:cubicBezTo>
                              <a:cubicBezTo>
                                <a:pt x="3271" y="2379"/>
                                <a:pt x="892" y="0"/>
                                <a:pt x="892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6" name="Freeform 1155">
                          <a:extLst>
                            <a:ext uri="{FF2B5EF4-FFF2-40B4-BE49-F238E27FC236}">
                              <a16:creationId xmlns:a16="http://schemas.microsoft.com/office/drawing/2014/main" id="{46661389-E279-0522-3515-4FDD350DC6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05420" y="2492467"/>
                          <a:ext cx="4757" cy="6613"/>
                        </a:xfrm>
                        <a:custGeom>
                          <a:avLst/>
                          <a:gdLst>
                            <a:gd name="connsiteX0" fmla="*/ 0 w 4757"/>
                            <a:gd name="connsiteY0" fmla="*/ 666 h 6613"/>
                            <a:gd name="connsiteX1" fmla="*/ 2379 w 4757"/>
                            <a:gd name="connsiteY1" fmla="*/ 6613 h 6613"/>
                            <a:gd name="connsiteX2" fmla="*/ 4758 w 4757"/>
                            <a:gd name="connsiteY2" fmla="*/ 3045 h 6613"/>
                            <a:gd name="connsiteX3" fmla="*/ 0 w 4757"/>
                            <a:gd name="connsiteY3" fmla="*/ 666 h 66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757" h="6613">
                              <a:moveTo>
                                <a:pt x="0" y="666"/>
                              </a:moveTo>
                              <a:cubicBezTo>
                                <a:pt x="0" y="1856"/>
                                <a:pt x="0" y="6613"/>
                                <a:pt x="2379" y="6613"/>
                              </a:cubicBezTo>
                              <a:cubicBezTo>
                                <a:pt x="3568" y="6613"/>
                                <a:pt x="4758" y="6613"/>
                                <a:pt x="4758" y="3045"/>
                              </a:cubicBezTo>
                              <a:cubicBezTo>
                                <a:pt x="3568" y="3045"/>
                                <a:pt x="0" y="-1713"/>
                                <a:pt x="0" y="66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7" name="Freeform 1156">
                          <a:extLst>
                            <a:ext uri="{FF2B5EF4-FFF2-40B4-BE49-F238E27FC236}">
                              <a16:creationId xmlns:a16="http://schemas.microsoft.com/office/drawing/2014/main" id="{66ECB3CB-146A-99E8-2FA7-BFDBCA836A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79626" y="2230080"/>
                          <a:ext cx="10951" cy="6627"/>
                        </a:xfrm>
                        <a:custGeom>
                          <a:avLst/>
                          <a:gdLst>
                            <a:gd name="connsiteX0" fmla="*/ 9894 w 10951"/>
                            <a:gd name="connsiteY0" fmla="*/ 4946 h 6627"/>
                            <a:gd name="connsiteX1" fmla="*/ 9894 w 10951"/>
                            <a:gd name="connsiteY1" fmla="*/ 188 h 6627"/>
                            <a:gd name="connsiteX2" fmla="*/ 379 w 10951"/>
                            <a:gd name="connsiteY2" fmla="*/ 6135 h 6627"/>
                            <a:gd name="connsiteX3" fmla="*/ 9894 w 10951"/>
                            <a:gd name="connsiteY3" fmla="*/ 4946 h 662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0951" h="6627">
                              <a:moveTo>
                                <a:pt x="9894" y="4946"/>
                              </a:moveTo>
                              <a:cubicBezTo>
                                <a:pt x="9894" y="4946"/>
                                <a:pt x="12273" y="2567"/>
                                <a:pt x="9894" y="188"/>
                              </a:cubicBezTo>
                              <a:cubicBezTo>
                                <a:pt x="7515" y="-1002"/>
                                <a:pt x="-2000" y="3756"/>
                                <a:pt x="379" y="6135"/>
                              </a:cubicBezTo>
                              <a:cubicBezTo>
                                <a:pt x="3947" y="7324"/>
                                <a:pt x="8705" y="6135"/>
                                <a:pt x="9894" y="4946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8" name="Freeform 1157">
                          <a:extLst>
                            <a:ext uri="{FF2B5EF4-FFF2-40B4-BE49-F238E27FC236}">
                              <a16:creationId xmlns:a16="http://schemas.microsoft.com/office/drawing/2014/main" id="{0A0D841E-1438-95BD-6A87-66F37A2ED5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21626" y="2107756"/>
                          <a:ext cx="12340" cy="18890"/>
                        </a:xfrm>
                        <a:custGeom>
                          <a:avLst/>
                          <a:gdLst>
                            <a:gd name="connsiteX0" fmla="*/ 4014 w 12340"/>
                            <a:gd name="connsiteY0" fmla="*/ 0 h 18890"/>
                            <a:gd name="connsiteX1" fmla="*/ 446 w 12340"/>
                            <a:gd name="connsiteY1" fmla="*/ 8326 h 18890"/>
                            <a:gd name="connsiteX2" fmla="*/ 12340 w 12340"/>
                            <a:gd name="connsiteY2" fmla="*/ 16652 h 18890"/>
                            <a:gd name="connsiteX3" fmla="*/ 8772 w 12340"/>
                            <a:gd name="connsiteY3" fmla="*/ 10705 h 18890"/>
                            <a:gd name="connsiteX4" fmla="*/ 4014 w 12340"/>
                            <a:gd name="connsiteY4" fmla="*/ 0 h 1889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2340" h="18890">
                              <a:moveTo>
                                <a:pt x="4014" y="0"/>
                              </a:moveTo>
                              <a:cubicBezTo>
                                <a:pt x="446" y="1189"/>
                                <a:pt x="-743" y="4758"/>
                                <a:pt x="446" y="8326"/>
                              </a:cubicBezTo>
                              <a:cubicBezTo>
                                <a:pt x="1635" y="11894"/>
                                <a:pt x="11151" y="23789"/>
                                <a:pt x="12340" y="16652"/>
                              </a:cubicBezTo>
                              <a:cubicBezTo>
                                <a:pt x="12340" y="15463"/>
                                <a:pt x="11151" y="13084"/>
                                <a:pt x="8772" y="10705"/>
                              </a:cubicBezTo>
                              <a:cubicBezTo>
                                <a:pt x="6393" y="7137"/>
                                <a:pt x="6393" y="0"/>
                                <a:pt x="4014" y="0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9" name="Freeform 1158">
                          <a:extLst>
                            <a:ext uri="{FF2B5EF4-FFF2-40B4-BE49-F238E27FC236}">
                              <a16:creationId xmlns:a16="http://schemas.microsoft.com/office/drawing/2014/main" id="{0C0C7FA6-AF34-7083-6CAB-DCE5BB0C5F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22596" y="2098241"/>
                          <a:ext cx="5015" cy="6932"/>
                        </a:xfrm>
                        <a:custGeom>
                          <a:avLst/>
                          <a:gdLst>
                            <a:gd name="connsiteX0" fmla="*/ 4234 w 5015"/>
                            <a:gd name="connsiteY0" fmla="*/ 5947 h 6932"/>
                            <a:gd name="connsiteX1" fmla="*/ 3045 w 5015"/>
                            <a:gd name="connsiteY1" fmla="*/ 0 h 6932"/>
                            <a:gd name="connsiteX2" fmla="*/ 666 w 5015"/>
                            <a:gd name="connsiteY2" fmla="*/ 3568 h 6932"/>
                            <a:gd name="connsiteX3" fmla="*/ 4234 w 5015"/>
                            <a:gd name="connsiteY3" fmla="*/ 5947 h 693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015" h="6932">
                              <a:moveTo>
                                <a:pt x="4234" y="5947"/>
                              </a:moveTo>
                              <a:cubicBezTo>
                                <a:pt x="5424" y="4758"/>
                                <a:pt x="5424" y="1189"/>
                                <a:pt x="3045" y="0"/>
                              </a:cubicBezTo>
                              <a:cubicBezTo>
                                <a:pt x="3045" y="0"/>
                                <a:pt x="-1713" y="1189"/>
                                <a:pt x="666" y="3568"/>
                              </a:cubicBezTo>
                              <a:cubicBezTo>
                                <a:pt x="3045" y="5947"/>
                                <a:pt x="3045" y="8326"/>
                                <a:pt x="4234" y="5947"/>
                              </a:cubicBezTo>
                              <a:close/>
                            </a:path>
                          </a:pathLst>
                        </a:custGeom>
                        <a:grpFill/>
                        <a:ln w="11894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160" name="Graphic 27">
                <a:extLst>
                  <a:ext uri="{FF2B5EF4-FFF2-40B4-BE49-F238E27FC236}">
                    <a16:creationId xmlns:a16="http://schemas.microsoft.com/office/drawing/2014/main" id="{EF493DE1-2A9D-91AE-9FFE-C6DF8F71C381}"/>
                  </a:ext>
                </a:extLst>
              </p:cNvPr>
              <p:cNvGrpSpPr/>
              <p:nvPr/>
            </p:nvGrpSpPr>
            <p:grpSpPr>
              <a:xfrm>
                <a:off x="3879266" y="2808857"/>
                <a:ext cx="6277301" cy="3303911"/>
                <a:chOff x="3879266" y="2808857"/>
                <a:chExt cx="6277301" cy="3303911"/>
              </a:xfrm>
              <a:grpFill/>
            </p:grpSpPr>
            <p:sp>
              <p:nvSpPr>
                <p:cNvPr id="1161" name="Freeform 1160">
                  <a:extLst>
                    <a:ext uri="{FF2B5EF4-FFF2-40B4-BE49-F238E27FC236}">
                      <a16:creationId xmlns:a16="http://schemas.microsoft.com/office/drawing/2014/main" id="{BFB0A19F-DA66-1114-1C7F-E6AC148D12F0}"/>
                    </a:ext>
                  </a:extLst>
                </p:cNvPr>
                <p:cNvSpPr/>
                <p:nvPr/>
              </p:nvSpPr>
              <p:spPr>
                <a:xfrm>
                  <a:off x="8058280" y="3644209"/>
                  <a:ext cx="228370" cy="514133"/>
                </a:xfrm>
                <a:custGeom>
                  <a:avLst/>
                  <a:gdLst>
                    <a:gd name="connsiteX0" fmla="*/ 222424 w 228370"/>
                    <a:gd name="connsiteY0" fmla="*/ 190607 h 514133"/>
                    <a:gd name="connsiteX1" fmla="*/ 221235 w 228370"/>
                    <a:gd name="connsiteY1" fmla="*/ 192986 h 514133"/>
                    <a:gd name="connsiteX2" fmla="*/ 215287 w 228370"/>
                    <a:gd name="connsiteY2" fmla="*/ 195365 h 514133"/>
                    <a:gd name="connsiteX3" fmla="*/ 210529 w 228370"/>
                    <a:gd name="connsiteY3" fmla="*/ 198933 h 514133"/>
                    <a:gd name="connsiteX4" fmla="*/ 208151 w 228370"/>
                    <a:gd name="connsiteY4" fmla="*/ 206070 h 514133"/>
                    <a:gd name="connsiteX5" fmla="*/ 208151 w 228370"/>
                    <a:gd name="connsiteY5" fmla="*/ 209638 h 514133"/>
                    <a:gd name="connsiteX6" fmla="*/ 204582 w 228370"/>
                    <a:gd name="connsiteY6" fmla="*/ 212017 h 514133"/>
                    <a:gd name="connsiteX7" fmla="*/ 198635 w 228370"/>
                    <a:gd name="connsiteY7" fmla="*/ 219154 h 514133"/>
                    <a:gd name="connsiteX8" fmla="*/ 193878 w 228370"/>
                    <a:gd name="connsiteY8" fmla="*/ 220343 h 514133"/>
                    <a:gd name="connsiteX9" fmla="*/ 185552 w 228370"/>
                    <a:gd name="connsiteY9" fmla="*/ 223911 h 514133"/>
                    <a:gd name="connsiteX10" fmla="*/ 184362 w 228370"/>
                    <a:gd name="connsiteY10" fmla="*/ 231048 h 514133"/>
                    <a:gd name="connsiteX11" fmla="*/ 177225 w 228370"/>
                    <a:gd name="connsiteY11" fmla="*/ 235806 h 514133"/>
                    <a:gd name="connsiteX12" fmla="*/ 173657 w 228370"/>
                    <a:gd name="connsiteY12" fmla="*/ 242942 h 514133"/>
                    <a:gd name="connsiteX13" fmla="*/ 166521 w 228370"/>
                    <a:gd name="connsiteY13" fmla="*/ 246510 h 514133"/>
                    <a:gd name="connsiteX14" fmla="*/ 160574 w 228370"/>
                    <a:gd name="connsiteY14" fmla="*/ 250079 h 514133"/>
                    <a:gd name="connsiteX15" fmla="*/ 153437 w 228370"/>
                    <a:gd name="connsiteY15" fmla="*/ 248889 h 514133"/>
                    <a:gd name="connsiteX16" fmla="*/ 147490 w 228370"/>
                    <a:gd name="connsiteY16" fmla="*/ 261973 h 514133"/>
                    <a:gd name="connsiteX17" fmla="*/ 146300 w 228370"/>
                    <a:gd name="connsiteY17" fmla="*/ 271489 h 514133"/>
                    <a:gd name="connsiteX18" fmla="*/ 146300 w 228370"/>
                    <a:gd name="connsiteY18" fmla="*/ 279814 h 514133"/>
                    <a:gd name="connsiteX19" fmla="*/ 140353 w 228370"/>
                    <a:gd name="connsiteY19" fmla="*/ 289330 h 514133"/>
                    <a:gd name="connsiteX20" fmla="*/ 151058 w 228370"/>
                    <a:gd name="connsiteY20" fmla="*/ 304793 h 514133"/>
                    <a:gd name="connsiteX21" fmla="*/ 162952 w 228370"/>
                    <a:gd name="connsiteY21" fmla="*/ 319066 h 514133"/>
                    <a:gd name="connsiteX22" fmla="*/ 168899 w 228370"/>
                    <a:gd name="connsiteY22" fmla="*/ 327392 h 514133"/>
                    <a:gd name="connsiteX23" fmla="*/ 172468 w 228370"/>
                    <a:gd name="connsiteY23" fmla="*/ 335718 h 514133"/>
                    <a:gd name="connsiteX24" fmla="*/ 178415 w 228370"/>
                    <a:gd name="connsiteY24" fmla="*/ 342855 h 514133"/>
                    <a:gd name="connsiteX25" fmla="*/ 173657 w 228370"/>
                    <a:gd name="connsiteY25" fmla="*/ 349991 h 514133"/>
                    <a:gd name="connsiteX26" fmla="*/ 173657 w 228370"/>
                    <a:gd name="connsiteY26" fmla="*/ 370212 h 514133"/>
                    <a:gd name="connsiteX27" fmla="*/ 171278 w 228370"/>
                    <a:gd name="connsiteY27" fmla="*/ 379727 h 514133"/>
                    <a:gd name="connsiteX28" fmla="*/ 174846 w 228370"/>
                    <a:gd name="connsiteY28" fmla="*/ 386864 h 514133"/>
                    <a:gd name="connsiteX29" fmla="*/ 187931 w 228370"/>
                    <a:gd name="connsiteY29" fmla="*/ 399947 h 514133"/>
                    <a:gd name="connsiteX30" fmla="*/ 197446 w 228370"/>
                    <a:gd name="connsiteY30" fmla="*/ 413031 h 514133"/>
                    <a:gd name="connsiteX31" fmla="*/ 197446 w 228370"/>
                    <a:gd name="connsiteY31" fmla="*/ 427305 h 514133"/>
                    <a:gd name="connsiteX32" fmla="*/ 199825 w 228370"/>
                    <a:gd name="connsiteY32" fmla="*/ 439199 h 514133"/>
                    <a:gd name="connsiteX33" fmla="*/ 201014 w 228370"/>
                    <a:gd name="connsiteY33" fmla="*/ 446335 h 514133"/>
                    <a:gd name="connsiteX34" fmla="*/ 203393 w 228370"/>
                    <a:gd name="connsiteY34" fmla="*/ 464177 h 514133"/>
                    <a:gd name="connsiteX35" fmla="*/ 196257 w 228370"/>
                    <a:gd name="connsiteY35" fmla="*/ 480829 h 514133"/>
                    <a:gd name="connsiteX36" fmla="*/ 185552 w 228370"/>
                    <a:gd name="connsiteY36" fmla="*/ 511754 h 514133"/>
                    <a:gd name="connsiteX37" fmla="*/ 184362 w 228370"/>
                    <a:gd name="connsiteY37" fmla="*/ 514133 h 514133"/>
                    <a:gd name="connsiteX38" fmla="*/ 180794 w 228370"/>
                    <a:gd name="connsiteY38" fmla="*/ 514133 h 514133"/>
                    <a:gd name="connsiteX39" fmla="*/ 178415 w 228370"/>
                    <a:gd name="connsiteY39" fmla="*/ 503428 h 514133"/>
                    <a:gd name="connsiteX40" fmla="*/ 180794 w 228370"/>
                    <a:gd name="connsiteY40" fmla="*/ 495102 h 514133"/>
                    <a:gd name="connsiteX41" fmla="*/ 183173 w 228370"/>
                    <a:gd name="connsiteY41" fmla="*/ 484397 h 514133"/>
                    <a:gd name="connsiteX42" fmla="*/ 185552 w 228370"/>
                    <a:gd name="connsiteY42" fmla="*/ 464177 h 514133"/>
                    <a:gd name="connsiteX43" fmla="*/ 179604 w 228370"/>
                    <a:gd name="connsiteY43" fmla="*/ 438010 h 514133"/>
                    <a:gd name="connsiteX44" fmla="*/ 174846 w 228370"/>
                    <a:gd name="connsiteY44" fmla="*/ 424926 h 514133"/>
                    <a:gd name="connsiteX45" fmla="*/ 171278 w 228370"/>
                    <a:gd name="connsiteY45" fmla="*/ 411842 h 514133"/>
                    <a:gd name="connsiteX46" fmla="*/ 168899 w 228370"/>
                    <a:gd name="connsiteY46" fmla="*/ 411842 h 514133"/>
                    <a:gd name="connsiteX47" fmla="*/ 166521 w 228370"/>
                    <a:gd name="connsiteY47" fmla="*/ 417789 h 514133"/>
                    <a:gd name="connsiteX48" fmla="*/ 162952 w 228370"/>
                    <a:gd name="connsiteY48" fmla="*/ 401137 h 514133"/>
                    <a:gd name="connsiteX49" fmla="*/ 160574 w 228370"/>
                    <a:gd name="connsiteY49" fmla="*/ 386864 h 514133"/>
                    <a:gd name="connsiteX50" fmla="*/ 155816 w 228370"/>
                    <a:gd name="connsiteY50" fmla="*/ 374969 h 514133"/>
                    <a:gd name="connsiteX51" fmla="*/ 154627 w 228370"/>
                    <a:gd name="connsiteY51" fmla="*/ 366643 h 514133"/>
                    <a:gd name="connsiteX52" fmla="*/ 152248 w 228370"/>
                    <a:gd name="connsiteY52" fmla="*/ 357128 h 514133"/>
                    <a:gd name="connsiteX53" fmla="*/ 148679 w 228370"/>
                    <a:gd name="connsiteY53" fmla="*/ 349991 h 514133"/>
                    <a:gd name="connsiteX54" fmla="*/ 149869 w 228370"/>
                    <a:gd name="connsiteY54" fmla="*/ 334529 h 514133"/>
                    <a:gd name="connsiteX55" fmla="*/ 145110 w 228370"/>
                    <a:gd name="connsiteY55" fmla="*/ 335718 h 514133"/>
                    <a:gd name="connsiteX56" fmla="*/ 133216 w 228370"/>
                    <a:gd name="connsiteY56" fmla="*/ 326203 h 514133"/>
                    <a:gd name="connsiteX57" fmla="*/ 123701 w 228370"/>
                    <a:gd name="connsiteY57" fmla="*/ 311929 h 514133"/>
                    <a:gd name="connsiteX58" fmla="*/ 126080 w 228370"/>
                    <a:gd name="connsiteY58" fmla="*/ 321445 h 514133"/>
                    <a:gd name="connsiteX59" fmla="*/ 123701 w 228370"/>
                    <a:gd name="connsiteY59" fmla="*/ 326203 h 514133"/>
                    <a:gd name="connsiteX60" fmla="*/ 120133 w 228370"/>
                    <a:gd name="connsiteY60" fmla="*/ 336908 h 514133"/>
                    <a:gd name="connsiteX61" fmla="*/ 109427 w 228370"/>
                    <a:gd name="connsiteY61" fmla="*/ 332150 h 514133"/>
                    <a:gd name="connsiteX62" fmla="*/ 112996 w 228370"/>
                    <a:gd name="connsiteY62" fmla="*/ 340476 h 514133"/>
                    <a:gd name="connsiteX63" fmla="*/ 99912 w 228370"/>
                    <a:gd name="connsiteY63" fmla="*/ 347612 h 514133"/>
                    <a:gd name="connsiteX64" fmla="*/ 95155 w 228370"/>
                    <a:gd name="connsiteY64" fmla="*/ 352370 h 514133"/>
                    <a:gd name="connsiteX65" fmla="*/ 66608 w 228370"/>
                    <a:gd name="connsiteY65" fmla="*/ 360696 h 514133"/>
                    <a:gd name="connsiteX66" fmla="*/ 70176 w 228370"/>
                    <a:gd name="connsiteY66" fmla="*/ 349991 h 514133"/>
                    <a:gd name="connsiteX67" fmla="*/ 72555 w 228370"/>
                    <a:gd name="connsiteY67" fmla="*/ 339286 h 514133"/>
                    <a:gd name="connsiteX68" fmla="*/ 70176 w 228370"/>
                    <a:gd name="connsiteY68" fmla="*/ 345233 h 514133"/>
                    <a:gd name="connsiteX69" fmla="*/ 61850 w 228370"/>
                    <a:gd name="connsiteY69" fmla="*/ 353560 h 514133"/>
                    <a:gd name="connsiteX70" fmla="*/ 63040 w 228370"/>
                    <a:gd name="connsiteY70" fmla="*/ 332150 h 514133"/>
                    <a:gd name="connsiteX71" fmla="*/ 65419 w 228370"/>
                    <a:gd name="connsiteY71" fmla="*/ 320256 h 514133"/>
                    <a:gd name="connsiteX72" fmla="*/ 66608 w 228370"/>
                    <a:gd name="connsiteY72" fmla="*/ 310740 h 514133"/>
                    <a:gd name="connsiteX73" fmla="*/ 63040 w 228370"/>
                    <a:gd name="connsiteY73" fmla="*/ 300035 h 514133"/>
                    <a:gd name="connsiteX74" fmla="*/ 61850 w 228370"/>
                    <a:gd name="connsiteY74" fmla="*/ 292898 h 514133"/>
                    <a:gd name="connsiteX75" fmla="*/ 58282 w 228370"/>
                    <a:gd name="connsiteY75" fmla="*/ 288141 h 514133"/>
                    <a:gd name="connsiteX76" fmla="*/ 49956 w 228370"/>
                    <a:gd name="connsiteY76" fmla="*/ 269110 h 514133"/>
                    <a:gd name="connsiteX77" fmla="*/ 45198 w 228370"/>
                    <a:gd name="connsiteY77" fmla="*/ 261973 h 514133"/>
                    <a:gd name="connsiteX78" fmla="*/ 47577 w 228370"/>
                    <a:gd name="connsiteY78" fmla="*/ 273867 h 514133"/>
                    <a:gd name="connsiteX79" fmla="*/ 32114 w 228370"/>
                    <a:gd name="connsiteY79" fmla="*/ 261973 h 514133"/>
                    <a:gd name="connsiteX80" fmla="*/ 35683 w 228370"/>
                    <a:gd name="connsiteY80" fmla="*/ 260784 h 514133"/>
                    <a:gd name="connsiteX81" fmla="*/ 38061 w 228370"/>
                    <a:gd name="connsiteY81" fmla="*/ 261973 h 514133"/>
                    <a:gd name="connsiteX82" fmla="*/ 36872 w 228370"/>
                    <a:gd name="connsiteY82" fmla="*/ 252458 h 514133"/>
                    <a:gd name="connsiteX83" fmla="*/ 41630 w 228370"/>
                    <a:gd name="connsiteY83" fmla="*/ 256026 h 514133"/>
                    <a:gd name="connsiteX84" fmla="*/ 39251 w 228370"/>
                    <a:gd name="connsiteY84" fmla="*/ 244131 h 514133"/>
                    <a:gd name="connsiteX85" fmla="*/ 24978 w 228370"/>
                    <a:gd name="connsiteY85" fmla="*/ 236995 h 514133"/>
                    <a:gd name="connsiteX86" fmla="*/ 21410 w 228370"/>
                    <a:gd name="connsiteY86" fmla="*/ 235806 h 514133"/>
                    <a:gd name="connsiteX87" fmla="*/ 21410 w 228370"/>
                    <a:gd name="connsiteY87" fmla="*/ 238184 h 514133"/>
                    <a:gd name="connsiteX88" fmla="*/ 20220 w 228370"/>
                    <a:gd name="connsiteY88" fmla="*/ 231048 h 514133"/>
                    <a:gd name="connsiteX89" fmla="*/ 11894 w 228370"/>
                    <a:gd name="connsiteY89" fmla="*/ 229858 h 514133"/>
                    <a:gd name="connsiteX90" fmla="*/ 13083 w 228370"/>
                    <a:gd name="connsiteY90" fmla="*/ 235806 h 514133"/>
                    <a:gd name="connsiteX91" fmla="*/ 0 w 228370"/>
                    <a:gd name="connsiteY91" fmla="*/ 214396 h 514133"/>
                    <a:gd name="connsiteX92" fmla="*/ 0 w 228370"/>
                    <a:gd name="connsiteY92" fmla="*/ 208448 h 514133"/>
                    <a:gd name="connsiteX93" fmla="*/ 9515 w 228370"/>
                    <a:gd name="connsiteY93" fmla="*/ 194175 h 514133"/>
                    <a:gd name="connsiteX94" fmla="*/ 9515 w 228370"/>
                    <a:gd name="connsiteY94" fmla="*/ 187039 h 514133"/>
                    <a:gd name="connsiteX95" fmla="*/ 15463 w 228370"/>
                    <a:gd name="connsiteY95" fmla="*/ 181092 h 514133"/>
                    <a:gd name="connsiteX96" fmla="*/ 19031 w 228370"/>
                    <a:gd name="connsiteY96" fmla="*/ 153735 h 514133"/>
                    <a:gd name="connsiteX97" fmla="*/ 22599 w 228370"/>
                    <a:gd name="connsiteY97" fmla="*/ 125188 h 514133"/>
                    <a:gd name="connsiteX98" fmla="*/ 27357 w 228370"/>
                    <a:gd name="connsiteY98" fmla="*/ 126377 h 514133"/>
                    <a:gd name="connsiteX99" fmla="*/ 47577 w 228370"/>
                    <a:gd name="connsiteY99" fmla="*/ 96642 h 514133"/>
                    <a:gd name="connsiteX100" fmla="*/ 47577 w 228370"/>
                    <a:gd name="connsiteY100" fmla="*/ 89505 h 514133"/>
                    <a:gd name="connsiteX101" fmla="*/ 44009 w 228370"/>
                    <a:gd name="connsiteY101" fmla="*/ 84747 h 514133"/>
                    <a:gd name="connsiteX102" fmla="*/ 51146 w 228370"/>
                    <a:gd name="connsiteY102" fmla="*/ 72853 h 514133"/>
                    <a:gd name="connsiteX103" fmla="*/ 58282 w 228370"/>
                    <a:gd name="connsiteY103" fmla="*/ 46685 h 514133"/>
                    <a:gd name="connsiteX104" fmla="*/ 67797 w 228370"/>
                    <a:gd name="connsiteY104" fmla="*/ 37170 h 514133"/>
                    <a:gd name="connsiteX105" fmla="*/ 74934 w 228370"/>
                    <a:gd name="connsiteY105" fmla="*/ 27654 h 514133"/>
                    <a:gd name="connsiteX106" fmla="*/ 86829 w 228370"/>
                    <a:gd name="connsiteY106" fmla="*/ 20518 h 514133"/>
                    <a:gd name="connsiteX107" fmla="*/ 93965 w 228370"/>
                    <a:gd name="connsiteY107" fmla="*/ 18139 h 514133"/>
                    <a:gd name="connsiteX108" fmla="*/ 99912 w 228370"/>
                    <a:gd name="connsiteY108" fmla="*/ 20518 h 514133"/>
                    <a:gd name="connsiteX109" fmla="*/ 104670 w 228370"/>
                    <a:gd name="connsiteY109" fmla="*/ 5055 h 514133"/>
                    <a:gd name="connsiteX110" fmla="*/ 102291 w 228370"/>
                    <a:gd name="connsiteY110" fmla="*/ 297 h 514133"/>
                    <a:gd name="connsiteX111" fmla="*/ 126080 w 228370"/>
                    <a:gd name="connsiteY111" fmla="*/ 1487 h 514133"/>
                    <a:gd name="connsiteX112" fmla="*/ 129648 w 228370"/>
                    <a:gd name="connsiteY112" fmla="*/ 7434 h 514133"/>
                    <a:gd name="connsiteX113" fmla="*/ 134406 w 228370"/>
                    <a:gd name="connsiteY113" fmla="*/ 11002 h 514133"/>
                    <a:gd name="connsiteX114" fmla="*/ 135595 w 228370"/>
                    <a:gd name="connsiteY114" fmla="*/ 18139 h 514133"/>
                    <a:gd name="connsiteX115" fmla="*/ 141542 w 228370"/>
                    <a:gd name="connsiteY115" fmla="*/ 21707 h 514133"/>
                    <a:gd name="connsiteX116" fmla="*/ 146300 w 228370"/>
                    <a:gd name="connsiteY116" fmla="*/ 37170 h 514133"/>
                    <a:gd name="connsiteX117" fmla="*/ 147490 w 228370"/>
                    <a:gd name="connsiteY117" fmla="*/ 64527 h 514133"/>
                    <a:gd name="connsiteX118" fmla="*/ 136785 w 228370"/>
                    <a:gd name="connsiteY118" fmla="*/ 76421 h 514133"/>
                    <a:gd name="connsiteX119" fmla="*/ 135595 w 228370"/>
                    <a:gd name="connsiteY119" fmla="*/ 84747 h 514133"/>
                    <a:gd name="connsiteX120" fmla="*/ 128459 w 228370"/>
                    <a:gd name="connsiteY120" fmla="*/ 89505 h 514133"/>
                    <a:gd name="connsiteX121" fmla="*/ 126080 w 228370"/>
                    <a:gd name="connsiteY121" fmla="*/ 106157 h 514133"/>
                    <a:gd name="connsiteX122" fmla="*/ 134406 w 228370"/>
                    <a:gd name="connsiteY122" fmla="*/ 115673 h 514133"/>
                    <a:gd name="connsiteX123" fmla="*/ 136785 w 228370"/>
                    <a:gd name="connsiteY123" fmla="*/ 126377 h 514133"/>
                    <a:gd name="connsiteX124" fmla="*/ 145110 w 228370"/>
                    <a:gd name="connsiteY124" fmla="*/ 121620 h 514133"/>
                    <a:gd name="connsiteX125" fmla="*/ 157005 w 228370"/>
                    <a:gd name="connsiteY125" fmla="*/ 120430 h 514133"/>
                    <a:gd name="connsiteX126" fmla="*/ 157005 w 228370"/>
                    <a:gd name="connsiteY126" fmla="*/ 129946 h 514133"/>
                    <a:gd name="connsiteX127" fmla="*/ 164142 w 228370"/>
                    <a:gd name="connsiteY127" fmla="*/ 129946 h 514133"/>
                    <a:gd name="connsiteX128" fmla="*/ 165331 w 228370"/>
                    <a:gd name="connsiteY128" fmla="*/ 140651 h 514133"/>
                    <a:gd name="connsiteX129" fmla="*/ 172468 w 228370"/>
                    <a:gd name="connsiteY129" fmla="*/ 146598 h 514133"/>
                    <a:gd name="connsiteX130" fmla="*/ 184362 w 228370"/>
                    <a:gd name="connsiteY130" fmla="*/ 148977 h 514133"/>
                    <a:gd name="connsiteX131" fmla="*/ 187931 w 228370"/>
                    <a:gd name="connsiteY131" fmla="*/ 157303 h 514133"/>
                    <a:gd name="connsiteX132" fmla="*/ 179604 w 228370"/>
                    <a:gd name="connsiteY132" fmla="*/ 170387 h 514133"/>
                    <a:gd name="connsiteX133" fmla="*/ 177225 w 228370"/>
                    <a:gd name="connsiteY133" fmla="*/ 178712 h 514133"/>
                    <a:gd name="connsiteX134" fmla="*/ 196257 w 228370"/>
                    <a:gd name="connsiteY134" fmla="*/ 178712 h 514133"/>
                    <a:gd name="connsiteX135" fmla="*/ 199825 w 228370"/>
                    <a:gd name="connsiteY135" fmla="*/ 195365 h 514133"/>
                    <a:gd name="connsiteX136" fmla="*/ 215287 w 228370"/>
                    <a:gd name="connsiteY136" fmla="*/ 191796 h 514133"/>
                    <a:gd name="connsiteX137" fmla="*/ 228371 w 228370"/>
                    <a:gd name="connsiteY137" fmla="*/ 187039 h 514133"/>
                    <a:gd name="connsiteX138" fmla="*/ 222424 w 228370"/>
                    <a:gd name="connsiteY138" fmla="*/ 190607 h 51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</a:cxnLst>
                  <a:rect l="l" t="t" r="r" b="b"/>
                  <a:pathLst>
                    <a:path w="228370" h="514133">
                      <a:moveTo>
                        <a:pt x="222424" y="190607"/>
                      </a:moveTo>
                      <a:cubicBezTo>
                        <a:pt x="221235" y="191796"/>
                        <a:pt x="221235" y="191796"/>
                        <a:pt x="221235" y="192986"/>
                      </a:cubicBezTo>
                      <a:cubicBezTo>
                        <a:pt x="218856" y="194175"/>
                        <a:pt x="217666" y="195365"/>
                        <a:pt x="215287" y="195365"/>
                      </a:cubicBezTo>
                      <a:cubicBezTo>
                        <a:pt x="211719" y="196554"/>
                        <a:pt x="211719" y="195365"/>
                        <a:pt x="210529" y="198933"/>
                      </a:cubicBezTo>
                      <a:cubicBezTo>
                        <a:pt x="209340" y="201312"/>
                        <a:pt x="208151" y="203691"/>
                        <a:pt x="208151" y="206070"/>
                      </a:cubicBezTo>
                      <a:cubicBezTo>
                        <a:pt x="208151" y="207259"/>
                        <a:pt x="209340" y="208448"/>
                        <a:pt x="208151" y="209638"/>
                      </a:cubicBezTo>
                      <a:cubicBezTo>
                        <a:pt x="208151" y="210827"/>
                        <a:pt x="205772" y="210827"/>
                        <a:pt x="204582" y="212017"/>
                      </a:cubicBezTo>
                      <a:cubicBezTo>
                        <a:pt x="202204" y="213206"/>
                        <a:pt x="199825" y="215585"/>
                        <a:pt x="198635" y="219154"/>
                      </a:cubicBezTo>
                      <a:cubicBezTo>
                        <a:pt x="197446" y="219154"/>
                        <a:pt x="196257" y="220343"/>
                        <a:pt x="193878" y="220343"/>
                      </a:cubicBezTo>
                      <a:cubicBezTo>
                        <a:pt x="190310" y="220343"/>
                        <a:pt x="187931" y="222722"/>
                        <a:pt x="185552" y="223911"/>
                      </a:cubicBezTo>
                      <a:cubicBezTo>
                        <a:pt x="185552" y="227479"/>
                        <a:pt x="186741" y="228669"/>
                        <a:pt x="184362" y="231048"/>
                      </a:cubicBezTo>
                      <a:cubicBezTo>
                        <a:pt x="181983" y="233427"/>
                        <a:pt x="179604" y="233427"/>
                        <a:pt x="177225" y="235806"/>
                      </a:cubicBezTo>
                      <a:cubicBezTo>
                        <a:pt x="174846" y="238184"/>
                        <a:pt x="174846" y="240563"/>
                        <a:pt x="173657" y="242942"/>
                      </a:cubicBezTo>
                      <a:cubicBezTo>
                        <a:pt x="171278" y="244131"/>
                        <a:pt x="168899" y="245321"/>
                        <a:pt x="166521" y="246510"/>
                      </a:cubicBezTo>
                      <a:cubicBezTo>
                        <a:pt x="164142" y="247700"/>
                        <a:pt x="161763" y="248889"/>
                        <a:pt x="160574" y="250079"/>
                      </a:cubicBezTo>
                      <a:cubicBezTo>
                        <a:pt x="157005" y="251268"/>
                        <a:pt x="157005" y="248889"/>
                        <a:pt x="153437" y="248889"/>
                      </a:cubicBezTo>
                      <a:cubicBezTo>
                        <a:pt x="146300" y="247700"/>
                        <a:pt x="151058" y="258405"/>
                        <a:pt x="147490" y="261973"/>
                      </a:cubicBezTo>
                      <a:cubicBezTo>
                        <a:pt x="147490" y="265541"/>
                        <a:pt x="146300" y="267920"/>
                        <a:pt x="146300" y="271489"/>
                      </a:cubicBezTo>
                      <a:cubicBezTo>
                        <a:pt x="146300" y="273867"/>
                        <a:pt x="147490" y="277436"/>
                        <a:pt x="146300" y="279814"/>
                      </a:cubicBezTo>
                      <a:cubicBezTo>
                        <a:pt x="145110" y="281004"/>
                        <a:pt x="130838" y="285762"/>
                        <a:pt x="140353" y="289330"/>
                      </a:cubicBezTo>
                      <a:cubicBezTo>
                        <a:pt x="141542" y="294088"/>
                        <a:pt x="147490" y="300035"/>
                        <a:pt x="151058" y="304793"/>
                      </a:cubicBezTo>
                      <a:cubicBezTo>
                        <a:pt x="154627" y="309550"/>
                        <a:pt x="159384" y="313119"/>
                        <a:pt x="162952" y="319066"/>
                      </a:cubicBezTo>
                      <a:cubicBezTo>
                        <a:pt x="164142" y="322634"/>
                        <a:pt x="166521" y="323824"/>
                        <a:pt x="168899" y="327392"/>
                      </a:cubicBezTo>
                      <a:cubicBezTo>
                        <a:pt x="171278" y="329771"/>
                        <a:pt x="171278" y="333339"/>
                        <a:pt x="172468" y="335718"/>
                      </a:cubicBezTo>
                      <a:cubicBezTo>
                        <a:pt x="173657" y="338097"/>
                        <a:pt x="178415" y="340476"/>
                        <a:pt x="178415" y="342855"/>
                      </a:cubicBezTo>
                      <a:cubicBezTo>
                        <a:pt x="178415" y="346423"/>
                        <a:pt x="174846" y="347612"/>
                        <a:pt x="173657" y="349991"/>
                      </a:cubicBezTo>
                      <a:cubicBezTo>
                        <a:pt x="170089" y="355939"/>
                        <a:pt x="173657" y="363075"/>
                        <a:pt x="173657" y="370212"/>
                      </a:cubicBezTo>
                      <a:cubicBezTo>
                        <a:pt x="173657" y="373780"/>
                        <a:pt x="171278" y="376159"/>
                        <a:pt x="171278" y="379727"/>
                      </a:cubicBezTo>
                      <a:cubicBezTo>
                        <a:pt x="171278" y="382106"/>
                        <a:pt x="173657" y="385674"/>
                        <a:pt x="174846" y="386864"/>
                      </a:cubicBezTo>
                      <a:cubicBezTo>
                        <a:pt x="179604" y="391622"/>
                        <a:pt x="183173" y="395190"/>
                        <a:pt x="187931" y="399947"/>
                      </a:cubicBezTo>
                      <a:cubicBezTo>
                        <a:pt x="192688" y="403516"/>
                        <a:pt x="196257" y="407084"/>
                        <a:pt x="197446" y="413031"/>
                      </a:cubicBezTo>
                      <a:cubicBezTo>
                        <a:pt x="197446" y="417789"/>
                        <a:pt x="197446" y="422547"/>
                        <a:pt x="197446" y="427305"/>
                      </a:cubicBezTo>
                      <a:cubicBezTo>
                        <a:pt x="197446" y="432062"/>
                        <a:pt x="199825" y="435631"/>
                        <a:pt x="199825" y="439199"/>
                      </a:cubicBezTo>
                      <a:cubicBezTo>
                        <a:pt x="199825" y="439199"/>
                        <a:pt x="201014" y="445146"/>
                        <a:pt x="201014" y="446335"/>
                      </a:cubicBezTo>
                      <a:cubicBezTo>
                        <a:pt x="201014" y="453472"/>
                        <a:pt x="205772" y="457041"/>
                        <a:pt x="203393" y="464177"/>
                      </a:cubicBezTo>
                      <a:cubicBezTo>
                        <a:pt x="201014" y="470124"/>
                        <a:pt x="198635" y="474882"/>
                        <a:pt x="196257" y="480829"/>
                      </a:cubicBezTo>
                      <a:cubicBezTo>
                        <a:pt x="193878" y="485587"/>
                        <a:pt x="181983" y="504618"/>
                        <a:pt x="185552" y="511754"/>
                      </a:cubicBezTo>
                      <a:cubicBezTo>
                        <a:pt x="185552" y="512944"/>
                        <a:pt x="184362" y="512944"/>
                        <a:pt x="184362" y="514133"/>
                      </a:cubicBezTo>
                      <a:cubicBezTo>
                        <a:pt x="183173" y="514133"/>
                        <a:pt x="181983" y="514133"/>
                        <a:pt x="180794" y="514133"/>
                      </a:cubicBezTo>
                      <a:cubicBezTo>
                        <a:pt x="180794" y="510565"/>
                        <a:pt x="181983" y="505807"/>
                        <a:pt x="178415" y="503428"/>
                      </a:cubicBezTo>
                      <a:cubicBezTo>
                        <a:pt x="176036" y="498671"/>
                        <a:pt x="179604" y="498671"/>
                        <a:pt x="180794" y="495102"/>
                      </a:cubicBezTo>
                      <a:cubicBezTo>
                        <a:pt x="183173" y="491534"/>
                        <a:pt x="181983" y="489155"/>
                        <a:pt x="183173" y="484397"/>
                      </a:cubicBezTo>
                      <a:cubicBezTo>
                        <a:pt x="184362" y="479640"/>
                        <a:pt x="187931" y="465366"/>
                        <a:pt x="185552" y="464177"/>
                      </a:cubicBezTo>
                      <a:cubicBezTo>
                        <a:pt x="183173" y="454662"/>
                        <a:pt x="183173" y="445146"/>
                        <a:pt x="179604" y="438010"/>
                      </a:cubicBezTo>
                      <a:cubicBezTo>
                        <a:pt x="178415" y="433252"/>
                        <a:pt x="176036" y="429683"/>
                        <a:pt x="174846" y="424926"/>
                      </a:cubicBezTo>
                      <a:cubicBezTo>
                        <a:pt x="173657" y="421358"/>
                        <a:pt x="170089" y="415410"/>
                        <a:pt x="171278" y="411842"/>
                      </a:cubicBezTo>
                      <a:cubicBezTo>
                        <a:pt x="171278" y="411842"/>
                        <a:pt x="170089" y="411842"/>
                        <a:pt x="168899" y="411842"/>
                      </a:cubicBezTo>
                      <a:cubicBezTo>
                        <a:pt x="168899" y="414221"/>
                        <a:pt x="168899" y="416600"/>
                        <a:pt x="166521" y="417789"/>
                      </a:cubicBezTo>
                      <a:cubicBezTo>
                        <a:pt x="166521" y="411842"/>
                        <a:pt x="164142" y="407084"/>
                        <a:pt x="162952" y="401137"/>
                      </a:cubicBezTo>
                      <a:cubicBezTo>
                        <a:pt x="161763" y="395190"/>
                        <a:pt x="154627" y="390432"/>
                        <a:pt x="160574" y="386864"/>
                      </a:cubicBezTo>
                      <a:cubicBezTo>
                        <a:pt x="155816" y="383295"/>
                        <a:pt x="154627" y="379727"/>
                        <a:pt x="155816" y="374969"/>
                      </a:cubicBezTo>
                      <a:cubicBezTo>
                        <a:pt x="155816" y="369022"/>
                        <a:pt x="154627" y="366643"/>
                        <a:pt x="154627" y="366643"/>
                      </a:cubicBezTo>
                      <a:cubicBezTo>
                        <a:pt x="153437" y="363075"/>
                        <a:pt x="153437" y="360696"/>
                        <a:pt x="152248" y="357128"/>
                      </a:cubicBezTo>
                      <a:cubicBezTo>
                        <a:pt x="151058" y="353560"/>
                        <a:pt x="149869" y="353560"/>
                        <a:pt x="148679" y="349991"/>
                      </a:cubicBezTo>
                      <a:cubicBezTo>
                        <a:pt x="147490" y="345233"/>
                        <a:pt x="149869" y="339286"/>
                        <a:pt x="149869" y="334529"/>
                      </a:cubicBezTo>
                      <a:cubicBezTo>
                        <a:pt x="148679" y="334529"/>
                        <a:pt x="146300" y="334529"/>
                        <a:pt x="145110" y="335718"/>
                      </a:cubicBezTo>
                      <a:cubicBezTo>
                        <a:pt x="141542" y="344044"/>
                        <a:pt x="135595" y="329771"/>
                        <a:pt x="133216" y="326203"/>
                      </a:cubicBezTo>
                      <a:cubicBezTo>
                        <a:pt x="130838" y="321445"/>
                        <a:pt x="127269" y="316687"/>
                        <a:pt x="123701" y="311929"/>
                      </a:cubicBezTo>
                      <a:cubicBezTo>
                        <a:pt x="124891" y="315498"/>
                        <a:pt x="123701" y="319066"/>
                        <a:pt x="126080" y="321445"/>
                      </a:cubicBezTo>
                      <a:cubicBezTo>
                        <a:pt x="126080" y="323824"/>
                        <a:pt x="126080" y="325013"/>
                        <a:pt x="123701" y="326203"/>
                      </a:cubicBezTo>
                      <a:cubicBezTo>
                        <a:pt x="122512" y="330960"/>
                        <a:pt x="127269" y="334529"/>
                        <a:pt x="120133" y="336908"/>
                      </a:cubicBezTo>
                      <a:cubicBezTo>
                        <a:pt x="114185" y="338097"/>
                        <a:pt x="112996" y="334529"/>
                        <a:pt x="109427" y="332150"/>
                      </a:cubicBezTo>
                      <a:cubicBezTo>
                        <a:pt x="109427" y="335718"/>
                        <a:pt x="111806" y="339286"/>
                        <a:pt x="112996" y="340476"/>
                      </a:cubicBezTo>
                      <a:cubicBezTo>
                        <a:pt x="114185" y="348802"/>
                        <a:pt x="99912" y="338097"/>
                        <a:pt x="99912" y="347612"/>
                      </a:cubicBezTo>
                      <a:cubicBezTo>
                        <a:pt x="97533" y="348802"/>
                        <a:pt x="95155" y="349991"/>
                        <a:pt x="95155" y="352370"/>
                      </a:cubicBezTo>
                      <a:cubicBezTo>
                        <a:pt x="86829" y="358317"/>
                        <a:pt x="71366" y="348802"/>
                        <a:pt x="66608" y="360696"/>
                      </a:cubicBezTo>
                      <a:cubicBezTo>
                        <a:pt x="65419" y="357128"/>
                        <a:pt x="67797" y="353560"/>
                        <a:pt x="70176" y="349991"/>
                      </a:cubicBezTo>
                      <a:cubicBezTo>
                        <a:pt x="72555" y="345233"/>
                        <a:pt x="72555" y="344044"/>
                        <a:pt x="72555" y="339286"/>
                      </a:cubicBezTo>
                      <a:cubicBezTo>
                        <a:pt x="71366" y="340476"/>
                        <a:pt x="70176" y="342855"/>
                        <a:pt x="70176" y="345233"/>
                      </a:cubicBezTo>
                      <a:cubicBezTo>
                        <a:pt x="66608" y="347612"/>
                        <a:pt x="60661" y="348802"/>
                        <a:pt x="61850" y="353560"/>
                      </a:cubicBezTo>
                      <a:cubicBezTo>
                        <a:pt x="54714" y="351181"/>
                        <a:pt x="61850" y="335718"/>
                        <a:pt x="63040" y="332150"/>
                      </a:cubicBezTo>
                      <a:cubicBezTo>
                        <a:pt x="64229" y="327392"/>
                        <a:pt x="64229" y="325013"/>
                        <a:pt x="65419" y="320256"/>
                      </a:cubicBezTo>
                      <a:cubicBezTo>
                        <a:pt x="67797" y="315498"/>
                        <a:pt x="68987" y="316687"/>
                        <a:pt x="66608" y="310740"/>
                      </a:cubicBezTo>
                      <a:cubicBezTo>
                        <a:pt x="65419" y="307172"/>
                        <a:pt x="63040" y="304793"/>
                        <a:pt x="63040" y="300035"/>
                      </a:cubicBezTo>
                      <a:cubicBezTo>
                        <a:pt x="63040" y="298846"/>
                        <a:pt x="63040" y="295277"/>
                        <a:pt x="61850" y="292898"/>
                      </a:cubicBezTo>
                      <a:cubicBezTo>
                        <a:pt x="60661" y="290520"/>
                        <a:pt x="58282" y="290520"/>
                        <a:pt x="58282" y="288141"/>
                      </a:cubicBezTo>
                      <a:cubicBezTo>
                        <a:pt x="55903" y="283383"/>
                        <a:pt x="55903" y="271489"/>
                        <a:pt x="49956" y="269110"/>
                      </a:cubicBezTo>
                      <a:cubicBezTo>
                        <a:pt x="49956" y="265541"/>
                        <a:pt x="48767" y="263162"/>
                        <a:pt x="45198" y="261973"/>
                      </a:cubicBezTo>
                      <a:cubicBezTo>
                        <a:pt x="44009" y="266731"/>
                        <a:pt x="46388" y="270299"/>
                        <a:pt x="47577" y="273867"/>
                      </a:cubicBezTo>
                      <a:cubicBezTo>
                        <a:pt x="40440" y="273867"/>
                        <a:pt x="35683" y="267920"/>
                        <a:pt x="32114" y="261973"/>
                      </a:cubicBezTo>
                      <a:cubicBezTo>
                        <a:pt x="23789" y="252458"/>
                        <a:pt x="35683" y="253647"/>
                        <a:pt x="35683" y="260784"/>
                      </a:cubicBezTo>
                      <a:cubicBezTo>
                        <a:pt x="36872" y="260784"/>
                        <a:pt x="36872" y="260784"/>
                        <a:pt x="38061" y="261973"/>
                      </a:cubicBezTo>
                      <a:cubicBezTo>
                        <a:pt x="40440" y="257215"/>
                        <a:pt x="32114" y="256026"/>
                        <a:pt x="36872" y="252458"/>
                      </a:cubicBezTo>
                      <a:cubicBezTo>
                        <a:pt x="38061" y="253647"/>
                        <a:pt x="40440" y="254837"/>
                        <a:pt x="41630" y="256026"/>
                      </a:cubicBezTo>
                      <a:cubicBezTo>
                        <a:pt x="46388" y="251268"/>
                        <a:pt x="40440" y="248889"/>
                        <a:pt x="39251" y="244131"/>
                      </a:cubicBezTo>
                      <a:cubicBezTo>
                        <a:pt x="35683" y="244131"/>
                        <a:pt x="24978" y="240563"/>
                        <a:pt x="24978" y="236995"/>
                      </a:cubicBezTo>
                      <a:cubicBezTo>
                        <a:pt x="23789" y="236995"/>
                        <a:pt x="22599" y="235806"/>
                        <a:pt x="21410" y="235806"/>
                      </a:cubicBezTo>
                      <a:cubicBezTo>
                        <a:pt x="21410" y="236995"/>
                        <a:pt x="21410" y="236995"/>
                        <a:pt x="21410" y="238184"/>
                      </a:cubicBezTo>
                      <a:cubicBezTo>
                        <a:pt x="15463" y="238184"/>
                        <a:pt x="15463" y="233427"/>
                        <a:pt x="20220" y="231048"/>
                      </a:cubicBezTo>
                      <a:cubicBezTo>
                        <a:pt x="17842" y="231048"/>
                        <a:pt x="14273" y="228669"/>
                        <a:pt x="11894" y="229858"/>
                      </a:cubicBezTo>
                      <a:cubicBezTo>
                        <a:pt x="13083" y="232237"/>
                        <a:pt x="13083" y="233427"/>
                        <a:pt x="13083" y="235806"/>
                      </a:cubicBezTo>
                      <a:cubicBezTo>
                        <a:pt x="10704" y="228669"/>
                        <a:pt x="1189" y="222722"/>
                        <a:pt x="0" y="214396"/>
                      </a:cubicBezTo>
                      <a:cubicBezTo>
                        <a:pt x="0" y="213206"/>
                        <a:pt x="0" y="210827"/>
                        <a:pt x="0" y="208448"/>
                      </a:cubicBezTo>
                      <a:cubicBezTo>
                        <a:pt x="1189" y="202501"/>
                        <a:pt x="8325" y="201312"/>
                        <a:pt x="9515" y="194175"/>
                      </a:cubicBezTo>
                      <a:cubicBezTo>
                        <a:pt x="9515" y="191796"/>
                        <a:pt x="9515" y="189418"/>
                        <a:pt x="9515" y="187039"/>
                      </a:cubicBezTo>
                      <a:cubicBezTo>
                        <a:pt x="9515" y="183471"/>
                        <a:pt x="10704" y="181092"/>
                        <a:pt x="15463" y="181092"/>
                      </a:cubicBezTo>
                      <a:cubicBezTo>
                        <a:pt x="19031" y="171576"/>
                        <a:pt x="19031" y="164439"/>
                        <a:pt x="19031" y="153735"/>
                      </a:cubicBezTo>
                      <a:cubicBezTo>
                        <a:pt x="29736" y="154924"/>
                        <a:pt x="19031" y="129946"/>
                        <a:pt x="22599" y="125188"/>
                      </a:cubicBezTo>
                      <a:cubicBezTo>
                        <a:pt x="24978" y="125188"/>
                        <a:pt x="26167" y="125188"/>
                        <a:pt x="27357" y="126377"/>
                      </a:cubicBezTo>
                      <a:cubicBezTo>
                        <a:pt x="40440" y="128756"/>
                        <a:pt x="46388" y="106157"/>
                        <a:pt x="47577" y="96642"/>
                      </a:cubicBezTo>
                      <a:cubicBezTo>
                        <a:pt x="47577" y="94263"/>
                        <a:pt x="48767" y="91884"/>
                        <a:pt x="47577" y="89505"/>
                      </a:cubicBezTo>
                      <a:cubicBezTo>
                        <a:pt x="47577" y="88316"/>
                        <a:pt x="44009" y="87126"/>
                        <a:pt x="44009" y="84747"/>
                      </a:cubicBezTo>
                      <a:cubicBezTo>
                        <a:pt x="44009" y="81179"/>
                        <a:pt x="49956" y="76421"/>
                        <a:pt x="51146" y="72853"/>
                      </a:cubicBezTo>
                      <a:cubicBezTo>
                        <a:pt x="54714" y="63338"/>
                        <a:pt x="51146" y="55011"/>
                        <a:pt x="58282" y="46685"/>
                      </a:cubicBezTo>
                      <a:cubicBezTo>
                        <a:pt x="60661" y="43117"/>
                        <a:pt x="65419" y="40738"/>
                        <a:pt x="67797" y="37170"/>
                      </a:cubicBezTo>
                      <a:cubicBezTo>
                        <a:pt x="70176" y="34791"/>
                        <a:pt x="72555" y="31223"/>
                        <a:pt x="74934" y="27654"/>
                      </a:cubicBezTo>
                      <a:cubicBezTo>
                        <a:pt x="79692" y="21707"/>
                        <a:pt x="79692" y="22897"/>
                        <a:pt x="86829" y="20518"/>
                      </a:cubicBezTo>
                      <a:cubicBezTo>
                        <a:pt x="90397" y="19328"/>
                        <a:pt x="90397" y="18139"/>
                        <a:pt x="93965" y="18139"/>
                      </a:cubicBezTo>
                      <a:cubicBezTo>
                        <a:pt x="96344" y="18139"/>
                        <a:pt x="97533" y="20518"/>
                        <a:pt x="99912" y="20518"/>
                      </a:cubicBezTo>
                      <a:cubicBezTo>
                        <a:pt x="99912" y="13381"/>
                        <a:pt x="98723" y="8623"/>
                        <a:pt x="104670" y="5055"/>
                      </a:cubicBezTo>
                      <a:cubicBezTo>
                        <a:pt x="103480" y="3866"/>
                        <a:pt x="102291" y="1487"/>
                        <a:pt x="102291" y="297"/>
                      </a:cubicBezTo>
                      <a:cubicBezTo>
                        <a:pt x="105859" y="297"/>
                        <a:pt x="124891" y="-892"/>
                        <a:pt x="126080" y="1487"/>
                      </a:cubicBezTo>
                      <a:cubicBezTo>
                        <a:pt x="127269" y="3866"/>
                        <a:pt x="127269" y="7434"/>
                        <a:pt x="129648" y="7434"/>
                      </a:cubicBezTo>
                      <a:cubicBezTo>
                        <a:pt x="132027" y="8623"/>
                        <a:pt x="134406" y="8623"/>
                        <a:pt x="134406" y="11002"/>
                      </a:cubicBezTo>
                      <a:cubicBezTo>
                        <a:pt x="134406" y="13381"/>
                        <a:pt x="133216" y="16950"/>
                        <a:pt x="135595" y="18139"/>
                      </a:cubicBezTo>
                      <a:cubicBezTo>
                        <a:pt x="137974" y="19328"/>
                        <a:pt x="141542" y="20518"/>
                        <a:pt x="141542" y="21707"/>
                      </a:cubicBezTo>
                      <a:cubicBezTo>
                        <a:pt x="141542" y="22897"/>
                        <a:pt x="145110" y="34791"/>
                        <a:pt x="146300" y="37170"/>
                      </a:cubicBezTo>
                      <a:cubicBezTo>
                        <a:pt x="147490" y="39549"/>
                        <a:pt x="149869" y="59769"/>
                        <a:pt x="147490" y="64527"/>
                      </a:cubicBezTo>
                      <a:cubicBezTo>
                        <a:pt x="145110" y="69285"/>
                        <a:pt x="137974" y="71663"/>
                        <a:pt x="136785" y="76421"/>
                      </a:cubicBezTo>
                      <a:cubicBezTo>
                        <a:pt x="135595" y="81179"/>
                        <a:pt x="137974" y="82369"/>
                        <a:pt x="135595" y="84747"/>
                      </a:cubicBezTo>
                      <a:cubicBezTo>
                        <a:pt x="133216" y="87126"/>
                        <a:pt x="130838" y="85937"/>
                        <a:pt x="128459" y="89505"/>
                      </a:cubicBezTo>
                      <a:cubicBezTo>
                        <a:pt x="127269" y="93073"/>
                        <a:pt x="122512" y="103778"/>
                        <a:pt x="126080" y="106157"/>
                      </a:cubicBezTo>
                      <a:cubicBezTo>
                        <a:pt x="129648" y="108536"/>
                        <a:pt x="134406" y="112104"/>
                        <a:pt x="134406" y="115673"/>
                      </a:cubicBezTo>
                      <a:cubicBezTo>
                        <a:pt x="134406" y="118052"/>
                        <a:pt x="134406" y="126377"/>
                        <a:pt x="136785" y="126377"/>
                      </a:cubicBezTo>
                      <a:cubicBezTo>
                        <a:pt x="140353" y="125188"/>
                        <a:pt x="142732" y="121620"/>
                        <a:pt x="145110" y="121620"/>
                      </a:cubicBezTo>
                      <a:cubicBezTo>
                        <a:pt x="147490" y="121620"/>
                        <a:pt x="157005" y="119241"/>
                        <a:pt x="157005" y="120430"/>
                      </a:cubicBezTo>
                      <a:cubicBezTo>
                        <a:pt x="157005" y="121620"/>
                        <a:pt x="154627" y="129946"/>
                        <a:pt x="157005" y="129946"/>
                      </a:cubicBezTo>
                      <a:cubicBezTo>
                        <a:pt x="159384" y="129946"/>
                        <a:pt x="164142" y="127567"/>
                        <a:pt x="164142" y="129946"/>
                      </a:cubicBezTo>
                      <a:cubicBezTo>
                        <a:pt x="164142" y="132325"/>
                        <a:pt x="162952" y="139461"/>
                        <a:pt x="165331" y="140651"/>
                      </a:cubicBezTo>
                      <a:cubicBezTo>
                        <a:pt x="167710" y="141840"/>
                        <a:pt x="171278" y="144219"/>
                        <a:pt x="172468" y="146598"/>
                      </a:cubicBezTo>
                      <a:cubicBezTo>
                        <a:pt x="173657" y="148977"/>
                        <a:pt x="180794" y="147787"/>
                        <a:pt x="184362" y="148977"/>
                      </a:cubicBezTo>
                      <a:cubicBezTo>
                        <a:pt x="187931" y="150166"/>
                        <a:pt x="189120" y="151356"/>
                        <a:pt x="187931" y="157303"/>
                      </a:cubicBezTo>
                      <a:cubicBezTo>
                        <a:pt x="186741" y="163250"/>
                        <a:pt x="181983" y="168008"/>
                        <a:pt x="179604" y="170387"/>
                      </a:cubicBezTo>
                      <a:cubicBezTo>
                        <a:pt x="177225" y="172765"/>
                        <a:pt x="173657" y="177523"/>
                        <a:pt x="177225" y="178712"/>
                      </a:cubicBezTo>
                      <a:cubicBezTo>
                        <a:pt x="179604" y="179902"/>
                        <a:pt x="195067" y="175144"/>
                        <a:pt x="196257" y="178712"/>
                      </a:cubicBezTo>
                      <a:cubicBezTo>
                        <a:pt x="197446" y="182281"/>
                        <a:pt x="196257" y="195365"/>
                        <a:pt x="199825" y="195365"/>
                      </a:cubicBezTo>
                      <a:cubicBezTo>
                        <a:pt x="204582" y="195365"/>
                        <a:pt x="210529" y="195365"/>
                        <a:pt x="215287" y="191796"/>
                      </a:cubicBezTo>
                      <a:cubicBezTo>
                        <a:pt x="220045" y="189418"/>
                        <a:pt x="227182" y="184660"/>
                        <a:pt x="228371" y="187039"/>
                      </a:cubicBezTo>
                      <a:cubicBezTo>
                        <a:pt x="224803" y="185849"/>
                        <a:pt x="221235" y="189418"/>
                        <a:pt x="222424" y="190607"/>
                      </a:cubicBezTo>
                      <a:close/>
                    </a:path>
                  </a:pathLst>
                </a:custGeom>
                <a:grpFill/>
                <a:ln w="1189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162" name="Graphic 27">
                  <a:extLst>
                    <a:ext uri="{FF2B5EF4-FFF2-40B4-BE49-F238E27FC236}">
                      <a16:creationId xmlns:a16="http://schemas.microsoft.com/office/drawing/2014/main" id="{0ED5AD8A-64F2-5FD9-30DE-7937623BF85C}"/>
                    </a:ext>
                  </a:extLst>
                </p:cNvPr>
                <p:cNvGrpSpPr/>
                <p:nvPr/>
              </p:nvGrpSpPr>
              <p:grpSpPr>
                <a:xfrm>
                  <a:off x="3879266" y="2808857"/>
                  <a:ext cx="6277301" cy="3303911"/>
                  <a:chOff x="3879266" y="2808857"/>
                  <a:chExt cx="6277301" cy="3303911"/>
                </a:xfrm>
                <a:grpFill/>
              </p:grpSpPr>
              <p:sp>
                <p:nvSpPr>
                  <p:cNvPr id="1163" name="Freeform 1162">
                    <a:extLst>
                      <a:ext uri="{FF2B5EF4-FFF2-40B4-BE49-F238E27FC236}">
                        <a16:creationId xmlns:a16="http://schemas.microsoft.com/office/drawing/2014/main" id="{E0354E7F-532A-0BFA-5A83-8674B5DBFC40}"/>
                      </a:ext>
                    </a:extLst>
                  </p:cNvPr>
                  <p:cNvSpPr/>
                  <p:nvPr/>
                </p:nvSpPr>
                <p:spPr>
                  <a:xfrm>
                    <a:off x="6229786" y="3184195"/>
                    <a:ext cx="147822" cy="96668"/>
                  </a:xfrm>
                  <a:custGeom>
                    <a:avLst/>
                    <a:gdLst>
                      <a:gd name="connsiteX0" fmla="*/ 144254 w 147822"/>
                      <a:gd name="connsiteY0" fmla="*/ 23789 h 96668"/>
                      <a:gd name="connsiteX1" fmla="*/ 132360 w 147822"/>
                      <a:gd name="connsiteY1" fmla="*/ 30925 h 96668"/>
                      <a:gd name="connsiteX2" fmla="*/ 129981 w 147822"/>
                      <a:gd name="connsiteY2" fmla="*/ 46388 h 96668"/>
                      <a:gd name="connsiteX3" fmla="*/ 122845 w 147822"/>
                      <a:gd name="connsiteY3" fmla="*/ 58282 h 96668"/>
                      <a:gd name="connsiteX4" fmla="*/ 135929 w 147822"/>
                      <a:gd name="connsiteY4" fmla="*/ 73745 h 96668"/>
                      <a:gd name="connsiteX5" fmla="*/ 135929 w 147822"/>
                      <a:gd name="connsiteY5" fmla="*/ 73745 h 96668"/>
                      <a:gd name="connsiteX6" fmla="*/ 128792 w 147822"/>
                      <a:gd name="connsiteY6" fmla="*/ 72555 h 96668"/>
                      <a:gd name="connsiteX7" fmla="*/ 120466 w 147822"/>
                      <a:gd name="connsiteY7" fmla="*/ 71366 h 96668"/>
                      <a:gd name="connsiteX8" fmla="*/ 103814 w 147822"/>
                      <a:gd name="connsiteY8" fmla="*/ 74934 h 96668"/>
                      <a:gd name="connsiteX9" fmla="*/ 99056 w 147822"/>
                      <a:gd name="connsiteY9" fmla="*/ 77313 h 96668"/>
                      <a:gd name="connsiteX10" fmla="*/ 91919 w 147822"/>
                      <a:gd name="connsiteY10" fmla="*/ 85639 h 96668"/>
                      <a:gd name="connsiteX11" fmla="*/ 89541 w 147822"/>
                      <a:gd name="connsiteY11" fmla="*/ 93965 h 96668"/>
                      <a:gd name="connsiteX12" fmla="*/ 78836 w 147822"/>
                      <a:gd name="connsiteY12" fmla="*/ 95155 h 96668"/>
                      <a:gd name="connsiteX13" fmla="*/ 71699 w 147822"/>
                      <a:gd name="connsiteY13" fmla="*/ 96344 h 96668"/>
                      <a:gd name="connsiteX14" fmla="*/ 64563 w 147822"/>
                      <a:gd name="connsiteY14" fmla="*/ 93965 h 96668"/>
                      <a:gd name="connsiteX15" fmla="*/ 57426 w 147822"/>
                      <a:gd name="connsiteY15" fmla="*/ 96344 h 96668"/>
                      <a:gd name="connsiteX16" fmla="*/ 55047 w 147822"/>
                      <a:gd name="connsiteY16" fmla="*/ 93965 h 96668"/>
                      <a:gd name="connsiteX17" fmla="*/ 51479 w 147822"/>
                      <a:gd name="connsiteY17" fmla="*/ 92776 h 96668"/>
                      <a:gd name="connsiteX18" fmla="*/ 20553 w 147822"/>
                      <a:gd name="connsiteY18" fmla="*/ 95155 h 96668"/>
                      <a:gd name="connsiteX19" fmla="*/ 20553 w 147822"/>
                      <a:gd name="connsiteY19" fmla="*/ 95155 h 96668"/>
                      <a:gd name="connsiteX20" fmla="*/ 15796 w 147822"/>
                      <a:gd name="connsiteY20" fmla="*/ 77313 h 96668"/>
                      <a:gd name="connsiteX21" fmla="*/ 11038 w 147822"/>
                      <a:gd name="connsiteY21" fmla="*/ 68987 h 96668"/>
                      <a:gd name="connsiteX22" fmla="*/ 3901 w 147822"/>
                      <a:gd name="connsiteY22" fmla="*/ 63040 h 96668"/>
                      <a:gd name="connsiteX23" fmla="*/ 3901 w 147822"/>
                      <a:gd name="connsiteY23" fmla="*/ 63040 h 96668"/>
                      <a:gd name="connsiteX24" fmla="*/ 5091 w 147822"/>
                      <a:gd name="connsiteY24" fmla="*/ 58282 h 96668"/>
                      <a:gd name="connsiteX25" fmla="*/ 2712 w 147822"/>
                      <a:gd name="connsiteY25" fmla="*/ 53525 h 96668"/>
                      <a:gd name="connsiteX26" fmla="*/ 5091 w 147822"/>
                      <a:gd name="connsiteY26" fmla="*/ 45198 h 96668"/>
                      <a:gd name="connsiteX27" fmla="*/ 11038 w 147822"/>
                      <a:gd name="connsiteY27" fmla="*/ 38062 h 96668"/>
                      <a:gd name="connsiteX28" fmla="*/ 9848 w 147822"/>
                      <a:gd name="connsiteY28" fmla="*/ 30925 h 96668"/>
                      <a:gd name="connsiteX29" fmla="*/ 333 w 147822"/>
                      <a:gd name="connsiteY29" fmla="*/ 15463 h 96668"/>
                      <a:gd name="connsiteX30" fmla="*/ 1522 w 147822"/>
                      <a:gd name="connsiteY30" fmla="*/ 4758 h 96668"/>
                      <a:gd name="connsiteX31" fmla="*/ 1522 w 147822"/>
                      <a:gd name="connsiteY31" fmla="*/ 0 h 96668"/>
                      <a:gd name="connsiteX32" fmla="*/ 11038 w 147822"/>
                      <a:gd name="connsiteY32" fmla="*/ 3568 h 96668"/>
                      <a:gd name="connsiteX33" fmla="*/ 11038 w 147822"/>
                      <a:gd name="connsiteY33" fmla="*/ 13084 h 96668"/>
                      <a:gd name="connsiteX34" fmla="*/ 20553 w 147822"/>
                      <a:gd name="connsiteY34" fmla="*/ 13084 h 96668"/>
                      <a:gd name="connsiteX35" fmla="*/ 38395 w 147822"/>
                      <a:gd name="connsiteY35" fmla="*/ 16652 h 96668"/>
                      <a:gd name="connsiteX36" fmla="*/ 47911 w 147822"/>
                      <a:gd name="connsiteY36" fmla="*/ 14273 h 96668"/>
                      <a:gd name="connsiteX37" fmla="*/ 57426 w 147822"/>
                      <a:gd name="connsiteY37" fmla="*/ 15463 h 96668"/>
                      <a:gd name="connsiteX38" fmla="*/ 76457 w 147822"/>
                      <a:gd name="connsiteY38" fmla="*/ 15463 h 96668"/>
                      <a:gd name="connsiteX39" fmla="*/ 110950 w 147822"/>
                      <a:gd name="connsiteY39" fmla="*/ 1189 h 96668"/>
                      <a:gd name="connsiteX40" fmla="*/ 121655 w 147822"/>
                      <a:gd name="connsiteY40" fmla="*/ 3568 h 96668"/>
                      <a:gd name="connsiteX41" fmla="*/ 129981 w 147822"/>
                      <a:gd name="connsiteY41" fmla="*/ 8326 h 96668"/>
                      <a:gd name="connsiteX42" fmla="*/ 140686 w 147822"/>
                      <a:gd name="connsiteY42" fmla="*/ 9515 h 96668"/>
                      <a:gd name="connsiteX43" fmla="*/ 147823 w 147822"/>
                      <a:gd name="connsiteY43" fmla="*/ 13084 h 96668"/>
                      <a:gd name="connsiteX44" fmla="*/ 147823 w 147822"/>
                      <a:gd name="connsiteY44" fmla="*/ 14273 h 96668"/>
                      <a:gd name="connsiteX45" fmla="*/ 144254 w 147822"/>
                      <a:gd name="connsiteY45" fmla="*/ 23789 h 966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147822" h="96668">
                        <a:moveTo>
                          <a:pt x="144254" y="23789"/>
                        </a:moveTo>
                        <a:cubicBezTo>
                          <a:pt x="143065" y="28546"/>
                          <a:pt x="135929" y="27357"/>
                          <a:pt x="132360" y="30925"/>
                        </a:cubicBezTo>
                        <a:cubicBezTo>
                          <a:pt x="127602" y="35683"/>
                          <a:pt x="131171" y="40441"/>
                          <a:pt x="129981" y="46388"/>
                        </a:cubicBezTo>
                        <a:cubicBezTo>
                          <a:pt x="128792" y="51146"/>
                          <a:pt x="122845" y="53525"/>
                          <a:pt x="122845" y="58282"/>
                        </a:cubicBezTo>
                        <a:cubicBezTo>
                          <a:pt x="129981" y="61851"/>
                          <a:pt x="134739" y="65419"/>
                          <a:pt x="135929" y="73745"/>
                        </a:cubicBezTo>
                        <a:cubicBezTo>
                          <a:pt x="135929" y="73745"/>
                          <a:pt x="135929" y="73745"/>
                          <a:pt x="135929" y="73745"/>
                        </a:cubicBezTo>
                        <a:cubicBezTo>
                          <a:pt x="132360" y="71366"/>
                          <a:pt x="133550" y="71366"/>
                          <a:pt x="128792" y="72555"/>
                        </a:cubicBezTo>
                        <a:cubicBezTo>
                          <a:pt x="125224" y="73745"/>
                          <a:pt x="124034" y="72555"/>
                          <a:pt x="120466" y="71366"/>
                        </a:cubicBezTo>
                        <a:cubicBezTo>
                          <a:pt x="113329" y="67798"/>
                          <a:pt x="109761" y="71366"/>
                          <a:pt x="103814" y="74934"/>
                        </a:cubicBezTo>
                        <a:cubicBezTo>
                          <a:pt x="102624" y="76124"/>
                          <a:pt x="100246" y="76124"/>
                          <a:pt x="99056" y="77313"/>
                        </a:cubicBezTo>
                        <a:cubicBezTo>
                          <a:pt x="95488" y="79692"/>
                          <a:pt x="93109" y="80881"/>
                          <a:pt x="91919" y="85639"/>
                        </a:cubicBezTo>
                        <a:cubicBezTo>
                          <a:pt x="90730" y="89208"/>
                          <a:pt x="93109" y="91586"/>
                          <a:pt x="89541" y="93965"/>
                        </a:cubicBezTo>
                        <a:cubicBezTo>
                          <a:pt x="87162" y="95155"/>
                          <a:pt x="82404" y="95155"/>
                          <a:pt x="78836" y="95155"/>
                        </a:cubicBezTo>
                        <a:cubicBezTo>
                          <a:pt x="76457" y="95155"/>
                          <a:pt x="74078" y="96344"/>
                          <a:pt x="71699" y="96344"/>
                        </a:cubicBezTo>
                        <a:cubicBezTo>
                          <a:pt x="69320" y="96344"/>
                          <a:pt x="66941" y="93965"/>
                          <a:pt x="64563" y="93965"/>
                        </a:cubicBezTo>
                        <a:cubicBezTo>
                          <a:pt x="60994" y="95155"/>
                          <a:pt x="60994" y="97534"/>
                          <a:pt x="57426" y="96344"/>
                        </a:cubicBezTo>
                        <a:cubicBezTo>
                          <a:pt x="56236" y="96344"/>
                          <a:pt x="56236" y="93965"/>
                          <a:pt x="55047" y="93965"/>
                        </a:cubicBezTo>
                        <a:cubicBezTo>
                          <a:pt x="53858" y="92776"/>
                          <a:pt x="52668" y="93965"/>
                          <a:pt x="51479" y="92776"/>
                        </a:cubicBezTo>
                        <a:cubicBezTo>
                          <a:pt x="40774" y="90397"/>
                          <a:pt x="31258" y="96344"/>
                          <a:pt x="20553" y="95155"/>
                        </a:cubicBezTo>
                        <a:cubicBezTo>
                          <a:pt x="20553" y="95155"/>
                          <a:pt x="20553" y="95155"/>
                          <a:pt x="20553" y="95155"/>
                        </a:cubicBezTo>
                        <a:cubicBezTo>
                          <a:pt x="19364" y="88018"/>
                          <a:pt x="18175" y="83260"/>
                          <a:pt x="15796" y="77313"/>
                        </a:cubicBezTo>
                        <a:cubicBezTo>
                          <a:pt x="14606" y="74934"/>
                          <a:pt x="13417" y="71366"/>
                          <a:pt x="11038" y="68987"/>
                        </a:cubicBezTo>
                        <a:cubicBezTo>
                          <a:pt x="8659" y="66608"/>
                          <a:pt x="5091" y="66608"/>
                          <a:pt x="3901" y="63040"/>
                        </a:cubicBezTo>
                        <a:cubicBezTo>
                          <a:pt x="3901" y="63040"/>
                          <a:pt x="3901" y="63040"/>
                          <a:pt x="3901" y="63040"/>
                        </a:cubicBezTo>
                        <a:cubicBezTo>
                          <a:pt x="3901" y="60661"/>
                          <a:pt x="5091" y="60661"/>
                          <a:pt x="5091" y="58282"/>
                        </a:cubicBezTo>
                        <a:cubicBezTo>
                          <a:pt x="5091" y="57093"/>
                          <a:pt x="2712" y="54714"/>
                          <a:pt x="2712" y="53525"/>
                        </a:cubicBezTo>
                        <a:cubicBezTo>
                          <a:pt x="1522" y="49956"/>
                          <a:pt x="1522" y="48767"/>
                          <a:pt x="5091" y="45198"/>
                        </a:cubicBezTo>
                        <a:cubicBezTo>
                          <a:pt x="7469" y="42820"/>
                          <a:pt x="9848" y="41630"/>
                          <a:pt x="11038" y="38062"/>
                        </a:cubicBezTo>
                        <a:cubicBezTo>
                          <a:pt x="12227" y="34494"/>
                          <a:pt x="12227" y="33304"/>
                          <a:pt x="9848" y="30925"/>
                        </a:cubicBezTo>
                        <a:cubicBezTo>
                          <a:pt x="6280" y="26168"/>
                          <a:pt x="1522" y="20220"/>
                          <a:pt x="333" y="15463"/>
                        </a:cubicBezTo>
                        <a:cubicBezTo>
                          <a:pt x="-856" y="11894"/>
                          <a:pt x="1522" y="8326"/>
                          <a:pt x="1522" y="4758"/>
                        </a:cubicBezTo>
                        <a:cubicBezTo>
                          <a:pt x="1522" y="3568"/>
                          <a:pt x="1522" y="1189"/>
                          <a:pt x="1522" y="0"/>
                        </a:cubicBezTo>
                        <a:cubicBezTo>
                          <a:pt x="3901" y="2379"/>
                          <a:pt x="8659" y="1189"/>
                          <a:pt x="11038" y="3568"/>
                        </a:cubicBezTo>
                        <a:cubicBezTo>
                          <a:pt x="11038" y="5947"/>
                          <a:pt x="9848" y="11894"/>
                          <a:pt x="11038" y="13084"/>
                        </a:cubicBezTo>
                        <a:cubicBezTo>
                          <a:pt x="12227" y="14273"/>
                          <a:pt x="19364" y="13084"/>
                          <a:pt x="20553" y="13084"/>
                        </a:cubicBezTo>
                        <a:cubicBezTo>
                          <a:pt x="26500" y="13084"/>
                          <a:pt x="32448" y="16652"/>
                          <a:pt x="38395" y="16652"/>
                        </a:cubicBezTo>
                        <a:cubicBezTo>
                          <a:pt x="41963" y="16652"/>
                          <a:pt x="44342" y="15463"/>
                          <a:pt x="47911" y="14273"/>
                        </a:cubicBezTo>
                        <a:cubicBezTo>
                          <a:pt x="51479" y="14273"/>
                          <a:pt x="53858" y="14273"/>
                          <a:pt x="57426" y="15463"/>
                        </a:cubicBezTo>
                        <a:cubicBezTo>
                          <a:pt x="63373" y="16652"/>
                          <a:pt x="70510" y="16652"/>
                          <a:pt x="76457" y="15463"/>
                        </a:cubicBezTo>
                        <a:cubicBezTo>
                          <a:pt x="88351" y="11894"/>
                          <a:pt x="97867" y="2379"/>
                          <a:pt x="110950" y="1189"/>
                        </a:cubicBezTo>
                        <a:cubicBezTo>
                          <a:pt x="114519" y="1189"/>
                          <a:pt x="118087" y="1189"/>
                          <a:pt x="121655" y="3568"/>
                        </a:cubicBezTo>
                        <a:cubicBezTo>
                          <a:pt x="125224" y="4758"/>
                          <a:pt x="126413" y="7137"/>
                          <a:pt x="129981" y="8326"/>
                        </a:cubicBezTo>
                        <a:cubicBezTo>
                          <a:pt x="133550" y="9515"/>
                          <a:pt x="137118" y="7137"/>
                          <a:pt x="140686" y="9515"/>
                        </a:cubicBezTo>
                        <a:cubicBezTo>
                          <a:pt x="144254" y="10705"/>
                          <a:pt x="143065" y="14273"/>
                          <a:pt x="147823" y="13084"/>
                        </a:cubicBezTo>
                        <a:cubicBezTo>
                          <a:pt x="147823" y="13084"/>
                          <a:pt x="147823" y="14273"/>
                          <a:pt x="147823" y="14273"/>
                        </a:cubicBezTo>
                        <a:cubicBezTo>
                          <a:pt x="145444" y="15463"/>
                          <a:pt x="145444" y="21410"/>
                          <a:pt x="144254" y="23789"/>
                        </a:cubicBezTo>
                        <a:close/>
                      </a:path>
                    </a:pathLst>
                  </a:custGeom>
                  <a:grpFill/>
                  <a:ln w="1189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164" name="Graphic 27">
                    <a:extLst>
                      <a:ext uri="{FF2B5EF4-FFF2-40B4-BE49-F238E27FC236}">
                        <a16:creationId xmlns:a16="http://schemas.microsoft.com/office/drawing/2014/main" id="{BB4E3254-2E55-AA8C-0515-3137244D87A1}"/>
                      </a:ext>
                    </a:extLst>
                  </p:cNvPr>
                  <p:cNvGrpSpPr/>
                  <p:nvPr/>
                </p:nvGrpSpPr>
                <p:grpSpPr>
                  <a:xfrm>
                    <a:off x="5841173" y="3097366"/>
                    <a:ext cx="293337" cy="295396"/>
                    <a:chOff x="5841173" y="3097366"/>
                    <a:chExt cx="293337" cy="295396"/>
                  </a:xfrm>
                  <a:grpFill/>
                </p:grpSpPr>
                <p:sp>
                  <p:nvSpPr>
                    <p:cNvPr id="1165" name="Freeform 1164">
                      <a:extLst>
                        <a:ext uri="{FF2B5EF4-FFF2-40B4-BE49-F238E27FC236}">
                          <a16:creationId xmlns:a16="http://schemas.microsoft.com/office/drawing/2014/main" id="{34D98B01-842B-EE17-FE10-5E791CDDD9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1173" y="3097366"/>
                      <a:ext cx="293337" cy="295396"/>
                    </a:xfrm>
                    <a:custGeom>
                      <a:avLst/>
                      <a:gdLst>
                        <a:gd name="connsiteX0" fmla="*/ 290222 w 293337"/>
                        <a:gd name="connsiteY0" fmla="*/ 210530 h 295396"/>
                        <a:gd name="connsiteX1" fmla="*/ 273570 w 293337"/>
                        <a:gd name="connsiteY1" fmla="*/ 201014 h 295396"/>
                        <a:gd name="connsiteX2" fmla="*/ 256918 w 293337"/>
                        <a:gd name="connsiteY2" fmla="*/ 189120 h 295396"/>
                        <a:gd name="connsiteX3" fmla="*/ 237887 w 293337"/>
                        <a:gd name="connsiteY3" fmla="*/ 180794 h 295396"/>
                        <a:gd name="connsiteX4" fmla="*/ 235508 w 293337"/>
                        <a:gd name="connsiteY4" fmla="*/ 166521 h 295396"/>
                        <a:gd name="connsiteX5" fmla="*/ 206962 w 293337"/>
                        <a:gd name="connsiteY5" fmla="*/ 162953 h 295396"/>
                        <a:gd name="connsiteX6" fmla="*/ 185552 w 293337"/>
                        <a:gd name="connsiteY6" fmla="*/ 145111 h 295396"/>
                        <a:gd name="connsiteX7" fmla="*/ 152248 w 293337"/>
                        <a:gd name="connsiteY7" fmla="*/ 102291 h 295396"/>
                        <a:gd name="connsiteX8" fmla="*/ 137975 w 293337"/>
                        <a:gd name="connsiteY8" fmla="*/ 95155 h 295396"/>
                        <a:gd name="connsiteX9" fmla="*/ 133217 w 293337"/>
                        <a:gd name="connsiteY9" fmla="*/ 78503 h 295396"/>
                        <a:gd name="connsiteX10" fmla="*/ 139164 w 293337"/>
                        <a:gd name="connsiteY10" fmla="*/ 76124 h 295396"/>
                        <a:gd name="connsiteX11" fmla="*/ 134406 w 293337"/>
                        <a:gd name="connsiteY11" fmla="*/ 58282 h 295396"/>
                        <a:gd name="connsiteX12" fmla="*/ 147490 w 293337"/>
                        <a:gd name="connsiteY12" fmla="*/ 51146 h 295396"/>
                        <a:gd name="connsiteX13" fmla="*/ 154627 w 293337"/>
                        <a:gd name="connsiteY13" fmla="*/ 52335 h 295396"/>
                        <a:gd name="connsiteX14" fmla="*/ 165331 w 293337"/>
                        <a:gd name="connsiteY14" fmla="*/ 45199 h 295396"/>
                        <a:gd name="connsiteX15" fmla="*/ 165331 w 293337"/>
                        <a:gd name="connsiteY15" fmla="*/ 41630 h 295396"/>
                        <a:gd name="connsiteX16" fmla="*/ 166521 w 293337"/>
                        <a:gd name="connsiteY16" fmla="*/ 30925 h 295396"/>
                        <a:gd name="connsiteX17" fmla="*/ 171279 w 293337"/>
                        <a:gd name="connsiteY17" fmla="*/ 21410 h 295396"/>
                        <a:gd name="connsiteX18" fmla="*/ 152248 w 293337"/>
                        <a:gd name="connsiteY18" fmla="*/ 15463 h 295396"/>
                        <a:gd name="connsiteX19" fmla="*/ 140353 w 293337"/>
                        <a:gd name="connsiteY19" fmla="*/ 11894 h 295396"/>
                        <a:gd name="connsiteX20" fmla="*/ 132027 w 293337"/>
                        <a:gd name="connsiteY20" fmla="*/ 5947 h 295396"/>
                        <a:gd name="connsiteX21" fmla="*/ 132027 w 293337"/>
                        <a:gd name="connsiteY21" fmla="*/ 1189 h 295396"/>
                        <a:gd name="connsiteX22" fmla="*/ 123701 w 293337"/>
                        <a:gd name="connsiteY22" fmla="*/ 1189 h 295396"/>
                        <a:gd name="connsiteX23" fmla="*/ 116564 w 293337"/>
                        <a:gd name="connsiteY23" fmla="*/ 0 h 295396"/>
                        <a:gd name="connsiteX24" fmla="*/ 110617 w 293337"/>
                        <a:gd name="connsiteY24" fmla="*/ 3568 h 295396"/>
                        <a:gd name="connsiteX25" fmla="*/ 104670 w 293337"/>
                        <a:gd name="connsiteY25" fmla="*/ 7137 h 295396"/>
                        <a:gd name="connsiteX26" fmla="*/ 96344 w 293337"/>
                        <a:gd name="connsiteY26" fmla="*/ 2379 h 295396"/>
                        <a:gd name="connsiteX27" fmla="*/ 93965 w 293337"/>
                        <a:gd name="connsiteY27" fmla="*/ 5947 h 295396"/>
                        <a:gd name="connsiteX28" fmla="*/ 91587 w 293337"/>
                        <a:gd name="connsiteY28" fmla="*/ 14273 h 295396"/>
                        <a:gd name="connsiteX29" fmla="*/ 90397 w 293337"/>
                        <a:gd name="connsiteY29" fmla="*/ 19031 h 295396"/>
                        <a:gd name="connsiteX30" fmla="*/ 85639 w 293337"/>
                        <a:gd name="connsiteY30" fmla="*/ 21410 h 295396"/>
                        <a:gd name="connsiteX31" fmla="*/ 82071 w 293337"/>
                        <a:gd name="connsiteY31" fmla="*/ 24978 h 295396"/>
                        <a:gd name="connsiteX32" fmla="*/ 82071 w 293337"/>
                        <a:gd name="connsiteY32" fmla="*/ 29736 h 295396"/>
                        <a:gd name="connsiteX33" fmla="*/ 78503 w 293337"/>
                        <a:gd name="connsiteY33" fmla="*/ 27357 h 295396"/>
                        <a:gd name="connsiteX34" fmla="*/ 72556 w 293337"/>
                        <a:gd name="connsiteY34" fmla="*/ 27357 h 295396"/>
                        <a:gd name="connsiteX35" fmla="*/ 63040 w 293337"/>
                        <a:gd name="connsiteY35" fmla="*/ 24978 h 295396"/>
                        <a:gd name="connsiteX36" fmla="*/ 60661 w 293337"/>
                        <a:gd name="connsiteY36" fmla="*/ 33304 h 295396"/>
                        <a:gd name="connsiteX37" fmla="*/ 55904 w 293337"/>
                        <a:gd name="connsiteY37" fmla="*/ 40441 h 295396"/>
                        <a:gd name="connsiteX38" fmla="*/ 47577 w 293337"/>
                        <a:gd name="connsiteY38" fmla="*/ 32115 h 295396"/>
                        <a:gd name="connsiteX39" fmla="*/ 45198 w 293337"/>
                        <a:gd name="connsiteY39" fmla="*/ 26168 h 295396"/>
                        <a:gd name="connsiteX40" fmla="*/ 40441 w 293337"/>
                        <a:gd name="connsiteY40" fmla="*/ 22599 h 295396"/>
                        <a:gd name="connsiteX41" fmla="*/ 33304 w 293337"/>
                        <a:gd name="connsiteY41" fmla="*/ 32115 h 295396"/>
                        <a:gd name="connsiteX42" fmla="*/ 29736 w 293337"/>
                        <a:gd name="connsiteY42" fmla="*/ 36872 h 295396"/>
                        <a:gd name="connsiteX43" fmla="*/ 23789 w 293337"/>
                        <a:gd name="connsiteY43" fmla="*/ 34494 h 295396"/>
                        <a:gd name="connsiteX44" fmla="*/ 10705 w 293337"/>
                        <a:gd name="connsiteY44" fmla="*/ 40441 h 295396"/>
                        <a:gd name="connsiteX45" fmla="*/ 8326 w 293337"/>
                        <a:gd name="connsiteY45" fmla="*/ 39251 h 295396"/>
                        <a:gd name="connsiteX46" fmla="*/ 7137 w 293337"/>
                        <a:gd name="connsiteY46" fmla="*/ 44009 h 295396"/>
                        <a:gd name="connsiteX47" fmla="*/ 10705 w 293337"/>
                        <a:gd name="connsiteY47" fmla="*/ 52335 h 295396"/>
                        <a:gd name="connsiteX48" fmla="*/ 0 w 293337"/>
                        <a:gd name="connsiteY48" fmla="*/ 66608 h 295396"/>
                        <a:gd name="connsiteX49" fmla="*/ 0 w 293337"/>
                        <a:gd name="connsiteY49" fmla="*/ 67798 h 295396"/>
                        <a:gd name="connsiteX50" fmla="*/ 7137 w 293337"/>
                        <a:gd name="connsiteY50" fmla="*/ 84450 h 295396"/>
                        <a:gd name="connsiteX51" fmla="*/ 21410 w 293337"/>
                        <a:gd name="connsiteY51" fmla="*/ 93965 h 295396"/>
                        <a:gd name="connsiteX52" fmla="*/ 23789 w 293337"/>
                        <a:gd name="connsiteY52" fmla="*/ 104670 h 295396"/>
                        <a:gd name="connsiteX53" fmla="*/ 33304 w 293337"/>
                        <a:gd name="connsiteY53" fmla="*/ 104670 h 295396"/>
                        <a:gd name="connsiteX54" fmla="*/ 39251 w 293337"/>
                        <a:gd name="connsiteY54" fmla="*/ 98723 h 295396"/>
                        <a:gd name="connsiteX55" fmla="*/ 46388 w 293337"/>
                        <a:gd name="connsiteY55" fmla="*/ 91586 h 295396"/>
                        <a:gd name="connsiteX56" fmla="*/ 53525 w 293337"/>
                        <a:gd name="connsiteY56" fmla="*/ 86829 h 295396"/>
                        <a:gd name="connsiteX57" fmla="*/ 61851 w 293337"/>
                        <a:gd name="connsiteY57" fmla="*/ 90397 h 295396"/>
                        <a:gd name="connsiteX58" fmla="*/ 82071 w 293337"/>
                        <a:gd name="connsiteY58" fmla="*/ 95155 h 295396"/>
                        <a:gd name="connsiteX59" fmla="*/ 88018 w 293337"/>
                        <a:gd name="connsiteY59" fmla="*/ 108238 h 295396"/>
                        <a:gd name="connsiteX60" fmla="*/ 95155 w 293337"/>
                        <a:gd name="connsiteY60" fmla="*/ 117754 h 295396"/>
                        <a:gd name="connsiteX61" fmla="*/ 97534 w 293337"/>
                        <a:gd name="connsiteY61" fmla="*/ 124891 h 295396"/>
                        <a:gd name="connsiteX62" fmla="*/ 97534 w 293337"/>
                        <a:gd name="connsiteY62" fmla="*/ 130838 h 295396"/>
                        <a:gd name="connsiteX63" fmla="*/ 115375 w 293337"/>
                        <a:gd name="connsiteY63" fmla="*/ 149869 h 295396"/>
                        <a:gd name="connsiteX64" fmla="*/ 122512 w 293337"/>
                        <a:gd name="connsiteY64" fmla="*/ 149869 h 295396"/>
                        <a:gd name="connsiteX65" fmla="*/ 126080 w 293337"/>
                        <a:gd name="connsiteY65" fmla="*/ 157005 h 295396"/>
                        <a:gd name="connsiteX66" fmla="*/ 126080 w 293337"/>
                        <a:gd name="connsiteY66" fmla="*/ 160574 h 295396"/>
                        <a:gd name="connsiteX67" fmla="*/ 129648 w 293337"/>
                        <a:gd name="connsiteY67" fmla="*/ 161763 h 295396"/>
                        <a:gd name="connsiteX68" fmla="*/ 139164 w 293337"/>
                        <a:gd name="connsiteY68" fmla="*/ 173657 h 295396"/>
                        <a:gd name="connsiteX69" fmla="*/ 151058 w 293337"/>
                        <a:gd name="connsiteY69" fmla="*/ 180794 h 295396"/>
                        <a:gd name="connsiteX70" fmla="*/ 162953 w 293337"/>
                        <a:gd name="connsiteY70" fmla="*/ 189120 h 295396"/>
                        <a:gd name="connsiteX71" fmla="*/ 174847 w 293337"/>
                        <a:gd name="connsiteY71" fmla="*/ 189120 h 295396"/>
                        <a:gd name="connsiteX72" fmla="*/ 184362 w 293337"/>
                        <a:gd name="connsiteY72" fmla="*/ 197446 h 295396"/>
                        <a:gd name="connsiteX73" fmla="*/ 193878 w 293337"/>
                        <a:gd name="connsiteY73" fmla="*/ 203393 h 295396"/>
                        <a:gd name="connsiteX74" fmla="*/ 198636 w 293337"/>
                        <a:gd name="connsiteY74" fmla="*/ 204583 h 295396"/>
                        <a:gd name="connsiteX75" fmla="*/ 206962 w 293337"/>
                        <a:gd name="connsiteY75" fmla="*/ 204583 h 295396"/>
                        <a:gd name="connsiteX76" fmla="*/ 204583 w 293337"/>
                        <a:gd name="connsiteY76" fmla="*/ 215288 h 295396"/>
                        <a:gd name="connsiteX77" fmla="*/ 208151 w 293337"/>
                        <a:gd name="connsiteY77" fmla="*/ 218856 h 295396"/>
                        <a:gd name="connsiteX78" fmla="*/ 211719 w 293337"/>
                        <a:gd name="connsiteY78" fmla="*/ 218856 h 295396"/>
                        <a:gd name="connsiteX79" fmla="*/ 212909 w 293337"/>
                        <a:gd name="connsiteY79" fmla="*/ 221235 h 295396"/>
                        <a:gd name="connsiteX80" fmla="*/ 217666 w 293337"/>
                        <a:gd name="connsiteY80" fmla="*/ 223614 h 295396"/>
                        <a:gd name="connsiteX81" fmla="*/ 224803 w 293337"/>
                        <a:gd name="connsiteY81" fmla="*/ 224803 h 295396"/>
                        <a:gd name="connsiteX82" fmla="*/ 229561 w 293337"/>
                        <a:gd name="connsiteY82" fmla="*/ 234319 h 295396"/>
                        <a:gd name="connsiteX83" fmla="*/ 230750 w 293337"/>
                        <a:gd name="connsiteY83" fmla="*/ 240266 h 295396"/>
                        <a:gd name="connsiteX84" fmla="*/ 231940 w 293337"/>
                        <a:gd name="connsiteY84" fmla="*/ 245024 h 295396"/>
                        <a:gd name="connsiteX85" fmla="*/ 236698 w 293337"/>
                        <a:gd name="connsiteY85" fmla="*/ 253350 h 295396"/>
                        <a:gd name="connsiteX86" fmla="*/ 239077 w 293337"/>
                        <a:gd name="connsiteY86" fmla="*/ 262865 h 295396"/>
                        <a:gd name="connsiteX87" fmla="*/ 231940 w 293337"/>
                        <a:gd name="connsiteY87" fmla="*/ 268812 h 295396"/>
                        <a:gd name="connsiteX88" fmla="*/ 231940 w 293337"/>
                        <a:gd name="connsiteY88" fmla="*/ 278328 h 295396"/>
                        <a:gd name="connsiteX89" fmla="*/ 224803 w 293337"/>
                        <a:gd name="connsiteY89" fmla="*/ 283086 h 295396"/>
                        <a:gd name="connsiteX90" fmla="*/ 235508 w 293337"/>
                        <a:gd name="connsiteY90" fmla="*/ 294980 h 295396"/>
                        <a:gd name="connsiteX91" fmla="*/ 246213 w 293337"/>
                        <a:gd name="connsiteY91" fmla="*/ 280707 h 295396"/>
                        <a:gd name="connsiteX92" fmla="*/ 258108 w 293337"/>
                        <a:gd name="connsiteY92" fmla="*/ 260486 h 295396"/>
                        <a:gd name="connsiteX93" fmla="*/ 255729 w 293337"/>
                        <a:gd name="connsiteY93" fmla="*/ 242645 h 295396"/>
                        <a:gd name="connsiteX94" fmla="*/ 243834 w 293337"/>
                        <a:gd name="connsiteY94" fmla="*/ 234319 h 295396"/>
                        <a:gd name="connsiteX95" fmla="*/ 243834 w 293337"/>
                        <a:gd name="connsiteY95" fmla="*/ 231940 h 295396"/>
                        <a:gd name="connsiteX96" fmla="*/ 247402 w 293337"/>
                        <a:gd name="connsiteY96" fmla="*/ 222424 h 295396"/>
                        <a:gd name="connsiteX97" fmla="*/ 252160 w 293337"/>
                        <a:gd name="connsiteY97" fmla="*/ 211719 h 295396"/>
                        <a:gd name="connsiteX98" fmla="*/ 262865 w 293337"/>
                        <a:gd name="connsiteY98" fmla="*/ 214098 h 295396"/>
                        <a:gd name="connsiteX99" fmla="*/ 272381 w 293337"/>
                        <a:gd name="connsiteY99" fmla="*/ 215288 h 295396"/>
                        <a:gd name="connsiteX100" fmla="*/ 275949 w 293337"/>
                        <a:gd name="connsiteY100" fmla="*/ 222424 h 295396"/>
                        <a:gd name="connsiteX101" fmla="*/ 284275 w 293337"/>
                        <a:gd name="connsiteY101" fmla="*/ 229561 h 295396"/>
                        <a:gd name="connsiteX102" fmla="*/ 287843 w 293337"/>
                        <a:gd name="connsiteY102" fmla="*/ 222424 h 295396"/>
                        <a:gd name="connsiteX103" fmla="*/ 290222 w 293337"/>
                        <a:gd name="connsiteY103" fmla="*/ 210530 h 2953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</a:cxnLst>
                      <a:rect l="l" t="t" r="r" b="b"/>
                      <a:pathLst>
                        <a:path w="293337" h="295396">
                          <a:moveTo>
                            <a:pt x="290222" y="210530"/>
                          </a:moveTo>
                          <a:cubicBezTo>
                            <a:pt x="287843" y="205772"/>
                            <a:pt x="278328" y="203393"/>
                            <a:pt x="273570" y="201014"/>
                          </a:cubicBezTo>
                          <a:cubicBezTo>
                            <a:pt x="267623" y="197446"/>
                            <a:pt x="262865" y="192688"/>
                            <a:pt x="256918" y="189120"/>
                          </a:cubicBezTo>
                          <a:cubicBezTo>
                            <a:pt x="250971" y="185552"/>
                            <a:pt x="245024" y="181984"/>
                            <a:pt x="237887" y="180794"/>
                          </a:cubicBezTo>
                          <a:cubicBezTo>
                            <a:pt x="224803" y="177226"/>
                            <a:pt x="236698" y="176036"/>
                            <a:pt x="235508" y="166521"/>
                          </a:cubicBezTo>
                          <a:cubicBezTo>
                            <a:pt x="227182" y="161763"/>
                            <a:pt x="215288" y="166521"/>
                            <a:pt x="206962" y="162953"/>
                          </a:cubicBezTo>
                          <a:cubicBezTo>
                            <a:pt x="199825" y="159384"/>
                            <a:pt x="190310" y="151058"/>
                            <a:pt x="185552" y="145111"/>
                          </a:cubicBezTo>
                          <a:cubicBezTo>
                            <a:pt x="174847" y="129648"/>
                            <a:pt x="170089" y="112996"/>
                            <a:pt x="152248" y="102291"/>
                          </a:cubicBezTo>
                          <a:cubicBezTo>
                            <a:pt x="148679" y="99912"/>
                            <a:pt x="141543" y="97534"/>
                            <a:pt x="137975" y="95155"/>
                          </a:cubicBezTo>
                          <a:cubicBezTo>
                            <a:pt x="133217" y="91586"/>
                            <a:pt x="135596" y="83260"/>
                            <a:pt x="133217" y="78503"/>
                          </a:cubicBezTo>
                          <a:cubicBezTo>
                            <a:pt x="135596" y="77313"/>
                            <a:pt x="136785" y="76124"/>
                            <a:pt x="139164" y="76124"/>
                          </a:cubicBezTo>
                          <a:cubicBezTo>
                            <a:pt x="140353" y="68987"/>
                            <a:pt x="134406" y="65419"/>
                            <a:pt x="134406" y="58282"/>
                          </a:cubicBezTo>
                          <a:cubicBezTo>
                            <a:pt x="139164" y="58282"/>
                            <a:pt x="146300" y="55903"/>
                            <a:pt x="147490" y="51146"/>
                          </a:cubicBezTo>
                          <a:cubicBezTo>
                            <a:pt x="149869" y="51146"/>
                            <a:pt x="152248" y="51146"/>
                            <a:pt x="154627" y="52335"/>
                          </a:cubicBezTo>
                          <a:cubicBezTo>
                            <a:pt x="157006" y="48767"/>
                            <a:pt x="160574" y="46388"/>
                            <a:pt x="165331" y="45199"/>
                          </a:cubicBezTo>
                          <a:cubicBezTo>
                            <a:pt x="165331" y="44009"/>
                            <a:pt x="165331" y="42820"/>
                            <a:pt x="165331" y="41630"/>
                          </a:cubicBezTo>
                          <a:cubicBezTo>
                            <a:pt x="165331" y="38062"/>
                            <a:pt x="170089" y="32115"/>
                            <a:pt x="166521" y="30925"/>
                          </a:cubicBezTo>
                          <a:cubicBezTo>
                            <a:pt x="166521" y="28546"/>
                            <a:pt x="168900" y="23789"/>
                            <a:pt x="171279" y="21410"/>
                          </a:cubicBezTo>
                          <a:cubicBezTo>
                            <a:pt x="166521" y="15463"/>
                            <a:pt x="159384" y="16652"/>
                            <a:pt x="152248" y="15463"/>
                          </a:cubicBezTo>
                          <a:cubicBezTo>
                            <a:pt x="148679" y="14273"/>
                            <a:pt x="142732" y="14273"/>
                            <a:pt x="140353" y="11894"/>
                          </a:cubicBezTo>
                          <a:cubicBezTo>
                            <a:pt x="136785" y="9516"/>
                            <a:pt x="136785" y="7137"/>
                            <a:pt x="132027" y="5947"/>
                          </a:cubicBezTo>
                          <a:cubicBezTo>
                            <a:pt x="132027" y="4758"/>
                            <a:pt x="132027" y="2379"/>
                            <a:pt x="132027" y="1189"/>
                          </a:cubicBezTo>
                          <a:cubicBezTo>
                            <a:pt x="129648" y="1189"/>
                            <a:pt x="126080" y="1189"/>
                            <a:pt x="123701" y="1189"/>
                          </a:cubicBezTo>
                          <a:cubicBezTo>
                            <a:pt x="121323" y="1189"/>
                            <a:pt x="118944" y="0"/>
                            <a:pt x="116564" y="0"/>
                          </a:cubicBezTo>
                          <a:cubicBezTo>
                            <a:pt x="115375" y="1189"/>
                            <a:pt x="112996" y="3568"/>
                            <a:pt x="110617" y="3568"/>
                          </a:cubicBezTo>
                          <a:cubicBezTo>
                            <a:pt x="109428" y="4758"/>
                            <a:pt x="105860" y="7137"/>
                            <a:pt x="104670" y="7137"/>
                          </a:cubicBezTo>
                          <a:cubicBezTo>
                            <a:pt x="101102" y="8326"/>
                            <a:pt x="98723" y="4758"/>
                            <a:pt x="96344" y="2379"/>
                          </a:cubicBezTo>
                          <a:cubicBezTo>
                            <a:pt x="95155" y="3568"/>
                            <a:pt x="93965" y="4758"/>
                            <a:pt x="93965" y="5947"/>
                          </a:cubicBezTo>
                          <a:cubicBezTo>
                            <a:pt x="91587" y="9516"/>
                            <a:pt x="90397" y="9516"/>
                            <a:pt x="91587" y="14273"/>
                          </a:cubicBezTo>
                          <a:cubicBezTo>
                            <a:pt x="91587" y="16652"/>
                            <a:pt x="92776" y="16652"/>
                            <a:pt x="90397" y="19031"/>
                          </a:cubicBezTo>
                          <a:cubicBezTo>
                            <a:pt x="89208" y="20220"/>
                            <a:pt x="86829" y="21410"/>
                            <a:pt x="85639" y="21410"/>
                          </a:cubicBezTo>
                          <a:cubicBezTo>
                            <a:pt x="83260" y="22599"/>
                            <a:pt x="82071" y="21410"/>
                            <a:pt x="82071" y="24978"/>
                          </a:cubicBezTo>
                          <a:cubicBezTo>
                            <a:pt x="82071" y="26168"/>
                            <a:pt x="82071" y="28546"/>
                            <a:pt x="82071" y="29736"/>
                          </a:cubicBezTo>
                          <a:cubicBezTo>
                            <a:pt x="80881" y="29736"/>
                            <a:pt x="79692" y="28546"/>
                            <a:pt x="78503" y="27357"/>
                          </a:cubicBezTo>
                          <a:cubicBezTo>
                            <a:pt x="76124" y="27357"/>
                            <a:pt x="74934" y="27357"/>
                            <a:pt x="72556" y="27357"/>
                          </a:cubicBezTo>
                          <a:cubicBezTo>
                            <a:pt x="68987" y="27357"/>
                            <a:pt x="66608" y="24978"/>
                            <a:pt x="63040" y="24978"/>
                          </a:cubicBezTo>
                          <a:cubicBezTo>
                            <a:pt x="63040" y="27357"/>
                            <a:pt x="61851" y="32115"/>
                            <a:pt x="60661" y="33304"/>
                          </a:cubicBezTo>
                          <a:cubicBezTo>
                            <a:pt x="59472" y="35683"/>
                            <a:pt x="55904" y="36872"/>
                            <a:pt x="55904" y="40441"/>
                          </a:cubicBezTo>
                          <a:cubicBezTo>
                            <a:pt x="55904" y="34494"/>
                            <a:pt x="49956" y="35683"/>
                            <a:pt x="47577" y="32115"/>
                          </a:cubicBezTo>
                          <a:cubicBezTo>
                            <a:pt x="46388" y="30925"/>
                            <a:pt x="46388" y="27357"/>
                            <a:pt x="45198" y="26168"/>
                          </a:cubicBezTo>
                          <a:cubicBezTo>
                            <a:pt x="44009" y="24978"/>
                            <a:pt x="42820" y="23789"/>
                            <a:pt x="40441" y="22599"/>
                          </a:cubicBezTo>
                          <a:cubicBezTo>
                            <a:pt x="39251" y="27357"/>
                            <a:pt x="35683" y="27357"/>
                            <a:pt x="33304" y="32115"/>
                          </a:cubicBezTo>
                          <a:cubicBezTo>
                            <a:pt x="32115" y="33304"/>
                            <a:pt x="32115" y="36872"/>
                            <a:pt x="29736" y="36872"/>
                          </a:cubicBezTo>
                          <a:cubicBezTo>
                            <a:pt x="27357" y="36872"/>
                            <a:pt x="26168" y="34494"/>
                            <a:pt x="23789" y="34494"/>
                          </a:cubicBezTo>
                          <a:cubicBezTo>
                            <a:pt x="21410" y="38062"/>
                            <a:pt x="14273" y="40441"/>
                            <a:pt x="10705" y="40441"/>
                          </a:cubicBezTo>
                          <a:cubicBezTo>
                            <a:pt x="9515" y="40441"/>
                            <a:pt x="8326" y="39251"/>
                            <a:pt x="8326" y="39251"/>
                          </a:cubicBezTo>
                          <a:cubicBezTo>
                            <a:pt x="8326" y="40441"/>
                            <a:pt x="7137" y="41630"/>
                            <a:pt x="7137" y="44009"/>
                          </a:cubicBezTo>
                          <a:cubicBezTo>
                            <a:pt x="7137" y="48767"/>
                            <a:pt x="9515" y="47577"/>
                            <a:pt x="10705" y="52335"/>
                          </a:cubicBezTo>
                          <a:cubicBezTo>
                            <a:pt x="14273" y="60661"/>
                            <a:pt x="5947" y="63040"/>
                            <a:pt x="0" y="66608"/>
                          </a:cubicBezTo>
                          <a:cubicBezTo>
                            <a:pt x="0" y="66608"/>
                            <a:pt x="0" y="67798"/>
                            <a:pt x="0" y="67798"/>
                          </a:cubicBezTo>
                          <a:cubicBezTo>
                            <a:pt x="9515" y="68987"/>
                            <a:pt x="5947" y="77313"/>
                            <a:pt x="7137" y="84450"/>
                          </a:cubicBezTo>
                          <a:cubicBezTo>
                            <a:pt x="8326" y="89208"/>
                            <a:pt x="14273" y="93965"/>
                            <a:pt x="21410" y="93965"/>
                          </a:cubicBezTo>
                          <a:cubicBezTo>
                            <a:pt x="21410" y="98723"/>
                            <a:pt x="21410" y="102291"/>
                            <a:pt x="23789" y="104670"/>
                          </a:cubicBezTo>
                          <a:cubicBezTo>
                            <a:pt x="24978" y="105860"/>
                            <a:pt x="28546" y="107049"/>
                            <a:pt x="33304" y="104670"/>
                          </a:cubicBezTo>
                          <a:cubicBezTo>
                            <a:pt x="38062" y="103481"/>
                            <a:pt x="38062" y="101102"/>
                            <a:pt x="39251" y="98723"/>
                          </a:cubicBezTo>
                          <a:cubicBezTo>
                            <a:pt x="41630" y="93965"/>
                            <a:pt x="40441" y="95155"/>
                            <a:pt x="46388" y="91586"/>
                          </a:cubicBezTo>
                          <a:cubicBezTo>
                            <a:pt x="48767" y="90397"/>
                            <a:pt x="51146" y="86829"/>
                            <a:pt x="53525" y="86829"/>
                          </a:cubicBezTo>
                          <a:cubicBezTo>
                            <a:pt x="57093" y="86829"/>
                            <a:pt x="59472" y="89208"/>
                            <a:pt x="61851" y="90397"/>
                          </a:cubicBezTo>
                          <a:cubicBezTo>
                            <a:pt x="67798" y="92776"/>
                            <a:pt x="74934" y="93965"/>
                            <a:pt x="82071" y="95155"/>
                          </a:cubicBezTo>
                          <a:cubicBezTo>
                            <a:pt x="82071" y="98723"/>
                            <a:pt x="86829" y="104670"/>
                            <a:pt x="88018" y="108238"/>
                          </a:cubicBezTo>
                          <a:cubicBezTo>
                            <a:pt x="89208" y="111807"/>
                            <a:pt x="91587" y="115375"/>
                            <a:pt x="95155" y="117754"/>
                          </a:cubicBezTo>
                          <a:cubicBezTo>
                            <a:pt x="95155" y="120133"/>
                            <a:pt x="95155" y="122512"/>
                            <a:pt x="97534" y="124891"/>
                          </a:cubicBezTo>
                          <a:cubicBezTo>
                            <a:pt x="97534" y="126080"/>
                            <a:pt x="97534" y="128459"/>
                            <a:pt x="97534" y="130838"/>
                          </a:cubicBezTo>
                          <a:cubicBezTo>
                            <a:pt x="105860" y="132027"/>
                            <a:pt x="114186" y="142732"/>
                            <a:pt x="115375" y="149869"/>
                          </a:cubicBezTo>
                          <a:cubicBezTo>
                            <a:pt x="117754" y="149869"/>
                            <a:pt x="120133" y="149869"/>
                            <a:pt x="122512" y="149869"/>
                          </a:cubicBezTo>
                          <a:cubicBezTo>
                            <a:pt x="123701" y="152248"/>
                            <a:pt x="124891" y="154627"/>
                            <a:pt x="126080" y="157005"/>
                          </a:cubicBezTo>
                          <a:cubicBezTo>
                            <a:pt x="127270" y="158195"/>
                            <a:pt x="126080" y="159384"/>
                            <a:pt x="126080" y="160574"/>
                          </a:cubicBezTo>
                          <a:cubicBezTo>
                            <a:pt x="127270" y="161763"/>
                            <a:pt x="128459" y="160574"/>
                            <a:pt x="129648" y="161763"/>
                          </a:cubicBezTo>
                          <a:cubicBezTo>
                            <a:pt x="133217" y="165331"/>
                            <a:pt x="135596" y="168900"/>
                            <a:pt x="139164" y="173657"/>
                          </a:cubicBezTo>
                          <a:cubicBezTo>
                            <a:pt x="143922" y="178415"/>
                            <a:pt x="146300" y="179605"/>
                            <a:pt x="151058" y="180794"/>
                          </a:cubicBezTo>
                          <a:cubicBezTo>
                            <a:pt x="157006" y="181984"/>
                            <a:pt x="160574" y="183173"/>
                            <a:pt x="162953" y="189120"/>
                          </a:cubicBezTo>
                          <a:cubicBezTo>
                            <a:pt x="168900" y="190310"/>
                            <a:pt x="170089" y="187931"/>
                            <a:pt x="174847" y="189120"/>
                          </a:cubicBezTo>
                          <a:cubicBezTo>
                            <a:pt x="179605" y="190310"/>
                            <a:pt x="180794" y="192688"/>
                            <a:pt x="184362" y="197446"/>
                          </a:cubicBezTo>
                          <a:cubicBezTo>
                            <a:pt x="186741" y="201014"/>
                            <a:pt x="189120" y="202204"/>
                            <a:pt x="193878" y="203393"/>
                          </a:cubicBezTo>
                          <a:cubicBezTo>
                            <a:pt x="195067" y="203393"/>
                            <a:pt x="197446" y="204583"/>
                            <a:pt x="198636" y="204583"/>
                          </a:cubicBezTo>
                          <a:cubicBezTo>
                            <a:pt x="199825" y="204583"/>
                            <a:pt x="204583" y="203393"/>
                            <a:pt x="206962" y="204583"/>
                          </a:cubicBezTo>
                          <a:cubicBezTo>
                            <a:pt x="211719" y="208151"/>
                            <a:pt x="204583" y="211719"/>
                            <a:pt x="204583" y="215288"/>
                          </a:cubicBezTo>
                          <a:cubicBezTo>
                            <a:pt x="204583" y="220045"/>
                            <a:pt x="205772" y="216477"/>
                            <a:pt x="208151" y="218856"/>
                          </a:cubicBezTo>
                          <a:cubicBezTo>
                            <a:pt x="209341" y="220045"/>
                            <a:pt x="210530" y="218856"/>
                            <a:pt x="211719" y="218856"/>
                          </a:cubicBezTo>
                          <a:cubicBezTo>
                            <a:pt x="212909" y="218856"/>
                            <a:pt x="212909" y="221235"/>
                            <a:pt x="212909" y="221235"/>
                          </a:cubicBezTo>
                          <a:cubicBezTo>
                            <a:pt x="214098" y="222424"/>
                            <a:pt x="215288" y="223614"/>
                            <a:pt x="217666" y="223614"/>
                          </a:cubicBezTo>
                          <a:cubicBezTo>
                            <a:pt x="220045" y="224803"/>
                            <a:pt x="223614" y="223614"/>
                            <a:pt x="224803" y="224803"/>
                          </a:cubicBezTo>
                          <a:cubicBezTo>
                            <a:pt x="229561" y="227182"/>
                            <a:pt x="224803" y="231940"/>
                            <a:pt x="229561" y="234319"/>
                          </a:cubicBezTo>
                          <a:cubicBezTo>
                            <a:pt x="229561" y="236698"/>
                            <a:pt x="230750" y="237887"/>
                            <a:pt x="230750" y="240266"/>
                          </a:cubicBezTo>
                          <a:cubicBezTo>
                            <a:pt x="230750" y="241455"/>
                            <a:pt x="230750" y="243834"/>
                            <a:pt x="231940" y="245024"/>
                          </a:cubicBezTo>
                          <a:cubicBezTo>
                            <a:pt x="233129" y="247403"/>
                            <a:pt x="234319" y="253350"/>
                            <a:pt x="236698" y="253350"/>
                          </a:cubicBezTo>
                          <a:cubicBezTo>
                            <a:pt x="236698" y="255729"/>
                            <a:pt x="240266" y="260486"/>
                            <a:pt x="239077" y="262865"/>
                          </a:cubicBezTo>
                          <a:cubicBezTo>
                            <a:pt x="237887" y="266433"/>
                            <a:pt x="233129" y="266433"/>
                            <a:pt x="231940" y="268812"/>
                          </a:cubicBezTo>
                          <a:cubicBezTo>
                            <a:pt x="230750" y="271191"/>
                            <a:pt x="234319" y="275949"/>
                            <a:pt x="231940" y="278328"/>
                          </a:cubicBezTo>
                          <a:cubicBezTo>
                            <a:pt x="230750" y="280707"/>
                            <a:pt x="227182" y="281896"/>
                            <a:pt x="224803" y="283086"/>
                          </a:cubicBezTo>
                          <a:cubicBezTo>
                            <a:pt x="224803" y="289033"/>
                            <a:pt x="228372" y="297359"/>
                            <a:pt x="235508" y="294980"/>
                          </a:cubicBezTo>
                          <a:cubicBezTo>
                            <a:pt x="243834" y="292601"/>
                            <a:pt x="236698" y="283086"/>
                            <a:pt x="246213" y="280707"/>
                          </a:cubicBezTo>
                          <a:cubicBezTo>
                            <a:pt x="246213" y="272381"/>
                            <a:pt x="248592" y="261676"/>
                            <a:pt x="258108" y="260486"/>
                          </a:cubicBezTo>
                          <a:cubicBezTo>
                            <a:pt x="260486" y="256918"/>
                            <a:pt x="258108" y="246213"/>
                            <a:pt x="255729" y="242645"/>
                          </a:cubicBezTo>
                          <a:cubicBezTo>
                            <a:pt x="253350" y="239076"/>
                            <a:pt x="247402" y="235508"/>
                            <a:pt x="243834" y="234319"/>
                          </a:cubicBezTo>
                          <a:cubicBezTo>
                            <a:pt x="243834" y="233129"/>
                            <a:pt x="243834" y="233129"/>
                            <a:pt x="243834" y="231940"/>
                          </a:cubicBezTo>
                          <a:cubicBezTo>
                            <a:pt x="248592" y="230750"/>
                            <a:pt x="248592" y="225993"/>
                            <a:pt x="247402" y="222424"/>
                          </a:cubicBezTo>
                          <a:cubicBezTo>
                            <a:pt x="253350" y="220045"/>
                            <a:pt x="248592" y="215288"/>
                            <a:pt x="252160" y="211719"/>
                          </a:cubicBezTo>
                          <a:cubicBezTo>
                            <a:pt x="255729" y="208151"/>
                            <a:pt x="261676" y="210530"/>
                            <a:pt x="262865" y="214098"/>
                          </a:cubicBezTo>
                          <a:cubicBezTo>
                            <a:pt x="265244" y="215288"/>
                            <a:pt x="270002" y="214098"/>
                            <a:pt x="272381" y="215288"/>
                          </a:cubicBezTo>
                          <a:cubicBezTo>
                            <a:pt x="278328" y="217667"/>
                            <a:pt x="274760" y="217667"/>
                            <a:pt x="275949" y="222424"/>
                          </a:cubicBezTo>
                          <a:cubicBezTo>
                            <a:pt x="277138" y="227182"/>
                            <a:pt x="283085" y="231940"/>
                            <a:pt x="284275" y="229561"/>
                          </a:cubicBezTo>
                          <a:cubicBezTo>
                            <a:pt x="285464" y="227182"/>
                            <a:pt x="287843" y="224803"/>
                            <a:pt x="287843" y="222424"/>
                          </a:cubicBezTo>
                          <a:cubicBezTo>
                            <a:pt x="292601" y="218856"/>
                            <a:pt x="296169" y="210530"/>
                            <a:pt x="290222" y="21053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6" name="Freeform 1165">
                      <a:extLst>
                        <a:ext uri="{FF2B5EF4-FFF2-40B4-BE49-F238E27FC236}">
                          <a16:creationId xmlns:a16="http://schemas.microsoft.com/office/drawing/2014/main" id="{340EF2DC-7417-54A4-E830-2693CF247E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26053" y="3229069"/>
                      <a:ext cx="11571" cy="6510"/>
                    </a:xfrm>
                    <a:custGeom>
                      <a:avLst/>
                      <a:gdLst>
                        <a:gd name="connsiteX0" fmla="*/ 9086 w 11571"/>
                        <a:gd name="connsiteY0" fmla="*/ 324 h 6510"/>
                        <a:gd name="connsiteX1" fmla="*/ 1949 w 11571"/>
                        <a:gd name="connsiteY1" fmla="*/ 2703 h 6510"/>
                        <a:gd name="connsiteX2" fmla="*/ 4328 w 11571"/>
                        <a:gd name="connsiteY2" fmla="*/ 6271 h 6510"/>
                        <a:gd name="connsiteX3" fmla="*/ 10275 w 11571"/>
                        <a:gd name="connsiteY3" fmla="*/ 5082 h 6510"/>
                        <a:gd name="connsiteX4" fmla="*/ 9086 w 11571"/>
                        <a:gd name="connsiteY4" fmla="*/ 324 h 65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571" h="6510">
                          <a:moveTo>
                            <a:pt x="9086" y="324"/>
                          </a:moveTo>
                          <a:cubicBezTo>
                            <a:pt x="7896" y="-865"/>
                            <a:pt x="3138" y="1514"/>
                            <a:pt x="1949" y="2703"/>
                          </a:cubicBezTo>
                          <a:cubicBezTo>
                            <a:pt x="-430" y="3892"/>
                            <a:pt x="-1619" y="7461"/>
                            <a:pt x="4328" y="6271"/>
                          </a:cubicBezTo>
                          <a:cubicBezTo>
                            <a:pt x="4328" y="6271"/>
                            <a:pt x="7896" y="5082"/>
                            <a:pt x="10275" y="5082"/>
                          </a:cubicBezTo>
                          <a:cubicBezTo>
                            <a:pt x="12654" y="5082"/>
                            <a:pt x="11465" y="1514"/>
                            <a:pt x="9086" y="32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67" name="Graphic 27">
                    <a:extLst>
                      <a:ext uri="{FF2B5EF4-FFF2-40B4-BE49-F238E27FC236}">
                        <a16:creationId xmlns:a16="http://schemas.microsoft.com/office/drawing/2014/main" id="{941E1AD8-A1CF-D4CD-949E-C2CD043CD0F0}"/>
                      </a:ext>
                    </a:extLst>
                  </p:cNvPr>
                  <p:cNvGrpSpPr/>
                  <p:nvPr/>
                </p:nvGrpSpPr>
                <p:grpSpPr>
                  <a:xfrm>
                    <a:off x="6006505" y="3124723"/>
                    <a:ext cx="141542" cy="107541"/>
                    <a:chOff x="6006505" y="3124723"/>
                    <a:chExt cx="141542" cy="107541"/>
                  </a:xfrm>
                  <a:grpFill/>
                </p:grpSpPr>
                <p:sp>
                  <p:nvSpPr>
                    <p:cNvPr id="1168" name="Freeform 1167">
                      <a:extLst>
                        <a:ext uri="{FF2B5EF4-FFF2-40B4-BE49-F238E27FC236}">
                          <a16:creationId xmlns:a16="http://schemas.microsoft.com/office/drawing/2014/main" id="{CF99FAB1-D672-2404-B689-005C106542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06505" y="3124723"/>
                      <a:ext cx="141542" cy="103480"/>
                    </a:xfrm>
                    <a:custGeom>
                      <a:avLst/>
                      <a:gdLst>
                        <a:gd name="connsiteX0" fmla="*/ 141543 w 141542"/>
                        <a:gd name="connsiteY0" fmla="*/ 35683 h 103480"/>
                        <a:gd name="connsiteX1" fmla="*/ 136785 w 141542"/>
                        <a:gd name="connsiteY1" fmla="*/ 36872 h 103480"/>
                        <a:gd name="connsiteX2" fmla="*/ 134406 w 141542"/>
                        <a:gd name="connsiteY2" fmla="*/ 40441 h 103480"/>
                        <a:gd name="connsiteX3" fmla="*/ 101102 w 141542"/>
                        <a:gd name="connsiteY3" fmla="*/ 34494 h 103480"/>
                        <a:gd name="connsiteX4" fmla="*/ 90397 w 141542"/>
                        <a:gd name="connsiteY4" fmla="*/ 35683 h 103480"/>
                        <a:gd name="connsiteX5" fmla="*/ 88018 w 141542"/>
                        <a:gd name="connsiteY5" fmla="*/ 32115 h 103480"/>
                        <a:gd name="connsiteX6" fmla="*/ 83260 w 141542"/>
                        <a:gd name="connsiteY6" fmla="*/ 32115 h 103480"/>
                        <a:gd name="connsiteX7" fmla="*/ 73745 w 141542"/>
                        <a:gd name="connsiteY7" fmla="*/ 32115 h 103480"/>
                        <a:gd name="connsiteX8" fmla="*/ 70177 w 141542"/>
                        <a:gd name="connsiteY8" fmla="*/ 33304 h 103480"/>
                        <a:gd name="connsiteX9" fmla="*/ 68987 w 141542"/>
                        <a:gd name="connsiteY9" fmla="*/ 38062 h 103480"/>
                        <a:gd name="connsiteX10" fmla="*/ 53525 w 141542"/>
                        <a:gd name="connsiteY10" fmla="*/ 29736 h 103480"/>
                        <a:gd name="connsiteX11" fmla="*/ 51146 w 141542"/>
                        <a:gd name="connsiteY11" fmla="*/ 39251 h 103480"/>
                        <a:gd name="connsiteX12" fmla="*/ 55904 w 141542"/>
                        <a:gd name="connsiteY12" fmla="*/ 46388 h 103480"/>
                        <a:gd name="connsiteX13" fmla="*/ 64229 w 141542"/>
                        <a:gd name="connsiteY13" fmla="*/ 64229 h 103480"/>
                        <a:gd name="connsiteX14" fmla="*/ 78503 w 141542"/>
                        <a:gd name="connsiteY14" fmla="*/ 76124 h 103480"/>
                        <a:gd name="connsiteX15" fmla="*/ 90397 w 141542"/>
                        <a:gd name="connsiteY15" fmla="*/ 89208 h 103480"/>
                        <a:gd name="connsiteX16" fmla="*/ 101102 w 141542"/>
                        <a:gd name="connsiteY16" fmla="*/ 103481 h 103480"/>
                        <a:gd name="connsiteX17" fmla="*/ 97534 w 141542"/>
                        <a:gd name="connsiteY17" fmla="*/ 102291 h 103480"/>
                        <a:gd name="connsiteX18" fmla="*/ 79692 w 141542"/>
                        <a:gd name="connsiteY18" fmla="*/ 88018 h 103480"/>
                        <a:gd name="connsiteX19" fmla="*/ 64229 w 141542"/>
                        <a:gd name="connsiteY19" fmla="*/ 86829 h 103480"/>
                        <a:gd name="connsiteX20" fmla="*/ 60661 w 141542"/>
                        <a:gd name="connsiteY20" fmla="*/ 80881 h 103480"/>
                        <a:gd name="connsiteX21" fmla="*/ 54714 w 141542"/>
                        <a:gd name="connsiteY21" fmla="*/ 78503 h 103480"/>
                        <a:gd name="connsiteX22" fmla="*/ 51146 w 141542"/>
                        <a:gd name="connsiteY22" fmla="*/ 73745 h 103480"/>
                        <a:gd name="connsiteX23" fmla="*/ 44009 w 141542"/>
                        <a:gd name="connsiteY23" fmla="*/ 72555 h 103480"/>
                        <a:gd name="connsiteX24" fmla="*/ 44009 w 141542"/>
                        <a:gd name="connsiteY24" fmla="*/ 66608 h 103480"/>
                        <a:gd name="connsiteX25" fmla="*/ 51146 w 141542"/>
                        <a:gd name="connsiteY25" fmla="*/ 64229 h 103480"/>
                        <a:gd name="connsiteX26" fmla="*/ 42820 w 141542"/>
                        <a:gd name="connsiteY26" fmla="*/ 55903 h 103480"/>
                        <a:gd name="connsiteX27" fmla="*/ 35683 w 141542"/>
                        <a:gd name="connsiteY27" fmla="*/ 47577 h 103480"/>
                        <a:gd name="connsiteX28" fmla="*/ 32115 w 141542"/>
                        <a:gd name="connsiteY28" fmla="*/ 36872 h 103480"/>
                        <a:gd name="connsiteX29" fmla="*/ 24978 w 141542"/>
                        <a:gd name="connsiteY29" fmla="*/ 29736 h 103480"/>
                        <a:gd name="connsiteX30" fmla="*/ 15463 w 141542"/>
                        <a:gd name="connsiteY30" fmla="*/ 38062 h 103480"/>
                        <a:gd name="connsiteX31" fmla="*/ 14273 w 141542"/>
                        <a:gd name="connsiteY31" fmla="*/ 41630 h 103480"/>
                        <a:gd name="connsiteX32" fmla="*/ 11894 w 141542"/>
                        <a:gd name="connsiteY32" fmla="*/ 44009 h 103480"/>
                        <a:gd name="connsiteX33" fmla="*/ 8326 w 141542"/>
                        <a:gd name="connsiteY33" fmla="*/ 48767 h 103480"/>
                        <a:gd name="connsiteX34" fmla="*/ 5947 w 141542"/>
                        <a:gd name="connsiteY34" fmla="*/ 44009 h 103480"/>
                        <a:gd name="connsiteX35" fmla="*/ 2379 w 141542"/>
                        <a:gd name="connsiteY35" fmla="*/ 41630 h 103480"/>
                        <a:gd name="connsiteX36" fmla="*/ 0 w 141542"/>
                        <a:gd name="connsiteY36" fmla="*/ 33304 h 103480"/>
                        <a:gd name="connsiteX37" fmla="*/ 0 w 141542"/>
                        <a:gd name="connsiteY37" fmla="*/ 33304 h 103480"/>
                        <a:gd name="connsiteX38" fmla="*/ 0 w 141542"/>
                        <a:gd name="connsiteY38" fmla="*/ 30925 h 103480"/>
                        <a:gd name="connsiteX39" fmla="*/ 8326 w 141542"/>
                        <a:gd name="connsiteY39" fmla="*/ 29736 h 103480"/>
                        <a:gd name="connsiteX40" fmla="*/ 20221 w 141542"/>
                        <a:gd name="connsiteY40" fmla="*/ 24978 h 103480"/>
                        <a:gd name="connsiteX41" fmla="*/ 33304 w 141542"/>
                        <a:gd name="connsiteY41" fmla="*/ 28546 h 103480"/>
                        <a:gd name="connsiteX42" fmla="*/ 36873 w 141542"/>
                        <a:gd name="connsiteY42" fmla="*/ 22599 h 103480"/>
                        <a:gd name="connsiteX43" fmla="*/ 40441 w 141542"/>
                        <a:gd name="connsiteY43" fmla="*/ 16652 h 103480"/>
                        <a:gd name="connsiteX44" fmla="*/ 46388 w 141542"/>
                        <a:gd name="connsiteY44" fmla="*/ 13084 h 103480"/>
                        <a:gd name="connsiteX45" fmla="*/ 46388 w 141542"/>
                        <a:gd name="connsiteY45" fmla="*/ 5947 h 103480"/>
                        <a:gd name="connsiteX46" fmla="*/ 58282 w 141542"/>
                        <a:gd name="connsiteY46" fmla="*/ 1189 h 103480"/>
                        <a:gd name="connsiteX47" fmla="*/ 71366 w 141542"/>
                        <a:gd name="connsiteY47" fmla="*/ 0 h 103480"/>
                        <a:gd name="connsiteX48" fmla="*/ 73745 w 141542"/>
                        <a:gd name="connsiteY48" fmla="*/ 0 h 103480"/>
                        <a:gd name="connsiteX49" fmla="*/ 82071 w 141542"/>
                        <a:gd name="connsiteY49" fmla="*/ 3568 h 103480"/>
                        <a:gd name="connsiteX50" fmla="*/ 85639 w 141542"/>
                        <a:gd name="connsiteY50" fmla="*/ 7137 h 103480"/>
                        <a:gd name="connsiteX51" fmla="*/ 90397 w 141542"/>
                        <a:gd name="connsiteY51" fmla="*/ 9515 h 103480"/>
                        <a:gd name="connsiteX52" fmla="*/ 99912 w 141542"/>
                        <a:gd name="connsiteY52" fmla="*/ 15463 h 103480"/>
                        <a:gd name="connsiteX53" fmla="*/ 111807 w 141542"/>
                        <a:gd name="connsiteY53" fmla="*/ 16652 h 103480"/>
                        <a:gd name="connsiteX54" fmla="*/ 122512 w 141542"/>
                        <a:gd name="connsiteY54" fmla="*/ 19031 h 103480"/>
                        <a:gd name="connsiteX55" fmla="*/ 126080 w 141542"/>
                        <a:gd name="connsiteY55" fmla="*/ 15463 h 103480"/>
                        <a:gd name="connsiteX56" fmla="*/ 129648 w 141542"/>
                        <a:gd name="connsiteY56" fmla="*/ 15463 h 103480"/>
                        <a:gd name="connsiteX57" fmla="*/ 129648 w 141542"/>
                        <a:gd name="connsiteY57" fmla="*/ 16652 h 103480"/>
                        <a:gd name="connsiteX58" fmla="*/ 130838 w 141542"/>
                        <a:gd name="connsiteY58" fmla="*/ 21410 h 103480"/>
                        <a:gd name="connsiteX59" fmla="*/ 134406 w 141542"/>
                        <a:gd name="connsiteY59" fmla="*/ 29736 h 103480"/>
                        <a:gd name="connsiteX60" fmla="*/ 141543 w 141542"/>
                        <a:gd name="connsiteY60" fmla="*/ 35683 h 1034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</a:cxnLst>
                      <a:rect l="l" t="t" r="r" b="b"/>
                      <a:pathLst>
                        <a:path w="141542" h="103480">
                          <a:moveTo>
                            <a:pt x="141543" y="35683"/>
                          </a:moveTo>
                          <a:cubicBezTo>
                            <a:pt x="140354" y="35683"/>
                            <a:pt x="137975" y="35683"/>
                            <a:pt x="136785" y="36872"/>
                          </a:cubicBezTo>
                          <a:cubicBezTo>
                            <a:pt x="135596" y="38062"/>
                            <a:pt x="134406" y="39251"/>
                            <a:pt x="134406" y="40441"/>
                          </a:cubicBezTo>
                          <a:cubicBezTo>
                            <a:pt x="122512" y="39251"/>
                            <a:pt x="114186" y="34494"/>
                            <a:pt x="101102" y="34494"/>
                          </a:cubicBezTo>
                          <a:cubicBezTo>
                            <a:pt x="98723" y="34494"/>
                            <a:pt x="92776" y="35683"/>
                            <a:pt x="90397" y="35683"/>
                          </a:cubicBezTo>
                          <a:cubicBezTo>
                            <a:pt x="89208" y="35683"/>
                            <a:pt x="89208" y="33304"/>
                            <a:pt x="88018" y="32115"/>
                          </a:cubicBezTo>
                          <a:cubicBezTo>
                            <a:pt x="86829" y="30925"/>
                            <a:pt x="84450" y="32115"/>
                            <a:pt x="83260" y="32115"/>
                          </a:cubicBezTo>
                          <a:cubicBezTo>
                            <a:pt x="78503" y="32115"/>
                            <a:pt x="78503" y="30925"/>
                            <a:pt x="73745" y="32115"/>
                          </a:cubicBezTo>
                          <a:cubicBezTo>
                            <a:pt x="72556" y="32115"/>
                            <a:pt x="71366" y="30925"/>
                            <a:pt x="70177" y="33304"/>
                          </a:cubicBezTo>
                          <a:cubicBezTo>
                            <a:pt x="68987" y="34494"/>
                            <a:pt x="70177" y="36872"/>
                            <a:pt x="68987" y="38062"/>
                          </a:cubicBezTo>
                          <a:cubicBezTo>
                            <a:pt x="64229" y="38062"/>
                            <a:pt x="58282" y="26168"/>
                            <a:pt x="53525" y="29736"/>
                          </a:cubicBezTo>
                          <a:cubicBezTo>
                            <a:pt x="51146" y="30925"/>
                            <a:pt x="51146" y="36872"/>
                            <a:pt x="51146" y="39251"/>
                          </a:cubicBezTo>
                          <a:cubicBezTo>
                            <a:pt x="51146" y="45198"/>
                            <a:pt x="52335" y="44009"/>
                            <a:pt x="55904" y="46388"/>
                          </a:cubicBezTo>
                          <a:cubicBezTo>
                            <a:pt x="60661" y="51146"/>
                            <a:pt x="59472" y="59472"/>
                            <a:pt x="64229" y="64229"/>
                          </a:cubicBezTo>
                          <a:cubicBezTo>
                            <a:pt x="68987" y="68987"/>
                            <a:pt x="73745" y="71366"/>
                            <a:pt x="78503" y="76124"/>
                          </a:cubicBezTo>
                          <a:cubicBezTo>
                            <a:pt x="83260" y="79692"/>
                            <a:pt x="86829" y="85639"/>
                            <a:pt x="90397" y="89208"/>
                          </a:cubicBezTo>
                          <a:cubicBezTo>
                            <a:pt x="92776" y="91586"/>
                            <a:pt x="102291" y="99912"/>
                            <a:pt x="101102" y="103481"/>
                          </a:cubicBezTo>
                          <a:cubicBezTo>
                            <a:pt x="99912" y="103481"/>
                            <a:pt x="98723" y="103481"/>
                            <a:pt x="97534" y="102291"/>
                          </a:cubicBezTo>
                          <a:cubicBezTo>
                            <a:pt x="93965" y="95155"/>
                            <a:pt x="86829" y="90397"/>
                            <a:pt x="79692" y="88018"/>
                          </a:cubicBezTo>
                          <a:cubicBezTo>
                            <a:pt x="74935" y="86829"/>
                            <a:pt x="67798" y="89208"/>
                            <a:pt x="64229" y="86829"/>
                          </a:cubicBezTo>
                          <a:cubicBezTo>
                            <a:pt x="63040" y="85639"/>
                            <a:pt x="61851" y="83260"/>
                            <a:pt x="60661" y="80881"/>
                          </a:cubicBezTo>
                          <a:cubicBezTo>
                            <a:pt x="58282" y="79692"/>
                            <a:pt x="55904" y="79692"/>
                            <a:pt x="54714" y="78503"/>
                          </a:cubicBezTo>
                          <a:cubicBezTo>
                            <a:pt x="53525" y="77313"/>
                            <a:pt x="53525" y="74934"/>
                            <a:pt x="51146" y="73745"/>
                          </a:cubicBezTo>
                          <a:cubicBezTo>
                            <a:pt x="48767" y="72555"/>
                            <a:pt x="46388" y="73745"/>
                            <a:pt x="44009" y="72555"/>
                          </a:cubicBezTo>
                          <a:cubicBezTo>
                            <a:pt x="42820" y="71366"/>
                            <a:pt x="42820" y="67798"/>
                            <a:pt x="44009" y="66608"/>
                          </a:cubicBezTo>
                          <a:cubicBezTo>
                            <a:pt x="46388" y="64229"/>
                            <a:pt x="49956" y="67798"/>
                            <a:pt x="51146" y="64229"/>
                          </a:cubicBezTo>
                          <a:cubicBezTo>
                            <a:pt x="48767" y="61851"/>
                            <a:pt x="46388" y="58282"/>
                            <a:pt x="42820" y="55903"/>
                          </a:cubicBezTo>
                          <a:cubicBezTo>
                            <a:pt x="40441" y="53525"/>
                            <a:pt x="36873" y="51146"/>
                            <a:pt x="35683" y="47577"/>
                          </a:cubicBezTo>
                          <a:cubicBezTo>
                            <a:pt x="34494" y="44009"/>
                            <a:pt x="34494" y="39251"/>
                            <a:pt x="32115" y="36872"/>
                          </a:cubicBezTo>
                          <a:cubicBezTo>
                            <a:pt x="29736" y="33304"/>
                            <a:pt x="26168" y="33304"/>
                            <a:pt x="24978" y="29736"/>
                          </a:cubicBezTo>
                          <a:cubicBezTo>
                            <a:pt x="19031" y="29736"/>
                            <a:pt x="16652" y="33304"/>
                            <a:pt x="15463" y="38062"/>
                          </a:cubicBezTo>
                          <a:cubicBezTo>
                            <a:pt x="15463" y="39251"/>
                            <a:pt x="15463" y="40441"/>
                            <a:pt x="14273" y="41630"/>
                          </a:cubicBezTo>
                          <a:cubicBezTo>
                            <a:pt x="13084" y="42820"/>
                            <a:pt x="13084" y="42820"/>
                            <a:pt x="11894" y="44009"/>
                          </a:cubicBezTo>
                          <a:cubicBezTo>
                            <a:pt x="10705" y="45198"/>
                            <a:pt x="10705" y="49956"/>
                            <a:pt x="8326" y="48767"/>
                          </a:cubicBezTo>
                          <a:cubicBezTo>
                            <a:pt x="7137" y="47577"/>
                            <a:pt x="7137" y="45198"/>
                            <a:pt x="5947" y="44009"/>
                          </a:cubicBezTo>
                          <a:cubicBezTo>
                            <a:pt x="4758" y="42820"/>
                            <a:pt x="3569" y="42820"/>
                            <a:pt x="2379" y="41630"/>
                          </a:cubicBezTo>
                          <a:cubicBezTo>
                            <a:pt x="0" y="39251"/>
                            <a:pt x="0" y="36872"/>
                            <a:pt x="0" y="33304"/>
                          </a:cubicBezTo>
                          <a:lnTo>
                            <a:pt x="0" y="33304"/>
                          </a:lnTo>
                          <a:cubicBezTo>
                            <a:pt x="0" y="32115"/>
                            <a:pt x="0" y="32115"/>
                            <a:pt x="0" y="30925"/>
                          </a:cubicBezTo>
                          <a:cubicBezTo>
                            <a:pt x="2379" y="30925"/>
                            <a:pt x="5947" y="30925"/>
                            <a:pt x="8326" y="29736"/>
                          </a:cubicBezTo>
                          <a:cubicBezTo>
                            <a:pt x="11894" y="28546"/>
                            <a:pt x="16652" y="23789"/>
                            <a:pt x="20221" y="24978"/>
                          </a:cubicBezTo>
                          <a:cubicBezTo>
                            <a:pt x="24978" y="26168"/>
                            <a:pt x="27357" y="29736"/>
                            <a:pt x="33304" y="28546"/>
                          </a:cubicBezTo>
                          <a:cubicBezTo>
                            <a:pt x="36873" y="27357"/>
                            <a:pt x="35683" y="26168"/>
                            <a:pt x="36873" y="22599"/>
                          </a:cubicBezTo>
                          <a:cubicBezTo>
                            <a:pt x="38062" y="20220"/>
                            <a:pt x="39252" y="19031"/>
                            <a:pt x="40441" y="16652"/>
                          </a:cubicBezTo>
                          <a:cubicBezTo>
                            <a:pt x="41630" y="15463"/>
                            <a:pt x="45199" y="15463"/>
                            <a:pt x="46388" y="13084"/>
                          </a:cubicBezTo>
                          <a:cubicBezTo>
                            <a:pt x="47577" y="10705"/>
                            <a:pt x="46388" y="8326"/>
                            <a:pt x="46388" y="5947"/>
                          </a:cubicBezTo>
                          <a:cubicBezTo>
                            <a:pt x="51146" y="5947"/>
                            <a:pt x="54714" y="2379"/>
                            <a:pt x="58282" y="1189"/>
                          </a:cubicBezTo>
                          <a:cubicBezTo>
                            <a:pt x="63040" y="0"/>
                            <a:pt x="66608" y="1189"/>
                            <a:pt x="71366" y="0"/>
                          </a:cubicBezTo>
                          <a:cubicBezTo>
                            <a:pt x="72556" y="0"/>
                            <a:pt x="73745" y="0"/>
                            <a:pt x="73745" y="0"/>
                          </a:cubicBezTo>
                          <a:cubicBezTo>
                            <a:pt x="76124" y="0"/>
                            <a:pt x="78503" y="1189"/>
                            <a:pt x="82071" y="3568"/>
                          </a:cubicBezTo>
                          <a:cubicBezTo>
                            <a:pt x="83260" y="4758"/>
                            <a:pt x="84450" y="5947"/>
                            <a:pt x="85639" y="7137"/>
                          </a:cubicBezTo>
                          <a:cubicBezTo>
                            <a:pt x="86829" y="8326"/>
                            <a:pt x="89208" y="8326"/>
                            <a:pt x="90397" y="9515"/>
                          </a:cubicBezTo>
                          <a:cubicBezTo>
                            <a:pt x="95155" y="10705"/>
                            <a:pt x="95155" y="13084"/>
                            <a:pt x="99912" y="15463"/>
                          </a:cubicBezTo>
                          <a:cubicBezTo>
                            <a:pt x="103481" y="16652"/>
                            <a:pt x="108239" y="15463"/>
                            <a:pt x="111807" y="16652"/>
                          </a:cubicBezTo>
                          <a:cubicBezTo>
                            <a:pt x="115375" y="17842"/>
                            <a:pt x="117754" y="21410"/>
                            <a:pt x="122512" y="19031"/>
                          </a:cubicBezTo>
                          <a:cubicBezTo>
                            <a:pt x="123701" y="17842"/>
                            <a:pt x="124891" y="16652"/>
                            <a:pt x="126080" y="15463"/>
                          </a:cubicBezTo>
                          <a:cubicBezTo>
                            <a:pt x="127270" y="15463"/>
                            <a:pt x="128459" y="15463"/>
                            <a:pt x="129648" y="15463"/>
                          </a:cubicBezTo>
                          <a:cubicBezTo>
                            <a:pt x="129648" y="15463"/>
                            <a:pt x="129648" y="16652"/>
                            <a:pt x="129648" y="16652"/>
                          </a:cubicBezTo>
                          <a:cubicBezTo>
                            <a:pt x="129648" y="17842"/>
                            <a:pt x="130838" y="20220"/>
                            <a:pt x="130838" y="21410"/>
                          </a:cubicBezTo>
                          <a:cubicBezTo>
                            <a:pt x="132027" y="23789"/>
                            <a:pt x="133217" y="27357"/>
                            <a:pt x="134406" y="29736"/>
                          </a:cubicBezTo>
                          <a:cubicBezTo>
                            <a:pt x="136785" y="33304"/>
                            <a:pt x="139164" y="33304"/>
                            <a:pt x="141543" y="35683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9" name="Freeform 1168">
                      <a:extLst>
                        <a:ext uri="{FF2B5EF4-FFF2-40B4-BE49-F238E27FC236}">
                          <a16:creationId xmlns:a16="http://schemas.microsoft.com/office/drawing/2014/main" id="{7CD0F597-4CFC-F219-A94C-FD077898AC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8442" y="3227015"/>
                      <a:ext cx="9648" cy="5250"/>
                    </a:xfrm>
                    <a:custGeom>
                      <a:avLst/>
                      <a:gdLst>
                        <a:gd name="connsiteX0" fmla="*/ 7270 w 9648"/>
                        <a:gd name="connsiteY0" fmla="*/ 0 h 5250"/>
                        <a:gd name="connsiteX1" fmla="*/ 1323 w 9648"/>
                        <a:gd name="connsiteY1" fmla="*/ 3568 h 5250"/>
                        <a:gd name="connsiteX2" fmla="*/ 6080 w 9648"/>
                        <a:gd name="connsiteY2" fmla="*/ 3568 h 5250"/>
                        <a:gd name="connsiteX3" fmla="*/ 9649 w 9648"/>
                        <a:gd name="connsiteY3" fmla="*/ 4758 h 5250"/>
                        <a:gd name="connsiteX4" fmla="*/ 7270 w 9648"/>
                        <a:gd name="connsiteY4" fmla="*/ 0 h 5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648" h="5250">
                          <a:moveTo>
                            <a:pt x="7270" y="0"/>
                          </a:moveTo>
                          <a:cubicBezTo>
                            <a:pt x="6080" y="0"/>
                            <a:pt x="-3435" y="1190"/>
                            <a:pt x="1323" y="3568"/>
                          </a:cubicBezTo>
                          <a:cubicBezTo>
                            <a:pt x="1323" y="3568"/>
                            <a:pt x="4891" y="2379"/>
                            <a:pt x="6080" y="3568"/>
                          </a:cubicBezTo>
                          <a:cubicBezTo>
                            <a:pt x="7270" y="4758"/>
                            <a:pt x="9649" y="5947"/>
                            <a:pt x="9649" y="4758"/>
                          </a:cubicBezTo>
                          <a:cubicBezTo>
                            <a:pt x="9649" y="3568"/>
                            <a:pt x="8459" y="0"/>
                            <a:pt x="7270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0" name="Freeform 1169">
                      <a:extLst>
                        <a:ext uri="{FF2B5EF4-FFF2-40B4-BE49-F238E27FC236}">
                          <a16:creationId xmlns:a16="http://schemas.microsoft.com/office/drawing/2014/main" id="{024B03D0-1C97-CA91-60D4-7D7481699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1439" y="3221728"/>
                      <a:ext cx="11894" cy="4097"/>
                    </a:xfrm>
                    <a:custGeom>
                      <a:avLst/>
                      <a:gdLst>
                        <a:gd name="connsiteX0" fmla="*/ 9515 w 11894"/>
                        <a:gd name="connsiteY0" fmla="*/ 2908 h 4097"/>
                        <a:gd name="connsiteX1" fmla="*/ 11894 w 11894"/>
                        <a:gd name="connsiteY1" fmla="*/ 529 h 4097"/>
                        <a:gd name="connsiteX2" fmla="*/ 0 w 11894"/>
                        <a:gd name="connsiteY2" fmla="*/ 529 h 4097"/>
                        <a:gd name="connsiteX3" fmla="*/ 5947 w 11894"/>
                        <a:gd name="connsiteY3" fmla="*/ 4097 h 4097"/>
                        <a:gd name="connsiteX4" fmla="*/ 9515 w 11894"/>
                        <a:gd name="connsiteY4" fmla="*/ 2908 h 40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894" h="4097">
                          <a:moveTo>
                            <a:pt x="9515" y="2908"/>
                          </a:moveTo>
                          <a:cubicBezTo>
                            <a:pt x="10705" y="1718"/>
                            <a:pt x="11894" y="529"/>
                            <a:pt x="11894" y="529"/>
                          </a:cubicBezTo>
                          <a:cubicBezTo>
                            <a:pt x="10705" y="529"/>
                            <a:pt x="0" y="-661"/>
                            <a:pt x="0" y="529"/>
                          </a:cubicBezTo>
                          <a:cubicBezTo>
                            <a:pt x="0" y="1718"/>
                            <a:pt x="2379" y="4097"/>
                            <a:pt x="5947" y="4097"/>
                          </a:cubicBezTo>
                          <a:cubicBezTo>
                            <a:pt x="7136" y="2908"/>
                            <a:pt x="8326" y="2908"/>
                            <a:pt x="9515" y="290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1" name="Freeform 1170">
                      <a:extLst>
                        <a:ext uri="{FF2B5EF4-FFF2-40B4-BE49-F238E27FC236}">
                          <a16:creationId xmlns:a16="http://schemas.microsoft.com/office/drawing/2014/main" id="{66A69149-7257-BEC8-8176-E6AD12316C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1439" y="3214592"/>
                      <a:ext cx="12085" cy="5286"/>
                    </a:xfrm>
                    <a:custGeom>
                      <a:avLst/>
                      <a:gdLst>
                        <a:gd name="connsiteX0" fmla="*/ 8326 w 12085"/>
                        <a:gd name="connsiteY0" fmla="*/ 5286 h 5286"/>
                        <a:gd name="connsiteX1" fmla="*/ 11894 w 12085"/>
                        <a:gd name="connsiteY1" fmla="*/ 2907 h 5286"/>
                        <a:gd name="connsiteX2" fmla="*/ 7136 w 12085"/>
                        <a:gd name="connsiteY2" fmla="*/ 529 h 5286"/>
                        <a:gd name="connsiteX3" fmla="*/ 0 w 12085"/>
                        <a:gd name="connsiteY3" fmla="*/ 529 h 5286"/>
                        <a:gd name="connsiteX4" fmla="*/ 8326 w 12085"/>
                        <a:gd name="connsiteY4" fmla="*/ 5286 h 5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085" h="5286">
                          <a:moveTo>
                            <a:pt x="8326" y="5286"/>
                          </a:moveTo>
                          <a:cubicBezTo>
                            <a:pt x="8326" y="5286"/>
                            <a:pt x="13083" y="4097"/>
                            <a:pt x="11894" y="2907"/>
                          </a:cubicBezTo>
                          <a:cubicBezTo>
                            <a:pt x="10705" y="1718"/>
                            <a:pt x="9515" y="1718"/>
                            <a:pt x="7136" y="529"/>
                          </a:cubicBezTo>
                          <a:cubicBezTo>
                            <a:pt x="5947" y="529"/>
                            <a:pt x="0" y="-661"/>
                            <a:pt x="0" y="529"/>
                          </a:cubicBezTo>
                          <a:cubicBezTo>
                            <a:pt x="1189" y="1718"/>
                            <a:pt x="3568" y="5286"/>
                            <a:pt x="8326" y="528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2" name="Freeform 1171">
                      <a:extLst>
                        <a:ext uri="{FF2B5EF4-FFF2-40B4-BE49-F238E27FC236}">
                          <a16:creationId xmlns:a16="http://schemas.microsoft.com/office/drawing/2014/main" id="{B273FEEE-F3F2-1057-0755-7CD52B6FA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7915" y="3159217"/>
                      <a:ext cx="8658" cy="11894"/>
                    </a:xfrm>
                    <a:custGeom>
                      <a:avLst/>
                      <a:gdLst>
                        <a:gd name="connsiteX0" fmla="*/ 8326 w 8658"/>
                        <a:gd name="connsiteY0" fmla="*/ 9516 h 11894"/>
                        <a:gd name="connsiteX1" fmla="*/ 2379 w 8658"/>
                        <a:gd name="connsiteY1" fmla="*/ 0 h 11894"/>
                        <a:gd name="connsiteX2" fmla="*/ 0 w 8658"/>
                        <a:gd name="connsiteY2" fmla="*/ 2379 h 11894"/>
                        <a:gd name="connsiteX3" fmla="*/ 7136 w 8658"/>
                        <a:gd name="connsiteY3" fmla="*/ 11894 h 11894"/>
                        <a:gd name="connsiteX4" fmla="*/ 8326 w 8658"/>
                        <a:gd name="connsiteY4" fmla="*/ 9516 h 11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658" h="11894">
                          <a:moveTo>
                            <a:pt x="8326" y="9516"/>
                          </a:moveTo>
                          <a:cubicBezTo>
                            <a:pt x="7136" y="8326"/>
                            <a:pt x="2379" y="0"/>
                            <a:pt x="2379" y="0"/>
                          </a:cubicBezTo>
                          <a:cubicBezTo>
                            <a:pt x="1189" y="0"/>
                            <a:pt x="1189" y="0"/>
                            <a:pt x="0" y="2379"/>
                          </a:cubicBezTo>
                          <a:cubicBezTo>
                            <a:pt x="0" y="4758"/>
                            <a:pt x="0" y="9516"/>
                            <a:pt x="7136" y="11894"/>
                          </a:cubicBezTo>
                          <a:cubicBezTo>
                            <a:pt x="7136" y="11894"/>
                            <a:pt x="9515" y="10705"/>
                            <a:pt x="8326" y="951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3" name="Freeform 1172">
                      <a:extLst>
                        <a:ext uri="{FF2B5EF4-FFF2-40B4-BE49-F238E27FC236}">
                          <a16:creationId xmlns:a16="http://schemas.microsoft.com/office/drawing/2014/main" id="{5732C5AE-40E3-21DB-5F25-2309668C9F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6725" y="3170787"/>
                      <a:ext cx="7136" cy="10723"/>
                    </a:xfrm>
                    <a:custGeom>
                      <a:avLst/>
                      <a:gdLst>
                        <a:gd name="connsiteX0" fmla="*/ 0 w 7136"/>
                        <a:gd name="connsiteY0" fmla="*/ 324 h 10723"/>
                        <a:gd name="connsiteX1" fmla="*/ 1190 w 7136"/>
                        <a:gd name="connsiteY1" fmla="*/ 7461 h 10723"/>
                        <a:gd name="connsiteX2" fmla="*/ 7137 w 7136"/>
                        <a:gd name="connsiteY2" fmla="*/ 8650 h 10723"/>
                        <a:gd name="connsiteX3" fmla="*/ 4758 w 7136"/>
                        <a:gd name="connsiteY3" fmla="*/ 2703 h 10723"/>
                        <a:gd name="connsiteX4" fmla="*/ 0 w 7136"/>
                        <a:gd name="connsiteY4" fmla="*/ 324 h 107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136" h="10723">
                          <a:moveTo>
                            <a:pt x="0" y="324"/>
                          </a:moveTo>
                          <a:cubicBezTo>
                            <a:pt x="0" y="1514"/>
                            <a:pt x="0" y="7461"/>
                            <a:pt x="1190" y="7461"/>
                          </a:cubicBezTo>
                          <a:cubicBezTo>
                            <a:pt x="2379" y="8650"/>
                            <a:pt x="5947" y="13408"/>
                            <a:pt x="7137" y="8650"/>
                          </a:cubicBezTo>
                          <a:cubicBezTo>
                            <a:pt x="7137" y="8650"/>
                            <a:pt x="5947" y="2703"/>
                            <a:pt x="4758" y="2703"/>
                          </a:cubicBezTo>
                          <a:cubicBezTo>
                            <a:pt x="3568" y="1514"/>
                            <a:pt x="1190" y="-865"/>
                            <a:pt x="0" y="32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4" name="Freeform 1173">
                      <a:extLst>
                        <a:ext uri="{FF2B5EF4-FFF2-40B4-BE49-F238E27FC236}">
                          <a16:creationId xmlns:a16="http://schemas.microsoft.com/office/drawing/2014/main" id="{9A8AC217-979F-55F1-2522-2EABE3519E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9809" y="3176819"/>
                      <a:ext cx="4368" cy="4336"/>
                    </a:xfrm>
                    <a:custGeom>
                      <a:avLst/>
                      <a:gdLst>
                        <a:gd name="connsiteX0" fmla="*/ 1189 w 4368"/>
                        <a:gd name="connsiteY0" fmla="*/ 239 h 4336"/>
                        <a:gd name="connsiteX1" fmla="*/ 0 w 4368"/>
                        <a:gd name="connsiteY1" fmla="*/ 3808 h 4336"/>
                        <a:gd name="connsiteX2" fmla="*/ 3568 w 4368"/>
                        <a:gd name="connsiteY2" fmla="*/ 3808 h 4336"/>
                        <a:gd name="connsiteX3" fmla="*/ 1189 w 4368"/>
                        <a:gd name="connsiteY3" fmla="*/ 239 h 43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368" h="4336">
                          <a:moveTo>
                            <a:pt x="1189" y="239"/>
                          </a:moveTo>
                          <a:cubicBezTo>
                            <a:pt x="0" y="-950"/>
                            <a:pt x="0" y="2618"/>
                            <a:pt x="0" y="3808"/>
                          </a:cubicBezTo>
                          <a:cubicBezTo>
                            <a:pt x="0" y="4997"/>
                            <a:pt x="2379" y="3808"/>
                            <a:pt x="3568" y="3808"/>
                          </a:cubicBezTo>
                          <a:cubicBezTo>
                            <a:pt x="5947" y="3808"/>
                            <a:pt x="2379" y="239"/>
                            <a:pt x="1189" y="23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5" name="Freeform 1174">
                      <a:extLst>
                        <a:ext uri="{FF2B5EF4-FFF2-40B4-BE49-F238E27FC236}">
                          <a16:creationId xmlns:a16="http://schemas.microsoft.com/office/drawing/2014/main" id="{08EDBC9E-1859-7DD9-DB64-301CC12889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5061" y="3182816"/>
                      <a:ext cx="5643" cy="6136"/>
                    </a:xfrm>
                    <a:custGeom>
                      <a:avLst/>
                      <a:gdLst>
                        <a:gd name="connsiteX0" fmla="*/ 1884 w 5643"/>
                        <a:gd name="connsiteY0" fmla="*/ 189 h 6136"/>
                        <a:gd name="connsiteX1" fmla="*/ 1884 w 5643"/>
                        <a:gd name="connsiteY1" fmla="*/ 4947 h 6136"/>
                        <a:gd name="connsiteX2" fmla="*/ 5453 w 5643"/>
                        <a:gd name="connsiteY2" fmla="*/ 6136 h 6136"/>
                        <a:gd name="connsiteX3" fmla="*/ 1884 w 5643"/>
                        <a:gd name="connsiteY3" fmla="*/ 189 h 61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643" h="6136">
                          <a:moveTo>
                            <a:pt x="1884" y="189"/>
                          </a:moveTo>
                          <a:cubicBezTo>
                            <a:pt x="-1684" y="-1000"/>
                            <a:pt x="695" y="3758"/>
                            <a:pt x="1884" y="4947"/>
                          </a:cubicBezTo>
                          <a:cubicBezTo>
                            <a:pt x="4263" y="6136"/>
                            <a:pt x="4263" y="6136"/>
                            <a:pt x="5453" y="6136"/>
                          </a:cubicBezTo>
                          <a:cubicBezTo>
                            <a:pt x="6642" y="6136"/>
                            <a:pt x="1884" y="189"/>
                            <a:pt x="1884" y="18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6" name="Freeform 1175">
                      <a:extLst>
                        <a:ext uri="{FF2B5EF4-FFF2-40B4-BE49-F238E27FC236}">
                          <a16:creationId xmlns:a16="http://schemas.microsoft.com/office/drawing/2014/main" id="{9E202ADC-E975-F46D-234B-3CA8430237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5051" y="3183666"/>
                      <a:ext cx="4460" cy="4336"/>
                    </a:xfrm>
                    <a:custGeom>
                      <a:avLst/>
                      <a:gdLst>
                        <a:gd name="connsiteX0" fmla="*/ 3569 w 4460"/>
                        <a:gd name="connsiteY0" fmla="*/ 529 h 4336"/>
                        <a:gd name="connsiteX1" fmla="*/ 0 w 4460"/>
                        <a:gd name="connsiteY1" fmla="*/ 529 h 4336"/>
                        <a:gd name="connsiteX2" fmla="*/ 3569 w 4460"/>
                        <a:gd name="connsiteY2" fmla="*/ 4097 h 4336"/>
                        <a:gd name="connsiteX3" fmla="*/ 3569 w 4460"/>
                        <a:gd name="connsiteY3" fmla="*/ 529 h 43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60" h="4336">
                          <a:moveTo>
                            <a:pt x="3569" y="529"/>
                          </a:moveTo>
                          <a:cubicBezTo>
                            <a:pt x="2379" y="529"/>
                            <a:pt x="0" y="-661"/>
                            <a:pt x="0" y="529"/>
                          </a:cubicBezTo>
                          <a:cubicBezTo>
                            <a:pt x="0" y="1718"/>
                            <a:pt x="2379" y="5286"/>
                            <a:pt x="3569" y="4097"/>
                          </a:cubicBezTo>
                          <a:cubicBezTo>
                            <a:pt x="4758" y="4097"/>
                            <a:pt x="4758" y="529"/>
                            <a:pt x="3569" y="529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7" name="Freeform 1176">
                      <a:extLst>
                        <a:ext uri="{FF2B5EF4-FFF2-40B4-BE49-F238E27FC236}">
                          <a16:creationId xmlns:a16="http://schemas.microsoft.com/office/drawing/2014/main" id="{81C2D508-1C72-06BC-8358-3A99E0996C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2030" y="3192521"/>
                      <a:ext cx="5443" cy="8326"/>
                    </a:xfrm>
                    <a:custGeom>
                      <a:avLst/>
                      <a:gdLst>
                        <a:gd name="connsiteX0" fmla="*/ 157 w 5443"/>
                        <a:gd name="connsiteY0" fmla="*/ 0 h 8326"/>
                        <a:gd name="connsiteX1" fmla="*/ 4915 w 5443"/>
                        <a:gd name="connsiteY1" fmla="*/ 8326 h 8326"/>
                        <a:gd name="connsiteX2" fmla="*/ 4915 w 5443"/>
                        <a:gd name="connsiteY2" fmla="*/ 4758 h 8326"/>
                        <a:gd name="connsiteX3" fmla="*/ 157 w 5443"/>
                        <a:gd name="connsiteY3" fmla="*/ 0 h 8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443" h="8326">
                          <a:moveTo>
                            <a:pt x="157" y="0"/>
                          </a:moveTo>
                          <a:cubicBezTo>
                            <a:pt x="-1032" y="2379"/>
                            <a:pt x="4915" y="7137"/>
                            <a:pt x="4915" y="8326"/>
                          </a:cubicBezTo>
                          <a:cubicBezTo>
                            <a:pt x="6104" y="8326"/>
                            <a:pt x="4915" y="5947"/>
                            <a:pt x="4915" y="4758"/>
                          </a:cubicBezTo>
                          <a:cubicBezTo>
                            <a:pt x="4915" y="3568"/>
                            <a:pt x="157" y="0"/>
                            <a:pt x="157" y="0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78" name="Graphic 27">
                    <a:extLst>
                      <a:ext uri="{FF2B5EF4-FFF2-40B4-BE49-F238E27FC236}">
                        <a16:creationId xmlns:a16="http://schemas.microsoft.com/office/drawing/2014/main" id="{4F4A45C0-B22A-0B64-B847-F36F37117DC6}"/>
                      </a:ext>
                    </a:extLst>
                  </p:cNvPr>
                  <p:cNvGrpSpPr/>
                  <p:nvPr/>
                </p:nvGrpSpPr>
                <p:grpSpPr>
                  <a:xfrm>
                    <a:off x="3879266" y="2808857"/>
                    <a:ext cx="6277301" cy="3303911"/>
                    <a:chOff x="3879266" y="2808857"/>
                    <a:chExt cx="6277301" cy="3303911"/>
                  </a:xfrm>
                  <a:grpFill/>
                </p:grpSpPr>
                <p:sp>
                  <p:nvSpPr>
                    <p:cNvPr id="1179" name="Freeform 1178">
                      <a:extLst>
                        <a:ext uri="{FF2B5EF4-FFF2-40B4-BE49-F238E27FC236}">
                          <a16:creationId xmlns:a16="http://schemas.microsoft.com/office/drawing/2014/main" id="{3C7C47B3-212B-ACDF-1996-E73A0B165C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76384" y="2808857"/>
                      <a:ext cx="797157" cy="377717"/>
                    </a:xfrm>
                    <a:custGeom>
                      <a:avLst/>
                      <a:gdLst>
                        <a:gd name="connsiteX0" fmla="*/ 796921 w 797157"/>
                        <a:gd name="connsiteY0" fmla="*/ 157672 h 377717"/>
                        <a:gd name="connsiteX1" fmla="*/ 793353 w 797157"/>
                        <a:gd name="connsiteY1" fmla="*/ 168376 h 377717"/>
                        <a:gd name="connsiteX2" fmla="*/ 782648 w 797157"/>
                        <a:gd name="connsiteY2" fmla="*/ 165998 h 377717"/>
                        <a:gd name="connsiteX3" fmla="*/ 775512 w 797157"/>
                        <a:gd name="connsiteY3" fmla="*/ 168376 h 377717"/>
                        <a:gd name="connsiteX4" fmla="*/ 769565 w 797157"/>
                        <a:gd name="connsiteY4" fmla="*/ 164808 h 377717"/>
                        <a:gd name="connsiteX5" fmla="*/ 761238 w 797157"/>
                        <a:gd name="connsiteY5" fmla="*/ 169566 h 377717"/>
                        <a:gd name="connsiteX6" fmla="*/ 749344 w 797157"/>
                        <a:gd name="connsiteY6" fmla="*/ 180271 h 377717"/>
                        <a:gd name="connsiteX7" fmla="*/ 742207 w 797157"/>
                        <a:gd name="connsiteY7" fmla="*/ 176702 h 377717"/>
                        <a:gd name="connsiteX8" fmla="*/ 739829 w 797157"/>
                        <a:gd name="connsiteY8" fmla="*/ 185029 h 377717"/>
                        <a:gd name="connsiteX9" fmla="*/ 732692 w 797157"/>
                        <a:gd name="connsiteY9" fmla="*/ 187407 h 377717"/>
                        <a:gd name="connsiteX10" fmla="*/ 730313 w 797157"/>
                        <a:gd name="connsiteY10" fmla="*/ 193355 h 377717"/>
                        <a:gd name="connsiteX11" fmla="*/ 726745 w 797157"/>
                        <a:gd name="connsiteY11" fmla="*/ 196923 h 377717"/>
                        <a:gd name="connsiteX12" fmla="*/ 725555 w 797157"/>
                        <a:gd name="connsiteY12" fmla="*/ 211196 h 377717"/>
                        <a:gd name="connsiteX13" fmla="*/ 714850 w 797157"/>
                        <a:gd name="connsiteY13" fmla="*/ 213575 h 377717"/>
                        <a:gd name="connsiteX14" fmla="*/ 706524 w 797157"/>
                        <a:gd name="connsiteY14" fmla="*/ 220712 h 377717"/>
                        <a:gd name="connsiteX15" fmla="*/ 693440 w 797157"/>
                        <a:gd name="connsiteY15" fmla="*/ 220712 h 377717"/>
                        <a:gd name="connsiteX16" fmla="*/ 686304 w 797157"/>
                        <a:gd name="connsiteY16" fmla="*/ 230227 h 377717"/>
                        <a:gd name="connsiteX17" fmla="*/ 674410 w 797157"/>
                        <a:gd name="connsiteY17" fmla="*/ 238553 h 377717"/>
                        <a:gd name="connsiteX18" fmla="*/ 668463 w 797157"/>
                        <a:gd name="connsiteY18" fmla="*/ 248068 h 377717"/>
                        <a:gd name="connsiteX19" fmla="*/ 660136 w 797157"/>
                        <a:gd name="connsiteY19" fmla="*/ 244500 h 377717"/>
                        <a:gd name="connsiteX20" fmla="*/ 648242 w 797157"/>
                        <a:gd name="connsiteY20" fmla="*/ 240932 h 377717"/>
                        <a:gd name="connsiteX21" fmla="*/ 639916 w 797157"/>
                        <a:gd name="connsiteY21" fmla="*/ 236174 h 377717"/>
                        <a:gd name="connsiteX22" fmla="*/ 623264 w 797157"/>
                        <a:gd name="connsiteY22" fmla="*/ 239742 h 377717"/>
                        <a:gd name="connsiteX23" fmla="*/ 617316 w 797157"/>
                        <a:gd name="connsiteY23" fmla="*/ 255205 h 377717"/>
                        <a:gd name="connsiteX24" fmla="*/ 623264 w 797157"/>
                        <a:gd name="connsiteY24" fmla="*/ 271857 h 377717"/>
                        <a:gd name="connsiteX25" fmla="*/ 639916 w 797157"/>
                        <a:gd name="connsiteY25" fmla="*/ 284941 h 377717"/>
                        <a:gd name="connsiteX26" fmla="*/ 630401 w 797157"/>
                        <a:gd name="connsiteY26" fmla="*/ 296835 h 377717"/>
                        <a:gd name="connsiteX27" fmla="*/ 619695 w 797157"/>
                        <a:gd name="connsiteY27" fmla="*/ 311109 h 377717"/>
                        <a:gd name="connsiteX28" fmla="*/ 610180 w 797157"/>
                        <a:gd name="connsiteY28" fmla="*/ 327761 h 377717"/>
                        <a:gd name="connsiteX29" fmla="*/ 592339 w 797157"/>
                        <a:gd name="connsiteY29" fmla="*/ 330140 h 377717"/>
                        <a:gd name="connsiteX30" fmla="*/ 578065 w 797157"/>
                        <a:gd name="connsiteY30" fmla="*/ 339655 h 377717"/>
                        <a:gd name="connsiteX31" fmla="*/ 561413 w 797157"/>
                        <a:gd name="connsiteY31" fmla="*/ 339655 h 377717"/>
                        <a:gd name="connsiteX32" fmla="*/ 541193 w 797157"/>
                        <a:gd name="connsiteY32" fmla="*/ 346792 h 377717"/>
                        <a:gd name="connsiteX33" fmla="*/ 519783 w 797157"/>
                        <a:gd name="connsiteY33" fmla="*/ 355118 h 377717"/>
                        <a:gd name="connsiteX34" fmla="*/ 511457 w 797157"/>
                        <a:gd name="connsiteY34" fmla="*/ 357497 h 377717"/>
                        <a:gd name="connsiteX35" fmla="*/ 485289 w 797157"/>
                        <a:gd name="connsiteY35" fmla="*/ 377717 h 377717"/>
                        <a:gd name="connsiteX36" fmla="*/ 474584 w 797157"/>
                        <a:gd name="connsiteY36" fmla="*/ 374149 h 377717"/>
                        <a:gd name="connsiteX37" fmla="*/ 473395 w 797157"/>
                        <a:gd name="connsiteY37" fmla="*/ 369391 h 377717"/>
                        <a:gd name="connsiteX38" fmla="*/ 457932 w 797157"/>
                        <a:gd name="connsiteY38" fmla="*/ 374149 h 377717"/>
                        <a:gd name="connsiteX39" fmla="*/ 430576 w 797157"/>
                        <a:gd name="connsiteY39" fmla="*/ 365823 h 377717"/>
                        <a:gd name="connsiteX40" fmla="*/ 405597 w 797157"/>
                        <a:gd name="connsiteY40" fmla="*/ 353928 h 377717"/>
                        <a:gd name="connsiteX41" fmla="*/ 396082 w 797157"/>
                        <a:gd name="connsiteY41" fmla="*/ 345602 h 377717"/>
                        <a:gd name="connsiteX42" fmla="*/ 350883 w 797157"/>
                        <a:gd name="connsiteY42" fmla="*/ 344413 h 377717"/>
                        <a:gd name="connsiteX43" fmla="*/ 342557 w 797157"/>
                        <a:gd name="connsiteY43" fmla="*/ 351549 h 377717"/>
                        <a:gd name="connsiteX44" fmla="*/ 255729 w 797157"/>
                        <a:gd name="connsiteY44" fmla="*/ 349170 h 377717"/>
                        <a:gd name="connsiteX45" fmla="*/ 239076 w 797157"/>
                        <a:gd name="connsiteY45" fmla="*/ 318245 h 377717"/>
                        <a:gd name="connsiteX46" fmla="*/ 234319 w 797157"/>
                        <a:gd name="connsiteY46" fmla="*/ 306351 h 377717"/>
                        <a:gd name="connsiteX47" fmla="*/ 224803 w 797157"/>
                        <a:gd name="connsiteY47" fmla="*/ 300404 h 377717"/>
                        <a:gd name="connsiteX48" fmla="*/ 223614 w 797157"/>
                        <a:gd name="connsiteY48" fmla="*/ 295646 h 377717"/>
                        <a:gd name="connsiteX49" fmla="*/ 209340 w 797157"/>
                        <a:gd name="connsiteY49" fmla="*/ 294457 h 377717"/>
                        <a:gd name="connsiteX50" fmla="*/ 192689 w 797157"/>
                        <a:gd name="connsiteY50" fmla="*/ 284941 h 377717"/>
                        <a:gd name="connsiteX51" fmla="*/ 184362 w 797157"/>
                        <a:gd name="connsiteY51" fmla="*/ 280183 h 377717"/>
                        <a:gd name="connsiteX52" fmla="*/ 166521 w 797157"/>
                        <a:gd name="connsiteY52" fmla="*/ 273047 h 377717"/>
                        <a:gd name="connsiteX53" fmla="*/ 134406 w 797157"/>
                        <a:gd name="connsiteY53" fmla="*/ 275426 h 377717"/>
                        <a:gd name="connsiteX54" fmla="*/ 102291 w 797157"/>
                        <a:gd name="connsiteY54" fmla="*/ 255205 h 377717"/>
                        <a:gd name="connsiteX55" fmla="*/ 108238 w 797157"/>
                        <a:gd name="connsiteY55" fmla="*/ 240932 h 377717"/>
                        <a:gd name="connsiteX56" fmla="*/ 105859 w 797157"/>
                        <a:gd name="connsiteY56" fmla="*/ 230227 h 377717"/>
                        <a:gd name="connsiteX57" fmla="*/ 102291 w 797157"/>
                        <a:gd name="connsiteY57" fmla="*/ 217143 h 377717"/>
                        <a:gd name="connsiteX58" fmla="*/ 89208 w 797157"/>
                        <a:gd name="connsiteY58" fmla="*/ 204059 h 377717"/>
                        <a:gd name="connsiteX59" fmla="*/ 79692 w 797157"/>
                        <a:gd name="connsiteY59" fmla="*/ 186218 h 377717"/>
                        <a:gd name="connsiteX60" fmla="*/ 64229 w 797157"/>
                        <a:gd name="connsiteY60" fmla="*/ 176702 h 377717"/>
                        <a:gd name="connsiteX61" fmla="*/ 57093 w 797157"/>
                        <a:gd name="connsiteY61" fmla="*/ 180271 h 377717"/>
                        <a:gd name="connsiteX62" fmla="*/ 48767 w 797157"/>
                        <a:gd name="connsiteY62" fmla="*/ 171945 h 377717"/>
                        <a:gd name="connsiteX63" fmla="*/ 39251 w 797157"/>
                        <a:gd name="connsiteY63" fmla="*/ 174324 h 377717"/>
                        <a:gd name="connsiteX64" fmla="*/ 32115 w 797157"/>
                        <a:gd name="connsiteY64" fmla="*/ 179081 h 377717"/>
                        <a:gd name="connsiteX65" fmla="*/ 26168 w 797157"/>
                        <a:gd name="connsiteY65" fmla="*/ 167187 h 377717"/>
                        <a:gd name="connsiteX66" fmla="*/ 13083 w 797157"/>
                        <a:gd name="connsiteY66" fmla="*/ 156482 h 377717"/>
                        <a:gd name="connsiteX67" fmla="*/ 7136 w 797157"/>
                        <a:gd name="connsiteY67" fmla="*/ 145777 h 377717"/>
                        <a:gd name="connsiteX68" fmla="*/ 1189 w 797157"/>
                        <a:gd name="connsiteY68" fmla="*/ 142209 h 377717"/>
                        <a:gd name="connsiteX69" fmla="*/ 0 w 797157"/>
                        <a:gd name="connsiteY69" fmla="*/ 132693 h 377717"/>
                        <a:gd name="connsiteX70" fmla="*/ 5947 w 797157"/>
                        <a:gd name="connsiteY70" fmla="*/ 121988 h 377717"/>
                        <a:gd name="connsiteX71" fmla="*/ 21410 w 797157"/>
                        <a:gd name="connsiteY71" fmla="*/ 120799 h 377717"/>
                        <a:gd name="connsiteX72" fmla="*/ 32115 w 797157"/>
                        <a:gd name="connsiteY72" fmla="*/ 111283 h 377717"/>
                        <a:gd name="connsiteX73" fmla="*/ 34493 w 797157"/>
                        <a:gd name="connsiteY73" fmla="*/ 106526 h 377717"/>
                        <a:gd name="connsiteX74" fmla="*/ 40440 w 797157"/>
                        <a:gd name="connsiteY74" fmla="*/ 97010 h 377717"/>
                        <a:gd name="connsiteX75" fmla="*/ 45198 w 797157"/>
                        <a:gd name="connsiteY75" fmla="*/ 91063 h 377717"/>
                        <a:gd name="connsiteX76" fmla="*/ 52335 w 797157"/>
                        <a:gd name="connsiteY76" fmla="*/ 87495 h 377717"/>
                        <a:gd name="connsiteX77" fmla="*/ 55904 w 797157"/>
                        <a:gd name="connsiteY77" fmla="*/ 81548 h 377717"/>
                        <a:gd name="connsiteX78" fmla="*/ 54714 w 797157"/>
                        <a:gd name="connsiteY78" fmla="*/ 74411 h 377717"/>
                        <a:gd name="connsiteX79" fmla="*/ 61851 w 797157"/>
                        <a:gd name="connsiteY79" fmla="*/ 75600 h 377717"/>
                        <a:gd name="connsiteX80" fmla="*/ 68987 w 797157"/>
                        <a:gd name="connsiteY80" fmla="*/ 72032 h 377717"/>
                        <a:gd name="connsiteX81" fmla="*/ 73745 w 797157"/>
                        <a:gd name="connsiteY81" fmla="*/ 64896 h 377717"/>
                        <a:gd name="connsiteX82" fmla="*/ 96344 w 797157"/>
                        <a:gd name="connsiteY82" fmla="*/ 63706 h 377717"/>
                        <a:gd name="connsiteX83" fmla="*/ 103481 w 797157"/>
                        <a:gd name="connsiteY83" fmla="*/ 60138 h 377717"/>
                        <a:gd name="connsiteX84" fmla="*/ 109428 w 797157"/>
                        <a:gd name="connsiteY84" fmla="*/ 68464 h 377717"/>
                        <a:gd name="connsiteX85" fmla="*/ 118944 w 797157"/>
                        <a:gd name="connsiteY85" fmla="*/ 69653 h 377717"/>
                        <a:gd name="connsiteX86" fmla="*/ 134406 w 797157"/>
                        <a:gd name="connsiteY86" fmla="*/ 67274 h 377717"/>
                        <a:gd name="connsiteX87" fmla="*/ 137974 w 797157"/>
                        <a:gd name="connsiteY87" fmla="*/ 76790 h 377717"/>
                        <a:gd name="connsiteX88" fmla="*/ 166521 w 797157"/>
                        <a:gd name="connsiteY88" fmla="*/ 94631 h 377717"/>
                        <a:gd name="connsiteX89" fmla="*/ 184362 w 797157"/>
                        <a:gd name="connsiteY89" fmla="*/ 86305 h 377717"/>
                        <a:gd name="connsiteX90" fmla="*/ 195067 w 797157"/>
                        <a:gd name="connsiteY90" fmla="*/ 92253 h 377717"/>
                        <a:gd name="connsiteX91" fmla="*/ 203393 w 797157"/>
                        <a:gd name="connsiteY91" fmla="*/ 88684 h 377717"/>
                        <a:gd name="connsiteX92" fmla="*/ 216477 w 797157"/>
                        <a:gd name="connsiteY92" fmla="*/ 92253 h 377717"/>
                        <a:gd name="connsiteX93" fmla="*/ 224803 w 797157"/>
                        <a:gd name="connsiteY93" fmla="*/ 89874 h 377717"/>
                        <a:gd name="connsiteX94" fmla="*/ 234319 w 797157"/>
                        <a:gd name="connsiteY94" fmla="*/ 87495 h 377717"/>
                        <a:gd name="connsiteX95" fmla="*/ 236697 w 797157"/>
                        <a:gd name="connsiteY95" fmla="*/ 79169 h 377717"/>
                        <a:gd name="connsiteX96" fmla="*/ 230750 w 797157"/>
                        <a:gd name="connsiteY96" fmla="*/ 73222 h 377717"/>
                        <a:gd name="connsiteX97" fmla="*/ 231940 w 797157"/>
                        <a:gd name="connsiteY97" fmla="*/ 54191 h 377717"/>
                        <a:gd name="connsiteX98" fmla="*/ 223614 w 797157"/>
                        <a:gd name="connsiteY98" fmla="*/ 49433 h 377717"/>
                        <a:gd name="connsiteX99" fmla="*/ 215287 w 797157"/>
                        <a:gd name="connsiteY99" fmla="*/ 45865 h 377717"/>
                        <a:gd name="connsiteX100" fmla="*/ 214098 w 797157"/>
                        <a:gd name="connsiteY100" fmla="*/ 29213 h 377717"/>
                        <a:gd name="connsiteX101" fmla="*/ 221235 w 797157"/>
                        <a:gd name="connsiteY101" fmla="*/ 23265 h 377717"/>
                        <a:gd name="connsiteX102" fmla="*/ 222424 w 797157"/>
                        <a:gd name="connsiteY102" fmla="*/ 14939 h 377717"/>
                        <a:gd name="connsiteX103" fmla="*/ 230750 w 797157"/>
                        <a:gd name="connsiteY103" fmla="*/ 13750 h 377717"/>
                        <a:gd name="connsiteX104" fmla="*/ 231940 w 797157"/>
                        <a:gd name="connsiteY104" fmla="*/ 666 h 377717"/>
                        <a:gd name="connsiteX105" fmla="*/ 243834 w 797157"/>
                        <a:gd name="connsiteY105" fmla="*/ 3045 h 377717"/>
                        <a:gd name="connsiteX106" fmla="*/ 253350 w 797157"/>
                        <a:gd name="connsiteY106" fmla="*/ 5424 h 377717"/>
                        <a:gd name="connsiteX107" fmla="*/ 262865 w 797157"/>
                        <a:gd name="connsiteY107" fmla="*/ 10181 h 377717"/>
                        <a:gd name="connsiteX108" fmla="*/ 280706 w 797157"/>
                        <a:gd name="connsiteY108" fmla="*/ 12560 h 377717"/>
                        <a:gd name="connsiteX109" fmla="*/ 289033 w 797157"/>
                        <a:gd name="connsiteY109" fmla="*/ 16129 h 377717"/>
                        <a:gd name="connsiteX110" fmla="*/ 297359 w 797157"/>
                        <a:gd name="connsiteY110" fmla="*/ 18508 h 377717"/>
                        <a:gd name="connsiteX111" fmla="*/ 316389 w 797157"/>
                        <a:gd name="connsiteY111" fmla="*/ 22076 h 377717"/>
                        <a:gd name="connsiteX112" fmla="*/ 321147 w 797157"/>
                        <a:gd name="connsiteY112" fmla="*/ 35160 h 377717"/>
                        <a:gd name="connsiteX113" fmla="*/ 325905 w 797157"/>
                        <a:gd name="connsiteY113" fmla="*/ 43486 h 377717"/>
                        <a:gd name="connsiteX114" fmla="*/ 328284 w 797157"/>
                        <a:gd name="connsiteY114" fmla="*/ 49433 h 377717"/>
                        <a:gd name="connsiteX115" fmla="*/ 336610 w 797157"/>
                        <a:gd name="connsiteY115" fmla="*/ 54191 h 377717"/>
                        <a:gd name="connsiteX116" fmla="*/ 344936 w 797157"/>
                        <a:gd name="connsiteY116" fmla="*/ 58948 h 377717"/>
                        <a:gd name="connsiteX117" fmla="*/ 355641 w 797157"/>
                        <a:gd name="connsiteY117" fmla="*/ 63706 h 377717"/>
                        <a:gd name="connsiteX118" fmla="*/ 361588 w 797157"/>
                        <a:gd name="connsiteY118" fmla="*/ 61327 h 377717"/>
                        <a:gd name="connsiteX119" fmla="*/ 372293 w 797157"/>
                        <a:gd name="connsiteY119" fmla="*/ 58948 h 377717"/>
                        <a:gd name="connsiteX120" fmla="*/ 379429 w 797157"/>
                        <a:gd name="connsiteY120" fmla="*/ 60138 h 377717"/>
                        <a:gd name="connsiteX121" fmla="*/ 385377 w 797157"/>
                        <a:gd name="connsiteY121" fmla="*/ 54191 h 377717"/>
                        <a:gd name="connsiteX122" fmla="*/ 402029 w 797157"/>
                        <a:gd name="connsiteY122" fmla="*/ 50622 h 377717"/>
                        <a:gd name="connsiteX123" fmla="*/ 411544 w 797157"/>
                        <a:gd name="connsiteY123" fmla="*/ 47054 h 377717"/>
                        <a:gd name="connsiteX124" fmla="*/ 419870 w 797157"/>
                        <a:gd name="connsiteY124" fmla="*/ 44675 h 377717"/>
                        <a:gd name="connsiteX125" fmla="*/ 428197 w 797157"/>
                        <a:gd name="connsiteY125" fmla="*/ 49433 h 377717"/>
                        <a:gd name="connsiteX126" fmla="*/ 444848 w 797157"/>
                        <a:gd name="connsiteY126" fmla="*/ 50622 h 377717"/>
                        <a:gd name="connsiteX127" fmla="*/ 454364 w 797157"/>
                        <a:gd name="connsiteY127" fmla="*/ 58948 h 377717"/>
                        <a:gd name="connsiteX128" fmla="*/ 469827 w 797157"/>
                        <a:gd name="connsiteY128" fmla="*/ 58948 h 377717"/>
                        <a:gd name="connsiteX129" fmla="*/ 476963 w 797157"/>
                        <a:gd name="connsiteY129" fmla="*/ 69653 h 377717"/>
                        <a:gd name="connsiteX130" fmla="*/ 491237 w 797157"/>
                        <a:gd name="connsiteY130" fmla="*/ 77979 h 377717"/>
                        <a:gd name="connsiteX131" fmla="*/ 513836 w 797157"/>
                        <a:gd name="connsiteY131" fmla="*/ 80358 h 377717"/>
                        <a:gd name="connsiteX132" fmla="*/ 526920 w 797157"/>
                        <a:gd name="connsiteY132" fmla="*/ 82737 h 377717"/>
                        <a:gd name="connsiteX133" fmla="*/ 548329 w 797157"/>
                        <a:gd name="connsiteY133" fmla="*/ 79169 h 377717"/>
                        <a:gd name="connsiteX134" fmla="*/ 560224 w 797157"/>
                        <a:gd name="connsiteY134" fmla="*/ 82737 h 377717"/>
                        <a:gd name="connsiteX135" fmla="*/ 567361 w 797157"/>
                        <a:gd name="connsiteY135" fmla="*/ 70843 h 377717"/>
                        <a:gd name="connsiteX136" fmla="*/ 579255 w 797157"/>
                        <a:gd name="connsiteY136" fmla="*/ 69653 h 377717"/>
                        <a:gd name="connsiteX137" fmla="*/ 584012 w 797157"/>
                        <a:gd name="connsiteY137" fmla="*/ 63706 h 377717"/>
                        <a:gd name="connsiteX138" fmla="*/ 591149 w 797157"/>
                        <a:gd name="connsiteY138" fmla="*/ 64896 h 377717"/>
                        <a:gd name="connsiteX139" fmla="*/ 600665 w 797157"/>
                        <a:gd name="connsiteY139" fmla="*/ 64896 h 377717"/>
                        <a:gd name="connsiteX140" fmla="*/ 605422 w 797157"/>
                        <a:gd name="connsiteY140" fmla="*/ 48244 h 377717"/>
                        <a:gd name="connsiteX141" fmla="*/ 617316 w 797157"/>
                        <a:gd name="connsiteY141" fmla="*/ 43486 h 377717"/>
                        <a:gd name="connsiteX142" fmla="*/ 625643 w 797157"/>
                        <a:gd name="connsiteY142" fmla="*/ 31591 h 377717"/>
                        <a:gd name="connsiteX143" fmla="*/ 644674 w 797157"/>
                        <a:gd name="connsiteY143" fmla="*/ 32781 h 377717"/>
                        <a:gd name="connsiteX144" fmla="*/ 654189 w 797157"/>
                        <a:gd name="connsiteY144" fmla="*/ 41107 h 377717"/>
                        <a:gd name="connsiteX145" fmla="*/ 661326 w 797157"/>
                        <a:gd name="connsiteY145" fmla="*/ 38728 h 377717"/>
                        <a:gd name="connsiteX146" fmla="*/ 668463 w 797157"/>
                        <a:gd name="connsiteY146" fmla="*/ 42296 h 377717"/>
                        <a:gd name="connsiteX147" fmla="*/ 676788 w 797157"/>
                        <a:gd name="connsiteY147" fmla="*/ 39917 h 377717"/>
                        <a:gd name="connsiteX148" fmla="*/ 679167 w 797157"/>
                        <a:gd name="connsiteY148" fmla="*/ 36349 h 377717"/>
                        <a:gd name="connsiteX149" fmla="*/ 692251 w 797157"/>
                        <a:gd name="connsiteY149" fmla="*/ 38728 h 377717"/>
                        <a:gd name="connsiteX150" fmla="*/ 691061 w 797157"/>
                        <a:gd name="connsiteY150" fmla="*/ 48244 h 377717"/>
                        <a:gd name="connsiteX151" fmla="*/ 689872 w 797157"/>
                        <a:gd name="connsiteY151" fmla="*/ 57759 h 377717"/>
                        <a:gd name="connsiteX152" fmla="*/ 687493 w 797157"/>
                        <a:gd name="connsiteY152" fmla="*/ 68464 h 377717"/>
                        <a:gd name="connsiteX153" fmla="*/ 685114 w 797157"/>
                        <a:gd name="connsiteY153" fmla="*/ 106526 h 377717"/>
                        <a:gd name="connsiteX154" fmla="*/ 681546 w 797157"/>
                        <a:gd name="connsiteY154" fmla="*/ 111283 h 377717"/>
                        <a:gd name="connsiteX155" fmla="*/ 683925 w 797157"/>
                        <a:gd name="connsiteY155" fmla="*/ 118420 h 377717"/>
                        <a:gd name="connsiteX156" fmla="*/ 689872 w 797157"/>
                        <a:gd name="connsiteY156" fmla="*/ 121988 h 377717"/>
                        <a:gd name="connsiteX157" fmla="*/ 698199 w 797157"/>
                        <a:gd name="connsiteY157" fmla="*/ 129125 h 377717"/>
                        <a:gd name="connsiteX158" fmla="*/ 706524 w 797157"/>
                        <a:gd name="connsiteY158" fmla="*/ 121988 h 377717"/>
                        <a:gd name="connsiteX159" fmla="*/ 727934 w 797157"/>
                        <a:gd name="connsiteY159" fmla="*/ 123178 h 377717"/>
                        <a:gd name="connsiteX160" fmla="*/ 732692 w 797157"/>
                        <a:gd name="connsiteY160" fmla="*/ 127936 h 377717"/>
                        <a:gd name="connsiteX161" fmla="*/ 736260 w 797157"/>
                        <a:gd name="connsiteY161" fmla="*/ 124367 h 377717"/>
                        <a:gd name="connsiteX162" fmla="*/ 739829 w 797157"/>
                        <a:gd name="connsiteY162" fmla="*/ 120799 h 377717"/>
                        <a:gd name="connsiteX163" fmla="*/ 739829 w 797157"/>
                        <a:gd name="connsiteY163" fmla="*/ 110094 h 377717"/>
                        <a:gd name="connsiteX164" fmla="*/ 748154 w 797157"/>
                        <a:gd name="connsiteY164" fmla="*/ 105336 h 377717"/>
                        <a:gd name="connsiteX165" fmla="*/ 761238 w 797157"/>
                        <a:gd name="connsiteY165" fmla="*/ 110094 h 377717"/>
                        <a:gd name="connsiteX166" fmla="*/ 776701 w 797157"/>
                        <a:gd name="connsiteY166" fmla="*/ 127936 h 377717"/>
                        <a:gd name="connsiteX167" fmla="*/ 792163 w 797157"/>
                        <a:gd name="connsiteY167" fmla="*/ 139830 h 377717"/>
                        <a:gd name="connsiteX168" fmla="*/ 796921 w 797157"/>
                        <a:gd name="connsiteY168" fmla="*/ 157672 h 3777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</a:cxnLst>
                      <a:rect l="l" t="t" r="r" b="b"/>
                      <a:pathLst>
                        <a:path w="797157" h="377717">
                          <a:moveTo>
                            <a:pt x="796921" y="157672"/>
                          </a:moveTo>
                          <a:cubicBezTo>
                            <a:pt x="796921" y="160050"/>
                            <a:pt x="795732" y="168376"/>
                            <a:pt x="793353" y="168376"/>
                          </a:cubicBezTo>
                          <a:cubicBezTo>
                            <a:pt x="790974" y="168376"/>
                            <a:pt x="786216" y="165998"/>
                            <a:pt x="782648" y="165998"/>
                          </a:cubicBezTo>
                          <a:cubicBezTo>
                            <a:pt x="780269" y="165998"/>
                            <a:pt x="776701" y="169566"/>
                            <a:pt x="775512" y="168376"/>
                          </a:cubicBezTo>
                          <a:cubicBezTo>
                            <a:pt x="774322" y="168376"/>
                            <a:pt x="771943" y="164808"/>
                            <a:pt x="769565" y="164808"/>
                          </a:cubicBezTo>
                          <a:cubicBezTo>
                            <a:pt x="767186" y="164808"/>
                            <a:pt x="762428" y="167187"/>
                            <a:pt x="761238" y="169566"/>
                          </a:cubicBezTo>
                          <a:cubicBezTo>
                            <a:pt x="760049" y="171945"/>
                            <a:pt x="751723" y="182650"/>
                            <a:pt x="749344" y="180271"/>
                          </a:cubicBezTo>
                          <a:cubicBezTo>
                            <a:pt x="745776" y="177892"/>
                            <a:pt x="743397" y="175513"/>
                            <a:pt x="742207" y="176702"/>
                          </a:cubicBezTo>
                          <a:cubicBezTo>
                            <a:pt x="741018" y="177892"/>
                            <a:pt x="742207" y="183839"/>
                            <a:pt x="739829" y="185029"/>
                          </a:cubicBezTo>
                          <a:cubicBezTo>
                            <a:pt x="737450" y="186218"/>
                            <a:pt x="733882" y="186218"/>
                            <a:pt x="732692" y="187407"/>
                          </a:cubicBezTo>
                          <a:cubicBezTo>
                            <a:pt x="731503" y="189786"/>
                            <a:pt x="731503" y="192165"/>
                            <a:pt x="730313" y="193355"/>
                          </a:cubicBezTo>
                          <a:cubicBezTo>
                            <a:pt x="729124" y="194544"/>
                            <a:pt x="726745" y="194544"/>
                            <a:pt x="726745" y="196923"/>
                          </a:cubicBezTo>
                          <a:cubicBezTo>
                            <a:pt x="726745" y="199302"/>
                            <a:pt x="727934" y="210007"/>
                            <a:pt x="725555" y="211196"/>
                          </a:cubicBezTo>
                          <a:cubicBezTo>
                            <a:pt x="724366" y="212385"/>
                            <a:pt x="717229" y="212385"/>
                            <a:pt x="714850" y="213575"/>
                          </a:cubicBezTo>
                          <a:cubicBezTo>
                            <a:pt x="712471" y="214764"/>
                            <a:pt x="710093" y="220712"/>
                            <a:pt x="706524" y="220712"/>
                          </a:cubicBezTo>
                          <a:cubicBezTo>
                            <a:pt x="702956" y="220712"/>
                            <a:pt x="694630" y="220712"/>
                            <a:pt x="693440" y="220712"/>
                          </a:cubicBezTo>
                          <a:cubicBezTo>
                            <a:pt x="691061" y="220712"/>
                            <a:pt x="688682" y="229038"/>
                            <a:pt x="686304" y="230227"/>
                          </a:cubicBezTo>
                          <a:cubicBezTo>
                            <a:pt x="683925" y="232606"/>
                            <a:pt x="675599" y="234985"/>
                            <a:pt x="674410" y="238553"/>
                          </a:cubicBezTo>
                          <a:cubicBezTo>
                            <a:pt x="673220" y="240932"/>
                            <a:pt x="672031" y="248068"/>
                            <a:pt x="668463" y="248068"/>
                          </a:cubicBezTo>
                          <a:cubicBezTo>
                            <a:pt x="664894" y="248068"/>
                            <a:pt x="662515" y="244500"/>
                            <a:pt x="660136" y="244500"/>
                          </a:cubicBezTo>
                          <a:cubicBezTo>
                            <a:pt x="657757" y="244500"/>
                            <a:pt x="649431" y="242121"/>
                            <a:pt x="648242" y="240932"/>
                          </a:cubicBezTo>
                          <a:cubicBezTo>
                            <a:pt x="647052" y="239742"/>
                            <a:pt x="643484" y="236174"/>
                            <a:pt x="639916" y="236174"/>
                          </a:cubicBezTo>
                          <a:cubicBezTo>
                            <a:pt x="636348" y="236174"/>
                            <a:pt x="626832" y="237364"/>
                            <a:pt x="623264" y="239742"/>
                          </a:cubicBezTo>
                          <a:cubicBezTo>
                            <a:pt x="619695" y="242121"/>
                            <a:pt x="617316" y="250448"/>
                            <a:pt x="617316" y="255205"/>
                          </a:cubicBezTo>
                          <a:cubicBezTo>
                            <a:pt x="617316" y="258774"/>
                            <a:pt x="614938" y="268289"/>
                            <a:pt x="623264" y="271857"/>
                          </a:cubicBezTo>
                          <a:cubicBezTo>
                            <a:pt x="631590" y="275426"/>
                            <a:pt x="642295" y="282562"/>
                            <a:pt x="639916" y="284941"/>
                          </a:cubicBezTo>
                          <a:cubicBezTo>
                            <a:pt x="637537" y="287320"/>
                            <a:pt x="633969" y="293267"/>
                            <a:pt x="630401" y="296835"/>
                          </a:cubicBezTo>
                          <a:cubicBezTo>
                            <a:pt x="626832" y="300404"/>
                            <a:pt x="620885" y="308730"/>
                            <a:pt x="619695" y="311109"/>
                          </a:cubicBezTo>
                          <a:cubicBezTo>
                            <a:pt x="618506" y="313487"/>
                            <a:pt x="613748" y="327761"/>
                            <a:pt x="610180" y="327761"/>
                          </a:cubicBezTo>
                          <a:cubicBezTo>
                            <a:pt x="606612" y="327761"/>
                            <a:pt x="594718" y="328950"/>
                            <a:pt x="592339" y="330140"/>
                          </a:cubicBezTo>
                          <a:cubicBezTo>
                            <a:pt x="589960" y="332518"/>
                            <a:pt x="582823" y="338466"/>
                            <a:pt x="578065" y="339655"/>
                          </a:cubicBezTo>
                          <a:cubicBezTo>
                            <a:pt x="573308" y="340844"/>
                            <a:pt x="564982" y="338466"/>
                            <a:pt x="561413" y="339655"/>
                          </a:cubicBezTo>
                          <a:cubicBezTo>
                            <a:pt x="557845" y="340844"/>
                            <a:pt x="548329" y="345602"/>
                            <a:pt x="541193" y="346792"/>
                          </a:cubicBezTo>
                          <a:cubicBezTo>
                            <a:pt x="535246" y="347981"/>
                            <a:pt x="523351" y="355118"/>
                            <a:pt x="519783" y="355118"/>
                          </a:cubicBezTo>
                          <a:cubicBezTo>
                            <a:pt x="516214" y="355118"/>
                            <a:pt x="512646" y="355118"/>
                            <a:pt x="511457" y="357497"/>
                          </a:cubicBezTo>
                          <a:cubicBezTo>
                            <a:pt x="509078" y="359875"/>
                            <a:pt x="492426" y="377717"/>
                            <a:pt x="485289" y="377717"/>
                          </a:cubicBezTo>
                          <a:cubicBezTo>
                            <a:pt x="478153" y="377717"/>
                            <a:pt x="474584" y="376528"/>
                            <a:pt x="474584" y="374149"/>
                          </a:cubicBezTo>
                          <a:cubicBezTo>
                            <a:pt x="474584" y="371770"/>
                            <a:pt x="474584" y="368202"/>
                            <a:pt x="473395" y="369391"/>
                          </a:cubicBezTo>
                          <a:cubicBezTo>
                            <a:pt x="471016" y="369391"/>
                            <a:pt x="463880" y="376528"/>
                            <a:pt x="457932" y="374149"/>
                          </a:cubicBezTo>
                          <a:cubicBezTo>
                            <a:pt x="451985" y="372959"/>
                            <a:pt x="435333" y="367012"/>
                            <a:pt x="430576" y="365823"/>
                          </a:cubicBezTo>
                          <a:cubicBezTo>
                            <a:pt x="425818" y="364633"/>
                            <a:pt x="407976" y="357497"/>
                            <a:pt x="405597" y="353928"/>
                          </a:cubicBezTo>
                          <a:cubicBezTo>
                            <a:pt x="403218" y="350360"/>
                            <a:pt x="399650" y="345602"/>
                            <a:pt x="396082" y="345602"/>
                          </a:cubicBezTo>
                          <a:cubicBezTo>
                            <a:pt x="392514" y="344413"/>
                            <a:pt x="353262" y="340844"/>
                            <a:pt x="350883" y="344413"/>
                          </a:cubicBezTo>
                          <a:cubicBezTo>
                            <a:pt x="348504" y="346792"/>
                            <a:pt x="346125" y="351549"/>
                            <a:pt x="342557" y="351549"/>
                          </a:cubicBezTo>
                          <a:cubicBezTo>
                            <a:pt x="340178" y="351549"/>
                            <a:pt x="259297" y="356307"/>
                            <a:pt x="255729" y="349170"/>
                          </a:cubicBezTo>
                          <a:cubicBezTo>
                            <a:pt x="252160" y="342034"/>
                            <a:pt x="241455" y="321814"/>
                            <a:pt x="239076" y="318245"/>
                          </a:cubicBezTo>
                          <a:cubicBezTo>
                            <a:pt x="236697" y="314677"/>
                            <a:pt x="236697" y="307540"/>
                            <a:pt x="234319" y="306351"/>
                          </a:cubicBezTo>
                          <a:cubicBezTo>
                            <a:pt x="231940" y="305161"/>
                            <a:pt x="225993" y="302783"/>
                            <a:pt x="224803" y="300404"/>
                          </a:cubicBezTo>
                          <a:cubicBezTo>
                            <a:pt x="224803" y="298025"/>
                            <a:pt x="225993" y="295646"/>
                            <a:pt x="223614" y="295646"/>
                          </a:cubicBezTo>
                          <a:cubicBezTo>
                            <a:pt x="221235" y="295646"/>
                            <a:pt x="211719" y="298025"/>
                            <a:pt x="209340" y="294457"/>
                          </a:cubicBezTo>
                          <a:cubicBezTo>
                            <a:pt x="206961" y="290888"/>
                            <a:pt x="197446" y="284941"/>
                            <a:pt x="192689" y="284941"/>
                          </a:cubicBezTo>
                          <a:cubicBezTo>
                            <a:pt x="187931" y="283752"/>
                            <a:pt x="186741" y="281373"/>
                            <a:pt x="184362" y="280183"/>
                          </a:cubicBezTo>
                          <a:cubicBezTo>
                            <a:pt x="181983" y="278994"/>
                            <a:pt x="171278" y="273047"/>
                            <a:pt x="166521" y="273047"/>
                          </a:cubicBezTo>
                          <a:cubicBezTo>
                            <a:pt x="161763" y="273047"/>
                            <a:pt x="143921" y="277804"/>
                            <a:pt x="134406" y="275426"/>
                          </a:cubicBezTo>
                          <a:cubicBezTo>
                            <a:pt x="124891" y="274236"/>
                            <a:pt x="101102" y="267100"/>
                            <a:pt x="102291" y="255205"/>
                          </a:cubicBezTo>
                          <a:cubicBezTo>
                            <a:pt x="103481" y="244500"/>
                            <a:pt x="108238" y="243311"/>
                            <a:pt x="108238" y="240932"/>
                          </a:cubicBezTo>
                          <a:cubicBezTo>
                            <a:pt x="108238" y="238553"/>
                            <a:pt x="105859" y="233795"/>
                            <a:pt x="105859" y="230227"/>
                          </a:cubicBezTo>
                          <a:cubicBezTo>
                            <a:pt x="105859" y="225469"/>
                            <a:pt x="104670" y="220712"/>
                            <a:pt x="102291" y="217143"/>
                          </a:cubicBezTo>
                          <a:cubicBezTo>
                            <a:pt x="101102" y="214764"/>
                            <a:pt x="91587" y="208817"/>
                            <a:pt x="89208" y="204059"/>
                          </a:cubicBezTo>
                          <a:cubicBezTo>
                            <a:pt x="88018" y="199302"/>
                            <a:pt x="85639" y="192165"/>
                            <a:pt x="79692" y="186218"/>
                          </a:cubicBezTo>
                          <a:cubicBezTo>
                            <a:pt x="73745" y="181460"/>
                            <a:pt x="67798" y="175513"/>
                            <a:pt x="64229" y="176702"/>
                          </a:cubicBezTo>
                          <a:cubicBezTo>
                            <a:pt x="60661" y="177892"/>
                            <a:pt x="60661" y="181460"/>
                            <a:pt x="57093" y="180271"/>
                          </a:cubicBezTo>
                          <a:cubicBezTo>
                            <a:pt x="54714" y="179081"/>
                            <a:pt x="52335" y="171945"/>
                            <a:pt x="48767" y="171945"/>
                          </a:cubicBezTo>
                          <a:cubicBezTo>
                            <a:pt x="45198" y="171945"/>
                            <a:pt x="39251" y="173134"/>
                            <a:pt x="39251" y="174324"/>
                          </a:cubicBezTo>
                          <a:cubicBezTo>
                            <a:pt x="39251" y="175513"/>
                            <a:pt x="34493" y="181460"/>
                            <a:pt x="32115" y="179081"/>
                          </a:cubicBezTo>
                          <a:cubicBezTo>
                            <a:pt x="29736" y="177892"/>
                            <a:pt x="27357" y="169566"/>
                            <a:pt x="26168" y="167187"/>
                          </a:cubicBezTo>
                          <a:cubicBezTo>
                            <a:pt x="23789" y="164808"/>
                            <a:pt x="19031" y="161240"/>
                            <a:pt x="13083" y="156482"/>
                          </a:cubicBezTo>
                          <a:cubicBezTo>
                            <a:pt x="8326" y="151724"/>
                            <a:pt x="9515" y="148156"/>
                            <a:pt x="7136" y="145777"/>
                          </a:cubicBezTo>
                          <a:cubicBezTo>
                            <a:pt x="4757" y="144588"/>
                            <a:pt x="1189" y="144588"/>
                            <a:pt x="1189" y="142209"/>
                          </a:cubicBezTo>
                          <a:cubicBezTo>
                            <a:pt x="1189" y="139830"/>
                            <a:pt x="1189" y="135072"/>
                            <a:pt x="0" y="132693"/>
                          </a:cubicBezTo>
                          <a:cubicBezTo>
                            <a:pt x="1189" y="129125"/>
                            <a:pt x="3568" y="121988"/>
                            <a:pt x="5947" y="121988"/>
                          </a:cubicBezTo>
                          <a:cubicBezTo>
                            <a:pt x="8326" y="121988"/>
                            <a:pt x="19031" y="124367"/>
                            <a:pt x="21410" y="120799"/>
                          </a:cubicBezTo>
                          <a:cubicBezTo>
                            <a:pt x="23789" y="117231"/>
                            <a:pt x="30925" y="111283"/>
                            <a:pt x="32115" y="111283"/>
                          </a:cubicBezTo>
                          <a:cubicBezTo>
                            <a:pt x="34493" y="111283"/>
                            <a:pt x="34493" y="110094"/>
                            <a:pt x="34493" y="106526"/>
                          </a:cubicBezTo>
                          <a:cubicBezTo>
                            <a:pt x="34493" y="102957"/>
                            <a:pt x="38062" y="97010"/>
                            <a:pt x="40440" y="97010"/>
                          </a:cubicBezTo>
                          <a:cubicBezTo>
                            <a:pt x="42819" y="95821"/>
                            <a:pt x="45198" y="91063"/>
                            <a:pt x="45198" y="91063"/>
                          </a:cubicBezTo>
                          <a:lnTo>
                            <a:pt x="52335" y="87495"/>
                          </a:lnTo>
                          <a:lnTo>
                            <a:pt x="55904" y="81548"/>
                          </a:lnTo>
                          <a:cubicBezTo>
                            <a:pt x="55904" y="81548"/>
                            <a:pt x="53525" y="75600"/>
                            <a:pt x="54714" y="74411"/>
                          </a:cubicBezTo>
                          <a:cubicBezTo>
                            <a:pt x="57093" y="73222"/>
                            <a:pt x="61851" y="75600"/>
                            <a:pt x="61851" y="75600"/>
                          </a:cubicBezTo>
                          <a:lnTo>
                            <a:pt x="68987" y="72032"/>
                          </a:lnTo>
                          <a:cubicBezTo>
                            <a:pt x="68987" y="72032"/>
                            <a:pt x="72555" y="64896"/>
                            <a:pt x="73745" y="64896"/>
                          </a:cubicBezTo>
                          <a:cubicBezTo>
                            <a:pt x="76123" y="64896"/>
                            <a:pt x="93965" y="63706"/>
                            <a:pt x="96344" y="63706"/>
                          </a:cubicBezTo>
                          <a:cubicBezTo>
                            <a:pt x="98723" y="62517"/>
                            <a:pt x="101102" y="58948"/>
                            <a:pt x="103481" y="60138"/>
                          </a:cubicBezTo>
                          <a:cubicBezTo>
                            <a:pt x="105859" y="61327"/>
                            <a:pt x="104670" y="67274"/>
                            <a:pt x="109428" y="68464"/>
                          </a:cubicBezTo>
                          <a:cubicBezTo>
                            <a:pt x="114185" y="70843"/>
                            <a:pt x="116564" y="69653"/>
                            <a:pt x="118944" y="69653"/>
                          </a:cubicBezTo>
                          <a:cubicBezTo>
                            <a:pt x="121323" y="69653"/>
                            <a:pt x="133217" y="66085"/>
                            <a:pt x="134406" y="67274"/>
                          </a:cubicBezTo>
                          <a:cubicBezTo>
                            <a:pt x="135595" y="68464"/>
                            <a:pt x="135595" y="74411"/>
                            <a:pt x="137974" y="76790"/>
                          </a:cubicBezTo>
                          <a:cubicBezTo>
                            <a:pt x="140353" y="79169"/>
                            <a:pt x="162953" y="95821"/>
                            <a:pt x="166521" y="94631"/>
                          </a:cubicBezTo>
                          <a:cubicBezTo>
                            <a:pt x="170089" y="93442"/>
                            <a:pt x="178415" y="83927"/>
                            <a:pt x="184362" y="86305"/>
                          </a:cubicBezTo>
                          <a:cubicBezTo>
                            <a:pt x="190310" y="88684"/>
                            <a:pt x="191499" y="93442"/>
                            <a:pt x="195067" y="92253"/>
                          </a:cubicBezTo>
                          <a:cubicBezTo>
                            <a:pt x="198636" y="89874"/>
                            <a:pt x="202204" y="88684"/>
                            <a:pt x="203393" y="88684"/>
                          </a:cubicBezTo>
                          <a:cubicBezTo>
                            <a:pt x="204583" y="88684"/>
                            <a:pt x="212908" y="92253"/>
                            <a:pt x="216477" y="92253"/>
                          </a:cubicBezTo>
                          <a:cubicBezTo>
                            <a:pt x="218856" y="91063"/>
                            <a:pt x="221235" y="89874"/>
                            <a:pt x="224803" y="89874"/>
                          </a:cubicBezTo>
                          <a:cubicBezTo>
                            <a:pt x="228372" y="89874"/>
                            <a:pt x="233129" y="92253"/>
                            <a:pt x="234319" y="87495"/>
                          </a:cubicBezTo>
                          <a:cubicBezTo>
                            <a:pt x="235508" y="83927"/>
                            <a:pt x="237887" y="81548"/>
                            <a:pt x="236697" y="79169"/>
                          </a:cubicBezTo>
                          <a:cubicBezTo>
                            <a:pt x="235508" y="77979"/>
                            <a:pt x="231940" y="79169"/>
                            <a:pt x="230750" y="73222"/>
                          </a:cubicBezTo>
                          <a:cubicBezTo>
                            <a:pt x="229561" y="67274"/>
                            <a:pt x="234319" y="55380"/>
                            <a:pt x="231940" y="54191"/>
                          </a:cubicBezTo>
                          <a:cubicBezTo>
                            <a:pt x="228372" y="53001"/>
                            <a:pt x="228372" y="50622"/>
                            <a:pt x="223614" y="49433"/>
                          </a:cubicBezTo>
                          <a:cubicBezTo>
                            <a:pt x="218856" y="47054"/>
                            <a:pt x="216477" y="50622"/>
                            <a:pt x="215287" y="45865"/>
                          </a:cubicBezTo>
                          <a:cubicBezTo>
                            <a:pt x="214098" y="41107"/>
                            <a:pt x="210530" y="31591"/>
                            <a:pt x="214098" y="29213"/>
                          </a:cubicBezTo>
                          <a:cubicBezTo>
                            <a:pt x="217666" y="26834"/>
                            <a:pt x="221235" y="23265"/>
                            <a:pt x="221235" y="23265"/>
                          </a:cubicBezTo>
                          <a:lnTo>
                            <a:pt x="222424" y="14939"/>
                          </a:lnTo>
                          <a:lnTo>
                            <a:pt x="230750" y="13750"/>
                          </a:lnTo>
                          <a:cubicBezTo>
                            <a:pt x="230750" y="13750"/>
                            <a:pt x="229561" y="3045"/>
                            <a:pt x="231940" y="666"/>
                          </a:cubicBezTo>
                          <a:cubicBezTo>
                            <a:pt x="234319" y="-1713"/>
                            <a:pt x="241455" y="3045"/>
                            <a:pt x="243834" y="3045"/>
                          </a:cubicBezTo>
                          <a:cubicBezTo>
                            <a:pt x="246213" y="3045"/>
                            <a:pt x="252160" y="4234"/>
                            <a:pt x="253350" y="5424"/>
                          </a:cubicBezTo>
                          <a:cubicBezTo>
                            <a:pt x="254539" y="6613"/>
                            <a:pt x="259297" y="10181"/>
                            <a:pt x="262865" y="10181"/>
                          </a:cubicBezTo>
                          <a:cubicBezTo>
                            <a:pt x="266433" y="10181"/>
                            <a:pt x="278327" y="10181"/>
                            <a:pt x="280706" y="12560"/>
                          </a:cubicBezTo>
                          <a:cubicBezTo>
                            <a:pt x="283085" y="14939"/>
                            <a:pt x="286654" y="16129"/>
                            <a:pt x="289033" y="16129"/>
                          </a:cubicBezTo>
                          <a:cubicBezTo>
                            <a:pt x="291412" y="16129"/>
                            <a:pt x="296169" y="18508"/>
                            <a:pt x="297359" y="18508"/>
                          </a:cubicBezTo>
                          <a:cubicBezTo>
                            <a:pt x="298548" y="18508"/>
                            <a:pt x="314010" y="13750"/>
                            <a:pt x="316389" y="22076"/>
                          </a:cubicBezTo>
                          <a:cubicBezTo>
                            <a:pt x="318768" y="30402"/>
                            <a:pt x="319958" y="33970"/>
                            <a:pt x="321147" y="35160"/>
                          </a:cubicBezTo>
                          <a:cubicBezTo>
                            <a:pt x="322337" y="36349"/>
                            <a:pt x="325905" y="41107"/>
                            <a:pt x="325905" y="43486"/>
                          </a:cubicBezTo>
                          <a:cubicBezTo>
                            <a:pt x="325905" y="45865"/>
                            <a:pt x="325905" y="49433"/>
                            <a:pt x="328284" y="49433"/>
                          </a:cubicBezTo>
                          <a:cubicBezTo>
                            <a:pt x="330663" y="49433"/>
                            <a:pt x="335421" y="51812"/>
                            <a:pt x="336610" y="54191"/>
                          </a:cubicBezTo>
                          <a:cubicBezTo>
                            <a:pt x="337799" y="56570"/>
                            <a:pt x="342557" y="57759"/>
                            <a:pt x="344936" y="58948"/>
                          </a:cubicBezTo>
                          <a:cubicBezTo>
                            <a:pt x="348504" y="60138"/>
                            <a:pt x="353262" y="64896"/>
                            <a:pt x="355641" y="63706"/>
                          </a:cubicBezTo>
                          <a:cubicBezTo>
                            <a:pt x="356831" y="62517"/>
                            <a:pt x="359210" y="60138"/>
                            <a:pt x="361588" y="61327"/>
                          </a:cubicBezTo>
                          <a:cubicBezTo>
                            <a:pt x="363967" y="61327"/>
                            <a:pt x="369914" y="58948"/>
                            <a:pt x="372293" y="58948"/>
                          </a:cubicBezTo>
                          <a:cubicBezTo>
                            <a:pt x="374672" y="58948"/>
                            <a:pt x="377051" y="61327"/>
                            <a:pt x="379429" y="60138"/>
                          </a:cubicBezTo>
                          <a:cubicBezTo>
                            <a:pt x="381808" y="58948"/>
                            <a:pt x="385377" y="54191"/>
                            <a:pt x="385377" y="54191"/>
                          </a:cubicBezTo>
                          <a:cubicBezTo>
                            <a:pt x="386566" y="54191"/>
                            <a:pt x="400840" y="53001"/>
                            <a:pt x="402029" y="50622"/>
                          </a:cubicBezTo>
                          <a:cubicBezTo>
                            <a:pt x="403218" y="49433"/>
                            <a:pt x="409165" y="47054"/>
                            <a:pt x="411544" y="47054"/>
                          </a:cubicBezTo>
                          <a:cubicBezTo>
                            <a:pt x="415112" y="47054"/>
                            <a:pt x="417491" y="42296"/>
                            <a:pt x="419870" y="44675"/>
                          </a:cubicBezTo>
                          <a:cubicBezTo>
                            <a:pt x="422249" y="47054"/>
                            <a:pt x="424628" y="49433"/>
                            <a:pt x="428197" y="49433"/>
                          </a:cubicBezTo>
                          <a:cubicBezTo>
                            <a:pt x="430576" y="49433"/>
                            <a:pt x="443659" y="49433"/>
                            <a:pt x="444848" y="50622"/>
                          </a:cubicBezTo>
                          <a:cubicBezTo>
                            <a:pt x="446038" y="51812"/>
                            <a:pt x="449606" y="57759"/>
                            <a:pt x="454364" y="58948"/>
                          </a:cubicBezTo>
                          <a:cubicBezTo>
                            <a:pt x="457932" y="60138"/>
                            <a:pt x="466259" y="56570"/>
                            <a:pt x="469827" y="58948"/>
                          </a:cubicBezTo>
                          <a:cubicBezTo>
                            <a:pt x="473395" y="61327"/>
                            <a:pt x="472206" y="68464"/>
                            <a:pt x="476963" y="69653"/>
                          </a:cubicBezTo>
                          <a:cubicBezTo>
                            <a:pt x="480531" y="70843"/>
                            <a:pt x="488858" y="74411"/>
                            <a:pt x="491237" y="77979"/>
                          </a:cubicBezTo>
                          <a:cubicBezTo>
                            <a:pt x="493616" y="81548"/>
                            <a:pt x="510267" y="79169"/>
                            <a:pt x="513836" y="80358"/>
                          </a:cubicBezTo>
                          <a:cubicBezTo>
                            <a:pt x="516214" y="81548"/>
                            <a:pt x="525730" y="82737"/>
                            <a:pt x="526920" y="82737"/>
                          </a:cubicBezTo>
                          <a:cubicBezTo>
                            <a:pt x="528109" y="82737"/>
                            <a:pt x="545950" y="76790"/>
                            <a:pt x="548329" y="79169"/>
                          </a:cubicBezTo>
                          <a:cubicBezTo>
                            <a:pt x="550708" y="81548"/>
                            <a:pt x="560224" y="82737"/>
                            <a:pt x="560224" y="82737"/>
                          </a:cubicBezTo>
                          <a:lnTo>
                            <a:pt x="567361" y="70843"/>
                          </a:lnTo>
                          <a:cubicBezTo>
                            <a:pt x="567361" y="70843"/>
                            <a:pt x="576876" y="72032"/>
                            <a:pt x="579255" y="69653"/>
                          </a:cubicBezTo>
                          <a:cubicBezTo>
                            <a:pt x="581633" y="66085"/>
                            <a:pt x="580444" y="63706"/>
                            <a:pt x="584012" y="63706"/>
                          </a:cubicBezTo>
                          <a:cubicBezTo>
                            <a:pt x="587580" y="63706"/>
                            <a:pt x="591149" y="64896"/>
                            <a:pt x="591149" y="64896"/>
                          </a:cubicBezTo>
                          <a:cubicBezTo>
                            <a:pt x="591149" y="64896"/>
                            <a:pt x="599475" y="69653"/>
                            <a:pt x="600665" y="64896"/>
                          </a:cubicBezTo>
                          <a:cubicBezTo>
                            <a:pt x="601854" y="60138"/>
                            <a:pt x="600665" y="50622"/>
                            <a:pt x="605422" y="48244"/>
                          </a:cubicBezTo>
                          <a:cubicBezTo>
                            <a:pt x="610180" y="47054"/>
                            <a:pt x="617316" y="43486"/>
                            <a:pt x="617316" y="43486"/>
                          </a:cubicBezTo>
                          <a:cubicBezTo>
                            <a:pt x="617316" y="43486"/>
                            <a:pt x="620885" y="32781"/>
                            <a:pt x="625643" y="31591"/>
                          </a:cubicBezTo>
                          <a:cubicBezTo>
                            <a:pt x="631590" y="31591"/>
                            <a:pt x="641105" y="29213"/>
                            <a:pt x="644674" y="32781"/>
                          </a:cubicBezTo>
                          <a:cubicBezTo>
                            <a:pt x="647052" y="36349"/>
                            <a:pt x="654189" y="41107"/>
                            <a:pt x="654189" y="41107"/>
                          </a:cubicBezTo>
                          <a:cubicBezTo>
                            <a:pt x="654189" y="41107"/>
                            <a:pt x="657757" y="37539"/>
                            <a:pt x="661326" y="38728"/>
                          </a:cubicBezTo>
                          <a:cubicBezTo>
                            <a:pt x="664894" y="39917"/>
                            <a:pt x="662515" y="42296"/>
                            <a:pt x="668463" y="42296"/>
                          </a:cubicBezTo>
                          <a:cubicBezTo>
                            <a:pt x="674410" y="42296"/>
                            <a:pt x="675599" y="42296"/>
                            <a:pt x="676788" y="39917"/>
                          </a:cubicBezTo>
                          <a:cubicBezTo>
                            <a:pt x="677978" y="37539"/>
                            <a:pt x="670841" y="35160"/>
                            <a:pt x="679167" y="36349"/>
                          </a:cubicBezTo>
                          <a:cubicBezTo>
                            <a:pt x="686304" y="37539"/>
                            <a:pt x="691061" y="37539"/>
                            <a:pt x="692251" y="38728"/>
                          </a:cubicBezTo>
                          <a:cubicBezTo>
                            <a:pt x="691061" y="42296"/>
                            <a:pt x="689872" y="47054"/>
                            <a:pt x="691061" y="48244"/>
                          </a:cubicBezTo>
                          <a:cubicBezTo>
                            <a:pt x="691061" y="50622"/>
                            <a:pt x="691061" y="57759"/>
                            <a:pt x="689872" y="57759"/>
                          </a:cubicBezTo>
                          <a:cubicBezTo>
                            <a:pt x="688682" y="58948"/>
                            <a:pt x="687493" y="66085"/>
                            <a:pt x="687493" y="68464"/>
                          </a:cubicBezTo>
                          <a:cubicBezTo>
                            <a:pt x="687493" y="70843"/>
                            <a:pt x="687493" y="104147"/>
                            <a:pt x="685114" y="106526"/>
                          </a:cubicBezTo>
                          <a:cubicBezTo>
                            <a:pt x="683925" y="107715"/>
                            <a:pt x="680357" y="108905"/>
                            <a:pt x="681546" y="111283"/>
                          </a:cubicBezTo>
                          <a:cubicBezTo>
                            <a:pt x="682735" y="113662"/>
                            <a:pt x="682735" y="118420"/>
                            <a:pt x="683925" y="118420"/>
                          </a:cubicBezTo>
                          <a:cubicBezTo>
                            <a:pt x="685114" y="118420"/>
                            <a:pt x="688682" y="120799"/>
                            <a:pt x="689872" y="121988"/>
                          </a:cubicBezTo>
                          <a:cubicBezTo>
                            <a:pt x="691061" y="123178"/>
                            <a:pt x="695820" y="130314"/>
                            <a:pt x="698199" y="129125"/>
                          </a:cubicBezTo>
                          <a:cubicBezTo>
                            <a:pt x="700577" y="127936"/>
                            <a:pt x="704146" y="121988"/>
                            <a:pt x="706524" y="121988"/>
                          </a:cubicBezTo>
                          <a:cubicBezTo>
                            <a:pt x="710093" y="121988"/>
                            <a:pt x="727934" y="120799"/>
                            <a:pt x="727934" y="123178"/>
                          </a:cubicBezTo>
                          <a:cubicBezTo>
                            <a:pt x="727934" y="125557"/>
                            <a:pt x="730313" y="129125"/>
                            <a:pt x="732692" y="127936"/>
                          </a:cubicBezTo>
                          <a:cubicBezTo>
                            <a:pt x="735071" y="127936"/>
                            <a:pt x="735071" y="125557"/>
                            <a:pt x="736260" y="124367"/>
                          </a:cubicBezTo>
                          <a:cubicBezTo>
                            <a:pt x="737450" y="123178"/>
                            <a:pt x="739829" y="123178"/>
                            <a:pt x="739829" y="120799"/>
                          </a:cubicBezTo>
                          <a:cubicBezTo>
                            <a:pt x="739829" y="118420"/>
                            <a:pt x="738639" y="110094"/>
                            <a:pt x="739829" y="110094"/>
                          </a:cubicBezTo>
                          <a:cubicBezTo>
                            <a:pt x="742207" y="108905"/>
                            <a:pt x="746965" y="105336"/>
                            <a:pt x="748154" y="105336"/>
                          </a:cubicBezTo>
                          <a:cubicBezTo>
                            <a:pt x="750533" y="105336"/>
                            <a:pt x="760049" y="107715"/>
                            <a:pt x="761238" y="110094"/>
                          </a:cubicBezTo>
                          <a:cubicBezTo>
                            <a:pt x="763617" y="112473"/>
                            <a:pt x="773133" y="125557"/>
                            <a:pt x="776701" y="127936"/>
                          </a:cubicBezTo>
                          <a:cubicBezTo>
                            <a:pt x="780269" y="130314"/>
                            <a:pt x="790974" y="138641"/>
                            <a:pt x="792163" y="139830"/>
                          </a:cubicBezTo>
                          <a:cubicBezTo>
                            <a:pt x="794542" y="148156"/>
                            <a:pt x="798111" y="155293"/>
                            <a:pt x="796921" y="157672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80" name="Graphic 27">
                      <a:extLst>
                        <a:ext uri="{FF2B5EF4-FFF2-40B4-BE49-F238E27FC236}">
                          <a16:creationId xmlns:a16="http://schemas.microsoft.com/office/drawing/2014/main" id="{576CAC6B-7434-B7CD-33F0-9B9D257D92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10440" y="3778673"/>
                      <a:ext cx="211720" cy="419156"/>
                      <a:chOff x="8310440" y="3778673"/>
                      <a:chExt cx="211720" cy="419156"/>
                    </a:xfrm>
                    <a:grpFill/>
                  </p:grpSpPr>
                  <p:sp>
                    <p:nvSpPr>
                      <p:cNvPr id="1181" name="Freeform 1180">
                        <a:extLst>
                          <a:ext uri="{FF2B5EF4-FFF2-40B4-BE49-F238E27FC236}">
                            <a16:creationId xmlns:a16="http://schemas.microsoft.com/office/drawing/2014/main" id="{0328003B-70E0-D0AA-7FF2-D08B661778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10440" y="3778673"/>
                        <a:ext cx="211720" cy="419156"/>
                      </a:xfrm>
                      <a:custGeom>
                        <a:avLst/>
                        <a:gdLst>
                          <a:gd name="connsiteX0" fmla="*/ 203394 w 211720"/>
                          <a:gd name="connsiteY0" fmla="*/ 283325 h 419156"/>
                          <a:gd name="connsiteX1" fmla="*/ 198636 w 211720"/>
                          <a:gd name="connsiteY1" fmla="*/ 264294 h 419156"/>
                          <a:gd name="connsiteX2" fmla="*/ 185552 w 211720"/>
                          <a:gd name="connsiteY2" fmla="*/ 228611 h 419156"/>
                          <a:gd name="connsiteX3" fmla="*/ 181984 w 211720"/>
                          <a:gd name="connsiteY3" fmla="*/ 228611 h 419156"/>
                          <a:gd name="connsiteX4" fmla="*/ 137975 w 211720"/>
                          <a:gd name="connsiteY4" fmla="*/ 181033 h 419156"/>
                          <a:gd name="connsiteX5" fmla="*/ 117754 w 211720"/>
                          <a:gd name="connsiteY5" fmla="*/ 157245 h 419156"/>
                          <a:gd name="connsiteX6" fmla="*/ 97534 w 211720"/>
                          <a:gd name="connsiteY6" fmla="*/ 138214 h 419156"/>
                          <a:gd name="connsiteX7" fmla="*/ 92777 w 211720"/>
                          <a:gd name="connsiteY7" fmla="*/ 128698 h 419156"/>
                          <a:gd name="connsiteX8" fmla="*/ 97534 w 211720"/>
                          <a:gd name="connsiteY8" fmla="*/ 115614 h 419156"/>
                          <a:gd name="connsiteX9" fmla="*/ 104671 w 211720"/>
                          <a:gd name="connsiteY9" fmla="*/ 98962 h 419156"/>
                          <a:gd name="connsiteX10" fmla="*/ 112996 w 211720"/>
                          <a:gd name="connsiteY10" fmla="*/ 73984 h 419156"/>
                          <a:gd name="connsiteX11" fmla="*/ 117754 w 211720"/>
                          <a:gd name="connsiteY11" fmla="*/ 75174 h 419156"/>
                          <a:gd name="connsiteX12" fmla="*/ 122512 w 211720"/>
                          <a:gd name="connsiteY12" fmla="*/ 70416 h 419156"/>
                          <a:gd name="connsiteX13" fmla="*/ 132028 w 211720"/>
                          <a:gd name="connsiteY13" fmla="*/ 60901 h 419156"/>
                          <a:gd name="connsiteX14" fmla="*/ 152248 w 211720"/>
                          <a:gd name="connsiteY14" fmla="*/ 53764 h 419156"/>
                          <a:gd name="connsiteX15" fmla="*/ 149869 w 211720"/>
                          <a:gd name="connsiteY15" fmla="*/ 52574 h 419156"/>
                          <a:gd name="connsiteX16" fmla="*/ 142732 w 211720"/>
                          <a:gd name="connsiteY16" fmla="*/ 47817 h 419156"/>
                          <a:gd name="connsiteX17" fmla="*/ 135596 w 211720"/>
                          <a:gd name="connsiteY17" fmla="*/ 50195 h 419156"/>
                          <a:gd name="connsiteX18" fmla="*/ 126081 w 211720"/>
                          <a:gd name="connsiteY18" fmla="*/ 43059 h 419156"/>
                          <a:gd name="connsiteX19" fmla="*/ 115375 w 211720"/>
                          <a:gd name="connsiteY19" fmla="*/ 38301 h 419156"/>
                          <a:gd name="connsiteX20" fmla="*/ 110618 w 211720"/>
                          <a:gd name="connsiteY20" fmla="*/ 26407 h 419156"/>
                          <a:gd name="connsiteX21" fmla="*/ 117754 w 211720"/>
                          <a:gd name="connsiteY21" fmla="*/ 14512 h 419156"/>
                          <a:gd name="connsiteX22" fmla="*/ 95155 w 211720"/>
                          <a:gd name="connsiteY22" fmla="*/ 12134 h 419156"/>
                          <a:gd name="connsiteX23" fmla="*/ 88018 w 211720"/>
                          <a:gd name="connsiteY23" fmla="*/ 8565 h 419156"/>
                          <a:gd name="connsiteX24" fmla="*/ 83260 w 211720"/>
                          <a:gd name="connsiteY24" fmla="*/ 239 h 419156"/>
                          <a:gd name="connsiteX25" fmla="*/ 76124 w 211720"/>
                          <a:gd name="connsiteY25" fmla="*/ 3808 h 419156"/>
                          <a:gd name="connsiteX26" fmla="*/ 67798 w 211720"/>
                          <a:gd name="connsiteY26" fmla="*/ 4997 h 419156"/>
                          <a:gd name="connsiteX27" fmla="*/ 63041 w 211720"/>
                          <a:gd name="connsiteY27" fmla="*/ 15702 h 419156"/>
                          <a:gd name="connsiteX28" fmla="*/ 45199 w 211720"/>
                          <a:gd name="connsiteY28" fmla="*/ 15702 h 419156"/>
                          <a:gd name="connsiteX29" fmla="*/ 41630 w 211720"/>
                          <a:gd name="connsiteY29" fmla="*/ 20460 h 419156"/>
                          <a:gd name="connsiteX30" fmla="*/ 34494 w 211720"/>
                          <a:gd name="connsiteY30" fmla="*/ 19270 h 419156"/>
                          <a:gd name="connsiteX31" fmla="*/ 30926 w 211720"/>
                          <a:gd name="connsiteY31" fmla="*/ 22839 h 419156"/>
                          <a:gd name="connsiteX32" fmla="*/ 26168 w 211720"/>
                          <a:gd name="connsiteY32" fmla="*/ 19270 h 419156"/>
                          <a:gd name="connsiteX33" fmla="*/ 21410 w 211720"/>
                          <a:gd name="connsiteY33" fmla="*/ 22839 h 419156"/>
                          <a:gd name="connsiteX34" fmla="*/ 16652 w 211720"/>
                          <a:gd name="connsiteY34" fmla="*/ 26407 h 419156"/>
                          <a:gd name="connsiteX35" fmla="*/ 10705 w 211720"/>
                          <a:gd name="connsiteY35" fmla="*/ 20460 h 419156"/>
                          <a:gd name="connsiteX36" fmla="*/ 0 w 211720"/>
                          <a:gd name="connsiteY36" fmla="*/ 28786 h 419156"/>
                          <a:gd name="connsiteX37" fmla="*/ 0 w 211720"/>
                          <a:gd name="connsiteY37" fmla="*/ 28786 h 419156"/>
                          <a:gd name="connsiteX38" fmla="*/ 16652 w 211720"/>
                          <a:gd name="connsiteY38" fmla="*/ 45438 h 419156"/>
                          <a:gd name="connsiteX39" fmla="*/ 21410 w 211720"/>
                          <a:gd name="connsiteY39" fmla="*/ 58522 h 419156"/>
                          <a:gd name="connsiteX40" fmla="*/ 28547 w 211720"/>
                          <a:gd name="connsiteY40" fmla="*/ 71606 h 419156"/>
                          <a:gd name="connsiteX41" fmla="*/ 30926 w 211720"/>
                          <a:gd name="connsiteY41" fmla="*/ 72795 h 419156"/>
                          <a:gd name="connsiteX42" fmla="*/ 45199 w 211720"/>
                          <a:gd name="connsiteY42" fmla="*/ 73984 h 419156"/>
                          <a:gd name="connsiteX43" fmla="*/ 55904 w 211720"/>
                          <a:gd name="connsiteY43" fmla="*/ 72795 h 419156"/>
                          <a:gd name="connsiteX44" fmla="*/ 74935 w 211720"/>
                          <a:gd name="connsiteY44" fmla="*/ 79931 h 419156"/>
                          <a:gd name="connsiteX45" fmla="*/ 83260 w 211720"/>
                          <a:gd name="connsiteY45" fmla="*/ 88258 h 419156"/>
                          <a:gd name="connsiteX46" fmla="*/ 83260 w 211720"/>
                          <a:gd name="connsiteY46" fmla="*/ 91826 h 419156"/>
                          <a:gd name="connsiteX47" fmla="*/ 72556 w 211720"/>
                          <a:gd name="connsiteY47" fmla="*/ 104910 h 419156"/>
                          <a:gd name="connsiteX48" fmla="*/ 57093 w 211720"/>
                          <a:gd name="connsiteY48" fmla="*/ 113236 h 419156"/>
                          <a:gd name="connsiteX49" fmla="*/ 59472 w 211720"/>
                          <a:gd name="connsiteY49" fmla="*/ 127509 h 419156"/>
                          <a:gd name="connsiteX50" fmla="*/ 71366 w 211720"/>
                          <a:gd name="connsiteY50" fmla="*/ 134645 h 419156"/>
                          <a:gd name="connsiteX51" fmla="*/ 97534 w 211720"/>
                          <a:gd name="connsiteY51" fmla="*/ 148919 h 419156"/>
                          <a:gd name="connsiteX52" fmla="*/ 114186 w 211720"/>
                          <a:gd name="connsiteY52" fmla="*/ 175086 h 419156"/>
                          <a:gd name="connsiteX53" fmla="*/ 127270 w 211720"/>
                          <a:gd name="connsiteY53" fmla="*/ 183412 h 419156"/>
                          <a:gd name="connsiteX54" fmla="*/ 137975 w 211720"/>
                          <a:gd name="connsiteY54" fmla="*/ 192928 h 419156"/>
                          <a:gd name="connsiteX55" fmla="*/ 140354 w 211720"/>
                          <a:gd name="connsiteY55" fmla="*/ 197686 h 419156"/>
                          <a:gd name="connsiteX56" fmla="*/ 146301 w 211720"/>
                          <a:gd name="connsiteY56" fmla="*/ 200064 h 419156"/>
                          <a:gd name="connsiteX57" fmla="*/ 158195 w 211720"/>
                          <a:gd name="connsiteY57" fmla="*/ 204822 h 419156"/>
                          <a:gd name="connsiteX58" fmla="*/ 157006 w 211720"/>
                          <a:gd name="connsiteY58" fmla="*/ 220285 h 419156"/>
                          <a:gd name="connsiteX59" fmla="*/ 158195 w 211720"/>
                          <a:gd name="connsiteY59" fmla="*/ 232179 h 419156"/>
                          <a:gd name="connsiteX60" fmla="*/ 153437 w 211720"/>
                          <a:gd name="connsiteY60" fmla="*/ 254778 h 419156"/>
                          <a:gd name="connsiteX61" fmla="*/ 153437 w 211720"/>
                          <a:gd name="connsiteY61" fmla="*/ 255968 h 419156"/>
                          <a:gd name="connsiteX62" fmla="*/ 153437 w 211720"/>
                          <a:gd name="connsiteY62" fmla="*/ 255968 h 419156"/>
                          <a:gd name="connsiteX63" fmla="*/ 160574 w 211720"/>
                          <a:gd name="connsiteY63" fmla="*/ 274999 h 419156"/>
                          <a:gd name="connsiteX64" fmla="*/ 159385 w 211720"/>
                          <a:gd name="connsiteY64" fmla="*/ 299977 h 419156"/>
                          <a:gd name="connsiteX65" fmla="*/ 157006 w 211720"/>
                          <a:gd name="connsiteY65" fmla="*/ 310682 h 419156"/>
                          <a:gd name="connsiteX66" fmla="*/ 152248 w 211720"/>
                          <a:gd name="connsiteY66" fmla="*/ 319008 h 419156"/>
                          <a:gd name="connsiteX67" fmla="*/ 130838 w 211720"/>
                          <a:gd name="connsiteY67" fmla="*/ 329713 h 419156"/>
                          <a:gd name="connsiteX68" fmla="*/ 123702 w 211720"/>
                          <a:gd name="connsiteY68" fmla="*/ 338039 h 419156"/>
                          <a:gd name="connsiteX69" fmla="*/ 130838 w 211720"/>
                          <a:gd name="connsiteY69" fmla="*/ 345176 h 419156"/>
                          <a:gd name="connsiteX70" fmla="*/ 136785 w 211720"/>
                          <a:gd name="connsiteY70" fmla="*/ 358259 h 419156"/>
                          <a:gd name="connsiteX71" fmla="*/ 123702 w 211720"/>
                          <a:gd name="connsiteY71" fmla="*/ 353501 h 419156"/>
                          <a:gd name="connsiteX72" fmla="*/ 110618 w 211720"/>
                          <a:gd name="connsiteY72" fmla="*/ 354691 h 419156"/>
                          <a:gd name="connsiteX73" fmla="*/ 97534 w 211720"/>
                          <a:gd name="connsiteY73" fmla="*/ 355880 h 419156"/>
                          <a:gd name="connsiteX74" fmla="*/ 88018 w 211720"/>
                          <a:gd name="connsiteY74" fmla="*/ 364207 h 419156"/>
                          <a:gd name="connsiteX75" fmla="*/ 88018 w 211720"/>
                          <a:gd name="connsiteY75" fmla="*/ 364207 h 419156"/>
                          <a:gd name="connsiteX76" fmla="*/ 93966 w 211720"/>
                          <a:gd name="connsiteY76" fmla="*/ 372532 h 419156"/>
                          <a:gd name="connsiteX77" fmla="*/ 108239 w 211720"/>
                          <a:gd name="connsiteY77" fmla="*/ 372532 h 419156"/>
                          <a:gd name="connsiteX78" fmla="*/ 103481 w 211720"/>
                          <a:gd name="connsiteY78" fmla="*/ 380859 h 419156"/>
                          <a:gd name="connsiteX79" fmla="*/ 99913 w 211720"/>
                          <a:gd name="connsiteY79" fmla="*/ 391563 h 419156"/>
                          <a:gd name="connsiteX80" fmla="*/ 101102 w 211720"/>
                          <a:gd name="connsiteY80" fmla="*/ 411784 h 419156"/>
                          <a:gd name="connsiteX81" fmla="*/ 93966 w 211720"/>
                          <a:gd name="connsiteY81" fmla="*/ 415352 h 419156"/>
                          <a:gd name="connsiteX82" fmla="*/ 93966 w 211720"/>
                          <a:gd name="connsiteY82" fmla="*/ 418920 h 419156"/>
                          <a:gd name="connsiteX83" fmla="*/ 107049 w 211720"/>
                          <a:gd name="connsiteY83" fmla="*/ 414163 h 419156"/>
                          <a:gd name="connsiteX84" fmla="*/ 112996 w 211720"/>
                          <a:gd name="connsiteY84" fmla="*/ 410595 h 419156"/>
                          <a:gd name="connsiteX85" fmla="*/ 114186 w 211720"/>
                          <a:gd name="connsiteY85" fmla="*/ 403458 h 419156"/>
                          <a:gd name="connsiteX86" fmla="*/ 126081 w 211720"/>
                          <a:gd name="connsiteY86" fmla="*/ 396321 h 419156"/>
                          <a:gd name="connsiteX87" fmla="*/ 133217 w 211720"/>
                          <a:gd name="connsiteY87" fmla="*/ 385616 h 419156"/>
                          <a:gd name="connsiteX88" fmla="*/ 139164 w 211720"/>
                          <a:gd name="connsiteY88" fmla="*/ 382048 h 419156"/>
                          <a:gd name="connsiteX89" fmla="*/ 148679 w 211720"/>
                          <a:gd name="connsiteY89" fmla="*/ 367775 h 419156"/>
                          <a:gd name="connsiteX90" fmla="*/ 180794 w 211720"/>
                          <a:gd name="connsiteY90" fmla="*/ 360638 h 419156"/>
                          <a:gd name="connsiteX91" fmla="*/ 198636 w 211720"/>
                          <a:gd name="connsiteY91" fmla="*/ 343986 h 419156"/>
                          <a:gd name="connsiteX92" fmla="*/ 205773 w 211720"/>
                          <a:gd name="connsiteY92" fmla="*/ 333281 h 419156"/>
                          <a:gd name="connsiteX93" fmla="*/ 206962 w 211720"/>
                          <a:gd name="connsiteY93" fmla="*/ 320197 h 419156"/>
                          <a:gd name="connsiteX94" fmla="*/ 211720 w 211720"/>
                          <a:gd name="connsiteY94" fmla="*/ 305924 h 419156"/>
                          <a:gd name="connsiteX95" fmla="*/ 203394 w 211720"/>
                          <a:gd name="connsiteY95" fmla="*/ 283325 h 41915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  <a:cxn ang="0">
                            <a:pos x="connsiteX63" y="connsiteY63"/>
                          </a:cxn>
                          <a:cxn ang="0">
                            <a:pos x="connsiteX64" y="connsiteY64"/>
                          </a:cxn>
                          <a:cxn ang="0">
                            <a:pos x="connsiteX65" y="connsiteY65"/>
                          </a:cxn>
                          <a:cxn ang="0">
                            <a:pos x="connsiteX66" y="connsiteY66"/>
                          </a:cxn>
                          <a:cxn ang="0">
                            <a:pos x="connsiteX67" y="connsiteY67"/>
                          </a:cxn>
                          <a:cxn ang="0">
                            <a:pos x="connsiteX68" y="connsiteY68"/>
                          </a:cxn>
                          <a:cxn ang="0">
                            <a:pos x="connsiteX69" y="connsiteY69"/>
                          </a:cxn>
                          <a:cxn ang="0">
                            <a:pos x="connsiteX70" y="connsiteY70"/>
                          </a:cxn>
                          <a:cxn ang="0">
                            <a:pos x="connsiteX71" y="connsiteY71"/>
                          </a:cxn>
                          <a:cxn ang="0">
                            <a:pos x="connsiteX72" y="connsiteY72"/>
                          </a:cxn>
                          <a:cxn ang="0">
                            <a:pos x="connsiteX73" y="connsiteY73"/>
                          </a:cxn>
                          <a:cxn ang="0">
                            <a:pos x="connsiteX74" y="connsiteY74"/>
                          </a:cxn>
                          <a:cxn ang="0">
                            <a:pos x="connsiteX75" y="connsiteY75"/>
                          </a:cxn>
                          <a:cxn ang="0">
                            <a:pos x="connsiteX76" y="connsiteY76"/>
                          </a:cxn>
                          <a:cxn ang="0">
                            <a:pos x="connsiteX77" y="connsiteY77"/>
                          </a:cxn>
                          <a:cxn ang="0">
                            <a:pos x="connsiteX78" y="connsiteY78"/>
                          </a:cxn>
                          <a:cxn ang="0">
                            <a:pos x="connsiteX79" y="connsiteY79"/>
                          </a:cxn>
                          <a:cxn ang="0">
                            <a:pos x="connsiteX80" y="connsiteY80"/>
                          </a:cxn>
                          <a:cxn ang="0">
                            <a:pos x="connsiteX81" y="connsiteY81"/>
                          </a:cxn>
                          <a:cxn ang="0">
                            <a:pos x="connsiteX82" y="connsiteY82"/>
                          </a:cxn>
                          <a:cxn ang="0">
                            <a:pos x="connsiteX83" y="connsiteY83"/>
                          </a:cxn>
                          <a:cxn ang="0">
                            <a:pos x="connsiteX84" y="connsiteY84"/>
                          </a:cxn>
                          <a:cxn ang="0">
                            <a:pos x="connsiteX85" y="connsiteY85"/>
                          </a:cxn>
                          <a:cxn ang="0">
                            <a:pos x="connsiteX86" y="connsiteY86"/>
                          </a:cxn>
                          <a:cxn ang="0">
                            <a:pos x="connsiteX87" y="connsiteY87"/>
                          </a:cxn>
                          <a:cxn ang="0">
                            <a:pos x="connsiteX88" y="connsiteY88"/>
                          </a:cxn>
                          <a:cxn ang="0">
                            <a:pos x="connsiteX89" y="connsiteY89"/>
                          </a:cxn>
                          <a:cxn ang="0">
                            <a:pos x="connsiteX90" y="connsiteY90"/>
                          </a:cxn>
                          <a:cxn ang="0">
                            <a:pos x="connsiteX91" y="connsiteY91"/>
                          </a:cxn>
                          <a:cxn ang="0">
                            <a:pos x="connsiteX92" y="connsiteY92"/>
                          </a:cxn>
                          <a:cxn ang="0">
                            <a:pos x="connsiteX93" y="connsiteY93"/>
                          </a:cxn>
                          <a:cxn ang="0">
                            <a:pos x="connsiteX94" y="connsiteY94"/>
                          </a:cxn>
                          <a:cxn ang="0">
                            <a:pos x="connsiteX95" y="connsiteY95"/>
                          </a:cxn>
                        </a:cxnLst>
                        <a:rect l="l" t="t" r="r" b="b"/>
                        <a:pathLst>
                          <a:path w="211720" h="419156">
                            <a:moveTo>
                              <a:pt x="203394" y="283325"/>
                            </a:moveTo>
                            <a:cubicBezTo>
                              <a:pt x="202204" y="277378"/>
                              <a:pt x="201015" y="270241"/>
                              <a:pt x="198636" y="264294"/>
                            </a:cubicBezTo>
                            <a:cubicBezTo>
                              <a:pt x="193878" y="252399"/>
                              <a:pt x="189120" y="241695"/>
                              <a:pt x="185552" y="228611"/>
                            </a:cubicBezTo>
                            <a:cubicBezTo>
                              <a:pt x="184362" y="228611"/>
                              <a:pt x="183173" y="228611"/>
                              <a:pt x="181984" y="228611"/>
                            </a:cubicBezTo>
                            <a:cubicBezTo>
                              <a:pt x="183173" y="206012"/>
                              <a:pt x="153437" y="191739"/>
                              <a:pt x="137975" y="181033"/>
                            </a:cubicBezTo>
                            <a:cubicBezTo>
                              <a:pt x="127270" y="175086"/>
                              <a:pt x="122512" y="167950"/>
                              <a:pt x="117754" y="157245"/>
                            </a:cubicBezTo>
                            <a:cubicBezTo>
                              <a:pt x="114186" y="150108"/>
                              <a:pt x="103481" y="144161"/>
                              <a:pt x="97534" y="138214"/>
                            </a:cubicBezTo>
                            <a:cubicBezTo>
                              <a:pt x="93966" y="134645"/>
                              <a:pt x="99913" y="132267"/>
                              <a:pt x="92777" y="128698"/>
                            </a:cubicBezTo>
                            <a:cubicBezTo>
                              <a:pt x="95155" y="126320"/>
                              <a:pt x="98724" y="122751"/>
                              <a:pt x="97534" y="115614"/>
                            </a:cubicBezTo>
                            <a:cubicBezTo>
                              <a:pt x="96345" y="107289"/>
                              <a:pt x="92777" y="103720"/>
                              <a:pt x="104671" y="98962"/>
                            </a:cubicBezTo>
                            <a:cubicBezTo>
                              <a:pt x="114186" y="94205"/>
                              <a:pt x="111807" y="84689"/>
                              <a:pt x="112996" y="73984"/>
                            </a:cubicBezTo>
                            <a:cubicBezTo>
                              <a:pt x="115375" y="75174"/>
                              <a:pt x="116565" y="73984"/>
                              <a:pt x="117754" y="75174"/>
                            </a:cubicBezTo>
                            <a:cubicBezTo>
                              <a:pt x="120133" y="73984"/>
                              <a:pt x="121323" y="72795"/>
                              <a:pt x="122512" y="70416"/>
                            </a:cubicBezTo>
                            <a:cubicBezTo>
                              <a:pt x="130838" y="71606"/>
                              <a:pt x="129649" y="65658"/>
                              <a:pt x="132028" y="60901"/>
                            </a:cubicBezTo>
                            <a:cubicBezTo>
                              <a:pt x="140354" y="60901"/>
                              <a:pt x="148679" y="62090"/>
                              <a:pt x="152248" y="53764"/>
                            </a:cubicBezTo>
                            <a:cubicBezTo>
                              <a:pt x="151058" y="53764"/>
                              <a:pt x="149869" y="52574"/>
                              <a:pt x="149869" y="52574"/>
                            </a:cubicBezTo>
                            <a:cubicBezTo>
                              <a:pt x="148679" y="52574"/>
                              <a:pt x="145111" y="50195"/>
                              <a:pt x="142732" y="47817"/>
                            </a:cubicBezTo>
                            <a:cubicBezTo>
                              <a:pt x="140354" y="46627"/>
                              <a:pt x="139164" y="49006"/>
                              <a:pt x="135596" y="50195"/>
                            </a:cubicBezTo>
                            <a:cubicBezTo>
                              <a:pt x="132028" y="50195"/>
                              <a:pt x="128460" y="45438"/>
                              <a:pt x="126081" y="43059"/>
                            </a:cubicBezTo>
                            <a:cubicBezTo>
                              <a:pt x="124891" y="40680"/>
                              <a:pt x="121323" y="41870"/>
                              <a:pt x="115375" y="38301"/>
                            </a:cubicBezTo>
                            <a:cubicBezTo>
                              <a:pt x="109428" y="35922"/>
                              <a:pt x="109428" y="31165"/>
                              <a:pt x="110618" y="26407"/>
                            </a:cubicBezTo>
                            <a:cubicBezTo>
                              <a:pt x="110618" y="21649"/>
                              <a:pt x="116565" y="18081"/>
                              <a:pt x="117754" y="14512"/>
                            </a:cubicBezTo>
                            <a:cubicBezTo>
                              <a:pt x="118944" y="10944"/>
                              <a:pt x="99913" y="12134"/>
                              <a:pt x="95155" y="12134"/>
                            </a:cubicBezTo>
                            <a:cubicBezTo>
                              <a:pt x="90397" y="12134"/>
                              <a:pt x="89208" y="9755"/>
                              <a:pt x="88018" y="8565"/>
                            </a:cubicBezTo>
                            <a:cubicBezTo>
                              <a:pt x="86829" y="7376"/>
                              <a:pt x="84450" y="1429"/>
                              <a:pt x="83260" y="239"/>
                            </a:cubicBezTo>
                            <a:cubicBezTo>
                              <a:pt x="80882" y="-950"/>
                              <a:pt x="78503" y="2618"/>
                              <a:pt x="76124" y="3808"/>
                            </a:cubicBezTo>
                            <a:cubicBezTo>
                              <a:pt x="74935" y="6187"/>
                              <a:pt x="71366" y="3808"/>
                              <a:pt x="67798" y="4997"/>
                            </a:cubicBezTo>
                            <a:cubicBezTo>
                              <a:pt x="64230" y="6187"/>
                              <a:pt x="64230" y="10944"/>
                              <a:pt x="63041" y="15702"/>
                            </a:cubicBezTo>
                            <a:cubicBezTo>
                              <a:pt x="61851" y="19270"/>
                              <a:pt x="47577" y="15702"/>
                              <a:pt x="45199" y="15702"/>
                            </a:cubicBezTo>
                            <a:cubicBezTo>
                              <a:pt x="42820" y="15702"/>
                              <a:pt x="42820" y="19270"/>
                              <a:pt x="41630" y="20460"/>
                            </a:cubicBezTo>
                            <a:cubicBezTo>
                              <a:pt x="40441" y="22839"/>
                              <a:pt x="36873" y="20460"/>
                              <a:pt x="34494" y="19270"/>
                            </a:cubicBezTo>
                            <a:cubicBezTo>
                              <a:pt x="32115" y="18081"/>
                              <a:pt x="30926" y="21649"/>
                              <a:pt x="30926" y="22839"/>
                            </a:cubicBezTo>
                            <a:cubicBezTo>
                              <a:pt x="29736" y="24028"/>
                              <a:pt x="27358" y="19270"/>
                              <a:pt x="26168" y="19270"/>
                            </a:cubicBezTo>
                            <a:cubicBezTo>
                              <a:pt x="24979" y="18081"/>
                              <a:pt x="22600" y="20460"/>
                              <a:pt x="21410" y="22839"/>
                            </a:cubicBezTo>
                            <a:cubicBezTo>
                              <a:pt x="20221" y="25218"/>
                              <a:pt x="19031" y="26407"/>
                              <a:pt x="16652" y="26407"/>
                            </a:cubicBezTo>
                            <a:cubicBezTo>
                              <a:pt x="14273" y="26407"/>
                              <a:pt x="14273" y="20460"/>
                              <a:pt x="10705" y="20460"/>
                            </a:cubicBezTo>
                            <a:cubicBezTo>
                              <a:pt x="7137" y="20460"/>
                              <a:pt x="1190" y="27596"/>
                              <a:pt x="0" y="28786"/>
                            </a:cubicBezTo>
                            <a:cubicBezTo>
                              <a:pt x="0" y="28786"/>
                              <a:pt x="0" y="28786"/>
                              <a:pt x="0" y="28786"/>
                            </a:cubicBezTo>
                            <a:cubicBezTo>
                              <a:pt x="4758" y="35922"/>
                              <a:pt x="11894" y="38301"/>
                              <a:pt x="16652" y="45438"/>
                            </a:cubicBezTo>
                            <a:cubicBezTo>
                              <a:pt x="20221" y="51385"/>
                              <a:pt x="19031" y="53764"/>
                              <a:pt x="21410" y="58522"/>
                            </a:cubicBezTo>
                            <a:cubicBezTo>
                              <a:pt x="23789" y="63279"/>
                              <a:pt x="28547" y="64469"/>
                              <a:pt x="28547" y="71606"/>
                            </a:cubicBezTo>
                            <a:cubicBezTo>
                              <a:pt x="29736" y="72795"/>
                              <a:pt x="29736" y="72795"/>
                              <a:pt x="30926" y="72795"/>
                            </a:cubicBezTo>
                            <a:cubicBezTo>
                              <a:pt x="35683" y="72795"/>
                              <a:pt x="40441" y="72795"/>
                              <a:pt x="45199" y="73984"/>
                            </a:cubicBezTo>
                            <a:cubicBezTo>
                              <a:pt x="51146" y="75174"/>
                              <a:pt x="51146" y="73984"/>
                              <a:pt x="55904" y="72795"/>
                            </a:cubicBezTo>
                            <a:cubicBezTo>
                              <a:pt x="64230" y="71606"/>
                              <a:pt x="66609" y="76363"/>
                              <a:pt x="74935" y="79931"/>
                            </a:cubicBezTo>
                            <a:cubicBezTo>
                              <a:pt x="74935" y="84689"/>
                              <a:pt x="78503" y="88258"/>
                              <a:pt x="83260" y="88258"/>
                            </a:cubicBezTo>
                            <a:cubicBezTo>
                              <a:pt x="83260" y="89447"/>
                              <a:pt x="83260" y="90637"/>
                              <a:pt x="83260" y="91826"/>
                            </a:cubicBezTo>
                            <a:cubicBezTo>
                              <a:pt x="78503" y="94205"/>
                              <a:pt x="77313" y="101341"/>
                              <a:pt x="72556" y="104910"/>
                            </a:cubicBezTo>
                            <a:cubicBezTo>
                              <a:pt x="67798" y="108478"/>
                              <a:pt x="60662" y="107289"/>
                              <a:pt x="57093" y="113236"/>
                            </a:cubicBezTo>
                            <a:cubicBezTo>
                              <a:pt x="63041" y="117993"/>
                              <a:pt x="57093" y="121562"/>
                              <a:pt x="59472" y="127509"/>
                            </a:cubicBezTo>
                            <a:cubicBezTo>
                              <a:pt x="60662" y="132267"/>
                              <a:pt x="67798" y="133456"/>
                              <a:pt x="71366" y="134645"/>
                            </a:cubicBezTo>
                            <a:cubicBezTo>
                              <a:pt x="80882" y="138214"/>
                              <a:pt x="89208" y="142972"/>
                              <a:pt x="97534" y="148919"/>
                            </a:cubicBezTo>
                            <a:cubicBezTo>
                              <a:pt x="105860" y="156055"/>
                              <a:pt x="107049" y="167950"/>
                              <a:pt x="114186" y="175086"/>
                            </a:cubicBezTo>
                            <a:cubicBezTo>
                              <a:pt x="117754" y="179844"/>
                              <a:pt x="123702" y="179844"/>
                              <a:pt x="127270" y="183412"/>
                            </a:cubicBezTo>
                            <a:cubicBezTo>
                              <a:pt x="130838" y="186981"/>
                              <a:pt x="129649" y="194117"/>
                              <a:pt x="137975" y="192928"/>
                            </a:cubicBezTo>
                            <a:cubicBezTo>
                              <a:pt x="137975" y="194117"/>
                              <a:pt x="139164" y="197686"/>
                              <a:pt x="140354" y="197686"/>
                            </a:cubicBezTo>
                            <a:cubicBezTo>
                              <a:pt x="141543" y="200064"/>
                              <a:pt x="143922" y="200064"/>
                              <a:pt x="146301" y="200064"/>
                            </a:cubicBezTo>
                            <a:cubicBezTo>
                              <a:pt x="148679" y="206012"/>
                              <a:pt x="153437" y="204822"/>
                              <a:pt x="158195" y="204822"/>
                            </a:cubicBezTo>
                            <a:cubicBezTo>
                              <a:pt x="158195" y="209580"/>
                              <a:pt x="157006" y="214338"/>
                              <a:pt x="157006" y="220285"/>
                            </a:cubicBezTo>
                            <a:cubicBezTo>
                              <a:pt x="157006" y="225043"/>
                              <a:pt x="160574" y="226232"/>
                              <a:pt x="158195" y="232179"/>
                            </a:cubicBezTo>
                            <a:cubicBezTo>
                              <a:pt x="153437" y="233369"/>
                              <a:pt x="153437" y="250021"/>
                              <a:pt x="153437" y="254778"/>
                            </a:cubicBezTo>
                            <a:cubicBezTo>
                              <a:pt x="153437" y="254778"/>
                              <a:pt x="153437" y="255968"/>
                              <a:pt x="153437" y="255968"/>
                            </a:cubicBezTo>
                            <a:lnTo>
                              <a:pt x="153437" y="255968"/>
                            </a:lnTo>
                            <a:cubicBezTo>
                              <a:pt x="153437" y="264294"/>
                              <a:pt x="159385" y="266673"/>
                              <a:pt x="160574" y="274999"/>
                            </a:cubicBezTo>
                            <a:cubicBezTo>
                              <a:pt x="162953" y="283325"/>
                              <a:pt x="160574" y="291651"/>
                              <a:pt x="159385" y="299977"/>
                            </a:cubicBezTo>
                            <a:cubicBezTo>
                              <a:pt x="158195" y="303545"/>
                              <a:pt x="158195" y="308303"/>
                              <a:pt x="157006" y="310682"/>
                            </a:cubicBezTo>
                            <a:cubicBezTo>
                              <a:pt x="155816" y="314250"/>
                              <a:pt x="151058" y="313061"/>
                              <a:pt x="152248" y="319008"/>
                            </a:cubicBezTo>
                            <a:cubicBezTo>
                              <a:pt x="143922" y="322576"/>
                              <a:pt x="137975" y="326145"/>
                              <a:pt x="130838" y="329713"/>
                            </a:cubicBezTo>
                            <a:cubicBezTo>
                              <a:pt x="127270" y="332092"/>
                              <a:pt x="122512" y="329713"/>
                              <a:pt x="123702" y="338039"/>
                            </a:cubicBezTo>
                            <a:cubicBezTo>
                              <a:pt x="124891" y="341607"/>
                              <a:pt x="127270" y="343986"/>
                              <a:pt x="130838" y="345176"/>
                            </a:cubicBezTo>
                            <a:cubicBezTo>
                              <a:pt x="133217" y="348744"/>
                              <a:pt x="133217" y="354691"/>
                              <a:pt x="136785" y="358259"/>
                            </a:cubicBezTo>
                            <a:cubicBezTo>
                              <a:pt x="129649" y="359449"/>
                              <a:pt x="128460" y="355880"/>
                              <a:pt x="123702" y="353501"/>
                            </a:cubicBezTo>
                            <a:cubicBezTo>
                              <a:pt x="117754" y="351123"/>
                              <a:pt x="116565" y="354691"/>
                              <a:pt x="110618" y="354691"/>
                            </a:cubicBezTo>
                            <a:cubicBezTo>
                              <a:pt x="103481" y="354691"/>
                              <a:pt x="103481" y="352312"/>
                              <a:pt x="97534" y="355880"/>
                            </a:cubicBezTo>
                            <a:cubicBezTo>
                              <a:pt x="93966" y="358259"/>
                              <a:pt x="91587" y="361828"/>
                              <a:pt x="88018" y="364207"/>
                            </a:cubicBezTo>
                            <a:cubicBezTo>
                              <a:pt x="88018" y="364207"/>
                              <a:pt x="88018" y="364207"/>
                              <a:pt x="88018" y="364207"/>
                            </a:cubicBezTo>
                            <a:cubicBezTo>
                              <a:pt x="91587" y="368964"/>
                              <a:pt x="88018" y="370154"/>
                              <a:pt x="93966" y="372532"/>
                            </a:cubicBezTo>
                            <a:cubicBezTo>
                              <a:pt x="97534" y="373722"/>
                              <a:pt x="104671" y="372532"/>
                              <a:pt x="108239" y="372532"/>
                            </a:cubicBezTo>
                            <a:cubicBezTo>
                              <a:pt x="108239" y="377290"/>
                              <a:pt x="105860" y="377290"/>
                              <a:pt x="103481" y="380859"/>
                            </a:cubicBezTo>
                            <a:cubicBezTo>
                              <a:pt x="102292" y="384427"/>
                              <a:pt x="99913" y="386806"/>
                              <a:pt x="99913" y="391563"/>
                            </a:cubicBezTo>
                            <a:cubicBezTo>
                              <a:pt x="98724" y="396321"/>
                              <a:pt x="97534" y="408216"/>
                              <a:pt x="101102" y="411784"/>
                            </a:cubicBezTo>
                            <a:cubicBezTo>
                              <a:pt x="98724" y="414163"/>
                              <a:pt x="97534" y="415352"/>
                              <a:pt x="93966" y="415352"/>
                            </a:cubicBezTo>
                            <a:cubicBezTo>
                              <a:pt x="93966" y="416542"/>
                              <a:pt x="93966" y="417731"/>
                              <a:pt x="93966" y="418920"/>
                            </a:cubicBezTo>
                            <a:cubicBezTo>
                              <a:pt x="98724" y="420110"/>
                              <a:pt x="103481" y="416542"/>
                              <a:pt x="107049" y="414163"/>
                            </a:cubicBezTo>
                            <a:cubicBezTo>
                              <a:pt x="108239" y="412973"/>
                              <a:pt x="110618" y="411784"/>
                              <a:pt x="112996" y="410595"/>
                            </a:cubicBezTo>
                            <a:cubicBezTo>
                              <a:pt x="114186" y="408216"/>
                              <a:pt x="112996" y="404647"/>
                              <a:pt x="114186" y="403458"/>
                            </a:cubicBezTo>
                            <a:cubicBezTo>
                              <a:pt x="116565" y="399890"/>
                              <a:pt x="122512" y="398700"/>
                              <a:pt x="126081" y="396321"/>
                            </a:cubicBezTo>
                            <a:cubicBezTo>
                              <a:pt x="129649" y="392753"/>
                              <a:pt x="129649" y="390374"/>
                              <a:pt x="133217" y="385616"/>
                            </a:cubicBezTo>
                            <a:cubicBezTo>
                              <a:pt x="136785" y="389184"/>
                              <a:pt x="137975" y="386806"/>
                              <a:pt x="139164" y="382048"/>
                            </a:cubicBezTo>
                            <a:cubicBezTo>
                              <a:pt x="148679" y="380859"/>
                              <a:pt x="135596" y="360638"/>
                              <a:pt x="148679" y="367775"/>
                            </a:cubicBezTo>
                            <a:cubicBezTo>
                              <a:pt x="149869" y="384427"/>
                              <a:pt x="173658" y="360638"/>
                              <a:pt x="180794" y="360638"/>
                            </a:cubicBezTo>
                            <a:cubicBezTo>
                              <a:pt x="183173" y="352312"/>
                              <a:pt x="192689" y="349933"/>
                              <a:pt x="198636" y="343986"/>
                            </a:cubicBezTo>
                            <a:cubicBezTo>
                              <a:pt x="199826" y="341607"/>
                              <a:pt x="205773" y="335660"/>
                              <a:pt x="205773" y="333281"/>
                            </a:cubicBezTo>
                            <a:cubicBezTo>
                              <a:pt x="206962" y="328524"/>
                              <a:pt x="201015" y="322576"/>
                              <a:pt x="206962" y="320197"/>
                            </a:cubicBezTo>
                            <a:cubicBezTo>
                              <a:pt x="206962" y="315440"/>
                              <a:pt x="204583" y="305924"/>
                              <a:pt x="211720" y="305924"/>
                            </a:cubicBezTo>
                            <a:cubicBezTo>
                              <a:pt x="209341" y="295219"/>
                              <a:pt x="204583" y="289272"/>
                              <a:pt x="203394" y="283325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75000"/>
                        </a:schemeClr>
                      </a:solidFill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82" name="Freeform 1181">
                        <a:extLst>
                          <a:ext uri="{FF2B5EF4-FFF2-40B4-BE49-F238E27FC236}">
                            <a16:creationId xmlns:a16="http://schemas.microsoft.com/office/drawing/2014/main" id="{F9169BF8-24B2-605F-7409-D920E6DB4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709" y="4141357"/>
                        <a:ext cx="7998" cy="12938"/>
                      </a:xfrm>
                      <a:custGeom>
                        <a:avLst/>
                        <a:gdLst>
                          <a:gd name="connsiteX0" fmla="*/ 4097 w 7998"/>
                          <a:gd name="connsiteY0" fmla="*/ 333 h 12938"/>
                          <a:gd name="connsiteX1" fmla="*/ 529 w 7998"/>
                          <a:gd name="connsiteY1" fmla="*/ 1523 h 12938"/>
                          <a:gd name="connsiteX2" fmla="*/ 529 w 7998"/>
                          <a:gd name="connsiteY2" fmla="*/ 3901 h 12938"/>
                          <a:gd name="connsiteX3" fmla="*/ 2908 w 7998"/>
                          <a:gd name="connsiteY3" fmla="*/ 9848 h 12938"/>
                          <a:gd name="connsiteX4" fmla="*/ 6476 w 7998"/>
                          <a:gd name="connsiteY4" fmla="*/ 12227 h 12938"/>
                          <a:gd name="connsiteX5" fmla="*/ 7666 w 7998"/>
                          <a:gd name="connsiteY5" fmla="*/ 6280 h 12938"/>
                          <a:gd name="connsiteX6" fmla="*/ 6476 w 7998"/>
                          <a:gd name="connsiteY6" fmla="*/ 2712 h 12938"/>
                          <a:gd name="connsiteX7" fmla="*/ 4097 w 7998"/>
                          <a:gd name="connsiteY7" fmla="*/ 333 h 1293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7998" h="12938">
                            <a:moveTo>
                              <a:pt x="4097" y="333"/>
                            </a:moveTo>
                            <a:cubicBezTo>
                              <a:pt x="2908" y="-856"/>
                              <a:pt x="1718" y="1523"/>
                              <a:pt x="529" y="1523"/>
                            </a:cubicBezTo>
                            <a:cubicBezTo>
                              <a:pt x="529" y="2712"/>
                              <a:pt x="-661" y="3901"/>
                              <a:pt x="529" y="3901"/>
                            </a:cubicBezTo>
                            <a:cubicBezTo>
                              <a:pt x="1718" y="3901"/>
                              <a:pt x="1718" y="6280"/>
                              <a:pt x="2908" y="9848"/>
                            </a:cubicBezTo>
                            <a:cubicBezTo>
                              <a:pt x="2908" y="13417"/>
                              <a:pt x="4097" y="13417"/>
                              <a:pt x="6476" y="12227"/>
                            </a:cubicBezTo>
                            <a:cubicBezTo>
                              <a:pt x="7666" y="12227"/>
                              <a:pt x="7666" y="7470"/>
                              <a:pt x="7666" y="6280"/>
                            </a:cubicBezTo>
                            <a:cubicBezTo>
                              <a:pt x="8855" y="5091"/>
                              <a:pt x="6476" y="2712"/>
                              <a:pt x="6476" y="2712"/>
                            </a:cubicBezTo>
                            <a:lnTo>
                              <a:pt x="4097" y="333"/>
                            </a:ln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183" name="Freeform 1182">
                      <a:extLst>
                        <a:ext uri="{FF2B5EF4-FFF2-40B4-BE49-F238E27FC236}">
                          <a16:creationId xmlns:a16="http://schemas.microsoft.com/office/drawing/2014/main" id="{C1A744AF-9BEC-1A12-5FF8-32C9530B17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5676" y="3393535"/>
                      <a:ext cx="361588" cy="395955"/>
                    </a:xfrm>
                    <a:custGeom>
                      <a:avLst/>
                      <a:gdLst>
                        <a:gd name="connsiteX0" fmla="*/ 361588 w 361588"/>
                        <a:gd name="connsiteY0" fmla="*/ 132027 h 395955"/>
                        <a:gd name="connsiteX1" fmla="*/ 350884 w 361588"/>
                        <a:gd name="connsiteY1" fmla="*/ 141543 h 395955"/>
                        <a:gd name="connsiteX2" fmla="*/ 335420 w 361588"/>
                        <a:gd name="connsiteY2" fmla="*/ 160574 h 395955"/>
                        <a:gd name="connsiteX3" fmla="*/ 334231 w 361588"/>
                        <a:gd name="connsiteY3" fmla="*/ 187931 h 395955"/>
                        <a:gd name="connsiteX4" fmla="*/ 325905 w 361588"/>
                        <a:gd name="connsiteY4" fmla="*/ 197446 h 395955"/>
                        <a:gd name="connsiteX5" fmla="*/ 327095 w 361588"/>
                        <a:gd name="connsiteY5" fmla="*/ 203393 h 395955"/>
                        <a:gd name="connsiteX6" fmla="*/ 323526 w 361588"/>
                        <a:gd name="connsiteY6" fmla="*/ 208151 h 395955"/>
                        <a:gd name="connsiteX7" fmla="*/ 315201 w 361588"/>
                        <a:gd name="connsiteY7" fmla="*/ 217667 h 395955"/>
                        <a:gd name="connsiteX8" fmla="*/ 310443 w 361588"/>
                        <a:gd name="connsiteY8" fmla="*/ 230751 h 395955"/>
                        <a:gd name="connsiteX9" fmla="*/ 293790 w 361588"/>
                        <a:gd name="connsiteY9" fmla="*/ 249782 h 395955"/>
                        <a:gd name="connsiteX10" fmla="*/ 275949 w 361588"/>
                        <a:gd name="connsiteY10" fmla="*/ 268812 h 395955"/>
                        <a:gd name="connsiteX11" fmla="*/ 256918 w 361588"/>
                        <a:gd name="connsiteY11" fmla="*/ 273570 h 395955"/>
                        <a:gd name="connsiteX12" fmla="*/ 242645 w 361588"/>
                        <a:gd name="connsiteY12" fmla="*/ 268812 h 395955"/>
                        <a:gd name="connsiteX13" fmla="*/ 231940 w 361588"/>
                        <a:gd name="connsiteY13" fmla="*/ 284275 h 395955"/>
                        <a:gd name="connsiteX14" fmla="*/ 223614 w 361588"/>
                        <a:gd name="connsiteY14" fmla="*/ 300927 h 395955"/>
                        <a:gd name="connsiteX15" fmla="*/ 245024 w 361588"/>
                        <a:gd name="connsiteY15" fmla="*/ 303306 h 395955"/>
                        <a:gd name="connsiteX16" fmla="*/ 247403 w 361588"/>
                        <a:gd name="connsiteY16" fmla="*/ 316390 h 395955"/>
                        <a:gd name="connsiteX17" fmla="*/ 249782 w 361588"/>
                        <a:gd name="connsiteY17" fmla="*/ 328284 h 395955"/>
                        <a:gd name="connsiteX18" fmla="*/ 262865 w 361588"/>
                        <a:gd name="connsiteY18" fmla="*/ 331852 h 395955"/>
                        <a:gd name="connsiteX19" fmla="*/ 265244 w 361588"/>
                        <a:gd name="connsiteY19" fmla="*/ 341368 h 395955"/>
                        <a:gd name="connsiteX20" fmla="*/ 272381 w 361588"/>
                        <a:gd name="connsiteY20" fmla="*/ 360399 h 395955"/>
                        <a:gd name="connsiteX21" fmla="*/ 272381 w 361588"/>
                        <a:gd name="connsiteY21" fmla="*/ 371104 h 395955"/>
                        <a:gd name="connsiteX22" fmla="*/ 262865 w 361588"/>
                        <a:gd name="connsiteY22" fmla="*/ 374672 h 395955"/>
                        <a:gd name="connsiteX23" fmla="*/ 261676 w 361588"/>
                        <a:gd name="connsiteY23" fmla="*/ 368725 h 395955"/>
                        <a:gd name="connsiteX24" fmla="*/ 242645 w 361588"/>
                        <a:gd name="connsiteY24" fmla="*/ 375861 h 395955"/>
                        <a:gd name="connsiteX25" fmla="*/ 217667 w 361588"/>
                        <a:gd name="connsiteY25" fmla="*/ 377051 h 395955"/>
                        <a:gd name="connsiteX26" fmla="*/ 208151 w 361588"/>
                        <a:gd name="connsiteY26" fmla="*/ 393703 h 395955"/>
                        <a:gd name="connsiteX27" fmla="*/ 203393 w 361588"/>
                        <a:gd name="connsiteY27" fmla="*/ 393703 h 395955"/>
                        <a:gd name="connsiteX28" fmla="*/ 196257 w 361588"/>
                        <a:gd name="connsiteY28" fmla="*/ 388945 h 395955"/>
                        <a:gd name="connsiteX29" fmla="*/ 185552 w 361588"/>
                        <a:gd name="connsiteY29" fmla="*/ 388945 h 395955"/>
                        <a:gd name="connsiteX30" fmla="*/ 178416 w 361588"/>
                        <a:gd name="connsiteY30" fmla="*/ 384188 h 395955"/>
                        <a:gd name="connsiteX31" fmla="*/ 179605 w 361588"/>
                        <a:gd name="connsiteY31" fmla="*/ 380619 h 395955"/>
                        <a:gd name="connsiteX32" fmla="*/ 177226 w 361588"/>
                        <a:gd name="connsiteY32" fmla="*/ 371104 h 395955"/>
                        <a:gd name="connsiteX33" fmla="*/ 171279 w 361588"/>
                        <a:gd name="connsiteY33" fmla="*/ 362778 h 395955"/>
                        <a:gd name="connsiteX34" fmla="*/ 167710 w 361588"/>
                        <a:gd name="connsiteY34" fmla="*/ 359209 h 395955"/>
                        <a:gd name="connsiteX35" fmla="*/ 165331 w 361588"/>
                        <a:gd name="connsiteY35" fmla="*/ 360399 h 395955"/>
                        <a:gd name="connsiteX36" fmla="*/ 160574 w 361588"/>
                        <a:gd name="connsiteY36" fmla="*/ 360399 h 395955"/>
                        <a:gd name="connsiteX37" fmla="*/ 153437 w 361588"/>
                        <a:gd name="connsiteY37" fmla="*/ 343747 h 395955"/>
                        <a:gd name="connsiteX38" fmla="*/ 134406 w 361588"/>
                        <a:gd name="connsiteY38" fmla="*/ 344936 h 395955"/>
                        <a:gd name="connsiteX39" fmla="*/ 129648 w 361588"/>
                        <a:gd name="connsiteY39" fmla="*/ 344936 h 395955"/>
                        <a:gd name="connsiteX40" fmla="*/ 123701 w 361588"/>
                        <a:gd name="connsiteY40" fmla="*/ 347315 h 395955"/>
                        <a:gd name="connsiteX41" fmla="*/ 117754 w 361588"/>
                        <a:gd name="connsiteY41" fmla="*/ 346125 h 395955"/>
                        <a:gd name="connsiteX42" fmla="*/ 110618 w 361588"/>
                        <a:gd name="connsiteY42" fmla="*/ 347315 h 395955"/>
                        <a:gd name="connsiteX43" fmla="*/ 105860 w 361588"/>
                        <a:gd name="connsiteY43" fmla="*/ 350884 h 395955"/>
                        <a:gd name="connsiteX44" fmla="*/ 99912 w 361588"/>
                        <a:gd name="connsiteY44" fmla="*/ 348505 h 395955"/>
                        <a:gd name="connsiteX45" fmla="*/ 93965 w 361588"/>
                        <a:gd name="connsiteY45" fmla="*/ 347315 h 395955"/>
                        <a:gd name="connsiteX46" fmla="*/ 91587 w 361588"/>
                        <a:gd name="connsiteY46" fmla="*/ 344936 h 395955"/>
                        <a:gd name="connsiteX47" fmla="*/ 90397 w 361588"/>
                        <a:gd name="connsiteY47" fmla="*/ 347315 h 395955"/>
                        <a:gd name="connsiteX48" fmla="*/ 83260 w 361588"/>
                        <a:gd name="connsiteY48" fmla="*/ 343747 h 395955"/>
                        <a:gd name="connsiteX49" fmla="*/ 78503 w 361588"/>
                        <a:gd name="connsiteY49" fmla="*/ 348505 h 395955"/>
                        <a:gd name="connsiteX50" fmla="*/ 66608 w 361588"/>
                        <a:gd name="connsiteY50" fmla="*/ 348505 h 395955"/>
                        <a:gd name="connsiteX51" fmla="*/ 55904 w 361588"/>
                        <a:gd name="connsiteY51" fmla="*/ 350884 h 395955"/>
                        <a:gd name="connsiteX52" fmla="*/ 49956 w 361588"/>
                        <a:gd name="connsiteY52" fmla="*/ 349694 h 395955"/>
                        <a:gd name="connsiteX53" fmla="*/ 42820 w 361588"/>
                        <a:gd name="connsiteY53" fmla="*/ 352073 h 395955"/>
                        <a:gd name="connsiteX54" fmla="*/ 38062 w 361588"/>
                        <a:gd name="connsiteY54" fmla="*/ 354452 h 395955"/>
                        <a:gd name="connsiteX55" fmla="*/ 35683 w 361588"/>
                        <a:gd name="connsiteY55" fmla="*/ 349694 h 395955"/>
                        <a:gd name="connsiteX56" fmla="*/ 32115 w 361588"/>
                        <a:gd name="connsiteY56" fmla="*/ 350884 h 395955"/>
                        <a:gd name="connsiteX57" fmla="*/ 32115 w 361588"/>
                        <a:gd name="connsiteY57" fmla="*/ 350884 h 395955"/>
                        <a:gd name="connsiteX58" fmla="*/ 32115 w 361588"/>
                        <a:gd name="connsiteY58" fmla="*/ 350884 h 395955"/>
                        <a:gd name="connsiteX59" fmla="*/ 33304 w 361588"/>
                        <a:gd name="connsiteY59" fmla="*/ 340178 h 395955"/>
                        <a:gd name="connsiteX60" fmla="*/ 32115 w 361588"/>
                        <a:gd name="connsiteY60" fmla="*/ 329473 h 395955"/>
                        <a:gd name="connsiteX61" fmla="*/ 35683 w 361588"/>
                        <a:gd name="connsiteY61" fmla="*/ 318769 h 395955"/>
                        <a:gd name="connsiteX62" fmla="*/ 42820 w 361588"/>
                        <a:gd name="connsiteY62" fmla="*/ 311632 h 395955"/>
                        <a:gd name="connsiteX63" fmla="*/ 47577 w 361588"/>
                        <a:gd name="connsiteY63" fmla="*/ 308064 h 395955"/>
                        <a:gd name="connsiteX64" fmla="*/ 54714 w 361588"/>
                        <a:gd name="connsiteY64" fmla="*/ 306874 h 395955"/>
                        <a:gd name="connsiteX65" fmla="*/ 61851 w 361588"/>
                        <a:gd name="connsiteY65" fmla="*/ 306874 h 395955"/>
                        <a:gd name="connsiteX66" fmla="*/ 67798 w 361588"/>
                        <a:gd name="connsiteY66" fmla="*/ 308064 h 395955"/>
                        <a:gd name="connsiteX67" fmla="*/ 70177 w 361588"/>
                        <a:gd name="connsiteY67" fmla="*/ 300927 h 395955"/>
                        <a:gd name="connsiteX68" fmla="*/ 68987 w 361588"/>
                        <a:gd name="connsiteY68" fmla="*/ 293790 h 395955"/>
                        <a:gd name="connsiteX69" fmla="*/ 63040 w 361588"/>
                        <a:gd name="connsiteY69" fmla="*/ 290222 h 395955"/>
                        <a:gd name="connsiteX70" fmla="*/ 55904 w 361588"/>
                        <a:gd name="connsiteY70" fmla="*/ 290222 h 395955"/>
                        <a:gd name="connsiteX71" fmla="*/ 53525 w 361588"/>
                        <a:gd name="connsiteY71" fmla="*/ 277138 h 395955"/>
                        <a:gd name="connsiteX72" fmla="*/ 52335 w 361588"/>
                        <a:gd name="connsiteY72" fmla="*/ 271191 h 395955"/>
                        <a:gd name="connsiteX73" fmla="*/ 52335 w 361588"/>
                        <a:gd name="connsiteY73" fmla="*/ 264055 h 395955"/>
                        <a:gd name="connsiteX74" fmla="*/ 46388 w 361588"/>
                        <a:gd name="connsiteY74" fmla="*/ 262865 h 395955"/>
                        <a:gd name="connsiteX75" fmla="*/ 41630 w 361588"/>
                        <a:gd name="connsiteY75" fmla="*/ 259297 h 395955"/>
                        <a:gd name="connsiteX76" fmla="*/ 29736 w 361588"/>
                        <a:gd name="connsiteY76" fmla="*/ 256918 h 395955"/>
                        <a:gd name="connsiteX77" fmla="*/ 20221 w 361588"/>
                        <a:gd name="connsiteY77" fmla="*/ 249782 h 395955"/>
                        <a:gd name="connsiteX78" fmla="*/ 13084 w 361588"/>
                        <a:gd name="connsiteY78" fmla="*/ 240266 h 395955"/>
                        <a:gd name="connsiteX79" fmla="*/ 5947 w 361588"/>
                        <a:gd name="connsiteY79" fmla="*/ 230751 h 395955"/>
                        <a:gd name="connsiteX80" fmla="*/ 0 w 361588"/>
                        <a:gd name="connsiteY80" fmla="*/ 220046 h 395955"/>
                        <a:gd name="connsiteX81" fmla="*/ 28546 w 361588"/>
                        <a:gd name="connsiteY81" fmla="*/ 228371 h 395955"/>
                        <a:gd name="connsiteX82" fmla="*/ 61851 w 361588"/>
                        <a:gd name="connsiteY82" fmla="*/ 229561 h 395955"/>
                        <a:gd name="connsiteX83" fmla="*/ 99912 w 361588"/>
                        <a:gd name="connsiteY83" fmla="*/ 221235 h 395955"/>
                        <a:gd name="connsiteX84" fmla="*/ 135596 w 361588"/>
                        <a:gd name="connsiteY84" fmla="*/ 211719 h 395955"/>
                        <a:gd name="connsiteX85" fmla="*/ 134406 w 361588"/>
                        <a:gd name="connsiteY85" fmla="*/ 208151 h 395955"/>
                        <a:gd name="connsiteX86" fmla="*/ 134406 w 361588"/>
                        <a:gd name="connsiteY86" fmla="*/ 184362 h 395955"/>
                        <a:gd name="connsiteX87" fmla="*/ 141543 w 361588"/>
                        <a:gd name="connsiteY87" fmla="*/ 177226 h 395955"/>
                        <a:gd name="connsiteX88" fmla="*/ 143922 w 361588"/>
                        <a:gd name="connsiteY88" fmla="*/ 172468 h 395955"/>
                        <a:gd name="connsiteX89" fmla="*/ 149869 w 361588"/>
                        <a:gd name="connsiteY89" fmla="*/ 172468 h 395955"/>
                        <a:gd name="connsiteX90" fmla="*/ 164142 w 361588"/>
                        <a:gd name="connsiteY90" fmla="*/ 165332 h 395955"/>
                        <a:gd name="connsiteX91" fmla="*/ 161763 w 361588"/>
                        <a:gd name="connsiteY91" fmla="*/ 164142 h 395955"/>
                        <a:gd name="connsiteX92" fmla="*/ 168900 w 361588"/>
                        <a:gd name="connsiteY92" fmla="*/ 157005 h 395955"/>
                        <a:gd name="connsiteX93" fmla="*/ 178416 w 361588"/>
                        <a:gd name="connsiteY93" fmla="*/ 154627 h 395955"/>
                        <a:gd name="connsiteX94" fmla="*/ 184363 w 361588"/>
                        <a:gd name="connsiteY94" fmla="*/ 155816 h 395955"/>
                        <a:gd name="connsiteX95" fmla="*/ 189120 w 361588"/>
                        <a:gd name="connsiteY95" fmla="*/ 153437 h 395955"/>
                        <a:gd name="connsiteX96" fmla="*/ 196257 w 361588"/>
                        <a:gd name="connsiteY96" fmla="*/ 159384 h 395955"/>
                        <a:gd name="connsiteX97" fmla="*/ 201014 w 361588"/>
                        <a:gd name="connsiteY97" fmla="*/ 152248 h 395955"/>
                        <a:gd name="connsiteX98" fmla="*/ 201014 w 361588"/>
                        <a:gd name="connsiteY98" fmla="*/ 141543 h 395955"/>
                        <a:gd name="connsiteX99" fmla="*/ 204583 w 361588"/>
                        <a:gd name="connsiteY99" fmla="*/ 121322 h 395955"/>
                        <a:gd name="connsiteX100" fmla="*/ 217667 w 361588"/>
                        <a:gd name="connsiteY100" fmla="*/ 112996 h 395955"/>
                        <a:gd name="connsiteX101" fmla="*/ 215288 w 361588"/>
                        <a:gd name="connsiteY101" fmla="*/ 97534 h 395955"/>
                        <a:gd name="connsiteX102" fmla="*/ 210530 w 361588"/>
                        <a:gd name="connsiteY102" fmla="*/ 88018 h 395955"/>
                        <a:gd name="connsiteX103" fmla="*/ 220046 w 361588"/>
                        <a:gd name="connsiteY103" fmla="*/ 86829 h 395955"/>
                        <a:gd name="connsiteX104" fmla="*/ 225993 w 361588"/>
                        <a:gd name="connsiteY104" fmla="*/ 89208 h 395955"/>
                        <a:gd name="connsiteX105" fmla="*/ 239077 w 361588"/>
                        <a:gd name="connsiteY105" fmla="*/ 79692 h 395955"/>
                        <a:gd name="connsiteX106" fmla="*/ 239077 w 361588"/>
                        <a:gd name="connsiteY106" fmla="*/ 71366 h 395955"/>
                        <a:gd name="connsiteX107" fmla="*/ 234318 w 361588"/>
                        <a:gd name="connsiteY107" fmla="*/ 64230 h 395955"/>
                        <a:gd name="connsiteX108" fmla="*/ 239077 w 361588"/>
                        <a:gd name="connsiteY108" fmla="*/ 57093 h 395955"/>
                        <a:gd name="connsiteX109" fmla="*/ 243835 w 361588"/>
                        <a:gd name="connsiteY109" fmla="*/ 49956 h 395955"/>
                        <a:gd name="connsiteX110" fmla="*/ 240266 w 361588"/>
                        <a:gd name="connsiteY110" fmla="*/ 33304 h 395955"/>
                        <a:gd name="connsiteX111" fmla="*/ 236698 w 361588"/>
                        <a:gd name="connsiteY111" fmla="*/ 17842 h 395955"/>
                        <a:gd name="connsiteX112" fmla="*/ 241456 w 361588"/>
                        <a:gd name="connsiteY112" fmla="*/ 10705 h 395955"/>
                        <a:gd name="connsiteX113" fmla="*/ 250971 w 361588"/>
                        <a:gd name="connsiteY113" fmla="*/ 8326 h 395955"/>
                        <a:gd name="connsiteX114" fmla="*/ 265244 w 361588"/>
                        <a:gd name="connsiteY114" fmla="*/ 0 h 395955"/>
                        <a:gd name="connsiteX115" fmla="*/ 274760 w 361588"/>
                        <a:gd name="connsiteY115" fmla="*/ 1190 h 395955"/>
                        <a:gd name="connsiteX116" fmla="*/ 278328 w 361588"/>
                        <a:gd name="connsiteY116" fmla="*/ 2379 h 395955"/>
                        <a:gd name="connsiteX117" fmla="*/ 278328 w 361588"/>
                        <a:gd name="connsiteY117" fmla="*/ 5947 h 395955"/>
                        <a:gd name="connsiteX118" fmla="*/ 268812 w 361588"/>
                        <a:gd name="connsiteY118" fmla="*/ 14273 h 395955"/>
                        <a:gd name="connsiteX119" fmla="*/ 266433 w 361588"/>
                        <a:gd name="connsiteY119" fmla="*/ 20220 h 395955"/>
                        <a:gd name="connsiteX120" fmla="*/ 268812 w 361588"/>
                        <a:gd name="connsiteY120" fmla="*/ 27357 h 395955"/>
                        <a:gd name="connsiteX121" fmla="*/ 281896 w 361588"/>
                        <a:gd name="connsiteY121" fmla="*/ 28547 h 395955"/>
                        <a:gd name="connsiteX122" fmla="*/ 285465 w 361588"/>
                        <a:gd name="connsiteY122" fmla="*/ 34494 h 395955"/>
                        <a:gd name="connsiteX123" fmla="*/ 290222 w 361588"/>
                        <a:gd name="connsiteY123" fmla="*/ 38062 h 395955"/>
                        <a:gd name="connsiteX124" fmla="*/ 298548 w 361588"/>
                        <a:gd name="connsiteY124" fmla="*/ 44009 h 395955"/>
                        <a:gd name="connsiteX125" fmla="*/ 300927 w 361588"/>
                        <a:gd name="connsiteY125" fmla="*/ 48767 h 395955"/>
                        <a:gd name="connsiteX126" fmla="*/ 308064 w 361588"/>
                        <a:gd name="connsiteY126" fmla="*/ 49956 h 395955"/>
                        <a:gd name="connsiteX127" fmla="*/ 308064 w 361588"/>
                        <a:gd name="connsiteY127" fmla="*/ 57093 h 395955"/>
                        <a:gd name="connsiteX128" fmla="*/ 302116 w 361588"/>
                        <a:gd name="connsiteY128" fmla="*/ 60661 h 395955"/>
                        <a:gd name="connsiteX129" fmla="*/ 299737 w 361588"/>
                        <a:gd name="connsiteY129" fmla="*/ 66608 h 395955"/>
                        <a:gd name="connsiteX130" fmla="*/ 297359 w 361588"/>
                        <a:gd name="connsiteY130" fmla="*/ 72556 h 395955"/>
                        <a:gd name="connsiteX131" fmla="*/ 300927 w 361588"/>
                        <a:gd name="connsiteY131" fmla="*/ 85639 h 395955"/>
                        <a:gd name="connsiteX132" fmla="*/ 303306 w 361588"/>
                        <a:gd name="connsiteY132" fmla="*/ 91586 h 395955"/>
                        <a:gd name="connsiteX133" fmla="*/ 304495 w 361588"/>
                        <a:gd name="connsiteY133" fmla="*/ 98723 h 395955"/>
                        <a:gd name="connsiteX134" fmla="*/ 305685 w 361588"/>
                        <a:gd name="connsiteY134" fmla="*/ 105860 h 395955"/>
                        <a:gd name="connsiteX135" fmla="*/ 309253 w 361588"/>
                        <a:gd name="connsiteY135" fmla="*/ 110617 h 395955"/>
                        <a:gd name="connsiteX136" fmla="*/ 321148 w 361588"/>
                        <a:gd name="connsiteY136" fmla="*/ 117754 h 395955"/>
                        <a:gd name="connsiteX137" fmla="*/ 334231 w 361588"/>
                        <a:gd name="connsiteY137" fmla="*/ 122512 h 395955"/>
                        <a:gd name="connsiteX138" fmla="*/ 343747 w 361588"/>
                        <a:gd name="connsiteY138" fmla="*/ 130838 h 395955"/>
                        <a:gd name="connsiteX139" fmla="*/ 355641 w 361588"/>
                        <a:gd name="connsiteY139" fmla="*/ 128459 h 395955"/>
                        <a:gd name="connsiteX140" fmla="*/ 361588 w 361588"/>
                        <a:gd name="connsiteY140" fmla="*/ 132027 h 3959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</a:cxnLst>
                      <a:rect l="l" t="t" r="r" b="b"/>
                      <a:pathLst>
                        <a:path w="361588" h="395955">
                          <a:moveTo>
                            <a:pt x="361588" y="132027"/>
                          </a:moveTo>
                          <a:cubicBezTo>
                            <a:pt x="358020" y="135596"/>
                            <a:pt x="355641" y="139164"/>
                            <a:pt x="350884" y="141543"/>
                          </a:cubicBezTo>
                          <a:cubicBezTo>
                            <a:pt x="342558" y="145111"/>
                            <a:pt x="333042" y="149869"/>
                            <a:pt x="335420" y="160574"/>
                          </a:cubicBezTo>
                          <a:cubicBezTo>
                            <a:pt x="337799" y="171279"/>
                            <a:pt x="340178" y="178415"/>
                            <a:pt x="334231" y="187931"/>
                          </a:cubicBezTo>
                          <a:cubicBezTo>
                            <a:pt x="331852" y="191499"/>
                            <a:pt x="327095" y="193878"/>
                            <a:pt x="325905" y="197446"/>
                          </a:cubicBezTo>
                          <a:cubicBezTo>
                            <a:pt x="325905" y="198636"/>
                            <a:pt x="327095" y="202204"/>
                            <a:pt x="327095" y="203393"/>
                          </a:cubicBezTo>
                          <a:cubicBezTo>
                            <a:pt x="327095" y="204583"/>
                            <a:pt x="324716" y="206962"/>
                            <a:pt x="323526" y="208151"/>
                          </a:cubicBezTo>
                          <a:cubicBezTo>
                            <a:pt x="321148" y="211719"/>
                            <a:pt x="317579" y="215288"/>
                            <a:pt x="315201" y="217667"/>
                          </a:cubicBezTo>
                          <a:cubicBezTo>
                            <a:pt x="311632" y="221235"/>
                            <a:pt x="311632" y="225993"/>
                            <a:pt x="310443" y="230751"/>
                          </a:cubicBezTo>
                          <a:cubicBezTo>
                            <a:pt x="306874" y="239076"/>
                            <a:pt x="297359" y="241455"/>
                            <a:pt x="293790" y="249782"/>
                          </a:cubicBezTo>
                          <a:cubicBezTo>
                            <a:pt x="289033" y="261676"/>
                            <a:pt x="289033" y="265244"/>
                            <a:pt x="275949" y="268812"/>
                          </a:cubicBezTo>
                          <a:cubicBezTo>
                            <a:pt x="270002" y="270002"/>
                            <a:pt x="262865" y="274759"/>
                            <a:pt x="256918" y="273570"/>
                          </a:cubicBezTo>
                          <a:cubicBezTo>
                            <a:pt x="255729" y="266434"/>
                            <a:pt x="248592" y="264055"/>
                            <a:pt x="242645" y="268812"/>
                          </a:cubicBezTo>
                          <a:cubicBezTo>
                            <a:pt x="239077" y="272381"/>
                            <a:pt x="235508" y="279517"/>
                            <a:pt x="231940" y="284275"/>
                          </a:cubicBezTo>
                          <a:cubicBezTo>
                            <a:pt x="229561" y="286654"/>
                            <a:pt x="222424" y="297359"/>
                            <a:pt x="223614" y="300927"/>
                          </a:cubicBezTo>
                          <a:cubicBezTo>
                            <a:pt x="225993" y="305685"/>
                            <a:pt x="240266" y="302117"/>
                            <a:pt x="245024" y="303306"/>
                          </a:cubicBezTo>
                          <a:cubicBezTo>
                            <a:pt x="245024" y="308064"/>
                            <a:pt x="246213" y="311632"/>
                            <a:pt x="247403" y="316390"/>
                          </a:cubicBezTo>
                          <a:cubicBezTo>
                            <a:pt x="247403" y="321148"/>
                            <a:pt x="246213" y="324716"/>
                            <a:pt x="249782" y="328284"/>
                          </a:cubicBezTo>
                          <a:cubicBezTo>
                            <a:pt x="253350" y="333042"/>
                            <a:pt x="258107" y="329473"/>
                            <a:pt x="262865" y="331852"/>
                          </a:cubicBezTo>
                          <a:cubicBezTo>
                            <a:pt x="267623" y="334231"/>
                            <a:pt x="266433" y="336610"/>
                            <a:pt x="265244" y="341368"/>
                          </a:cubicBezTo>
                          <a:cubicBezTo>
                            <a:pt x="270002" y="342557"/>
                            <a:pt x="271191" y="355641"/>
                            <a:pt x="272381" y="360399"/>
                          </a:cubicBezTo>
                          <a:cubicBezTo>
                            <a:pt x="273570" y="363967"/>
                            <a:pt x="275949" y="367536"/>
                            <a:pt x="272381" y="371104"/>
                          </a:cubicBezTo>
                          <a:cubicBezTo>
                            <a:pt x="270002" y="373483"/>
                            <a:pt x="265244" y="372293"/>
                            <a:pt x="262865" y="374672"/>
                          </a:cubicBezTo>
                          <a:cubicBezTo>
                            <a:pt x="260486" y="373483"/>
                            <a:pt x="260486" y="371104"/>
                            <a:pt x="261676" y="368725"/>
                          </a:cubicBezTo>
                          <a:cubicBezTo>
                            <a:pt x="256918" y="368725"/>
                            <a:pt x="248592" y="374672"/>
                            <a:pt x="242645" y="375861"/>
                          </a:cubicBezTo>
                          <a:cubicBezTo>
                            <a:pt x="234318" y="377051"/>
                            <a:pt x="225993" y="375861"/>
                            <a:pt x="217667" y="377051"/>
                          </a:cubicBezTo>
                          <a:cubicBezTo>
                            <a:pt x="216477" y="384188"/>
                            <a:pt x="206962" y="386567"/>
                            <a:pt x="208151" y="393703"/>
                          </a:cubicBezTo>
                          <a:cubicBezTo>
                            <a:pt x="206962" y="396082"/>
                            <a:pt x="205772" y="397271"/>
                            <a:pt x="203393" y="393703"/>
                          </a:cubicBezTo>
                          <a:cubicBezTo>
                            <a:pt x="201014" y="391324"/>
                            <a:pt x="198635" y="390135"/>
                            <a:pt x="196257" y="388945"/>
                          </a:cubicBezTo>
                          <a:cubicBezTo>
                            <a:pt x="192688" y="388945"/>
                            <a:pt x="189120" y="390135"/>
                            <a:pt x="185552" y="388945"/>
                          </a:cubicBezTo>
                          <a:cubicBezTo>
                            <a:pt x="181984" y="387756"/>
                            <a:pt x="181984" y="382998"/>
                            <a:pt x="178416" y="384188"/>
                          </a:cubicBezTo>
                          <a:cubicBezTo>
                            <a:pt x="178416" y="382998"/>
                            <a:pt x="178416" y="381809"/>
                            <a:pt x="179605" y="380619"/>
                          </a:cubicBezTo>
                          <a:cubicBezTo>
                            <a:pt x="178416" y="377051"/>
                            <a:pt x="177226" y="374672"/>
                            <a:pt x="177226" y="371104"/>
                          </a:cubicBezTo>
                          <a:cubicBezTo>
                            <a:pt x="177226" y="367536"/>
                            <a:pt x="174847" y="365157"/>
                            <a:pt x="171279" y="362778"/>
                          </a:cubicBezTo>
                          <a:cubicBezTo>
                            <a:pt x="171279" y="359209"/>
                            <a:pt x="171279" y="356831"/>
                            <a:pt x="167710" y="359209"/>
                          </a:cubicBezTo>
                          <a:cubicBezTo>
                            <a:pt x="166521" y="359209"/>
                            <a:pt x="166521" y="360399"/>
                            <a:pt x="165331" y="360399"/>
                          </a:cubicBezTo>
                          <a:cubicBezTo>
                            <a:pt x="164142" y="360399"/>
                            <a:pt x="161763" y="360399"/>
                            <a:pt x="160574" y="360399"/>
                          </a:cubicBezTo>
                          <a:cubicBezTo>
                            <a:pt x="162952" y="354452"/>
                            <a:pt x="159384" y="346125"/>
                            <a:pt x="153437" y="343747"/>
                          </a:cubicBezTo>
                          <a:cubicBezTo>
                            <a:pt x="146301" y="341368"/>
                            <a:pt x="140354" y="348505"/>
                            <a:pt x="134406" y="344936"/>
                          </a:cubicBezTo>
                          <a:cubicBezTo>
                            <a:pt x="130838" y="343747"/>
                            <a:pt x="133217" y="342557"/>
                            <a:pt x="129648" y="344936"/>
                          </a:cubicBezTo>
                          <a:cubicBezTo>
                            <a:pt x="128459" y="346125"/>
                            <a:pt x="126080" y="347315"/>
                            <a:pt x="123701" y="347315"/>
                          </a:cubicBezTo>
                          <a:cubicBezTo>
                            <a:pt x="121323" y="348505"/>
                            <a:pt x="120133" y="346125"/>
                            <a:pt x="117754" y="346125"/>
                          </a:cubicBezTo>
                          <a:cubicBezTo>
                            <a:pt x="115375" y="346125"/>
                            <a:pt x="112996" y="346125"/>
                            <a:pt x="110618" y="347315"/>
                          </a:cubicBezTo>
                          <a:cubicBezTo>
                            <a:pt x="109428" y="348505"/>
                            <a:pt x="107049" y="350884"/>
                            <a:pt x="105860" y="350884"/>
                          </a:cubicBezTo>
                          <a:cubicBezTo>
                            <a:pt x="103481" y="352073"/>
                            <a:pt x="101102" y="349694"/>
                            <a:pt x="99912" y="348505"/>
                          </a:cubicBezTo>
                          <a:cubicBezTo>
                            <a:pt x="97534" y="347315"/>
                            <a:pt x="95155" y="348505"/>
                            <a:pt x="93965" y="347315"/>
                          </a:cubicBezTo>
                          <a:cubicBezTo>
                            <a:pt x="92776" y="346125"/>
                            <a:pt x="93965" y="344936"/>
                            <a:pt x="91587" y="344936"/>
                          </a:cubicBezTo>
                          <a:cubicBezTo>
                            <a:pt x="90397" y="344936"/>
                            <a:pt x="90397" y="346125"/>
                            <a:pt x="90397" y="347315"/>
                          </a:cubicBezTo>
                          <a:cubicBezTo>
                            <a:pt x="86829" y="348505"/>
                            <a:pt x="86829" y="344936"/>
                            <a:pt x="83260" y="343747"/>
                          </a:cubicBezTo>
                          <a:cubicBezTo>
                            <a:pt x="79692" y="343747"/>
                            <a:pt x="79692" y="346125"/>
                            <a:pt x="78503" y="348505"/>
                          </a:cubicBezTo>
                          <a:cubicBezTo>
                            <a:pt x="74935" y="348505"/>
                            <a:pt x="71366" y="348505"/>
                            <a:pt x="66608" y="348505"/>
                          </a:cubicBezTo>
                          <a:cubicBezTo>
                            <a:pt x="63040" y="348505"/>
                            <a:pt x="58282" y="347315"/>
                            <a:pt x="55904" y="350884"/>
                          </a:cubicBezTo>
                          <a:cubicBezTo>
                            <a:pt x="53525" y="350884"/>
                            <a:pt x="52335" y="349694"/>
                            <a:pt x="49956" y="349694"/>
                          </a:cubicBezTo>
                          <a:cubicBezTo>
                            <a:pt x="47577" y="349694"/>
                            <a:pt x="45199" y="350884"/>
                            <a:pt x="42820" y="352073"/>
                          </a:cubicBezTo>
                          <a:cubicBezTo>
                            <a:pt x="41630" y="353262"/>
                            <a:pt x="40441" y="355641"/>
                            <a:pt x="38062" y="354452"/>
                          </a:cubicBezTo>
                          <a:cubicBezTo>
                            <a:pt x="35683" y="353262"/>
                            <a:pt x="36873" y="350884"/>
                            <a:pt x="35683" y="349694"/>
                          </a:cubicBezTo>
                          <a:cubicBezTo>
                            <a:pt x="34494" y="349694"/>
                            <a:pt x="33304" y="349694"/>
                            <a:pt x="32115" y="350884"/>
                          </a:cubicBezTo>
                          <a:cubicBezTo>
                            <a:pt x="32115" y="350884"/>
                            <a:pt x="32115" y="350884"/>
                            <a:pt x="32115" y="350884"/>
                          </a:cubicBezTo>
                          <a:cubicBezTo>
                            <a:pt x="32115" y="350884"/>
                            <a:pt x="32115" y="350884"/>
                            <a:pt x="32115" y="350884"/>
                          </a:cubicBezTo>
                          <a:cubicBezTo>
                            <a:pt x="32115" y="347315"/>
                            <a:pt x="33304" y="344936"/>
                            <a:pt x="33304" y="340178"/>
                          </a:cubicBezTo>
                          <a:cubicBezTo>
                            <a:pt x="33304" y="336610"/>
                            <a:pt x="30925" y="333042"/>
                            <a:pt x="32115" y="329473"/>
                          </a:cubicBezTo>
                          <a:cubicBezTo>
                            <a:pt x="35683" y="327095"/>
                            <a:pt x="33304" y="322337"/>
                            <a:pt x="35683" y="318769"/>
                          </a:cubicBezTo>
                          <a:cubicBezTo>
                            <a:pt x="38062" y="314011"/>
                            <a:pt x="39252" y="314011"/>
                            <a:pt x="42820" y="311632"/>
                          </a:cubicBezTo>
                          <a:cubicBezTo>
                            <a:pt x="45199" y="310442"/>
                            <a:pt x="46388" y="308064"/>
                            <a:pt x="47577" y="308064"/>
                          </a:cubicBezTo>
                          <a:cubicBezTo>
                            <a:pt x="49956" y="306874"/>
                            <a:pt x="52335" y="306874"/>
                            <a:pt x="54714" y="306874"/>
                          </a:cubicBezTo>
                          <a:cubicBezTo>
                            <a:pt x="57093" y="305685"/>
                            <a:pt x="59472" y="305685"/>
                            <a:pt x="61851" y="306874"/>
                          </a:cubicBezTo>
                          <a:cubicBezTo>
                            <a:pt x="64229" y="308064"/>
                            <a:pt x="64229" y="310442"/>
                            <a:pt x="67798" y="308064"/>
                          </a:cubicBezTo>
                          <a:cubicBezTo>
                            <a:pt x="70177" y="306874"/>
                            <a:pt x="70177" y="303306"/>
                            <a:pt x="70177" y="300927"/>
                          </a:cubicBezTo>
                          <a:cubicBezTo>
                            <a:pt x="70177" y="299738"/>
                            <a:pt x="70177" y="294980"/>
                            <a:pt x="68987" y="293790"/>
                          </a:cubicBezTo>
                          <a:cubicBezTo>
                            <a:pt x="68987" y="292601"/>
                            <a:pt x="64229" y="291412"/>
                            <a:pt x="63040" y="290222"/>
                          </a:cubicBezTo>
                          <a:cubicBezTo>
                            <a:pt x="60661" y="289033"/>
                            <a:pt x="58282" y="290222"/>
                            <a:pt x="55904" y="290222"/>
                          </a:cubicBezTo>
                          <a:cubicBezTo>
                            <a:pt x="53525" y="286654"/>
                            <a:pt x="54714" y="281896"/>
                            <a:pt x="53525" y="277138"/>
                          </a:cubicBezTo>
                          <a:cubicBezTo>
                            <a:pt x="53525" y="274759"/>
                            <a:pt x="52335" y="273570"/>
                            <a:pt x="52335" y="271191"/>
                          </a:cubicBezTo>
                          <a:cubicBezTo>
                            <a:pt x="52335" y="270002"/>
                            <a:pt x="53525" y="265244"/>
                            <a:pt x="52335" y="264055"/>
                          </a:cubicBezTo>
                          <a:cubicBezTo>
                            <a:pt x="51146" y="262865"/>
                            <a:pt x="47577" y="262865"/>
                            <a:pt x="46388" y="262865"/>
                          </a:cubicBezTo>
                          <a:cubicBezTo>
                            <a:pt x="45199" y="261676"/>
                            <a:pt x="44009" y="260486"/>
                            <a:pt x="41630" y="259297"/>
                          </a:cubicBezTo>
                          <a:cubicBezTo>
                            <a:pt x="38062" y="256918"/>
                            <a:pt x="33304" y="259297"/>
                            <a:pt x="29736" y="256918"/>
                          </a:cubicBezTo>
                          <a:cubicBezTo>
                            <a:pt x="28546" y="252160"/>
                            <a:pt x="22599" y="253350"/>
                            <a:pt x="20221" y="249782"/>
                          </a:cubicBezTo>
                          <a:cubicBezTo>
                            <a:pt x="17842" y="247403"/>
                            <a:pt x="15463" y="242645"/>
                            <a:pt x="13084" y="240266"/>
                          </a:cubicBezTo>
                          <a:cubicBezTo>
                            <a:pt x="10705" y="236698"/>
                            <a:pt x="9516" y="234319"/>
                            <a:pt x="5947" y="230751"/>
                          </a:cubicBezTo>
                          <a:cubicBezTo>
                            <a:pt x="3569" y="228371"/>
                            <a:pt x="0" y="223614"/>
                            <a:pt x="0" y="220046"/>
                          </a:cubicBezTo>
                          <a:cubicBezTo>
                            <a:pt x="9516" y="222424"/>
                            <a:pt x="19031" y="225993"/>
                            <a:pt x="28546" y="228371"/>
                          </a:cubicBezTo>
                          <a:cubicBezTo>
                            <a:pt x="38062" y="230751"/>
                            <a:pt x="51146" y="229561"/>
                            <a:pt x="61851" y="229561"/>
                          </a:cubicBezTo>
                          <a:cubicBezTo>
                            <a:pt x="74935" y="228371"/>
                            <a:pt x="86829" y="221235"/>
                            <a:pt x="99912" y="221235"/>
                          </a:cubicBezTo>
                          <a:cubicBezTo>
                            <a:pt x="107049" y="221235"/>
                            <a:pt x="137975" y="223614"/>
                            <a:pt x="135596" y="211719"/>
                          </a:cubicBezTo>
                          <a:cubicBezTo>
                            <a:pt x="135596" y="211719"/>
                            <a:pt x="135596" y="209341"/>
                            <a:pt x="134406" y="208151"/>
                          </a:cubicBezTo>
                          <a:cubicBezTo>
                            <a:pt x="133217" y="201015"/>
                            <a:pt x="130838" y="190310"/>
                            <a:pt x="134406" y="184362"/>
                          </a:cubicBezTo>
                          <a:cubicBezTo>
                            <a:pt x="135596" y="180794"/>
                            <a:pt x="139164" y="179605"/>
                            <a:pt x="141543" y="177226"/>
                          </a:cubicBezTo>
                          <a:cubicBezTo>
                            <a:pt x="142733" y="176036"/>
                            <a:pt x="142733" y="173658"/>
                            <a:pt x="143922" y="172468"/>
                          </a:cubicBezTo>
                          <a:cubicBezTo>
                            <a:pt x="145111" y="172468"/>
                            <a:pt x="148680" y="172468"/>
                            <a:pt x="149869" y="172468"/>
                          </a:cubicBezTo>
                          <a:cubicBezTo>
                            <a:pt x="151058" y="176036"/>
                            <a:pt x="164142" y="168900"/>
                            <a:pt x="164142" y="165332"/>
                          </a:cubicBezTo>
                          <a:cubicBezTo>
                            <a:pt x="162952" y="165332"/>
                            <a:pt x="162952" y="164142"/>
                            <a:pt x="161763" y="164142"/>
                          </a:cubicBezTo>
                          <a:cubicBezTo>
                            <a:pt x="164142" y="161763"/>
                            <a:pt x="166521" y="159384"/>
                            <a:pt x="168900" y="157005"/>
                          </a:cubicBezTo>
                          <a:cubicBezTo>
                            <a:pt x="172468" y="153437"/>
                            <a:pt x="173658" y="153437"/>
                            <a:pt x="178416" y="154627"/>
                          </a:cubicBezTo>
                          <a:cubicBezTo>
                            <a:pt x="179605" y="154627"/>
                            <a:pt x="183173" y="155816"/>
                            <a:pt x="184363" y="155816"/>
                          </a:cubicBezTo>
                          <a:cubicBezTo>
                            <a:pt x="186741" y="155816"/>
                            <a:pt x="186741" y="153437"/>
                            <a:pt x="189120" y="153437"/>
                          </a:cubicBezTo>
                          <a:cubicBezTo>
                            <a:pt x="193878" y="152248"/>
                            <a:pt x="192688" y="157005"/>
                            <a:pt x="196257" y="159384"/>
                          </a:cubicBezTo>
                          <a:cubicBezTo>
                            <a:pt x="197446" y="157005"/>
                            <a:pt x="199825" y="154627"/>
                            <a:pt x="201014" y="152248"/>
                          </a:cubicBezTo>
                          <a:cubicBezTo>
                            <a:pt x="202204" y="148679"/>
                            <a:pt x="201014" y="145111"/>
                            <a:pt x="201014" y="141543"/>
                          </a:cubicBezTo>
                          <a:cubicBezTo>
                            <a:pt x="201014" y="134406"/>
                            <a:pt x="203393" y="128459"/>
                            <a:pt x="204583" y="121322"/>
                          </a:cubicBezTo>
                          <a:cubicBezTo>
                            <a:pt x="205772" y="112996"/>
                            <a:pt x="211720" y="116565"/>
                            <a:pt x="217667" y="112996"/>
                          </a:cubicBezTo>
                          <a:cubicBezTo>
                            <a:pt x="223614" y="109428"/>
                            <a:pt x="217667" y="102291"/>
                            <a:pt x="215288" y="97534"/>
                          </a:cubicBezTo>
                          <a:cubicBezTo>
                            <a:pt x="211720" y="97534"/>
                            <a:pt x="209341" y="91586"/>
                            <a:pt x="210530" y="88018"/>
                          </a:cubicBezTo>
                          <a:cubicBezTo>
                            <a:pt x="211720" y="84450"/>
                            <a:pt x="216477" y="85639"/>
                            <a:pt x="220046" y="86829"/>
                          </a:cubicBezTo>
                          <a:cubicBezTo>
                            <a:pt x="221235" y="89208"/>
                            <a:pt x="223614" y="89208"/>
                            <a:pt x="225993" y="89208"/>
                          </a:cubicBezTo>
                          <a:cubicBezTo>
                            <a:pt x="234318" y="89208"/>
                            <a:pt x="236698" y="86829"/>
                            <a:pt x="239077" y="79692"/>
                          </a:cubicBezTo>
                          <a:cubicBezTo>
                            <a:pt x="240266" y="76124"/>
                            <a:pt x="241456" y="74934"/>
                            <a:pt x="239077" y="71366"/>
                          </a:cubicBezTo>
                          <a:cubicBezTo>
                            <a:pt x="237887" y="68987"/>
                            <a:pt x="234318" y="67798"/>
                            <a:pt x="234318" y="64230"/>
                          </a:cubicBezTo>
                          <a:cubicBezTo>
                            <a:pt x="234318" y="61851"/>
                            <a:pt x="237887" y="59472"/>
                            <a:pt x="239077" y="57093"/>
                          </a:cubicBezTo>
                          <a:cubicBezTo>
                            <a:pt x="241456" y="54714"/>
                            <a:pt x="242645" y="52335"/>
                            <a:pt x="243835" y="49956"/>
                          </a:cubicBezTo>
                          <a:cubicBezTo>
                            <a:pt x="246213" y="44009"/>
                            <a:pt x="243835" y="39251"/>
                            <a:pt x="240266" y="33304"/>
                          </a:cubicBezTo>
                          <a:cubicBezTo>
                            <a:pt x="236698" y="28547"/>
                            <a:pt x="233129" y="23789"/>
                            <a:pt x="236698" y="17842"/>
                          </a:cubicBezTo>
                          <a:cubicBezTo>
                            <a:pt x="237887" y="16652"/>
                            <a:pt x="240266" y="11894"/>
                            <a:pt x="241456" y="10705"/>
                          </a:cubicBezTo>
                          <a:cubicBezTo>
                            <a:pt x="245024" y="9516"/>
                            <a:pt x="247403" y="10705"/>
                            <a:pt x="250971" y="8326"/>
                          </a:cubicBezTo>
                          <a:cubicBezTo>
                            <a:pt x="254539" y="4758"/>
                            <a:pt x="259297" y="0"/>
                            <a:pt x="265244" y="0"/>
                          </a:cubicBezTo>
                          <a:cubicBezTo>
                            <a:pt x="268812" y="0"/>
                            <a:pt x="271191" y="1190"/>
                            <a:pt x="274760" y="1190"/>
                          </a:cubicBezTo>
                          <a:cubicBezTo>
                            <a:pt x="277139" y="1190"/>
                            <a:pt x="277139" y="1190"/>
                            <a:pt x="278328" y="2379"/>
                          </a:cubicBezTo>
                          <a:cubicBezTo>
                            <a:pt x="278328" y="3568"/>
                            <a:pt x="278328" y="4758"/>
                            <a:pt x="278328" y="5947"/>
                          </a:cubicBezTo>
                          <a:cubicBezTo>
                            <a:pt x="275949" y="9516"/>
                            <a:pt x="272381" y="11894"/>
                            <a:pt x="268812" y="14273"/>
                          </a:cubicBezTo>
                          <a:cubicBezTo>
                            <a:pt x="266433" y="16652"/>
                            <a:pt x="266433" y="16652"/>
                            <a:pt x="266433" y="20220"/>
                          </a:cubicBezTo>
                          <a:cubicBezTo>
                            <a:pt x="266433" y="22599"/>
                            <a:pt x="267623" y="24978"/>
                            <a:pt x="268812" y="27357"/>
                          </a:cubicBezTo>
                          <a:cubicBezTo>
                            <a:pt x="272381" y="30925"/>
                            <a:pt x="278328" y="24978"/>
                            <a:pt x="281896" y="28547"/>
                          </a:cubicBezTo>
                          <a:cubicBezTo>
                            <a:pt x="283086" y="29736"/>
                            <a:pt x="284275" y="32115"/>
                            <a:pt x="285465" y="34494"/>
                          </a:cubicBezTo>
                          <a:cubicBezTo>
                            <a:pt x="286654" y="35683"/>
                            <a:pt x="289033" y="36873"/>
                            <a:pt x="290222" y="38062"/>
                          </a:cubicBezTo>
                          <a:cubicBezTo>
                            <a:pt x="292601" y="39251"/>
                            <a:pt x="297359" y="41630"/>
                            <a:pt x="298548" y="44009"/>
                          </a:cubicBezTo>
                          <a:cubicBezTo>
                            <a:pt x="299737" y="45199"/>
                            <a:pt x="298548" y="47577"/>
                            <a:pt x="300927" y="48767"/>
                          </a:cubicBezTo>
                          <a:cubicBezTo>
                            <a:pt x="302116" y="49956"/>
                            <a:pt x="305685" y="49956"/>
                            <a:pt x="308064" y="49956"/>
                          </a:cubicBezTo>
                          <a:cubicBezTo>
                            <a:pt x="308064" y="52335"/>
                            <a:pt x="309253" y="54714"/>
                            <a:pt x="308064" y="57093"/>
                          </a:cubicBezTo>
                          <a:cubicBezTo>
                            <a:pt x="306874" y="59472"/>
                            <a:pt x="304495" y="59472"/>
                            <a:pt x="302116" y="60661"/>
                          </a:cubicBezTo>
                          <a:cubicBezTo>
                            <a:pt x="300927" y="61851"/>
                            <a:pt x="300927" y="64230"/>
                            <a:pt x="299737" y="66608"/>
                          </a:cubicBezTo>
                          <a:cubicBezTo>
                            <a:pt x="297359" y="68987"/>
                            <a:pt x="297359" y="68987"/>
                            <a:pt x="297359" y="72556"/>
                          </a:cubicBezTo>
                          <a:cubicBezTo>
                            <a:pt x="297359" y="77313"/>
                            <a:pt x="300927" y="80882"/>
                            <a:pt x="300927" y="85639"/>
                          </a:cubicBezTo>
                          <a:cubicBezTo>
                            <a:pt x="300927" y="88018"/>
                            <a:pt x="302116" y="89208"/>
                            <a:pt x="303306" y="91586"/>
                          </a:cubicBezTo>
                          <a:cubicBezTo>
                            <a:pt x="304495" y="93965"/>
                            <a:pt x="304495" y="96344"/>
                            <a:pt x="304495" y="98723"/>
                          </a:cubicBezTo>
                          <a:cubicBezTo>
                            <a:pt x="305685" y="101102"/>
                            <a:pt x="305685" y="103481"/>
                            <a:pt x="305685" y="105860"/>
                          </a:cubicBezTo>
                          <a:cubicBezTo>
                            <a:pt x="306874" y="107049"/>
                            <a:pt x="308064" y="109428"/>
                            <a:pt x="309253" y="110617"/>
                          </a:cubicBezTo>
                          <a:cubicBezTo>
                            <a:pt x="312822" y="114186"/>
                            <a:pt x="316390" y="115375"/>
                            <a:pt x="321148" y="117754"/>
                          </a:cubicBezTo>
                          <a:cubicBezTo>
                            <a:pt x="324716" y="118944"/>
                            <a:pt x="331852" y="118944"/>
                            <a:pt x="334231" y="122512"/>
                          </a:cubicBezTo>
                          <a:cubicBezTo>
                            <a:pt x="336610" y="126080"/>
                            <a:pt x="337799" y="130838"/>
                            <a:pt x="343747" y="130838"/>
                          </a:cubicBezTo>
                          <a:cubicBezTo>
                            <a:pt x="347315" y="130838"/>
                            <a:pt x="350884" y="127270"/>
                            <a:pt x="355641" y="128459"/>
                          </a:cubicBezTo>
                          <a:cubicBezTo>
                            <a:pt x="358020" y="128459"/>
                            <a:pt x="360399" y="129649"/>
                            <a:pt x="361588" y="132027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4" name="Freeform 1183">
                      <a:extLst>
                        <a:ext uri="{FF2B5EF4-FFF2-40B4-BE49-F238E27FC236}">
                          <a16:creationId xmlns:a16="http://schemas.microsoft.com/office/drawing/2014/main" id="{D04BA77D-CBEE-F049-94FD-D2584FA374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8136" y="3551730"/>
                      <a:ext cx="535027" cy="447227"/>
                    </a:xfrm>
                    <a:custGeom>
                      <a:avLst/>
                      <a:gdLst>
                        <a:gd name="connsiteX0" fmla="*/ 532649 w 535027"/>
                        <a:gd name="connsiteY0" fmla="*/ 304495 h 447227"/>
                        <a:gd name="connsiteX1" fmla="*/ 519565 w 535027"/>
                        <a:gd name="connsiteY1" fmla="*/ 337799 h 447227"/>
                        <a:gd name="connsiteX2" fmla="*/ 457714 w 535027"/>
                        <a:gd name="connsiteY2" fmla="*/ 358020 h 447227"/>
                        <a:gd name="connsiteX3" fmla="*/ 356612 w 535027"/>
                        <a:gd name="connsiteY3" fmla="*/ 385377 h 447227"/>
                        <a:gd name="connsiteX4" fmla="*/ 312603 w 535027"/>
                        <a:gd name="connsiteY4" fmla="*/ 447228 h 447227"/>
                        <a:gd name="connsiteX5" fmla="*/ 304277 w 535027"/>
                        <a:gd name="connsiteY5" fmla="*/ 424628 h 447227"/>
                        <a:gd name="connsiteX6" fmla="*/ 281678 w 535027"/>
                        <a:gd name="connsiteY6" fmla="*/ 416302 h 447227"/>
                        <a:gd name="connsiteX7" fmla="*/ 259078 w 535027"/>
                        <a:gd name="connsiteY7" fmla="*/ 407976 h 447227"/>
                        <a:gd name="connsiteX8" fmla="*/ 245995 w 535027"/>
                        <a:gd name="connsiteY8" fmla="*/ 406787 h 447227"/>
                        <a:gd name="connsiteX9" fmla="*/ 236479 w 535027"/>
                        <a:gd name="connsiteY9" fmla="*/ 400840 h 447227"/>
                        <a:gd name="connsiteX10" fmla="*/ 234100 w 535027"/>
                        <a:gd name="connsiteY10" fmla="*/ 422249 h 447227"/>
                        <a:gd name="connsiteX11" fmla="*/ 219827 w 535027"/>
                        <a:gd name="connsiteY11" fmla="*/ 434144 h 447227"/>
                        <a:gd name="connsiteX12" fmla="*/ 218638 w 535027"/>
                        <a:gd name="connsiteY12" fmla="*/ 432954 h 447227"/>
                        <a:gd name="connsiteX13" fmla="*/ 213880 w 535027"/>
                        <a:gd name="connsiteY13" fmla="*/ 425818 h 447227"/>
                        <a:gd name="connsiteX14" fmla="*/ 205554 w 535027"/>
                        <a:gd name="connsiteY14" fmla="*/ 418681 h 447227"/>
                        <a:gd name="connsiteX15" fmla="*/ 194849 w 535027"/>
                        <a:gd name="connsiteY15" fmla="*/ 400840 h 447227"/>
                        <a:gd name="connsiteX16" fmla="*/ 187712 w 535027"/>
                        <a:gd name="connsiteY16" fmla="*/ 393703 h 447227"/>
                        <a:gd name="connsiteX17" fmla="*/ 182955 w 535027"/>
                        <a:gd name="connsiteY17" fmla="*/ 384187 h 447227"/>
                        <a:gd name="connsiteX18" fmla="*/ 173439 w 535027"/>
                        <a:gd name="connsiteY18" fmla="*/ 366346 h 447227"/>
                        <a:gd name="connsiteX19" fmla="*/ 163924 w 535027"/>
                        <a:gd name="connsiteY19" fmla="*/ 347315 h 447227"/>
                        <a:gd name="connsiteX20" fmla="*/ 161545 w 535027"/>
                        <a:gd name="connsiteY20" fmla="*/ 347315 h 447227"/>
                        <a:gd name="connsiteX21" fmla="*/ 154408 w 535027"/>
                        <a:gd name="connsiteY21" fmla="*/ 341368 h 447227"/>
                        <a:gd name="connsiteX22" fmla="*/ 146082 w 535027"/>
                        <a:gd name="connsiteY22" fmla="*/ 331852 h 447227"/>
                        <a:gd name="connsiteX23" fmla="*/ 115157 w 535027"/>
                        <a:gd name="connsiteY23" fmla="*/ 279517 h 447227"/>
                        <a:gd name="connsiteX24" fmla="*/ 105641 w 535027"/>
                        <a:gd name="connsiteY24" fmla="*/ 250971 h 447227"/>
                        <a:gd name="connsiteX25" fmla="*/ 88989 w 535027"/>
                        <a:gd name="connsiteY25" fmla="*/ 227182 h 447227"/>
                        <a:gd name="connsiteX26" fmla="*/ 88989 w 535027"/>
                        <a:gd name="connsiteY26" fmla="*/ 225993 h 447227"/>
                        <a:gd name="connsiteX27" fmla="*/ 73527 w 535027"/>
                        <a:gd name="connsiteY27" fmla="*/ 227182 h 447227"/>
                        <a:gd name="connsiteX28" fmla="*/ 68769 w 535027"/>
                        <a:gd name="connsiteY28" fmla="*/ 217666 h 447227"/>
                        <a:gd name="connsiteX29" fmla="*/ 69958 w 535027"/>
                        <a:gd name="connsiteY29" fmla="*/ 208151 h 447227"/>
                        <a:gd name="connsiteX30" fmla="*/ 61632 w 535027"/>
                        <a:gd name="connsiteY30" fmla="*/ 190310 h 447227"/>
                        <a:gd name="connsiteX31" fmla="*/ 40222 w 535027"/>
                        <a:gd name="connsiteY31" fmla="*/ 158195 h 447227"/>
                        <a:gd name="connsiteX32" fmla="*/ 39033 w 535027"/>
                        <a:gd name="connsiteY32" fmla="*/ 158195 h 447227"/>
                        <a:gd name="connsiteX33" fmla="*/ 22381 w 535027"/>
                        <a:gd name="connsiteY33" fmla="*/ 130838 h 447227"/>
                        <a:gd name="connsiteX34" fmla="*/ 971 w 535027"/>
                        <a:gd name="connsiteY34" fmla="*/ 114186 h 447227"/>
                        <a:gd name="connsiteX35" fmla="*/ 4539 w 535027"/>
                        <a:gd name="connsiteY35" fmla="*/ 85639 h 447227"/>
                        <a:gd name="connsiteX36" fmla="*/ 4539 w 535027"/>
                        <a:gd name="connsiteY36" fmla="*/ 86829 h 447227"/>
                        <a:gd name="connsiteX37" fmla="*/ 5729 w 535027"/>
                        <a:gd name="connsiteY37" fmla="*/ 86829 h 447227"/>
                        <a:gd name="connsiteX38" fmla="*/ 36654 w 535027"/>
                        <a:gd name="connsiteY38" fmla="*/ 92776 h 447227"/>
                        <a:gd name="connsiteX39" fmla="*/ 55685 w 535027"/>
                        <a:gd name="connsiteY39" fmla="*/ 78503 h 447227"/>
                        <a:gd name="connsiteX40" fmla="*/ 65201 w 535027"/>
                        <a:gd name="connsiteY40" fmla="*/ 76124 h 447227"/>
                        <a:gd name="connsiteX41" fmla="*/ 75906 w 535027"/>
                        <a:gd name="connsiteY41" fmla="*/ 73745 h 447227"/>
                        <a:gd name="connsiteX42" fmla="*/ 80663 w 535027"/>
                        <a:gd name="connsiteY42" fmla="*/ 60661 h 447227"/>
                        <a:gd name="connsiteX43" fmla="*/ 86610 w 535027"/>
                        <a:gd name="connsiteY43" fmla="*/ 51146 h 447227"/>
                        <a:gd name="connsiteX44" fmla="*/ 60443 w 535027"/>
                        <a:gd name="connsiteY44" fmla="*/ 20220 h 447227"/>
                        <a:gd name="connsiteX45" fmla="*/ 87800 w 535027"/>
                        <a:gd name="connsiteY45" fmla="*/ 11894 h 447227"/>
                        <a:gd name="connsiteX46" fmla="*/ 108020 w 535027"/>
                        <a:gd name="connsiteY46" fmla="*/ 0 h 447227"/>
                        <a:gd name="connsiteX47" fmla="*/ 115157 w 535027"/>
                        <a:gd name="connsiteY47" fmla="*/ 1190 h 447227"/>
                        <a:gd name="connsiteX48" fmla="*/ 134188 w 535027"/>
                        <a:gd name="connsiteY48" fmla="*/ 5947 h 447227"/>
                        <a:gd name="connsiteX49" fmla="*/ 238858 w 535027"/>
                        <a:gd name="connsiteY49" fmla="*/ 78503 h 447227"/>
                        <a:gd name="connsiteX50" fmla="*/ 254321 w 535027"/>
                        <a:gd name="connsiteY50" fmla="*/ 86829 h 447227"/>
                        <a:gd name="connsiteX51" fmla="*/ 276920 w 535027"/>
                        <a:gd name="connsiteY51" fmla="*/ 86829 h 447227"/>
                        <a:gd name="connsiteX52" fmla="*/ 297141 w 535027"/>
                        <a:gd name="connsiteY52" fmla="*/ 85639 h 447227"/>
                        <a:gd name="connsiteX53" fmla="*/ 300709 w 535027"/>
                        <a:gd name="connsiteY53" fmla="*/ 86829 h 447227"/>
                        <a:gd name="connsiteX54" fmla="*/ 310224 w 535027"/>
                        <a:gd name="connsiteY54" fmla="*/ 89208 h 447227"/>
                        <a:gd name="connsiteX55" fmla="*/ 325687 w 535027"/>
                        <a:gd name="connsiteY55" fmla="*/ 95155 h 447227"/>
                        <a:gd name="connsiteX56" fmla="*/ 326876 w 535027"/>
                        <a:gd name="connsiteY56" fmla="*/ 104670 h 447227"/>
                        <a:gd name="connsiteX57" fmla="*/ 335202 w 535027"/>
                        <a:gd name="connsiteY57" fmla="*/ 101102 h 447227"/>
                        <a:gd name="connsiteX58" fmla="*/ 339960 w 535027"/>
                        <a:gd name="connsiteY58" fmla="*/ 98723 h 447227"/>
                        <a:gd name="connsiteX59" fmla="*/ 342339 w 535027"/>
                        <a:gd name="connsiteY59" fmla="*/ 98723 h 447227"/>
                        <a:gd name="connsiteX60" fmla="*/ 347097 w 535027"/>
                        <a:gd name="connsiteY60" fmla="*/ 101102 h 447227"/>
                        <a:gd name="connsiteX61" fmla="*/ 355423 w 535027"/>
                        <a:gd name="connsiteY61" fmla="*/ 118944 h 447227"/>
                        <a:gd name="connsiteX62" fmla="*/ 372075 w 535027"/>
                        <a:gd name="connsiteY62" fmla="*/ 128459 h 447227"/>
                        <a:gd name="connsiteX63" fmla="*/ 368507 w 535027"/>
                        <a:gd name="connsiteY63" fmla="*/ 129648 h 447227"/>
                        <a:gd name="connsiteX64" fmla="*/ 376832 w 535027"/>
                        <a:gd name="connsiteY64" fmla="*/ 140353 h 447227"/>
                        <a:gd name="connsiteX65" fmla="*/ 386348 w 535027"/>
                        <a:gd name="connsiteY65" fmla="*/ 151058 h 447227"/>
                        <a:gd name="connsiteX66" fmla="*/ 392295 w 535027"/>
                        <a:gd name="connsiteY66" fmla="*/ 165331 h 447227"/>
                        <a:gd name="connsiteX67" fmla="*/ 393485 w 535027"/>
                        <a:gd name="connsiteY67" fmla="*/ 179605 h 447227"/>
                        <a:gd name="connsiteX68" fmla="*/ 403000 w 535027"/>
                        <a:gd name="connsiteY68" fmla="*/ 190310 h 447227"/>
                        <a:gd name="connsiteX69" fmla="*/ 410137 w 535027"/>
                        <a:gd name="connsiteY69" fmla="*/ 204583 h 447227"/>
                        <a:gd name="connsiteX70" fmla="*/ 413705 w 535027"/>
                        <a:gd name="connsiteY70" fmla="*/ 206962 h 447227"/>
                        <a:gd name="connsiteX71" fmla="*/ 424410 w 535027"/>
                        <a:gd name="connsiteY71" fmla="*/ 211719 h 447227"/>
                        <a:gd name="connsiteX72" fmla="*/ 430357 w 535027"/>
                        <a:gd name="connsiteY72" fmla="*/ 214098 h 447227"/>
                        <a:gd name="connsiteX73" fmla="*/ 432736 w 535027"/>
                        <a:gd name="connsiteY73" fmla="*/ 222424 h 447227"/>
                        <a:gd name="connsiteX74" fmla="*/ 437494 w 535027"/>
                        <a:gd name="connsiteY74" fmla="*/ 223614 h 447227"/>
                        <a:gd name="connsiteX75" fmla="*/ 437494 w 535027"/>
                        <a:gd name="connsiteY75" fmla="*/ 223614 h 447227"/>
                        <a:gd name="connsiteX76" fmla="*/ 444630 w 535027"/>
                        <a:gd name="connsiteY76" fmla="*/ 248592 h 447227"/>
                        <a:gd name="connsiteX77" fmla="*/ 466040 w 535027"/>
                        <a:gd name="connsiteY77" fmla="*/ 264055 h 447227"/>
                        <a:gd name="connsiteX78" fmla="*/ 499344 w 535027"/>
                        <a:gd name="connsiteY78" fmla="*/ 268812 h 447227"/>
                        <a:gd name="connsiteX79" fmla="*/ 517186 w 535027"/>
                        <a:gd name="connsiteY79" fmla="*/ 268812 h 447227"/>
                        <a:gd name="connsiteX80" fmla="*/ 530270 w 535027"/>
                        <a:gd name="connsiteY80" fmla="*/ 264055 h 447227"/>
                        <a:gd name="connsiteX81" fmla="*/ 530270 w 535027"/>
                        <a:gd name="connsiteY81" fmla="*/ 265244 h 447227"/>
                        <a:gd name="connsiteX82" fmla="*/ 535028 w 535027"/>
                        <a:gd name="connsiteY82" fmla="*/ 284275 h 447227"/>
                        <a:gd name="connsiteX83" fmla="*/ 532649 w 535027"/>
                        <a:gd name="connsiteY83" fmla="*/ 304495 h 4472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</a:cxnLst>
                      <a:rect l="l" t="t" r="r" b="b"/>
                      <a:pathLst>
                        <a:path w="535027" h="447227">
                          <a:moveTo>
                            <a:pt x="532649" y="304495"/>
                          </a:moveTo>
                          <a:cubicBezTo>
                            <a:pt x="531459" y="318768"/>
                            <a:pt x="533838" y="331852"/>
                            <a:pt x="519565" y="337799"/>
                          </a:cubicBezTo>
                          <a:cubicBezTo>
                            <a:pt x="510049" y="341368"/>
                            <a:pt x="485071" y="349694"/>
                            <a:pt x="457714" y="358020"/>
                          </a:cubicBezTo>
                          <a:cubicBezTo>
                            <a:pt x="414895" y="371104"/>
                            <a:pt x="364938" y="385377"/>
                            <a:pt x="356612" y="385377"/>
                          </a:cubicBezTo>
                          <a:cubicBezTo>
                            <a:pt x="343528" y="407976"/>
                            <a:pt x="325687" y="430576"/>
                            <a:pt x="312603" y="447228"/>
                          </a:cubicBezTo>
                          <a:cubicBezTo>
                            <a:pt x="312603" y="437712"/>
                            <a:pt x="312603" y="429386"/>
                            <a:pt x="304277" y="424628"/>
                          </a:cubicBezTo>
                          <a:cubicBezTo>
                            <a:pt x="298330" y="421060"/>
                            <a:pt x="288814" y="418681"/>
                            <a:pt x="281678" y="416302"/>
                          </a:cubicBezTo>
                          <a:cubicBezTo>
                            <a:pt x="274541" y="413923"/>
                            <a:pt x="266215" y="409166"/>
                            <a:pt x="259078" y="407976"/>
                          </a:cubicBezTo>
                          <a:cubicBezTo>
                            <a:pt x="254321" y="406787"/>
                            <a:pt x="249563" y="409166"/>
                            <a:pt x="245995" y="406787"/>
                          </a:cubicBezTo>
                          <a:cubicBezTo>
                            <a:pt x="242426" y="404408"/>
                            <a:pt x="243616" y="399650"/>
                            <a:pt x="236479" y="400840"/>
                          </a:cubicBezTo>
                          <a:cubicBezTo>
                            <a:pt x="234100" y="407976"/>
                            <a:pt x="224585" y="413923"/>
                            <a:pt x="234100" y="422249"/>
                          </a:cubicBezTo>
                          <a:cubicBezTo>
                            <a:pt x="231722" y="427007"/>
                            <a:pt x="226964" y="436523"/>
                            <a:pt x="219827" y="434144"/>
                          </a:cubicBezTo>
                          <a:cubicBezTo>
                            <a:pt x="219827" y="434144"/>
                            <a:pt x="218638" y="432954"/>
                            <a:pt x="218638" y="432954"/>
                          </a:cubicBezTo>
                          <a:cubicBezTo>
                            <a:pt x="216259" y="430576"/>
                            <a:pt x="216259" y="429386"/>
                            <a:pt x="213880" y="425818"/>
                          </a:cubicBezTo>
                          <a:cubicBezTo>
                            <a:pt x="211501" y="422249"/>
                            <a:pt x="212691" y="417492"/>
                            <a:pt x="205554" y="418681"/>
                          </a:cubicBezTo>
                          <a:cubicBezTo>
                            <a:pt x="206743" y="411545"/>
                            <a:pt x="198417" y="405597"/>
                            <a:pt x="194849" y="400840"/>
                          </a:cubicBezTo>
                          <a:cubicBezTo>
                            <a:pt x="192470" y="398461"/>
                            <a:pt x="188902" y="397271"/>
                            <a:pt x="187712" y="393703"/>
                          </a:cubicBezTo>
                          <a:cubicBezTo>
                            <a:pt x="185334" y="390135"/>
                            <a:pt x="185334" y="387756"/>
                            <a:pt x="182955" y="384187"/>
                          </a:cubicBezTo>
                          <a:cubicBezTo>
                            <a:pt x="179387" y="377051"/>
                            <a:pt x="175818" y="374672"/>
                            <a:pt x="173439" y="366346"/>
                          </a:cubicBezTo>
                          <a:cubicBezTo>
                            <a:pt x="171060" y="359210"/>
                            <a:pt x="168681" y="354452"/>
                            <a:pt x="163924" y="347315"/>
                          </a:cubicBezTo>
                          <a:cubicBezTo>
                            <a:pt x="162734" y="347315"/>
                            <a:pt x="162734" y="347315"/>
                            <a:pt x="161545" y="347315"/>
                          </a:cubicBezTo>
                          <a:cubicBezTo>
                            <a:pt x="160355" y="343747"/>
                            <a:pt x="157976" y="342557"/>
                            <a:pt x="154408" y="341368"/>
                          </a:cubicBezTo>
                          <a:cubicBezTo>
                            <a:pt x="154408" y="335421"/>
                            <a:pt x="148461" y="336610"/>
                            <a:pt x="146082" y="331852"/>
                          </a:cubicBezTo>
                          <a:cubicBezTo>
                            <a:pt x="122293" y="335421"/>
                            <a:pt x="115157" y="294980"/>
                            <a:pt x="115157" y="279517"/>
                          </a:cubicBezTo>
                          <a:cubicBezTo>
                            <a:pt x="115157" y="268812"/>
                            <a:pt x="109210" y="260486"/>
                            <a:pt x="105641" y="250971"/>
                          </a:cubicBezTo>
                          <a:cubicBezTo>
                            <a:pt x="102073" y="243834"/>
                            <a:pt x="96126" y="234319"/>
                            <a:pt x="88989" y="227182"/>
                          </a:cubicBezTo>
                          <a:cubicBezTo>
                            <a:pt x="88989" y="227182"/>
                            <a:pt x="88989" y="225993"/>
                            <a:pt x="88989" y="225993"/>
                          </a:cubicBezTo>
                          <a:cubicBezTo>
                            <a:pt x="84232" y="220045"/>
                            <a:pt x="79474" y="229561"/>
                            <a:pt x="73527" y="227182"/>
                          </a:cubicBezTo>
                          <a:cubicBezTo>
                            <a:pt x="69958" y="225993"/>
                            <a:pt x="68769" y="220045"/>
                            <a:pt x="68769" y="217666"/>
                          </a:cubicBezTo>
                          <a:cubicBezTo>
                            <a:pt x="67579" y="214098"/>
                            <a:pt x="69958" y="210530"/>
                            <a:pt x="69958" y="208151"/>
                          </a:cubicBezTo>
                          <a:cubicBezTo>
                            <a:pt x="69958" y="201014"/>
                            <a:pt x="65201" y="196257"/>
                            <a:pt x="61632" y="190310"/>
                          </a:cubicBezTo>
                          <a:cubicBezTo>
                            <a:pt x="55685" y="179605"/>
                            <a:pt x="43791" y="171279"/>
                            <a:pt x="40222" y="158195"/>
                          </a:cubicBezTo>
                          <a:cubicBezTo>
                            <a:pt x="40222" y="158195"/>
                            <a:pt x="39033" y="158195"/>
                            <a:pt x="39033" y="158195"/>
                          </a:cubicBezTo>
                          <a:cubicBezTo>
                            <a:pt x="37843" y="148679"/>
                            <a:pt x="27139" y="140353"/>
                            <a:pt x="22381" y="130838"/>
                          </a:cubicBezTo>
                          <a:cubicBezTo>
                            <a:pt x="20002" y="124891"/>
                            <a:pt x="8108" y="109428"/>
                            <a:pt x="971" y="114186"/>
                          </a:cubicBezTo>
                          <a:cubicBezTo>
                            <a:pt x="-218" y="107049"/>
                            <a:pt x="-1408" y="92776"/>
                            <a:pt x="4539" y="85639"/>
                          </a:cubicBezTo>
                          <a:cubicBezTo>
                            <a:pt x="4539" y="85639"/>
                            <a:pt x="4539" y="86829"/>
                            <a:pt x="4539" y="86829"/>
                          </a:cubicBezTo>
                          <a:cubicBezTo>
                            <a:pt x="4539" y="86829"/>
                            <a:pt x="4539" y="86829"/>
                            <a:pt x="5729" y="86829"/>
                          </a:cubicBezTo>
                          <a:cubicBezTo>
                            <a:pt x="11676" y="89208"/>
                            <a:pt x="30707" y="91587"/>
                            <a:pt x="36654" y="92776"/>
                          </a:cubicBezTo>
                          <a:cubicBezTo>
                            <a:pt x="43791" y="92776"/>
                            <a:pt x="52117" y="83260"/>
                            <a:pt x="55685" y="78503"/>
                          </a:cubicBezTo>
                          <a:cubicBezTo>
                            <a:pt x="58064" y="74934"/>
                            <a:pt x="61632" y="76124"/>
                            <a:pt x="65201" y="76124"/>
                          </a:cubicBezTo>
                          <a:cubicBezTo>
                            <a:pt x="68769" y="76124"/>
                            <a:pt x="72337" y="73745"/>
                            <a:pt x="75906" y="73745"/>
                          </a:cubicBezTo>
                          <a:cubicBezTo>
                            <a:pt x="75906" y="67798"/>
                            <a:pt x="77095" y="65419"/>
                            <a:pt x="80663" y="60661"/>
                          </a:cubicBezTo>
                          <a:cubicBezTo>
                            <a:pt x="83042" y="57093"/>
                            <a:pt x="88989" y="54714"/>
                            <a:pt x="86610" y="51146"/>
                          </a:cubicBezTo>
                          <a:cubicBezTo>
                            <a:pt x="80663" y="42820"/>
                            <a:pt x="61632" y="23789"/>
                            <a:pt x="60443" y="20220"/>
                          </a:cubicBezTo>
                          <a:cubicBezTo>
                            <a:pt x="62822" y="20220"/>
                            <a:pt x="83042" y="13084"/>
                            <a:pt x="87800" y="11894"/>
                          </a:cubicBezTo>
                          <a:cubicBezTo>
                            <a:pt x="96126" y="9516"/>
                            <a:pt x="102073" y="5947"/>
                            <a:pt x="108020" y="0"/>
                          </a:cubicBezTo>
                          <a:cubicBezTo>
                            <a:pt x="109210" y="1190"/>
                            <a:pt x="111589" y="1190"/>
                            <a:pt x="115157" y="1190"/>
                          </a:cubicBezTo>
                          <a:cubicBezTo>
                            <a:pt x="121104" y="1190"/>
                            <a:pt x="129430" y="2379"/>
                            <a:pt x="134188" y="5947"/>
                          </a:cubicBezTo>
                          <a:cubicBezTo>
                            <a:pt x="140135" y="9516"/>
                            <a:pt x="234100" y="74934"/>
                            <a:pt x="238858" y="78503"/>
                          </a:cubicBezTo>
                          <a:cubicBezTo>
                            <a:pt x="243616" y="82071"/>
                            <a:pt x="249563" y="85639"/>
                            <a:pt x="254321" y="86829"/>
                          </a:cubicBezTo>
                          <a:cubicBezTo>
                            <a:pt x="261457" y="88018"/>
                            <a:pt x="269783" y="86829"/>
                            <a:pt x="276920" y="86829"/>
                          </a:cubicBezTo>
                          <a:cubicBezTo>
                            <a:pt x="282867" y="86829"/>
                            <a:pt x="292383" y="88018"/>
                            <a:pt x="297141" y="85639"/>
                          </a:cubicBezTo>
                          <a:cubicBezTo>
                            <a:pt x="298330" y="85639"/>
                            <a:pt x="299519" y="86829"/>
                            <a:pt x="300709" y="86829"/>
                          </a:cubicBezTo>
                          <a:cubicBezTo>
                            <a:pt x="304277" y="88018"/>
                            <a:pt x="306656" y="88018"/>
                            <a:pt x="310224" y="89208"/>
                          </a:cubicBezTo>
                          <a:cubicBezTo>
                            <a:pt x="314982" y="90397"/>
                            <a:pt x="322119" y="92776"/>
                            <a:pt x="325687" y="95155"/>
                          </a:cubicBezTo>
                          <a:cubicBezTo>
                            <a:pt x="325687" y="97534"/>
                            <a:pt x="325687" y="101102"/>
                            <a:pt x="326876" y="104670"/>
                          </a:cubicBezTo>
                          <a:cubicBezTo>
                            <a:pt x="329255" y="104670"/>
                            <a:pt x="332824" y="102291"/>
                            <a:pt x="335202" y="101102"/>
                          </a:cubicBezTo>
                          <a:cubicBezTo>
                            <a:pt x="336392" y="99912"/>
                            <a:pt x="338771" y="98723"/>
                            <a:pt x="339960" y="98723"/>
                          </a:cubicBezTo>
                          <a:cubicBezTo>
                            <a:pt x="341149" y="98723"/>
                            <a:pt x="342339" y="98723"/>
                            <a:pt x="342339" y="98723"/>
                          </a:cubicBezTo>
                          <a:cubicBezTo>
                            <a:pt x="343528" y="99912"/>
                            <a:pt x="345907" y="99912"/>
                            <a:pt x="347097" y="101102"/>
                          </a:cubicBezTo>
                          <a:cubicBezTo>
                            <a:pt x="349476" y="105860"/>
                            <a:pt x="351855" y="115375"/>
                            <a:pt x="355423" y="118944"/>
                          </a:cubicBezTo>
                          <a:cubicBezTo>
                            <a:pt x="355423" y="127270"/>
                            <a:pt x="367317" y="124891"/>
                            <a:pt x="372075" y="128459"/>
                          </a:cubicBezTo>
                          <a:cubicBezTo>
                            <a:pt x="370885" y="128459"/>
                            <a:pt x="369696" y="129648"/>
                            <a:pt x="368507" y="129648"/>
                          </a:cubicBezTo>
                          <a:cubicBezTo>
                            <a:pt x="368507" y="132027"/>
                            <a:pt x="374454" y="137975"/>
                            <a:pt x="376832" y="140353"/>
                          </a:cubicBezTo>
                          <a:cubicBezTo>
                            <a:pt x="380401" y="143922"/>
                            <a:pt x="382780" y="147490"/>
                            <a:pt x="386348" y="151058"/>
                          </a:cubicBezTo>
                          <a:cubicBezTo>
                            <a:pt x="391106" y="155816"/>
                            <a:pt x="392295" y="159384"/>
                            <a:pt x="392295" y="165331"/>
                          </a:cubicBezTo>
                          <a:cubicBezTo>
                            <a:pt x="393485" y="171279"/>
                            <a:pt x="391106" y="173658"/>
                            <a:pt x="393485" y="179605"/>
                          </a:cubicBezTo>
                          <a:cubicBezTo>
                            <a:pt x="395863" y="184362"/>
                            <a:pt x="400621" y="186741"/>
                            <a:pt x="403000" y="190310"/>
                          </a:cubicBezTo>
                          <a:cubicBezTo>
                            <a:pt x="406568" y="195067"/>
                            <a:pt x="406568" y="201014"/>
                            <a:pt x="410137" y="204583"/>
                          </a:cubicBezTo>
                          <a:cubicBezTo>
                            <a:pt x="411326" y="205772"/>
                            <a:pt x="412515" y="206962"/>
                            <a:pt x="413705" y="206962"/>
                          </a:cubicBezTo>
                          <a:cubicBezTo>
                            <a:pt x="417274" y="209341"/>
                            <a:pt x="420842" y="210530"/>
                            <a:pt x="424410" y="211719"/>
                          </a:cubicBezTo>
                          <a:cubicBezTo>
                            <a:pt x="427978" y="212909"/>
                            <a:pt x="429168" y="214098"/>
                            <a:pt x="430357" y="214098"/>
                          </a:cubicBezTo>
                          <a:cubicBezTo>
                            <a:pt x="431547" y="215288"/>
                            <a:pt x="431547" y="216477"/>
                            <a:pt x="432736" y="222424"/>
                          </a:cubicBezTo>
                          <a:cubicBezTo>
                            <a:pt x="435115" y="222424"/>
                            <a:pt x="436304" y="223614"/>
                            <a:pt x="437494" y="223614"/>
                          </a:cubicBezTo>
                          <a:cubicBezTo>
                            <a:pt x="437494" y="223614"/>
                            <a:pt x="437494" y="223614"/>
                            <a:pt x="437494" y="223614"/>
                          </a:cubicBezTo>
                          <a:cubicBezTo>
                            <a:pt x="431547" y="228372"/>
                            <a:pt x="442251" y="242645"/>
                            <a:pt x="444630" y="248592"/>
                          </a:cubicBezTo>
                          <a:cubicBezTo>
                            <a:pt x="448199" y="260486"/>
                            <a:pt x="455335" y="260486"/>
                            <a:pt x="466040" y="264055"/>
                          </a:cubicBezTo>
                          <a:cubicBezTo>
                            <a:pt x="476745" y="267623"/>
                            <a:pt x="487450" y="268812"/>
                            <a:pt x="499344" y="268812"/>
                          </a:cubicBezTo>
                          <a:cubicBezTo>
                            <a:pt x="505292" y="268812"/>
                            <a:pt x="511239" y="268812"/>
                            <a:pt x="517186" y="268812"/>
                          </a:cubicBezTo>
                          <a:cubicBezTo>
                            <a:pt x="523133" y="268812"/>
                            <a:pt x="526701" y="264055"/>
                            <a:pt x="530270" y="264055"/>
                          </a:cubicBezTo>
                          <a:cubicBezTo>
                            <a:pt x="530270" y="264055"/>
                            <a:pt x="530270" y="264055"/>
                            <a:pt x="530270" y="265244"/>
                          </a:cubicBezTo>
                          <a:cubicBezTo>
                            <a:pt x="530270" y="272381"/>
                            <a:pt x="535028" y="277138"/>
                            <a:pt x="535028" y="284275"/>
                          </a:cubicBezTo>
                          <a:cubicBezTo>
                            <a:pt x="533838" y="289033"/>
                            <a:pt x="533838" y="297359"/>
                            <a:pt x="532649" y="30449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5" name="Freeform 1184">
                      <a:extLst>
                        <a:ext uri="{FF2B5EF4-FFF2-40B4-BE49-F238E27FC236}">
                          <a16:creationId xmlns:a16="http://schemas.microsoft.com/office/drawing/2014/main" id="{64BA20A5-C53C-62C2-547F-62E01DD386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11389" y="3567500"/>
                      <a:ext cx="320758" cy="270884"/>
                    </a:xfrm>
                    <a:custGeom>
                      <a:avLst/>
                      <a:gdLst>
                        <a:gd name="connsiteX0" fmla="*/ 320759 w 320758"/>
                        <a:gd name="connsiteY0" fmla="*/ 270884 h 270884"/>
                        <a:gd name="connsiteX1" fmla="*/ 281507 w 320758"/>
                        <a:gd name="connsiteY1" fmla="*/ 269695 h 270884"/>
                        <a:gd name="connsiteX2" fmla="*/ 13885 w 320758"/>
                        <a:gd name="connsiteY2" fmla="*/ 270884 h 270884"/>
                        <a:gd name="connsiteX3" fmla="*/ 13885 w 320758"/>
                        <a:gd name="connsiteY3" fmla="*/ 270884 h 270884"/>
                        <a:gd name="connsiteX4" fmla="*/ 4369 w 320758"/>
                        <a:gd name="connsiteY4" fmla="*/ 68680 h 270884"/>
                        <a:gd name="connsiteX5" fmla="*/ 801 w 320758"/>
                        <a:gd name="connsiteY5" fmla="*/ 54407 h 270884"/>
                        <a:gd name="connsiteX6" fmla="*/ 6748 w 320758"/>
                        <a:gd name="connsiteY6" fmla="*/ 27050 h 270884"/>
                        <a:gd name="connsiteX7" fmla="*/ 3179 w 320758"/>
                        <a:gd name="connsiteY7" fmla="*/ 12777 h 270884"/>
                        <a:gd name="connsiteX8" fmla="*/ 6748 w 320758"/>
                        <a:gd name="connsiteY8" fmla="*/ 3262 h 270884"/>
                        <a:gd name="connsiteX9" fmla="*/ 9127 w 320758"/>
                        <a:gd name="connsiteY9" fmla="*/ 883 h 270884"/>
                        <a:gd name="connsiteX10" fmla="*/ 38862 w 320758"/>
                        <a:gd name="connsiteY10" fmla="*/ 6830 h 270884"/>
                        <a:gd name="connsiteX11" fmla="*/ 55515 w 320758"/>
                        <a:gd name="connsiteY11" fmla="*/ 8019 h 270884"/>
                        <a:gd name="connsiteX12" fmla="*/ 68598 w 320758"/>
                        <a:gd name="connsiteY12" fmla="*/ 13966 h 270884"/>
                        <a:gd name="connsiteX13" fmla="*/ 74545 w 320758"/>
                        <a:gd name="connsiteY13" fmla="*/ 11588 h 270884"/>
                        <a:gd name="connsiteX14" fmla="*/ 79304 w 320758"/>
                        <a:gd name="connsiteY14" fmla="*/ 15156 h 270884"/>
                        <a:gd name="connsiteX15" fmla="*/ 94766 w 320758"/>
                        <a:gd name="connsiteY15" fmla="*/ 16345 h 270884"/>
                        <a:gd name="connsiteX16" fmla="*/ 106660 w 320758"/>
                        <a:gd name="connsiteY16" fmla="*/ 23482 h 270884"/>
                        <a:gd name="connsiteX17" fmla="*/ 118555 w 320758"/>
                        <a:gd name="connsiteY17" fmla="*/ 18724 h 270884"/>
                        <a:gd name="connsiteX18" fmla="*/ 128070 w 320758"/>
                        <a:gd name="connsiteY18" fmla="*/ 11588 h 270884"/>
                        <a:gd name="connsiteX19" fmla="*/ 139964 w 320758"/>
                        <a:gd name="connsiteY19" fmla="*/ 5640 h 270884"/>
                        <a:gd name="connsiteX20" fmla="*/ 148291 w 320758"/>
                        <a:gd name="connsiteY20" fmla="*/ 5640 h 270884"/>
                        <a:gd name="connsiteX21" fmla="*/ 143533 w 320758"/>
                        <a:gd name="connsiteY21" fmla="*/ 10398 h 270884"/>
                        <a:gd name="connsiteX22" fmla="*/ 154238 w 320758"/>
                        <a:gd name="connsiteY22" fmla="*/ 9209 h 270884"/>
                        <a:gd name="connsiteX23" fmla="*/ 161374 w 320758"/>
                        <a:gd name="connsiteY23" fmla="*/ 3262 h 270884"/>
                        <a:gd name="connsiteX24" fmla="*/ 169700 w 320758"/>
                        <a:gd name="connsiteY24" fmla="*/ 6830 h 270884"/>
                        <a:gd name="connsiteX25" fmla="*/ 178026 w 320758"/>
                        <a:gd name="connsiteY25" fmla="*/ 9209 h 270884"/>
                        <a:gd name="connsiteX26" fmla="*/ 175647 w 320758"/>
                        <a:gd name="connsiteY26" fmla="*/ 17535 h 270884"/>
                        <a:gd name="connsiteX27" fmla="*/ 185163 w 320758"/>
                        <a:gd name="connsiteY27" fmla="*/ 22292 h 270884"/>
                        <a:gd name="connsiteX28" fmla="*/ 182784 w 320758"/>
                        <a:gd name="connsiteY28" fmla="*/ 11588 h 270884"/>
                        <a:gd name="connsiteX29" fmla="*/ 197058 w 320758"/>
                        <a:gd name="connsiteY29" fmla="*/ 16345 h 270884"/>
                        <a:gd name="connsiteX30" fmla="*/ 213710 w 320758"/>
                        <a:gd name="connsiteY30" fmla="*/ 13966 h 270884"/>
                        <a:gd name="connsiteX31" fmla="*/ 227983 w 320758"/>
                        <a:gd name="connsiteY31" fmla="*/ 11588 h 270884"/>
                        <a:gd name="connsiteX32" fmla="*/ 233930 w 320758"/>
                        <a:gd name="connsiteY32" fmla="*/ 8019 h 270884"/>
                        <a:gd name="connsiteX33" fmla="*/ 237498 w 320758"/>
                        <a:gd name="connsiteY33" fmla="*/ 12777 h 270884"/>
                        <a:gd name="connsiteX34" fmla="*/ 243445 w 320758"/>
                        <a:gd name="connsiteY34" fmla="*/ 23482 h 270884"/>
                        <a:gd name="connsiteX35" fmla="*/ 249393 w 320758"/>
                        <a:gd name="connsiteY35" fmla="*/ 36566 h 270884"/>
                        <a:gd name="connsiteX36" fmla="*/ 256529 w 320758"/>
                        <a:gd name="connsiteY36" fmla="*/ 47270 h 270884"/>
                        <a:gd name="connsiteX37" fmla="*/ 258908 w 320758"/>
                        <a:gd name="connsiteY37" fmla="*/ 62733 h 270884"/>
                        <a:gd name="connsiteX38" fmla="*/ 258908 w 320758"/>
                        <a:gd name="connsiteY38" fmla="*/ 62733 h 270884"/>
                        <a:gd name="connsiteX39" fmla="*/ 258908 w 320758"/>
                        <a:gd name="connsiteY39" fmla="*/ 62733 h 270884"/>
                        <a:gd name="connsiteX40" fmla="*/ 256529 w 320758"/>
                        <a:gd name="connsiteY40" fmla="*/ 68680 h 270884"/>
                        <a:gd name="connsiteX41" fmla="*/ 254150 w 320758"/>
                        <a:gd name="connsiteY41" fmla="*/ 78196 h 270884"/>
                        <a:gd name="connsiteX42" fmla="*/ 252961 w 320758"/>
                        <a:gd name="connsiteY42" fmla="*/ 88901 h 270884"/>
                        <a:gd name="connsiteX43" fmla="*/ 251772 w 320758"/>
                        <a:gd name="connsiteY43" fmla="*/ 99606 h 270884"/>
                        <a:gd name="connsiteX44" fmla="*/ 248203 w 320758"/>
                        <a:gd name="connsiteY44" fmla="*/ 109121 h 270884"/>
                        <a:gd name="connsiteX45" fmla="*/ 244635 w 320758"/>
                        <a:gd name="connsiteY45" fmla="*/ 111500 h 270884"/>
                        <a:gd name="connsiteX46" fmla="*/ 241066 w 320758"/>
                        <a:gd name="connsiteY46" fmla="*/ 109121 h 270884"/>
                        <a:gd name="connsiteX47" fmla="*/ 226793 w 320758"/>
                        <a:gd name="connsiteY47" fmla="*/ 97227 h 270884"/>
                        <a:gd name="connsiteX48" fmla="*/ 220846 w 320758"/>
                        <a:gd name="connsiteY48" fmla="*/ 88901 h 270884"/>
                        <a:gd name="connsiteX49" fmla="*/ 213710 w 320758"/>
                        <a:gd name="connsiteY49" fmla="*/ 81764 h 270884"/>
                        <a:gd name="connsiteX50" fmla="*/ 212520 w 320758"/>
                        <a:gd name="connsiteY50" fmla="*/ 77006 h 270884"/>
                        <a:gd name="connsiteX51" fmla="*/ 210141 w 320758"/>
                        <a:gd name="connsiteY51" fmla="*/ 73438 h 270884"/>
                        <a:gd name="connsiteX52" fmla="*/ 203005 w 320758"/>
                        <a:gd name="connsiteY52" fmla="*/ 67491 h 270884"/>
                        <a:gd name="connsiteX53" fmla="*/ 199436 w 320758"/>
                        <a:gd name="connsiteY53" fmla="*/ 62733 h 270884"/>
                        <a:gd name="connsiteX54" fmla="*/ 194678 w 320758"/>
                        <a:gd name="connsiteY54" fmla="*/ 55597 h 270884"/>
                        <a:gd name="connsiteX55" fmla="*/ 193489 w 320758"/>
                        <a:gd name="connsiteY55" fmla="*/ 60354 h 270884"/>
                        <a:gd name="connsiteX56" fmla="*/ 193489 w 320758"/>
                        <a:gd name="connsiteY56" fmla="*/ 65112 h 270884"/>
                        <a:gd name="connsiteX57" fmla="*/ 198247 w 320758"/>
                        <a:gd name="connsiteY57" fmla="*/ 73438 h 270884"/>
                        <a:gd name="connsiteX58" fmla="*/ 199436 w 320758"/>
                        <a:gd name="connsiteY58" fmla="*/ 78196 h 270884"/>
                        <a:gd name="connsiteX59" fmla="*/ 203005 w 320758"/>
                        <a:gd name="connsiteY59" fmla="*/ 81764 h 270884"/>
                        <a:gd name="connsiteX60" fmla="*/ 208952 w 320758"/>
                        <a:gd name="connsiteY60" fmla="*/ 87711 h 270884"/>
                        <a:gd name="connsiteX61" fmla="*/ 208952 w 320758"/>
                        <a:gd name="connsiteY61" fmla="*/ 87711 h 270884"/>
                        <a:gd name="connsiteX62" fmla="*/ 212520 w 320758"/>
                        <a:gd name="connsiteY62" fmla="*/ 92469 h 270884"/>
                        <a:gd name="connsiteX63" fmla="*/ 220846 w 320758"/>
                        <a:gd name="connsiteY63" fmla="*/ 100795 h 270884"/>
                        <a:gd name="connsiteX64" fmla="*/ 225604 w 320758"/>
                        <a:gd name="connsiteY64" fmla="*/ 115068 h 270884"/>
                        <a:gd name="connsiteX65" fmla="*/ 230362 w 320758"/>
                        <a:gd name="connsiteY65" fmla="*/ 119826 h 270884"/>
                        <a:gd name="connsiteX66" fmla="*/ 232741 w 320758"/>
                        <a:gd name="connsiteY66" fmla="*/ 126963 h 270884"/>
                        <a:gd name="connsiteX67" fmla="*/ 236309 w 320758"/>
                        <a:gd name="connsiteY67" fmla="*/ 132910 h 270884"/>
                        <a:gd name="connsiteX68" fmla="*/ 237498 w 320758"/>
                        <a:gd name="connsiteY68" fmla="*/ 141236 h 270884"/>
                        <a:gd name="connsiteX69" fmla="*/ 241066 w 320758"/>
                        <a:gd name="connsiteY69" fmla="*/ 145994 h 270884"/>
                        <a:gd name="connsiteX70" fmla="*/ 242256 w 320758"/>
                        <a:gd name="connsiteY70" fmla="*/ 153130 h 270884"/>
                        <a:gd name="connsiteX71" fmla="*/ 256529 w 320758"/>
                        <a:gd name="connsiteY71" fmla="*/ 176919 h 270884"/>
                        <a:gd name="connsiteX72" fmla="*/ 271992 w 320758"/>
                        <a:gd name="connsiteY72" fmla="*/ 199518 h 270884"/>
                        <a:gd name="connsiteX73" fmla="*/ 279128 w 320758"/>
                        <a:gd name="connsiteY73" fmla="*/ 210223 h 270884"/>
                        <a:gd name="connsiteX74" fmla="*/ 287455 w 320758"/>
                        <a:gd name="connsiteY74" fmla="*/ 219738 h 270884"/>
                        <a:gd name="connsiteX75" fmla="*/ 279128 w 320758"/>
                        <a:gd name="connsiteY75" fmla="*/ 220928 h 270884"/>
                        <a:gd name="connsiteX76" fmla="*/ 282697 w 320758"/>
                        <a:gd name="connsiteY76" fmla="*/ 231633 h 270884"/>
                        <a:gd name="connsiteX77" fmla="*/ 283886 w 320758"/>
                        <a:gd name="connsiteY77" fmla="*/ 244717 h 270884"/>
                        <a:gd name="connsiteX78" fmla="*/ 298159 w 320758"/>
                        <a:gd name="connsiteY78" fmla="*/ 250664 h 270884"/>
                        <a:gd name="connsiteX79" fmla="*/ 310054 w 320758"/>
                        <a:gd name="connsiteY79" fmla="*/ 261369 h 270884"/>
                        <a:gd name="connsiteX80" fmla="*/ 314812 w 320758"/>
                        <a:gd name="connsiteY80" fmla="*/ 267316 h 270884"/>
                        <a:gd name="connsiteX81" fmla="*/ 320759 w 320758"/>
                        <a:gd name="connsiteY81" fmla="*/ 270884 h 2708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</a:cxnLst>
                      <a:rect l="l" t="t" r="r" b="b"/>
                      <a:pathLst>
                        <a:path w="320758" h="270884">
                          <a:moveTo>
                            <a:pt x="320759" y="270884"/>
                          </a:moveTo>
                          <a:cubicBezTo>
                            <a:pt x="308864" y="267316"/>
                            <a:pt x="294591" y="269695"/>
                            <a:pt x="281507" y="269695"/>
                          </a:cubicBezTo>
                          <a:cubicBezTo>
                            <a:pt x="237498" y="269695"/>
                            <a:pt x="25779" y="270884"/>
                            <a:pt x="13885" y="270884"/>
                          </a:cubicBezTo>
                          <a:lnTo>
                            <a:pt x="13885" y="270884"/>
                          </a:lnTo>
                          <a:cubicBezTo>
                            <a:pt x="11506" y="250664"/>
                            <a:pt x="4369" y="74628"/>
                            <a:pt x="4369" y="68680"/>
                          </a:cubicBezTo>
                          <a:cubicBezTo>
                            <a:pt x="4369" y="61544"/>
                            <a:pt x="3179" y="59165"/>
                            <a:pt x="801" y="54407"/>
                          </a:cubicBezTo>
                          <a:cubicBezTo>
                            <a:pt x="-2768" y="43702"/>
                            <a:pt x="6748" y="36566"/>
                            <a:pt x="6748" y="27050"/>
                          </a:cubicBezTo>
                          <a:cubicBezTo>
                            <a:pt x="6748" y="22292"/>
                            <a:pt x="1990" y="18724"/>
                            <a:pt x="3179" y="12777"/>
                          </a:cubicBezTo>
                          <a:cubicBezTo>
                            <a:pt x="3179" y="10398"/>
                            <a:pt x="4369" y="5640"/>
                            <a:pt x="6748" y="3262"/>
                          </a:cubicBezTo>
                          <a:cubicBezTo>
                            <a:pt x="7937" y="2072"/>
                            <a:pt x="7937" y="883"/>
                            <a:pt x="9127" y="883"/>
                          </a:cubicBezTo>
                          <a:cubicBezTo>
                            <a:pt x="17453" y="-2686"/>
                            <a:pt x="30537" y="5640"/>
                            <a:pt x="38862" y="6830"/>
                          </a:cubicBezTo>
                          <a:cubicBezTo>
                            <a:pt x="43620" y="6830"/>
                            <a:pt x="49568" y="5640"/>
                            <a:pt x="55515" y="8019"/>
                          </a:cubicBezTo>
                          <a:cubicBezTo>
                            <a:pt x="60272" y="9209"/>
                            <a:pt x="62651" y="13966"/>
                            <a:pt x="68598" y="13966"/>
                          </a:cubicBezTo>
                          <a:cubicBezTo>
                            <a:pt x="70977" y="13966"/>
                            <a:pt x="72167" y="11588"/>
                            <a:pt x="74545" y="11588"/>
                          </a:cubicBezTo>
                          <a:cubicBezTo>
                            <a:pt x="75735" y="11588"/>
                            <a:pt x="78114" y="15156"/>
                            <a:pt x="79304" y="15156"/>
                          </a:cubicBezTo>
                          <a:cubicBezTo>
                            <a:pt x="84061" y="17535"/>
                            <a:pt x="90008" y="13966"/>
                            <a:pt x="94766" y="16345"/>
                          </a:cubicBezTo>
                          <a:cubicBezTo>
                            <a:pt x="99524" y="17535"/>
                            <a:pt x="100713" y="22292"/>
                            <a:pt x="106660" y="23482"/>
                          </a:cubicBezTo>
                          <a:cubicBezTo>
                            <a:pt x="110229" y="23482"/>
                            <a:pt x="114987" y="21103"/>
                            <a:pt x="118555" y="18724"/>
                          </a:cubicBezTo>
                          <a:cubicBezTo>
                            <a:pt x="122123" y="15156"/>
                            <a:pt x="123312" y="13966"/>
                            <a:pt x="128070" y="11588"/>
                          </a:cubicBezTo>
                          <a:cubicBezTo>
                            <a:pt x="131639" y="10398"/>
                            <a:pt x="136396" y="8019"/>
                            <a:pt x="139964" y="5640"/>
                          </a:cubicBezTo>
                          <a:cubicBezTo>
                            <a:pt x="142343" y="4451"/>
                            <a:pt x="147101" y="3262"/>
                            <a:pt x="148291" y="5640"/>
                          </a:cubicBezTo>
                          <a:cubicBezTo>
                            <a:pt x="149480" y="8019"/>
                            <a:pt x="142343" y="9209"/>
                            <a:pt x="143533" y="10398"/>
                          </a:cubicBezTo>
                          <a:cubicBezTo>
                            <a:pt x="144722" y="12777"/>
                            <a:pt x="151859" y="10398"/>
                            <a:pt x="154238" y="9209"/>
                          </a:cubicBezTo>
                          <a:cubicBezTo>
                            <a:pt x="157806" y="8019"/>
                            <a:pt x="157806" y="3262"/>
                            <a:pt x="161374" y="3262"/>
                          </a:cubicBezTo>
                          <a:cubicBezTo>
                            <a:pt x="162564" y="3262"/>
                            <a:pt x="167322" y="5640"/>
                            <a:pt x="169700" y="6830"/>
                          </a:cubicBezTo>
                          <a:cubicBezTo>
                            <a:pt x="173269" y="8019"/>
                            <a:pt x="178026" y="4451"/>
                            <a:pt x="178026" y="9209"/>
                          </a:cubicBezTo>
                          <a:cubicBezTo>
                            <a:pt x="178026" y="13966"/>
                            <a:pt x="173269" y="13966"/>
                            <a:pt x="175647" y="17535"/>
                          </a:cubicBezTo>
                          <a:cubicBezTo>
                            <a:pt x="176837" y="18724"/>
                            <a:pt x="183974" y="23482"/>
                            <a:pt x="185163" y="22292"/>
                          </a:cubicBezTo>
                          <a:cubicBezTo>
                            <a:pt x="188731" y="19914"/>
                            <a:pt x="180405" y="15156"/>
                            <a:pt x="182784" y="11588"/>
                          </a:cubicBezTo>
                          <a:cubicBezTo>
                            <a:pt x="185163" y="6830"/>
                            <a:pt x="189921" y="16345"/>
                            <a:pt x="197058" y="16345"/>
                          </a:cubicBezTo>
                          <a:cubicBezTo>
                            <a:pt x="203005" y="16345"/>
                            <a:pt x="207762" y="13966"/>
                            <a:pt x="213710" y="13966"/>
                          </a:cubicBezTo>
                          <a:cubicBezTo>
                            <a:pt x="220846" y="13966"/>
                            <a:pt x="222036" y="16345"/>
                            <a:pt x="227983" y="11588"/>
                          </a:cubicBezTo>
                          <a:cubicBezTo>
                            <a:pt x="230362" y="10398"/>
                            <a:pt x="231551" y="9209"/>
                            <a:pt x="233930" y="8019"/>
                          </a:cubicBezTo>
                          <a:cubicBezTo>
                            <a:pt x="235119" y="9209"/>
                            <a:pt x="236309" y="10398"/>
                            <a:pt x="237498" y="12777"/>
                          </a:cubicBezTo>
                          <a:cubicBezTo>
                            <a:pt x="241066" y="15156"/>
                            <a:pt x="242256" y="21103"/>
                            <a:pt x="243445" y="23482"/>
                          </a:cubicBezTo>
                          <a:cubicBezTo>
                            <a:pt x="244635" y="27050"/>
                            <a:pt x="247014" y="32997"/>
                            <a:pt x="249393" y="36566"/>
                          </a:cubicBezTo>
                          <a:cubicBezTo>
                            <a:pt x="251772" y="40134"/>
                            <a:pt x="255340" y="42513"/>
                            <a:pt x="256529" y="47270"/>
                          </a:cubicBezTo>
                          <a:cubicBezTo>
                            <a:pt x="257719" y="52028"/>
                            <a:pt x="257719" y="57976"/>
                            <a:pt x="258908" y="62733"/>
                          </a:cubicBezTo>
                          <a:cubicBezTo>
                            <a:pt x="258908" y="62733"/>
                            <a:pt x="258908" y="62733"/>
                            <a:pt x="258908" y="62733"/>
                          </a:cubicBezTo>
                          <a:lnTo>
                            <a:pt x="258908" y="62733"/>
                          </a:lnTo>
                          <a:cubicBezTo>
                            <a:pt x="257719" y="65112"/>
                            <a:pt x="257719" y="66301"/>
                            <a:pt x="256529" y="68680"/>
                          </a:cubicBezTo>
                          <a:cubicBezTo>
                            <a:pt x="255340" y="72249"/>
                            <a:pt x="254150" y="74628"/>
                            <a:pt x="254150" y="78196"/>
                          </a:cubicBezTo>
                          <a:cubicBezTo>
                            <a:pt x="252961" y="81764"/>
                            <a:pt x="252961" y="85332"/>
                            <a:pt x="252961" y="88901"/>
                          </a:cubicBezTo>
                          <a:cubicBezTo>
                            <a:pt x="252961" y="92469"/>
                            <a:pt x="251772" y="96037"/>
                            <a:pt x="251772" y="99606"/>
                          </a:cubicBezTo>
                          <a:cubicBezTo>
                            <a:pt x="251772" y="103174"/>
                            <a:pt x="250582" y="106742"/>
                            <a:pt x="248203" y="109121"/>
                          </a:cubicBezTo>
                          <a:cubicBezTo>
                            <a:pt x="247014" y="110311"/>
                            <a:pt x="245824" y="111500"/>
                            <a:pt x="244635" y="111500"/>
                          </a:cubicBezTo>
                          <a:cubicBezTo>
                            <a:pt x="243445" y="111500"/>
                            <a:pt x="242256" y="109121"/>
                            <a:pt x="241066" y="109121"/>
                          </a:cubicBezTo>
                          <a:cubicBezTo>
                            <a:pt x="236309" y="105553"/>
                            <a:pt x="230362" y="103174"/>
                            <a:pt x="226793" y="97227"/>
                          </a:cubicBezTo>
                          <a:cubicBezTo>
                            <a:pt x="225604" y="93659"/>
                            <a:pt x="224414" y="90090"/>
                            <a:pt x="220846" y="88901"/>
                          </a:cubicBezTo>
                          <a:cubicBezTo>
                            <a:pt x="217278" y="87711"/>
                            <a:pt x="214899" y="86522"/>
                            <a:pt x="213710" y="81764"/>
                          </a:cubicBezTo>
                          <a:cubicBezTo>
                            <a:pt x="213710" y="80575"/>
                            <a:pt x="213710" y="78196"/>
                            <a:pt x="212520" y="77006"/>
                          </a:cubicBezTo>
                          <a:cubicBezTo>
                            <a:pt x="212520" y="75817"/>
                            <a:pt x="210141" y="74628"/>
                            <a:pt x="210141" y="73438"/>
                          </a:cubicBezTo>
                          <a:cubicBezTo>
                            <a:pt x="207762" y="71059"/>
                            <a:pt x="204194" y="69870"/>
                            <a:pt x="203005" y="67491"/>
                          </a:cubicBezTo>
                          <a:cubicBezTo>
                            <a:pt x="201815" y="66301"/>
                            <a:pt x="201815" y="62733"/>
                            <a:pt x="199436" y="62733"/>
                          </a:cubicBezTo>
                          <a:cubicBezTo>
                            <a:pt x="198247" y="60354"/>
                            <a:pt x="198247" y="55597"/>
                            <a:pt x="194678" y="55597"/>
                          </a:cubicBezTo>
                          <a:cubicBezTo>
                            <a:pt x="194678" y="57976"/>
                            <a:pt x="194678" y="59165"/>
                            <a:pt x="193489" y="60354"/>
                          </a:cubicBezTo>
                          <a:cubicBezTo>
                            <a:pt x="192300" y="62733"/>
                            <a:pt x="192300" y="62733"/>
                            <a:pt x="193489" y="65112"/>
                          </a:cubicBezTo>
                          <a:cubicBezTo>
                            <a:pt x="195868" y="67491"/>
                            <a:pt x="198247" y="69870"/>
                            <a:pt x="198247" y="73438"/>
                          </a:cubicBezTo>
                          <a:cubicBezTo>
                            <a:pt x="198247" y="75817"/>
                            <a:pt x="198247" y="77006"/>
                            <a:pt x="199436" y="78196"/>
                          </a:cubicBezTo>
                          <a:cubicBezTo>
                            <a:pt x="200626" y="79385"/>
                            <a:pt x="201815" y="80575"/>
                            <a:pt x="203005" y="81764"/>
                          </a:cubicBezTo>
                          <a:cubicBezTo>
                            <a:pt x="205383" y="84143"/>
                            <a:pt x="207762" y="85332"/>
                            <a:pt x="208952" y="87711"/>
                          </a:cubicBezTo>
                          <a:cubicBezTo>
                            <a:pt x="208952" y="87711"/>
                            <a:pt x="208952" y="87711"/>
                            <a:pt x="208952" y="87711"/>
                          </a:cubicBezTo>
                          <a:cubicBezTo>
                            <a:pt x="208952" y="87711"/>
                            <a:pt x="211331" y="88901"/>
                            <a:pt x="212520" y="92469"/>
                          </a:cubicBezTo>
                          <a:cubicBezTo>
                            <a:pt x="214899" y="96037"/>
                            <a:pt x="217278" y="99606"/>
                            <a:pt x="220846" y="100795"/>
                          </a:cubicBezTo>
                          <a:cubicBezTo>
                            <a:pt x="223225" y="105553"/>
                            <a:pt x="223225" y="110311"/>
                            <a:pt x="225604" y="115068"/>
                          </a:cubicBezTo>
                          <a:cubicBezTo>
                            <a:pt x="226793" y="117447"/>
                            <a:pt x="229172" y="118637"/>
                            <a:pt x="230362" y="119826"/>
                          </a:cubicBezTo>
                          <a:cubicBezTo>
                            <a:pt x="231551" y="122205"/>
                            <a:pt x="231551" y="124584"/>
                            <a:pt x="232741" y="126963"/>
                          </a:cubicBezTo>
                          <a:cubicBezTo>
                            <a:pt x="233930" y="129342"/>
                            <a:pt x="236309" y="130531"/>
                            <a:pt x="236309" y="132910"/>
                          </a:cubicBezTo>
                          <a:cubicBezTo>
                            <a:pt x="237498" y="135289"/>
                            <a:pt x="236309" y="138857"/>
                            <a:pt x="237498" y="141236"/>
                          </a:cubicBezTo>
                          <a:cubicBezTo>
                            <a:pt x="238688" y="142425"/>
                            <a:pt x="241066" y="143615"/>
                            <a:pt x="241066" y="145994"/>
                          </a:cubicBezTo>
                          <a:cubicBezTo>
                            <a:pt x="242256" y="148372"/>
                            <a:pt x="241066" y="150751"/>
                            <a:pt x="242256" y="153130"/>
                          </a:cubicBezTo>
                          <a:cubicBezTo>
                            <a:pt x="245824" y="161456"/>
                            <a:pt x="252961" y="168593"/>
                            <a:pt x="256529" y="176919"/>
                          </a:cubicBezTo>
                          <a:cubicBezTo>
                            <a:pt x="260097" y="185245"/>
                            <a:pt x="267234" y="192382"/>
                            <a:pt x="271992" y="199518"/>
                          </a:cubicBezTo>
                          <a:cubicBezTo>
                            <a:pt x="274371" y="203086"/>
                            <a:pt x="276749" y="206655"/>
                            <a:pt x="279128" y="210223"/>
                          </a:cubicBezTo>
                          <a:cubicBezTo>
                            <a:pt x="281507" y="212602"/>
                            <a:pt x="286265" y="217360"/>
                            <a:pt x="287455" y="219738"/>
                          </a:cubicBezTo>
                          <a:cubicBezTo>
                            <a:pt x="285076" y="218549"/>
                            <a:pt x="281507" y="219738"/>
                            <a:pt x="279128" y="220928"/>
                          </a:cubicBezTo>
                          <a:cubicBezTo>
                            <a:pt x="279128" y="224497"/>
                            <a:pt x="282697" y="228065"/>
                            <a:pt x="282697" y="231633"/>
                          </a:cubicBezTo>
                          <a:cubicBezTo>
                            <a:pt x="283886" y="236391"/>
                            <a:pt x="282697" y="239959"/>
                            <a:pt x="283886" y="244717"/>
                          </a:cubicBezTo>
                          <a:cubicBezTo>
                            <a:pt x="286265" y="251853"/>
                            <a:pt x="293402" y="261369"/>
                            <a:pt x="298159" y="250664"/>
                          </a:cubicBezTo>
                          <a:cubicBezTo>
                            <a:pt x="301728" y="251853"/>
                            <a:pt x="306485" y="258990"/>
                            <a:pt x="310054" y="261369"/>
                          </a:cubicBezTo>
                          <a:cubicBezTo>
                            <a:pt x="312432" y="263748"/>
                            <a:pt x="313622" y="264937"/>
                            <a:pt x="314812" y="267316"/>
                          </a:cubicBezTo>
                          <a:cubicBezTo>
                            <a:pt x="317191" y="268505"/>
                            <a:pt x="318380" y="269695"/>
                            <a:pt x="320759" y="270884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6" name="Freeform 1185">
                      <a:extLst>
                        <a:ext uri="{FF2B5EF4-FFF2-40B4-BE49-F238E27FC236}">
                          <a16:creationId xmlns:a16="http://schemas.microsoft.com/office/drawing/2014/main" id="{F9EFDD63-D263-16F1-5971-AFCFEDF37B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428" y="4053672"/>
                      <a:ext cx="294940" cy="255728"/>
                    </a:xfrm>
                    <a:custGeom>
                      <a:avLst/>
                      <a:gdLst>
                        <a:gd name="connsiteX0" fmla="*/ 281896 w 294940"/>
                        <a:gd name="connsiteY0" fmla="*/ 71366 h 255728"/>
                        <a:gd name="connsiteX1" fmla="*/ 272381 w 294940"/>
                        <a:gd name="connsiteY1" fmla="*/ 85639 h 255728"/>
                        <a:gd name="connsiteX2" fmla="*/ 265244 w 294940"/>
                        <a:gd name="connsiteY2" fmla="*/ 104670 h 255728"/>
                        <a:gd name="connsiteX3" fmla="*/ 262865 w 294940"/>
                        <a:gd name="connsiteY3" fmla="*/ 114185 h 255728"/>
                        <a:gd name="connsiteX4" fmla="*/ 254539 w 294940"/>
                        <a:gd name="connsiteY4" fmla="*/ 120133 h 255728"/>
                        <a:gd name="connsiteX5" fmla="*/ 253350 w 294940"/>
                        <a:gd name="connsiteY5" fmla="*/ 139164 h 255728"/>
                        <a:gd name="connsiteX6" fmla="*/ 239077 w 294940"/>
                        <a:gd name="connsiteY6" fmla="*/ 151058 h 255728"/>
                        <a:gd name="connsiteX7" fmla="*/ 233129 w 294940"/>
                        <a:gd name="connsiteY7" fmla="*/ 168900 h 255728"/>
                        <a:gd name="connsiteX8" fmla="*/ 210530 w 294940"/>
                        <a:gd name="connsiteY8" fmla="*/ 199825 h 255728"/>
                        <a:gd name="connsiteX9" fmla="*/ 195068 w 294940"/>
                        <a:gd name="connsiteY9" fmla="*/ 190310 h 255728"/>
                        <a:gd name="connsiteX10" fmla="*/ 186741 w 294940"/>
                        <a:gd name="connsiteY10" fmla="*/ 187931 h 255728"/>
                        <a:gd name="connsiteX11" fmla="*/ 176037 w 294940"/>
                        <a:gd name="connsiteY11" fmla="*/ 189120 h 255728"/>
                        <a:gd name="connsiteX12" fmla="*/ 158195 w 294940"/>
                        <a:gd name="connsiteY12" fmla="*/ 210530 h 255728"/>
                        <a:gd name="connsiteX13" fmla="*/ 148679 w 294940"/>
                        <a:gd name="connsiteY13" fmla="*/ 239076 h 255728"/>
                        <a:gd name="connsiteX14" fmla="*/ 147490 w 294940"/>
                        <a:gd name="connsiteY14" fmla="*/ 247402 h 255728"/>
                        <a:gd name="connsiteX15" fmla="*/ 139164 w 294940"/>
                        <a:gd name="connsiteY15" fmla="*/ 243834 h 255728"/>
                        <a:gd name="connsiteX16" fmla="*/ 122512 w 294940"/>
                        <a:gd name="connsiteY16" fmla="*/ 250971 h 255728"/>
                        <a:gd name="connsiteX17" fmla="*/ 102291 w 294940"/>
                        <a:gd name="connsiteY17" fmla="*/ 254539 h 255728"/>
                        <a:gd name="connsiteX18" fmla="*/ 79692 w 294940"/>
                        <a:gd name="connsiteY18" fmla="*/ 255729 h 255728"/>
                        <a:gd name="connsiteX19" fmla="*/ 63040 w 294940"/>
                        <a:gd name="connsiteY19" fmla="*/ 249781 h 255728"/>
                        <a:gd name="connsiteX20" fmla="*/ 61851 w 294940"/>
                        <a:gd name="connsiteY20" fmla="*/ 242645 h 255728"/>
                        <a:gd name="connsiteX21" fmla="*/ 57093 w 294940"/>
                        <a:gd name="connsiteY21" fmla="*/ 237887 h 255728"/>
                        <a:gd name="connsiteX22" fmla="*/ 53525 w 294940"/>
                        <a:gd name="connsiteY22" fmla="*/ 223614 h 255728"/>
                        <a:gd name="connsiteX23" fmla="*/ 35683 w 294940"/>
                        <a:gd name="connsiteY23" fmla="*/ 205772 h 255728"/>
                        <a:gd name="connsiteX24" fmla="*/ 20221 w 294940"/>
                        <a:gd name="connsiteY24" fmla="*/ 195067 h 255728"/>
                        <a:gd name="connsiteX25" fmla="*/ 10705 w 294940"/>
                        <a:gd name="connsiteY25" fmla="*/ 196257 h 255728"/>
                        <a:gd name="connsiteX26" fmla="*/ 0 w 294940"/>
                        <a:gd name="connsiteY26" fmla="*/ 196257 h 255728"/>
                        <a:gd name="connsiteX27" fmla="*/ 0 w 294940"/>
                        <a:gd name="connsiteY27" fmla="*/ 196257 h 255728"/>
                        <a:gd name="connsiteX28" fmla="*/ 0 w 294940"/>
                        <a:gd name="connsiteY28" fmla="*/ 161763 h 255728"/>
                        <a:gd name="connsiteX29" fmla="*/ 0 w 294940"/>
                        <a:gd name="connsiteY29" fmla="*/ 135596 h 255728"/>
                        <a:gd name="connsiteX30" fmla="*/ 11894 w 294940"/>
                        <a:gd name="connsiteY30" fmla="*/ 121322 h 255728"/>
                        <a:gd name="connsiteX31" fmla="*/ 26168 w 294940"/>
                        <a:gd name="connsiteY31" fmla="*/ 99912 h 255728"/>
                        <a:gd name="connsiteX32" fmla="*/ 28547 w 294940"/>
                        <a:gd name="connsiteY32" fmla="*/ 84450 h 255728"/>
                        <a:gd name="connsiteX33" fmla="*/ 22600 w 294940"/>
                        <a:gd name="connsiteY33" fmla="*/ 64229 h 255728"/>
                        <a:gd name="connsiteX34" fmla="*/ 22600 w 294940"/>
                        <a:gd name="connsiteY34" fmla="*/ 46388 h 255728"/>
                        <a:gd name="connsiteX35" fmla="*/ 22600 w 294940"/>
                        <a:gd name="connsiteY35" fmla="*/ 46388 h 255728"/>
                        <a:gd name="connsiteX36" fmla="*/ 20221 w 294940"/>
                        <a:gd name="connsiteY36" fmla="*/ 35683 h 255728"/>
                        <a:gd name="connsiteX37" fmla="*/ 32115 w 294940"/>
                        <a:gd name="connsiteY37" fmla="*/ 9515 h 255728"/>
                        <a:gd name="connsiteX38" fmla="*/ 59472 w 294940"/>
                        <a:gd name="connsiteY38" fmla="*/ 0 h 255728"/>
                        <a:gd name="connsiteX39" fmla="*/ 95155 w 294940"/>
                        <a:gd name="connsiteY39" fmla="*/ 16652 h 255728"/>
                        <a:gd name="connsiteX40" fmla="*/ 109428 w 294940"/>
                        <a:gd name="connsiteY40" fmla="*/ 19031 h 255728"/>
                        <a:gd name="connsiteX41" fmla="*/ 127270 w 294940"/>
                        <a:gd name="connsiteY41" fmla="*/ 14273 h 255728"/>
                        <a:gd name="connsiteX42" fmla="*/ 142732 w 294940"/>
                        <a:gd name="connsiteY42" fmla="*/ 23789 h 255728"/>
                        <a:gd name="connsiteX43" fmla="*/ 160574 w 294940"/>
                        <a:gd name="connsiteY43" fmla="*/ 28546 h 255728"/>
                        <a:gd name="connsiteX44" fmla="*/ 173658 w 294940"/>
                        <a:gd name="connsiteY44" fmla="*/ 23789 h 255728"/>
                        <a:gd name="connsiteX45" fmla="*/ 189120 w 294940"/>
                        <a:gd name="connsiteY45" fmla="*/ 15463 h 255728"/>
                        <a:gd name="connsiteX46" fmla="*/ 224804 w 294940"/>
                        <a:gd name="connsiteY46" fmla="*/ 17842 h 255728"/>
                        <a:gd name="connsiteX47" fmla="*/ 241456 w 294940"/>
                        <a:gd name="connsiteY47" fmla="*/ 17842 h 255728"/>
                        <a:gd name="connsiteX48" fmla="*/ 254539 w 294940"/>
                        <a:gd name="connsiteY48" fmla="*/ 10705 h 255728"/>
                        <a:gd name="connsiteX49" fmla="*/ 258108 w 294940"/>
                        <a:gd name="connsiteY49" fmla="*/ 13083 h 255728"/>
                        <a:gd name="connsiteX50" fmla="*/ 267623 w 294940"/>
                        <a:gd name="connsiteY50" fmla="*/ 3568 h 255728"/>
                        <a:gd name="connsiteX51" fmla="*/ 284275 w 294940"/>
                        <a:gd name="connsiteY51" fmla="*/ 24978 h 255728"/>
                        <a:gd name="connsiteX52" fmla="*/ 284275 w 294940"/>
                        <a:gd name="connsiteY52" fmla="*/ 33304 h 255728"/>
                        <a:gd name="connsiteX53" fmla="*/ 290222 w 294940"/>
                        <a:gd name="connsiteY53" fmla="*/ 46388 h 255728"/>
                        <a:gd name="connsiteX54" fmla="*/ 281896 w 294940"/>
                        <a:gd name="connsiteY54" fmla="*/ 71366 h 255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</a:cxnLst>
                      <a:rect l="l" t="t" r="r" b="b"/>
                      <a:pathLst>
                        <a:path w="294940" h="255728">
                          <a:moveTo>
                            <a:pt x="281896" y="71366"/>
                          </a:moveTo>
                          <a:cubicBezTo>
                            <a:pt x="280707" y="77313"/>
                            <a:pt x="275949" y="82071"/>
                            <a:pt x="272381" y="85639"/>
                          </a:cubicBezTo>
                          <a:cubicBezTo>
                            <a:pt x="267623" y="92776"/>
                            <a:pt x="266434" y="96344"/>
                            <a:pt x="265244" y="104670"/>
                          </a:cubicBezTo>
                          <a:cubicBezTo>
                            <a:pt x="264055" y="109428"/>
                            <a:pt x="265244" y="110617"/>
                            <a:pt x="262865" y="114185"/>
                          </a:cubicBezTo>
                          <a:cubicBezTo>
                            <a:pt x="261676" y="116564"/>
                            <a:pt x="255729" y="117754"/>
                            <a:pt x="254539" y="120133"/>
                          </a:cubicBezTo>
                          <a:cubicBezTo>
                            <a:pt x="252160" y="123701"/>
                            <a:pt x="250971" y="134406"/>
                            <a:pt x="253350" y="139164"/>
                          </a:cubicBezTo>
                          <a:cubicBezTo>
                            <a:pt x="247403" y="141543"/>
                            <a:pt x="241456" y="146300"/>
                            <a:pt x="239077" y="151058"/>
                          </a:cubicBezTo>
                          <a:cubicBezTo>
                            <a:pt x="235508" y="157005"/>
                            <a:pt x="236698" y="161763"/>
                            <a:pt x="233129" y="168900"/>
                          </a:cubicBezTo>
                          <a:cubicBezTo>
                            <a:pt x="225993" y="180794"/>
                            <a:pt x="221235" y="190310"/>
                            <a:pt x="210530" y="199825"/>
                          </a:cubicBezTo>
                          <a:cubicBezTo>
                            <a:pt x="206962" y="196257"/>
                            <a:pt x="198636" y="185552"/>
                            <a:pt x="195068" y="190310"/>
                          </a:cubicBezTo>
                          <a:cubicBezTo>
                            <a:pt x="190310" y="191499"/>
                            <a:pt x="189120" y="187931"/>
                            <a:pt x="186741" y="187931"/>
                          </a:cubicBezTo>
                          <a:cubicBezTo>
                            <a:pt x="183173" y="187931"/>
                            <a:pt x="179605" y="189120"/>
                            <a:pt x="176037" y="189120"/>
                          </a:cubicBezTo>
                          <a:cubicBezTo>
                            <a:pt x="177226" y="198635"/>
                            <a:pt x="160574" y="202204"/>
                            <a:pt x="158195" y="210530"/>
                          </a:cubicBezTo>
                          <a:cubicBezTo>
                            <a:pt x="154627" y="220045"/>
                            <a:pt x="159385" y="233129"/>
                            <a:pt x="148679" y="239076"/>
                          </a:cubicBezTo>
                          <a:cubicBezTo>
                            <a:pt x="148679" y="241455"/>
                            <a:pt x="147490" y="243834"/>
                            <a:pt x="147490" y="247402"/>
                          </a:cubicBezTo>
                          <a:cubicBezTo>
                            <a:pt x="145111" y="246213"/>
                            <a:pt x="141543" y="243834"/>
                            <a:pt x="139164" y="243834"/>
                          </a:cubicBezTo>
                          <a:cubicBezTo>
                            <a:pt x="139164" y="252160"/>
                            <a:pt x="127270" y="249781"/>
                            <a:pt x="122512" y="250971"/>
                          </a:cubicBezTo>
                          <a:cubicBezTo>
                            <a:pt x="116565" y="252160"/>
                            <a:pt x="109428" y="253350"/>
                            <a:pt x="102291" y="254539"/>
                          </a:cubicBezTo>
                          <a:cubicBezTo>
                            <a:pt x="95155" y="255729"/>
                            <a:pt x="86829" y="254539"/>
                            <a:pt x="79692" y="255729"/>
                          </a:cubicBezTo>
                          <a:cubicBezTo>
                            <a:pt x="73745" y="255729"/>
                            <a:pt x="66608" y="254539"/>
                            <a:pt x="63040" y="249781"/>
                          </a:cubicBezTo>
                          <a:cubicBezTo>
                            <a:pt x="60661" y="247402"/>
                            <a:pt x="61851" y="245023"/>
                            <a:pt x="61851" y="242645"/>
                          </a:cubicBezTo>
                          <a:cubicBezTo>
                            <a:pt x="60661" y="239076"/>
                            <a:pt x="58283" y="240266"/>
                            <a:pt x="57093" y="237887"/>
                          </a:cubicBezTo>
                          <a:cubicBezTo>
                            <a:pt x="54714" y="234318"/>
                            <a:pt x="55904" y="227182"/>
                            <a:pt x="53525" y="223614"/>
                          </a:cubicBezTo>
                          <a:cubicBezTo>
                            <a:pt x="49956" y="216477"/>
                            <a:pt x="44009" y="208151"/>
                            <a:pt x="35683" y="205772"/>
                          </a:cubicBezTo>
                          <a:cubicBezTo>
                            <a:pt x="33304" y="202204"/>
                            <a:pt x="24978" y="196257"/>
                            <a:pt x="20221" y="195067"/>
                          </a:cubicBezTo>
                          <a:cubicBezTo>
                            <a:pt x="17842" y="193878"/>
                            <a:pt x="14273" y="196257"/>
                            <a:pt x="10705" y="196257"/>
                          </a:cubicBezTo>
                          <a:cubicBezTo>
                            <a:pt x="7137" y="196257"/>
                            <a:pt x="3569" y="196257"/>
                            <a:pt x="0" y="196257"/>
                          </a:cubicBezTo>
                          <a:lnTo>
                            <a:pt x="0" y="196257"/>
                          </a:lnTo>
                          <a:cubicBezTo>
                            <a:pt x="0" y="184362"/>
                            <a:pt x="0" y="172468"/>
                            <a:pt x="0" y="161763"/>
                          </a:cubicBezTo>
                          <a:cubicBezTo>
                            <a:pt x="0" y="153437"/>
                            <a:pt x="0" y="143921"/>
                            <a:pt x="0" y="135596"/>
                          </a:cubicBezTo>
                          <a:cubicBezTo>
                            <a:pt x="0" y="126080"/>
                            <a:pt x="3569" y="124891"/>
                            <a:pt x="11894" y="121322"/>
                          </a:cubicBezTo>
                          <a:cubicBezTo>
                            <a:pt x="15463" y="112996"/>
                            <a:pt x="21410" y="107049"/>
                            <a:pt x="26168" y="99912"/>
                          </a:cubicBezTo>
                          <a:cubicBezTo>
                            <a:pt x="17842" y="95155"/>
                            <a:pt x="27357" y="90397"/>
                            <a:pt x="28547" y="84450"/>
                          </a:cubicBezTo>
                          <a:cubicBezTo>
                            <a:pt x="29736" y="79692"/>
                            <a:pt x="27357" y="65419"/>
                            <a:pt x="22600" y="64229"/>
                          </a:cubicBezTo>
                          <a:cubicBezTo>
                            <a:pt x="22600" y="58282"/>
                            <a:pt x="24978" y="49956"/>
                            <a:pt x="22600" y="46388"/>
                          </a:cubicBezTo>
                          <a:lnTo>
                            <a:pt x="22600" y="46388"/>
                          </a:lnTo>
                          <a:cubicBezTo>
                            <a:pt x="21410" y="42819"/>
                            <a:pt x="20221" y="40441"/>
                            <a:pt x="20221" y="35683"/>
                          </a:cubicBezTo>
                          <a:cubicBezTo>
                            <a:pt x="30925" y="28546"/>
                            <a:pt x="22600" y="16652"/>
                            <a:pt x="32115" y="9515"/>
                          </a:cubicBezTo>
                          <a:cubicBezTo>
                            <a:pt x="39252" y="3568"/>
                            <a:pt x="54714" y="8326"/>
                            <a:pt x="59472" y="0"/>
                          </a:cubicBezTo>
                          <a:cubicBezTo>
                            <a:pt x="70177" y="7136"/>
                            <a:pt x="84450" y="7136"/>
                            <a:pt x="95155" y="16652"/>
                          </a:cubicBezTo>
                          <a:cubicBezTo>
                            <a:pt x="101102" y="21410"/>
                            <a:pt x="101102" y="21410"/>
                            <a:pt x="109428" y="19031"/>
                          </a:cubicBezTo>
                          <a:cubicBezTo>
                            <a:pt x="112996" y="17842"/>
                            <a:pt x="123702" y="13083"/>
                            <a:pt x="127270" y="14273"/>
                          </a:cubicBezTo>
                          <a:cubicBezTo>
                            <a:pt x="132027" y="15463"/>
                            <a:pt x="136785" y="21410"/>
                            <a:pt x="142732" y="23789"/>
                          </a:cubicBezTo>
                          <a:cubicBezTo>
                            <a:pt x="148679" y="26167"/>
                            <a:pt x="154627" y="27357"/>
                            <a:pt x="160574" y="28546"/>
                          </a:cubicBezTo>
                          <a:cubicBezTo>
                            <a:pt x="170089" y="30925"/>
                            <a:pt x="167710" y="29736"/>
                            <a:pt x="173658" y="23789"/>
                          </a:cubicBezTo>
                          <a:cubicBezTo>
                            <a:pt x="178415" y="19031"/>
                            <a:pt x="183173" y="16652"/>
                            <a:pt x="189120" y="15463"/>
                          </a:cubicBezTo>
                          <a:cubicBezTo>
                            <a:pt x="202204" y="13083"/>
                            <a:pt x="211720" y="15463"/>
                            <a:pt x="224804" y="17842"/>
                          </a:cubicBezTo>
                          <a:cubicBezTo>
                            <a:pt x="230751" y="19031"/>
                            <a:pt x="235508" y="20220"/>
                            <a:pt x="241456" y="17842"/>
                          </a:cubicBezTo>
                          <a:cubicBezTo>
                            <a:pt x="246213" y="15463"/>
                            <a:pt x="248592" y="10705"/>
                            <a:pt x="254539" y="10705"/>
                          </a:cubicBezTo>
                          <a:cubicBezTo>
                            <a:pt x="255729" y="13083"/>
                            <a:pt x="255729" y="11894"/>
                            <a:pt x="258108" y="13083"/>
                          </a:cubicBezTo>
                          <a:cubicBezTo>
                            <a:pt x="259297" y="7136"/>
                            <a:pt x="262865" y="4758"/>
                            <a:pt x="267623" y="3568"/>
                          </a:cubicBezTo>
                          <a:cubicBezTo>
                            <a:pt x="271191" y="13083"/>
                            <a:pt x="275949" y="20220"/>
                            <a:pt x="284275" y="24978"/>
                          </a:cubicBezTo>
                          <a:cubicBezTo>
                            <a:pt x="284275" y="27357"/>
                            <a:pt x="284275" y="30925"/>
                            <a:pt x="284275" y="33304"/>
                          </a:cubicBezTo>
                          <a:cubicBezTo>
                            <a:pt x="284275" y="44009"/>
                            <a:pt x="285464" y="39251"/>
                            <a:pt x="290222" y="46388"/>
                          </a:cubicBezTo>
                          <a:cubicBezTo>
                            <a:pt x="299738" y="57093"/>
                            <a:pt x="293791" y="73745"/>
                            <a:pt x="281896" y="71366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7" name="Freeform 1186">
                      <a:extLst>
                        <a:ext uri="{FF2B5EF4-FFF2-40B4-BE49-F238E27FC236}">
                          <a16:creationId xmlns:a16="http://schemas.microsoft.com/office/drawing/2014/main" id="{3025ECC4-9525-75F2-9D19-7361873775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3805" y="3682568"/>
                      <a:ext cx="209833" cy="171278"/>
                    </a:xfrm>
                    <a:custGeom>
                      <a:avLst/>
                      <a:gdLst>
                        <a:gd name="connsiteX0" fmla="*/ 209833 w 209833"/>
                        <a:gd name="connsiteY0" fmla="*/ 10705 h 171278"/>
                        <a:gd name="connsiteX1" fmla="*/ 209833 w 209833"/>
                        <a:gd name="connsiteY1" fmla="*/ 45198 h 171278"/>
                        <a:gd name="connsiteX2" fmla="*/ 126573 w 209833"/>
                        <a:gd name="connsiteY2" fmla="*/ 45198 h 171278"/>
                        <a:gd name="connsiteX3" fmla="*/ 127762 w 209833"/>
                        <a:gd name="connsiteY3" fmla="*/ 104670 h 171278"/>
                        <a:gd name="connsiteX4" fmla="*/ 123004 w 209833"/>
                        <a:gd name="connsiteY4" fmla="*/ 111807 h 171278"/>
                        <a:gd name="connsiteX5" fmla="*/ 113489 w 209833"/>
                        <a:gd name="connsiteY5" fmla="*/ 112996 h 171278"/>
                        <a:gd name="connsiteX6" fmla="*/ 102784 w 209833"/>
                        <a:gd name="connsiteY6" fmla="*/ 126080 h 171278"/>
                        <a:gd name="connsiteX7" fmla="*/ 103974 w 209833"/>
                        <a:gd name="connsiteY7" fmla="*/ 170089 h 171278"/>
                        <a:gd name="connsiteX8" fmla="*/ 493 w 209833"/>
                        <a:gd name="connsiteY8" fmla="*/ 171279 h 171278"/>
                        <a:gd name="connsiteX9" fmla="*/ 493 w 209833"/>
                        <a:gd name="connsiteY9" fmla="*/ 170089 h 171278"/>
                        <a:gd name="connsiteX10" fmla="*/ 1682 w 209833"/>
                        <a:gd name="connsiteY10" fmla="*/ 159384 h 171278"/>
                        <a:gd name="connsiteX11" fmla="*/ 4061 w 209833"/>
                        <a:gd name="connsiteY11" fmla="*/ 148679 h 171278"/>
                        <a:gd name="connsiteX12" fmla="*/ 13577 w 209833"/>
                        <a:gd name="connsiteY12" fmla="*/ 139164 h 171278"/>
                        <a:gd name="connsiteX13" fmla="*/ 18334 w 209833"/>
                        <a:gd name="connsiteY13" fmla="*/ 128459 h 171278"/>
                        <a:gd name="connsiteX14" fmla="*/ 26660 w 209833"/>
                        <a:gd name="connsiteY14" fmla="*/ 116564 h 171278"/>
                        <a:gd name="connsiteX15" fmla="*/ 27850 w 209833"/>
                        <a:gd name="connsiteY15" fmla="*/ 107049 h 171278"/>
                        <a:gd name="connsiteX16" fmla="*/ 31418 w 209833"/>
                        <a:gd name="connsiteY16" fmla="*/ 97534 h 171278"/>
                        <a:gd name="connsiteX17" fmla="*/ 43312 w 209833"/>
                        <a:gd name="connsiteY17" fmla="*/ 85639 h 171278"/>
                        <a:gd name="connsiteX18" fmla="*/ 49260 w 209833"/>
                        <a:gd name="connsiteY18" fmla="*/ 78503 h 171278"/>
                        <a:gd name="connsiteX19" fmla="*/ 51638 w 209833"/>
                        <a:gd name="connsiteY19" fmla="*/ 68987 h 171278"/>
                        <a:gd name="connsiteX20" fmla="*/ 61154 w 209833"/>
                        <a:gd name="connsiteY20" fmla="*/ 55904 h 171278"/>
                        <a:gd name="connsiteX21" fmla="*/ 65912 w 209833"/>
                        <a:gd name="connsiteY21" fmla="*/ 51146 h 171278"/>
                        <a:gd name="connsiteX22" fmla="*/ 63533 w 209833"/>
                        <a:gd name="connsiteY22" fmla="*/ 41630 h 171278"/>
                        <a:gd name="connsiteX23" fmla="*/ 71859 w 209833"/>
                        <a:gd name="connsiteY23" fmla="*/ 38062 h 171278"/>
                        <a:gd name="connsiteX24" fmla="*/ 81374 w 209833"/>
                        <a:gd name="connsiteY24" fmla="*/ 28546 h 171278"/>
                        <a:gd name="connsiteX25" fmla="*/ 95648 w 209833"/>
                        <a:gd name="connsiteY25" fmla="*/ 22599 h 171278"/>
                        <a:gd name="connsiteX26" fmla="*/ 105163 w 209833"/>
                        <a:gd name="connsiteY26" fmla="*/ 0 h 171278"/>
                        <a:gd name="connsiteX27" fmla="*/ 105163 w 209833"/>
                        <a:gd name="connsiteY27" fmla="*/ 0 h 171278"/>
                        <a:gd name="connsiteX28" fmla="*/ 208644 w 209833"/>
                        <a:gd name="connsiteY28" fmla="*/ 0 h 171278"/>
                        <a:gd name="connsiteX29" fmla="*/ 209833 w 209833"/>
                        <a:gd name="connsiteY29" fmla="*/ 10705 h 171278"/>
                        <a:gd name="connsiteX30" fmla="*/ 209833 w 209833"/>
                        <a:gd name="connsiteY30" fmla="*/ 10705 h 171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</a:cxnLst>
                      <a:rect l="l" t="t" r="r" b="b"/>
                      <a:pathLst>
                        <a:path w="209833" h="171278">
                          <a:moveTo>
                            <a:pt x="209833" y="10705"/>
                          </a:moveTo>
                          <a:lnTo>
                            <a:pt x="209833" y="45198"/>
                          </a:lnTo>
                          <a:cubicBezTo>
                            <a:pt x="209833" y="45198"/>
                            <a:pt x="139657" y="45198"/>
                            <a:pt x="126573" y="45198"/>
                          </a:cubicBezTo>
                          <a:cubicBezTo>
                            <a:pt x="125383" y="65419"/>
                            <a:pt x="126573" y="85639"/>
                            <a:pt x="127762" y="104670"/>
                          </a:cubicBezTo>
                          <a:cubicBezTo>
                            <a:pt x="127762" y="109428"/>
                            <a:pt x="127762" y="110617"/>
                            <a:pt x="123004" y="111807"/>
                          </a:cubicBezTo>
                          <a:cubicBezTo>
                            <a:pt x="119436" y="112996"/>
                            <a:pt x="115868" y="112996"/>
                            <a:pt x="113489" y="112996"/>
                          </a:cubicBezTo>
                          <a:cubicBezTo>
                            <a:pt x="105163" y="114186"/>
                            <a:pt x="102784" y="116564"/>
                            <a:pt x="102784" y="126080"/>
                          </a:cubicBezTo>
                          <a:cubicBezTo>
                            <a:pt x="102784" y="133217"/>
                            <a:pt x="105163" y="162953"/>
                            <a:pt x="103974" y="170089"/>
                          </a:cubicBezTo>
                          <a:cubicBezTo>
                            <a:pt x="99216" y="170089"/>
                            <a:pt x="14766" y="171279"/>
                            <a:pt x="493" y="171279"/>
                          </a:cubicBezTo>
                          <a:cubicBezTo>
                            <a:pt x="493" y="171279"/>
                            <a:pt x="493" y="170089"/>
                            <a:pt x="493" y="170089"/>
                          </a:cubicBezTo>
                          <a:cubicBezTo>
                            <a:pt x="-697" y="166521"/>
                            <a:pt x="493" y="162953"/>
                            <a:pt x="1682" y="159384"/>
                          </a:cubicBezTo>
                          <a:cubicBezTo>
                            <a:pt x="2872" y="155816"/>
                            <a:pt x="2872" y="152248"/>
                            <a:pt x="4061" y="148679"/>
                          </a:cubicBezTo>
                          <a:cubicBezTo>
                            <a:pt x="10008" y="146300"/>
                            <a:pt x="11198" y="143922"/>
                            <a:pt x="13577" y="139164"/>
                          </a:cubicBezTo>
                          <a:cubicBezTo>
                            <a:pt x="14766" y="135596"/>
                            <a:pt x="23092" y="129648"/>
                            <a:pt x="18334" y="128459"/>
                          </a:cubicBezTo>
                          <a:cubicBezTo>
                            <a:pt x="18334" y="124891"/>
                            <a:pt x="24281" y="120133"/>
                            <a:pt x="26660" y="116564"/>
                          </a:cubicBezTo>
                          <a:cubicBezTo>
                            <a:pt x="29039" y="112996"/>
                            <a:pt x="27850" y="111807"/>
                            <a:pt x="27850" y="107049"/>
                          </a:cubicBezTo>
                          <a:cubicBezTo>
                            <a:pt x="27850" y="104670"/>
                            <a:pt x="30229" y="101102"/>
                            <a:pt x="31418" y="97534"/>
                          </a:cubicBezTo>
                          <a:cubicBezTo>
                            <a:pt x="34986" y="91587"/>
                            <a:pt x="38555" y="90397"/>
                            <a:pt x="43312" y="85639"/>
                          </a:cubicBezTo>
                          <a:cubicBezTo>
                            <a:pt x="44502" y="84450"/>
                            <a:pt x="48070" y="80881"/>
                            <a:pt x="49260" y="78503"/>
                          </a:cubicBezTo>
                          <a:cubicBezTo>
                            <a:pt x="50449" y="76124"/>
                            <a:pt x="50449" y="71366"/>
                            <a:pt x="51638" y="68987"/>
                          </a:cubicBezTo>
                          <a:cubicBezTo>
                            <a:pt x="54017" y="65419"/>
                            <a:pt x="58775" y="57093"/>
                            <a:pt x="61154" y="55904"/>
                          </a:cubicBezTo>
                          <a:cubicBezTo>
                            <a:pt x="61154" y="55904"/>
                            <a:pt x="62343" y="54714"/>
                            <a:pt x="65912" y="51146"/>
                          </a:cubicBezTo>
                          <a:cubicBezTo>
                            <a:pt x="68291" y="47577"/>
                            <a:pt x="64722" y="45198"/>
                            <a:pt x="63533" y="41630"/>
                          </a:cubicBezTo>
                          <a:cubicBezTo>
                            <a:pt x="65912" y="40441"/>
                            <a:pt x="69480" y="38062"/>
                            <a:pt x="71859" y="38062"/>
                          </a:cubicBezTo>
                          <a:cubicBezTo>
                            <a:pt x="71859" y="30925"/>
                            <a:pt x="76616" y="30925"/>
                            <a:pt x="81374" y="28546"/>
                          </a:cubicBezTo>
                          <a:cubicBezTo>
                            <a:pt x="84943" y="26168"/>
                            <a:pt x="95648" y="24978"/>
                            <a:pt x="95648" y="22599"/>
                          </a:cubicBezTo>
                          <a:cubicBezTo>
                            <a:pt x="94458" y="13084"/>
                            <a:pt x="99216" y="5947"/>
                            <a:pt x="105163" y="0"/>
                          </a:cubicBezTo>
                          <a:cubicBezTo>
                            <a:pt x="105163" y="0"/>
                            <a:pt x="105163" y="0"/>
                            <a:pt x="105163" y="0"/>
                          </a:cubicBezTo>
                          <a:cubicBezTo>
                            <a:pt x="105163" y="0"/>
                            <a:pt x="181287" y="0"/>
                            <a:pt x="208644" y="0"/>
                          </a:cubicBezTo>
                          <a:lnTo>
                            <a:pt x="209833" y="10705"/>
                          </a:lnTo>
                          <a:cubicBezTo>
                            <a:pt x="209833" y="10705"/>
                            <a:pt x="209833" y="10705"/>
                            <a:pt x="209833" y="1070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8" name="Freeform 1187">
                      <a:extLst>
                        <a:ext uri="{FF2B5EF4-FFF2-40B4-BE49-F238E27FC236}">
                          <a16:creationId xmlns:a16="http://schemas.microsoft.com/office/drawing/2014/main" id="{078DDC49-EC68-C236-35FB-62F56EF61B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07519" y="2904354"/>
                      <a:ext cx="428196" cy="268964"/>
                    </a:xfrm>
                    <a:custGeom>
                      <a:avLst/>
                      <a:gdLst>
                        <a:gd name="connsiteX0" fmla="*/ 423439 w 428196"/>
                        <a:gd name="connsiteY0" fmla="*/ 103805 h 268964"/>
                        <a:gd name="connsiteX1" fmla="*/ 421060 w 428196"/>
                        <a:gd name="connsiteY1" fmla="*/ 106184 h 268964"/>
                        <a:gd name="connsiteX2" fmla="*/ 418681 w 428196"/>
                        <a:gd name="connsiteY2" fmla="*/ 109752 h 268964"/>
                        <a:gd name="connsiteX3" fmla="*/ 413924 w 428196"/>
                        <a:gd name="connsiteY3" fmla="*/ 109752 h 268964"/>
                        <a:gd name="connsiteX4" fmla="*/ 413924 w 428196"/>
                        <a:gd name="connsiteY4" fmla="*/ 121647 h 268964"/>
                        <a:gd name="connsiteX5" fmla="*/ 421060 w 428196"/>
                        <a:gd name="connsiteY5" fmla="*/ 129973 h 268964"/>
                        <a:gd name="connsiteX6" fmla="*/ 417492 w 428196"/>
                        <a:gd name="connsiteY6" fmla="*/ 140677 h 268964"/>
                        <a:gd name="connsiteX7" fmla="*/ 418681 w 428196"/>
                        <a:gd name="connsiteY7" fmla="*/ 149004 h 268964"/>
                        <a:gd name="connsiteX8" fmla="*/ 415113 w 428196"/>
                        <a:gd name="connsiteY8" fmla="*/ 151382 h 268964"/>
                        <a:gd name="connsiteX9" fmla="*/ 412734 w 428196"/>
                        <a:gd name="connsiteY9" fmla="*/ 153761 h 268964"/>
                        <a:gd name="connsiteX10" fmla="*/ 402029 w 428196"/>
                        <a:gd name="connsiteY10" fmla="*/ 153761 h 268964"/>
                        <a:gd name="connsiteX11" fmla="*/ 398461 w 428196"/>
                        <a:gd name="connsiteY11" fmla="*/ 160898 h 268964"/>
                        <a:gd name="connsiteX12" fmla="*/ 392514 w 428196"/>
                        <a:gd name="connsiteY12" fmla="*/ 165656 h 268964"/>
                        <a:gd name="connsiteX13" fmla="*/ 391324 w 428196"/>
                        <a:gd name="connsiteY13" fmla="*/ 172792 h 268964"/>
                        <a:gd name="connsiteX14" fmla="*/ 392514 w 428196"/>
                        <a:gd name="connsiteY14" fmla="*/ 176360 h 268964"/>
                        <a:gd name="connsiteX15" fmla="*/ 393703 w 428196"/>
                        <a:gd name="connsiteY15" fmla="*/ 176360 h 268964"/>
                        <a:gd name="connsiteX16" fmla="*/ 380619 w 428196"/>
                        <a:gd name="connsiteY16" fmla="*/ 176360 h 268964"/>
                        <a:gd name="connsiteX17" fmla="*/ 363967 w 428196"/>
                        <a:gd name="connsiteY17" fmla="*/ 184687 h 268964"/>
                        <a:gd name="connsiteX18" fmla="*/ 358020 w 428196"/>
                        <a:gd name="connsiteY18" fmla="*/ 187065 h 268964"/>
                        <a:gd name="connsiteX19" fmla="*/ 350883 w 428196"/>
                        <a:gd name="connsiteY19" fmla="*/ 194202 h 268964"/>
                        <a:gd name="connsiteX20" fmla="*/ 343747 w 428196"/>
                        <a:gd name="connsiteY20" fmla="*/ 195391 h 268964"/>
                        <a:gd name="connsiteX21" fmla="*/ 340178 w 428196"/>
                        <a:gd name="connsiteY21" fmla="*/ 197770 h 268964"/>
                        <a:gd name="connsiteX22" fmla="*/ 334231 w 428196"/>
                        <a:gd name="connsiteY22" fmla="*/ 195391 h 268964"/>
                        <a:gd name="connsiteX23" fmla="*/ 329474 w 428196"/>
                        <a:gd name="connsiteY23" fmla="*/ 196581 h 268964"/>
                        <a:gd name="connsiteX24" fmla="*/ 321147 w 428196"/>
                        <a:gd name="connsiteY24" fmla="*/ 193013 h 268964"/>
                        <a:gd name="connsiteX25" fmla="*/ 318769 w 428196"/>
                        <a:gd name="connsiteY25" fmla="*/ 190634 h 268964"/>
                        <a:gd name="connsiteX26" fmla="*/ 322337 w 428196"/>
                        <a:gd name="connsiteY26" fmla="*/ 198960 h 268964"/>
                        <a:gd name="connsiteX27" fmla="*/ 311632 w 428196"/>
                        <a:gd name="connsiteY27" fmla="*/ 209665 h 268964"/>
                        <a:gd name="connsiteX28" fmla="*/ 312822 w 428196"/>
                        <a:gd name="connsiteY28" fmla="*/ 200149 h 268964"/>
                        <a:gd name="connsiteX29" fmla="*/ 300927 w 428196"/>
                        <a:gd name="connsiteY29" fmla="*/ 213233 h 268964"/>
                        <a:gd name="connsiteX30" fmla="*/ 283086 w 428196"/>
                        <a:gd name="connsiteY30" fmla="*/ 212044 h 268964"/>
                        <a:gd name="connsiteX31" fmla="*/ 296170 w 428196"/>
                        <a:gd name="connsiteY31" fmla="*/ 219180 h 268964"/>
                        <a:gd name="connsiteX32" fmla="*/ 303306 w 428196"/>
                        <a:gd name="connsiteY32" fmla="*/ 222749 h 268964"/>
                        <a:gd name="connsiteX33" fmla="*/ 300927 w 428196"/>
                        <a:gd name="connsiteY33" fmla="*/ 227506 h 268964"/>
                        <a:gd name="connsiteX34" fmla="*/ 305685 w 428196"/>
                        <a:gd name="connsiteY34" fmla="*/ 227506 h 268964"/>
                        <a:gd name="connsiteX35" fmla="*/ 306874 w 428196"/>
                        <a:gd name="connsiteY35" fmla="*/ 229885 h 268964"/>
                        <a:gd name="connsiteX36" fmla="*/ 321147 w 428196"/>
                        <a:gd name="connsiteY36" fmla="*/ 239401 h 268964"/>
                        <a:gd name="connsiteX37" fmla="*/ 311632 w 428196"/>
                        <a:gd name="connsiteY37" fmla="*/ 225127 h 268964"/>
                        <a:gd name="connsiteX38" fmla="*/ 308064 w 428196"/>
                        <a:gd name="connsiteY38" fmla="*/ 222749 h 268964"/>
                        <a:gd name="connsiteX39" fmla="*/ 305685 w 428196"/>
                        <a:gd name="connsiteY39" fmla="*/ 214423 h 268964"/>
                        <a:gd name="connsiteX40" fmla="*/ 309253 w 428196"/>
                        <a:gd name="connsiteY40" fmla="*/ 214423 h 268964"/>
                        <a:gd name="connsiteX41" fmla="*/ 321147 w 428196"/>
                        <a:gd name="connsiteY41" fmla="*/ 232264 h 268964"/>
                        <a:gd name="connsiteX42" fmla="*/ 329474 w 428196"/>
                        <a:gd name="connsiteY42" fmla="*/ 238211 h 268964"/>
                        <a:gd name="connsiteX43" fmla="*/ 337800 w 428196"/>
                        <a:gd name="connsiteY43" fmla="*/ 238211 h 268964"/>
                        <a:gd name="connsiteX44" fmla="*/ 340178 w 428196"/>
                        <a:gd name="connsiteY44" fmla="*/ 233453 h 268964"/>
                        <a:gd name="connsiteX45" fmla="*/ 355641 w 428196"/>
                        <a:gd name="connsiteY45" fmla="*/ 232264 h 268964"/>
                        <a:gd name="connsiteX46" fmla="*/ 350883 w 428196"/>
                        <a:gd name="connsiteY46" fmla="*/ 238211 h 268964"/>
                        <a:gd name="connsiteX47" fmla="*/ 350883 w 428196"/>
                        <a:gd name="connsiteY47" fmla="*/ 246537 h 268964"/>
                        <a:gd name="connsiteX48" fmla="*/ 336610 w 428196"/>
                        <a:gd name="connsiteY48" fmla="*/ 247727 h 268964"/>
                        <a:gd name="connsiteX49" fmla="*/ 328284 w 428196"/>
                        <a:gd name="connsiteY49" fmla="*/ 248916 h 268964"/>
                        <a:gd name="connsiteX50" fmla="*/ 324716 w 428196"/>
                        <a:gd name="connsiteY50" fmla="*/ 253674 h 268964"/>
                        <a:gd name="connsiteX51" fmla="*/ 305685 w 428196"/>
                        <a:gd name="connsiteY51" fmla="*/ 263189 h 268964"/>
                        <a:gd name="connsiteX52" fmla="*/ 292601 w 428196"/>
                        <a:gd name="connsiteY52" fmla="*/ 266758 h 268964"/>
                        <a:gd name="connsiteX53" fmla="*/ 279517 w 428196"/>
                        <a:gd name="connsiteY53" fmla="*/ 267947 h 268964"/>
                        <a:gd name="connsiteX54" fmla="*/ 277139 w 428196"/>
                        <a:gd name="connsiteY54" fmla="*/ 260810 h 268964"/>
                        <a:gd name="connsiteX55" fmla="*/ 262865 w 428196"/>
                        <a:gd name="connsiteY55" fmla="*/ 238211 h 268964"/>
                        <a:gd name="connsiteX56" fmla="*/ 261676 w 428196"/>
                        <a:gd name="connsiteY56" fmla="*/ 241779 h 268964"/>
                        <a:gd name="connsiteX57" fmla="*/ 258108 w 428196"/>
                        <a:gd name="connsiteY57" fmla="*/ 241779 h 268964"/>
                        <a:gd name="connsiteX58" fmla="*/ 267623 w 428196"/>
                        <a:gd name="connsiteY58" fmla="*/ 228696 h 268964"/>
                        <a:gd name="connsiteX59" fmla="*/ 280707 w 428196"/>
                        <a:gd name="connsiteY59" fmla="*/ 221559 h 268964"/>
                        <a:gd name="connsiteX60" fmla="*/ 277139 w 428196"/>
                        <a:gd name="connsiteY60" fmla="*/ 220370 h 268964"/>
                        <a:gd name="connsiteX61" fmla="*/ 277139 w 428196"/>
                        <a:gd name="connsiteY61" fmla="*/ 214423 h 268964"/>
                        <a:gd name="connsiteX62" fmla="*/ 262865 w 428196"/>
                        <a:gd name="connsiteY62" fmla="*/ 212044 h 268964"/>
                        <a:gd name="connsiteX63" fmla="*/ 246213 w 428196"/>
                        <a:gd name="connsiteY63" fmla="*/ 210854 h 268964"/>
                        <a:gd name="connsiteX64" fmla="*/ 241456 w 428196"/>
                        <a:gd name="connsiteY64" fmla="*/ 209665 h 268964"/>
                        <a:gd name="connsiteX65" fmla="*/ 225993 w 428196"/>
                        <a:gd name="connsiteY65" fmla="*/ 201339 h 268964"/>
                        <a:gd name="connsiteX66" fmla="*/ 239077 w 428196"/>
                        <a:gd name="connsiteY66" fmla="*/ 198960 h 268964"/>
                        <a:gd name="connsiteX67" fmla="*/ 250971 w 428196"/>
                        <a:gd name="connsiteY67" fmla="*/ 195391 h 268964"/>
                        <a:gd name="connsiteX68" fmla="*/ 242645 w 428196"/>
                        <a:gd name="connsiteY68" fmla="*/ 195391 h 268964"/>
                        <a:gd name="connsiteX69" fmla="*/ 237887 w 428196"/>
                        <a:gd name="connsiteY69" fmla="*/ 191823 h 268964"/>
                        <a:gd name="connsiteX70" fmla="*/ 227182 w 428196"/>
                        <a:gd name="connsiteY70" fmla="*/ 197770 h 268964"/>
                        <a:gd name="connsiteX71" fmla="*/ 223614 w 428196"/>
                        <a:gd name="connsiteY71" fmla="*/ 193013 h 268964"/>
                        <a:gd name="connsiteX72" fmla="*/ 217667 w 428196"/>
                        <a:gd name="connsiteY72" fmla="*/ 200149 h 268964"/>
                        <a:gd name="connsiteX73" fmla="*/ 210530 w 428196"/>
                        <a:gd name="connsiteY73" fmla="*/ 203717 h 268964"/>
                        <a:gd name="connsiteX74" fmla="*/ 202204 w 428196"/>
                        <a:gd name="connsiteY74" fmla="*/ 216801 h 268964"/>
                        <a:gd name="connsiteX75" fmla="*/ 189120 w 428196"/>
                        <a:gd name="connsiteY75" fmla="*/ 231075 h 268964"/>
                        <a:gd name="connsiteX76" fmla="*/ 189120 w 428196"/>
                        <a:gd name="connsiteY76" fmla="*/ 245348 h 268964"/>
                        <a:gd name="connsiteX77" fmla="*/ 189120 w 428196"/>
                        <a:gd name="connsiteY77" fmla="*/ 245348 h 268964"/>
                        <a:gd name="connsiteX78" fmla="*/ 168900 w 428196"/>
                        <a:gd name="connsiteY78" fmla="*/ 241779 h 268964"/>
                        <a:gd name="connsiteX79" fmla="*/ 153437 w 428196"/>
                        <a:gd name="connsiteY79" fmla="*/ 233453 h 268964"/>
                        <a:gd name="connsiteX80" fmla="*/ 153437 w 428196"/>
                        <a:gd name="connsiteY80" fmla="*/ 233453 h 268964"/>
                        <a:gd name="connsiteX81" fmla="*/ 153437 w 428196"/>
                        <a:gd name="connsiteY81" fmla="*/ 232264 h 268964"/>
                        <a:gd name="connsiteX82" fmla="*/ 165332 w 428196"/>
                        <a:gd name="connsiteY82" fmla="*/ 220370 h 268964"/>
                        <a:gd name="connsiteX83" fmla="*/ 171279 w 428196"/>
                        <a:gd name="connsiteY83" fmla="*/ 212044 h 268964"/>
                        <a:gd name="connsiteX84" fmla="*/ 170089 w 428196"/>
                        <a:gd name="connsiteY84" fmla="*/ 203717 h 268964"/>
                        <a:gd name="connsiteX85" fmla="*/ 179605 w 428196"/>
                        <a:gd name="connsiteY85" fmla="*/ 200149 h 268964"/>
                        <a:gd name="connsiteX86" fmla="*/ 192689 w 428196"/>
                        <a:gd name="connsiteY86" fmla="*/ 202528 h 268964"/>
                        <a:gd name="connsiteX87" fmla="*/ 191499 w 428196"/>
                        <a:gd name="connsiteY87" fmla="*/ 190634 h 268964"/>
                        <a:gd name="connsiteX88" fmla="*/ 184362 w 428196"/>
                        <a:gd name="connsiteY88" fmla="*/ 184687 h 268964"/>
                        <a:gd name="connsiteX89" fmla="*/ 173658 w 428196"/>
                        <a:gd name="connsiteY89" fmla="*/ 173982 h 268964"/>
                        <a:gd name="connsiteX90" fmla="*/ 170089 w 428196"/>
                        <a:gd name="connsiteY90" fmla="*/ 158519 h 268964"/>
                        <a:gd name="connsiteX91" fmla="*/ 160574 w 428196"/>
                        <a:gd name="connsiteY91" fmla="*/ 152572 h 268964"/>
                        <a:gd name="connsiteX92" fmla="*/ 152248 w 428196"/>
                        <a:gd name="connsiteY92" fmla="*/ 146625 h 268964"/>
                        <a:gd name="connsiteX93" fmla="*/ 152248 w 428196"/>
                        <a:gd name="connsiteY93" fmla="*/ 149004 h 268964"/>
                        <a:gd name="connsiteX94" fmla="*/ 132027 w 428196"/>
                        <a:gd name="connsiteY94" fmla="*/ 140677 h 268964"/>
                        <a:gd name="connsiteX95" fmla="*/ 122512 w 428196"/>
                        <a:gd name="connsiteY95" fmla="*/ 135920 h 268964"/>
                        <a:gd name="connsiteX96" fmla="*/ 112996 w 428196"/>
                        <a:gd name="connsiteY96" fmla="*/ 139488 h 268964"/>
                        <a:gd name="connsiteX97" fmla="*/ 108239 w 428196"/>
                        <a:gd name="connsiteY97" fmla="*/ 135920 h 268964"/>
                        <a:gd name="connsiteX98" fmla="*/ 104671 w 428196"/>
                        <a:gd name="connsiteY98" fmla="*/ 152572 h 268964"/>
                        <a:gd name="connsiteX99" fmla="*/ 101102 w 428196"/>
                        <a:gd name="connsiteY99" fmla="*/ 156140 h 268964"/>
                        <a:gd name="connsiteX100" fmla="*/ 79692 w 428196"/>
                        <a:gd name="connsiteY100" fmla="*/ 160898 h 268964"/>
                        <a:gd name="connsiteX101" fmla="*/ 59472 w 428196"/>
                        <a:gd name="connsiteY101" fmla="*/ 168034 h 268964"/>
                        <a:gd name="connsiteX102" fmla="*/ 49956 w 428196"/>
                        <a:gd name="connsiteY102" fmla="*/ 164466 h 268964"/>
                        <a:gd name="connsiteX103" fmla="*/ 41630 w 428196"/>
                        <a:gd name="connsiteY103" fmla="*/ 158519 h 268964"/>
                        <a:gd name="connsiteX104" fmla="*/ 33304 w 428196"/>
                        <a:gd name="connsiteY104" fmla="*/ 158519 h 268964"/>
                        <a:gd name="connsiteX105" fmla="*/ 28547 w 428196"/>
                        <a:gd name="connsiteY105" fmla="*/ 153761 h 268964"/>
                        <a:gd name="connsiteX106" fmla="*/ 14273 w 428196"/>
                        <a:gd name="connsiteY106" fmla="*/ 156140 h 268964"/>
                        <a:gd name="connsiteX107" fmla="*/ 14273 w 428196"/>
                        <a:gd name="connsiteY107" fmla="*/ 156140 h 268964"/>
                        <a:gd name="connsiteX108" fmla="*/ 0 w 428196"/>
                        <a:gd name="connsiteY108" fmla="*/ 141867 h 268964"/>
                        <a:gd name="connsiteX109" fmla="*/ 0 w 428196"/>
                        <a:gd name="connsiteY109" fmla="*/ 140677 h 268964"/>
                        <a:gd name="connsiteX110" fmla="*/ 3569 w 428196"/>
                        <a:gd name="connsiteY110" fmla="*/ 129973 h 268964"/>
                        <a:gd name="connsiteX111" fmla="*/ 7137 w 428196"/>
                        <a:gd name="connsiteY111" fmla="*/ 121647 h 268964"/>
                        <a:gd name="connsiteX112" fmla="*/ 10705 w 428196"/>
                        <a:gd name="connsiteY112" fmla="*/ 120457 h 268964"/>
                        <a:gd name="connsiteX113" fmla="*/ 19031 w 428196"/>
                        <a:gd name="connsiteY113" fmla="*/ 97858 h 268964"/>
                        <a:gd name="connsiteX114" fmla="*/ 22600 w 428196"/>
                        <a:gd name="connsiteY114" fmla="*/ 93100 h 268964"/>
                        <a:gd name="connsiteX115" fmla="*/ 27357 w 428196"/>
                        <a:gd name="connsiteY115" fmla="*/ 90721 h 268964"/>
                        <a:gd name="connsiteX116" fmla="*/ 30925 w 428196"/>
                        <a:gd name="connsiteY116" fmla="*/ 78827 h 268964"/>
                        <a:gd name="connsiteX117" fmla="*/ 40441 w 428196"/>
                        <a:gd name="connsiteY117" fmla="*/ 72880 h 268964"/>
                        <a:gd name="connsiteX118" fmla="*/ 40441 w 428196"/>
                        <a:gd name="connsiteY118" fmla="*/ 59796 h 268964"/>
                        <a:gd name="connsiteX119" fmla="*/ 40441 w 428196"/>
                        <a:gd name="connsiteY119" fmla="*/ 57417 h 268964"/>
                        <a:gd name="connsiteX120" fmla="*/ 28547 w 428196"/>
                        <a:gd name="connsiteY120" fmla="*/ 25302 h 268964"/>
                        <a:gd name="connsiteX121" fmla="*/ 29736 w 428196"/>
                        <a:gd name="connsiteY121" fmla="*/ 25302 h 268964"/>
                        <a:gd name="connsiteX122" fmla="*/ 34494 w 428196"/>
                        <a:gd name="connsiteY122" fmla="*/ 26492 h 268964"/>
                        <a:gd name="connsiteX123" fmla="*/ 38062 w 428196"/>
                        <a:gd name="connsiteY123" fmla="*/ 27681 h 268964"/>
                        <a:gd name="connsiteX124" fmla="*/ 57093 w 428196"/>
                        <a:gd name="connsiteY124" fmla="*/ 24113 h 268964"/>
                        <a:gd name="connsiteX125" fmla="*/ 73745 w 428196"/>
                        <a:gd name="connsiteY125" fmla="*/ 18166 h 268964"/>
                        <a:gd name="connsiteX126" fmla="*/ 78503 w 428196"/>
                        <a:gd name="connsiteY126" fmla="*/ 18166 h 268964"/>
                        <a:gd name="connsiteX127" fmla="*/ 85639 w 428196"/>
                        <a:gd name="connsiteY127" fmla="*/ 21734 h 268964"/>
                        <a:gd name="connsiteX128" fmla="*/ 96344 w 428196"/>
                        <a:gd name="connsiteY128" fmla="*/ 21734 h 268964"/>
                        <a:gd name="connsiteX129" fmla="*/ 103481 w 428196"/>
                        <a:gd name="connsiteY129" fmla="*/ 26492 h 268964"/>
                        <a:gd name="connsiteX130" fmla="*/ 110618 w 428196"/>
                        <a:gd name="connsiteY130" fmla="*/ 27681 h 268964"/>
                        <a:gd name="connsiteX131" fmla="*/ 121323 w 428196"/>
                        <a:gd name="connsiteY131" fmla="*/ 30060 h 268964"/>
                        <a:gd name="connsiteX132" fmla="*/ 130838 w 428196"/>
                        <a:gd name="connsiteY132" fmla="*/ 28871 h 268964"/>
                        <a:gd name="connsiteX133" fmla="*/ 148679 w 428196"/>
                        <a:gd name="connsiteY133" fmla="*/ 27681 h 268964"/>
                        <a:gd name="connsiteX134" fmla="*/ 155816 w 428196"/>
                        <a:gd name="connsiteY134" fmla="*/ 32439 h 268964"/>
                        <a:gd name="connsiteX135" fmla="*/ 165332 w 428196"/>
                        <a:gd name="connsiteY135" fmla="*/ 27681 h 268964"/>
                        <a:gd name="connsiteX136" fmla="*/ 170089 w 428196"/>
                        <a:gd name="connsiteY136" fmla="*/ 28871 h 268964"/>
                        <a:gd name="connsiteX137" fmla="*/ 176037 w 428196"/>
                        <a:gd name="connsiteY137" fmla="*/ 27681 h 268964"/>
                        <a:gd name="connsiteX138" fmla="*/ 187931 w 428196"/>
                        <a:gd name="connsiteY138" fmla="*/ 28871 h 268964"/>
                        <a:gd name="connsiteX139" fmla="*/ 187931 w 428196"/>
                        <a:gd name="connsiteY139" fmla="*/ 21734 h 268964"/>
                        <a:gd name="connsiteX140" fmla="*/ 191499 w 428196"/>
                        <a:gd name="connsiteY140" fmla="*/ 15787 h 268964"/>
                        <a:gd name="connsiteX141" fmla="*/ 204583 w 428196"/>
                        <a:gd name="connsiteY141" fmla="*/ 11029 h 268964"/>
                        <a:gd name="connsiteX142" fmla="*/ 211720 w 428196"/>
                        <a:gd name="connsiteY142" fmla="*/ 8650 h 268964"/>
                        <a:gd name="connsiteX143" fmla="*/ 211720 w 428196"/>
                        <a:gd name="connsiteY143" fmla="*/ 9840 h 268964"/>
                        <a:gd name="connsiteX144" fmla="*/ 217667 w 428196"/>
                        <a:gd name="connsiteY144" fmla="*/ 9840 h 268964"/>
                        <a:gd name="connsiteX145" fmla="*/ 221235 w 428196"/>
                        <a:gd name="connsiteY145" fmla="*/ 9840 h 268964"/>
                        <a:gd name="connsiteX146" fmla="*/ 221235 w 428196"/>
                        <a:gd name="connsiteY146" fmla="*/ 2703 h 268964"/>
                        <a:gd name="connsiteX147" fmla="*/ 225993 w 428196"/>
                        <a:gd name="connsiteY147" fmla="*/ 324 h 268964"/>
                        <a:gd name="connsiteX148" fmla="*/ 239077 w 428196"/>
                        <a:gd name="connsiteY148" fmla="*/ 5082 h 268964"/>
                        <a:gd name="connsiteX149" fmla="*/ 253350 w 428196"/>
                        <a:gd name="connsiteY149" fmla="*/ 3892 h 268964"/>
                        <a:gd name="connsiteX150" fmla="*/ 264055 w 428196"/>
                        <a:gd name="connsiteY150" fmla="*/ 1514 h 268964"/>
                        <a:gd name="connsiteX151" fmla="*/ 268812 w 428196"/>
                        <a:gd name="connsiteY151" fmla="*/ 13408 h 268964"/>
                        <a:gd name="connsiteX152" fmla="*/ 273570 w 428196"/>
                        <a:gd name="connsiteY152" fmla="*/ 18166 h 268964"/>
                        <a:gd name="connsiteX153" fmla="*/ 271191 w 428196"/>
                        <a:gd name="connsiteY153" fmla="*/ 25302 h 268964"/>
                        <a:gd name="connsiteX154" fmla="*/ 279517 w 428196"/>
                        <a:gd name="connsiteY154" fmla="*/ 33628 h 268964"/>
                        <a:gd name="connsiteX155" fmla="*/ 293791 w 428196"/>
                        <a:gd name="connsiteY155" fmla="*/ 32439 h 268964"/>
                        <a:gd name="connsiteX156" fmla="*/ 298548 w 428196"/>
                        <a:gd name="connsiteY156" fmla="*/ 37197 h 268964"/>
                        <a:gd name="connsiteX157" fmla="*/ 298548 w 428196"/>
                        <a:gd name="connsiteY157" fmla="*/ 41954 h 268964"/>
                        <a:gd name="connsiteX158" fmla="*/ 303306 w 428196"/>
                        <a:gd name="connsiteY158" fmla="*/ 41954 h 268964"/>
                        <a:gd name="connsiteX159" fmla="*/ 303306 w 428196"/>
                        <a:gd name="connsiteY159" fmla="*/ 49091 h 268964"/>
                        <a:gd name="connsiteX160" fmla="*/ 308064 w 428196"/>
                        <a:gd name="connsiteY160" fmla="*/ 56228 h 268964"/>
                        <a:gd name="connsiteX161" fmla="*/ 315200 w 428196"/>
                        <a:gd name="connsiteY161" fmla="*/ 64554 h 268964"/>
                        <a:gd name="connsiteX162" fmla="*/ 318769 w 428196"/>
                        <a:gd name="connsiteY162" fmla="*/ 68122 h 268964"/>
                        <a:gd name="connsiteX163" fmla="*/ 324716 w 428196"/>
                        <a:gd name="connsiteY163" fmla="*/ 63364 h 268964"/>
                        <a:gd name="connsiteX164" fmla="*/ 331853 w 428196"/>
                        <a:gd name="connsiteY164" fmla="*/ 66932 h 268964"/>
                        <a:gd name="connsiteX165" fmla="*/ 336610 w 428196"/>
                        <a:gd name="connsiteY165" fmla="*/ 64554 h 268964"/>
                        <a:gd name="connsiteX166" fmla="*/ 341368 w 428196"/>
                        <a:gd name="connsiteY166" fmla="*/ 65743 h 268964"/>
                        <a:gd name="connsiteX167" fmla="*/ 354452 w 428196"/>
                        <a:gd name="connsiteY167" fmla="*/ 59796 h 268964"/>
                        <a:gd name="connsiteX168" fmla="*/ 359210 w 428196"/>
                        <a:gd name="connsiteY168" fmla="*/ 68122 h 268964"/>
                        <a:gd name="connsiteX169" fmla="*/ 360399 w 428196"/>
                        <a:gd name="connsiteY169" fmla="*/ 72880 h 268964"/>
                        <a:gd name="connsiteX170" fmla="*/ 367536 w 428196"/>
                        <a:gd name="connsiteY170" fmla="*/ 76448 h 268964"/>
                        <a:gd name="connsiteX171" fmla="*/ 372293 w 428196"/>
                        <a:gd name="connsiteY171" fmla="*/ 81206 h 268964"/>
                        <a:gd name="connsiteX172" fmla="*/ 375862 w 428196"/>
                        <a:gd name="connsiteY172" fmla="*/ 78827 h 268964"/>
                        <a:gd name="connsiteX173" fmla="*/ 381809 w 428196"/>
                        <a:gd name="connsiteY173" fmla="*/ 81206 h 268964"/>
                        <a:gd name="connsiteX174" fmla="*/ 390135 w 428196"/>
                        <a:gd name="connsiteY174" fmla="*/ 81206 h 268964"/>
                        <a:gd name="connsiteX175" fmla="*/ 396082 w 428196"/>
                        <a:gd name="connsiteY175" fmla="*/ 84774 h 268964"/>
                        <a:gd name="connsiteX176" fmla="*/ 403219 w 428196"/>
                        <a:gd name="connsiteY176" fmla="*/ 83585 h 268964"/>
                        <a:gd name="connsiteX177" fmla="*/ 409166 w 428196"/>
                        <a:gd name="connsiteY177" fmla="*/ 87153 h 268964"/>
                        <a:gd name="connsiteX178" fmla="*/ 415113 w 428196"/>
                        <a:gd name="connsiteY178" fmla="*/ 89532 h 268964"/>
                        <a:gd name="connsiteX179" fmla="*/ 421060 w 428196"/>
                        <a:gd name="connsiteY179" fmla="*/ 85963 h 268964"/>
                        <a:gd name="connsiteX180" fmla="*/ 423439 w 428196"/>
                        <a:gd name="connsiteY180" fmla="*/ 90721 h 268964"/>
                        <a:gd name="connsiteX181" fmla="*/ 428197 w 428196"/>
                        <a:gd name="connsiteY181" fmla="*/ 94290 h 268964"/>
                        <a:gd name="connsiteX182" fmla="*/ 423439 w 428196"/>
                        <a:gd name="connsiteY182" fmla="*/ 103805 h 2689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</a:cxnLst>
                      <a:rect l="l" t="t" r="r" b="b"/>
                      <a:pathLst>
                        <a:path w="428196" h="268964">
                          <a:moveTo>
                            <a:pt x="423439" y="103805"/>
                          </a:moveTo>
                          <a:cubicBezTo>
                            <a:pt x="422249" y="104994"/>
                            <a:pt x="421060" y="104994"/>
                            <a:pt x="421060" y="106184"/>
                          </a:cubicBezTo>
                          <a:cubicBezTo>
                            <a:pt x="421060" y="107373"/>
                            <a:pt x="419871" y="109752"/>
                            <a:pt x="418681" y="109752"/>
                          </a:cubicBezTo>
                          <a:cubicBezTo>
                            <a:pt x="417492" y="109752"/>
                            <a:pt x="415113" y="108563"/>
                            <a:pt x="413924" y="109752"/>
                          </a:cubicBezTo>
                          <a:cubicBezTo>
                            <a:pt x="412734" y="110942"/>
                            <a:pt x="412734" y="120457"/>
                            <a:pt x="413924" y="121647"/>
                          </a:cubicBezTo>
                          <a:cubicBezTo>
                            <a:pt x="415113" y="122836"/>
                            <a:pt x="421060" y="127594"/>
                            <a:pt x="421060" y="129973"/>
                          </a:cubicBezTo>
                          <a:cubicBezTo>
                            <a:pt x="421060" y="132351"/>
                            <a:pt x="417492" y="138299"/>
                            <a:pt x="417492" y="140677"/>
                          </a:cubicBezTo>
                          <a:cubicBezTo>
                            <a:pt x="417492" y="143056"/>
                            <a:pt x="419871" y="147814"/>
                            <a:pt x="418681" y="149004"/>
                          </a:cubicBezTo>
                          <a:cubicBezTo>
                            <a:pt x="417492" y="150193"/>
                            <a:pt x="415113" y="150193"/>
                            <a:pt x="415113" y="151382"/>
                          </a:cubicBezTo>
                          <a:cubicBezTo>
                            <a:pt x="415113" y="152572"/>
                            <a:pt x="413924" y="153761"/>
                            <a:pt x="412734" y="153761"/>
                          </a:cubicBezTo>
                          <a:cubicBezTo>
                            <a:pt x="410355" y="153761"/>
                            <a:pt x="402029" y="152572"/>
                            <a:pt x="402029" y="153761"/>
                          </a:cubicBezTo>
                          <a:cubicBezTo>
                            <a:pt x="402029" y="154951"/>
                            <a:pt x="400840" y="158519"/>
                            <a:pt x="398461" y="160898"/>
                          </a:cubicBezTo>
                          <a:cubicBezTo>
                            <a:pt x="396082" y="163277"/>
                            <a:pt x="393703" y="163277"/>
                            <a:pt x="392514" y="165656"/>
                          </a:cubicBezTo>
                          <a:cubicBezTo>
                            <a:pt x="392514" y="166845"/>
                            <a:pt x="391324" y="171603"/>
                            <a:pt x="391324" y="172792"/>
                          </a:cubicBezTo>
                          <a:cubicBezTo>
                            <a:pt x="391324" y="173982"/>
                            <a:pt x="391324" y="176360"/>
                            <a:pt x="392514" y="176360"/>
                          </a:cubicBezTo>
                          <a:cubicBezTo>
                            <a:pt x="392514" y="176360"/>
                            <a:pt x="393703" y="176360"/>
                            <a:pt x="393703" y="176360"/>
                          </a:cubicBezTo>
                          <a:cubicBezTo>
                            <a:pt x="390135" y="178739"/>
                            <a:pt x="386566" y="176360"/>
                            <a:pt x="380619" y="176360"/>
                          </a:cubicBezTo>
                          <a:cubicBezTo>
                            <a:pt x="372293" y="177550"/>
                            <a:pt x="367536" y="176360"/>
                            <a:pt x="363967" y="184687"/>
                          </a:cubicBezTo>
                          <a:cubicBezTo>
                            <a:pt x="361589" y="184687"/>
                            <a:pt x="360399" y="185876"/>
                            <a:pt x="358020" y="187065"/>
                          </a:cubicBezTo>
                          <a:cubicBezTo>
                            <a:pt x="356831" y="190634"/>
                            <a:pt x="353262" y="193013"/>
                            <a:pt x="350883" y="194202"/>
                          </a:cubicBezTo>
                          <a:cubicBezTo>
                            <a:pt x="348505" y="195391"/>
                            <a:pt x="346126" y="194202"/>
                            <a:pt x="343747" y="195391"/>
                          </a:cubicBezTo>
                          <a:cubicBezTo>
                            <a:pt x="342558" y="195391"/>
                            <a:pt x="341368" y="197770"/>
                            <a:pt x="340178" y="197770"/>
                          </a:cubicBezTo>
                          <a:cubicBezTo>
                            <a:pt x="337800" y="197770"/>
                            <a:pt x="336610" y="195391"/>
                            <a:pt x="334231" y="195391"/>
                          </a:cubicBezTo>
                          <a:cubicBezTo>
                            <a:pt x="331853" y="195391"/>
                            <a:pt x="330663" y="196581"/>
                            <a:pt x="329474" y="196581"/>
                          </a:cubicBezTo>
                          <a:cubicBezTo>
                            <a:pt x="325905" y="196581"/>
                            <a:pt x="322337" y="198960"/>
                            <a:pt x="321147" y="193013"/>
                          </a:cubicBezTo>
                          <a:cubicBezTo>
                            <a:pt x="321147" y="193013"/>
                            <a:pt x="318769" y="190634"/>
                            <a:pt x="318769" y="190634"/>
                          </a:cubicBezTo>
                          <a:cubicBezTo>
                            <a:pt x="317579" y="193013"/>
                            <a:pt x="319958" y="197770"/>
                            <a:pt x="322337" y="198960"/>
                          </a:cubicBezTo>
                          <a:cubicBezTo>
                            <a:pt x="324716" y="203717"/>
                            <a:pt x="318769" y="212044"/>
                            <a:pt x="311632" y="209665"/>
                          </a:cubicBezTo>
                          <a:cubicBezTo>
                            <a:pt x="311632" y="206096"/>
                            <a:pt x="323526" y="195391"/>
                            <a:pt x="312822" y="200149"/>
                          </a:cubicBezTo>
                          <a:cubicBezTo>
                            <a:pt x="308064" y="202528"/>
                            <a:pt x="305685" y="210854"/>
                            <a:pt x="300927" y="213233"/>
                          </a:cubicBezTo>
                          <a:cubicBezTo>
                            <a:pt x="296170" y="215612"/>
                            <a:pt x="289033" y="207286"/>
                            <a:pt x="283086" y="212044"/>
                          </a:cubicBezTo>
                          <a:cubicBezTo>
                            <a:pt x="277139" y="216801"/>
                            <a:pt x="292601" y="217991"/>
                            <a:pt x="296170" y="219180"/>
                          </a:cubicBezTo>
                          <a:cubicBezTo>
                            <a:pt x="296170" y="223938"/>
                            <a:pt x="300927" y="222749"/>
                            <a:pt x="303306" y="222749"/>
                          </a:cubicBezTo>
                          <a:cubicBezTo>
                            <a:pt x="302117" y="223938"/>
                            <a:pt x="302117" y="226317"/>
                            <a:pt x="300927" y="227506"/>
                          </a:cubicBezTo>
                          <a:cubicBezTo>
                            <a:pt x="302117" y="227506"/>
                            <a:pt x="304495" y="227506"/>
                            <a:pt x="305685" y="227506"/>
                          </a:cubicBezTo>
                          <a:cubicBezTo>
                            <a:pt x="305685" y="228696"/>
                            <a:pt x="306874" y="228696"/>
                            <a:pt x="306874" y="229885"/>
                          </a:cubicBezTo>
                          <a:cubicBezTo>
                            <a:pt x="312822" y="227506"/>
                            <a:pt x="311632" y="241779"/>
                            <a:pt x="321147" y="239401"/>
                          </a:cubicBezTo>
                          <a:cubicBezTo>
                            <a:pt x="319958" y="234643"/>
                            <a:pt x="314011" y="229885"/>
                            <a:pt x="311632" y="225127"/>
                          </a:cubicBezTo>
                          <a:cubicBezTo>
                            <a:pt x="310443" y="223938"/>
                            <a:pt x="309253" y="222749"/>
                            <a:pt x="308064" y="222749"/>
                          </a:cubicBezTo>
                          <a:cubicBezTo>
                            <a:pt x="308064" y="219180"/>
                            <a:pt x="304495" y="217991"/>
                            <a:pt x="305685" y="214423"/>
                          </a:cubicBezTo>
                          <a:cubicBezTo>
                            <a:pt x="306874" y="214423"/>
                            <a:pt x="308064" y="214423"/>
                            <a:pt x="309253" y="214423"/>
                          </a:cubicBezTo>
                          <a:cubicBezTo>
                            <a:pt x="312822" y="221559"/>
                            <a:pt x="315200" y="226317"/>
                            <a:pt x="321147" y="232264"/>
                          </a:cubicBezTo>
                          <a:cubicBezTo>
                            <a:pt x="323526" y="234643"/>
                            <a:pt x="325905" y="238211"/>
                            <a:pt x="329474" y="238211"/>
                          </a:cubicBezTo>
                          <a:cubicBezTo>
                            <a:pt x="333042" y="238211"/>
                            <a:pt x="335421" y="231075"/>
                            <a:pt x="337800" y="238211"/>
                          </a:cubicBezTo>
                          <a:cubicBezTo>
                            <a:pt x="338989" y="237022"/>
                            <a:pt x="340178" y="234643"/>
                            <a:pt x="340178" y="233453"/>
                          </a:cubicBezTo>
                          <a:cubicBezTo>
                            <a:pt x="344936" y="233453"/>
                            <a:pt x="353262" y="229885"/>
                            <a:pt x="355641" y="232264"/>
                          </a:cubicBezTo>
                          <a:cubicBezTo>
                            <a:pt x="354452" y="234643"/>
                            <a:pt x="353262" y="237022"/>
                            <a:pt x="350883" y="238211"/>
                          </a:cubicBezTo>
                          <a:cubicBezTo>
                            <a:pt x="350883" y="240590"/>
                            <a:pt x="352073" y="242969"/>
                            <a:pt x="350883" y="246537"/>
                          </a:cubicBezTo>
                          <a:cubicBezTo>
                            <a:pt x="346126" y="246537"/>
                            <a:pt x="341368" y="246537"/>
                            <a:pt x="336610" y="247727"/>
                          </a:cubicBezTo>
                          <a:cubicBezTo>
                            <a:pt x="334231" y="247727"/>
                            <a:pt x="330663" y="247727"/>
                            <a:pt x="328284" y="248916"/>
                          </a:cubicBezTo>
                          <a:cubicBezTo>
                            <a:pt x="327095" y="250106"/>
                            <a:pt x="327095" y="252484"/>
                            <a:pt x="324716" y="253674"/>
                          </a:cubicBezTo>
                          <a:cubicBezTo>
                            <a:pt x="318769" y="257242"/>
                            <a:pt x="308064" y="252484"/>
                            <a:pt x="305685" y="263189"/>
                          </a:cubicBezTo>
                          <a:cubicBezTo>
                            <a:pt x="302117" y="265568"/>
                            <a:pt x="297359" y="265568"/>
                            <a:pt x="292601" y="266758"/>
                          </a:cubicBezTo>
                          <a:cubicBezTo>
                            <a:pt x="287843" y="267947"/>
                            <a:pt x="284275" y="270326"/>
                            <a:pt x="279517" y="267947"/>
                          </a:cubicBezTo>
                          <a:cubicBezTo>
                            <a:pt x="279517" y="265568"/>
                            <a:pt x="279517" y="263189"/>
                            <a:pt x="277139" y="260810"/>
                          </a:cubicBezTo>
                          <a:cubicBezTo>
                            <a:pt x="286654" y="246537"/>
                            <a:pt x="271191" y="245348"/>
                            <a:pt x="262865" y="238211"/>
                          </a:cubicBezTo>
                          <a:cubicBezTo>
                            <a:pt x="262865" y="239401"/>
                            <a:pt x="261676" y="240590"/>
                            <a:pt x="261676" y="241779"/>
                          </a:cubicBezTo>
                          <a:cubicBezTo>
                            <a:pt x="260487" y="241779"/>
                            <a:pt x="259297" y="241779"/>
                            <a:pt x="258108" y="241779"/>
                          </a:cubicBezTo>
                          <a:cubicBezTo>
                            <a:pt x="256918" y="235832"/>
                            <a:pt x="262865" y="232264"/>
                            <a:pt x="267623" y="228696"/>
                          </a:cubicBezTo>
                          <a:cubicBezTo>
                            <a:pt x="271191" y="226317"/>
                            <a:pt x="281896" y="226317"/>
                            <a:pt x="280707" y="221559"/>
                          </a:cubicBezTo>
                          <a:cubicBezTo>
                            <a:pt x="279517" y="221559"/>
                            <a:pt x="279517" y="220370"/>
                            <a:pt x="277139" y="220370"/>
                          </a:cubicBezTo>
                          <a:cubicBezTo>
                            <a:pt x="277139" y="217991"/>
                            <a:pt x="277139" y="215612"/>
                            <a:pt x="277139" y="214423"/>
                          </a:cubicBezTo>
                          <a:cubicBezTo>
                            <a:pt x="271191" y="217991"/>
                            <a:pt x="266434" y="212044"/>
                            <a:pt x="262865" y="212044"/>
                          </a:cubicBezTo>
                          <a:cubicBezTo>
                            <a:pt x="253350" y="214423"/>
                            <a:pt x="247403" y="214423"/>
                            <a:pt x="246213" y="210854"/>
                          </a:cubicBezTo>
                          <a:cubicBezTo>
                            <a:pt x="243834" y="210854"/>
                            <a:pt x="242645" y="209665"/>
                            <a:pt x="241456" y="209665"/>
                          </a:cubicBezTo>
                          <a:cubicBezTo>
                            <a:pt x="245024" y="201339"/>
                            <a:pt x="230751" y="204907"/>
                            <a:pt x="225993" y="201339"/>
                          </a:cubicBezTo>
                          <a:cubicBezTo>
                            <a:pt x="222424" y="198960"/>
                            <a:pt x="234319" y="200149"/>
                            <a:pt x="239077" y="198960"/>
                          </a:cubicBezTo>
                          <a:cubicBezTo>
                            <a:pt x="242645" y="197770"/>
                            <a:pt x="247403" y="197770"/>
                            <a:pt x="250971" y="195391"/>
                          </a:cubicBezTo>
                          <a:cubicBezTo>
                            <a:pt x="252160" y="195391"/>
                            <a:pt x="245024" y="195391"/>
                            <a:pt x="242645" y="195391"/>
                          </a:cubicBezTo>
                          <a:cubicBezTo>
                            <a:pt x="239077" y="194202"/>
                            <a:pt x="241456" y="191823"/>
                            <a:pt x="237887" y="191823"/>
                          </a:cubicBezTo>
                          <a:cubicBezTo>
                            <a:pt x="233129" y="191823"/>
                            <a:pt x="230751" y="196581"/>
                            <a:pt x="227182" y="197770"/>
                          </a:cubicBezTo>
                          <a:cubicBezTo>
                            <a:pt x="227182" y="195391"/>
                            <a:pt x="224804" y="194202"/>
                            <a:pt x="223614" y="193013"/>
                          </a:cubicBezTo>
                          <a:cubicBezTo>
                            <a:pt x="222424" y="195391"/>
                            <a:pt x="221235" y="197770"/>
                            <a:pt x="217667" y="200149"/>
                          </a:cubicBezTo>
                          <a:cubicBezTo>
                            <a:pt x="214098" y="202528"/>
                            <a:pt x="211720" y="198960"/>
                            <a:pt x="210530" y="203717"/>
                          </a:cubicBezTo>
                          <a:cubicBezTo>
                            <a:pt x="208151" y="209665"/>
                            <a:pt x="212909" y="217991"/>
                            <a:pt x="202204" y="216801"/>
                          </a:cubicBezTo>
                          <a:cubicBezTo>
                            <a:pt x="203393" y="222749"/>
                            <a:pt x="196257" y="235832"/>
                            <a:pt x="189120" y="231075"/>
                          </a:cubicBezTo>
                          <a:cubicBezTo>
                            <a:pt x="187931" y="235832"/>
                            <a:pt x="192689" y="240590"/>
                            <a:pt x="189120" y="245348"/>
                          </a:cubicBezTo>
                          <a:cubicBezTo>
                            <a:pt x="189120" y="245348"/>
                            <a:pt x="189120" y="245348"/>
                            <a:pt x="189120" y="245348"/>
                          </a:cubicBezTo>
                          <a:cubicBezTo>
                            <a:pt x="187931" y="235832"/>
                            <a:pt x="176037" y="240590"/>
                            <a:pt x="168900" y="241779"/>
                          </a:cubicBezTo>
                          <a:cubicBezTo>
                            <a:pt x="160574" y="241779"/>
                            <a:pt x="154627" y="241779"/>
                            <a:pt x="153437" y="233453"/>
                          </a:cubicBezTo>
                          <a:lnTo>
                            <a:pt x="153437" y="233453"/>
                          </a:lnTo>
                          <a:cubicBezTo>
                            <a:pt x="153437" y="233453"/>
                            <a:pt x="153437" y="233453"/>
                            <a:pt x="153437" y="232264"/>
                          </a:cubicBezTo>
                          <a:cubicBezTo>
                            <a:pt x="162953" y="233453"/>
                            <a:pt x="160574" y="225127"/>
                            <a:pt x="165332" y="220370"/>
                          </a:cubicBezTo>
                          <a:cubicBezTo>
                            <a:pt x="167710" y="216801"/>
                            <a:pt x="170089" y="217991"/>
                            <a:pt x="171279" y="212044"/>
                          </a:cubicBezTo>
                          <a:cubicBezTo>
                            <a:pt x="171279" y="208475"/>
                            <a:pt x="167710" y="208475"/>
                            <a:pt x="170089" y="203717"/>
                          </a:cubicBezTo>
                          <a:cubicBezTo>
                            <a:pt x="173658" y="203717"/>
                            <a:pt x="178415" y="202528"/>
                            <a:pt x="179605" y="200149"/>
                          </a:cubicBezTo>
                          <a:cubicBezTo>
                            <a:pt x="184362" y="198960"/>
                            <a:pt x="187931" y="203717"/>
                            <a:pt x="192689" y="202528"/>
                          </a:cubicBezTo>
                          <a:cubicBezTo>
                            <a:pt x="192689" y="198960"/>
                            <a:pt x="192689" y="193013"/>
                            <a:pt x="191499" y="190634"/>
                          </a:cubicBezTo>
                          <a:cubicBezTo>
                            <a:pt x="190310" y="187065"/>
                            <a:pt x="189120" y="185876"/>
                            <a:pt x="184362" y="184687"/>
                          </a:cubicBezTo>
                          <a:cubicBezTo>
                            <a:pt x="183173" y="179929"/>
                            <a:pt x="176037" y="177550"/>
                            <a:pt x="173658" y="173982"/>
                          </a:cubicBezTo>
                          <a:cubicBezTo>
                            <a:pt x="168900" y="168034"/>
                            <a:pt x="170089" y="165656"/>
                            <a:pt x="170089" y="158519"/>
                          </a:cubicBezTo>
                          <a:cubicBezTo>
                            <a:pt x="167710" y="156140"/>
                            <a:pt x="162953" y="154951"/>
                            <a:pt x="160574" y="152572"/>
                          </a:cubicBezTo>
                          <a:cubicBezTo>
                            <a:pt x="158195" y="150193"/>
                            <a:pt x="157006" y="145435"/>
                            <a:pt x="152248" y="146625"/>
                          </a:cubicBezTo>
                          <a:cubicBezTo>
                            <a:pt x="152248" y="147814"/>
                            <a:pt x="152248" y="147814"/>
                            <a:pt x="152248" y="149004"/>
                          </a:cubicBezTo>
                          <a:cubicBezTo>
                            <a:pt x="143922" y="147814"/>
                            <a:pt x="139164" y="144246"/>
                            <a:pt x="132027" y="140677"/>
                          </a:cubicBezTo>
                          <a:cubicBezTo>
                            <a:pt x="128459" y="139488"/>
                            <a:pt x="126080" y="135920"/>
                            <a:pt x="122512" y="135920"/>
                          </a:cubicBezTo>
                          <a:cubicBezTo>
                            <a:pt x="120133" y="135920"/>
                            <a:pt x="116565" y="139488"/>
                            <a:pt x="112996" y="139488"/>
                          </a:cubicBezTo>
                          <a:cubicBezTo>
                            <a:pt x="112996" y="137109"/>
                            <a:pt x="110618" y="135920"/>
                            <a:pt x="108239" y="135920"/>
                          </a:cubicBezTo>
                          <a:cubicBezTo>
                            <a:pt x="105860" y="141867"/>
                            <a:pt x="108239" y="147814"/>
                            <a:pt x="104671" y="152572"/>
                          </a:cubicBezTo>
                          <a:cubicBezTo>
                            <a:pt x="103481" y="153761"/>
                            <a:pt x="103481" y="154951"/>
                            <a:pt x="101102" y="156140"/>
                          </a:cubicBezTo>
                          <a:cubicBezTo>
                            <a:pt x="95155" y="159708"/>
                            <a:pt x="85639" y="158519"/>
                            <a:pt x="79692" y="160898"/>
                          </a:cubicBezTo>
                          <a:cubicBezTo>
                            <a:pt x="74935" y="163277"/>
                            <a:pt x="66608" y="168034"/>
                            <a:pt x="59472" y="168034"/>
                          </a:cubicBezTo>
                          <a:cubicBezTo>
                            <a:pt x="55904" y="168034"/>
                            <a:pt x="53525" y="165656"/>
                            <a:pt x="49956" y="164466"/>
                          </a:cubicBezTo>
                          <a:cubicBezTo>
                            <a:pt x="48767" y="163277"/>
                            <a:pt x="42820" y="159708"/>
                            <a:pt x="41630" y="158519"/>
                          </a:cubicBezTo>
                          <a:cubicBezTo>
                            <a:pt x="38062" y="158519"/>
                            <a:pt x="35683" y="159708"/>
                            <a:pt x="33304" y="158519"/>
                          </a:cubicBezTo>
                          <a:cubicBezTo>
                            <a:pt x="30925" y="157330"/>
                            <a:pt x="30925" y="154951"/>
                            <a:pt x="28547" y="153761"/>
                          </a:cubicBezTo>
                          <a:cubicBezTo>
                            <a:pt x="22600" y="152572"/>
                            <a:pt x="20221" y="158519"/>
                            <a:pt x="14273" y="156140"/>
                          </a:cubicBezTo>
                          <a:cubicBezTo>
                            <a:pt x="14273" y="156140"/>
                            <a:pt x="14273" y="156140"/>
                            <a:pt x="14273" y="156140"/>
                          </a:cubicBezTo>
                          <a:cubicBezTo>
                            <a:pt x="13084" y="147814"/>
                            <a:pt x="2379" y="147814"/>
                            <a:pt x="0" y="141867"/>
                          </a:cubicBezTo>
                          <a:cubicBezTo>
                            <a:pt x="0" y="141867"/>
                            <a:pt x="0" y="141867"/>
                            <a:pt x="0" y="140677"/>
                          </a:cubicBezTo>
                          <a:cubicBezTo>
                            <a:pt x="0" y="138299"/>
                            <a:pt x="3569" y="131162"/>
                            <a:pt x="3569" y="129973"/>
                          </a:cubicBezTo>
                          <a:cubicBezTo>
                            <a:pt x="4758" y="127594"/>
                            <a:pt x="4758" y="124025"/>
                            <a:pt x="7137" y="121647"/>
                          </a:cubicBezTo>
                          <a:cubicBezTo>
                            <a:pt x="8326" y="120457"/>
                            <a:pt x="9516" y="120457"/>
                            <a:pt x="10705" y="120457"/>
                          </a:cubicBezTo>
                          <a:cubicBezTo>
                            <a:pt x="13084" y="110942"/>
                            <a:pt x="11894" y="104994"/>
                            <a:pt x="19031" y="97858"/>
                          </a:cubicBezTo>
                          <a:cubicBezTo>
                            <a:pt x="20221" y="96668"/>
                            <a:pt x="21410" y="95479"/>
                            <a:pt x="22600" y="93100"/>
                          </a:cubicBezTo>
                          <a:cubicBezTo>
                            <a:pt x="23789" y="91911"/>
                            <a:pt x="26168" y="91911"/>
                            <a:pt x="27357" y="90721"/>
                          </a:cubicBezTo>
                          <a:cubicBezTo>
                            <a:pt x="30925" y="87153"/>
                            <a:pt x="30925" y="83585"/>
                            <a:pt x="30925" y="78827"/>
                          </a:cubicBezTo>
                          <a:cubicBezTo>
                            <a:pt x="34494" y="77637"/>
                            <a:pt x="36873" y="74069"/>
                            <a:pt x="40441" y="72880"/>
                          </a:cubicBezTo>
                          <a:cubicBezTo>
                            <a:pt x="40441" y="69311"/>
                            <a:pt x="35683" y="59796"/>
                            <a:pt x="40441" y="59796"/>
                          </a:cubicBezTo>
                          <a:cubicBezTo>
                            <a:pt x="40441" y="59796"/>
                            <a:pt x="40441" y="57417"/>
                            <a:pt x="40441" y="57417"/>
                          </a:cubicBezTo>
                          <a:cubicBezTo>
                            <a:pt x="28547" y="51470"/>
                            <a:pt x="24978" y="38386"/>
                            <a:pt x="28547" y="25302"/>
                          </a:cubicBezTo>
                          <a:cubicBezTo>
                            <a:pt x="28547" y="25302"/>
                            <a:pt x="28547" y="25302"/>
                            <a:pt x="29736" y="25302"/>
                          </a:cubicBezTo>
                          <a:cubicBezTo>
                            <a:pt x="30925" y="26492"/>
                            <a:pt x="33304" y="26492"/>
                            <a:pt x="34494" y="26492"/>
                          </a:cubicBezTo>
                          <a:cubicBezTo>
                            <a:pt x="35683" y="26492"/>
                            <a:pt x="36873" y="27681"/>
                            <a:pt x="38062" y="27681"/>
                          </a:cubicBezTo>
                          <a:cubicBezTo>
                            <a:pt x="45199" y="28871"/>
                            <a:pt x="51146" y="24113"/>
                            <a:pt x="57093" y="24113"/>
                          </a:cubicBezTo>
                          <a:cubicBezTo>
                            <a:pt x="63040" y="24113"/>
                            <a:pt x="70177" y="21734"/>
                            <a:pt x="73745" y="18166"/>
                          </a:cubicBezTo>
                          <a:cubicBezTo>
                            <a:pt x="74935" y="18166"/>
                            <a:pt x="76124" y="18166"/>
                            <a:pt x="78503" y="18166"/>
                          </a:cubicBezTo>
                          <a:cubicBezTo>
                            <a:pt x="80882" y="19355"/>
                            <a:pt x="83260" y="21734"/>
                            <a:pt x="85639" y="21734"/>
                          </a:cubicBezTo>
                          <a:cubicBezTo>
                            <a:pt x="89208" y="22923"/>
                            <a:pt x="92776" y="21734"/>
                            <a:pt x="96344" y="21734"/>
                          </a:cubicBezTo>
                          <a:cubicBezTo>
                            <a:pt x="98723" y="22923"/>
                            <a:pt x="102291" y="25302"/>
                            <a:pt x="103481" y="26492"/>
                          </a:cubicBezTo>
                          <a:cubicBezTo>
                            <a:pt x="107049" y="28871"/>
                            <a:pt x="107049" y="27681"/>
                            <a:pt x="110618" y="27681"/>
                          </a:cubicBezTo>
                          <a:cubicBezTo>
                            <a:pt x="114186" y="27681"/>
                            <a:pt x="117754" y="30060"/>
                            <a:pt x="121323" y="30060"/>
                          </a:cubicBezTo>
                          <a:cubicBezTo>
                            <a:pt x="124891" y="30060"/>
                            <a:pt x="127270" y="28871"/>
                            <a:pt x="130838" y="28871"/>
                          </a:cubicBezTo>
                          <a:cubicBezTo>
                            <a:pt x="137975" y="30060"/>
                            <a:pt x="141543" y="25302"/>
                            <a:pt x="148679" y="27681"/>
                          </a:cubicBezTo>
                          <a:cubicBezTo>
                            <a:pt x="149869" y="31249"/>
                            <a:pt x="152248" y="33628"/>
                            <a:pt x="155816" y="32439"/>
                          </a:cubicBezTo>
                          <a:cubicBezTo>
                            <a:pt x="157006" y="28871"/>
                            <a:pt x="161763" y="26492"/>
                            <a:pt x="165332" y="27681"/>
                          </a:cubicBezTo>
                          <a:cubicBezTo>
                            <a:pt x="167710" y="27681"/>
                            <a:pt x="167710" y="28871"/>
                            <a:pt x="170089" y="28871"/>
                          </a:cubicBezTo>
                          <a:cubicBezTo>
                            <a:pt x="172468" y="28871"/>
                            <a:pt x="173658" y="27681"/>
                            <a:pt x="176037" y="27681"/>
                          </a:cubicBezTo>
                          <a:cubicBezTo>
                            <a:pt x="177226" y="31249"/>
                            <a:pt x="185552" y="32439"/>
                            <a:pt x="187931" y="28871"/>
                          </a:cubicBezTo>
                          <a:cubicBezTo>
                            <a:pt x="189120" y="26492"/>
                            <a:pt x="186741" y="24113"/>
                            <a:pt x="187931" y="21734"/>
                          </a:cubicBezTo>
                          <a:cubicBezTo>
                            <a:pt x="187931" y="20545"/>
                            <a:pt x="190310" y="16976"/>
                            <a:pt x="191499" y="15787"/>
                          </a:cubicBezTo>
                          <a:cubicBezTo>
                            <a:pt x="193878" y="11029"/>
                            <a:pt x="198636" y="12219"/>
                            <a:pt x="204583" y="11029"/>
                          </a:cubicBezTo>
                          <a:cubicBezTo>
                            <a:pt x="208151" y="11029"/>
                            <a:pt x="210530" y="9840"/>
                            <a:pt x="211720" y="8650"/>
                          </a:cubicBezTo>
                          <a:cubicBezTo>
                            <a:pt x="211720" y="8650"/>
                            <a:pt x="211720" y="9840"/>
                            <a:pt x="211720" y="9840"/>
                          </a:cubicBezTo>
                          <a:cubicBezTo>
                            <a:pt x="211720" y="9840"/>
                            <a:pt x="216477" y="8650"/>
                            <a:pt x="217667" y="9840"/>
                          </a:cubicBezTo>
                          <a:cubicBezTo>
                            <a:pt x="218856" y="11029"/>
                            <a:pt x="221235" y="11029"/>
                            <a:pt x="221235" y="9840"/>
                          </a:cubicBezTo>
                          <a:cubicBezTo>
                            <a:pt x="221235" y="8650"/>
                            <a:pt x="220045" y="3892"/>
                            <a:pt x="221235" y="2703"/>
                          </a:cubicBezTo>
                          <a:cubicBezTo>
                            <a:pt x="222424" y="1514"/>
                            <a:pt x="223614" y="-865"/>
                            <a:pt x="225993" y="324"/>
                          </a:cubicBezTo>
                          <a:cubicBezTo>
                            <a:pt x="228372" y="324"/>
                            <a:pt x="235508" y="5082"/>
                            <a:pt x="239077" y="5082"/>
                          </a:cubicBezTo>
                          <a:cubicBezTo>
                            <a:pt x="241456" y="5082"/>
                            <a:pt x="250971" y="5082"/>
                            <a:pt x="253350" y="3892"/>
                          </a:cubicBezTo>
                          <a:cubicBezTo>
                            <a:pt x="256918" y="1514"/>
                            <a:pt x="262865" y="324"/>
                            <a:pt x="264055" y="1514"/>
                          </a:cubicBezTo>
                          <a:cubicBezTo>
                            <a:pt x="264055" y="3892"/>
                            <a:pt x="266434" y="11029"/>
                            <a:pt x="268812" y="13408"/>
                          </a:cubicBezTo>
                          <a:cubicBezTo>
                            <a:pt x="271191" y="14597"/>
                            <a:pt x="274760" y="16976"/>
                            <a:pt x="273570" y="18166"/>
                          </a:cubicBezTo>
                          <a:cubicBezTo>
                            <a:pt x="272381" y="20545"/>
                            <a:pt x="270002" y="22923"/>
                            <a:pt x="271191" y="25302"/>
                          </a:cubicBezTo>
                          <a:cubicBezTo>
                            <a:pt x="272381" y="27681"/>
                            <a:pt x="277139" y="34818"/>
                            <a:pt x="279517" y="33628"/>
                          </a:cubicBezTo>
                          <a:cubicBezTo>
                            <a:pt x="283086" y="32439"/>
                            <a:pt x="291412" y="31249"/>
                            <a:pt x="293791" y="32439"/>
                          </a:cubicBezTo>
                          <a:cubicBezTo>
                            <a:pt x="296170" y="33628"/>
                            <a:pt x="298548" y="34818"/>
                            <a:pt x="298548" y="37197"/>
                          </a:cubicBezTo>
                          <a:cubicBezTo>
                            <a:pt x="298548" y="39575"/>
                            <a:pt x="297359" y="41954"/>
                            <a:pt x="298548" y="41954"/>
                          </a:cubicBezTo>
                          <a:cubicBezTo>
                            <a:pt x="299738" y="41954"/>
                            <a:pt x="303306" y="40765"/>
                            <a:pt x="303306" y="41954"/>
                          </a:cubicBezTo>
                          <a:cubicBezTo>
                            <a:pt x="303306" y="43144"/>
                            <a:pt x="302117" y="47902"/>
                            <a:pt x="303306" y="49091"/>
                          </a:cubicBezTo>
                          <a:cubicBezTo>
                            <a:pt x="304495" y="50280"/>
                            <a:pt x="308064" y="55038"/>
                            <a:pt x="308064" y="56228"/>
                          </a:cubicBezTo>
                          <a:cubicBezTo>
                            <a:pt x="308064" y="57417"/>
                            <a:pt x="312822" y="63364"/>
                            <a:pt x="315200" y="64554"/>
                          </a:cubicBezTo>
                          <a:cubicBezTo>
                            <a:pt x="316390" y="65743"/>
                            <a:pt x="317579" y="68122"/>
                            <a:pt x="318769" y="68122"/>
                          </a:cubicBezTo>
                          <a:cubicBezTo>
                            <a:pt x="319958" y="68122"/>
                            <a:pt x="322337" y="62175"/>
                            <a:pt x="324716" y="63364"/>
                          </a:cubicBezTo>
                          <a:cubicBezTo>
                            <a:pt x="327095" y="64554"/>
                            <a:pt x="330663" y="68122"/>
                            <a:pt x="331853" y="66932"/>
                          </a:cubicBezTo>
                          <a:cubicBezTo>
                            <a:pt x="333042" y="66932"/>
                            <a:pt x="334231" y="63364"/>
                            <a:pt x="336610" y="64554"/>
                          </a:cubicBezTo>
                          <a:cubicBezTo>
                            <a:pt x="337800" y="64554"/>
                            <a:pt x="338989" y="66932"/>
                            <a:pt x="341368" y="65743"/>
                          </a:cubicBezTo>
                          <a:cubicBezTo>
                            <a:pt x="343747" y="65743"/>
                            <a:pt x="352073" y="58606"/>
                            <a:pt x="354452" y="59796"/>
                          </a:cubicBezTo>
                          <a:cubicBezTo>
                            <a:pt x="356831" y="60985"/>
                            <a:pt x="359210" y="65743"/>
                            <a:pt x="359210" y="68122"/>
                          </a:cubicBezTo>
                          <a:cubicBezTo>
                            <a:pt x="359210" y="70501"/>
                            <a:pt x="359210" y="71690"/>
                            <a:pt x="360399" y="72880"/>
                          </a:cubicBezTo>
                          <a:cubicBezTo>
                            <a:pt x="362778" y="74069"/>
                            <a:pt x="366346" y="75258"/>
                            <a:pt x="367536" y="76448"/>
                          </a:cubicBezTo>
                          <a:cubicBezTo>
                            <a:pt x="368725" y="77637"/>
                            <a:pt x="371104" y="82395"/>
                            <a:pt x="372293" y="81206"/>
                          </a:cubicBezTo>
                          <a:cubicBezTo>
                            <a:pt x="373483" y="81206"/>
                            <a:pt x="373483" y="78827"/>
                            <a:pt x="375862" y="78827"/>
                          </a:cubicBezTo>
                          <a:cubicBezTo>
                            <a:pt x="377051" y="78827"/>
                            <a:pt x="380619" y="81206"/>
                            <a:pt x="381809" y="81206"/>
                          </a:cubicBezTo>
                          <a:cubicBezTo>
                            <a:pt x="382998" y="81206"/>
                            <a:pt x="388945" y="80016"/>
                            <a:pt x="390135" y="81206"/>
                          </a:cubicBezTo>
                          <a:cubicBezTo>
                            <a:pt x="391324" y="82395"/>
                            <a:pt x="394893" y="84774"/>
                            <a:pt x="396082" y="84774"/>
                          </a:cubicBezTo>
                          <a:cubicBezTo>
                            <a:pt x="397272" y="84774"/>
                            <a:pt x="402029" y="82395"/>
                            <a:pt x="403219" y="83585"/>
                          </a:cubicBezTo>
                          <a:cubicBezTo>
                            <a:pt x="404408" y="84774"/>
                            <a:pt x="407976" y="87153"/>
                            <a:pt x="409166" y="87153"/>
                          </a:cubicBezTo>
                          <a:cubicBezTo>
                            <a:pt x="410355" y="87153"/>
                            <a:pt x="412734" y="89532"/>
                            <a:pt x="415113" y="89532"/>
                          </a:cubicBezTo>
                          <a:cubicBezTo>
                            <a:pt x="417492" y="89532"/>
                            <a:pt x="419871" y="84774"/>
                            <a:pt x="421060" y="85963"/>
                          </a:cubicBezTo>
                          <a:cubicBezTo>
                            <a:pt x="422249" y="87153"/>
                            <a:pt x="421060" y="90721"/>
                            <a:pt x="423439" y="90721"/>
                          </a:cubicBezTo>
                          <a:cubicBezTo>
                            <a:pt x="424628" y="91911"/>
                            <a:pt x="427007" y="91911"/>
                            <a:pt x="428197" y="94290"/>
                          </a:cubicBezTo>
                          <a:cubicBezTo>
                            <a:pt x="424628" y="100237"/>
                            <a:pt x="425818" y="103805"/>
                            <a:pt x="423439" y="103805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89" name="Graphic 27">
                      <a:extLst>
                        <a:ext uri="{FF2B5EF4-FFF2-40B4-BE49-F238E27FC236}">
                          <a16:creationId xmlns:a16="http://schemas.microsoft.com/office/drawing/2014/main" id="{F2A8FA63-0C2D-A0D2-2320-A1B2B7FCAE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738767" y="5503101"/>
                      <a:ext cx="417800" cy="535738"/>
                      <a:chOff x="9738767" y="5503101"/>
                      <a:chExt cx="417800" cy="535738"/>
                    </a:xfrm>
                    <a:grpFill/>
                  </p:grpSpPr>
                  <p:sp>
                    <p:nvSpPr>
                      <p:cNvPr id="1190" name="Freeform 1189">
                        <a:extLst>
                          <a:ext uri="{FF2B5EF4-FFF2-40B4-BE49-F238E27FC236}">
                            <a16:creationId xmlns:a16="http://schemas.microsoft.com/office/drawing/2014/main" id="{11CF7E49-0A97-4C92-68A3-A654389C5E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03389" y="5503101"/>
                        <a:ext cx="153178" cy="305415"/>
                      </a:xfrm>
                      <a:custGeom>
                        <a:avLst/>
                        <a:gdLst>
                          <a:gd name="connsiteX0" fmla="*/ 144728 w 153178"/>
                          <a:gd name="connsiteY0" fmla="*/ 155119 h 305415"/>
                          <a:gd name="connsiteX1" fmla="*/ 148297 w 153178"/>
                          <a:gd name="connsiteY1" fmla="*/ 150362 h 305415"/>
                          <a:gd name="connsiteX2" fmla="*/ 130456 w 153178"/>
                          <a:gd name="connsiteY2" fmla="*/ 157498 h 305415"/>
                          <a:gd name="connsiteX3" fmla="*/ 109045 w 153178"/>
                          <a:gd name="connsiteY3" fmla="*/ 163445 h 305415"/>
                          <a:gd name="connsiteX4" fmla="*/ 95962 w 153178"/>
                          <a:gd name="connsiteY4" fmla="*/ 150362 h 305415"/>
                          <a:gd name="connsiteX5" fmla="*/ 94773 w 153178"/>
                          <a:gd name="connsiteY5" fmla="*/ 133709 h 305415"/>
                          <a:gd name="connsiteX6" fmla="*/ 90015 w 153178"/>
                          <a:gd name="connsiteY6" fmla="*/ 125383 h 305415"/>
                          <a:gd name="connsiteX7" fmla="*/ 88825 w 153178"/>
                          <a:gd name="connsiteY7" fmla="*/ 113489 h 305415"/>
                          <a:gd name="connsiteX8" fmla="*/ 78120 w 153178"/>
                          <a:gd name="connsiteY8" fmla="*/ 99216 h 305415"/>
                          <a:gd name="connsiteX9" fmla="*/ 80499 w 153178"/>
                          <a:gd name="connsiteY9" fmla="*/ 111110 h 305415"/>
                          <a:gd name="connsiteX10" fmla="*/ 79309 w 153178"/>
                          <a:gd name="connsiteY10" fmla="*/ 118247 h 305415"/>
                          <a:gd name="connsiteX11" fmla="*/ 80499 w 153178"/>
                          <a:gd name="connsiteY11" fmla="*/ 125383 h 305415"/>
                          <a:gd name="connsiteX12" fmla="*/ 72173 w 153178"/>
                          <a:gd name="connsiteY12" fmla="*/ 124194 h 305415"/>
                          <a:gd name="connsiteX13" fmla="*/ 72173 w 153178"/>
                          <a:gd name="connsiteY13" fmla="*/ 118247 h 305415"/>
                          <a:gd name="connsiteX14" fmla="*/ 68605 w 153178"/>
                          <a:gd name="connsiteY14" fmla="*/ 118247 h 305415"/>
                          <a:gd name="connsiteX15" fmla="*/ 57900 w 153178"/>
                          <a:gd name="connsiteY15" fmla="*/ 113489 h 305415"/>
                          <a:gd name="connsiteX16" fmla="*/ 62658 w 153178"/>
                          <a:gd name="connsiteY16" fmla="*/ 106352 h 305415"/>
                          <a:gd name="connsiteX17" fmla="*/ 67415 w 153178"/>
                          <a:gd name="connsiteY17" fmla="*/ 98026 h 305415"/>
                          <a:gd name="connsiteX18" fmla="*/ 65037 w 153178"/>
                          <a:gd name="connsiteY18" fmla="*/ 83753 h 305415"/>
                          <a:gd name="connsiteX19" fmla="*/ 62658 w 153178"/>
                          <a:gd name="connsiteY19" fmla="*/ 68290 h 305415"/>
                          <a:gd name="connsiteX20" fmla="*/ 69794 w 153178"/>
                          <a:gd name="connsiteY20" fmla="*/ 67101 h 305415"/>
                          <a:gd name="connsiteX21" fmla="*/ 72173 w 153178"/>
                          <a:gd name="connsiteY21" fmla="*/ 58775 h 305415"/>
                          <a:gd name="connsiteX22" fmla="*/ 69794 w 153178"/>
                          <a:gd name="connsiteY22" fmla="*/ 43312 h 305415"/>
                          <a:gd name="connsiteX23" fmla="*/ 59090 w 153178"/>
                          <a:gd name="connsiteY23" fmla="*/ 43312 h 305415"/>
                          <a:gd name="connsiteX24" fmla="*/ 59090 w 153178"/>
                          <a:gd name="connsiteY24" fmla="*/ 40933 h 305415"/>
                          <a:gd name="connsiteX25" fmla="*/ 56711 w 153178"/>
                          <a:gd name="connsiteY25" fmla="*/ 34986 h 305415"/>
                          <a:gd name="connsiteX26" fmla="*/ 61468 w 153178"/>
                          <a:gd name="connsiteY26" fmla="*/ 29039 h 305415"/>
                          <a:gd name="connsiteX27" fmla="*/ 51953 w 153178"/>
                          <a:gd name="connsiteY27" fmla="*/ 25471 h 305415"/>
                          <a:gd name="connsiteX28" fmla="*/ 47195 w 153178"/>
                          <a:gd name="connsiteY28" fmla="*/ 17145 h 305415"/>
                          <a:gd name="connsiteX29" fmla="*/ 46005 w 153178"/>
                          <a:gd name="connsiteY29" fmla="*/ 23092 h 305415"/>
                          <a:gd name="connsiteX30" fmla="*/ 42437 w 153178"/>
                          <a:gd name="connsiteY30" fmla="*/ 24281 h 305415"/>
                          <a:gd name="connsiteX31" fmla="*/ 38869 w 153178"/>
                          <a:gd name="connsiteY31" fmla="*/ 493 h 305415"/>
                          <a:gd name="connsiteX32" fmla="*/ 30543 w 153178"/>
                          <a:gd name="connsiteY32" fmla="*/ 1682 h 305415"/>
                          <a:gd name="connsiteX33" fmla="*/ 31732 w 153178"/>
                          <a:gd name="connsiteY33" fmla="*/ 6440 h 305415"/>
                          <a:gd name="connsiteX34" fmla="*/ 37679 w 153178"/>
                          <a:gd name="connsiteY34" fmla="*/ 21902 h 305415"/>
                          <a:gd name="connsiteX35" fmla="*/ 37679 w 153178"/>
                          <a:gd name="connsiteY35" fmla="*/ 31418 h 305415"/>
                          <a:gd name="connsiteX36" fmla="*/ 32922 w 153178"/>
                          <a:gd name="connsiteY36" fmla="*/ 36176 h 305415"/>
                          <a:gd name="connsiteX37" fmla="*/ 42437 w 153178"/>
                          <a:gd name="connsiteY37" fmla="*/ 46881 h 305415"/>
                          <a:gd name="connsiteX38" fmla="*/ 41248 w 153178"/>
                          <a:gd name="connsiteY38" fmla="*/ 56396 h 305415"/>
                          <a:gd name="connsiteX39" fmla="*/ 43626 w 153178"/>
                          <a:gd name="connsiteY39" fmla="*/ 67101 h 305415"/>
                          <a:gd name="connsiteX40" fmla="*/ 46005 w 153178"/>
                          <a:gd name="connsiteY40" fmla="*/ 89700 h 305415"/>
                          <a:gd name="connsiteX41" fmla="*/ 49573 w 153178"/>
                          <a:gd name="connsiteY41" fmla="*/ 89700 h 305415"/>
                          <a:gd name="connsiteX42" fmla="*/ 51953 w 153178"/>
                          <a:gd name="connsiteY42" fmla="*/ 81374 h 305415"/>
                          <a:gd name="connsiteX43" fmla="*/ 54332 w 153178"/>
                          <a:gd name="connsiteY43" fmla="*/ 86132 h 305415"/>
                          <a:gd name="connsiteX44" fmla="*/ 56711 w 153178"/>
                          <a:gd name="connsiteY44" fmla="*/ 84943 h 305415"/>
                          <a:gd name="connsiteX45" fmla="*/ 56711 w 153178"/>
                          <a:gd name="connsiteY45" fmla="*/ 89700 h 305415"/>
                          <a:gd name="connsiteX46" fmla="*/ 51953 w 153178"/>
                          <a:gd name="connsiteY46" fmla="*/ 98026 h 305415"/>
                          <a:gd name="connsiteX47" fmla="*/ 47195 w 153178"/>
                          <a:gd name="connsiteY47" fmla="*/ 95648 h 305415"/>
                          <a:gd name="connsiteX48" fmla="*/ 47195 w 153178"/>
                          <a:gd name="connsiteY48" fmla="*/ 103973 h 305415"/>
                          <a:gd name="connsiteX49" fmla="*/ 50763 w 153178"/>
                          <a:gd name="connsiteY49" fmla="*/ 109921 h 305415"/>
                          <a:gd name="connsiteX50" fmla="*/ 57900 w 153178"/>
                          <a:gd name="connsiteY50" fmla="*/ 121815 h 305415"/>
                          <a:gd name="connsiteX51" fmla="*/ 54332 w 153178"/>
                          <a:gd name="connsiteY51" fmla="*/ 136088 h 305415"/>
                          <a:gd name="connsiteX52" fmla="*/ 51953 w 153178"/>
                          <a:gd name="connsiteY52" fmla="*/ 151551 h 305415"/>
                          <a:gd name="connsiteX53" fmla="*/ 42437 w 153178"/>
                          <a:gd name="connsiteY53" fmla="*/ 163445 h 305415"/>
                          <a:gd name="connsiteX54" fmla="*/ 35301 w 153178"/>
                          <a:gd name="connsiteY54" fmla="*/ 188423 h 305415"/>
                          <a:gd name="connsiteX55" fmla="*/ 13890 w 153178"/>
                          <a:gd name="connsiteY55" fmla="*/ 197939 h 305415"/>
                          <a:gd name="connsiteX56" fmla="*/ 5565 w 153178"/>
                          <a:gd name="connsiteY56" fmla="*/ 215781 h 305415"/>
                          <a:gd name="connsiteX57" fmla="*/ 24596 w 153178"/>
                          <a:gd name="connsiteY57" fmla="*/ 232433 h 305415"/>
                          <a:gd name="connsiteX58" fmla="*/ 31732 w 153178"/>
                          <a:gd name="connsiteY58" fmla="*/ 251464 h 305415"/>
                          <a:gd name="connsiteX59" fmla="*/ 21027 w 153178"/>
                          <a:gd name="connsiteY59" fmla="*/ 271684 h 305415"/>
                          <a:gd name="connsiteX60" fmla="*/ 3186 w 153178"/>
                          <a:gd name="connsiteY60" fmla="*/ 285957 h 305415"/>
                          <a:gd name="connsiteX61" fmla="*/ 10322 w 153178"/>
                          <a:gd name="connsiteY61" fmla="*/ 293094 h 305415"/>
                          <a:gd name="connsiteX62" fmla="*/ 12701 w 153178"/>
                          <a:gd name="connsiteY62" fmla="*/ 299041 h 305415"/>
                          <a:gd name="connsiteX63" fmla="*/ 18648 w 153178"/>
                          <a:gd name="connsiteY63" fmla="*/ 304988 h 305415"/>
                          <a:gd name="connsiteX64" fmla="*/ 28164 w 153178"/>
                          <a:gd name="connsiteY64" fmla="*/ 297851 h 305415"/>
                          <a:gd name="connsiteX65" fmla="*/ 34111 w 153178"/>
                          <a:gd name="connsiteY65" fmla="*/ 293094 h 305415"/>
                          <a:gd name="connsiteX66" fmla="*/ 51953 w 153178"/>
                          <a:gd name="connsiteY66" fmla="*/ 275252 h 305415"/>
                          <a:gd name="connsiteX67" fmla="*/ 69794 w 153178"/>
                          <a:gd name="connsiteY67" fmla="*/ 257411 h 305415"/>
                          <a:gd name="connsiteX68" fmla="*/ 72173 w 153178"/>
                          <a:gd name="connsiteY68" fmla="*/ 251464 h 305415"/>
                          <a:gd name="connsiteX69" fmla="*/ 78120 w 153178"/>
                          <a:gd name="connsiteY69" fmla="*/ 247895 h 305415"/>
                          <a:gd name="connsiteX70" fmla="*/ 84067 w 153178"/>
                          <a:gd name="connsiteY70" fmla="*/ 236001 h 305415"/>
                          <a:gd name="connsiteX71" fmla="*/ 86446 w 153178"/>
                          <a:gd name="connsiteY71" fmla="*/ 224106 h 305415"/>
                          <a:gd name="connsiteX72" fmla="*/ 81688 w 153178"/>
                          <a:gd name="connsiteY72" fmla="*/ 220538 h 305415"/>
                          <a:gd name="connsiteX73" fmla="*/ 86446 w 153178"/>
                          <a:gd name="connsiteY73" fmla="*/ 216970 h 305415"/>
                          <a:gd name="connsiteX74" fmla="*/ 99530 w 153178"/>
                          <a:gd name="connsiteY74" fmla="*/ 206265 h 305415"/>
                          <a:gd name="connsiteX75" fmla="*/ 113803 w 153178"/>
                          <a:gd name="connsiteY75" fmla="*/ 208644 h 305415"/>
                          <a:gd name="connsiteX76" fmla="*/ 119750 w 153178"/>
                          <a:gd name="connsiteY76" fmla="*/ 206265 h 305415"/>
                          <a:gd name="connsiteX77" fmla="*/ 117371 w 153178"/>
                          <a:gd name="connsiteY77" fmla="*/ 194370 h 305415"/>
                          <a:gd name="connsiteX78" fmla="*/ 122129 w 153178"/>
                          <a:gd name="connsiteY78" fmla="*/ 187234 h 305415"/>
                          <a:gd name="connsiteX79" fmla="*/ 129266 w 153178"/>
                          <a:gd name="connsiteY79" fmla="*/ 187234 h 305415"/>
                          <a:gd name="connsiteX80" fmla="*/ 142350 w 153178"/>
                          <a:gd name="connsiteY80" fmla="*/ 158687 h 305415"/>
                          <a:gd name="connsiteX81" fmla="*/ 151865 w 153178"/>
                          <a:gd name="connsiteY81" fmla="*/ 152740 h 305415"/>
                          <a:gd name="connsiteX82" fmla="*/ 144728 w 153178"/>
                          <a:gd name="connsiteY82" fmla="*/ 155119 h 3054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  <a:cxn ang="0">
                            <a:pos x="connsiteX63" y="connsiteY63"/>
                          </a:cxn>
                          <a:cxn ang="0">
                            <a:pos x="connsiteX64" y="connsiteY64"/>
                          </a:cxn>
                          <a:cxn ang="0">
                            <a:pos x="connsiteX65" y="connsiteY65"/>
                          </a:cxn>
                          <a:cxn ang="0">
                            <a:pos x="connsiteX66" y="connsiteY66"/>
                          </a:cxn>
                          <a:cxn ang="0">
                            <a:pos x="connsiteX67" y="connsiteY67"/>
                          </a:cxn>
                          <a:cxn ang="0">
                            <a:pos x="connsiteX68" y="connsiteY68"/>
                          </a:cxn>
                          <a:cxn ang="0">
                            <a:pos x="connsiteX69" y="connsiteY69"/>
                          </a:cxn>
                          <a:cxn ang="0">
                            <a:pos x="connsiteX70" y="connsiteY70"/>
                          </a:cxn>
                          <a:cxn ang="0">
                            <a:pos x="connsiteX71" y="connsiteY71"/>
                          </a:cxn>
                          <a:cxn ang="0">
                            <a:pos x="connsiteX72" y="connsiteY72"/>
                          </a:cxn>
                          <a:cxn ang="0">
                            <a:pos x="connsiteX73" y="connsiteY73"/>
                          </a:cxn>
                          <a:cxn ang="0">
                            <a:pos x="connsiteX74" y="connsiteY74"/>
                          </a:cxn>
                          <a:cxn ang="0">
                            <a:pos x="connsiteX75" y="connsiteY75"/>
                          </a:cxn>
                          <a:cxn ang="0">
                            <a:pos x="connsiteX76" y="connsiteY76"/>
                          </a:cxn>
                          <a:cxn ang="0">
                            <a:pos x="connsiteX77" y="connsiteY77"/>
                          </a:cxn>
                          <a:cxn ang="0">
                            <a:pos x="connsiteX78" y="connsiteY78"/>
                          </a:cxn>
                          <a:cxn ang="0">
                            <a:pos x="connsiteX79" y="connsiteY79"/>
                          </a:cxn>
                          <a:cxn ang="0">
                            <a:pos x="connsiteX80" y="connsiteY80"/>
                          </a:cxn>
                          <a:cxn ang="0">
                            <a:pos x="connsiteX81" y="connsiteY81"/>
                          </a:cxn>
                          <a:cxn ang="0">
                            <a:pos x="connsiteX82" y="connsiteY82"/>
                          </a:cxn>
                        </a:cxnLst>
                        <a:rect l="l" t="t" r="r" b="b"/>
                        <a:pathLst>
                          <a:path w="153178" h="305415">
                            <a:moveTo>
                              <a:pt x="144728" y="155119"/>
                            </a:moveTo>
                            <a:cubicBezTo>
                              <a:pt x="142350" y="153930"/>
                              <a:pt x="147107" y="152740"/>
                              <a:pt x="148297" y="150362"/>
                            </a:cubicBezTo>
                            <a:cubicBezTo>
                              <a:pt x="150675" y="140846"/>
                              <a:pt x="135213" y="153930"/>
                              <a:pt x="130456" y="157498"/>
                            </a:cubicBezTo>
                            <a:cubicBezTo>
                              <a:pt x="125698" y="162256"/>
                              <a:pt x="116182" y="168203"/>
                              <a:pt x="109045" y="163445"/>
                            </a:cubicBezTo>
                            <a:cubicBezTo>
                              <a:pt x="104288" y="159877"/>
                              <a:pt x="100720" y="155119"/>
                              <a:pt x="95962" y="150362"/>
                            </a:cubicBezTo>
                            <a:cubicBezTo>
                              <a:pt x="88825" y="143225"/>
                              <a:pt x="97151" y="140846"/>
                              <a:pt x="94773" y="133709"/>
                            </a:cubicBezTo>
                            <a:cubicBezTo>
                              <a:pt x="93583" y="130141"/>
                              <a:pt x="91204" y="128952"/>
                              <a:pt x="90015" y="125383"/>
                            </a:cubicBezTo>
                            <a:cubicBezTo>
                              <a:pt x="88825" y="121815"/>
                              <a:pt x="90015" y="118247"/>
                              <a:pt x="88825" y="113489"/>
                            </a:cubicBezTo>
                            <a:cubicBezTo>
                              <a:pt x="88825" y="109921"/>
                              <a:pt x="80499" y="94458"/>
                              <a:pt x="78120" y="99216"/>
                            </a:cubicBezTo>
                            <a:cubicBezTo>
                              <a:pt x="75741" y="103973"/>
                              <a:pt x="81688" y="106352"/>
                              <a:pt x="80499" y="111110"/>
                            </a:cubicBezTo>
                            <a:cubicBezTo>
                              <a:pt x="80499" y="114679"/>
                              <a:pt x="79309" y="115868"/>
                              <a:pt x="79309" y="118247"/>
                            </a:cubicBezTo>
                            <a:cubicBezTo>
                              <a:pt x="79309" y="120626"/>
                              <a:pt x="82878" y="123004"/>
                              <a:pt x="80499" y="125383"/>
                            </a:cubicBezTo>
                            <a:cubicBezTo>
                              <a:pt x="78120" y="127762"/>
                              <a:pt x="73362" y="126573"/>
                              <a:pt x="72173" y="124194"/>
                            </a:cubicBezTo>
                            <a:cubicBezTo>
                              <a:pt x="70984" y="123004"/>
                              <a:pt x="73362" y="119436"/>
                              <a:pt x="72173" y="118247"/>
                            </a:cubicBezTo>
                            <a:cubicBezTo>
                              <a:pt x="70984" y="117057"/>
                              <a:pt x="69794" y="118247"/>
                              <a:pt x="68605" y="118247"/>
                            </a:cubicBezTo>
                            <a:cubicBezTo>
                              <a:pt x="65037" y="115868"/>
                              <a:pt x="57900" y="117057"/>
                              <a:pt x="57900" y="113489"/>
                            </a:cubicBezTo>
                            <a:cubicBezTo>
                              <a:pt x="57900" y="111110"/>
                              <a:pt x="67415" y="111110"/>
                              <a:pt x="62658" y="106352"/>
                            </a:cubicBezTo>
                            <a:cubicBezTo>
                              <a:pt x="60279" y="102784"/>
                              <a:pt x="65037" y="101595"/>
                              <a:pt x="67415" y="98026"/>
                            </a:cubicBezTo>
                            <a:cubicBezTo>
                              <a:pt x="70984" y="94458"/>
                              <a:pt x="65037" y="88511"/>
                              <a:pt x="65037" y="83753"/>
                            </a:cubicBezTo>
                            <a:cubicBezTo>
                              <a:pt x="65037" y="81374"/>
                              <a:pt x="61468" y="69480"/>
                              <a:pt x="62658" y="68290"/>
                            </a:cubicBezTo>
                            <a:cubicBezTo>
                              <a:pt x="63847" y="67101"/>
                              <a:pt x="68605" y="68290"/>
                              <a:pt x="69794" y="67101"/>
                            </a:cubicBezTo>
                            <a:cubicBezTo>
                              <a:pt x="72173" y="64722"/>
                              <a:pt x="72173" y="61154"/>
                              <a:pt x="72173" y="58775"/>
                            </a:cubicBezTo>
                            <a:cubicBezTo>
                              <a:pt x="72173" y="52828"/>
                              <a:pt x="73362" y="46881"/>
                              <a:pt x="69794" y="43312"/>
                            </a:cubicBezTo>
                            <a:cubicBezTo>
                              <a:pt x="67415" y="39744"/>
                              <a:pt x="61468" y="49260"/>
                              <a:pt x="59090" y="43312"/>
                            </a:cubicBezTo>
                            <a:cubicBezTo>
                              <a:pt x="59090" y="43312"/>
                              <a:pt x="59090" y="40933"/>
                              <a:pt x="59090" y="40933"/>
                            </a:cubicBezTo>
                            <a:cubicBezTo>
                              <a:pt x="62658" y="34986"/>
                              <a:pt x="57900" y="37365"/>
                              <a:pt x="56711" y="34986"/>
                            </a:cubicBezTo>
                            <a:cubicBezTo>
                              <a:pt x="55521" y="30229"/>
                              <a:pt x="61468" y="32607"/>
                              <a:pt x="61468" y="29039"/>
                            </a:cubicBezTo>
                            <a:cubicBezTo>
                              <a:pt x="61468" y="25471"/>
                              <a:pt x="54332" y="26660"/>
                              <a:pt x="51953" y="25471"/>
                            </a:cubicBezTo>
                            <a:cubicBezTo>
                              <a:pt x="49573" y="23092"/>
                              <a:pt x="51953" y="13577"/>
                              <a:pt x="47195" y="17145"/>
                            </a:cubicBezTo>
                            <a:cubicBezTo>
                              <a:pt x="44816" y="18334"/>
                              <a:pt x="47195" y="21902"/>
                              <a:pt x="46005" y="23092"/>
                            </a:cubicBezTo>
                            <a:cubicBezTo>
                              <a:pt x="46005" y="24281"/>
                              <a:pt x="43626" y="24281"/>
                              <a:pt x="42437" y="24281"/>
                            </a:cubicBezTo>
                            <a:cubicBezTo>
                              <a:pt x="36490" y="19524"/>
                              <a:pt x="44816" y="5250"/>
                              <a:pt x="38869" y="493"/>
                            </a:cubicBezTo>
                            <a:cubicBezTo>
                              <a:pt x="37679" y="-697"/>
                              <a:pt x="31732" y="493"/>
                              <a:pt x="30543" y="1682"/>
                            </a:cubicBezTo>
                            <a:cubicBezTo>
                              <a:pt x="25785" y="5250"/>
                              <a:pt x="29354" y="2871"/>
                              <a:pt x="31732" y="6440"/>
                            </a:cubicBezTo>
                            <a:cubicBezTo>
                              <a:pt x="34111" y="11198"/>
                              <a:pt x="36490" y="15955"/>
                              <a:pt x="37679" y="21902"/>
                            </a:cubicBezTo>
                            <a:cubicBezTo>
                              <a:pt x="37679" y="24281"/>
                              <a:pt x="38869" y="30229"/>
                              <a:pt x="37679" y="31418"/>
                            </a:cubicBezTo>
                            <a:cubicBezTo>
                              <a:pt x="36490" y="34986"/>
                              <a:pt x="34111" y="33797"/>
                              <a:pt x="32922" y="36176"/>
                            </a:cubicBezTo>
                            <a:cubicBezTo>
                              <a:pt x="31732" y="42123"/>
                              <a:pt x="37679" y="43312"/>
                              <a:pt x="42437" y="46881"/>
                            </a:cubicBezTo>
                            <a:cubicBezTo>
                              <a:pt x="44816" y="49260"/>
                              <a:pt x="40058" y="52828"/>
                              <a:pt x="41248" y="56396"/>
                            </a:cubicBezTo>
                            <a:cubicBezTo>
                              <a:pt x="41248" y="59964"/>
                              <a:pt x="43626" y="63533"/>
                              <a:pt x="43626" y="67101"/>
                            </a:cubicBezTo>
                            <a:cubicBezTo>
                              <a:pt x="43626" y="75427"/>
                              <a:pt x="40058" y="83753"/>
                              <a:pt x="46005" y="89700"/>
                            </a:cubicBezTo>
                            <a:cubicBezTo>
                              <a:pt x="47195" y="90890"/>
                              <a:pt x="48384" y="90890"/>
                              <a:pt x="49573" y="89700"/>
                            </a:cubicBezTo>
                            <a:cubicBezTo>
                              <a:pt x="51953" y="87321"/>
                              <a:pt x="48384" y="78995"/>
                              <a:pt x="51953" y="81374"/>
                            </a:cubicBezTo>
                            <a:cubicBezTo>
                              <a:pt x="54332" y="82564"/>
                              <a:pt x="51953" y="86132"/>
                              <a:pt x="54332" y="86132"/>
                            </a:cubicBezTo>
                            <a:cubicBezTo>
                              <a:pt x="55521" y="86132"/>
                              <a:pt x="56711" y="84943"/>
                              <a:pt x="56711" y="84943"/>
                            </a:cubicBezTo>
                            <a:cubicBezTo>
                              <a:pt x="57900" y="84943"/>
                              <a:pt x="57900" y="88511"/>
                              <a:pt x="56711" y="89700"/>
                            </a:cubicBezTo>
                            <a:cubicBezTo>
                              <a:pt x="54332" y="92079"/>
                              <a:pt x="54332" y="96837"/>
                              <a:pt x="51953" y="98026"/>
                            </a:cubicBezTo>
                            <a:cubicBezTo>
                              <a:pt x="50763" y="98026"/>
                              <a:pt x="49573" y="95648"/>
                              <a:pt x="47195" y="95648"/>
                            </a:cubicBezTo>
                            <a:cubicBezTo>
                              <a:pt x="44816" y="96837"/>
                              <a:pt x="46005" y="101595"/>
                              <a:pt x="47195" y="103973"/>
                            </a:cubicBezTo>
                            <a:cubicBezTo>
                              <a:pt x="48384" y="108731"/>
                              <a:pt x="48384" y="107542"/>
                              <a:pt x="50763" y="109921"/>
                            </a:cubicBezTo>
                            <a:cubicBezTo>
                              <a:pt x="54332" y="113489"/>
                              <a:pt x="60279" y="117057"/>
                              <a:pt x="57900" y="121815"/>
                            </a:cubicBezTo>
                            <a:cubicBezTo>
                              <a:pt x="54332" y="127762"/>
                              <a:pt x="54332" y="131331"/>
                              <a:pt x="54332" y="136088"/>
                            </a:cubicBezTo>
                            <a:cubicBezTo>
                              <a:pt x="53142" y="140846"/>
                              <a:pt x="55521" y="146793"/>
                              <a:pt x="51953" y="151551"/>
                            </a:cubicBezTo>
                            <a:cubicBezTo>
                              <a:pt x="47195" y="156309"/>
                              <a:pt x="47195" y="157498"/>
                              <a:pt x="42437" y="163445"/>
                            </a:cubicBezTo>
                            <a:cubicBezTo>
                              <a:pt x="37679" y="169392"/>
                              <a:pt x="38869" y="181287"/>
                              <a:pt x="35301" y="188423"/>
                            </a:cubicBezTo>
                            <a:cubicBezTo>
                              <a:pt x="31732" y="196749"/>
                              <a:pt x="21027" y="194370"/>
                              <a:pt x="13890" y="197939"/>
                            </a:cubicBezTo>
                            <a:cubicBezTo>
                              <a:pt x="5565" y="201507"/>
                              <a:pt x="807" y="207454"/>
                              <a:pt x="5565" y="215781"/>
                            </a:cubicBezTo>
                            <a:cubicBezTo>
                              <a:pt x="9133" y="222917"/>
                              <a:pt x="18648" y="226485"/>
                              <a:pt x="24596" y="232433"/>
                            </a:cubicBezTo>
                            <a:cubicBezTo>
                              <a:pt x="31732" y="238380"/>
                              <a:pt x="31732" y="244327"/>
                              <a:pt x="31732" y="251464"/>
                            </a:cubicBezTo>
                            <a:cubicBezTo>
                              <a:pt x="31732" y="260979"/>
                              <a:pt x="26975" y="264547"/>
                              <a:pt x="21027" y="271684"/>
                            </a:cubicBezTo>
                            <a:cubicBezTo>
                              <a:pt x="17459" y="276441"/>
                              <a:pt x="7943" y="281199"/>
                              <a:pt x="3186" y="285957"/>
                            </a:cubicBezTo>
                            <a:cubicBezTo>
                              <a:pt x="-2761" y="291904"/>
                              <a:pt x="-382" y="294283"/>
                              <a:pt x="10322" y="293094"/>
                            </a:cubicBezTo>
                            <a:cubicBezTo>
                              <a:pt x="11512" y="293094"/>
                              <a:pt x="9133" y="299041"/>
                              <a:pt x="12701" y="299041"/>
                            </a:cubicBezTo>
                            <a:cubicBezTo>
                              <a:pt x="18648" y="299041"/>
                              <a:pt x="7943" y="307367"/>
                              <a:pt x="18648" y="304988"/>
                            </a:cubicBezTo>
                            <a:cubicBezTo>
                              <a:pt x="22217" y="303799"/>
                              <a:pt x="25785" y="300230"/>
                              <a:pt x="28164" y="297851"/>
                            </a:cubicBezTo>
                            <a:cubicBezTo>
                              <a:pt x="30543" y="295472"/>
                              <a:pt x="31732" y="294283"/>
                              <a:pt x="34111" y="293094"/>
                            </a:cubicBezTo>
                            <a:cubicBezTo>
                              <a:pt x="41248" y="287147"/>
                              <a:pt x="47195" y="281199"/>
                              <a:pt x="51953" y="275252"/>
                            </a:cubicBezTo>
                            <a:cubicBezTo>
                              <a:pt x="56711" y="269305"/>
                              <a:pt x="66226" y="262168"/>
                              <a:pt x="69794" y="257411"/>
                            </a:cubicBezTo>
                            <a:cubicBezTo>
                              <a:pt x="70984" y="255032"/>
                              <a:pt x="69794" y="253842"/>
                              <a:pt x="72173" y="251464"/>
                            </a:cubicBezTo>
                            <a:cubicBezTo>
                              <a:pt x="73362" y="250274"/>
                              <a:pt x="76931" y="251464"/>
                              <a:pt x="78120" y="247895"/>
                            </a:cubicBezTo>
                            <a:cubicBezTo>
                              <a:pt x="80499" y="245516"/>
                              <a:pt x="80499" y="239569"/>
                              <a:pt x="84067" y="236001"/>
                            </a:cubicBezTo>
                            <a:cubicBezTo>
                              <a:pt x="87636" y="232433"/>
                              <a:pt x="88825" y="228864"/>
                              <a:pt x="86446" y="224106"/>
                            </a:cubicBezTo>
                            <a:cubicBezTo>
                              <a:pt x="85257" y="221728"/>
                              <a:pt x="81688" y="225296"/>
                              <a:pt x="81688" y="220538"/>
                            </a:cubicBezTo>
                            <a:cubicBezTo>
                              <a:pt x="81688" y="218159"/>
                              <a:pt x="85257" y="216970"/>
                              <a:pt x="86446" y="216970"/>
                            </a:cubicBezTo>
                            <a:cubicBezTo>
                              <a:pt x="91204" y="213402"/>
                              <a:pt x="93583" y="207454"/>
                              <a:pt x="99530" y="206265"/>
                            </a:cubicBezTo>
                            <a:cubicBezTo>
                              <a:pt x="112614" y="202697"/>
                              <a:pt x="106667" y="205075"/>
                              <a:pt x="113803" y="208644"/>
                            </a:cubicBezTo>
                            <a:cubicBezTo>
                              <a:pt x="116182" y="211022"/>
                              <a:pt x="119750" y="209833"/>
                              <a:pt x="119750" y="206265"/>
                            </a:cubicBezTo>
                            <a:cubicBezTo>
                              <a:pt x="118561" y="199128"/>
                              <a:pt x="116182" y="200318"/>
                              <a:pt x="117371" y="194370"/>
                            </a:cubicBezTo>
                            <a:cubicBezTo>
                              <a:pt x="118561" y="191992"/>
                              <a:pt x="119750" y="188423"/>
                              <a:pt x="122129" y="187234"/>
                            </a:cubicBezTo>
                            <a:cubicBezTo>
                              <a:pt x="125698" y="184855"/>
                              <a:pt x="126887" y="188423"/>
                              <a:pt x="129266" y="187234"/>
                            </a:cubicBezTo>
                            <a:cubicBezTo>
                              <a:pt x="141160" y="183666"/>
                              <a:pt x="134024" y="164635"/>
                              <a:pt x="142350" y="158687"/>
                            </a:cubicBezTo>
                            <a:cubicBezTo>
                              <a:pt x="144728" y="156309"/>
                              <a:pt x="149486" y="155119"/>
                              <a:pt x="151865" y="152740"/>
                            </a:cubicBezTo>
                            <a:cubicBezTo>
                              <a:pt x="156623" y="155119"/>
                              <a:pt x="147107" y="157498"/>
                              <a:pt x="144728" y="15511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91" name="Freeform 1190">
                        <a:extLst>
                          <a:ext uri="{FF2B5EF4-FFF2-40B4-BE49-F238E27FC236}">
                            <a16:creationId xmlns:a16="http://schemas.microsoft.com/office/drawing/2014/main" id="{B0695A34-509E-75AF-A6C5-C5BA963E02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87267" y="5591611"/>
                        <a:ext cx="6433" cy="7136"/>
                      </a:xfrm>
                      <a:custGeom>
                        <a:avLst/>
                        <a:gdLst>
                          <a:gd name="connsiteX0" fmla="*/ 4947 w 6433"/>
                          <a:gd name="connsiteY0" fmla="*/ 7137 h 7136"/>
                          <a:gd name="connsiteX1" fmla="*/ 6136 w 6433"/>
                          <a:gd name="connsiteY1" fmla="*/ 3568 h 7136"/>
                          <a:gd name="connsiteX2" fmla="*/ 4947 w 6433"/>
                          <a:gd name="connsiteY2" fmla="*/ 0 h 7136"/>
                          <a:gd name="connsiteX3" fmla="*/ 189 w 6433"/>
                          <a:gd name="connsiteY3" fmla="*/ 3568 h 7136"/>
                          <a:gd name="connsiteX4" fmla="*/ 4947 w 6433"/>
                          <a:gd name="connsiteY4" fmla="*/ 7137 h 71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433" h="7136">
                            <a:moveTo>
                              <a:pt x="4947" y="7137"/>
                            </a:moveTo>
                            <a:cubicBezTo>
                              <a:pt x="4947" y="7137"/>
                              <a:pt x="6136" y="4758"/>
                              <a:pt x="6136" y="3568"/>
                            </a:cubicBezTo>
                            <a:cubicBezTo>
                              <a:pt x="6136" y="2379"/>
                              <a:pt x="7326" y="0"/>
                              <a:pt x="4947" y="0"/>
                            </a:cubicBezTo>
                            <a:cubicBezTo>
                              <a:pt x="3757" y="0"/>
                              <a:pt x="-1000" y="0"/>
                              <a:pt x="189" y="3568"/>
                            </a:cubicBezTo>
                            <a:cubicBezTo>
                              <a:pt x="2568" y="5947"/>
                              <a:pt x="1378" y="7137"/>
                              <a:pt x="4947" y="713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92" name="Freeform 1191">
                        <a:extLst>
                          <a:ext uri="{FF2B5EF4-FFF2-40B4-BE49-F238E27FC236}">
                            <a16:creationId xmlns:a16="http://schemas.microsoft.com/office/drawing/2014/main" id="{3072A820-160F-7FFD-ED80-068C9ACB77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42724" y="6011482"/>
                        <a:ext cx="24773" cy="27357"/>
                      </a:xfrm>
                      <a:custGeom>
                        <a:avLst/>
                        <a:gdLst>
                          <a:gd name="connsiteX0" fmla="*/ 22396 w 24773"/>
                          <a:gd name="connsiteY0" fmla="*/ 17842 h 27357"/>
                          <a:gd name="connsiteX1" fmla="*/ 20016 w 24773"/>
                          <a:gd name="connsiteY1" fmla="*/ 14273 h 27357"/>
                          <a:gd name="connsiteX2" fmla="*/ 23585 w 24773"/>
                          <a:gd name="connsiteY2" fmla="*/ 10705 h 27357"/>
                          <a:gd name="connsiteX3" fmla="*/ 14069 w 24773"/>
                          <a:gd name="connsiteY3" fmla="*/ 0 h 27357"/>
                          <a:gd name="connsiteX4" fmla="*/ 11690 w 24773"/>
                          <a:gd name="connsiteY4" fmla="*/ 5947 h 27357"/>
                          <a:gd name="connsiteX5" fmla="*/ 11690 w 24773"/>
                          <a:gd name="connsiteY5" fmla="*/ 14273 h 27357"/>
                          <a:gd name="connsiteX6" fmla="*/ 6932 w 24773"/>
                          <a:gd name="connsiteY6" fmla="*/ 15463 h 27357"/>
                          <a:gd name="connsiteX7" fmla="*/ 3364 w 24773"/>
                          <a:gd name="connsiteY7" fmla="*/ 20221 h 27357"/>
                          <a:gd name="connsiteX8" fmla="*/ 985 w 24773"/>
                          <a:gd name="connsiteY8" fmla="*/ 27357 h 27357"/>
                          <a:gd name="connsiteX9" fmla="*/ 8122 w 24773"/>
                          <a:gd name="connsiteY9" fmla="*/ 22600 h 27357"/>
                          <a:gd name="connsiteX10" fmla="*/ 14069 w 24773"/>
                          <a:gd name="connsiteY10" fmla="*/ 22600 h 27357"/>
                          <a:gd name="connsiteX11" fmla="*/ 24774 w 24773"/>
                          <a:gd name="connsiteY11" fmla="*/ 20221 h 27357"/>
                          <a:gd name="connsiteX12" fmla="*/ 22396 w 24773"/>
                          <a:gd name="connsiteY12" fmla="*/ 17842 h 273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24773" h="27357">
                            <a:moveTo>
                              <a:pt x="22396" y="17842"/>
                            </a:moveTo>
                            <a:cubicBezTo>
                              <a:pt x="21206" y="17842"/>
                              <a:pt x="17637" y="15463"/>
                              <a:pt x="20016" y="14273"/>
                            </a:cubicBezTo>
                            <a:cubicBezTo>
                              <a:pt x="22396" y="14273"/>
                              <a:pt x="23585" y="13084"/>
                              <a:pt x="23585" y="10705"/>
                            </a:cubicBezTo>
                            <a:cubicBezTo>
                              <a:pt x="22396" y="8326"/>
                              <a:pt x="16448" y="0"/>
                              <a:pt x="14069" y="0"/>
                            </a:cubicBezTo>
                            <a:cubicBezTo>
                              <a:pt x="11690" y="1190"/>
                              <a:pt x="11690" y="2379"/>
                              <a:pt x="11690" y="5947"/>
                            </a:cubicBezTo>
                            <a:cubicBezTo>
                              <a:pt x="11690" y="8326"/>
                              <a:pt x="12879" y="14273"/>
                              <a:pt x="11690" y="14273"/>
                            </a:cubicBezTo>
                            <a:cubicBezTo>
                              <a:pt x="9311" y="14273"/>
                              <a:pt x="8122" y="14273"/>
                              <a:pt x="6932" y="15463"/>
                            </a:cubicBezTo>
                            <a:cubicBezTo>
                              <a:pt x="5743" y="17842"/>
                              <a:pt x="5743" y="19031"/>
                              <a:pt x="3364" y="20221"/>
                            </a:cubicBezTo>
                            <a:cubicBezTo>
                              <a:pt x="985" y="22600"/>
                              <a:pt x="-1393" y="27357"/>
                              <a:pt x="985" y="27357"/>
                            </a:cubicBezTo>
                            <a:cubicBezTo>
                              <a:pt x="3364" y="27357"/>
                              <a:pt x="6932" y="22600"/>
                              <a:pt x="8122" y="22600"/>
                            </a:cubicBezTo>
                            <a:cubicBezTo>
                              <a:pt x="9311" y="22600"/>
                              <a:pt x="10501" y="22600"/>
                              <a:pt x="14069" y="22600"/>
                            </a:cubicBezTo>
                            <a:cubicBezTo>
                              <a:pt x="16448" y="22600"/>
                              <a:pt x="23585" y="21410"/>
                              <a:pt x="24774" y="20221"/>
                            </a:cubicBezTo>
                            <a:cubicBezTo>
                              <a:pt x="24774" y="20221"/>
                              <a:pt x="24774" y="19031"/>
                              <a:pt x="22396" y="1784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93" name="Freeform 1192">
                        <a:extLst>
                          <a:ext uri="{FF2B5EF4-FFF2-40B4-BE49-F238E27FC236}">
                            <a16:creationId xmlns:a16="http://schemas.microsoft.com/office/drawing/2014/main" id="{A39592B4-4C69-AA6E-4D34-F7DA1F928F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38767" y="5765582"/>
                        <a:ext cx="262051" cy="257001"/>
                      </a:xfrm>
                      <a:custGeom>
                        <a:avLst/>
                        <a:gdLst>
                          <a:gd name="connsiteX0" fmla="*/ 261861 w 262051"/>
                          <a:gd name="connsiteY0" fmla="*/ 21097 h 257001"/>
                          <a:gd name="connsiteX1" fmla="*/ 255914 w 262051"/>
                          <a:gd name="connsiteY1" fmla="*/ 25854 h 257001"/>
                          <a:gd name="connsiteX2" fmla="*/ 254724 w 262051"/>
                          <a:gd name="connsiteY2" fmla="*/ 28233 h 257001"/>
                          <a:gd name="connsiteX3" fmla="*/ 248777 w 262051"/>
                          <a:gd name="connsiteY3" fmla="*/ 24665 h 257001"/>
                          <a:gd name="connsiteX4" fmla="*/ 241640 w 262051"/>
                          <a:gd name="connsiteY4" fmla="*/ 25854 h 257001"/>
                          <a:gd name="connsiteX5" fmla="*/ 233314 w 262051"/>
                          <a:gd name="connsiteY5" fmla="*/ 21097 h 257001"/>
                          <a:gd name="connsiteX6" fmla="*/ 236882 w 262051"/>
                          <a:gd name="connsiteY6" fmla="*/ 12771 h 257001"/>
                          <a:gd name="connsiteX7" fmla="*/ 229746 w 262051"/>
                          <a:gd name="connsiteY7" fmla="*/ 9202 h 257001"/>
                          <a:gd name="connsiteX8" fmla="*/ 232125 w 262051"/>
                          <a:gd name="connsiteY8" fmla="*/ 876 h 257001"/>
                          <a:gd name="connsiteX9" fmla="*/ 217852 w 262051"/>
                          <a:gd name="connsiteY9" fmla="*/ 8013 h 257001"/>
                          <a:gd name="connsiteX10" fmla="*/ 209525 w 262051"/>
                          <a:gd name="connsiteY10" fmla="*/ 24665 h 257001"/>
                          <a:gd name="connsiteX11" fmla="*/ 188116 w 262051"/>
                          <a:gd name="connsiteY11" fmla="*/ 49643 h 257001"/>
                          <a:gd name="connsiteX12" fmla="*/ 182168 w 262051"/>
                          <a:gd name="connsiteY12" fmla="*/ 52022 h 257001"/>
                          <a:gd name="connsiteX13" fmla="*/ 170274 w 262051"/>
                          <a:gd name="connsiteY13" fmla="*/ 77000 h 257001"/>
                          <a:gd name="connsiteX14" fmla="*/ 151243 w 262051"/>
                          <a:gd name="connsiteY14" fmla="*/ 96031 h 257001"/>
                          <a:gd name="connsiteX15" fmla="*/ 147675 w 262051"/>
                          <a:gd name="connsiteY15" fmla="*/ 100789 h 257001"/>
                          <a:gd name="connsiteX16" fmla="*/ 140538 w 262051"/>
                          <a:gd name="connsiteY16" fmla="*/ 103168 h 257001"/>
                          <a:gd name="connsiteX17" fmla="*/ 135780 w 262051"/>
                          <a:gd name="connsiteY17" fmla="*/ 106736 h 257001"/>
                          <a:gd name="connsiteX18" fmla="*/ 127455 w 262051"/>
                          <a:gd name="connsiteY18" fmla="*/ 109115 h 257001"/>
                          <a:gd name="connsiteX19" fmla="*/ 115560 w 262051"/>
                          <a:gd name="connsiteY19" fmla="*/ 117441 h 257001"/>
                          <a:gd name="connsiteX20" fmla="*/ 104855 w 262051"/>
                          <a:gd name="connsiteY20" fmla="*/ 123388 h 257001"/>
                          <a:gd name="connsiteX21" fmla="*/ 101287 w 262051"/>
                          <a:gd name="connsiteY21" fmla="*/ 136472 h 257001"/>
                          <a:gd name="connsiteX22" fmla="*/ 92961 w 262051"/>
                          <a:gd name="connsiteY22" fmla="*/ 134093 h 257001"/>
                          <a:gd name="connsiteX23" fmla="*/ 82256 w 262051"/>
                          <a:gd name="connsiteY23" fmla="*/ 135282 h 257001"/>
                          <a:gd name="connsiteX24" fmla="*/ 67983 w 262051"/>
                          <a:gd name="connsiteY24" fmla="*/ 145987 h 257001"/>
                          <a:gd name="connsiteX25" fmla="*/ 58467 w 262051"/>
                          <a:gd name="connsiteY25" fmla="*/ 151935 h 257001"/>
                          <a:gd name="connsiteX26" fmla="*/ 52520 w 262051"/>
                          <a:gd name="connsiteY26" fmla="*/ 161450 h 257001"/>
                          <a:gd name="connsiteX27" fmla="*/ 48952 w 262051"/>
                          <a:gd name="connsiteY27" fmla="*/ 159071 h 257001"/>
                          <a:gd name="connsiteX28" fmla="*/ 34678 w 262051"/>
                          <a:gd name="connsiteY28" fmla="*/ 172155 h 257001"/>
                          <a:gd name="connsiteX29" fmla="*/ 27542 w 262051"/>
                          <a:gd name="connsiteY29" fmla="*/ 180481 h 257001"/>
                          <a:gd name="connsiteX30" fmla="*/ 23974 w 262051"/>
                          <a:gd name="connsiteY30" fmla="*/ 191186 h 257001"/>
                          <a:gd name="connsiteX31" fmla="*/ 22784 w 262051"/>
                          <a:gd name="connsiteY31" fmla="*/ 187618 h 257001"/>
                          <a:gd name="connsiteX32" fmla="*/ 13269 w 262051"/>
                          <a:gd name="connsiteY32" fmla="*/ 194754 h 257001"/>
                          <a:gd name="connsiteX33" fmla="*/ 15648 w 262051"/>
                          <a:gd name="connsiteY33" fmla="*/ 204270 h 257001"/>
                          <a:gd name="connsiteX34" fmla="*/ 185 w 262051"/>
                          <a:gd name="connsiteY34" fmla="*/ 216164 h 257001"/>
                          <a:gd name="connsiteX35" fmla="*/ 4942 w 262051"/>
                          <a:gd name="connsiteY35" fmla="*/ 216164 h 257001"/>
                          <a:gd name="connsiteX36" fmla="*/ 8511 w 262051"/>
                          <a:gd name="connsiteY36" fmla="*/ 229248 h 257001"/>
                          <a:gd name="connsiteX37" fmla="*/ 22784 w 262051"/>
                          <a:gd name="connsiteY37" fmla="*/ 229248 h 257001"/>
                          <a:gd name="connsiteX38" fmla="*/ 25163 w 262051"/>
                          <a:gd name="connsiteY38" fmla="*/ 236384 h 257001"/>
                          <a:gd name="connsiteX39" fmla="*/ 32300 w 262051"/>
                          <a:gd name="connsiteY39" fmla="*/ 238763 h 257001"/>
                          <a:gd name="connsiteX40" fmla="*/ 40625 w 262051"/>
                          <a:gd name="connsiteY40" fmla="*/ 251847 h 257001"/>
                          <a:gd name="connsiteX41" fmla="*/ 38247 w 262051"/>
                          <a:gd name="connsiteY41" fmla="*/ 255415 h 257001"/>
                          <a:gd name="connsiteX42" fmla="*/ 48952 w 262051"/>
                          <a:gd name="connsiteY42" fmla="*/ 255415 h 257001"/>
                          <a:gd name="connsiteX43" fmla="*/ 60846 w 262051"/>
                          <a:gd name="connsiteY43" fmla="*/ 256605 h 257001"/>
                          <a:gd name="connsiteX44" fmla="*/ 77498 w 262051"/>
                          <a:gd name="connsiteY44" fmla="*/ 244711 h 257001"/>
                          <a:gd name="connsiteX45" fmla="*/ 78687 w 262051"/>
                          <a:gd name="connsiteY45" fmla="*/ 238763 h 257001"/>
                          <a:gd name="connsiteX46" fmla="*/ 90582 w 262051"/>
                          <a:gd name="connsiteY46" fmla="*/ 232816 h 257001"/>
                          <a:gd name="connsiteX47" fmla="*/ 107234 w 262051"/>
                          <a:gd name="connsiteY47" fmla="*/ 226869 h 257001"/>
                          <a:gd name="connsiteX48" fmla="*/ 109613 w 262051"/>
                          <a:gd name="connsiteY48" fmla="*/ 222111 h 257001"/>
                          <a:gd name="connsiteX49" fmla="*/ 106044 w 262051"/>
                          <a:gd name="connsiteY49" fmla="*/ 222111 h 257001"/>
                          <a:gd name="connsiteX50" fmla="*/ 116750 w 262051"/>
                          <a:gd name="connsiteY50" fmla="*/ 210217 h 257001"/>
                          <a:gd name="connsiteX51" fmla="*/ 117939 w 262051"/>
                          <a:gd name="connsiteY51" fmla="*/ 198322 h 257001"/>
                          <a:gd name="connsiteX52" fmla="*/ 126265 w 262051"/>
                          <a:gd name="connsiteY52" fmla="*/ 191186 h 257001"/>
                          <a:gd name="connsiteX53" fmla="*/ 131023 w 262051"/>
                          <a:gd name="connsiteY53" fmla="*/ 180481 h 257001"/>
                          <a:gd name="connsiteX54" fmla="*/ 138159 w 262051"/>
                          <a:gd name="connsiteY54" fmla="*/ 170966 h 257001"/>
                          <a:gd name="connsiteX55" fmla="*/ 150054 w 262051"/>
                          <a:gd name="connsiteY55" fmla="*/ 150745 h 257001"/>
                          <a:gd name="connsiteX56" fmla="*/ 161948 w 262051"/>
                          <a:gd name="connsiteY56" fmla="*/ 148366 h 257001"/>
                          <a:gd name="connsiteX57" fmla="*/ 167895 w 262051"/>
                          <a:gd name="connsiteY57" fmla="*/ 137662 h 257001"/>
                          <a:gd name="connsiteX58" fmla="*/ 171463 w 262051"/>
                          <a:gd name="connsiteY58" fmla="*/ 136472 h 257001"/>
                          <a:gd name="connsiteX59" fmla="*/ 172653 w 262051"/>
                          <a:gd name="connsiteY59" fmla="*/ 141230 h 257001"/>
                          <a:gd name="connsiteX60" fmla="*/ 184547 w 262051"/>
                          <a:gd name="connsiteY60" fmla="*/ 135282 h 257001"/>
                          <a:gd name="connsiteX61" fmla="*/ 183358 w 262051"/>
                          <a:gd name="connsiteY61" fmla="*/ 141230 h 257001"/>
                          <a:gd name="connsiteX62" fmla="*/ 188116 w 262051"/>
                          <a:gd name="connsiteY62" fmla="*/ 141230 h 257001"/>
                          <a:gd name="connsiteX63" fmla="*/ 192874 w 262051"/>
                          <a:gd name="connsiteY63" fmla="*/ 136472 h 257001"/>
                          <a:gd name="connsiteX64" fmla="*/ 196442 w 262051"/>
                          <a:gd name="connsiteY64" fmla="*/ 134093 h 257001"/>
                          <a:gd name="connsiteX65" fmla="*/ 192874 w 262051"/>
                          <a:gd name="connsiteY65" fmla="*/ 128146 h 257001"/>
                          <a:gd name="connsiteX66" fmla="*/ 192874 w 262051"/>
                          <a:gd name="connsiteY66" fmla="*/ 118630 h 257001"/>
                          <a:gd name="connsiteX67" fmla="*/ 202389 w 262051"/>
                          <a:gd name="connsiteY67" fmla="*/ 113873 h 257001"/>
                          <a:gd name="connsiteX68" fmla="*/ 216662 w 262051"/>
                          <a:gd name="connsiteY68" fmla="*/ 101978 h 257001"/>
                          <a:gd name="connsiteX69" fmla="*/ 229746 w 262051"/>
                          <a:gd name="connsiteY69" fmla="*/ 84137 h 257001"/>
                          <a:gd name="connsiteX70" fmla="*/ 258293 w 262051"/>
                          <a:gd name="connsiteY70" fmla="*/ 60348 h 257001"/>
                          <a:gd name="connsiteX71" fmla="*/ 254724 w 262051"/>
                          <a:gd name="connsiteY71" fmla="*/ 50833 h 257001"/>
                          <a:gd name="connsiteX72" fmla="*/ 254724 w 262051"/>
                          <a:gd name="connsiteY72" fmla="*/ 40128 h 257001"/>
                          <a:gd name="connsiteX73" fmla="*/ 260671 w 262051"/>
                          <a:gd name="connsiteY73" fmla="*/ 37749 h 257001"/>
                          <a:gd name="connsiteX74" fmla="*/ 260671 w 262051"/>
                          <a:gd name="connsiteY74" fmla="*/ 32991 h 257001"/>
                          <a:gd name="connsiteX75" fmla="*/ 258293 w 262051"/>
                          <a:gd name="connsiteY75" fmla="*/ 31801 h 257001"/>
                          <a:gd name="connsiteX76" fmla="*/ 261861 w 262051"/>
                          <a:gd name="connsiteY76" fmla="*/ 21097 h 2570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  <a:cxn ang="0">
                            <a:pos x="connsiteX63" y="connsiteY63"/>
                          </a:cxn>
                          <a:cxn ang="0">
                            <a:pos x="connsiteX64" y="connsiteY64"/>
                          </a:cxn>
                          <a:cxn ang="0">
                            <a:pos x="connsiteX65" y="connsiteY65"/>
                          </a:cxn>
                          <a:cxn ang="0">
                            <a:pos x="connsiteX66" y="connsiteY66"/>
                          </a:cxn>
                          <a:cxn ang="0">
                            <a:pos x="connsiteX67" y="connsiteY67"/>
                          </a:cxn>
                          <a:cxn ang="0">
                            <a:pos x="connsiteX68" y="connsiteY68"/>
                          </a:cxn>
                          <a:cxn ang="0">
                            <a:pos x="connsiteX69" y="connsiteY69"/>
                          </a:cxn>
                          <a:cxn ang="0">
                            <a:pos x="connsiteX70" y="connsiteY70"/>
                          </a:cxn>
                          <a:cxn ang="0">
                            <a:pos x="connsiteX71" y="connsiteY71"/>
                          </a:cxn>
                          <a:cxn ang="0">
                            <a:pos x="connsiteX72" y="connsiteY72"/>
                          </a:cxn>
                          <a:cxn ang="0">
                            <a:pos x="connsiteX73" y="connsiteY73"/>
                          </a:cxn>
                          <a:cxn ang="0">
                            <a:pos x="connsiteX74" y="connsiteY74"/>
                          </a:cxn>
                          <a:cxn ang="0">
                            <a:pos x="connsiteX75" y="connsiteY75"/>
                          </a:cxn>
                          <a:cxn ang="0">
                            <a:pos x="connsiteX76" y="connsiteY76"/>
                          </a:cxn>
                        </a:cxnLst>
                        <a:rect l="l" t="t" r="r" b="b"/>
                        <a:pathLst>
                          <a:path w="262051" h="257001">
                            <a:moveTo>
                              <a:pt x="261861" y="21097"/>
                            </a:moveTo>
                            <a:cubicBezTo>
                              <a:pt x="259482" y="17528"/>
                              <a:pt x="257103" y="21097"/>
                              <a:pt x="255914" y="25854"/>
                            </a:cubicBezTo>
                            <a:cubicBezTo>
                              <a:pt x="255914" y="27044"/>
                              <a:pt x="254724" y="27044"/>
                              <a:pt x="254724" y="28233"/>
                            </a:cubicBezTo>
                            <a:cubicBezTo>
                              <a:pt x="251156" y="30612"/>
                              <a:pt x="251156" y="25854"/>
                              <a:pt x="248777" y="24665"/>
                            </a:cubicBezTo>
                            <a:cubicBezTo>
                              <a:pt x="245208" y="23476"/>
                              <a:pt x="245208" y="24665"/>
                              <a:pt x="241640" y="25854"/>
                            </a:cubicBezTo>
                            <a:cubicBezTo>
                              <a:pt x="238072" y="27044"/>
                              <a:pt x="227367" y="27044"/>
                              <a:pt x="233314" y="21097"/>
                            </a:cubicBezTo>
                            <a:cubicBezTo>
                              <a:pt x="235693" y="18718"/>
                              <a:pt x="238072" y="15149"/>
                              <a:pt x="236882" y="12771"/>
                            </a:cubicBezTo>
                            <a:cubicBezTo>
                              <a:pt x="235693" y="10392"/>
                              <a:pt x="230935" y="11581"/>
                              <a:pt x="229746" y="9202"/>
                            </a:cubicBezTo>
                            <a:cubicBezTo>
                              <a:pt x="227367" y="5634"/>
                              <a:pt x="233314" y="3255"/>
                              <a:pt x="232125" y="876"/>
                            </a:cubicBezTo>
                            <a:cubicBezTo>
                              <a:pt x="229746" y="-2692"/>
                              <a:pt x="220231" y="5634"/>
                              <a:pt x="217852" y="8013"/>
                            </a:cubicBezTo>
                            <a:cubicBezTo>
                              <a:pt x="213093" y="12771"/>
                              <a:pt x="211904" y="18718"/>
                              <a:pt x="209525" y="24665"/>
                            </a:cubicBezTo>
                            <a:cubicBezTo>
                              <a:pt x="207146" y="30612"/>
                              <a:pt x="194063" y="47264"/>
                              <a:pt x="188116" y="49643"/>
                            </a:cubicBezTo>
                            <a:cubicBezTo>
                              <a:pt x="185737" y="50833"/>
                              <a:pt x="184547" y="50833"/>
                              <a:pt x="182168" y="52022"/>
                            </a:cubicBezTo>
                            <a:cubicBezTo>
                              <a:pt x="175032" y="56780"/>
                              <a:pt x="173842" y="68674"/>
                              <a:pt x="170274" y="77000"/>
                            </a:cubicBezTo>
                            <a:cubicBezTo>
                              <a:pt x="165516" y="86516"/>
                              <a:pt x="159569" y="90084"/>
                              <a:pt x="151243" y="96031"/>
                            </a:cubicBezTo>
                            <a:cubicBezTo>
                              <a:pt x="150054" y="97220"/>
                              <a:pt x="148864" y="99599"/>
                              <a:pt x="147675" y="100789"/>
                            </a:cubicBezTo>
                            <a:cubicBezTo>
                              <a:pt x="145296" y="101978"/>
                              <a:pt x="142917" y="101978"/>
                              <a:pt x="140538" y="103168"/>
                            </a:cubicBezTo>
                            <a:cubicBezTo>
                              <a:pt x="138159" y="104357"/>
                              <a:pt x="138159" y="106736"/>
                              <a:pt x="135780" y="106736"/>
                            </a:cubicBezTo>
                            <a:cubicBezTo>
                              <a:pt x="133402" y="107926"/>
                              <a:pt x="131023" y="106736"/>
                              <a:pt x="127455" y="109115"/>
                            </a:cubicBezTo>
                            <a:cubicBezTo>
                              <a:pt x="123886" y="111494"/>
                              <a:pt x="120318" y="115062"/>
                              <a:pt x="115560" y="117441"/>
                            </a:cubicBezTo>
                            <a:cubicBezTo>
                              <a:pt x="111992" y="119820"/>
                              <a:pt x="108423" y="121009"/>
                              <a:pt x="104855" y="123388"/>
                            </a:cubicBezTo>
                            <a:cubicBezTo>
                              <a:pt x="100097" y="126956"/>
                              <a:pt x="103666" y="130525"/>
                              <a:pt x="101287" y="136472"/>
                            </a:cubicBezTo>
                            <a:cubicBezTo>
                              <a:pt x="98908" y="141230"/>
                              <a:pt x="96529" y="135282"/>
                              <a:pt x="92961" y="134093"/>
                            </a:cubicBezTo>
                            <a:cubicBezTo>
                              <a:pt x="91772" y="134093"/>
                              <a:pt x="83446" y="134093"/>
                              <a:pt x="82256" y="135282"/>
                            </a:cubicBezTo>
                            <a:cubicBezTo>
                              <a:pt x="77498" y="137662"/>
                              <a:pt x="72740" y="142419"/>
                              <a:pt x="67983" y="145987"/>
                            </a:cubicBezTo>
                            <a:cubicBezTo>
                              <a:pt x="64414" y="148366"/>
                              <a:pt x="62036" y="149556"/>
                              <a:pt x="58467" y="151935"/>
                            </a:cubicBezTo>
                            <a:cubicBezTo>
                              <a:pt x="54899" y="155503"/>
                              <a:pt x="56089" y="161450"/>
                              <a:pt x="52520" y="161450"/>
                            </a:cubicBezTo>
                            <a:cubicBezTo>
                              <a:pt x="51331" y="161450"/>
                              <a:pt x="50141" y="159071"/>
                              <a:pt x="48952" y="159071"/>
                            </a:cubicBezTo>
                            <a:cubicBezTo>
                              <a:pt x="40625" y="157882"/>
                              <a:pt x="44194" y="166208"/>
                              <a:pt x="34678" y="172155"/>
                            </a:cubicBezTo>
                            <a:cubicBezTo>
                              <a:pt x="31110" y="174534"/>
                              <a:pt x="28731" y="176913"/>
                              <a:pt x="27542" y="180481"/>
                            </a:cubicBezTo>
                            <a:cubicBezTo>
                              <a:pt x="25163" y="184049"/>
                              <a:pt x="27542" y="193565"/>
                              <a:pt x="23974" y="191186"/>
                            </a:cubicBezTo>
                            <a:cubicBezTo>
                              <a:pt x="22784" y="191186"/>
                              <a:pt x="23974" y="187618"/>
                              <a:pt x="22784" y="187618"/>
                            </a:cubicBezTo>
                            <a:cubicBezTo>
                              <a:pt x="20406" y="186428"/>
                              <a:pt x="14458" y="192375"/>
                              <a:pt x="13269" y="194754"/>
                            </a:cubicBezTo>
                            <a:cubicBezTo>
                              <a:pt x="10890" y="200701"/>
                              <a:pt x="14458" y="199512"/>
                              <a:pt x="15648" y="204270"/>
                            </a:cubicBezTo>
                            <a:cubicBezTo>
                              <a:pt x="19216" y="214975"/>
                              <a:pt x="-2194" y="210217"/>
                              <a:pt x="185" y="216164"/>
                            </a:cubicBezTo>
                            <a:cubicBezTo>
                              <a:pt x="185" y="217353"/>
                              <a:pt x="3753" y="214975"/>
                              <a:pt x="4942" y="216164"/>
                            </a:cubicBezTo>
                            <a:cubicBezTo>
                              <a:pt x="9700" y="219732"/>
                              <a:pt x="2564" y="225680"/>
                              <a:pt x="8511" y="229248"/>
                            </a:cubicBezTo>
                            <a:cubicBezTo>
                              <a:pt x="14458" y="232816"/>
                              <a:pt x="16837" y="226869"/>
                              <a:pt x="22784" y="229248"/>
                            </a:cubicBezTo>
                            <a:cubicBezTo>
                              <a:pt x="25163" y="230437"/>
                              <a:pt x="23974" y="235195"/>
                              <a:pt x="25163" y="236384"/>
                            </a:cubicBezTo>
                            <a:cubicBezTo>
                              <a:pt x="27542" y="238763"/>
                              <a:pt x="29921" y="237574"/>
                              <a:pt x="32300" y="238763"/>
                            </a:cubicBezTo>
                            <a:cubicBezTo>
                              <a:pt x="35868" y="242332"/>
                              <a:pt x="41815" y="247089"/>
                              <a:pt x="40625" y="251847"/>
                            </a:cubicBezTo>
                            <a:cubicBezTo>
                              <a:pt x="40625" y="253036"/>
                              <a:pt x="38247" y="254226"/>
                              <a:pt x="38247" y="255415"/>
                            </a:cubicBezTo>
                            <a:cubicBezTo>
                              <a:pt x="39436" y="258984"/>
                              <a:pt x="45383" y="255415"/>
                              <a:pt x="48952" y="255415"/>
                            </a:cubicBezTo>
                            <a:cubicBezTo>
                              <a:pt x="52520" y="255415"/>
                              <a:pt x="57278" y="256605"/>
                              <a:pt x="60846" y="256605"/>
                            </a:cubicBezTo>
                            <a:cubicBezTo>
                              <a:pt x="66793" y="255415"/>
                              <a:pt x="73930" y="249468"/>
                              <a:pt x="77498" y="244711"/>
                            </a:cubicBezTo>
                            <a:cubicBezTo>
                              <a:pt x="78687" y="243521"/>
                              <a:pt x="76308" y="239953"/>
                              <a:pt x="78687" y="238763"/>
                            </a:cubicBezTo>
                            <a:cubicBezTo>
                              <a:pt x="87014" y="232816"/>
                              <a:pt x="84635" y="238763"/>
                              <a:pt x="90582" y="232816"/>
                            </a:cubicBezTo>
                            <a:cubicBezTo>
                              <a:pt x="94150" y="229248"/>
                              <a:pt x="101287" y="229248"/>
                              <a:pt x="107234" y="226869"/>
                            </a:cubicBezTo>
                            <a:cubicBezTo>
                              <a:pt x="108423" y="226869"/>
                              <a:pt x="110802" y="223301"/>
                              <a:pt x="109613" y="222111"/>
                            </a:cubicBezTo>
                            <a:cubicBezTo>
                              <a:pt x="109613" y="220922"/>
                              <a:pt x="107234" y="222111"/>
                              <a:pt x="106044" y="222111"/>
                            </a:cubicBezTo>
                            <a:cubicBezTo>
                              <a:pt x="102476" y="218543"/>
                              <a:pt x="113181" y="213785"/>
                              <a:pt x="116750" y="210217"/>
                            </a:cubicBezTo>
                            <a:cubicBezTo>
                              <a:pt x="120318" y="206649"/>
                              <a:pt x="115560" y="201891"/>
                              <a:pt x="117939" y="198322"/>
                            </a:cubicBezTo>
                            <a:cubicBezTo>
                              <a:pt x="120318" y="194754"/>
                              <a:pt x="123886" y="193565"/>
                              <a:pt x="126265" y="191186"/>
                            </a:cubicBezTo>
                            <a:cubicBezTo>
                              <a:pt x="129833" y="187618"/>
                              <a:pt x="129833" y="184049"/>
                              <a:pt x="131023" y="180481"/>
                            </a:cubicBezTo>
                            <a:cubicBezTo>
                              <a:pt x="133402" y="176913"/>
                              <a:pt x="136970" y="174534"/>
                              <a:pt x="138159" y="170966"/>
                            </a:cubicBezTo>
                            <a:cubicBezTo>
                              <a:pt x="141727" y="166208"/>
                              <a:pt x="144106" y="153124"/>
                              <a:pt x="150054" y="150745"/>
                            </a:cubicBezTo>
                            <a:cubicBezTo>
                              <a:pt x="154812" y="149556"/>
                              <a:pt x="157191" y="151935"/>
                              <a:pt x="161948" y="148366"/>
                            </a:cubicBezTo>
                            <a:cubicBezTo>
                              <a:pt x="165516" y="145987"/>
                              <a:pt x="165516" y="142419"/>
                              <a:pt x="167895" y="137662"/>
                            </a:cubicBezTo>
                            <a:cubicBezTo>
                              <a:pt x="167895" y="136472"/>
                              <a:pt x="171463" y="135282"/>
                              <a:pt x="171463" y="136472"/>
                            </a:cubicBezTo>
                            <a:cubicBezTo>
                              <a:pt x="172653" y="137662"/>
                              <a:pt x="171463" y="140040"/>
                              <a:pt x="172653" y="141230"/>
                            </a:cubicBezTo>
                            <a:cubicBezTo>
                              <a:pt x="176221" y="144798"/>
                              <a:pt x="180979" y="130525"/>
                              <a:pt x="184547" y="135282"/>
                            </a:cubicBezTo>
                            <a:cubicBezTo>
                              <a:pt x="185737" y="136472"/>
                              <a:pt x="182168" y="138851"/>
                              <a:pt x="183358" y="141230"/>
                            </a:cubicBezTo>
                            <a:cubicBezTo>
                              <a:pt x="183358" y="142419"/>
                              <a:pt x="188116" y="142419"/>
                              <a:pt x="188116" y="141230"/>
                            </a:cubicBezTo>
                            <a:cubicBezTo>
                              <a:pt x="189305" y="138851"/>
                              <a:pt x="190495" y="134093"/>
                              <a:pt x="192874" y="136472"/>
                            </a:cubicBezTo>
                            <a:cubicBezTo>
                              <a:pt x="200010" y="144798"/>
                              <a:pt x="198821" y="141230"/>
                              <a:pt x="196442" y="134093"/>
                            </a:cubicBezTo>
                            <a:cubicBezTo>
                              <a:pt x="196442" y="131714"/>
                              <a:pt x="192874" y="130525"/>
                              <a:pt x="192874" y="128146"/>
                            </a:cubicBezTo>
                            <a:cubicBezTo>
                              <a:pt x="191684" y="125767"/>
                              <a:pt x="192874" y="121009"/>
                              <a:pt x="192874" y="118630"/>
                            </a:cubicBezTo>
                            <a:cubicBezTo>
                              <a:pt x="192874" y="116251"/>
                              <a:pt x="191684" y="111494"/>
                              <a:pt x="202389" y="113873"/>
                            </a:cubicBezTo>
                            <a:cubicBezTo>
                              <a:pt x="205957" y="113873"/>
                              <a:pt x="213093" y="105547"/>
                              <a:pt x="216662" y="101978"/>
                            </a:cubicBezTo>
                            <a:cubicBezTo>
                              <a:pt x="222610" y="97220"/>
                              <a:pt x="224988" y="90084"/>
                              <a:pt x="229746" y="84137"/>
                            </a:cubicBezTo>
                            <a:cubicBezTo>
                              <a:pt x="238072" y="73432"/>
                              <a:pt x="251156" y="71053"/>
                              <a:pt x="258293" y="60348"/>
                            </a:cubicBezTo>
                            <a:cubicBezTo>
                              <a:pt x="260671" y="57969"/>
                              <a:pt x="254724" y="54401"/>
                              <a:pt x="254724" y="50833"/>
                            </a:cubicBezTo>
                            <a:cubicBezTo>
                              <a:pt x="254724" y="48454"/>
                              <a:pt x="252345" y="41317"/>
                              <a:pt x="254724" y="40128"/>
                            </a:cubicBezTo>
                            <a:cubicBezTo>
                              <a:pt x="255914" y="38938"/>
                              <a:pt x="258293" y="38938"/>
                              <a:pt x="260671" y="37749"/>
                            </a:cubicBezTo>
                            <a:cubicBezTo>
                              <a:pt x="261861" y="36560"/>
                              <a:pt x="261861" y="34181"/>
                              <a:pt x="260671" y="32991"/>
                            </a:cubicBezTo>
                            <a:cubicBezTo>
                              <a:pt x="260671" y="31801"/>
                              <a:pt x="258293" y="32991"/>
                              <a:pt x="258293" y="31801"/>
                            </a:cubicBezTo>
                            <a:cubicBezTo>
                              <a:pt x="258293" y="24665"/>
                              <a:pt x="263050" y="23476"/>
                              <a:pt x="261861" y="2109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94" name="Freeform 1193">
                        <a:extLst>
                          <a:ext uri="{FF2B5EF4-FFF2-40B4-BE49-F238E27FC236}">
                            <a16:creationId xmlns:a16="http://schemas.microsoft.com/office/drawing/2014/main" id="{A880D746-E946-EDC2-E2C1-726AAD0889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89922" y="5772406"/>
                        <a:ext cx="9622" cy="9803"/>
                      </a:xfrm>
                      <a:custGeom>
                        <a:avLst/>
                        <a:gdLst>
                          <a:gd name="connsiteX0" fmla="*/ 3568 w 9622"/>
                          <a:gd name="connsiteY0" fmla="*/ 8326 h 9803"/>
                          <a:gd name="connsiteX1" fmla="*/ 7137 w 9622"/>
                          <a:gd name="connsiteY1" fmla="*/ 4758 h 9803"/>
                          <a:gd name="connsiteX2" fmla="*/ 8326 w 9622"/>
                          <a:gd name="connsiteY2" fmla="*/ 0 h 9803"/>
                          <a:gd name="connsiteX3" fmla="*/ 0 w 9622"/>
                          <a:gd name="connsiteY3" fmla="*/ 4758 h 9803"/>
                          <a:gd name="connsiteX4" fmla="*/ 3568 w 9622"/>
                          <a:gd name="connsiteY4" fmla="*/ 8326 h 980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622" h="9803">
                            <a:moveTo>
                              <a:pt x="3568" y="8326"/>
                            </a:moveTo>
                            <a:cubicBezTo>
                              <a:pt x="3568" y="8326"/>
                              <a:pt x="4758" y="5947"/>
                              <a:pt x="7137" y="4758"/>
                            </a:cubicBezTo>
                            <a:cubicBezTo>
                              <a:pt x="9515" y="3568"/>
                              <a:pt x="10705" y="0"/>
                              <a:pt x="8326" y="0"/>
                            </a:cubicBezTo>
                            <a:cubicBezTo>
                              <a:pt x="5947" y="0"/>
                              <a:pt x="0" y="2379"/>
                              <a:pt x="0" y="4758"/>
                            </a:cubicBezTo>
                            <a:cubicBezTo>
                              <a:pt x="0" y="8326"/>
                              <a:pt x="2379" y="11894"/>
                              <a:pt x="3568" y="832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195" name="Freeform 1194">
                      <a:extLst>
                        <a:ext uri="{FF2B5EF4-FFF2-40B4-BE49-F238E27FC236}">
                          <a16:creationId xmlns:a16="http://schemas.microsoft.com/office/drawing/2014/main" id="{505C5E84-EBBF-5EF7-712A-9E24376239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4899" y="4259444"/>
                      <a:ext cx="104094" cy="112273"/>
                    </a:xfrm>
                    <a:custGeom>
                      <a:avLst/>
                      <a:gdLst>
                        <a:gd name="connsiteX0" fmla="*/ 103797 w 104094"/>
                        <a:gd name="connsiteY0" fmla="*/ 67798 h 112273"/>
                        <a:gd name="connsiteX1" fmla="*/ 100229 w 104094"/>
                        <a:gd name="connsiteY1" fmla="*/ 72556 h 112273"/>
                        <a:gd name="connsiteX2" fmla="*/ 100229 w 104094"/>
                        <a:gd name="connsiteY2" fmla="*/ 79692 h 112273"/>
                        <a:gd name="connsiteX3" fmla="*/ 96661 w 104094"/>
                        <a:gd name="connsiteY3" fmla="*/ 91587 h 112273"/>
                        <a:gd name="connsiteX4" fmla="*/ 91903 w 104094"/>
                        <a:gd name="connsiteY4" fmla="*/ 95155 h 112273"/>
                        <a:gd name="connsiteX5" fmla="*/ 84766 w 104094"/>
                        <a:gd name="connsiteY5" fmla="*/ 89208 h 112273"/>
                        <a:gd name="connsiteX6" fmla="*/ 65735 w 104094"/>
                        <a:gd name="connsiteY6" fmla="*/ 91587 h 112273"/>
                        <a:gd name="connsiteX7" fmla="*/ 49083 w 104094"/>
                        <a:gd name="connsiteY7" fmla="*/ 92776 h 112273"/>
                        <a:gd name="connsiteX8" fmla="*/ 57409 w 104094"/>
                        <a:gd name="connsiteY8" fmla="*/ 111807 h 112273"/>
                        <a:gd name="connsiteX9" fmla="*/ 39568 w 104094"/>
                        <a:gd name="connsiteY9" fmla="*/ 109428 h 112273"/>
                        <a:gd name="connsiteX10" fmla="*/ 33621 w 104094"/>
                        <a:gd name="connsiteY10" fmla="*/ 99912 h 112273"/>
                        <a:gd name="connsiteX11" fmla="*/ 26484 w 104094"/>
                        <a:gd name="connsiteY11" fmla="*/ 89208 h 112273"/>
                        <a:gd name="connsiteX12" fmla="*/ 24105 w 104094"/>
                        <a:gd name="connsiteY12" fmla="*/ 83260 h 112273"/>
                        <a:gd name="connsiteX13" fmla="*/ 22916 w 104094"/>
                        <a:gd name="connsiteY13" fmla="*/ 76124 h 112273"/>
                        <a:gd name="connsiteX14" fmla="*/ 19347 w 104094"/>
                        <a:gd name="connsiteY14" fmla="*/ 70177 h 112273"/>
                        <a:gd name="connsiteX15" fmla="*/ 13400 w 104094"/>
                        <a:gd name="connsiteY15" fmla="*/ 66608 h 112273"/>
                        <a:gd name="connsiteX16" fmla="*/ 7453 w 104094"/>
                        <a:gd name="connsiteY16" fmla="*/ 54714 h 112273"/>
                        <a:gd name="connsiteX17" fmla="*/ 3885 w 104094"/>
                        <a:gd name="connsiteY17" fmla="*/ 49956 h 112273"/>
                        <a:gd name="connsiteX18" fmla="*/ 316 w 104094"/>
                        <a:gd name="connsiteY18" fmla="*/ 45198 h 112273"/>
                        <a:gd name="connsiteX19" fmla="*/ 5074 w 104094"/>
                        <a:gd name="connsiteY19" fmla="*/ 32115 h 112273"/>
                        <a:gd name="connsiteX20" fmla="*/ 14590 w 104094"/>
                        <a:gd name="connsiteY20" fmla="*/ 23789 h 112273"/>
                        <a:gd name="connsiteX21" fmla="*/ 14590 w 104094"/>
                        <a:gd name="connsiteY21" fmla="*/ 23789 h 112273"/>
                        <a:gd name="connsiteX22" fmla="*/ 19347 w 104094"/>
                        <a:gd name="connsiteY22" fmla="*/ 20221 h 112273"/>
                        <a:gd name="connsiteX23" fmla="*/ 20537 w 104094"/>
                        <a:gd name="connsiteY23" fmla="*/ 13084 h 112273"/>
                        <a:gd name="connsiteX24" fmla="*/ 21726 w 104094"/>
                        <a:gd name="connsiteY24" fmla="*/ 7137 h 112273"/>
                        <a:gd name="connsiteX25" fmla="*/ 50273 w 104094"/>
                        <a:gd name="connsiteY25" fmla="*/ 3568 h 112273"/>
                        <a:gd name="connsiteX26" fmla="*/ 64546 w 104094"/>
                        <a:gd name="connsiteY26" fmla="*/ 2379 h 112273"/>
                        <a:gd name="connsiteX27" fmla="*/ 77630 w 104094"/>
                        <a:gd name="connsiteY27" fmla="*/ 0 h 112273"/>
                        <a:gd name="connsiteX28" fmla="*/ 101418 w 104094"/>
                        <a:gd name="connsiteY28" fmla="*/ 9515 h 112273"/>
                        <a:gd name="connsiteX29" fmla="*/ 94282 w 104094"/>
                        <a:gd name="connsiteY29" fmla="*/ 17842 h 112273"/>
                        <a:gd name="connsiteX30" fmla="*/ 88335 w 104094"/>
                        <a:gd name="connsiteY30" fmla="*/ 29736 h 112273"/>
                        <a:gd name="connsiteX31" fmla="*/ 90713 w 104094"/>
                        <a:gd name="connsiteY31" fmla="*/ 44009 h 112273"/>
                        <a:gd name="connsiteX32" fmla="*/ 96661 w 104094"/>
                        <a:gd name="connsiteY32" fmla="*/ 54714 h 112273"/>
                        <a:gd name="connsiteX33" fmla="*/ 103797 w 104094"/>
                        <a:gd name="connsiteY33" fmla="*/ 67798 h 1122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104094" h="112273">
                          <a:moveTo>
                            <a:pt x="103797" y="67798"/>
                          </a:moveTo>
                          <a:cubicBezTo>
                            <a:pt x="103797" y="70177"/>
                            <a:pt x="101418" y="71366"/>
                            <a:pt x="100229" y="72556"/>
                          </a:cubicBezTo>
                          <a:cubicBezTo>
                            <a:pt x="99040" y="74934"/>
                            <a:pt x="99040" y="77313"/>
                            <a:pt x="100229" y="79692"/>
                          </a:cubicBezTo>
                          <a:cubicBezTo>
                            <a:pt x="100229" y="84450"/>
                            <a:pt x="100229" y="88018"/>
                            <a:pt x="96661" y="91587"/>
                          </a:cubicBezTo>
                          <a:cubicBezTo>
                            <a:pt x="95471" y="92776"/>
                            <a:pt x="93092" y="93965"/>
                            <a:pt x="91903" y="95155"/>
                          </a:cubicBezTo>
                          <a:cubicBezTo>
                            <a:pt x="90713" y="92776"/>
                            <a:pt x="88335" y="90397"/>
                            <a:pt x="84766" y="89208"/>
                          </a:cubicBezTo>
                          <a:cubicBezTo>
                            <a:pt x="78819" y="86829"/>
                            <a:pt x="72872" y="91587"/>
                            <a:pt x="65735" y="91587"/>
                          </a:cubicBezTo>
                          <a:cubicBezTo>
                            <a:pt x="59788" y="91587"/>
                            <a:pt x="52651" y="88018"/>
                            <a:pt x="49083" y="92776"/>
                          </a:cubicBezTo>
                          <a:cubicBezTo>
                            <a:pt x="47894" y="99912"/>
                            <a:pt x="64546" y="108239"/>
                            <a:pt x="57409" y="111807"/>
                          </a:cubicBezTo>
                          <a:cubicBezTo>
                            <a:pt x="53841" y="112996"/>
                            <a:pt x="46704" y="111807"/>
                            <a:pt x="39568" y="109428"/>
                          </a:cubicBezTo>
                          <a:cubicBezTo>
                            <a:pt x="38378" y="105860"/>
                            <a:pt x="37189" y="102291"/>
                            <a:pt x="33621" y="99912"/>
                          </a:cubicBezTo>
                          <a:cubicBezTo>
                            <a:pt x="30052" y="96344"/>
                            <a:pt x="28863" y="92776"/>
                            <a:pt x="26484" y="89208"/>
                          </a:cubicBezTo>
                          <a:cubicBezTo>
                            <a:pt x="24105" y="86829"/>
                            <a:pt x="24105" y="86829"/>
                            <a:pt x="24105" y="83260"/>
                          </a:cubicBezTo>
                          <a:cubicBezTo>
                            <a:pt x="24105" y="80881"/>
                            <a:pt x="22916" y="78503"/>
                            <a:pt x="22916" y="76124"/>
                          </a:cubicBezTo>
                          <a:cubicBezTo>
                            <a:pt x="22916" y="73745"/>
                            <a:pt x="21726" y="72556"/>
                            <a:pt x="19347" y="70177"/>
                          </a:cubicBezTo>
                          <a:cubicBezTo>
                            <a:pt x="16968" y="68987"/>
                            <a:pt x="14590" y="68987"/>
                            <a:pt x="13400" y="66608"/>
                          </a:cubicBezTo>
                          <a:cubicBezTo>
                            <a:pt x="11021" y="64229"/>
                            <a:pt x="9832" y="57093"/>
                            <a:pt x="7453" y="54714"/>
                          </a:cubicBezTo>
                          <a:cubicBezTo>
                            <a:pt x="6264" y="52335"/>
                            <a:pt x="6264" y="51146"/>
                            <a:pt x="3885" y="49956"/>
                          </a:cubicBezTo>
                          <a:cubicBezTo>
                            <a:pt x="1506" y="47577"/>
                            <a:pt x="-873" y="48767"/>
                            <a:pt x="316" y="45198"/>
                          </a:cubicBezTo>
                          <a:cubicBezTo>
                            <a:pt x="1506" y="40441"/>
                            <a:pt x="5074" y="36873"/>
                            <a:pt x="5074" y="32115"/>
                          </a:cubicBezTo>
                          <a:cubicBezTo>
                            <a:pt x="6264" y="24978"/>
                            <a:pt x="9832" y="26168"/>
                            <a:pt x="14590" y="23789"/>
                          </a:cubicBezTo>
                          <a:cubicBezTo>
                            <a:pt x="14590" y="23789"/>
                            <a:pt x="14590" y="23789"/>
                            <a:pt x="14590" y="23789"/>
                          </a:cubicBezTo>
                          <a:cubicBezTo>
                            <a:pt x="16968" y="23789"/>
                            <a:pt x="19347" y="21410"/>
                            <a:pt x="19347" y="20221"/>
                          </a:cubicBezTo>
                          <a:cubicBezTo>
                            <a:pt x="21726" y="17842"/>
                            <a:pt x="19347" y="16652"/>
                            <a:pt x="20537" y="13084"/>
                          </a:cubicBezTo>
                          <a:cubicBezTo>
                            <a:pt x="20537" y="10705"/>
                            <a:pt x="21726" y="8326"/>
                            <a:pt x="21726" y="7137"/>
                          </a:cubicBezTo>
                          <a:cubicBezTo>
                            <a:pt x="24105" y="9515"/>
                            <a:pt x="22916" y="-3568"/>
                            <a:pt x="50273" y="3568"/>
                          </a:cubicBezTo>
                          <a:cubicBezTo>
                            <a:pt x="55030" y="4758"/>
                            <a:pt x="60977" y="2379"/>
                            <a:pt x="64546" y="2379"/>
                          </a:cubicBezTo>
                          <a:cubicBezTo>
                            <a:pt x="69304" y="2379"/>
                            <a:pt x="71683" y="0"/>
                            <a:pt x="77630" y="0"/>
                          </a:cubicBezTo>
                          <a:cubicBezTo>
                            <a:pt x="85956" y="1190"/>
                            <a:pt x="93092" y="5947"/>
                            <a:pt x="101418" y="9515"/>
                          </a:cubicBezTo>
                          <a:cubicBezTo>
                            <a:pt x="100229" y="13084"/>
                            <a:pt x="96661" y="15463"/>
                            <a:pt x="94282" y="17842"/>
                          </a:cubicBezTo>
                          <a:cubicBezTo>
                            <a:pt x="90713" y="21410"/>
                            <a:pt x="88335" y="24978"/>
                            <a:pt x="88335" y="29736"/>
                          </a:cubicBezTo>
                          <a:cubicBezTo>
                            <a:pt x="88335" y="34494"/>
                            <a:pt x="90713" y="38062"/>
                            <a:pt x="90713" y="44009"/>
                          </a:cubicBezTo>
                          <a:cubicBezTo>
                            <a:pt x="90713" y="48767"/>
                            <a:pt x="94282" y="51146"/>
                            <a:pt x="96661" y="54714"/>
                          </a:cubicBezTo>
                          <a:cubicBezTo>
                            <a:pt x="102608" y="58282"/>
                            <a:pt x="104987" y="63040"/>
                            <a:pt x="103797" y="67798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96" name="Graphic 27">
                      <a:extLst>
                        <a:ext uri="{FF2B5EF4-FFF2-40B4-BE49-F238E27FC236}">
                          <a16:creationId xmlns:a16="http://schemas.microsoft.com/office/drawing/2014/main" id="{F38394F0-9949-2038-25FB-BF972AD271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79266" y="4876761"/>
                      <a:ext cx="282424" cy="1236007"/>
                      <a:chOff x="3879266" y="4876761"/>
                      <a:chExt cx="282424" cy="1236007"/>
                    </a:xfrm>
                    <a:grpFill/>
                  </p:grpSpPr>
                  <p:sp>
                    <p:nvSpPr>
                      <p:cNvPr id="1197" name="Freeform 1196">
                        <a:extLst>
                          <a:ext uri="{FF2B5EF4-FFF2-40B4-BE49-F238E27FC236}">
                            <a16:creationId xmlns:a16="http://schemas.microsoft.com/office/drawing/2014/main" id="{7C542A83-8137-CA6A-9430-060D5C0494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79266" y="4876761"/>
                        <a:ext cx="222952" cy="1161229"/>
                      </a:xfrm>
                      <a:custGeom>
                        <a:avLst/>
                        <a:gdLst>
                          <a:gd name="connsiteX0" fmla="*/ 87357 w 222952"/>
                          <a:gd name="connsiteY0" fmla="*/ 1077628 h 1161229"/>
                          <a:gd name="connsiteX1" fmla="*/ 92115 w 222952"/>
                          <a:gd name="connsiteY1" fmla="*/ 1085954 h 1161229"/>
                          <a:gd name="connsiteX2" fmla="*/ 99252 w 222952"/>
                          <a:gd name="connsiteY2" fmla="*/ 1096659 h 1161229"/>
                          <a:gd name="connsiteX3" fmla="*/ 104009 w 222952"/>
                          <a:gd name="connsiteY3" fmla="*/ 1084765 h 1161229"/>
                          <a:gd name="connsiteX4" fmla="*/ 108767 w 222952"/>
                          <a:gd name="connsiteY4" fmla="*/ 1091902 h 1161229"/>
                          <a:gd name="connsiteX5" fmla="*/ 107578 w 222952"/>
                          <a:gd name="connsiteY5" fmla="*/ 1080007 h 1161229"/>
                          <a:gd name="connsiteX6" fmla="*/ 117093 w 222952"/>
                          <a:gd name="connsiteY6" fmla="*/ 1081196 h 1161229"/>
                          <a:gd name="connsiteX7" fmla="*/ 107578 w 222952"/>
                          <a:gd name="connsiteY7" fmla="*/ 1072871 h 1161229"/>
                          <a:gd name="connsiteX8" fmla="*/ 124230 w 222952"/>
                          <a:gd name="connsiteY8" fmla="*/ 1087144 h 1161229"/>
                          <a:gd name="connsiteX9" fmla="*/ 125419 w 222952"/>
                          <a:gd name="connsiteY9" fmla="*/ 1103796 h 1161229"/>
                          <a:gd name="connsiteX10" fmla="*/ 121851 w 222952"/>
                          <a:gd name="connsiteY10" fmla="*/ 1103796 h 1161229"/>
                          <a:gd name="connsiteX11" fmla="*/ 117093 w 222952"/>
                          <a:gd name="connsiteY11" fmla="*/ 1093091 h 1161229"/>
                          <a:gd name="connsiteX12" fmla="*/ 114714 w 222952"/>
                          <a:gd name="connsiteY12" fmla="*/ 1094280 h 1161229"/>
                          <a:gd name="connsiteX13" fmla="*/ 113525 w 222952"/>
                          <a:gd name="connsiteY13" fmla="*/ 1102606 h 1161229"/>
                          <a:gd name="connsiteX14" fmla="*/ 96873 w 222952"/>
                          <a:gd name="connsiteY14" fmla="*/ 1103796 h 1161229"/>
                          <a:gd name="connsiteX15" fmla="*/ 100441 w 222952"/>
                          <a:gd name="connsiteY15" fmla="*/ 1110932 h 1161229"/>
                          <a:gd name="connsiteX16" fmla="*/ 101631 w 222952"/>
                          <a:gd name="connsiteY16" fmla="*/ 1119258 h 1161229"/>
                          <a:gd name="connsiteX17" fmla="*/ 99252 w 222952"/>
                          <a:gd name="connsiteY17" fmla="*/ 1115690 h 1161229"/>
                          <a:gd name="connsiteX18" fmla="*/ 83789 w 222952"/>
                          <a:gd name="connsiteY18" fmla="*/ 1118069 h 1161229"/>
                          <a:gd name="connsiteX19" fmla="*/ 93304 w 222952"/>
                          <a:gd name="connsiteY19" fmla="*/ 1122827 h 1161229"/>
                          <a:gd name="connsiteX20" fmla="*/ 112335 w 222952"/>
                          <a:gd name="connsiteY20" fmla="*/ 1121637 h 1161229"/>
                          <a:gd name="connsiteX21" fmla="*/ 112335 w 222952"/>
                          <a:gd name="connsiteY21" fmla="*/ 1124016 h 1161229"/>
                          <a:gd name="connsiteX22" fmla="*/ 105199 w 222952"/>
                          <a:gd name="connsiteY22" fmla="*/ 1128774 h 1161229"/>
                          <a:gd name="connsiteX23" fmla="*/ 123040 w 222952"/>
                          <a:gd name="connsiteY23" fmla="*/ 1134721 h 1161229"/>
                          <a:gd name="connsiteX24" fmla="*/ 123040 w 222952"/>
                          <a:gd name="connsiteY24" fmla="*/ 1121637 h 1161229"/>
                          <a:gd name="connsiteX25" fmla="*/ 118283 w 222952"/>
                          <a:gd name="connsiteY25" fmla="*/ 1119258 h 1161229"/>
                          <a:gd name="connsiteX26" fmla="*/ 120662 w 222952"/>
                          <a:gd name="connsiteY26" fmla="*/ 1116879 h 1161229"/>
                          <a:gd name="connsiteX27" fmla="*/ 133745 w 222952"/>
                          <a:gd name="connsiteY27" fmla="*/ 1115690 h 1161229"/>
                          <a:gd name="connsiteX28" fmla="*/ 152776 w 222952"/>
                          <a:gd name="connsiteY28" fmla="*/ 1112122 h 1161229"/>
                          <a:gd name="connsiteX29" fmla="*/ 137314 w 222952"/>
                          <a:gd name="connsiteY29" fmla="*/ 1119258 h 1161229"/>
                          <a:gd name="connsiteX30" fmla="*/ 124230 w 222952"/>
                          <a:gd name="connsiteY30" fmla="*/ 1132342 h 1161229"/>
                          <a:gd name="connsiteX31" fmla="*/ 124230 w 222952"/>
                          <a:gd name="connsiteY31" fmla="*/ 1141858 h 1161229"/>
                          <a:gd name="connsiteX32" fmla="*/ 133745 w 222952"/>
                          <a:gd name="connsiteY32" fmla="*/ 1147805 h 1161229"/>
                          <a:gd name="connsiteX33" fmla="*/ 136124 w 222952"/>
                          <a:gd name="connsiteY33" fmla="*/ 1141858 h 1161229"/>
                          <a:gd name="connsiteX34" fmla="*/ 137314 w 222952"/>
                          <a:gd name="connsiteY34" fmla="*/ 1139479 h 1161229"/>
                          <a:gd name="connsiteX35" fmla="*/ 142071 w 222952"/>
                          <a:gd name="connsiteY35" fmla="*/ 1137100 h 1161229"/>
                          <a:gd name="connsiteX36" fmla="*/ 137314 w 222952"/>
                          <a:gd name="connsiteY36" fmla="*/ 1134721 h 1161229"/>
                          <a:gd name="connsiteX37" fmla="*/ 156345 w 222952"/>
                          <a:gd name="connsiteY37" fmla="*/ 1118069 h 1161229"/>
                          <a:gd name="connsiteX38" fmla="*/ 162292 w 222952"/>
                          <a:gd name="connsiteY38" fmla="*/ 1119258 h 1161229"/>
                          <a:gd name="connsiteX39" fmla="*/ 156345 w 222952"/>
                          <a:gd name="connsiteY39" fmla="*/ 1135910 h 1161229"/>
                          <a:gd name="connsiteX40" fmla="*/ 149208 w 222952"/>
                          <a:gd name="connsiteY40" fmla="*/ 1139479 h 1161229"/>
                          <a:gd name="connsiteX41" fmla="*/ 142071 w 222952"/>
                          <a:gd name="connsiteY41" fmla="*/ 1143047 h 1161229"/>
                          <a:gd name="connsiteX42" fmla="*/ 150397 w 222952"/>
                          <a:gd name="connsiteY42" fmla="*/ 1157321 h 1161229"/>
                          <a:gd name="connsiteX43" fmla="*/ 172997 w 222952"/>
                          <a:gd name="connsiteY43" fmla="*/ 1156131 h 1161229"/>
                          <a:gd name="connsiteX44" fmla="*/ 171807 w 222952"/>
                          <a:gd name="connsiteY44" fmla="*/ 1126395 h 1161229"/>
                          <a:gd name="connsiteX45" fmla="*/ 186080 w 222952"/>
                          <a:gd name="connsiteY45" fmla="*/ 1106175 h 1161229"/>
                          <a:gd name="connsiteX46" fmla="*/ 192028 w 222952"/>
                          <a:gd name="connsiteY46" fmla="*/ 1103796 h 1161229"/>
                          <a:gd name="connsiteX47" fmla="*/ 194406 w 222952"/>
                          <a:gd name="connsiteY47" fmla="*/ 1097849 h 1161229"/>
                          <a:gd name="connsiteX48" fmla="*/ 202733 w 222952"/>
                          <a:gd name="connsiteY48" fmla="*/ 1089523 h 1161229"/>
                          <a:gd name="connsiteX49" fmla="*/ 222953 w 222952"/>
                          <a:gd name="connsiteY49" fmla="*/ 1096659 h 1161229"/>
                          <a:gd name="connsiteX50" fmla="*/ 203922 w 222952"/>
                          <a:gd name="connsiteY50" fmla="*/ 1083575 h 1161229"/>
                          <a:gd name="connsiteX51" fmla="*/ 189649 w 222952"/>
                          <a:gd name="connsiteY51" fmla="*/ 1082386 h 1161229"/>
                          <a:gd name="connsiteX52" fmla="*/ 175376 w 222952"/>
                          <a:gd name="connsiteY52" fmla="*/ 1083575 h 1161229"/>
                          <a:gd name="connsiteX53" fmla="*/ 158723 w 222952"/>
                          <a:gd name="connsiteY53" fmla="*/ 1082386 h 1161229"/>
                          <a:gd name="connsiteX54" fmla="*/ 131367 w 222952"/>
                          <a:gd name="connsiteY54" fmla="*/ 1075249 h 1161229"/>
                          <a:gd name="connsiteX55" fmla="*/ 125419 w 222952"/>
                          <a:gd name="connsiteY55" fmla="*/ 1062166 h 1161229"/>
                          <a:gd name="connsiteX56" fmla="*/ 118283 w 222952"/>
                          <a:gd name="connsiteY56" fmla="*/ 1051461 h 1161229"/>
                          <a:gd name="connsiteX57" fmla="*/ 117093 w 222952"/>
                          <a:gd name="connsiteY57" fmla="*/ 1039566 h 1161229"/>
                          <a:gd name="connsiteX58" fmla="*/ 108767 w 222952"/>
                          <a:gd name="connsiteY58" fmla="*/ 1037187 h 1161229"/>
                          <a:gd name="connsiteX59" fmla="*/ 93304 w 222952"/>
                          <a:gd name="connsiteY59" fmla="*/ 1038377 h 1161229"/>
                          <a:gd name="connsiteX60" fmla="*/ 89736 w 222952"/>
                          <a:gd name="connsiteY60" fmla="*/ 1037187 h 1161229"/>
                          <a:gd name="connsiteX61" fmla="*/ 84978 w 222952"/>
                          <a:gd name="connsiteY61" fmla="*/ 1025293 h 1161229"/>
                          <a:gd name="connsiteX62" fmla="*/ 81410 w 222952"/>
                          <a:gd name="connsiteY62" fmla="*/ 1009830 h 1161229"/>
                          <a:gd name="connsiteX63" fmla="*/ 94494 w 222952"/>
                          <a:gd name="connsiteY63" fmla="*/ 983663 h 1161229"/>
                          <a:gd name="connsiteX64" fmla="*/ 102820 w 222952"/>
                          <a:gd name="connsiteY64" fmla="*/ 974147 h 1161229"/>
                          <a:gd name="connsiteX65" fmla="*/ 101631 w 222952"/>
                          <a:gd name="connsiteY65" fmla="*/ 957495 h 1161229"/>
                          <a:gd name="connsiteX66" fmla="*/ 100441 w 222952"/>
                          <a:gd name="connsiteY66" fmla="*/ 940843 h 1161229"/>
                          <a:gd name="connsiteX67" fmla="*/ 99252 w 222952"/>
                          <a:gd name="connsiteY67" fmla="*/ 926570 h 1161229"/>
                          <a:gd name="connsiteX68" fmla="*/ 102820 w 222952"/>
                          <a:gd name="connsiteY68" fmla="*/ 906350 h 1161229"/>
                          <a:gd name="connsiteX69" fmla="*/ 105199 w 222952"/>
                          <a:gd name="connsiteY69" fmla="*/ 884940 h 1161229"/>
                          <a:gd name="connsiteX70" fmla="*/ 100441 w 222952"/>
                          <a:gd name="connsiteY70" fmla="*/ 865909 h 1161229"/>
                          <a:gd name="connsiteX71" fmla="*/ 102820 w 222952"/>
                          <a:gd name="connsiteY71" fmla="*/ 855204 h 1161229"/>
                          <a:gd name="connsiteX72" fmla="*/ 104009 w 222952"/>
                          <a:gd name="connsiteY72" fmla="*/ 845688 h 1161229"/>
                          <a:gd name="connsiteX73" fmla="*/ 99252 w 222952"/>
                          <a:gd name="connsiteY73" fmla="*/ 838552 h 1161229"/>
                          <a:gd name="connsiteX74" fmla="*/ 82600 w 222952"/>
                          <a:gd name="connsiteY74" fmla="*/ 830226 h 1161229"/>
                          <a:gd name="connsiteX75" fmla="*/ 99252 w 222952"/>
                          <a:gd name="connsiteY75" fmla="*/ 823089 h 1161229"/>
                          <a:gd name="connsiteX76" fmla="*/ 99252 w 222952"/>
                          <a:gd name="connsiteY76" fmla="*/ 814763 h 1161229"/>
                          <a:gd name="connsiteX77" fmla="*/ 93304 w 222952"/>
                          <a:gd name="connsiteY77" fmla="*/ 814763 h 1161229"/>
                          <a:gd name="connsiteX78" fmla="*/ 84978 w 222952"/>
                          <a:gd name="connsiteY78" fmla="*/ 801679 h 1161229"/>
                          <a:gd name="connsiteX79" fmla="*/ 83789 w 222952"/>
                          <a:gd name="connsiteY79" fmla="*/ 785027 h 1161229"/>
                          <a:gd name="connsiteX80" fmla="*/ 71895 w 222952"/>
                          <a:gd name="connsiteY80" fmla="*/ 755291 h 1161229"/>
                          <a:gd name="connsiteX81" fmla="*/ 75463 w 222952"/>
                          <a:gd name="connsiteY81" fmla="*/ 738639 h 1161229"/>
                          <a:gd name="connsiteX82" fmla="*/ 70705 w 222952"/>
                          <a:gd name="connsiteY82" fmla="*/ 721987 h 1161229"/>
                          <a:gd name="connsiteX83" fmla="*/ 68326 w 222952"/>
                          <a:gd name="connsiteY83" fmla="*/ 683925 h 1161229"/>
                          <a:gd name="connsiteX84" fmla="*/ 68326 w 222952"/>
                          <a:gd name="connsiteY84" fmla="*/ 653000 h 1161229"/>
                          <a:gd name="connsiteX85" fmla="*/ 80221 w 222952"/>
                          <a:gd name="connsiteY85" fmla="*/ 630401 h 1161229"/>
                          <a:gd name="connsiteX86" fmla="*/ 69516 w 222952"/>
                          <a:gd name="connsiteY86" fmla="*/ 604233 h 1161229"/>
                          <a:gd name="connsiteX87" fmla="*/ 69516 w 222952"/>
                          <a:gd name="connsiteY87" fmla="*/ 573308 h 1161229"/>
                          <a:gd name="connsiteX88" fmla="*/ 74274 w 222952"/>
                          <a:gd name="connsiteY88" fmla="*/ 544761 h 1161229"/>
                          <a:gd name="connsiteX89" fmla="*/ 70705 w 222952"/>
                          <a:gd name="connsiteY89" fmla="*/ 529299 h 1161229"/>
                          <a:gd name="connsiteX90" fmla="*/ 70705 w 222952"/>
                          <a:gd name="connsiteY90" fmla="*/ 519783 h 1161229"/>
                          <a:gd name="connsiteX91" fmla="*/ 80221 w 222952"/>
                          <a:gd name="connsiteY91" fmla="*/ 495995 h 1161229"/>
                          <a:gd name="connsiteX92" fmla="*/ 83789 w 222952"/>
                          <a:gd name="connsiteY92" fmla="*/ 462690 h 1161229"/>
                          <a:gd name="connsiteX93" fmla="*/ 61190 w 222952"/>
                          <a:gd name="connsiteY93" fmla="*/ 402029 h 1161229"/>
                          <a:gd name="connsiteX94" fmla="*/ 71895 w 222952"/>
                          <a:gd name="connsiteY94" fmla="*/ 369914 h 1161229"/>
                          <a:gd name="connsiteX95" fmla="*/ 67137 w 222952"/>
                          <a:gd name="connsiteY95" fmla="*/ 335421 h 1161229"/>
                          <a:gd name="connsiteX96" fmla="*/ 89736 w 222952"/>
                          <a:gd name="connsiteY96" fmla="*/ 280707 h 1161229"/>
                          <a:gd name="connsiteX97" fmla="*/ 98062 w 222952"/>
                          <a:gd name="connsiteY97" fmla="*/ 270002 h 1161229"/>
                          <a:gd name="connsiteX98" fmla="*/ 93304 w 222952"/>
                          <a:gd name="connsiteY98" fmla="*/ 259297 h 1161229"/>
                          <a:gd name="connsiteX99" fmla="*/ 96873 w 222952"/>
                          <a:gd name="connsiteY99" fmla="*/ 247403 h 1161229"/>
                          <a:gd name="connsiteX100" fmla="*/ 93304 w 222952"/>
                          <a:gd name="connsiteY100" fmla="*/ 236698 h 1161229"/>
                          <a:gd name="connsiteX101" fmla="*/ 90926 w 222952"/>
                          <a:gd name="connsiteY101" fmla="*/ 208151 h 1161229"/>
                          <a:gd name="connsiteX102" fmla="*/ 111146 w 222952"/>
                          <a:gd name="connsiteY102" fmla="*/ 192689 h 1161229"/>
                          <a:gd name="connsiteX103" fmla="*/ 123040 w 222952"/>
                          <a:gd name="connsiteY103" fmla="*/ 149869 h 1161229"/>
                          <a:gd name="connsiteX104" fmla="*/ 88547 w 222952"/>
                          <a:gd name="connsiteY104" fmla="*/ 104671 h 1161229"/>
                          <a:gd name="connsiteX105" fmla="*/ 79031 w 222952"/>
                          <a:gd name="connsiteY105" fmla="*/ 89208 h 1161229"/>
                          <a:gd name="connsiteX106" fmla="*/ 80221 w 222952"/>
                          <a:gd name="connsiteY106" fmla="*/ 72556 h 1161229"/>
                          <a:gd name="connsiteX107" fmla="*/ 67137 w 222952"/>
                          <a:gd name="connsiteY107" fmla="*/ 44009 h 1161229"/>
                          <a:gd name="connsiteX108" fmla="*/ 62379 w 222952"/>
                          <a:gd name="connsiteY108" fmla="*/ 20221 h 1161229"/>
                          <a:gd name="connsiteX109" fmla="*/ 52864 w 222952"/>
                          <a:gd name="connsiteY109" fmla="*/ 0 h 1161229"/>
                          <a:gd name="connsiteX110" fmla="*/ 48106 w 222952"/>
                          <a:gd name="connsiteY110" fmla="*/ 4758 h 1161229"/>
                          <a:gd name="connsiteX111" fmla="*/ 46917 w 222952"/>
                          <a:gd name="connsiteY111" fmla="*/ 15463 h 1161229"/>
                          <a:gd name="connsiteX112" fmla="*/ 39780 w 222952"/>
                          <a:gd name="connsiteY112" fmla="*/ 26168 h 1161229"/>
                          <a:gd name="connsiteX113" fmla="*/ 26696 w 222952"/>
                          <a:gd name="connsiteY113" fmla="*/ 33304 h 1161229"/>
                          <a:gd name="connsiteX114" fmla="*/ 29075 w 222952"/>
                          <a:gd name="connsiteY114" fmla="*/ 36873 h 1161229"/>
                          <a:gd name="connsiteX115" fmla="*/ 32643 w 222952"/>
                          <a:gd name="connsiteY115" fmla="*/ 55904 h 1161229"/>
                          <a:gd name="connsiteX116" fmla="*/ 35022 w 222952"/>
                          <a:gd name="connsiteY116" fmla="*/ 76124 h 1161229"/>
                          <a:gd name="connsiteX117" fmla="*/ 31454 w 222952"/>
                          <a:gd name="connsiteY117" fmla="*/ 95155 h 1161229"/>
                          <a:gd name="connsiteX118" fmla="*/ 38591 w 222952"/>
                          <a:gd name="connsiteY118" fmla="*/ 134406 h 1161229"/>
                          <a:gd name="connsiteX119" fmla="*/ 35022 w 222952"/>
                          <a:gd name="connsiteY119" fmla="*/ 159384 h 1161229"/>
                          <a:gd name="connsiteX120" fmla="*/ 35022 w 222952"/>
                          <a:gd name="connsiteY120" fmla="*/ 178415 h 1161229"/>
                          <a:gd name="connsiteX121" fmla="*/ 32643 w 222952"/>
                          <a:gd name="connsiteY121" fmla="*/ 196257 h 1161229"/>
                          <a:gd name="connsiteX122" fmla="*/ 36212 w 222952"/>
                          <a:gd name="connsiteY122" fmla="*/ 212909 h 1161229"/>
                          <a:gd name="connsiteX123" fmla="*/ 36212 w 222952"/>
                          <a:gd name="connsiteY123" fmla="*/ 222424 h 1161229"/>
                          <a:gd name="connsiteX124" fmla="*/ 38591 w 222952"/>
                          <a:gd name="connsiteY124" fmla="*/ 230750 h 1161229"/>
                          <a:gd name="connsiteX125" fmla="*/ 35022 w 222952"/>
                          <a:gd name="connsiteY125" fmla="*/ 248592 h 1161229"/>
                          <a:gd name="connsiteX126" fmla="*/ 37401 w 222952"/>
                          <a:gd name="connsiteY126" fmla="*/ 265244 h 1161229"/>
                          <a:gd name="connsiteX127" fmla="*/ 33833 w 222952"/>
                          <a:gd name="connsiteY127" fmla="*/ 281896 h 1161229"/>
                          <a:gd name="connsiteX128" fmla="*/ 29075 w 222952"/>
                          <a:gd name="connsiteY128" fmla="*/ 312822 h 1161229"/>
                          <a:gd name="connsiteX129" fmla="*/ 26696 w 222952"/>
                          <a:gd name="connsiteY129" fmla="*/ 331852 h 1161229"/>
                          <a:gd name="connsiteX130" fmla="*/ 32643 w 222952"/>
                          <a:gd name="connsiteY130" fmla="*/ 350883 h 1161229"/>
                          <a:gd name="connsiteX131" fmla="*/ 26696 w 222952"/>
                          <a:gd name="connsiteY131" fmla="*/ 388945 h 1161229"/>
                          <a:gd name="connsiteX132" fmla="*/ 32643 w 222952"/>
                          <a:gd name="connsiteY132" fmla="*/ 410355 h 1161229"/>
                          <a:gd name="connsiteX133" fmla="*/ 29075 w 222952"/>
                          <a:gd name="connsiteY133" fmla="*/ 419871 h 1161229"/>
                          <a:gd name="connsiteX134" fmla="*/ 35022 w 222952"/>
                          <a:gd name="connsiteY134" fmla="*/ 424628 h 1161229"/>
                          <a:gd name="connsiteX135" fmla="*/ 32643 w 222952"/>
                          <a:gd name="connsiteY135" fmla="*/ 443659 h 1161229"/>
                          <a:gd name="connsiteX136" fmla="*/ 36212 w 222952"/>
                          <a:gd name="connsiteY136" fmla="*/ 463880 h 1161229"/>
                          <a:gd name="connsiteX137" fmla="*/ 37401 w 222952"/>
                          <a:gd name="connsiteY137" fmla="*/ 475774 h 1161229"/>
                          <a:gd name="connsiteX138" fmla="*/ 27886 w 222952"/>
                          <a:gd name="connsiteY138" fmla="*/ 503131 h 1161229"/>
                          <a:gd name="connsiteX139" fmla="*/ 23128 w 222952"/>
                          <a:gd name="connsiteY139" fmla="*/ 525730 h 1161229"/>
                          <a:gd name="connsiteX140" fmla="*/ 21938 w 222952"/>
                          <a:gd name="connsiteY140" fmla="*/ 543572 h 1161229"/>
                          <a:gd name="connsiteX141" fmla="*/ 15991 w 222952"/>
                          <a:gd name="connsiteY141" fmla="*/ 559034 h 1161229"/>
                          <a:gd name="connsiteX142" fmla="*/ 529 w 222952"/>
                          <a:gd name="connsiteY142" fmla="*/ 582823 h 1161229"/>
                          <a:gd name="connsiteX143" fmla="*/ 529 w 222952"/>
                          <a:gd name="connsiteY143" fmla="*/ 587581 h 1161229"/>
                          <a:gd name="connsiteX144" fmla="*/ 13612 w 222952"/>
                          <a:gd name="connsiteY144" fmla="*/ 622075 h 1161229"/>
                          <a:gd name="connsiteX145" fmla="*/ 21938 w 222952"/>
                          <a:gd name="connsiteY145" fmla="*/ 658947 h 1161229"/>
                          <a:gd name="connsiteX146" fmla="*/ 13612 w 222952"/>
                          <a:gd name="connsiteY146" fmla="*/ 674410 h 1161229"/>
                          <a:gd name="connsiteX147" fmla="*/ 15991 w 222952"/>
                          <a:gd name="connsiteY147" fmla="*/ 693441 h 1161229"/>
                          <a:gd name="connsiteX148" fmla="*/ 36212 w 222952"/>
                          <a:gd name="connsiteY148" fmla="*/ 731503 h 1161229"/>
                          <a:gd name="connsiteX149" fmla="*/ 44538 w 222952"/>
                          <a:gd name="connsiteY149" fmla="*/ 721987 h 1161229"/>
                          <a:gd name="connsiteX150" fmla="*/ 56432 w 222952"/>
                          <a:gd name="connsiteY150" fmla="*/ 725555 h 1161229"/>
                          <a:gd name="connsiteX151" fmla="*/ 50485 w 222952"/>
                          <a:gd name="connsiteY151" fmla="*/ 732692 h 1161229"/>
                          <a:gd name="connsiteX152" fmla="*/ 57621 w 222952"/>
                          <a:gd name="connsiteY152" fmla="*/ 739829 h 1161229"/>
                          <a:gd name="connsiteX153" fmla="*/ 60000 w 222952"/>
                          <a:gd name="connsiteY153" fmla="*/ 751723 h 1161229"/>
                          <a:gd name="connsiteX154" fmla="*/ 50485 w 222952"/>
                          <a:gd name="connsiteY154" fmla="*/ 745776 h 1161229"/>
                          <a:gd name="connsiteX155" fmla="*/ 54053 w 222952"/>
                          <a:gd name="connsiteY155" fmla="*/ 755291 h 1161229"/>
                          <a:gd name="connsiteX156" fmla="*/ 50485 w 222952"/>
                          <a:gd name="connsiteY156" fmla="*/ 763617 h 1161229"/>
                          <a:gd name="connsiteX157" fmla="*/ 52864 w 222952"/>
                          <a:gd name="connsiteY157" fmla="*/ 771943 h 1161229"/>
                          <a:gd name="connsiteX158" fmla="*/ 48106 w 222952"/>
                          <a:gd name="connsiteY158" fmla="*/ 783838 h 1161229"/>
                          <a:gd name="connsiteX159" fmla="*/ 52864 w 222952"/>
                          <a:gd name="connsiteY159" fmla="*/ 793353 h 1161229"/>
                          <a:gd name="connsiteX160" fmla="*/ 49295 w 222952"/>
                          <a:gd name="connsiteY160" fmla="*/ 810005 h 1161229"/>
                          <a:gd name="connsiteX161" fmla="*/ 60000 w 222952"/>
                          <a:gd name="connsiteY161" fmla="*/ 818332 h 1161229"/>
                          <a:gd name="connsiteX162" fmla="*/ 62379 w 222952"/>
                          <a:gd name="connsiteY162" fmla="*/ 833794 h 1161229"/>
                          <a:gd name="connsiteX163" fmla="*/ 54053 w 222952"/>
                          <a:gd name="connsiteY163" fmla="*/ 839741 h 1161229"/>
                          <a:gd name="connsiteX164" fmla="*/ 50485 w 222952"/>
                          <a:gd name="connsiteY164" fmla="*/ 846878 h 1161229"/>
                          <a:gd name="connsiteX165" fmla="*/ 51674 w 222952"/>
                          <a:gd name="connsiteY165" fmla="*/ 858772 h 1161229"/>
                          <a:gd name="connsiteX166" fmla="*/ 46917 w 222952"/>
                          <a:gd name="connsiteY166" fmla="*/ 867098 h 1161229"/>
                          <a:gd name="connsiteX167" fmla="*/ 48106 w 222952"/>
                          <a:gd name="connsiteY167" fmla="*/ 889698 h 1161229"/>
                          <a:gd name="connsiteX168" fmla="*/ 39780 w 222952"/>
                          <a:gd name="connsiteY168" fmla="*/ 877803 h 1161229"/>
                          <a:gd name="connsiteX169" fmla="*/ 31454 w 222952"/>
                          <a:gd name="connsiteY169" fmla="*/ 880182 h 1161229"/>
                          <a:gd name="connsiteX170" fmla="*/ 36212 w 222952"/>
                          <a:gd name="connsiteY170" fmla="*/ 868288 h 1161229"/>
                          <a:gd name="connsiteX171" fmla="*/ 24317 w 222952"/>
                          <a:gd name="connsiteY171" fmla="*/ 869477 h 1161229"/>
                          <a:gd name="connsiteX172" fmla="*/ 13612 w 222952"/>
                          <a:gd name="connsiteY172" fmla="*/ 870667 h 1161229"/>
                          <a:gd name="connsiteX173" fmla="*/ 14802 w 222952"/>
                          <a:gd name="connsiteY173" fmla="*/ 875424 h 1161229"/>
                          <a:gd name="connsiteX174" fmla="*/ 14802 w 222952"/>
                          <a:gd name="connsiteY174" fmla="*/ 887319 h 1161229"/>
                          <a:gd name="connsiteX175" fmla="*/ 5286 w 222952"/>
                          <a:gd name="connsiteY175" fmla="*/ 896834 h 1161229"/>
                          <a:gd name="connsiteX176" fmla="*/ 11234 w 222952"/>
                          <a:gd name="connsiteY176" fmla="*/ 909918 h 1161229"/>
                          <a:gd name="connsiteX177" fmla="*/ 17181 w 222952"/>
                          <a:gd name="connsiteY177" fmla="*/ 905160 h 1161229"/>
                          <a:gd name="connsiteX178" fmla="*/ 12423 w 222952"/>
                          <a:gd name="connsiteY178" fmla="*/ 902781 h 1161229"/>
                          <a:gd name="connsiteX179" fmla="*/ 14802 w 222952"/>
                          <a:gd name="connsiteY179" fmla="*/ 896834 h 1161229"/>
                          <a:gd name="connsiteX180" fmla="*/ 29075 w 222952"/>
                          <a:gd name="connsiteY180" fmla="*/ 902781 h 1161229"/>
                          <a:gd name="connsiteX181" fmla="*/ 36212 w 222952"/>
                          <a:gd name="connsiteY181" fmla="*/ 899213 h 1161229"/>
                          <a:gd name="connsiteX182" fmla="*/ 46917 w 222952"/>
                          <a:gd name="connsiteY182" fmla="*/ 906350 h 1161229"/>
                          <a:gd name="connsiteX183" fmla="*/ 43348 w 222952"/>
                          <a:gd name="connsiteY183" fmla="*/ 924191 h 1161229"/>
                          <a:gd name="connsiteX184" fmla="*/ 37401 w 222952"/>
                          <a:gd name="connsiteY184" fmla="*/ 926570 h 1161229"/>
                          <a:gd name="connsiteX185" fmla="*/ 65948 w 222952"/>
                          <a:gd name="connsiteY185" fmla="*/ 934896 h 1161229"/>
                          <a:gd name="connsiteX186" fmla="*/ 64758 w 222952"/>
                          <a:gd name="connsiteY186" fmla="*/ 940843 h 1161229"/>
                          <a:gd name="connsiteX187" fmla="*/ 46917 w 222952"/>
                          <a:gd name="connsiteY187" fmla="*/ 944411 h 1161229"/>
                          <a:gd name="connsiteX188" fmla="*/ 51674 w 222952"/>
                          <a:gd name="connsiteY188" fmla="*/ 955117 h 1161229"/>
                          <a:gd name="connsiteX189" fmla="*/ 60000 w 222952"/>
                          <a:gd name="connsiteY189" fmla="*/ 957495 h 1161229"/>
                          <a:gd name="connsiteX190" fmla="*/ 54053 w 222952"/>
                          <a:gd name="connsiteY190" fmla="*/ 980094 h 1161229"/>
                          <a:gd name="connsiteX191" fmla="*/ 58811 w 222952"/>
                          <a:gd name="connsiteY191" fmla="*/ 991989 h 1161229"/>
                          <a:gd name="connsiteX192" fmla="*/ 60000 w 222952"/>
                          <a:gd name="connsiteY192" fmla="*/ 1000315 h 1161229"/>
                          <a:gd name="connsiteX193" fmla="*/ 68326 w 222952"/>
                          <a:gd name="connsiteY193" fmla="*/ 983663 h 1161229"/>
                          <a:gd name="connsiteX194" fmla="*/ 69516 w 222952"/>
                          <a:gd name="connsiteY194" fmla="*/ 999125 h 1161229"/>
                          <a:gd name="connsiteX195" fmla="*/ 73084 w 222952"/>
                          <a:gd name="connsiteY195" fmla="*/ 1001504 h 1161229"/>
                          <a:gd name="connsiteX196" fmla="*/ 62379 w 222952"/>
                          <a:gd name="connsiteY196" fmla="*/ 1007452 h 1161229"/>
                          <a:gd name="connsiteX197" fmla="*/ 58811 w 222952"/>
                          <a:gd name="connsiteY197" fmla="*/ 1030051 h 1161229"/>
                          <a:gd name="connsiteX198" fmla="*/ 76652 w 222952"/>
                          <a:gd name="connsiteY198" fmla="*/ 1040756 h 1161229"/>
                          <a:gd name="connsiteX199" fmla="*/ 83789 w 222952"/>
                          <a:gd name="connsiteY199" fmla="*/ 1047892 h 1161229"/>
                          <a:gd name="connsiteX200" fmla="*/ 76652 w 222952"/>
                          <a:gd name="connsiteY200" fmla="*/ 1056219 h 1161229"/>
                          <a:gd name="connsiteX201" fmla="*/ 77842 w 222952"/>
                          <a:gd name="connsiteY201" fmla="*/ 1060976 h 1161229"/>
                          <a:gd name="connsiteX202" fmla="*/ 92115 w 222952"/>
                          <a:gd name="connsiteY202" fmla="*/ 1068113 h 1161229"/>
                          <a:gd name="connsiteX203" fmla="*/ 87357 w 222952"/>
                          <a:gd name="connsiteY203" fmla="*/ 1077628 h 1161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  <a:cxn ang="0">
                            <a:pos x="connsiteX63" y="connsiteY63"/>
                          </a:cxn>
                          <a:cxn ang="0">
                            <a:pos x="connsiteX64" y="connsiteY64"/>
                          </a:cxn>
                          <a:cxn ang="0">
                            <a:pos x="connsiteX65" y="connsiteY65"/>
                          </a:cxn>
                          <a:cxn ang="0">
                            <a:pos x="connsiteX66" y="connsiteY66"/>
                          </a:cxn>
                          <a:cxn ang="0">
                            <a:pos x="connsiteX67" y="connsiteY67"/>
                          </a:cxn>
                          <a:cxn ang="0">
                            <a:pos x="connsiteX68" y="connsiteY68"/>
                          </a:cxn>
                          <a:cxn ang="0">
                            <a:pos x="connsiteX69" y="connsiteY69"/>
                          </a:cxn>
                          <a:cxn ang="0">
                            <a:pos x="connsiteX70" y="connsiteY70"/>
                          </a:cxn>
                          <a:cxn ang="0">
                            <a:pos x="connsiteX71" y="connsiteY71"/>
                          </a:cxn>
                          <a:cxn ang="0">
                            <a:pos x="connsiteX72" y="connsiteY72"/>
                          </a:cxn>
                          <a:cxn ang="0">
                            <a:pos x="connsiteX73" y="connsiteY73"/>
                          </a:cxn>
                          <a:cxn ang="0">
                            <a:pos x="connsiteX74" y="connsiteY74"/>
                          </a:cxn>
                          <a:cxn ang="0">
                            <a:pos x="connsiteX75" y="connsiteY75"/>
                          </a:cxn>
                          <a:cxn ang="0">
                            <a:pos x="connsiteX76" y="connsiteY76"/>
                          </a:cxn>
                          <a:cxn ang="0">
                            <a:pos x="connsiteX77" y="connsiteY77"/>
                          </a:cxn>
                          <a:cxn ang="0">
                            <a:pos x="connsiteX78" y="connsiteY78"/>
                          </a:cxn>
                          <a:cxn ang="0">
                            <a:pos x="connsiteX79" y="connsiteY79"/>
                          </a:cxn>
                          <a:cxn ang="0">
                            <a:pos x="connsiteX80" y="connsiteY80"/>
                          </a:cxn>
                          <a:cxn ang="0">
                            <a:pos x="connsiteX81" y="connsiteY81"/>
                          </a:cxn>
                          <a:cxn ang="0">
                            <a:pos x="connsiteX82" y="connsiteY82"/>
                          </a:cxn>
                          <a:cxn ang="0">
                            <a:pos x="connsiteX83" y="connsiteY83"/>
                          </a:cxn>
                          <a:cxn ang="0">
                            <a:pos x="connsiteX84" y="connsiteY84"/>
                          </a:cxn>
                          <a:cxn ang="0">
                            <a:pos x="connsiteX85" y="connsiteY85"/>
                          </a:cxn>
                          <a:cxn ang="0">
                            <a:pos x="connsiteX86" y="connsiteY86"/>
                          </a:cxn>
                          <a:cxn ang="0">
                            <a:pos x="connsiteX87" y="connsiteY87"/>
                          </a:cxn>
                          <a:cxn ang="0">
                            <a:pos x="connsiteX88" y="connsiteY88"/>
                          </a:cxn>
                          <a:cxn ang="0">
                            <a:pos x="connsiteX89" y="connsiteY89"/>
                          </a:cxn>
                          <a:cxn ang="0">
                            <a:pos x="connsiteX90" y="connsiteY90"/>
                          </a:cxn>
                          <a:cxn ang="0">
                            <a:pos x="connsiteX91" y="connsiteY91"/>
                          </a:cxn>
                          <a:cxn ang="0">
                            <a:pos x="connsiteX92" y="connsiteY92"/>
                          </a:cxn>
                          <a:cxn ang="0">
                            <a:pos x="connsiteX93" y="connsiteY93"/>
                          </a:cxn>
                          <a:cxn ang="0">
                            <a:pos x="connsiteX94" y="connsiteY94"/>
                          </a:cxn>
                          <a:cxn ang="0">
                            <a:pos x="connsiteX95" y="connsiteY95"/>
                          </a:cxn>
                          <a:cxn ang="0">
                            <a:pos x="connsiteX96" y="connsiteY96"/>
                          </a:cxn>
                          <a:cxn ang="0">
                            <a:pos x="connsiteX97" y="connsiteY97"/>
                          </a:cxn>
                          <a:cxn ang="0">
                            <a:pos x="connsiteX98" y="connsiteY98"/>
                          </a:cxn>
                          <a:cxn ang="0">
                            <a:pos x="connsiteX99" y="connsiteY99"/>
                          </a:cxn>
                          <a:cxn ang="0">
                            <a:pos x="connsiteX100" y="connsiteY100"/>
                          </a:cxn>
                          <a:cxn ang="0">
                            <a:pos x="connsiteX101" y="connsiteY101"/>
                          </a:cxn>
                          <a:cxn ang="0">
                            <a:pos x="connsiteX102" y="connsiteY102"/>
                          </a:cxn>
                          <a:cxn ang="0">
                            <a:pos x="connsiteX103" y="connsiteY103"/>
                          </a:cxn>
                          <a:cxn ang="0">
                            <a:pos x="connsiteX104" y="connsiteY104"/>
                          </a:cxn>
                          <a:cxn ang="0">
                            <a:pos x="connsiteX105" y="connsiteY105"/>
                          </a:cxn>
                          <a:cxn ang="0">
                            <a:pos x="connsiteX106" y="connsiteY106"/>
                          </a:cxn>
                          <a:cxn ang="0">
                            <a:pos x="connsiteX107" y="connsiteY107"/>
                          </a:cxn>
                          <a:cxn ang="0">
                            <a:pos x="connsiteX108" y="connsiteY108"/>
                          </a:cxn>
                          <a:cxn ang="0">
                            <a:pos x="connsiteX109" y="connsiteY109"/>
                          </a:cxn>
                          <a:cxn ang="0">
                            <a:pos x="connsiteX110" y="connsiteY110"/>
                          </a:cxn>
                          <a:cxn ang="0">
                            <a:pos x="connsiteX111" y="connsiteY111"/>
                          </a:cxn>
                          <a:cxn ang="0">
                            <a:pos x="connsiteX112" y="connsiteY112"/>
                          </a:cxn>
                          <a:cxn ang="0">
                            <a:pos x="connsiteX113" y="connsiteY113"/>
                          </a:cxn>
                          <a:cxn ang="0">
                            <a:pos x="connsiteX114" y="connsiteY114"/>
                          </a:cxn>
                          <a:cxn ang="0">
                            <a:pos x="connsiteX115" y="connsiteY115"/>
                          </a:cxn>
                          <a:cxn ang="0">
                            <a:pos x="connsiteX116" y="connsiteY116"/>
                          </a:cxn>
                          <a:cxn ang="0">
                            <a:pos x="connsiteX117" y="connsiteY117"/>
                          </a:cxn>
                          <a:cxn ang="0">
                            <a:pos x="connsiteX118" y="connsiteY118"/>
                          </a:cxn>
                          <a:cxn ang="0">
                            <a:pos x="connsiteX119" y="connsiteY119"/>
                          </a:cxn>
                          <a:cxn ang="0">
                            <a:pos x="connsiteX120" y="connsiteY120"/>
                          </a:cxn>
                          <a:cxn ang="0">
                            <a:pos x="connsiteX121" y="connsiteY121"/>
                          </a:cxn>
                          <a:cxn ang="0">
                            <a:pos x="connsiteX122" y="connsiteY122"/>
                          </a:cxn>
                          <a:cxn ang="0">
                            <a:pos x="connsiteX123" y="connsiteY123"/>
                          </a:cxn>
                          <a:cxn ang="0">
                            <a:pos x="connsiteX124" y="connsiteY124"/>
                          </a:cxn>
                          <a:cxn ang="0">
                            <a:pos x="connsiteX125" y="connsiteY125"/>
                          </a:cxn>
                          <a:cxn ang="0">
                            <a:pos x="connsiteX126" y="connsiteY126"/>
                          </a:cxn>
                          <a:cxn ang="0">
                            <a:pos x="connsiteX127" y="connsiteY127"/>
                          </a:cxn>
                          <a:cxn ang="0">
                            <a:pos x="connsiteX128" y="connsiteY128"/>
                          </a:cxn>
                          <a:cxn ang="0">
                            <a:pos x="connsiteX129" y="connsiteY129"/>
                          </a:cxn>
                          <a:cxn ang="0">
                            <a:pos x="connsiteX130" y="connsiteY130"/>
                          </a:cxn>
                          <a:cxn ang="0">
                            <a:pos x="connsiteX131" y="connsiteY131"/>
                          </a:cxn>
                          <a:cxn ang="0">
                            <a:pos x="connsiteX132" y="connsiteY132"/>
                          </a:cxn>
                          <a:cxn ang="0">
                            <a:pos x="connsiteX133" y="connsiteY133"/>
                          </a:cxn>
                          <a:cxn ang="0">
                            <a:pos x="connsiteX134" y="connsiteY134"/>
                          </a:cxn>
                          <a:cxn ang="0">
                            <a:pos x="connsiteX135" y="connsiteY135"/>
                          </a:cxn>
                          <a:cxn ang="0">
                            <a:pos x="connsiteX136" y="connsiteY136"/>
                          </a:cxn>
                          <a:cxn ang="0">
                            <a:pos x="connsiteX137" y="connsiteY137"/>
                          </a:cxn>
                          <a:cxn ang="0">
                            <a:pos x="connsiteX138" y="connsiteY138"/>
                          </a:cxn>
                          <a:cxn ang="0">
                            <a:pos x="connsiteX139" y="connsiteY139"/>
                          </a:cxn>
                          <a:cxn ang="0">
                            <a:pos x="connsiteX140" y="connsiteY140"/>
                          </a:cxn>
                          <a:cxn ang="0">
                            <a:pos x="connsiteX141" y="connsiteY141"/>
                          </a:cxn>
                          <a:cxn ang="0">
                            <a:pos x="connsiteX142" y="connsiteY142"/>
                          </a:cxn>
                          <a:cxn ang="0">
                            <a:pos x="connsiteX143" y="connsiteY143"/>
                          </a:cxn>
                          <a:cxn ang="0">
                            <a:pos x="connsiteX144" y="connsiteY144"/>
                          </a:cxn>
                          <a:cxn ang="0">
                            <a:pos x="connsiteX145" y="connsiteY145"/>
                          </a:cxn>
                          <a:cxn ang="0">
                            <a:pos x="connsiteX146" y="connsiteY146"/>
                          </a:cxn>
                          <a:cxn ang="0">
                            <a:pos x="connsiteX147" y="connsiteY147"/>
                          </a:cxn>
                          <a:cxn ang="0">
                            <a:pos x="connsiteX148" y="connsiteY148"/>
                          </a:cxn>
                          <a:cxn ang="0">
                            <a:pos x="connsiteX149" y="connsiteY149"/>
                          </a:cxn>
                          <a:cxn ang="0">
                            <a:pos x="connsiteX150" y="connsiteY150"/>
                          </a:cxn>
                          <a:cxn ang="0">
                            <a:pos x="connsiteX151" y="connsiteY151"/>
                          </a:cxn>
                          <a:cxn ang="0">
                            <a:pos x="connsiteX152" y="connsiteY152"/>
                          </a:cxn>
                          <a:cxn ang="0">
                            <a:pos x="connsiteX153" y="connsiteY153"/>
                          </a:cxn>
                          <a:cxn ang="0">
                            <a:pos x="connsiteX154" y="connsiteY154"/>
                          </a:cxn>
                          <a:cxn ang="0">
                            <a:pos x="connsiteX155" y="connsiteY155"/>
                          </a:cxn>
                          <a:cxn ang="0">
                            <a:pos x="connsiteX156" y="connsiteY156"/>
                          </a:cxn>
                          <a:cxn ang="0">
                            <a:pos x="connsiteX157" y="connsiteY157"/>
                          </a:cxn>
                          <a:cxn ang="0">
                            <a:pos x="connsiteX158" y="connsiteY158"/>
                          </a:cxn>
                          <a:cxn ang="0">
                            <a:pos x="connsiteX159" y="connsiteY159"/>
                          </a:cxn>
                          <a:cxn ang="0">
                            <a:pos x="connsiteX160" y="connsiteY160"/>
                          </a:cxn>
                          <a:cxn ang="0">
                            <a:pos x="connsiteX161" y="connsiteY161"/>
                          </a:cxn>
                          <a:cxn ang="0">
                            <a:pos x="connsiteX162" y="connsiteY162"/>
                          </a:cxn>
                          <a:cxn ang="0">
                            <a:pos x="connsiteX163" y="connsiteY163"/>
                          </a:cxn>
                          <a:cxn ang="0">
                            <a:pos x="connsiteX164" y="connsiteY164"/>
                          </a:cxn>
                          <a:cxn ang="0">
                            <a:pos x="connsiteX165" y="connsiteY165"/>
                          </a:cxn>
                          <a:cxn ang="0">
                            <a:pos x="connsiteX166" y="connsiteY166"/>
                          </a:cxn>
                          <a:cxn ang="0">
                            <a:pos x="connsiteX167" y="connsiteY167"/>
                          </a:cxn>
                          <a:cxn ang="0">
                            <a:pos x="connsiteX168" y="connsiteY168"/>
                          </a:cxn>
                          <a:cxn ang="0">
                            <a:pos x="connsiteX169" y="connsiteY169"/>
                          </a:cxn>
                          <a:cxn ang="0">
                            <a:pos x="connsiteX170" y="connsiteY170"/>
                          </a:cxn>
                          <a:cxn ang="0">
                            <a:pos x="connsiteX171" y="connsiteY171"/>
                          </a:cxn>
                          <a:cxn ang="0">
                            <a:pos x="connsiteX172" y="connsiteY172"/>
                          </a:cxn>
                          <a:cxn ang="0">
                            <a:pos x="connsiteX173" y="connsiteY173"/>
                          </a:cxn>
                          <a:cxn ang="0">
                            <a:pos x="connsiteX174" y="connsiteY174"/>
                          </a:cxn>
                          <a:cxn ang="0">
                            <a:pos x="connsiteX175" y="connsiteY175"/>
                          </a:cxn>
                          <a:cxn ang="0">
                            <a:pos x="connsiteX176" y="connsiteY176"/>
                          </a:cxn>
                          <a:cxn ang="0">
                            <a:pos x="connsiteX177" y="connsiteY177"/>
                          </a:cxn>
                          <a:cxn ang="0">
                            <a:pos x="connsiteX178" y="connsiteY178"/>
                          </a:cxn>
                          <a:cxn ang="0">
                            <a:pos x="connsiteX179" y="connsiteY179"/>
                          </a:cxn>
                          <a:cxn ang="0">
                            <a:pos x="connsiteX180" y="connsiteY180"/>
                          </a:cxn>
                          <a:cxn ang="0">
                            <a:pos x="connsiteX181" y="connsiteY181"/>
                          </a:cxn>
                          <a:cxn ang="0">
                            <a:pos x="connsiteX182" y="connsiteY182"/>
                          </a:cxn>
                          <a:cxn ang="0">
                            <a:pos x="connsiteX183" y="connsiteY183"/>
                          </a:cxn>
                          <a:cxn ang="0">
                            <a:pos x="connsiteX184" y="connsiteY184"/>
                          </a:cxn>
                          <a:cxn ang="0">
                            <a:pos x="connsiteX185" y="connsiteY185"/>
                          </a:cxn>
                          <a:cxn ang="0">
                            <a:pos x="connsiteX186" y="connsiteY186"/>
                          </a:cxn>
                          <a:cxn ang="0">
                            <a:pos x="connsiteX187" y="connsiteY187"/>
                          </a:cxn>
                          <a:cxn ang="0">
                            <a:pos x="connsiteX188" y="connsiteY188"/>
                          </a:cxn>
                          <a:cxn ang="0">
                            <a:pos x="connsiteX189" y="connsiteY189"/>
                          </a:cxn>
                          <a:cxn ang="0">
                            <a:pos x="connsiteX190" y="connsiteY190"/>
                          </a:cxn>
                          <a:cxn ang="0">
                            <a:pos x="connsiteX191" y="connsiteY191"/>
                          </a:cxn>
                          <a:cxn ang="0">
                            <a:pos x="connsiteX192" y="connsiteY192"/>
                          </a:cxn>
                          <a:cxn ang="0">
                            <a:pos x="connsiteX193" y="connsiteY193"/>
                          </a:cxn>
                          <a:cxn ang="0">
                            <a:pos x="connsiteX194" y="connsiteY194"/>
                          </a:cxn>
                          <a:cxn ang="0">
                            <a:pos x="connsiteX195" y="connsiteY195"/>
                          </a:cxn>
                          <a:cxn ang="0">
                            <a:pos x="connsiteX196" y="connsiteY196"/>
                          </a:cxn>
                          <a:cxn ang="0">
                            <a:pos x="connsiteX197" y="connsiteY197"/>
                          </a:cxn>
                          <a:cxn ang="0">
                            <a:pos x="connsiteX198" y="connsiteY198"/>
                          </a:cxn>
                          <a:cxn ang="0">
                            <a:pos x="connsiteX199" y="connsiteY199"/>
                          </a:cxn>
                          <a:cxn ang="0">
                            <a:pos x="connsiteX200" y="connsiteY200"/>
                          </a:cxn>
                          <a:cxn ang="0">
                            <a:pos x="connsiteX201" y="connsiteY201"/>
                          </a:cxn>
                          <a:cxn ang="0">
                            <a:pos x="connsiteX202" y="connsiteY202"/>
                          </a:cxn>
                          <a:cxn ang="0">
                            <a:pos x="connsiteX203" y="connsiteY203"/>
                          </a:cxn>
                        </a:cxnLst>
                        <a:rect l="l" t="t" r="r" b="b"/>
                        <a:pathLst>
                          <a:path w="222952" h="1161229">
                            <a:moveTo>
                              <a:pt x="87357" y="1077628"/>
                            </a:moveTo>
                            <a:cubicBezTo>
                              <a:pt x="84978" y="1080007"/>
                              <a:pt x="89736" y="1082386"/>
                              <a:pt x="92115" y="1085954"/>
                            </a:cubicBezTo>
                            <a:cubicBezTo>
                              <a:pt x="94494" y="1090712"/>
                              <a:pt x="95683" y="1096659"/>
                              <a:pt x="99252" y="1096659"/>
                            </a:cubicBezTo>
                            <a:cubicBezTo>
                              <a:pt x="104009" y="1097849"/>
                              <a:pt x="100441" y="1085954"/>
                              <a:pt x="104009" y="1084765"/>
                            </a:cubicBezTo>
                            <a:cubicBezTo>
                              <a:pt x="106388" y="1083575"/>
                              <a:pt x="106388" y="1090712"/>
                              <a:pt x="108767" y="1091902"/>
                            </a:cubicBezTo>
                            <a:cubicBezTo>
                              <a:pt x="115904" y="1093091"/>
                              <a:pt x="106388" y="1083575"/>
                              <a:pt x="107578" y="1080007"/>
                            </a:cubicBezTo>
                            <a:cubicBezTo>
                              <a:pt x="108767" y="1077628"/>
                              <a:pt x="115904" y="1084765"/>
                              <a:pt x="117093" y="1081196"/>
                            </a:cubicBezTo>
                            <a:cubicBezTo>
                              <a:pt x="119472" y="1077628"/>
                              <a:pt x="105199" y="1076439"/>
                              <a:pt x="107578" y="1072871"/>
                            </a:cubicBezTo>
                            <a:cubicBezTo>
                              <a:pt x="109957" y="1068113"/>
                              <a:pt x="132556" y="1076439"/>
                              <a:pt x="124230" y="1087144"/>
                            </a:cubicBezTo>
                            <a:cubicBezTo>
                              <a:pt x="120662" y="1091902"/>
                              <a:pt x="130177" y="1100227"/>
                              <a:pt x="125419" y="1103796"/>
                            </a:cubicBezTo>
                            <a:cubicBezTo>
                              <a:pt x="124230" y="1104985"/>
                              <a:pt x="123040" y="1103796"/>
                              <a:pt x="121851" y="1103796"/>
                            </a:cubicBezTo>
                            <a:cubicBezTo>
                              <a:pt x="118283" y="1101417"/>
                              <a:pt x="120662" y="1094280"/>
                              <a:pt x="117093" y="1093091"/>
                            </a:cubicBezTo>
                            <a:cubicBezTo>
                              <a:pt x="115904" y="1093091"/>
                              <a:pt x="114714" y="1093091"/>
                              <a:pt x="114714" y="1094280"/>
                            </a:cubicBezTo>
                            <a:cubicBezTo>
                              <a:pt x="113525" y="1096659"/>
                              <a:pt x="115904" y="1102606"/>
                              <a:pt x="113525" y="1102606"/>
                            </a:cubicBezTo>
                            <a:cubicBezTo>
                              <a:pt x="111146" y="1102606"/>
                              <a:pt x="98062" y="1100227"/>
                              <a:pt x="96873" y="1103796"/>
                            </a:cubicBezTo>
                            <a:cubicBezTo>
                              <a:pt x="96873" y="1106175"/>
                              <a:pt x="99252" y="1109743"/>
                              <a:pt x="100441" y="1110932"/>
                            </a:cubicBezTo>
                            <a:cubicBezTo>
                              <a:pt x="104009" y="1113311"/>
                              <a:pt x="106388" y="1120448"/>
                              <a:pt x="101631" y="1119258"/>
                            </a:cubicBezTo>
                            <a:cubicBezTo>
                              <a:pt x="100441" y="1119258"/>
                              <a:pt x="100441" y="1116879"/>
                              <a:pt x="99252" y="1115690"/>
                            </a:cubicBezTo>
                            <a:cubicBezTo>
                              <a:pt x="94494" y="1113311"/>
                              <a:pt x="82600" y="1113311"/>
                              <a:pt x="83789" y="1118069"/>
                            </a:cubicBezTo>
                            <a:cubicBezTo>
                              <a:pt x="84978" y="1121637"/>
                              <a:pt x="89736" y="1120448"/>
                              <a:pt x="93304" y="1122827"/>
                            </a:cubicBezTo>
                            <a:cubicBezTo>
                              <a:pt x="98062" y="1126395"/>
                              <a:pt x="111146" y="1118069"/>
                              <a:pt x="112335" y="1121637"/>
                            </a:cubicBezTo>
                            <a:cubicBezTo>
                              <a:pt x="112335" y="1121637"/>
                              <a:pt x="112335" y="1124016"/>
                              <a:pt x="112335" y="1124016"/>
                            </a:cubicBezTo>
                            <a:cubicBezTo>
                              <a:pt x="111146" y="1126395"/>
                              <a:pt x="105199" y="1126395"/>
                              <a:pt x="105199" y="1128774"/>
                            </a:cubicBezTo>
                            <a:cubicBezTo>
                              <a:pt x="106388" y="1134721"/>
                              <a:pt x="119472" y="1140668"/>
                              <a:pt x="123040" y="1134721"/>
                            </a:cubicBezTo>
                            <a:cubicBezTo>
                              <a:pt x="125419" y="1129963"/>
                              <a:pt x="126609" y="1125206"/>
                              <a:pt x="123040" y="1121637"/>
                            </a:cubicBezTo>
                            <a:cubicBezTo>
                              <a:pt x="120662" y="1120448"/>
                              <a:pt x="119472" y="1120448"/>
                              <a:pt x="118283" y="1119258"/>
                            </a:cubicBezTo>
                            <a:cubicBezTo>
                              <a:pt x="118283" y="1118069"/>
                              <a:pt x="119472" y="1118069"/>
                              <a:pt x="120662" y="1116879"/>
                            </a:cubicBezTo>
                            <a:cubicBezTo>
                              <a:pt x="125419" y="1109743"/>
                              <a:pt x="128988" y="1116879"/>
                              <a:pt x="133745" y="1115690"/>
                            </a:cubicBezTo>
                            <a:cubicBezTo>
                              <a:pt x="140882" y="1114501"/>
                              <a:pt x="148019" y="1108554"/>
                              <a:pt x="152776" y="1112122"/>
                            </a:cubicBezTo>
                            <a:cubicBezTo>
                              <a:pt x="163481" y="1119258"/>
                              <a:pt x="140882" y="1115690"/>
                              <a:pt x="137314" y="1119258"/>
                            </a:cubicBezTo>
                            <a:cubicBezTo>
                              <a:pt x="131367" y="1126395"/>
                              <a:pt x="125419" y="1118069"/>
                              <a:pt x="124230" y="1132342"/>
                            </a:cubicBezTo>
                            <a:cubicBezTo>
                              <a:pt x="124230" y="1137100"/>
                              <a:pt x="120662" y="1137100"/>
                              <a:pt x="124230" y="1141858"/>
                            </a:cubicBezTo>
                            <a:cubicBezTo>
                              <a:pt x="125419" y="1143047"/>
                              <a:pt x="130177" y="1147805"/>
                              <a:pt x="133745" y="1147805"/>
                            </a:cubicBezTo>
                            <a:cubicBezTo>
                              <a:pt x="137314" y="1147805"/>
                              <a:pt x="134935" y="1144237"/>
                              <a:pt x="136124" y="1141858"/>
                            </a:cubicBezTo>
                            <a:cubicBezTo>
                              <a:pt x="137314" y="1140668"/>
                              <a:pt x="136124" y="1140668"/>
                              <a:pt x="137314" y="1139479"/>
                            </a:cubicBezTo>
                            <a:cubicBezTo>
                              <a:pt x="138503" y="1138290"/>
                              <a:pt x="142071" y="1139479"/>
                              <a:pt x="142071" y="1137100"/>
                            </a:cubicBezTo>
                            <a:cubicBezTo>
                              <a:pt x="142071" y="1135910"/>
                              <a:pt x="138503" y="1137100"/>
                              <a:pt x="137314" y="1134721"/>
                            </a:cubicBezTo>
                            <a:cubicBezTo>
                              <a:pt x="134935" y="1126395"/>
                              <a:pt x="148019" y="1125206"/>
                              <a:pt x="156345" y="1118069"/>
                            </a:cubicBezTo>
                            <a:cubicBezTo>
                              <a:pt x="157534" y="1116879"/>
                              <a:pt x="161102" y="1116879"/>
                              <a:pt x="162292" y="1119258"/>
                            </a:cubicBezTo>
                            <a:cubicBezTo>
                              <a:pt x="164671" y="1124016"/>
                              <a:pt x="157534" y="1129963"/>
                              <a:pt x="156345" y="1135910"/>
                            </a:cubicBezTo>
                            <a:cubicBezTo>
                              <a:pt x="155155" y="1140668"/>
                              <a:pt x="157534" y="1148994"/>
                              <a:pt x="149208" y="1139479"/>
                            </a:cubicBezTo>
                            <a:cubicBezTo>
                              <a:pt x="146829" y="1137100"/>
                              <a:pt x="142071" y="1139479"/>
                              <a:pt x="142071" y="1143047"/>
                            </a:cubicBezTo>
                            <a:cubicBezTo>
                              <a:pt x="142071" y="1148994"/>
                              <a:pt x="145640" y="1154942"/>
                              <a:pt x="150397" y="1157321"/>
                            </a:cubicBezTo>
                            <a:cubicBezTo>
                              <a:pt x="157534" y="1160889"/>
                              <a:pt x="169428" y="1164457"/>
                              <a:pt x="172997" y="1156131"/>
                            </a:cubicBezTo>
                            <a:cubicBezTo>
                              <a:pt x="176565" y="1148994"/>
                              <a:pt x="171807" y="1135910"/>
                              <a:pt x="171807" y="1126395"/>
                            </a:cubicBezTo>
                            <a:cubicBezTo>
                              <a:pt x="171807" y="1115690"/>
                              <a:pt x="176565" y="1110932"/>
                              <a:pt x="186080" y="1106175"/>
                            </a:cubicBezTo>
                            <a:cubicBezTo>
                              <a:pt x="187270" y="1104985"/>
                              <a:pt x="190838" y="1104985"/>
                              <a:pt x="192028" y="1103796"/>
                            </a:cubicBezTo>
                            <a:cubicBezTo>
                              <a:pt x="194406" y="1101417"/>
                              <a:pt x="193217" y="1100227"/>
                              <a:pt x="194406" y="1097849"/>
                            </a:cubicBezTo>
                            <a:cubicBezTo>
                              <a:pt x="196785" y="1094280"/>
                              <a:pt x="197975" y="1089523"/>
                              <a:pt x="202733" y="1089523"/>
                            </a:cubicBezTo>
                            <a:cubicBezTo>
                              <a:pt x="207490" y="1090712"/>
                              <a:pt x="220574" y="1100227"/>
                              <a:pt x="222953" y="1096659"/>
                            </a:cubicBezTo>
                            <a:cubicBezTo>
                              <a:pt x="217006" y="1093091"/>
                              <a:pt x="207490" y="1084765"/>
                              <a:pt x="203922" y="1083575"/>
                            </a:cubicBezTo>
                            <a:cubicBezTo>
                              <a:pt x="199164" y="1083575"/>
                              <a:pt x="195596" y="1082386"/>
                              <a:pt x="189649" y="1082386"/>
                            </a:cubicBezTo>
                            <a:cubicBezTo>
                              <a:pt x="183702" y="1082386"/>
                              <a:pt x="180133" y="1083575"/>
                              <a:pt x="175376" y="1083575"/>
                            </a:cubicBezTo>
                            <a:cubicBezTo>
                              <a:pt x="169428" y="1082386"/>
                              <a:pt x="164671" y="1082386"/>
                              <a:pt x="158723" y="1082386"/>
                            </a:cubicBezTo>
                            <a:cubicBezTo>
                              <a:pt x="148019" y="1082386"/>
                              <a:pt x="134935" y="1084765"/>
                              <a:pt x="131367" y="1075249"/>
                            </a:cubicBezTo>
                            <a:cubicBezTo>
                              <a:pt x="128988" y="1070492"/>
                              <a:pt x="128988" y="1066923"/>
                              <a:pt x="125419" y="1062166"/>
                            </a:cubicBezTo>
                            <a:cubicBezTo>
                              <a:pt x="121851" y="1057408"/>
                              <a:pt x="119472" y="1056219"/>
                              <a:pt x="118283" y="1051461"/>
                            </a:cubicBezTo>
                            <a:cubicBezTo>
                              <a:pt x="117093" y="1047892"/>
                              <a:pt x="118283" y="1043135"/>
                              <a:pt x="117093" y="1039566"/>
                            </a:cubicBezTo>
                            <a:cubicBezTo>
                              <a:pt x="113525" y="1033619"/>
                              <a:pt x="113525" y="1034808"/>
                              <a:pt x="108767" y="1037187"/>
                            </a:cubicBezTo>
                            <a:cubicBezTo>
                              <a:pt x="104009" y="1039566"/>
                              <a:pt x="96873" y="1051461"/>
                              <a:pt x="93304" y="1038377"/>
                            </a:cubicBezTo>
                            <a:cubicBezTo>
                              <a:pt x="93304" y="1038377"/>
                              <a:pt x="89736" y="1037187"/>
                              <a:pt x="89736" y="1037187"/>
                            </a:cubicBezTo>
                            <a:cubicBezTo>
                              <a:pt x="86168" y="1033619"/>
                              <a:pt x="86168" y="1030051"/>
                              <a:pt x="84978" y="1025293"/>
                            </a:cubicBezTo>
                            <a:cubicBezTo>
                              <a:pt x="82600" y="1020535"/>
                              <a:pt x="82600" y="1014588"/>
                              <a:pt x="81410" y="1009830"/>
                            </a:cubicBezTo>
                            <a:cubicBezTo>
                              <a:pt x="80221" y="1000315"/>
                              <a:pt x="88547" y="989610"/>
                              <a:pt x="94494" y="983663"/>
                            </a:cubicBezTo>
                            <a:cubicBezTo>
                              <a:pt x="96873" y="981284"/>
                              <a:pt x="100441" y="978905"/>
                              <a:pt x="102820" y="974147"/>
                            </a:cubicBezTo>
                            <a:cubicBezTo>
                              <a:pt x="105199" y="969390"/>
                              <a:pt x="102820" y="962253"/>
                              <a:pt x="101631" y="957495"/>
                            </a:cubicBezTo>
                            <a:cubicBezTo>
                              <a:pt x="100441" y="951548"/>
                              <a:pt x="100441" y="946790"/>
                              <a:pt x="100441" y="940843"/>
                            </a:cubicBezTo>
                            <a:cubicBezTo>
                              <a:pt x="100441" y="936086"/>
                              <a:pt x="98062" y="931328"/>
                              <a:pt x="99252" y="926570"/>
                            </a:cubicBezTo>
                            <a:cubicBezTo>
                              <a:pt x="100441" y="919434"/>
                              <a:pt x="102820" y="914675"/>
                              <a:pt x="102820" y="906350"/>
                            </a:cubicBezTo>
                            <a:cubicBezTo>
                              <a:pt x="102820" y="898023"/>
                              <a:pt x="107578" y="892076"/>
                              <a:pt x="105199" y="884940"/>
                            </a:cubicBezTo>
                            <a:cubicBezTo>
                              <a:pt x="102820" y="877803"/>
                              <a:pt x="100441" y="873045"/>
                              <a:pt x="100441" y="865909"/>
                            </a:cubicBezTo>
                            <a:cubicBezTo>
                              <a:pt x="100441" y="861151"/>
                              <a:pt x="100441" y="858772"/>
                              <a:pt x="102820" y="855204"/>
                            </a:cubicBezTo>
                            <a:cubicBezTo>
                              <a:pt x="104009" y="851636"/>
                              <a:pt x="105199" y="850446"/>
                              <a:pt x="104009" y="845688"/>
                            </a:cubicBezTo>
                            <a:cubicBezTo>
                              <a:pt x="101631" y="840931"/>
                              <a:pt x="99252" y="838552"/>
                              <a:pt x="99252" y="838552"/>
                            </a:cubicBezTo>
                            <a:cubicBezTo>
                              <a:pt x="95683" y="833794"/>
                              <a:pt x="82600" y="837362"/>
                              <a:pt x="82600" y="830226"/>
                            </a:cubicBezTo>
                            <a:cubicBezTo>
                              <a:pt x="82600" y="824279"/>
                              <a:pt x="95683" y="827847"/>
                              <a:pt x="99252" y="823089"/>
                            </a:cubicBezTo>
                            <a:cubicBezTo>
                              <a:pt x="100441" y="821900"/>
                              <a:pt x="101631" y="815953"/>
                              <a:pt x="99252" y="814763"/>
                            </a:cubicBezTo>
                            <a:cubicBezTo>
                              <a:pt x="98062" y="813573"/>
                              <a:pt x="94494" y="814763"/>
                              <a:pt x="93304" y="814763"/>
                            </a:cubicBezTo>
                            <a:cubicBezTo>
                              <a:pt x="88547" y="812384"/>
                              <a:pt x="87357" y="806437"/>
                              <a:pt x="84978" y="801679"/>
                            </a:cubicBezTo>
                            <a:cubicBezTo>
                              <a:pt x="82600" y="794543"/>
                              <a:pt x="84978" y="790974"/>
                              <a:pt x="83789" y="785027"/>
                            </a:cubicBezTo>
                            <a:cubicBezTo>
                              <a:pt x="82600" y="774322"/>
                              <a:pt x="73084" y="765996"/>
                              <a:pt x="71895" y="755291"/>
                            </a:cubicBezTo>
                            <a:cubicBezTo>
                              <a:pt x="70705" y="749344"/>
                              <a:pt x="75463" y="744586"/>
                              <a:pt x="75463" y="738639"/>
                            </a:cubicBezTo>
                            <a:cubicBezTo>
                              <a:pt x="75463" y="731503"/>
                              <a:pt x="73084" y="727934"/>
                              <a:pt x="70705" y="721987"/>
                            </a:cubicBezTo>
                            <a:cubicBezTo>
                              <a:pt x="67137" y="708903"/>
                              <a:pt x="69516" y="697009"/>
                              <a:pt x="68326" y="683925"/>
                            </a:cubicBezTo>
                            <a:cubicBezTo>
                              <a:pt x="67137" y="670841"/>
                              <a:pt x="63569" y="666084"/>
                              <a:pt x="68326" y="653000"/>
                            </a:cubicBezTo>
                            <a:cubicBezTo>
                              <a:pt x="70705" y="647053"/>
                              <a:pt x="80221" y="635158"/>
                              <a:pt x="80221" y="630401"/>
                            </a:cubicBezTo>
                            <a:cubicBezTo>
                              <a:pt x="81410" y="620885"/>
                              <a:pt x="71895" y="612559"/>
                              <a:pt x="69516" y="604233"/>
                            </a:cubicBezTo>
                            <a:cubicBezTo>
                              <a:pt x="67137" y="594718"/>
                              <a:pt x="68326" y="582823"/>
                              <a:pt x="69516" y="573308"/>
                            </a:cubicBezTo>
                            <a:cubicBezTo>
                              <a:pt x="70705" y="563792"/>
                              <a:pt x="74274" y="554277"/>
                              <a:pt x="74274" y="544761"/>
                            </a:cubicBezTo>
                            <a:cubicBezTo>
                              <a:pt x="74274" y="538814"/>
                              <a:pt x="70705" y="535246"/>
                              <a:pt x="70705" y="529299"/>
                            </a:cubicBezTo>
                            <a:cubicBezTo>
                              <a:pt x="69516" y="524541"/>
                              <a:pt x="69516" y="524541"/>
                              <a:pt x="70705" y="519783"/>
                            </a:cubicBezTo>
                            <a:cubicBezTo>
                              <a:pt x="71895" y="511457"/>
                              <a:pt x="75463" y="501942"/>
                              <a:pt x="80221" y="495995"/>
                            </a:cubicBezTo>
                            <a:cubicBezTo>
                              <a:pt x="86168" y="487668"/>
                              <a:pt x="83789" y="472206"/>
                              <a:pt x="83789" y="462690"/>
                            </a:cubicBezTo>
                            <a:cubicBezTo>
                              <a:pt x="84978" y="443659"/>
                              <a:pt x="60000" y="419871"/>
                              <a:pt x="61190" y="402029"/>
                            </a:cubicBezTo>
                            <a:cubicBezTo>
                              <a:pt x="61190" y="388945"/>
                              <a:pt x="69516" y="380619"/>
                              <a:pt x="71895" y="369914"/>
                            </a:cubicBezTo>
                            <a:cubicBezTo>
                              <a:pt x="74274" y="356831"/>
                              <a:pt x="65948" y="348505"/>
                              <a:pt x="67137" y="335421"/>
                            </a:cubicBezTo>
                            <a:cubicBezTo>
                              <a:pt x="68326" y="317579"/>
                              <a:pt x="80221" y="294980"/>
                              <a:pt x="89736" y="280707"/>
                            </a:cubicBezTo>
                            <a:cubicBezTo>
                              <a:pt x="90926" y="279517"/>
                              <a:pt x="98062" y="271191"/>
                              <a:pt x="98062" y="270002"/>
                            </a:cubicBezTo>
                            <a:cubicBezTo>
                              <a:pt x="99252" y="264055"/>
                              <a:pt x="93304" y="265244"/>
                              <a:pt x="93304" y="259297"/>
                            </a:cubicBezTo>
                            <a:cubicBezTo>
                              <a:pt x="93304" y="254539"/>
                              <a:pt x="96873" y="250971"/>
                              <a:pt x="96873" y="247403"/>
                            </a:cubicBezTo>
                            <a:cubicBezTo>
                              <a:pt x="96873" y="242645"/>
                              <a:pt x="94494" y="241456"/>
                              <a:pt x="93304" y="236698"/>
                            </a:cubicBezTo>
                            <a:cubicBezTo>
                              <a:pt x="92115" y="230750"/>
                              <a:pt x="89736" y="212909"/>
                              <a:pt x="90926" y="208151"/>
                            </a:cubicBezTo>
                            <a:cubicBezTo>
                              <a:pt x="93304" y="198636"/>
                              <a:pt x="104009" y="198636"/>
                              <a:pt x="111146" y="192689"/>
                            </a:cubicBezTo>
                            <a:cubicBezTo>
                              <a:pt x="125419" y="181984"/>
                              <a:pt x="128988" y="165331"/>
                              <a:pt x="123040" y="149869"/>
                            </a:cubicBezTo>
                            <a:cubicBezTo>
                              <a:pt x="108767" y="159384"/>
                              <a:pt x="95683" y="116565"/>
                              <a:pt x="88547" y="104671"/>
                            </a:cubicBezTo>
                            <a:cubicBezTo>
                              <a:pt x="86168" y="99912"/>
                              <a:pt x="81410" y="95155"/>
                              <a:pt x="79031" y="89208"/>
                            </a:cubicBezTo>
                            <a:cubicBezTo>
                              <a:pt x="76652" y="83260"/>
                              <a:pt x="79031" y="78503"/>
                              <a:pt x="80221" y="72556"/>
                            </a:cubicBezTo>
                            <a:cubicBezTo>
                              <a:pt x="83789" y="57093"/>
                              <a:pt x="80221" y="51146"/>
                              <a:pt x="67137" y="44009"/>
                            </a:cubicBezTo>
                            <a:cubicBezTo>
                              <a:pt x="64758" y="36873"/>
                              <a:pt x="65948" y="27357"/>
                              <a:pt x="62379" y="20221"/>
                            </a:cubicBezTo>
                            <a:cubicBezTo>
                              <a:pt x="58811" y="13084"/>
                              <a:pt x="55243" y="8326"/>
                              <a:pt x="52864" y="0"/>
                            </a:cubicBezTo>
                            <a:cubicBezTo>
                              <a:pt x="50485" y="1190"/>
                              <a:pt x="49295" y="2379"/>
                              <a:pt x="48106" y="4758"/>
                            </a:cubicBezTo>
                            <a:cubicBezTo>
                              <a:pt x="46917" y="8326"/>
                              <a:pt x="48106" y="10705"/>
                              <a:pt x="46917" y="15463"/>
                            </a:cubicBezTo>
                            <a:cubicBezTo>
                              <a:pt x="45727" y="22599"/>
                              <a:pt x="46917" y="22599"/>
                              <a:pt x="39780" y="26168"/>
                            </a:cubicBezTo>
                            <a:cubicBezTo>
                              <a:pt x="35022" y="28546"/>
                              <a:pt x="31454" y="30925"/>
                              <a:pt x="26696" y="33304"/>
                            </a:cubicBezTo>
                            <a:cubicBezTo>
                              <a:pt x="27886" y="34494"/>
                              <a:pt x="27886" y="35683"/>
                              <a:pt x="29075" y="36873"/>
                            </a:cubicBezTo>
                            <a:cubicBezTo>
                              <a:pt x="31454" y="42820"/>
                              <a:pt x="32643" y="48767"/>
                              <a:pt x="32643" y="55904"/>
                            </a:cubicBezTo>
                            <a:cubicBezTo>
                              <a:pt x="33833" y="63040"/>
                              <a:pt x="36212" y="68987"/>
                              <a:pt x="35022" y="76124"/>
                            </a:cubicBezTo>
                            <a:cubicBezTo>
                              <a:pt x="35022" y="83260"/>
                              <a:pt x="31454" y="88018"/>
                              <a:pt x="31454" y="95155"/>
                            </a:cubicBezTo>
                            <a:cubicBezTo>
                              <a:pt x="31454" y="109428"/>
                              <a:pt x="45727" y="121323"/>
                              <a:pt x="38591" y="134406"/>
                            </a:cubicBezTo>
                            <a:cubicBezTo>
                              <a:pt x="35022" y="140354"/>
                              <a:pt x="37401" y="154627"/>
                              <a:pt x="35022" y="159384"/>
                            </a:cubicBezTo>
                            <a:cubicBezTo>
                              <a:pt x="32643" y="164142"/>
                              <a:pt x="25507" y="170089"/>
                              <a:pt x="35022" y="178415"/>
                            </a:cubicBezTo>
                            <a:cubicBezTo>
                              <a:pt x="39780" y="181984"/>
                              <a:pt x="32643" y="189120"/>
                              <a:pt x="32643" y="196257"/>
                            </a:cubicBezTo>
                            <a:cubicBezTo>
                              <a:pt x="32643" y="202204"/>
                              <a:pt x="35022" y="206962"/>
                              <a:pt x="36212" y="212909"/>
                            </a:cubicBezTo>
                            <a:cubicBezTo>
                              <a:pt x="36212" y="216477"/>
                              <a:pt x="36212" y="218856"/>
                              <a:pt x="36212" y="222424"/>
                            </a:cubicBezTo>
                            <a:cubicBezTo>
                              <a:pt x="36212" y="224803"/>
                              <a:pt x="38591" y="229561"/>
                              <a:pt x="38591" y="230750"/>
                            </a:cubicBezTo>
                            <a:cubicBezTo>
                              <a:pt x="38591" y="236698"/>
                              <a:pt x="33833" y="241456"/>
                              <a:pt x="35022" y="248592"/>
                            </a:cubicBezTo>
                            <a:cubicBezTo>
                              <a:pt x="36212" y="255729"/>
                              <a:pt x="37401" y="258108"/>
                              <a:pt x="37401" y="265244"/>
                            </a:cubicBezTo>
                            <a:cubicBezTo>
                              <a:pt x="36212" y="271191"/>
                              <a:pt x="35022" y="277139"/>
                              <a:pt x="33833" y="281896"/>
                            </a:cubicBezTo>
                            <a:cubicBezTo>
                              <a:pt x="30265" y="291412"/>
                              <a:pt x="30265" y="302116"/>
                              <a:pt x="29075" y="312822"/>
                            </a:cubicBezTo>
                            <a:cubicBezTo>
                              <a:pt x="29075" y="319958"/>
                              <a:pt x="26696" y="324716"/>
                              <a:pt x="26696" y="331852"/>
                            </a:cubicBezTo>
                            <a:cubicBezTo>
                              <a:pt x="25507" y="338989"/>
                              <a:pt x="31454" y="343747"/>
                              <a:pt x="32643" y="350883"/>
                            </a:cubicBezTo>
                            <a:cubicBezTo>
                              <a:pt x="35022" y="365157"/>
                              <a:pt x="24317" y="374672"/>
                              <a:pt x="26696" y="388945"/>
                            </a:cubicBezTo>
                            <a:cubicBezTo>
                              <a:pt x="27886" y="396082"/>
                              <a:pt x="33833" y="403218"/>
                              <a:pt x="32643" y="410355"/>
                            </a:cubicBezTo>
                            <a:cubicBezTo>
                              <a:pt x="32643" y="413924"/>
                              <a:pt x="27886" y="416302"/>
                              <a:pt x="29075" y="419871"/>
                            </a:cubicBezTo>
                            <a:cubicBezTo>
                              <a:pt x="29075" y="422249"/>
                              <a:pt x="33833" y="423439"/>
                              <a:pt x="35022" y="424628"/>
                            </a:cubicBezTo>
                            <a:cubicBezTo>
                              <a:pt x="37401" y="430576"/>
                              <a:pt x="33833" y="436523"/>
                              <a:pt x="32643" y="443659"/>
                            </a:cubicBezTo>
                            <a:cubicBezTo>
                              <a:pt x="32643" y="450796"/>
                              <a:pt x="32643" y="459122"/>
                              <a:pt x="36212" y="463880"/>
                            </a:cubicBezTo>
                            <a:cubicBezTo>
                              <a:pt x="38591" y="466259"/>
                              <a:pt x="44538" y="471016"/>
                              <a:pt x="37401" y="475774"/>
                            </a:cubicBezTo>
                            <a:cubicBezTo>
                              <a:pt x="29075" y="481721"/>
                              <a:pt x="29075" y="493616"/>
                              <a:pt x="27886" y="503131"/>
                            </a:cubicBezTo>
                            <a:cubicBezTo>
                              <a:pt x="20749" y="507889"/>
                              <a:pt x="33833" y="516215"/>
                              <a:pt x="23128" y="525730"/>
                            </a:cubicBezTo>
                            <a:cubicBezTo>
                              <a:pt x="18370" y="529299"/>
                              <a:pt x="23128" y="537625"/>
                              <a:pt x="21938" y="543572"/>
                            </a:cubicBezTo>
                            <a:cubicBezTo>
                              <a:pt x="20749" y="549519"/>
                              <a:pt x="17181" y="553087"/>
                              <a:pt x="15991" y="559034"/>
                            </a:cubicBezTo>
                            <a:cubicBezTo>
                              <a:pt x="13612" y="566171"/>
                              <a:pt x="14802" y="576876"/>
                              <a:pt x="529" y="582823"/>
                            </a:cubicBezTo>
                            <a:cubicBezTo>
                              <a:pt x="-661" y="584013"/>
                              <a:pt x="529" y="586392"/>
                              <a:pt x="529" y="587581"/>
                            </a:cubicBezTo>
                            <a:cubicBezTo>
                              <a:pt x="-661" y="597097"/>
                              <a:pt x="11234" y="612559"/>
                              <a:pt x="13612" y="622075"/>
                            </a:cubicBezTo>
                            <a:cubicBezTo>
                              <a:pt x="18370" y="635158"/>
                              <a:pt x="26696" y="643484"/>
                              <a:pt x="21938" y="658947"/>
                            </a:cubicBezTo>
                            <a:cubicBezTo>
                              <a:pt x="19560" y="666084"/>
                              <a:pt x="13612" y="667273"/>
                              <a:pt x="13612" y="674410"/>
                            </a:cubicBezTo>
                            <a:cubicBezTo>
                              <a:pt x="12423" y="680357"/>
                              <a:pt x="15991" y="687494"/>
                              <a:pt x="15991" y="693441"/>
                            </a:cubicBezTo>
                            <a:cubicBezTo>
                              <a:pt x="14802" y="708903"/>
                              <a:pt x="17181" y="721987"/>
                              <a:pt x="36212" y="731503"/>
                            </a:cubicBezTo>
                            <a:cubicBezTo>
                              <a:pt x="46917" y="736260"/>
                              <a:pt x="38591" y="721987"/>
                              <a:pt x="44538" y="721987"/>
                            </a:cubicBezTo>
                            <a:cubicBezTo>
                              <a:pt x="46917" y="721987"/>
                              <a:pt x="51674" y="721987"/>
                              <a:pt x="56432" y="725555"/>
                            </a:cubicBezTo>
                            <a:cubicBezTo>
                              <a:pt x="58811" y="727934"/>
                              <a:pt x="51674" y="729124"/>
                              <a:pt x="50485" y="732692"/>
                            </a:cubicBezTo>
                            <a:cubicBezTo>
                              <a:pt x="49295" y="737450"/>
                              <a:pt x="55243" y="736260"/>
                              <a:pt x="57621" y="739829"/>
                            </a:cubicBezTo>
                            <a:cubicBezTo>
                              <a:pt x="58811" y="742207"/>
                              <a:pt x="62379" y="750534"/>
                              <a:pt x="60000" y="751723"/>
                            </a:cubicBezTo>
                            <a:cubicBezTo>
                              <a:pt x="57621" y="754102"/>
                              <a:pt x="54053" y="744586"/>
                              <a:pt x="50485" y="745776"/>
                            </a:cubicBezTo>
                            <a:cubicBezTo>
                              <a:pt x="48106" y="746965"/>
                              <a:pt x="54053" y="751723"/>
                              <a:pt x="54053" y="755291"/>
                            </a:cubicBezTo>
                            <a:cubicBezTo>
                              <a:pt x="55243" y="757670"/>
                              <a:pt x="50485" y="760049"/>
                              <a:pt x="50485" y="763617"/>
                            </a:cubicBezTo>
                            <a:cubicBezTo>
                              <a:pt x="51674" y="765996"/>
                              <a:pt x="51674" y="769565"/>
                              <a:pt x="52864" y="771943"/>
                            </a:cubicBezTo>
                            <a:cubicBezTo>
                              <a:pt x="54053" y="776701"/>
                              <a:pt x="48106" y="780269"/>
                              <a:pt x="48106" y="783838"/>
                            </a:cubicBezTo>
                            <a:cubicBezTo>
                              <a:pt x="48106" y="789785"/>
                              <a:pt x="54053" y="787406"/>
                              <a:pt x="52864" y="793353"/>
                            </a:cubicBezTo>
                            <a:cubicBezTo>
                              <a:pt x="52864" y="799300"/>
                              <a:pt x="48106" y="804058"/>
                              <a:pt x="49295" y="810005"/>
                            </a:cubicBezTo>
                            <a:cubicBezTo>
                              <a:pt x="50485" y="814763"/>
                              <a:pt x="56432" y="814763"/>
                              <a:pt x="60000" y="818332"/>
                            </a:cubicBezTo>
                            <a:cubicBezTo>
                              <a:pt x="65948" y="825468"/>
                              <a:pt x="65948" y="829036"/>
                              <a:pt x="62379" y="833794"/>
                            </a:cubicBezTo>
                            <a:cubicBezTo>
                              <a:pt x="60000" y="836173"/>
                              <a:pt x="56432" y="837362"/>
                              <a:pt x="54053" y="839741"/>
                            </a:cubicBezTo>
                            <a:cubicBezTo>
                              <a:pt x="49295" y="843309"/>
                              <a:pt x="50485" y="840931"/>
                              <a:pt x="50485" y="846878"/>
                            </a:cubicBezTo>
                            <a:cubicBezTo>
                              <a:pt x="50485" y="850446"/>
                              <a:pt x="52864" y="854015"/>
                              <a:pt x="51674" y="858772"/>
                            </a:cubicBezTo>
                            <a:cubicBezTo>
                              <a:pt x="50485" y="862340"/>
                              <a:pt x="48106" y="863530"/>
                              <a:pt x="46917" y="867098"/>
                            </a:cubicBezTo>
                            <a:cubicBezTo>
                              <a:pt x="45727" y="873045"/>
                              <a:pt x="51674" y="882561"/>
                              <a:pt x="48106" y="889698"/>
                            </a:cubicBezTo>
                            <a:cubicBezTo>
                              <a:pt x="42159" y="902781"/>
                              <a:pt x="45727" y="881371"/>
                              <a:pt x="39780" y="877803"/>
                            </a:cubicBezTo>
                            <a:cubicBezTo>
                              <a:pt x="37401" y="876614"/>
                              <a:pt x="33833" y="882561"/>
                              <a:pt x="31454" y="880182"/>
                            </a:cubicBezTo>
                            <a:cubicBezTo>
                              <a:pt x="27886" y="876614"/>
                              <a:pt x="40969" y="871856"/>
                              <a:pt x="36212" y="868288"/>
                            </a:cubicBezTo>
                            <a:cubicBezTo>
                              <a:pt x="32643" y="865909"/>
                              <a:pt x="29075" y="869477"/>
                              <a:pt x="24317" y="869477"/>
                            </a:cubicBezTo>
                            <a:cubicBezTo>
                              <a:pt x="19560" y="869477"/>
                              <a:pt x="12423" y="864719"/>
                              <a:pt x="13612" y="870667"/>
                            </a:cubicBezTo>
                            <a:cubicBezTo>
                              <a:pt x="13612" y="870667"/>
                              <a:pt x="13612" y="874235"/>
                              <a:pt x="14802" y="875424"/>
                            </a:cubicBezTo>
                            <a:cubicBezTo>
                              <a:pt x="20749" y="881371"/>
                              <a:pt x="20749" y="883750"/>
                              <a:pt x="14802" y="887319"/>
                            </a:cubicBezTo>
                            <a:cubicBezTo>
                              <a:pt x="7665" y="892076"/>
                              <a:pt x="6476" y="893266"/>
                              <a:pt x="5286" y="896834"/>
                            </a:cubicBezTo>
                            <a:cubicBezTo>
                              <a:pt x="2908" y="902781"/>
                              <a:pt x="5286" y="905160"/>
                              <a:pt x="11234" y="909918"/>
                            </a:cubicBezTo>
                            <a:cubicBezTo>
                              <a:pt x="13612" y="912297"/>
                              <a:pt x="18370" y="908728"/>
                              <a:pt x="17181" y="905160"/>
                            </a:cubicBezTo>
                            <a:cubicBezTo>
                              <a:pt x="17181" y="902781"/>
                              <a:pt x="14802" y="903971"/>
                              <a:pt x="12423" y="902781"/>
                            </a:cubicBezTo>
                            <a:cubicBezTo>
                              <a:pt x="11234" y="901592"/>
                              <a:pt x="12423" y="898023"/>
                              <a:pt x="14802" y="896834"/>
                            </a:cubicBezTo>
                            <a:cubicBezTo>
                              <a:pt x="18370" y="895645"/>
                              <a:pt x="24317" y="902781"/>
                              <a:pt x="29075" y="902781"/>
                            </a:cubicBezTo>
                            <a:cubicBezTo>
                              <a:pt x="31454" y="902781"/>
                              <a:pt x="33833" y="898023"/>
                              <a:pt x="36212" y="899213"/>
                            </a:cubicBezTo>
                            <a:cubicBezTo>
                              <a:pt x="40969" y="901592"/>
                              <a:pt x="39780" y="906350"/>
                              <a:pt x="46917" y="906350"/>
                            </a:cubicBezTo>
                            <a:cubicBezTo>
                              <a:pt x="52864" y="906350"/>
                              <a:pt x="37401" y="917054"/>
                              <a:pt x="43348" y="924191"/>
                            </a:cubicBezTo>
                            <a:cubicBezTo>
                              <a:pt x="49295" y="931328"/>
                              <a:pt x="36212" y="923002"/>
                              <a:pt x="37401" y="926570"/>
                            </a:cubicBezTo>
                            <a:cubicBezTo>
                              <a:pt x="42159" y="943222"/>
                              <a:pt x="60000" y="928949"/>
                              <a:pt x="65948" y="934896"/>
                            </a:cubicBezTo>
                            <a:cubicBezTo>
                              <a:pt x="67137" y="936086"/>
                              <a:pt x="67137" y="939654"/>
                              <a:pt x="64758" y="940843"/>
                            </a:cubicBezTo>
                            <a:cubicBezTo>
                              <a:pt x="60000" y="943222"/>
                              <a:pt x="45727" y="938464"/>
                              <a:pt x="46917" y="944411"/>
                            </a:cubicBezTo>
                            <a:cubicBezTo>
                              <a:pt x="46917" y="949169"/>
                              <a:pt x="48106" y="950359"/>
                              <a:pt x="51674" y="955117"/>
                            </a:cubicBezTo>
                            <a:cubicBezTo>
                              <a:pt x="52864" y="957495"/>
                              <a:pt x="58811" y="953927"/>
                              <a:pt x="60000" y="957495"/>
                            </a:cubicBezTo>
                            <a:cubicBezTo>
                              <a:pt x="61190" y="963442"/>
                              <a:pt x="51674" y="974147"/>
                              <a:pt x="54053" y="980094"/>
                            </a:cubicBezTo>
                            <a:cubicBezTo>
                              <a:pt x="55243" y="984852"/>
                              <a:pt x="57621" y="987231"/>
                              <a:pt x="58811" y="991989"/>
                            </a:cubicBezTo>
                            <a:cubicBezTo>
                              <a:pt x="60000" y="995557"/>
                              <a:pt x="54053" y="1000315"/>
                              <a:pt x="60000" y="1000315"/>
                            </a:cubicBezTo>
                            <a:cubicBezTo>
                              <a:pt x="63569" y="1000315"/>
                              <a:pt x="62379" y="981284"/>
                              <a:pt x="68326" y="983663"/>
                            </a:cubicBezTo>
                            <a:cubicBezTo>
                              <a:pt x="73084" y="984852"/>
                              <a:pt x="65948" y="995557"/>
                              <a:pt x="69516" y="999125"/>
                            </a:cubicBezTo>
                            <a:cubicBezTo>
                              <a:pt x="70705" y="1000315"/>
                              <a:pt x="73084" y="1000315"/>
                              <a:pt x="73084" y="1001504"/>
                            </a:cubicBezTo>
                            <a:cubicBezTo>
                              <a:pt x="74274" y="1005073"/>
                              <a:pt x="64758" y="1003883"/>
                              <a:pt x="62379" y="1007452"/>
                            </a:cubicBezTo>
                            <a:cubicBezTo>
                              <a:pt x="58811" y="1013399"/>
                              <a:pt x="56432" y="1024104"/>
                              <a:pt x="58811" y="1030051"/>
                            </a:cubicBezTo>
                            <a:cubicBezTo>
                              <a:pt x="61190" y="1035998"/>
                              <a:pt x="76652" y="1035998"/>
                              <a:pt x="76652" y="1040756"/>
                            </a:cubicBezTo>
                            <a:cubicBezTo>
                              <a:pt x="76652" y="1045513"/>
                              <a:pt x="73084" y="1051461"/>
                              <a:pt x="83789" y="1047892"/>
                            </a:cubicBezTo>
                            <a:cubicBezTo>
                              <a:pt x="88547" y="1046703"/>
                              <a:pt x="79031" y="1053840"/>
                              <a:pt x="76652" y="1056219"/>
                            </a:cubicBezTo>
                            <a:cubicBezTo>
                              <a:pt x="75463" y="1057408"/>
                              <a:pt x="75463" y="1059787"/>
                              <a:pt x="77842" y="1060976"/>
                            </a:cubicBezTo>
                            <a:cubicBezTo>
                              <a:pt x="83789" y="1064544"/>
                              <a:pt x="86168" y="1063355"/>
                              <a:pt x="92115" y="1068113"/>
                            </a:cubicBezTo>
                            <a:cubicBezTo>
                              <a:pt x="98062" y="1072871"/>
                              <a:pt x="90926" y="1072871"/>
                              <a:pt x="87357" y="107762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98" name="Freeform 1197">
                        <a:extLst>
                          <a:ext uri="{FF2B5EF4-FFF2-40B4-BE49-F238E27FC236}">
                            <a16:creationId xmlns:a16="http://schemas.microsoft.com/office/drawing/2014/main" id="{9B241841-E8A6-367F-17F9-B9C17D0A04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06977" y="5978178"/>
                        <a:ext cx="2378" cy="1189"/>
                      </a:xfrm>
                      <a:custGeom>
                        <a:avLst/>
                        <a:gdLst>
                          <a:gd name="connsiteX0" fmla="*/ 0 w 2378"/>
                          <a:gd name="connsiteY0" fmla="*/ 0 h 1189"/>
                          <a:gd name="connsiteX1" fmla="*/ 2379 w 2378"/>
                          <a:gd name="connsiteY1" fmla="*/ 1190 h 1189"/>
                          <a:gd name="connsiteX2" fmla="*/ 0 w 2378"/>
                          <a:gd name="connsiteY2" fmla="*/ 0 h 118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</a:cxnLst>
                        <a:rect l="l" t="t" r="r" b="b"/>
                        <a:pathLst>
                          <a:path w="2378" h="1189">
                            <a:moveTo>
                              <a:pt x="0" y="0"/>
                            </a:moveTo>
                            <a:cubicBezTo>
                              <a:pt x="1190" y="1190"/>
                              <a:pt x="2379" y="1190"/>
                              <a:pt x="2379" y="1190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99" name="Freeform 1198">
                        <a:extLst>
                          <a:ext uri="{FF2B5EF4-FFF2-40B4-BE49-F238E27FC236}">
                            <a16:creationId xmlns:a16="http://schemas.microsoft.com/office/drawing/2014/main" id="{F216CF23-DAB3-D3BC-C219-789C704405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60978" y="5980557"/>
                        <a:ext cx="56703" cy="79691"/>
                      </a:xfrm>
                      <a:custGeom>
                        <a:avLst/>
                        <a:gdLst>
                          <a:gd name="connsiteX0" fmla="*/ 25778 w 56703"/>
                          <a:gd name="connsiteY0" fmla="*/ 47577 h 79691"/>
                          <a:gd name="connsiteX1" fmla="*/ 19831 w 56703"/>
                          <a:gd name="connsiteY1" fmla="*/ 53525 h 79691"/>
                          <a:gd name="connsiteX2" fmla="*/ 16263 w 56703"/>
                          <a:gd name="connsiteY2" fmla="*/ 58282 h 79691"/>
                          <a:gd name="connsiteX3" fmla="*/ 25778 w 56703"/>
                          <a:gd name="connsiteY3" fmla="*/ 66608 h 79691"/>
                          <a:gd name="connsiteX4" fmla="*/ 37673 w 56703"/>
                          <a:gd name="connsiteY4" fmla="*/ 70177 h 79691"/>
                          <a:gd name="connsiteX5" fmla="*/ 56704 w 56703"/>
                          <a:gd name="connsiteY5" fmla="*/ 79692 h 79691"/>
                          <a:gd name="connsiteX6" fmla="*/ 36483 w 56703"/>
                          <a:gd name="connsiteY6" fmla="*/ 0 h 79691"/>
                          <a:gd name="connsiteX7" fmla="*/ 26968 w 56703"/>
                          <a:gd name="connsiteY7" fmla="*/ 4758 h 79691"/>
                          <a:gd name="connsiteX8" fmla="*/ 21021 w 56703"/>
                          <a:gd name="connsiteY8" fmla="*/ 1189 h 79691"/>
                          <a:gd name="connsiteX9" fmla="*/ 18642 w 56703"/>
                          <a:gd name="connsiteY9" fmla="*/ 10705 h 79691"/>
                          <a:gd name="connsiteX10" fmla="*/ 12695 w 56703"/>
                          <a:gd name="connsiteY10" fmla="*/ 17842 h 79691"/>
                          <a:gd name="connsiteX11" fmla="*/ 3179 w 56703"/>
                          <a:gd name="connsiteY11" fmla="*/ 15463 h 79691"/>
                          <a:gd name="connsiteX12" fmla="*/ 800 w 56703"/>
                          <a:gd name="connsiteY12" fmla="*/ 21410 h 79691"/>
                          <a:gd name="connsiteX13" fmla="*/ 7937 w 56703"/>
                          <a:gd name="connsiteY13" fmla="*/ 23789 h 79691"/>
                          <a:gd name="connsiteX14" fmla="*/ 3179 w 56703"/>
                          <a:gd name="connsiteY14" fmla="*/ 30925 h 79691"/>
                          <a:gd name="connsiteX15" fmla="*/ 11505 w 56703"/>
                          <a:gd name="connsiteY15" fmla="*/ 46388 h 79691"/>
                          <a:gd name="connsiteX16" fmla="*/ 29347 w 56703"/>
                          <a:gd name="connsiteY16" fmla="*/ 38062 h 79691"/>
                          <a:gd name="connsiteX17" fmla="*/ 25778 w 56703"/>
                          <a:gd name="connsiteY17" fmla="*/ 47577 h 7969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</a:cxnLst>
                        <a:rect l="l" t="t" r="r" b="b"/>
                        <a:pathLst>
                          <a:path w="56703" h="79691">
                            <a:moveTo>
                              <a:pt x="25778" y="47577"/>
                            </a:moveTo>
                            <a:cubicBezTo>
                              <a:pt x="23400" y="49956"/>
                              <a:pt x="22210" y="53525"/>
                              <a:pt x="19831" y="53525"/>
                            </a:cubicBezTo>
                            <a:cubicBezTo>
                              <a:pt x="17452" y="53525"/>
                              <a:pt x="15074" y="55903"/>
                              <a:pt x="16263" y="58282"/>
                            </a:cubicBezTo>
                            <a:cubicBezTo>
                              <a:pt x="17452" y="60661"/>
                              <a:pt x="23400" y="66608"/>
                              <a:pt x="25778" y="66608"/>
                            </a:cubicBezTo>
                            <a:cubicBezTo>
                              <a:pt x="28157" y="66608"/>
                              <a:pt x="34104" y="67798"/>
                              <a:pt x="37673" y="70177"/>
                            </a:cubicBezTo>
                            <a:cubicBezTo>
                              <a:pt x="41241" y="72555"/>
                              <a:pt x="50757" y="78502"/>
                              <a:pt x="56704" y="79692"/>
                            </a:cubicBezTo>
                            <a:lnTo>
                              <a:pt x="36483" y="0"/>
                            </a:lnTo>
                            <a:cubicBezTo>
                              <a:pt x="34104" y="2379"/>
                              <a:pt x="29347" y="5947"/>
                              <a:pt x="26968" y="4758"/>
                            </a:cubicBezTo>
                            <a:cubicBezTo>
                              <a:pt x="24589" y="3568"/>
                              <a:pt x="22210" y="0"/>
                              <a:pt x="21021" y="1189"/>
                            </a:cubicBezTo>
                            <a:cubicBezTo>
                              <a:pt x="19831" y="2379"/>
                              <a:pt x="19831" y="8326"/>
                              <a:pt x="18642" y="10705"/>
                            </a:cubicBezTo>
                            <a:cubicBezTo>
                              <a:pt x="17452" y="13083"/>
                              <a:pt x="15074" y="17842"/>
                              <a:pt x="12695" y="17842"/>
                            </a:cubicBezTo>
                            <a:cubicBezTo>
                              <a:pt x="10316" y="17842"/>
                              <a:pt x="4369" y="14273"/>
                              <a:pt x="3179" y="15463"/>
                            </a:cubicBezTo>
                            <a:cubicBezTo>
                              <a:pt x="1990" y="16652"/>
                              <a:pt x="-1579" y="20220"/>
                              <a:pt x="800" y="21410"/>
                            </a:cubicBezTo>
                            <a:cubicBezTo>
                              <a:pt x="3179" y="22599"/>
                              <a:pt x="9126" y="20220"/>
                              <a:pt x="7937" y="23789"/>
                            </a:cubicBezTo>
                            <a:cubicBezTo>
                              <a:pt x="6747" y="26167"/>
                              <a:pt x="1990" y="27357"/>
                              <a:pt x="3179" y="30925"/>
                            </a:cubicBezTo>
                            <a:cubicBezTo>
                              <a:pt x="4369" y="34494"/>
                              <a:pt x="7937" y="47577"/>
                              <a:pt x="11505" y="46388"/>
                            </a:cubicBezTo>
                            <a:cubicBezTo>
                              <a:pt x="13884" y="46388"/>
                              <a:pt x="29347" y="33304"/>
                              <a:pt x="29347" y="38062"/>
                            </a:cubicBezTo>
                            <a:cubicBezTo>
                              <a:pt x="31726" y="41630"/>
                              <a:pt x="28157" y="45198"/>
                              <a:pt x="25778" y="4757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0" name="Freeform 1199">
                        <a:extLst>
                          <a:ext uri="{FF2B5EF4-FFF2-40B4-BE49-F238E27FC236}">
                            <a16:creationId xmlns:a16="http://schemas.microsoft.com/office/drawing/2014/main" id="{A04BE953-A00C-F5CA-0A5C-F2960C7DD5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41261" y="6049410"/>
                        <a:ext cx="78800" cy="44300"/>
                      </a:xfrm>
                      <a:custGeom>
                        <a:avLst/>
                        <a:gdLst>
                          <a:gd name="connsiteX0" fmla="*/ 38359 w 78800"/>
                          <a:gd name="connsiteY0" fmla="*/ 39385 h 44300"/>
                          <a:gd name="connsiteX1" fmla="*/ 34791 w 78800"/>
                          <a:gd name="connsiteY1" fmla="*/ 34628 h 44300"/>
                          <a:gd name="connsiteX2" fmla="*/ 40738 w 78800"/>
                          <a:gd name="connsiteY2" fmla="*/ 33438 h 44300"/>
                          <a:gd name="connsiteX3" fmla="*/ 37170 w 78800"/>
                          <a:gd name="connsiteY3" fmla="*/ 28681 h 44300"/>
                          <a:gd name="connsiteX4" fmla="*/ 55011 w 78800"/>
                          <a:gd name="connsiteY4" fmla="*/ 23923 h 44300"/>
                          <a:gd name="connsiteX5" fmla="*/ 72853 w 78800"/>
                          <a:gd name="connsiteY5" fmla="*/ 26302 h 44300"/>
                          <a:gd name="connsiteX6" fmla="*/ 75232 w 78800"/>
                          <a:gd name="connsiteY6" fmla="*/ 22733 h 44300"/>
                          <a:gd name="connsiteX7" fmla="*/ 78800 w 78800"/>
                          <a:gd name="connsiteY7" fmla="*/ 21544 h 44300"/>
                          <a:gd name="connsiteX8" fmla="*/ 76421 w 78800"/>
                          <a:gd name="connsiteY8" fmla="*/ 13218 h 44300"/>
                          <a:gd name="connsiteX9" fmla="*/ 74042 w 78800"/>
                          <a:gd name="connsiteY9" fmla="*/ 13218 h 44300"/>
                          <a:gd name="connsiteX10" fmla="*/ 40738 w 78800"/>
                          <a:gd name="connsiteY10" fmla="*/ 134 h 44300"/>
                          <a:gd name="connsiteX11" fmla="*/ 40738 w 78800"/>
                          <a:gd name="connsiteY11" fmla="*/ 4892 h 44300"/>
                          <a:gd name="connsiteX12" fmla="*/ 22897 w 78800"/>
                          <a:gd name="connsiteY12" fmla="*/ 134 h 44300"/>
                          <a:gd name="connsiteX13" fmla="*/ 24086 w 78800"/>
                          <a:gd name="connsiteY13" fmla="*/ 3702 h 44300"/>
                          <a:gd name="connsiteX14" fmla="*/ 35980 w 78800"/>
                          <a:gd name="connsiteY14" fmla="*/ 9650 h 44300"/>
                          <a:gd name="connsiteX15" fmla="*/ 31223 w 78800"/>
                          <a:gd name="connsiteY15" fmla="*/ 10839 h 44300"/>
                          <a:gd name="connsiteX16" fmla="*/ 28844 w 78800"/>
                          <a:gd name="connsiteY16" fmla="*/ 13218 h 44300"/>
                          <a:gd name="connsiteX17" fmla="*/ 21707 w 78800"/>
                          <a:gd name="connsiteY17" fmla="*/ 7271 h 44300"/>
                          <a:gd name="connsiteX18" fmla="*/ 18139 w 78800"/>
                          <a:gd name="connsiteY18" fmla="*/ 13218 h 44300"/>
                          <a:gd name="connsiteX19" fmla="*/ 8623 w 78800"/>
                          <a:gd name="connsiteY19" fmla="*/ 13218 h 44300"/>
                          <a:gd name="connsiteX20" fmla="*/ 7434 w 78800"/>
                          <a:gd name="connsiteY20" fmla="*/ 17976 h 44300"/>
                          <a:gd name="connsiteX21" fmla="*/ 297 w 78800"/>
                          <a:gd name="connsiteY21" fmla="*/ 17976 h 44300"/>
                          <a:gd name="connsiteX22" fmla="*/ 1487 w 78800"/>
                          <a:gd name="connsiteY22" fmla="*/ 22733 h 44300"/>
                          <a:gd name="connsiteX23" fmla="*/ 14570 w 78800"/>
                          <a:gd name="connsiteY23" fmla="*/ 19165 h 44300"/>
                          <a:gd name="connsiteX24" fmla="*/ 22897 w 78800"/>
                          <a:gd name="connsiteY24" fmla="*/ 22733 h 44300"/>
                          <a:gd name="connsiteX25" fmla="*/ 25276 w 78800"/>
                          <a:gd name="connsiteY25" fmla="*/ 23923 h 44300"/>
                          <a:gd name="connsiteX26" fmla="*/ 26465 w 78800"/>
                          <a:gd name="connsiteY26" fmla="*/ 29870 h 44300"/>
                          <a:gd name="connsiteX27" fmla="*/ 21707 w 78800"/>
                          <a:gd name="connsiteY27" fmla="*/ 34628 h 44300"/>
                          <a:gd name="connsiteX28" fmla="*/ 28844 w 78800"/>
                          <a:gd name="connsiteY28" fmla="*/ 39385 h 44300"/>
                          <a:gd name="connsiteX29" fmla="*/ 37170 w 78800"/>
                          <a:gd name="connsiteY29" fmla="*/ 44144 h 44300"/>
                          <a:gd name="connsiteX30" fmla="*/ 38359 w 78800"/>
                          <a:gd name="connsiteY30" fmla="*/ 39385 h 443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</a:cxnLst>
                        <a:rect l="l" t="t" r="r" b="b"/>
                        <a:pathLst>
                          <a:path w="78800" h="44300">
                            <a:moveTo>
                              <a:pt x="38359" y="39385"/>
                            </a:moveTo>
                            <a:cubicBezTo>
                              <a:pt x="35980" y="38196"/>
                              <a:pt x="31223" y="33438"/>
                              <a:pt x="34791" y="34628"/>
                            </a:cubicBezTo>
                            <a:cubicBezTo>
                              <a:pt x="38359" y="35817"/>
                              <a:pt x="41928" y="34628"/>
                              <a:pt x="40738" y="33438"/>
                            </a:cubicBezTo>
                            <a:cubicBezTo>
                              <a:pt x="39549" y="32249"/>
                              <a:pt x="34791" y="31060"/>
                              <a:pt x="37170" y="28681"/>
                            </a:cubicBezTo>
                            <a:cubicBezTo>
                              <a:pt x="40738" y="27491"/>
                              <a:pt x="47875" y="21544"/>
                              <a:pt x="55011" y="23923"/>
                            </a:cubicBezTo>
                            <a:cubicBezTo>
                              <a:pt x="62148" y="26302"/>
                              <a:pt x="72853" y="28681"/>
                              <a:pt x="72853" y="26302"/>
                            </a:cubicBezTo>
                            <a:cubicBezTo>
                              <a:pt x="74042" y="23923"/>
                              <a:pt x="72853" y="22733"/>
                              <a:pt x="75232" y="22733"/>
                            </a:cubicBezTo>
                            <a:cubicBezTo>
                              <a:pt x="76421" y="22733"/>
                              <a:pt x="77611" y="22733"/>
                              <a:pt x="78800" y="21544"/>
                            </a:cubicBezTo>
                            <a:lnTo>
                              <a:pt x="76421" y="13218"/>
                            </a:lnTo>
                            <a:cubicBezTo>
                              <a:pt x="75232" y="13218"/>
                              <a:pt x="75232" y="13218"/>
                              <a:pt x="74042" y="13218"/>
                            </a:cubicBezTo>
                            <a:cubicBezTo>
                              <a:pt x="66906" y="10839"/>
                              <a:pt x="40738" y="-1055"/>
                              <a:pt x="40738" y="134"/>
                            </a:cubicBezTo>
                            <a:cubicBezTo>
                              <a:pt x="40738" y="1324"/>
                              <a:pt x="41928" y="3702"/>
                              <a:pt x="40738" y="4892"/>
                            </a:cubicBezTo>
                            <a:cubicBezTo>
                              <a:pt x="39549" y="6081"/>
                              <a:pt x="24086" y="-1055"/>
                              <a:pt x="22897" y="134"/>
                            </a:cubicBezTo>
                            <a:cubicBezTo>
                              <a:pt x="21707" y="1324"/>
                              <a:pt x="21707" y="2513"/>
                              <a:pt x="24086" y="3702"/>
                            </a:cubicBezTo>
                            <a:cubicBezTo>
                              <a:pt x="26465" y="4892"/>
                              <a:pt x="37170" y="9650"/>
                              <a:pt x="35980" y="9650"/>
                            </a:cubicBezTo>
                            <a:cubicBezTo>
                              <a:pt x="34791" y="10839"/>
                              <a:pt x="31223" y="9650"/>
                              <a:pt x="31223" y="10839"/>
                            </a:cubicBezTo>
                            <a:cubicBezTo>
                              <a:pt x="31223" y="12029"/>
                              <a:pt x="31223" y="14408"/>
                              <a:pt x="28844" y="13218"/>
                            </a:cubicBezTo>
                            <a:cubicBezTo>
                              <a:pt x="27654" y="12029"/>
                              <a:pt x="22897" y="6081"/>
                              <a:pt x="21707" y="7271"/>
                            </a:cubicBezTo>
                            <a:cubicBezTo>
                              <a:pt x="20518" y="8460"/>
                              <a:pt x="19328" y="13218"/>
                              <a:pt x="18139" y="13218"/>
                            </a:cubicBezTo>
                            <a:cubicBezTo>
                              <a:pt x="16950" y="13218"/>
                              <a:pt x="8623" y="12029"/>
                              <a:pt x="8623" y="13218"/>
                            </a:cubicBezTo>
                            <a:cubicBezTo>
                              <a:pt x="8623" y="14408"/>
                              <a:pt x="8623" y="17976"/>
                              <a:pt x="7434" y="17976"/>
                            </a:cubicBezTo>
                            <a:cubicBezTo>
                              <a:pt x="6244" y="17976"/>
                              <a:pt x="297" y="15597"/>
                              <a:pt x="297" y="17976"/>
                            </a:cubicBezTo>
                            <a:cubicBezTo>
                              <a:pt x="297" y="20355"/>
                              <a:pt x="-892" y="22733"/>
                              <a:pt x="1487" y="22733"/>
                            </a:cubicBezTo>
                            <a:cubicBezTo>
                              <a:pt x="3866" y="22733"/>
                              <a:pt x="12192" y="19165"/>
                              <a:pt x="14570" y="19165"/>
                            </a:cubicBezTo>
                            <a:cubicBezTo>
                              <a:pt x="16950" y="19165"/>
                              <a:pt x="21707" y="23923"/>
                              <a:pt x="22897" y="22733"/>
                            </a:cubicBezTo>
                            <a:cubicBezTo>
                              <a:pt x="24086" y="21544"/>
                              <a:pt x="25276" y="22733"/>
                              <a:pt x="25276" y="23923"/>
                            </a:cubicBezTo>
                            <a:cubicBezTo>
                              <a:pt x="25276" y="25112"/>
                              <a:pt x="27654" y="29870"/>
                              <a:pt x="26465" y="29870"/>
                            </a:cubicBezTo>
                            <a:cubicBezTo>
                              <a:pt x="24086" y="29870"/>
                              <a:pt x="21707" y="32249"/>
                              <a:pt x="21707" y="34628"/>
                            </a:cubicBezTo>
                            <a:cubicBezTo>
                              <a:pt x="22897" y="37007"/>
                              <a:pt x="25276" y="38196"/>
                              <a:pt x="28844" y="39385"/>
                            </a:cubicBezTo>
                            <a:cubicBezTo>
                              <a:pt x="32412" y="39385"/>
                              <a:pt x="35980" y="45333"/>
                              <a:pt x="37170" y="44144"/>
                            </a:cubicBezTo>
                            <a:cubicBezTo>
                              <a:pt x="43117" y="42954"/>
                              <a:pt x="40738" y="40575"/>
                              <a:pt x="38359" y="39385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1" name="Freeform 1200">
                        <a:extLst>
                          <a:ext uri="{FF2B5EF4-FFF2-40B4-BE49-F238E27FC236}">
                            <a16:creationId xmlns:a16="http://schemas.microsoft.com/office/drawing/2014/main" id="{5F61D9AD-ADE5-B8C6-252A-992C88DA78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92704" y="6076372"/>
                        <a:ext cx="66608" cy="28441"/>
                      </a:xfrm>
                      <a:custGeom>
                        <a:avLst/>
                        <a:gdLst>
                          <a:gd name="connsiteX0" fmla="*/ 65419 w 66608"/>
                          <a:gd name="connsiteY0" fmla="*/ 6476 h 28441"/>
                          <a:gd name="connsiteX1" fmla="*/ 63040 w 66608"/>
                          <a:gd name="connsiteY1" fmla="*/ 529 h 28441"/>
                          <a:gd name="connsiteX2" fmla="*/ 35683 w 66608"/>
                          <a:gd name="connsiteY2" fmla="*/ 529 h 28441"/>
                          <a:gd name="connsiteX3" fmla="*/ 23789 w 66608"/>
                          <a:gd name="connsiteY3" fmla="*/ 4097 h 28441"/>
                          <a:gd name="connsiteX4" fmla="*/ 3568 w 66608"/>
                          <a:gd name="connsiteY4" fmla="*/ 4097 h 28441"/>
                          <a:gd name="connsiteX5" fmla="*/ 3568 w 66608"/>
                          <a:gd name="connsiteY5" fmla="*/ 7665 h 28441"/>
                          <a:gd name="connsiteX6" fmla="*/ 11894 w 66608"/>
                          <a:gd name="connsiteY6" fmla="*/ 8855 h 28441"/>
                          <a:gd name="connsiteX7" fmla="*/ 0 w 66608"/>
                          <a:gd name="connsiteY7" fmla="*/ 13612 h 28441"/>
                          <a:gd name="connsiteX8" fmla="*/ 3568 w 66608"/>
                          <a:gd name="connsiteY8" fmla="*/ 18370 h 28441"/>
                          <a:gd name="connsiteX9" fmla="*/ 8326 w 66608"/>
                          <a:gd name="connsiteY9" fmla="*/ 17181 h 28441"/>
                          <a:gd name="connsiteX10" fmla="*/ 7137 w 66608"/>
                          <a:gd name="connsiteY10" fmla="*/ 21939 h 28441"/>
                          <a:gd name="connsiteX11" fmla="*/ 11894 w 66608"/>
                          <a:gd name="connsiteY11" fmla="*/ 25507 h 28441"/>
                          <a:gd name="connsiteX12" fmla="*/ 15463 w 66608"/>
                          <a:gd name="connsiteY12" fmla="*/ 24317 h 28441"/>
                          <a:gd name="connsiteX13" fmla="*/ 22599 w 66608"/>
                          <a:gd name="connsiteY13" fmla="*/ 25507 h 28441"/>
                          <a:gd name="connsiteX14" fmla="*/ 20220 w 66608"/>
                          <a:gd name="connsiteY14" fmla="*/ 17181 h 28441"/>
                          <a:gd name="connsiteX15" fmla="*/ 27357 w 66608"/>
                          <a:gd name="connsiteY15" fmla="*/ 20749 h 28441"/>
                          <a:gd name="connsiteX16" fmla="*/ 30925 w 66608"/>
                          <a:gd name="connsiteY16" fmla="*/ 24317 h 28441"/>
                          <a:gd name="connsiteX17" fmla="*/ 36873 w 66608"/>
                          <a:gd name="connsiteY17" fmla="*/ 23128 h 28441"/>
                          <a:gd name="connsiteX18" fmla="*/ 46388 w 66608"/>
                          <a:gd name="connsiteY18" fmla="*/ 27886 h 28441"/>
                          <a:gd name="connsiteX19" fmla="*/ 44009 w 66608"/>
                          <a:gd name="connsiteY19" fmla="*/ 21939 h 28441"/>
                          <a:gd name="connsiteX20" fmla="*/ 38062 w 66608"/>
                          <a:gd name="connsiteY20" fmla="*/ 17181 h 28441"/>
                          <a:gd name="connsiteX21" fmla="*/ 36873 w 66608"/>
                          <a:gd name="connsiteY21" fmla="*/ 13612 h 28441"/>
                          <a:gd name="connsiteX22" fmla="*/ 27357 w 66608"/>
                          <a:gd name="connsiteY22" fmla="*/ 8855 h 28441"/>
                          <a:gd name="connsiteX23" fmla="*/ 35683 w 66608"/>
                          <a:gd name="connsiteY23" fmla="*/ 6476 h 28441"/>
                          <a:gd name="connsiteX24" fmla="*/ 40441 w 66608"/>
                          <a:gd name="connsiteY24" fmla="*/ 2908 h 28441"/>
                          <a:gd name="connsiteX25" fmla="*/ 46388 w 66608"/>
                          <a:gd name="connsiteY25" fmla="*/ 10044 h 28441"/>
                          <a:gd name="connsiteX26" fmla="*/ 58282 w 66608"/>
                          <a:gd name="connsiteY26" fmla="*/ 7665 h 28441"/>
                          <a:gd name="connsiteX27" fmla="*/ 63040 w 66608"/>
                          <a:gd name="connsiteY27" fmla="*/ 12423 h 28441"/>
                          <a:gd name="connsiteX28" fmla="*/ 66608 w 66608"/>
                          <a:gd name="connsiteY28" fmla="*/ 11234 h 28441"/>
                          <a:gd name="connsiteX29" fmla="*/ 65419 w 66608"/>
                          <a:gd name="connsiteY29" fmla="*/ 6476 h 2844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</a:cxnLst>
                        <a:rect l="l" t="t" r="r" b="b"/>
                        <a:pathLst>
                          <a:path w="66608" h="28441">
                            <a:moveTo>
                              <a:pt x="65419" y="6476"/>
                            </a:moveTo>
                            <a:cubicBezTo>
                              <a:pt x="64229" y="4097"/>
                              <a:pt x="66608" y="529"/>
                              <a:pt x="63040" y="529"/>
                            </a:cubicBezTo>
                            <a:cubicBezTo>
                              <a:pt x="60661" y="529"/>
                              <a:pt x="38062" y="-661"/>
                              <a:pt x="35683" y="529"/>
                            </a:cubicBezTo>
                            <a:cubicBezTo>
                              <a:pt x="33304" y="1718"/>
                              <a:pt x="26168" y="4097"/>
                              <a:pt x="23789" y="4097"/>
                            </a:cubicBezTo>
                            <a:cubicBezTo>
                              <a:pt x="21410" y="4097"/>
                              <a:pt x="4758" y="2908"/>
                              <a:pt x="3568" y="4097"/>
                            </a:cubicBezTo>
                            <a:cubicBezTo>
                              <a:pt x="2379" y="5287"/>
                              <a:pt x="1190" y="7665"/>
                              <a:pt x="3568" y="7665"/>
                            </a:cubicBezTo>
                            <a:cubicBezTo>
                              <a:pt x="5947" y="7665"/>
                              <a:pt x="14273" y="7665"/>
                              <a:pt x="11894" y="8855"/>
                            </a:cubicBezTo>
                            <a:cubicBezTo>
                              <a:pt x="9516" y="10044"/>
                              <a:pt x="0" y="12423"/>
                              <a:pt x="0" y="13612"/>
                            </a:cubicBezTo>
                            <a:cubicBezTo>
                              <a:pt x="0" y="15991"/>
                              <a:pt x="2379" y="18370"/>
                              <a:pt x="3568" y="18370"/>
                            </a:cubicBezTo>
                            <a:cubicBezTo>
                              <a:pt x="4758" y="18370"/>
                              <a:pt x="8326" y="13612"/>
                              <a:pt x="8326" y="17181"/>
                            </a:cubicBezTo>
                            <a:cubicBezTo>
                              <a:pt x="8326" y="19560"/>
                              <a:pt x="4758" y="21939"/>
                              <a:pt x="7137" y="21939"/>
                            </a:cubicBezTo>
                            <a:cubicBezTo>
                              <a:pt x="9516" y="21939"/>
                              <a:pt x="10705" y="25507"/>
                              <a:pt x="11894" y="25507"/>
                            </a:cubicBezTo>
                            <a:cubicBezTo>
                              <a:pt x="13084" y="25507"/>
                              <a:pt x="14273" y="23128"/>
                              <a:pt x="15463" y="24317"/>
                            </a:cubicBezTo>
                            <a:cubicBezTo>
                              <a:pt x="16652" y="25507"/>
                              <a:pt x="23789" y="29075"/>
                              <a:pt x="22599" y="25507"/>
                            </a:cubicBezTo>
                            <a:cubicBezTo>
                              <a:pt x="21410" y="21939"/>
                              <a:pt x="15463" y="17181"/>
                              <a:pt x="20220" y="17181"/>
                            </a:cubicBezTo>
                            <a:cubicBezTo>
                              <a:pt x="24978" y="17181"/>
                              <a:pt x="27357" y="18370"/>
                              <a:pt x="27357" y="20749"/>
                            </a:cubicBezTo>
                            <a:cubicBezTo>
                              <a:pt x="27357" y="21939"/>
                              <a:pt x="28546" y="24317"/>
                              <a:pt x="30925" y="24317"/>
                            </a:cubicBezTo>
                            <a:cubicBezTo>
                              <a:pt x="32115" y="24317"/>
                              <a:pt x="35683" y="21939"/>
                              <a:pt x="36873" y="23128"/>
                            </a:cubicBezTo>
                            <a:cubicBezTo>
                              <a:pt x="39251" y="24317"/>
                              <a:pt x="45199" y="30264"/>
                              <a:pt x="46388" y="27886"/>
                            </a:cubicBezTo>
                            <a:cubicBezTo>
                              <a:pt x="47577" y="25507"/>
                              <a:pt x="46388" y="23128"/>
                              <a:pt x="44009" y="21939"/>
                            </a:cubicBezTo>
                            <a:cubicBezTo>
                              <a:pt x="41630" y="20749"/>
                              <a:pt x="38062" y="18370"/>
                              <a:pt x="38062" y="17181"/>
                            </a:cubicBezTo>
                            <a:cubicBezTo>
                              <a:pt x="38062" y="15991"/>
                              <a:pt x="39251" y="14802"/>
                              <a:pt x="36873" y="13612"/>
                            </a:cubicBezTo>
                            <a:cubicBezTo>
                              <a:pt x="34494" y="12423"/>
                              <a:pt x="22599" y="10044"/>
                              <a:pt x="27357" y="8855"/>
                            </a:cubicBezTo>
                            <a:cubicBezTo>
                              <a:pt x="30925" y="7665"/>
                              <a:pt x="35683" y="7665"/>
                              <a:pt x="35683" y="6476"/>
                            </a:cubicBezTo>
                            <a:cubicBezTo>
                              <a:pt x="36873" y="6476"/>
                              <a:pt x="38062" y="1718"/>
                              <a:pt x="40441" y="2908"/>
                            </a:cubicBezTo>
                            <a:cubicBezTo>
                              <a:pt x="42820" y="4097"/>
                              <a:pt x="41630" y="8855"/>
                              <a:pt x="46388" y="10044"/>
                            </a:cubicBezTo>
                            <a:cubicBezTo>
                              <a:pt x="51146" y="10044"/>
                              <a:pt x="57093" y="5287"/>
                              <a:pt x="58282" y="7665"/>
                            </a:cubicBezTo>
                            <a:cubicBezTo>
                              <a:pt x="59472" y="8855"/>
                              <a:pt x="60661" y="12423"/>
                              <a:pt x="63040" y="12423"/>
                            </a:cubicBezTo>
                            <a:cubicBezTo>
                              <a:pt x="65419" y="12423"/>
                              <a:pt x="65419" y="11234"/>
                              <a:pt x="66608" y="11234"/>
                            </a:cubicBezTo>
                            <a:cubicBezTo>
                              <a:pt x="65419" y="8855"/>
                              <a:pt x="67798" y="8855"/>
                              <a:pt x="65419" y="647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2" name="Freeform 1201">
                        <a:extLst>
                          <a:ext uri="{FF2B5EF4-FFF2-40B4-BE49-F238E27FC236}">
                            <a16:creationId xmlns:a16="http://schemas.microsoft.com/office/drawing/2014/main" id="{181ABAE4-D920-88CE-754B-EC17532D3F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55420" y="6098208"/>
                        <a:ext cx="6271" cy="11163"/>
                      </a:xfrm>
                      <a:custGeom>
                        <a:avLst/>
                        <a:gdLst>
                          <a:gd name="connsiteX0" fmla="*/ 5082 w 6271"/>
                          <a:gd name="connsiteY0" fmla="*/ 103 h 11163"/>
                          <a:gd name="connsiteX1" fmla="*/ 2703 w 6271"/>
                          <a:gd name="connsiteY1" fmla="*/ 4860 h 11163"/>
                          <a:gd name="connsiteX2" fmla="*/ 324 w 6271"/>
                          <a:gd name="connsiteY2" fmla="*/ 8428 h 11163"/>
                          <a:gd name="connsiteX3" fmla="*/ 6271 w 6271"/>
                          <a:gd name="connsiteY3" fmla="*/ 9618 h 11163"/>
                          <a:gd name="connsiteX4" fmla="*/ 5082 w 6271"/>
                          <a:gd name="connsiteY4" fmla="*/ 103 h 111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271" h="11163">
                            <a:moveTo>
                              <a:pt x="5082" y="103"/>
                            </a:moveTo>
                            <a:cubicBezTo>
                              <a:pt x="3893" y="1292"/>
                              <a:pt x="3893" y="2481"/>
                              <a:pt x="2703" y="4860"/>
                            </a:cubicBezTo>
                            <a:cubicBezTo>
                              <a:pt x="1514" y="6050"/>
                              <a:pt x="-865" y="6050"/>
                              <a:pt x="324" y="8428"/>
                            </a:cubicBezTo>
                            <a:cubicBezTo>
                              <a:pt x="1514" y="9618"/>
                              <a:pt x="6271" y="13187"/>
                              <a:pt x="6271" y="9618"/>
                            </a:cubicBezTo>
                            <a:cubicBezTo>
                              <a:pt x="6271" y="8428"/>
                              <a:pt x="6271" y="-1087"/>
                              <a:pt x="5082" y="10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3" name="Freeform 1202">
                        <a:extLst>
                          <a:ext uri="{FF2B5EF4-FFF2-40B4-BE49-F238E27FC236}">
                            <a16:creationId xmlns:a16="http://schemas.microsoft.com/office/drawing/2014/main" id="{2CE57EA8-5A1A-FFC0-93FF-8D06DB3977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9797" y="6108691"/>
                        <a:ext cx="3568" cy="4076"/>
                      </a:xfrm>
                      <a:custGeom>
                        <a:avLst/>
                        <a:gdLst>
                          <a:gd name="connsiteX0" fmla="*/ 2379 w 3568"/>
                          <a:gd name="connsiteY0" fmla="*/ 324 h 4076"/>
                          <a:gd name="connsiteX1" fmla="*/ 0 w 3568"/>
                          <a:gd name="connsiteY1" fmla="*/ 2703 h 4076"/>
                          <a:gd name="connsiteX2" fmla="*/ 3568 w 3568"/>
                          <a:gd name="connsiteY2" fmla="*/ 2703 h 4076"/>
                          <a:gd name="connsiteX3" fmla="*/ 2379 w 3568"/>
                          <a:gd name="connsiteY3" fmla="*/ 324 h 407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568" h="4076">
                            <a:moveTo>
                              <a:pt x="2379" y="324"/>
                            </a:moveTo>
                            <a:cubicBezTo>
                              <a:pt x="1189" y="324"/>
                              <a:pt x="0" y="324"/>
                              <a:pt x="0" y="2703"/>
                            </a:cubicBezTo>
                            <a:cubicBezTo>
                              <a:pt x="1189" y="3892"/>
                              <a:pt x="2379" y="5082"/>
                              <a:pt x="3568" y="2703"/>
                            </a:cubicBezTo>
                            <a:cubicBezTo>
                              <a:pt x="3568" y="1514"/>
                              <a:pt x="3568" y="-865"/>
                              <a:pt x="2379" y="324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4" name="Freeform 1203">
                        <a:extLst>
                          <a:ext uri="{FF2B5EF4-FFF2-40B4-BE49-F238E27FC236}">
                            <a16:creationId xmlns:a16="http://schemas.microsoft.com/office/drawing/2014/main" id="{73D79418-D040-1BB3-BF80-CD89CAE01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61454" y="6023221"/>
                        <a:ext cx="13705" cy="25324"/>
                      </a:xfrm>
                      <a:custGeom>
                        <a:avLst/>
                        <a:gdLst>
                          <a:gd name="connsiteX0" fmla="*/ 324 w 13705"/>
                          <a:gd name="connsiteY0" fmla="*/ 17997 h 25324"/>
                          <a:gd name="connsiteX1" fmla="*/ 2703 w 13705"/>
                          <a:gd name="connsiteY1" fmla="*/ 21566 h 25324"/>
                          <a:gd name="connsiteX2" fmla="*/ 13408 w 13705"/>
                          <a:gd name="connsiteY2" fmla="*/ 25134 h 25324"/>
                          <a:gd name="connsiteX3" fmla="*/ 12218 w 13705"/>
                          <a:gd name="connsiteY3" fmla="*/ 21566 h 25324"/>
                          <a:gd name="connsiteX4" fmla="*/ 9840 w 13705"/>
                          <a:gd name="connsiteY4" fmla="*/ 17997 h 25324"/>
                          <a:gd name="connsiteX5" fmla="*/ 12218 w 13705"/>
                          <a:gd name="connsiteY5" fmla="*/ 15618 h 25324"/>
                          <a:gd name="connsiteX6" fmla="*/ 8650 w 13705"/>
                          <a:gd name="connsiteY6" fmla="*/ 7292 h 25324"/>
                          <a:gd name="connsiteX7" fmla="*/ 3892 w 13705"/>
                          <a:gd name="connsiteY7" fmla="*/ 155 h 25324"/>
                          <a:gd name="connsiteX8" fmla="*/ 2703 w 13705"/>
                          <a:gd name="connsiteY8" fmla="*/ 6103 h 25324"/>
                          <a:gd name="connsiteX9" fmla="*/ 324 w 13705"/>
                          <a:gd name="connsiteY9" fmla="*/ 10861 h 25324"/>
                          <a:gd name="connsiteX10" fmla="*/ 2703 w 13705"/>
                          <a:gd name="connsiteY10" fmla="*/ 15618 h 25324"/>
                          <a:gd name="connsiteX11" fmla="*/ 324 w 13705"/>
                          <a:gd name="connsiteY11" fmla="*/ 17997 h 2532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13705" h="25324">
                            <a:moveTo>
                              <a:pt x="324" y="17997"/>
                            </a:moveTo>
                            <a:cubicBezTo>
                              <a:pt x="324" y="19187"/>
                              <a:pt x="1514" y="21566"/>
                              <a:pt x="2703" y="21566"/>
                            </a:cubicBezTo>
                            <a:cubicBezTo>
                              <a:pt x="3892" y="21566"/>
                              <a:pt x="12218" y="26323"/>
                              <a:pt x="13408" y="25134"/>
                            </a:cubicBezTo>
                            <a:cubicBezTo>
                              <a:pt x="13408" y="25134"/>
                              <a:pt x="14597" y="22755"/>
                              <a:pt x="12218" y="21566"/>
                            </a:cubicBezTo>
                            <a:cubicBezTo>
                              <a:pt x="9840" y="20376"/>
                              <a:pt x="7461" y="17997"/>
                              <a:pt x="9840" y="17997"/>
                            </a:cubicBezTo>
                            <a:cubicBezTo>
                              <a:pt x="11029" y="17997"/>
                              <a:pt x="12218" y="16808"/>
                              <a:pt x="12218" y="15618"/>
                            </a:cubicBezTo>
                            <a:cubicBezTo>
                              <a:pt x="12218" y="14429"/>
                              <a:pt x="8650" y="9671"/>
                              <a:pt x="8650" y="7292"/>
                            </a:cubicBezTo>
                            <a:cubicBezTo>
                              <a:pt x="8650" y="4914"/>
                              <a:pt x="5082" y="-1034"/>
                              <a:pt x="3892" y="155"/>
                            </a:cubicBezTo>
                            <a:cubicBezTo>
                              <a:pt x="2703" y="1345"/>
                              <a:pt x="3892" y="4914"/>
                              <a:pt x="2703" y="6103"/>
                            </a:cubicBezTo>
                            <a:cubicBezTo>
                              <a:pt x="1514" y="6103"/>
                              <a:pt x="-865" y="8482"/>
                              <a:pt x="324" y="10861"/>
                            </a:cubicBezTo>
                            <a:cubicBezTo>
                              <a:pt x="1514" y="13239"/>
                              <a:pt x="3892" y="14429"/>
                              <a:pt x="2703" y="15618"/>
                            </a:cubicBezTo>
                            <a:cubicBezTo>
                              <a:pt x="1514" y="15618"/>
                              <a:pt x="324" y="17997"/>
                              <a:pt x="324" y="1799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5" name="Freeform 1204">
                        <a:extLst>
                          <a:ext uri="{FF2B5EF4-FFF2-40B4-BE49-F238E27FC236}">
                            <a16:creationId xmlns:a16="http://schemas.microsoft.com/office/drawing/2014/main" id="{DA27D06B-86AC-7BF3-B913-D91C390AAB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55831" y="6076372"/>
                        <a:ext cx="5286" cy="4753"/>
                      </a:xfrm>
                      <a:custGeom>
                        <a:avLst/>
                        <a:gdLst>
                          <a:gd name="connsiteX0" fmla="*/ 4758 w 5286"/>
                          <a:gd name="connsiteY0" fmla="*/ 4097 h 4753"/>
                          <a:gd name="connsiteX1" fmla="*/ 4758 w 5286"/>
                          <a:gd name="connsiteY1" fmla="*/ 529 h 4753"/>
                          <a:gd name="connsiteX2" fmla="*/ 0 w 5286"/>
                          <a:gd name="connsiteY2" fmla="*/ 529 h 4753"/>
                          <a:gd name="connsiteX3" fmla="*/ 4758 w 5286"/>
                          <a:gd name="connsiteY3" fmla="*/ 4097 h 47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286" h="4753">
                            <a:moveTo>
                              <a:pt x="4758" y="4097"/>
                            </a:moveTo>
                            <a:cubicBezTo>
                              <a:pt x="4758" y="4097"/>
                              <a:pt x="5947" y="529"/>
                              <a:pt x="4758" y="529"/>
                            </a:cubicBezTo>
                            <a:cubicBezTo>
                              <a:pt x="3568" y="529"/>
                              <a:pt x="0" y="-661"/>
                              <a:pt x="0" y="529"/>
                            </a:cubicBezTo>
                            <a:cubicBezTo>
                              <a:pt x="0" y="1718"/>
                              <a:pt x="3568" y="6476"/>
                              <a:pt x="4758" y="409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6" name="Freeform 1205">
                        <a:extLst>
                          <a:ext uri="{FF2B5EF4-FFF2-40B4-BE49-F238E27FC236}">
                            <a16:creationId xmlns:a16="http://schemas.microsoft.com/office/drawing/2014/main" id="{A81E86D9-3C76-D3D5-402A-9404C027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55831" y="6082319"/>
                        <a:ext cx="5743" cy="5286"/>
                      </a:xfrm>
                      <a:custGeom>
                        <a:avLst/>
                        <a:gdLst>
                          <a:gd name="connsiteX0" fmla="*/ 4758 w 5743"/>
                          <a:gd name="connsiteY0" fmla="*/ 529 h 5286"/>
                          <a:gd name="connsiteX1" fmla="*/ 0 w 5743"/>
                          <a:gd name="connsiteY1" fmla="*/ 529 h 5286"/>
                          <a:gd name="connsiteX2" fmla="*/ 2379 w 5743"/>
                          <a:gd name="connsiteY2" fmla="*/ 5287 h 5286"/>
                          <a:gd name="connsiteX3" fmla="*/ 4758 w 5743"/>
                          <a:gd name="connsiteY3" fmla="*/ 529 h 528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743" h="5286">
                            <a:moveTo>
                              <a:pt x="4758" y="529"/>
                            </a:moveTo>
                            <a:cubicBezTo>
                              <a:pt x="4758" y="529"/>
                              <a:pt x="0" y="-661"/>
                              <a:pt x="0" y="529"/>
                            </a:cubicBezTo>
                            <a:cubicBezTo>
                              <a:pt x="0" y="1718"/>
                              <a:pt x="0" y="5287"/>
                              <a:pt x="2379" y="5287"/>
                            </a:cubicBezTo>
                            <a:cubicBezTo>
                              <a:pt x="4758" y="5287"/>
                              <a:pt x="7137" y="1718"/>
                              <a:pt x="4758" y="52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7" name="Freeform 1206">
                        <a:extLst>
                          <a:ext uri="{FF2B5EF4-FFF2-40B4-BE49-F238E27FC236}">
                            <a16:creationId xmlns:a16="http://schemas.microsoft.com/office/drawing/2014/main" id="{5828070A-E690-3521-D953-BAC1EC5243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33232" y="6044258"/>
                        <a:ext cx="27599" cy="13440"/>
                      </a:xfrm>
                      <a:custGeom>
                        <a:avLst/>
                        <a:gdLst>
                          <a:gd name="connsiteX0" fmla="*/ 11894 w 27599"/>
                          <a:gd name="connsiteY0" fmla="*/ 8854 h 13440"/>
                          <a:gd name="connsiteX1" fmla="*/ 16652 w 27599"/>
                          <a:gd name="connsiteY1" fmla="*/ 11234 h 13440"/>
                          <a:gd name="connsiteX2" fmla="*/ 20220 w 27599"/>
                          <a:gd name="connsiteY2" fmla="*/ 11234 h 13440"/>
                          <a:gd name="connsiteX3" fmla="*/ 26168 w 27599"/>
                          <a:gd name="connsiteY3" fmla="*/ 12423 h 13440"/>
                          <a:gd name="connsiteX4" fmla="*/ 24978 w 27599"/>
                          <a:gd name="connsiteY4" fmla="*/ 7665 h 13440"/>
                          <a:gd name="connsiteX5" fmla="*/ 27357 w 27599"/>
                          <a:gd name="connsiteY5" fmla="*/ 4097 h 13440"/>
                          <a:gd name="connsiteX6" fmla="*/ 23789 w 27599"/>
                          <a:gd name="connsiteY6" fmla="*/ 1718 h 13440"/>
                          <a:gd name="connsiteX7" fmla="*/ 20220 w 27599"/>
                          <a:gd name="connsiteY7" fmla="*/ 2907 h 13440"/>
                          <a:gd name="connsiteX8" fmla="*/ 14273 w 27599"/>
                          <a:gd name="connsiteY8" fmla="*/ 529 h 13440"/>
                          <a:gd name="connsiteX9" fmla="*/ 4758 w 27599"/>
                          <a:gd name="connsiteY9" fmla="*/ 529 h 13440"/>
                          <a:gd name="connsiteX10" fmla="*/ 0 w 27599"/>
                          <a:gd name="connsiteY10" fmla="*/ 4097 h 13440"/>
                          <a:gd name="connsiteX11" fmla="*/ 4758 w 27599"/>
                          <a:gd name="connsiteY11" fmla="*/ 7665 h 13440"/>
                          <a:gd name="connsiteX12" fmla="*/ 5947 w 27599"/>
                          <a:gd name="connsiteY12" fmla="*/ 10044 h 13440"/>
                          <a:gd name="connsiteX13" fmla="*/ 11894 w 27599"/>
                          <a:gd name="connsiteY13" fmla="*/ 8854 h 134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</a:cxnLst>
                        <a:rect l="l" t="t" r="r" b="b"/>
                        <a:pathLst>
                          <a:path w="27599" h="13440">
                            <a:moveTo>
                              <a:pt x="11894" y="8854"/>
                            </a:moveTo>
                            <a:cubicBezTo>
                              <a:pt x="14273" y="10044"/>
                              <a:pt x="15463" y="12423"/>
                              <a:pt x="16652" y="11234"/>
                            </a:cubicBezTo>
                            <a:cubicBezTo>
                              <a:pt x="16652" y="10044"/>
                              <a:pt x="19031" y="10044"/>
                              <a:pt x="20220" y="11234"/>
                            </a:cubicBezTo>
                            <a:cubicBezTo>
                              <a:pt x="21410" y="12423"/>
                              <a:pt x="24978" y="14802"/>
                              <a:pt x="26168" y="12423"/>
                            </a:cubicBezTo>
                            <a:cubicBezTo>
                              <a:pt x="27357" y="10044"/>
                              <a:pt x="23789" y="7665"/>
                              <a:pt x="24978" y="7665"/>
                            </a:cubicBezTo>
                            <a:cubicBezTo>
                              <a:pt x="24978" y="7665"/>
                              <a:pt x="28546" y="6476"/>
                              <a:pt x="27357" y="4097"/>
                            </a:cubicBezTo>
                            <a:cubicBezTo>
                              <a:pt x="26168" y="1718"/>
                              <a:pt x="24978" y="1718"/>
                              <a:pt x="23789" y="1718"/>
                            </a:cubicBezTo>
                            <a:cubicBezTo>
                              <a:pt x="22599" y="1718"/>
                              <a:pt x="21410" y="4097"/>
                              <a:pt x="20220" y="2907"/>
                            </a:cubicBezTo>
                            <a:cubicBezTo>
                              <a:pt x="19031" y="1718"/>
                              <a:pt x="16652" y="529"/>
                              <a:pt x="14273" y="529"/>
                            </a:cubicBezTo>
                            <a:cubicBezTo>
                              <a:pt x="11894" y="529"/>
                              <a:pt x="7137" y="-661"/>
                              <a:pt x="4758" y="529"/>
                            </a:cubicBezTo>
                            <a:cubicBezTo>
                              <a:pt x="2379" y="1718"/>
                              <a:pt x="0" y="2907"/>
                              <a:pt x="0" y="4097"/>
                            </a:cubicBezTo>
                            <a:cubicBezTo>
                              <a:pt x="1190" y="5286"/>
                              <a:pt x="4758" y="6476"/>
                              <a:pt x="4758" y="7665"/>
                            </a:cubicBezTo>
                            <a:cubicBezTo>
                              <a:pt x="4758" y="8854"/>
                              <a:pt x="4758" y="11234"/>
                              <a:pt x="5947" y="10044"/>
                            </a:cubicBezTo>
                            <a:cubicBezTo>
                              <a:pt x="8326" y="10044"/>
                              <a:pt x="9516" y="7665"/>
                              <a:pt x="11894" y="8854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8" name="Freeform 1207">
                        <a:extLst>
                          <a:ext uri="{FF2B5EF4-FFF2-40B4-BE49-F238E27FC236}">
                            <a16:creationId xmlns:a16="http://schemas.microsoft.com/office/drawing/2014/main" id="{0A90C337-45EC-8697-C74F-A912C229FF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28150" y="6052619"/>
                        <a:ext cx="7089" cy="7629"/>
                      </a:xfrm>
                      <a:custGeom>
                        <a:avLst/>
                        <a:gdLst>
                          <a:gd name="connsiteX0" fmla="*/ 6271 w 7089"/>
                          <a:gd name="connsiteY0" fmla="*/ 493 h 7629"/>
                          <a:gd name="connsiteX1" fmla="*/ 2703 w 7089"/>
                          <a:gd name="connsiteY1" fmla="*/ 1682 h 7629"/>
                          <a:gd name="connsiteX2" fmla="*/ 324 w 7089"/>
                          <a:gd name="connsiteY2" fmla="*/ 6440 h 7629"/>
                          <a:gd name="connsiteX3" fmla="*/ 5082 w 7089"/>
                          <a:gd name="connsiteY3" fmla="*/ 5251 h 7629"/>
                          <a:gd name="connsiteX4" fmla="*/ 6271 w 7089"/>
                          <a:gd name="connsiteY4" fmla="*/ 493 h 76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089" h="7629">
                            <a:moveTo>
                              <a:pt x="6271" y="493"/>
                            </a:moveTo>
                            <a:cubicBezTo>
                              <a:pt x="5082" y="-697"/>
                              <a:pt x="2703" y="493"/>
                              <a:pt x="2703" y="1682"/>
                            </a:cubicBezTo>
                            <a:cubicBezTo>
                              <a:pt x="1514" y="2872"/>
                              <a:pt x="-865" y="5251"/>
                              <a:pt x="324" y="6440"/>
                            </a:cubicBezTo>
                            <a:cubicBezTo>
                              <a:pt x="1514" y="7629"/>
                              <a:pt x="2703" y="8819"/>
                              <a:pt x="5082" y="5251"/>
                            </a:cubicBezTo>
                            <a:cubicBezTo>
                              <a:pt x="5082" y="5251"/>
                              <a:pt x="8650" y="493"/>
                              <a:pt x="6271" y="49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9" name="Freeform 1208">
                        <a:extLst>
                          <a:ext uri="{FF2B5EF4-FFF2-40B4-BE49-F238E27FC236}">
                            <a16:creationId xmlns:a16="http://schemas.microsoft.com/office/drawing/2014/main" id="{3EDEA5CC-2A1D-3D56-1746-9ED24E4B5B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90412" y="6028134"/>
                        <a:ext cx="41744" cy="28662"/>
                      </a:xfrm>
                      <a:custGeom>
                        <a:avLst/>
                        <a:gdLst>
                          <a:gd name="connsiteX0" fmla="*/ 38062 w 41744"/>
                          <a:gd name="connsiteY0" fmla="*/ 16652 h 28662"/>
                          <a:gd name="connsiteX1" fmla="*/ 38062 w 41744"/>
                          <a:gd name="connsiteY1" fmla="*/ 14273 h 28662"/>
                          <a:gd name="connsiteX2" fmla="*/ 40441 w 41744"/>
                          <a:gd name="connsiteY2" fmla="*/ 10705 h 28662"/>
                          <a:gd name="connsiteX3" fmla="*/ 29736 w 41744"/>
                          <a:gd name="connsiteY3" fmla="*/ 9515 h 28662"/>
                          <a:gd name="connsiteX4" fmla="*/ 19031 w 41744"/>
                          <a:gd name="connsiteY4" fmla="*/ 1189 h 28662"/>
                          <a:gd name="connsiteX5" fmla="*/ 9516 w 41744"/>
                          <a:gd name="connsiteY5" fmla="*/ 3568 h 28662"/>
                          <a:gd name="connsiteX6" fmla="*/ 2379 w 41744"/>
                          <a:gd name="connsiteY6" fmla="*/ 0 h 28662"/>
                          <a:gd name="connsiteX7" fmla="*/ 0 w 41744"/>
                          <a:gd name="connsiteY7" fmla="*/ 2379 h 28662"/>
                          <a:gd name="connsiteX8" fmla="*/ 3568 w 41744"/>
                          <a:gd name="connsiteY8" fmla="*/ 8326 h 28662"/>
                          <a:gd name="connsiteX9" fmla="*/ 7137 w 41744"/>
                          <a:gd name="connsiteY9" fmla="*/ 13083 h 28662"/>
                          <a:gd name="connsiteX10" fmla="*/ 13084 w 41744"/>
                          <a:gd name="connsiteY10" fmla="*/ 15463 h 28662"/>
                          <a:gd name="connsiteX11" fmla="*/ 17842 w 41744"/>
                          <a:gd name="connsiteY11" fmla="*/ 20220 h 28662"/>
                          <a:gd name="connsiteX12" fmla="*/ 27357 w 41744"/>
                          <a:gd name="connsiteY12" fmla="*/ 20220 h 28662"/>
                          <a:gd name="connsiteX13" fmla="*/ 32115 w 41744"/>
                          <a:gd name="connsiteY13" fmla="*/ 28546 h 28662"/>
                          <a:gd name="connsiteX14" fmla="*/ 34494 w 41744"/>
                          <a:gd name="connsiteY14" fmla="*/ 23789 h 28662"/>
                          <a:gd name="connsiteX15" fmla="*/ 36873 w 41744"/>
                          <a:gd name="connsiteY15" fmla="*/ 21410 h 28662"/>
                          <a:gd name="connsiteX16" fmla="*/ 38062 w 41744"/>
                          <a:gd name="connsiteY16" fmla="*/ 16652 h 286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1744" h="28662">
                            <a:moveTo>
                              <a:pt x="38062" y="16652"/>
                            </a:moveTo>
                            <a:cubicBezTo>
                              <a:pt x="36873" y="15463"/>
                              <a:pt x="36873" y="14273"/>
                              <a:pt x="38062" y="14273"/>
                            </a:cubicBezTo>
                            <a:cubicBezTo>
                              <a:pt x="39251" y="14273"/>
                              <a:pt x="44009" y="11894"/>
                              <a:pt x="40441" y="10705"/>
                            </a:cubicBezTo>
                            <a:cubicBezTo>
                              <a:pt x="38062" y="9515"/>
                              <a:pt x="30925" y="11894"/>
                              <a:pt x="29736" y="9515"/>
                            </a:cubicBezTo>
                            <a:cubicBezTo>
                              <a:pt x="28547" y="7136"/>
                              <a:pt x="22599" y="1189"/>
                              <a:pt x="19031" y="1189"/>
                            </a:cubicBezTo>
                            <a:cubicBezTo>
                              <a:pt x="15463" y="1189"/>
                              <a:pt x="11894" y="4758"/>
                              <a:pt x="9516" y="3568"/>
                            </a:cubicBezTo>
                            <a:cubicBezTo>
                              <a:pt x="7137" y="2379"/>
                              <a:pt x="3568" y="0"/>
                              <a:pt x="2379" y="0"/>
                            </a:cubicBezTo>
                            <a:cubicBezTo>
                              <a:pt x="1190" y="0"/>
                              <a:pt x="0" y="1189"/>
                              <a:pt x="0" y="2379"/>
                            </a:cubicBezTo>
                            <a:cubicBezTo>
                              <a:pt x="0" y="3568"/>
                              <a:pt x="2379" y="5947"/>
                              <a:pt x="3568" y="8326"/>
                            </a:cubicBezTo>
                            <a:cubicBezTo>
                              <a:pt x="4758" y="10705"/>
                              <a:pt x="4758" y="13083"/>
                              <a:pt x="7137" y="13083"/>
                            </a:cubicBezTo>
                            <a:cubicBezTo>
                              <a:pt x="8326" y="13083"/>
                              <a:pt x="11894" y="14273"/>
                              <a:pt x="13084" y="15463"/>
                            </a:cubicBezTo>
                            <a:cubicBezTo>
                              <a:pt x="14273" y="16652"/>
                              <a:pt x="14273" y="20220"/>
                              <a:pt x="17842" y="20220"/>
                            </a:cubicBezTo>
                            <a:cubicBezTo>
                              <a:pt x="22599" y="20220"/>
                              <a:pt x="26168" y="19031"/>
                              <a:pt x="27357" y="20220"/>
                            </a:cubicBezTo>
                            <a:cubicBezTo>
                              <a:pt x="28547" y="21410"/>
                              <a:pt x="29736" y="29736"/>
                              <a:pt x="32115" y="28546"/>
                            </a:cubicBezTo>
                            <a:cubicBezTo>
                              <a:pt x="34494" y="27357"/>
                              <a:pt x="34494" y="27357"/>
                              <a:pt x="34494" y="23789"/>
                            </a:cubicBezTo>
                            <a:cubicBezTo>
                              <a:pt x="34494" y="23789"/>
                              <a:pt x="35683" y="22599"/>
                              <a:pt x="36873" y="21410"/>
                            </a:cubicBezTo>
                            <a:cubicBezTo>
                              <a:pt x="39251" y="20220"/>
                              <a:pt x="39251" y="17842"/>
                              <a:pt x="38062" y="1665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0" name="Freeform 1209">
                        <a:extLst>
                          <a:ext uri="{FF2B5EF4-FFF2-40B4-BE49-F238E27FC236}">
                            <a16:creationId xmlns:a16="http://schemas.microsoft.com/office/drawing/2014/main" id="{C73BB1FD-40E4-0E98-8DBC-FE3AC2CFCB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11498" y="6049544"/>
                        <a:ext cx="3892" cy="3892"/>
                      </a:xfrm>
                      <a:custGeom>
                        <a:avLst/>
                        <a:gdLst>
                          <a:gd name="connsiteX0" fmla="*/ 2703 w 3892"/>
                          <a:gd name="connsiteY0" fmla="*/ 0 h 3892"/>
                          <a:gd name="connsiteX1" fmla="*/ 324 w 3892"/>
                          <a:gd name="connsiteY1" fmla="*/ 1190 h 3892"/>
                          <a:gd name="connsiteX2" fmla="*/ 3892 w 3892"/>
                          <a:gd name="connsiteY2" fmla="*/ 3568 h 3892"/>
                          <a:gd name="connsiteX3" fmla="*/ 2703 w 3892"/>
                          <a:gd name="connsiteY3" fmla="*/ 0 h 38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892" h="3892">
                            <a:moveTo>
                              <a:pt x="2703" y="0"/>
                            </a:moveTo>
                            <a:cubicBezTo>
                              <a:pt x="1514" y="0"/>
                              <a:pt x="-865" y="0"/>
                              <a:pt x="324" y="1190"/>
                            </a:cubicBezTo>
                            <a:cubicBezTo>
                              <a:pt x="1514" y="2379"/>
                              <a:pt x="3892" y="4758"/>
                              <a:pt x="3892" y="3568"/>
                            </a:cubicBezTo>
                            <a:cubicBezTo>
                              <a:pt x="3892" y="3568"/>
                              <a:pt x="3892" y="0"/>
                              <a:pt x="2703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1" name="Freeform 1210">
                        <a:extLst>
                          <a:ext uri="{FF2B5EF4-FFF2-40B4-BE49-F238E27FC236}">
                            <a16:creationId xmlns:a16="http://schemas.microsoft.com/office/drawing/2014/main" id="{A9374942-5047-E705-D3C5-2D792BB53F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1085" y="6004213"/>
                        <a:ext cx="43684" cy="24058"/>
                      </a:xfrm>
                      <a:custGeom>
                        <a:avLst/>
                        <a:gdLst>
                          <a:gd name="connsiteX0" fmla="*/ 43601 w 43684"/>
                          <a:gd name="connsiteY0" fmla="*/ 22732 h 24058"/>
                          <a:gd name="connsiteX1" fmla="*/ 32896 w 43684"/>
                          <a:gd name="connsiteY1" fmla="*/ 15595 h 24058"/>
                          <a:gd name="connsiteX2" fmla="*/ 24570 w 43684"/>
                          <a:gd name="connsiteY2" fmla="*/ 14406 h 24058"/>
                          <a:gd name="connsiteX3" fmla="*/ 18623 w 43684"/>
                          <a:gd name="connsiteY3" fmla="*/ 10838 h 24058"/>
                          <a:gd name="connsiteX4" fmla="*/ 10297 w 43684"/>
                          <a:gd name="connsiteY4" fmla="*/ 8459 h 24058"/>
                          <a:gd name="connsiteX5" fmla="*/ 1971 w 43684"/>
                          <a:gd name="connsiteY5" fmla="*/ 133 h 24058"/>
                          <a:gd name="connsiteX6" fmla="*/ 781 w 43684"/>
                          <a:gd name="connsiteY6" fmla="*/ 6080 h 24058"/>
                          <a:gd name="connsiteX7" fmla="*/ 6729 w 43684"/>
                          <a:gd name="connsiteY7" fmla="*/ 14406 h 24058"/>
                          <a:gd name="connsiteX8" fmla="*/ 17433 w 43684"/>
                          <a:gd name="connsiteY8" fmla="*/ 16785 h 24058"/>
                          <a:gd name="connsiteX9" fmla="*/ 22191 w 43684"/>
                          <a:gd name="connsiteY9" fmla="*/ 21542 h 24058"/>
                          <a:gd name="connsiteX10" fmla="*/ 32896 w 43684"/>
                          <a:gd name="connsiteY10" fmla="*/ 21542 h 24058"/>
                          <a:gd name="connsiteX11" fmla="*/ 43601 w 43684"/>
                          <a:gd name="connsiteY11" fmla="*/ 22732 h 240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43684" h="24058">
                            <a:moveTo>
                              <a:pt x="43601" y="22732"/>
                            </a:moveTo>
                            <a:cubicBezTo>
                              <a:pt x="43601" y="19163"/>
                              <a:pt x="35275" y="16785"/>
                              <a:pt x="32896" y="15595"/>
                            </a:cubicBezTo>
                            <a:cubicBezTo>
                              <a:pt x="30517" y="14406"/>
                              <a:pt x="26949" y="15595"/>
                              <a:pt x="24570" y="14406"/>
                            </a:cubicBezTo>
                            <a:cubicBezTo>
                              <a:pt x="22191" y="12027"/>
                              <a:pt x="21002" y="10838"/>
                              <a:pt x="18623" y="10838"/>
                            </a:cubicBezTo>
                            <a:cubicBezTo>
                              <a:pt x="16244" y="10838"/>
                              <a:pt x="13865" y="10838"/>
                              <a:pt x="10297" y="8459"/>
                            </a:cubicBezTo>
                            <a:cubicBezTo>
                              <a:pt x="7918" y="6080"/>
                              <a:pt x="4350" y="-1057"/>
                              <a:pt x="1971" y="133"/>
                            </a:cubicBezTo>
                            <a:cubicBezTo>
                              <a:pt x="-408" y="1322"/>
                              <a:pt x="-408" y="4890"/>
                              <a:pt x="781" y="6080"/>
                            </a:cubicBezTo>
                            <a:cubicBezTo>
                              <a:pt x="1971" y="8459"/>
                              <a:pt x="3160" y="14406"/>
                              <a:pt x="6729" y="14406"/>
                            </a:cubicBezTo>
                            <a:cubicBezTo>
                              <a:pt x="10297" y="14406"/>
                              <a:pt x="15055" y="14406"/>
                              <a:pt x="17433" y="16785"/>
                            </a:cubicBezTo>
                            <a:cubicBezTo>
                              <a:pt x="19812" y="19163"/>
                              <a:pt x="18623" y="21542"/>
                              <a:pt x="22191" y="21542"/>
                            </a:cubicBezTo>
                            <a:cubicBezTo>
                              <a:pt x="26949" y="21542"/>
                              <a:pt x="28138" y="20353"/>
                              <a:pt x="32896" y="21542"/>
                            </a:cubicBezTo>
                            <a:cubicBezTo>
                              <a:pt x="32896" y="21542"/>
                              <a:pt x="44790" y="26300"/>
                              <a:pt x="43601" y="2273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2" name="Freeform 1211">
                        <a:extLst>
                          <a:ext uri="{FF2B5EF4-FFF2-40B4-BE49-F238E27FC236}">
                            <a16:creationId xmlns:a16="http://schemas.microsoft.com/office/drawing/2014/main" id="{D4FF0021-7C4D-ABAB-876C-D3C3D312C6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76139" y="6027891"/>
                        <a:ext cx="3892" cy="3810"/>
                      </a:xfrm>
                      <a:custGeom>
                        <a:avLst/>
                        <a:gdLst>
                          <a:gd name="connsiteX0" fmla="*/ 0 w 3892"/>
                          <a:gd name="connsiteY0" fmla="*/ 243 h 3810"/>
                          <a:gd name="connsiteX1" fmla="*/ 1190 w 3892"/>
                          <a:gd name="connsiteY1" fmla="*/ 3811 h 3810"/>
                          <a:gd name="connsiteX2" fmla="*/ 3568 w 3892"/>
                          <a:gd name="connsiteY2" fmla="*/ 2621 h 3810"/>
                          <a:gd name="connsiteX3" fmla="*/ 0 w 3892"/>
                          <a:gd name="connsiteY3" fmla="*/ 243 h 38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892" h="3810">
                            <a:moveTo>
                              <a:pt x="0" y="243"/>
                            </a:moveTo>
                            <a:cubicBezTo>
                              <a:pt x="0" y="1432"/>
                              <a:pt x="0" y="3811"/>
                              <a:pt x="1190" y="3811"/>
                            </a:cubicBezTo>
                            <a:cubicBezTo>
                              <a:pt x="2379" y="3811"/>
                              <a:pt x="4758" y="3811"/>
                              <a:pt x="3568" y="2621"/>
                            </a:cubicBezTo>
                            <a:cubicBezTo>
                              <a:pt x="3568" y="2621"/>
                              <a:pt x="0" y="-947"/>
                              <a:pt x="0" y="24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3" name="Freeform 1212">
                        <a:extLst>
                          <a:ext uri="{FF2B5EF4-FFF2-40B4-BE49-F238E27FC236}">
                            <a16:creationId xmlns:a16="http://schemas.microsoft.com/office/drawing/2014/main" id="{4FD19F35-15C4-83BA-3F05-9F1DC6D82D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4906" y="5977621"/>
                        <a:ext cx="9520" cy="8882"/>
                      </a:xfrm>
                      <a:custGeom>
                        <a:avLst/>
                        <a:gdLst>
                          <a:gd name="connsiteX0" fmla="*/ 6476 w 9520"/>
                          <a:gd name="connsiteY0" fmla="*/ 8883 h 8882"/>
                          <a:gd name="connsiteX1" fmla="*/ 8855 w 9520"/>
                          <a:gd name="connsiteY1" fmla="*/ 5314 h 8882"/>
                          <a:gd name="connsiteX2" fmla="*/ 529 w 9520"/>
                          <a:gd name="connsiteY2" fmla="*/ 556 h 8882"/>
                          <a:gd name="connsiteX3" fmla="*/ 529 w 9520"/>
                          <a:gd name="connsiteY3" fmla="*/ 4125 h 8882"/>
                          <a:gd name="connsiteX4" fmla="*/ 6476 w 9520"/>
                          <a:gd name="connsiteY4" fmla="*/ 8883 h 88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520" h="8882">
                            <a:moveTo>
                              <a:pt x="6476" y="8883"/>
                            </a:moveTo>
                            <a:cubicBezTo>
                              <a:pt x="6476" y="8883"/>
                              <a:pt x="11234" y="7693"/>
                              <a:pt x="8855" y="5314"/>
                            </a:cubicBezTo>
                            <a:cubicBezTo>
                              <a:pt x="6476" y="4125"/>
                              <a:pt x="529" y="-1823"/>
                              <a:pt x="529" y="556"/>
                            </a:cubicBezTo>
                            <a:cubicBezTo>
                              <a:pt x="529" y="2935"/>
                              <a:pt x="-661" y="2935"/>
                              <a:pt x="529" y="4125"/>
                            </a:cubicBezTo>
                            <a:cubicBezTo>
                              <a:pt x="2908" y="6504"/>
                              <a:pt x="4097" y="8883"/>
                              <a:pt x="6476" y="888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4" name="Freeform 1213">
                        <a:extLst>
                          <a:ext uri="{FF2B5EF4-FFF2-40B4-BE49-F238E27FC236}">
                            <a16:creationId xmlns:a16="http://schemas.microsoft.com/office/drawing/2014/main" id="{577AEAC6-A393-14E1-6A0D-EA46E8B82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6624" y="5973420"/>
                        <a:ext cx="5947" cy="3568"/>
                      </a:xfrm>
                      <a:custGeom>
                        <a:avLst/>
                        <a:gdLst>
                          <a:gd name="connsiteX0" fmla="*/ 1190 w 5947"/>
                          <a:gd name="connsiteY0" fmla="*/ 0 h 3568"/>
                          <a:gd name="connsiteX1" fmla="*/ 0 w 5947"/>
                          <a:gd name="connsiteY1" fmla="*/ 1190 h 3568"/>
                          <a:gd name="connsiteX2" fmla="*/ 3568 w 5947"/>
                          <a:gd name="connsiteY2" fmla="*/ 3568 h 3568"/>
                          <a:gd name="connsiteX3" fmla="*/ 5947 w 5947"/>
                          <a:gd name="connsiteY3" fmla="*/ 2379 h 3568"/>
                          <a:gd name="connsiteX4" fmla="*/ 1190 w 5947"/>
                          <a:gd name="connsiteY4" fmla="*/ 0 h 35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947" h="3568">
                            <a:moveTo>
                              <a:pt x="1190" y="0"/>
                            </a:moveTo>
                            <a:cubicBezTo>
                              <a:pt x="0" y="0"/>
                              <a:pt x="0" y="0"/>
                              <a:pt x="0" y="1190"/>
                            </a:cubicBezTo>
                            <a:cubicBezTo>
                              <a:pt x="0" y="2379"/>
                              <a:pt x="1190" y="3568"/>
                              <a:pt x="3568" y="3568"/>
                            </a:cubicBezTo>
                            <a:cubicBezTo>
                              <a:pt x="3568" y="3568"/>
                              <a:pt x="5947" y="3568"/>
                              <a:pt x="5947" y="2379"/>
                            </a:cubicBezTo>
                            <a:cubicBezTo>
                              <a:pt x="4758" y="1190"/>
                              <a:pt x="2379" y="0"/>
                              <a:pt x="1190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5" name="Freeform 1214">
                        <a:extLst>
                          <a:ext uri="{FF2B5EF4-FFF2-40B4-BE49-F238E27FC236}">
                            <a16:creationId xmlns:a16="http://schemas.microsoft.com/office/drawing/2014/main" id="{1E3FC108-C81D-B47E-4CEA-BC3C9C8643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0379" y="5956768"/>
                        <a:ext cx="11002" cy="13639"/>
                      </a:xfrm>
                      <a:custGeom>
                        <a:avLst/>
                        <a:gdLst>
                          <a:gd name="connsiteX0" fmla="*/ 9813 w 11002"/>
                          <a:gd name="connsiteY0" fmla="*/ 9515 h 13639"/>
                          <a:gd name="connsiteX1" fmla="*/ 5055 w 11002"/>
                          <a:gd name="connsiteY1" fmla="*/ 4758 h 13639"/>
                          <a:gd name="connsiteX2" fmla="*/ 2676 w 11002"/>
                          <a:gd name="connsiteY2" fmla="*/ 0 h 13639"/>
                          <a:gd name="connsiteX3" fmla="*/ 297 w 11002"/>
                          <a:gd name="connsiteY3" fmla="*/ 3568 h 13639"/>
                          <a:gd name="connsiteX4" fmla="*/ 1487 w 11002"/>
                          <a:gd name="connsiteY4" fmla="*/ 8326 h 13639"/>
                          <a:gd name="connsiteX5" fmla="*/ 11002 w 11002"/>
                          <a:gd name="connsiteY5" fmla="*/ 13083 h 13639"/>
                          <a:gd name="connsiteX6" fmla="*/ 9813 w 11002"/>
                          <a:gd name="connsiteY6" fmla="*/ 9515 h 136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1002" h="13639">
                            <a:moveTo>
                              <a:pt x="9813" y="9515"/>
                            </a:moveTo>
                            <a:cubicBezTo>
                              <a:pt x="7434" y="8326"/>
                              <a:pt x="6244" y="5947"/>
                              <a:pt x="5055" y="4758"/>
                            </a:cubicBezTo>
                            <a:cubicBezTo>
                              <a:pt x="5055" y="3568"/>
                              <a:pt x="3866" y="0"/>
                              <a:pt x="2676" y="0"/>
                            </a:cubicBezTo>
                            <a:cubicBezTo>
                              <a:pt x="1487" y="0"/>
                              <a:pt x="1487" y="2379"/>
                              <a:pt x="297" y="3568"/>
                            </a:cubicBezTo>
                            <a:cubicBezTo>
                              <a:pt x="297" y="4758"/>
                              <a:pt x="-892" y="7136"/>
                              <a:pt x="1487" y="8326"/>
                            </a:cubicBezTo>
                            <a:cubicBezTo>
                              <a:pt x="3866" y="9515"/>
                              <a:pt x="9813" y="15463"/>
                              <a:pt x="11002" y="13083"/>
                            </a:cubicBezTo>
                            <a:cubicBezTo>
                              <a:pt x="11002" y="14273"/>
                              <a:pt x="11002" y="10705"/>
                              <a:pt x="9813" y="9515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6" name="Freeform 1215">
                        <a:extLst>
                          <a:ext uri="{FF2B5EF4-FFF2-40B4-BE49-F238E27FC236}">
                            <a16:creationId xmlns:a16="http://schemas.microsoft.com/office/drawing/2014/main" id="{7BE781E4-9F47-6DAB-5246-F13BE2432F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8298" y="5968662"/>
                        <a:ext cx="5947" cy="5414"/>
                      </a:xfrm>
                      <a:custGeom>
                        <a:avLst/>
                        <a:gdLst>
                          <a:gd name="connsiteX0" fmla="*/ 5947 w 5947"/>
                          <a:gd name="connsiteY0" fmla="*/ 4758 h 5414"/>
                          <a:gd name="connsiteX1" fmla="*/ 2379 w 5947"/>
                          <a:gd name="connsiteY1" fmla="*/ 0 h 5414"/>
                          <a:gd name="connsiteX2" fmla="*/ 0 w 5947"/>
                          <a:gd name="connsiteY2" fmla="*/ 1189 h 5414"/>
                          <a:gd name="connsiteX3" fmla="*/ 5947 w 5947"/>
                          <a:gd name="connsiteY3" fmla="*/ 4758 h 541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947" h="5414">
                            <a:moveTo>
                              <a:pt x="5947" y="4758"/>
                            </a:moveTo>
                            <a:cubicBezTo>
                              <a:pt x="5947" y="4758"/>
                              <a:pt x="3568" y="0"/>
                              <a:pt x="2379" y="0"/>
                            </a:cubicBezTo>
                            <a:cubicBezTo>
                              <a:pt x="1190" y="0"/>
                              <a:pt x="0" y="0"/>
                              <a:pt x="0" y="1189"/>
                            </a:cubicBezTo>
                            <a:cubicBezTo>
                              <a:pt x="0" y="2379"/>
                              <a:pt x="5947" y="7136"/>
                              <a:pt x="5947" y="475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7" name="Freeform 1216">
                        <a:extLst>
                          <a:ext uri="{FF2B5EF4-FFF2-40B4-BE49-F238E27FC236}">
                            <a16:creationId xmlns:a16="http://schemas.microsoft.com/office/drawing/2014/main" id="{3E9EECAC-7A02-29EC-A3FC-E834A7C064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2350" y="5975466"/>
                        <a:ext cx="5250" cy="9151"/>
                      </a:xfrm>
                      <a:custGeom>
                        <a:avLst/>
                        <a:gdLst>
                          <a:gd name="connsiteX0" fmla="*/ 2379 w 5250"/>
                          <a:gd name="connsiteY0" fmla="*/ 333 h 9151"/>
                          <a:gd name="connsiteX1" fmla="*/ 2379 w 5250"/>
                          <a:gd name="connsiteY1" fmla="*/ 5091 h 9151"/>
                          <a:gd name="connsiteX2" fmla="*/ 0 w 5250"/>
                          <a:gd name="connsiteY2" fmla="*/ 7470 h 9151"/>
                          <a:gd name="connsiteX3" fmla="*/ 3568 w 5250"/>
                          <a:gd name="connsiteY3" fmla="*/ 8659 h 9151"/>
                          <a:gd name="connsiteX4" fmla="*/ 4758 w 5250"/>
                          <a:gd name="connsiteY4" fmla="*/ 1522 h 9151"/>
                          <a:gd name="connsiteX5" fmla="*/ 2379 w 5250"/>
                          <a:gd name="connsiteY5" fmla="*/ 333 h 9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5250" h="9151">
                            <a:moveTo>
                              <a:pt x="2379" y="333"/>
                            </a:moveTo>
                            <a:cubicBezTo>
                              <a:pt x="2379" y="1522"/>
                              <a:pt x="3568" y="3901"/>
                              <a:pt x="2379" y="5091"/>
                            </a:cubicBezTo>
                            <a:cubicBezTo>
                              <a:pt x="1190" y="6280"/>
                              <a:pt x="0" y="6280"/>
                              <a:pt x="0" y="7470"/>
                            </a:cubicBezTo>
                            <a:cubicBezTo>
                              <a:pt x="0" y="8659"/>
                              <a:pt x="2379" y="9849"/>
                              <a:pt x="3568" y="8659"/>
                            </a:cubicBezTo>
                            <a:cubicBezTo>
                              <a:pt x="4758" y="7470"/>
                              <a:pt x="5947" y="2712"/>
                              <a:pt x="4758" y="1522"/>
                            </a:cubicBezTo>
                            <a:cubicBezTo>
                              <a:pt x="5947" y="1522"/>
                              <a:pt x="3568" y="-856"/>
                              <a:pt x="2379" y="33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8" name="Freeform 1217">
                        <a:extLst>
                          <a:ext uri="{FF2B5EF4-FFF2-40B4-BE49-F238E27FC236}">
                            <a16:creationId xmlns:a16="http://schemas.microsoft.com/office/drawing/2014/main" id="{54030311-B8D5-2826-6EE0-3D240B48A4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49972" y="5961209"/>
                        <a:ext cx="7469" cy="11716"/>
                      </a:xfrm>
                      <a:custGeom>
                        <a:avLst/>
                        <a:gdLst>
                          <a:gd name="connsiteX0" fmla="*/ 5947 w 7469"/>
                          <a:gd name="connsiteY0" fmla="*/ 9832 h 11716"/>
                          <a:gd name="connsiteX1" fmla="*/ 7137 w 7469"/>
                          <a:gd name="connsiteY1" fmla="*/ 3885 h 11716"/>
                          <a:gd name="connsiteX2" fmla="*/ 2379 w 7469"/>
                          <a:gd name="connsiteY2" fmla="*/ 316 h 11716"/>
                          <a:gd name="connsiteX3" fmla="*/ 0 w 7469"/>
                          <a:gd name="connsiteY3" fmla="*/ 3885 h 11716"/>
                          <a:gd name="connsiteX4" fmla="*/ 2379 w 7469"/>
                          <a:gd name="connsiteY4" fmla="*/ 9832 h 11716"/>
                          <a:gd name="connsiteX5" fmla="*/ 5947 w 7469"/>
                          <a:gd name="connsiteY5" fmla="*/ 9832 h 117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7469" h="11716">
                            <a:moveTo>
                              <a:pt x="5947" y="9832"/>
                            </a:moveTo>
                            <a:cubicBezTo>
                              <a:pt x="5947" y="9832"/>
                              <a:pt x="8326" y="6264"/>
                              <a:pt x="7137" y="3885"/>
                            </a:cubicBezTo>
                            <a:cubicBezTo>
                              <a:pt x="4758" y="1506"/>
                              <a:pt x="2379" y="-873"/>
                              <a:pt x="2379" y="316"/>
                            </a:cubicBezTo>
                            <a:cubicBezTo>
                              <a:pt x="1190" y="1506"/>
                              <a:pt x="0" y="3885"/>
                              <a:pt x="0" y="3885"/>
                            </a:cubicBezTo>
                            <a:cubicBezTo>
                              <a:pt x="0" y="5074"/>
                              <a:pt x="1190" y="8642"/>
                              <a:pt x="2379" y="9832"/>
                            </a:cubicBezTo>
                            <a:cubicBezTo>
                              <a:pt x="1190" y="11021"/>
                              <a:pt x="3568" y="13400"/>
                              <a:pt x="5947" y="983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19" name="Freeform 1218">
                        <a:extLst>
                          <a:ext uri="{FF2B5EF4-FFF2-40B4-BE49-F238E27FC236}">
                            <a16:creationId xmlns:a16="http://schemas.microsoft.com/office/drawing/2014/main" id="{662C4497-C265-8A4A-27E0-06C1CCC5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40456" y="5958654"/>
                        <a:ext cx="7382" cy="15322"/>
                      </a:xfrm>
                      <a:custGeom>
                        <a:avLst/>
                        <a:gdLst>
                          <a:gd name="connsiteX0" fmla="*/ 5947 w 7382"/>
                          <a:gd name="connsiteY0" fmla="*/ 11198 h 15322"/>
                          <a:gd name="connsiteX1" fmla="*/ 7137 w 7382"/>
                          <a:gd name="connsiteY1" fmla="*/ 8819 h 15322"/>
                          <a:gd name="connsiteX2" fmla="*/ 5947 w 7382"/>
                          <a:gd name="connsiteY2" fmla="*/ 493 h 15322"/>
                          <a:gd name="connsiteX3" fmla="*/ 2379 w 7382"/>
                          <a:gd name="connsiteY3" fmla="*/ 1682 h 15322"/>
                          <a:gd name="connsiteX4" fmla="*/ 2379 w 7382"/>
                          <a:gd name="connsiteY4" fmla="*/ 6440 h 15322"/>
                          <a:gd name="connsiteX5" fmla="*/ 0 w 7382"/>
                          <a:gd name="connsiteY5" fmla="*/ 10008 h 15322"/>
                          <a:gd name="connsiteX6" fmla="*/ 7137 w 7382"/>
                          <a:gd name="connsiteY6" fmla="*/ 14766 h 15322"/>
                          <a:gd name="connsiteX7" fmla="*/ 5947 w 7382"/>
                          <a:gd name="connsiteY7" fmla="*/ 11198 h 153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7382" h="15322">
                            <a:moveTo>
                              <a:pt x="5947" y="11198"/>
                            </a:moveTo>
                            <a:cubicBezTo>
                              <a:pt x="5947" y="11198"/>
                              <a:pt x="7137" y="11198"/>
                              <a:pt x="7137" y="8819"/>
                            </a:cubicBezTo>
                            <a:cubicBezTo>
                              <a:pt x="7137" y="6440"/>
                              <a:pt x="7137" y="1682"/>
                              <a:pt x="5947" y="493"/>
                            </a:cubicBezTo>
                            <a:cubicBezTo>
                              <a:pt x="4758" y="-697"/>
                              <a:pt x="2379" y="493"/>
                              <a:pt x="2379" y="1682"/>
                            </a:cubicBezTo>
                            <a:cubicBezTo>
                              <a:pt x="2379" y="2872"/>
                              <a:pt x="3568" y="5250"/>
                              <a:pt x="2379" y="6440"/>
                            </a:cubicBezTo>
                            <a:cubicBezTo>
                              <a:pt x="1190" y="6440"/>
                              <a:pt x="0" y="10008"/>
                              <a:pt x="0" y="10008"/>
                            </a:cubicBezTo>
                            <a:cubicBezTo>
                              <a:pt x="0" y="11198"/>
                              <a:pt x="5947" y="17145"/>
                              <a:pt x="7137" y="14766"/>
                            </a:cubicBezTo>
                            <a:cubicBezTo>
                              <a:pt x="8326" y="13577"/>
                              <a:pt x="4758" y="12387"/>
                              <a:pt x="5947" y="1119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0" name="Freeform 1219">
                        <a:extLst>
                          <a:ext uri="{FF2B5EF4-FFF2-40B4-BE49-F238E27FC236}">
                            <a16:creationId xmlns:a16="http://schemas.microsoft.com/office/drawing/2014/main" id="{786C468A-5148-D33F-7D35-494F6187A4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32663" y="5937941"/>
                        <a:ext cx="19790" cy="15258"/>
                      </a:xfrm>
                      <a:custGeom>
                        <a:avLst/>
                        <a:gdLst>
                          <a:gd name="connsiteX0" fmla="*/ 19688 w 19790"/>
                          <a:gd name="connsiteY0" fmla="*/ 10501 h 15258"/>
                          <a:gd name="connsiteX1" fmla="*/ 11362 w 19790"/>
                          <a:gd name="connsiteY1" fmla="*/ 3364 h 15258"/>
                          <a:gd name="connsiteX2" fmla="*/ 6604 w 19790"/>
                          <a:gd name="connsiteY2" fmla="*/ 3364 h 15258"/>
                          <a:gd name="connsiteX3" fmla="*/ 1846 w 19790"/>
                          <a:gd name="connsiteY3" fmla="*/ 985 h 15258"/>
                          <a:gd name="connsiteX4" fmla="*/ 4225 w 19790"/>
                          <a:gd name="connsiteY4" fmla="*/ 6933 h 15258"/>
                          <a:gd name="connsiteX5" fmla="*/ 657 w 19790"/>
                          <a:gd name="connsiteY5" fmla="*/ 15258 h 15258"/>
                          <a:gd name="connsiteX6" fmla="*/ 11362 w 19790"/>
                          <a:gd name="connsiteY6" fmla="*/ 14069 h 15258"/>
                          <a:gd name="connsiteX7" fmla="*/ 19688 w 19790"/>
                          <a:gd name="connsiteY7" fmla="*/ 10501 h 152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9790" h="15258">
                            <a:moveTo>
                              <a:pt x="19688" y="10501"/>
                            </a:moveTo>
                            <a:cubicBezTo>
                              <a:pt x="19688" y="8122"/>
                              <a:pt x="12551" y="3364"/>
                              <a:pt x="11362" y="3364"/>
                            </a:cubicBezTo>
                            <a:cubicBezTo>
                              <a:pt x="10172" y="3364"/>
                              <a:pt x="8983" y="5743"/>
                              <a:pt x="6604" y="3364"/>
                            </a:cubicBezTo>
                            <a:cubicBezTo>
                              <a:pt x="4225" y="985"/>
                              <a:pt x="3036" y="-1394"/>
                              <a:pt x="1846" y="985"/>
                            </a:cubicBezTo>
                            <a:cubicBezTo>
                              <a:pt x="1846" y="2175"/>
                              <a:pt x="5415" y="5743"/>
                              <a:pt x="4225" y="6933"/>
                            </a:cubicBezTo>
                            <a:cubicBezTo>
                              <a:pt x="3036" y="8122"/>
                              <a:pt x="-1722" y="15258"/>
                              <a:pt x="657" y="15258"/>
                            </a:cubicBezTo>
                            <a:cubicBezTo>
                              <a:pt x="3036" y="15258"/>
                              <a:pt x="7793" y="15258"/>
                              <a:pt x="11362" y="14069"/>
                            </a:cubicBezTo>
                            <a:cubicBezTo>
                              <a:pt x="11362" y="14069"/>
                              <a:pt x="20877" y="12880"/>
                              <a:pt x="19688" y="10501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1" name="Freeform 1220">
                        <a:extLst>
                          <a:ext uri="{FF2B5EF4-FFF2-40B4-BE49-F238E27FC236}">
                            <a16:creationId xmlns:a16="http://schemas.microsoft.com/office/drawing/2014/main" id="{07F2DA4B-9B86-998B-BF75-CC9C67A1C5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38375" y="5925606"/>
                        <a:ext cx="11787" cy="13320"/>
                      </a:xfrm>
                      <a:custGeom>
                        <a:avLst/>
                        <a:gdLst>
                          <a:gd name="connsiteX0" fmla="*/ 9218 w 11787"/>
                          <a:gd name="connsiteY0" fmla="*/ 4994 h 13320"/>
                          <a:gd name="connsiteX1" fmla="*/ 892 w 11787"/>
                          <a:gd name="connsiteY1" fmla="*/ 236 h 13320"/>
                          <a:gd name="connsiteX2" fmla="*/ 892 w 11787"/>
                          <a:gd name="connsiteY2" fmla="*/ 6183 h 13320"/>
                          <a:gd name="connsiteX3" fmla="*/ 6839 w 11787"/>
                          <a:gd name="connsiteY3" fmla="*/ 13320 h 13320"/>
                          <a:gd name="connsiteX4" fmla="*/ 11597 w 11787"/>
                          <a:gd name="connsiteY4" fmla="*/ 10941 h 13320"/>
                          <a:gd name="connsiteX5" fmla="*/ 9218 w 11787"/>
                          <a:gd name="connsiteY5" fmla="*/ 4994 h 1332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1787" h="13320">
                            <a:moveTo>
                              <a:pt x="9218" y="4994"/>
                            </a:moveTo>
                            <a:cubicBezTo>
                              <a:pt x="5650" y="2615"/>
                              <a:pt x="2081" y="-953"/>
                              <a:pt x="892" y="236"/>
                            </a:cubicBezTo>
                            <a:cubicBezTo>
                              <a:pt x="-297" y="1426"/>
                              <a:pt x="-297" y="3804"/>
                              <a:pt x="892" y="6183"/>
                            </a:cubicBezTo>
                            <a:cubicBezTo>
                              <a:pt x="2081" y="8562"/>
                              <a:pt x="4460" y="13320"/>
                              <a:pt x="6839" y="13320"/>
                            </a:cubicBezTo>
                            <a:cubicBezTo>
                              <a:pt x="9218" y="13320"/>
                              <a:pt x="11597" y="13320"/>
                              <a:pt x="11597" y="10941"/>
                            </a:cubicBezTo>
                            <a:cubicBezTo>
                              <a:pt x="11597" y="12131"/>
                              <a:pt x="12786" y="7373"/>
                              <a:pt x="9218" y="4994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2" name="Freeform 1221">
                        <a:extLst>
                          <a:ext uri="{FF2B5EF4-FFF2-40B4-BE49-F238E27FC236}">
                            <a16:creationId xmlns:a16="http://schemas.microsoft.com/office/drawing/2014/main" id="{05D70CB3-2AC2-7B6A-981E-40BC3A1CA5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36888" y="5914120"/>
                        <a:ext cx="15462" cy="16431"/>
                      </a:xfrm>
                      <a:custGeom>
                        <a:avLst/>
                        <a:gdLst>
                          <a:gd name="connsiteX0" fmla="*/ 15463 w 15462"/>
                          <a:gd name="connsiteY0" fmla="*/ 15291 h 16431"/>
                          <a:gd name="connsiteX1" fmla="*/ 8326 w 15462"/>
                          <a:gd name="connsiteY1" fmla="*/ 4586 h 16431"/>
                          <a:gd name="connsiteX2" fmla="*/ 3568 w 15462"/>
                          <a:gd name="connsiteY2" fmla="*/ 2207 h 16431"/>
                          <a:gd name="connsiteX3" fmla="*/ 0 w 15462"/>
                          <a:gd name="connsiteY3" fmla="*/ 1018 h 16431"/>
                          <a:gd name="connsiteX4" fmla="*/ 3568 w 15462"/>
                          <a:gd name="connsiteY4" fmla="*/ 9344 h 16431"/>
                          <a:gd name="connsiteX5" fmla="*/ 10705 w 15462"/>
                          <a:gd name="connsiteY5" fmla="*/ 12912 h 16431"/>
                          <a:gd name="connsiteX6" fmla="*/ 15463 w 15462"/>
                          <a:gd name="connsiteY6" fmla="*/ 15291 h 164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462" h="16431">
                            <a:moveTo>
                              <a:pt x="15463" y="15291"/>
                            </a:moveTo>
                            <a:cubicBezTo>
                              <a:pt x="15463" y="15291"/>
                              <a:pt x="11894" y="5776"/>
                              <a:pt x="8326" y="4586"/>
                            </a:cubicBezTo>
                            <a:cubicBezTo>
                              <a:pt x="5947" y="3397"/>
                              <a:pt x="4758" y="3397"/>
                              <a:pt x="3568" y="2207"/>
                            </a:cubicBezTo>
                            <a:cubicBezTo>
                              <a:pt x="2379" y="1018"/>
                              <a:pt x="0" y="-1361"/>
                              <a:pt x="0" y="1018"/>
                            </a:cubicBezTo>
                            <a:cubicBezTo>
                              <a:pt x="0" y="3397"/>
                              <a:pt x="1190" y="8154"/>
                              <a:pt x="3568" y="9344"/>
                            </a:cubicBezTo>
                            <a:cubicBezTo>
                              <a:pt x="5947" y="10533"/>
                              <a:pt x="9516" y="10533"/>
                              <a:pt x="10705" y="12912"/>
                            </a:cubicBezTo>
                            <a:cubicBezTo>
                              <a:pt x="11894" y="12912"/>
                              <a:pt x="15463" y="18859"/>
                              <a:pt x="15463" y="15291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3" name="Freeform 1222">
                        <a:extLst>
                          <a:ext uri="{FF2B5EF4-FFF2-40B4-BE49-F238E27FC236}">
                            <a16:creationId xmlns:a16="http://schemas.microsoft.com/office/drawing/2014/main" id="{4C24EE27-2BEE-CBDA-8B6E-DB56A64A87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32130" y="5921085"/>
                        <a:ext cx="4757" cy="8482"/>
                      </a:xfrm>
                      <a:custGeom>
                        <a:avLst/>
                        <a:gdLst>
                          <a:gd name="connsiteX0" fmla="*/ 2379 w 4757"/>
                          <a:gd name="connsiteY0" fmla="*/ 8326 h 8482"/>
                          <a:gd name="connsiteX1" fmla="*/ 4758 w 4757"/>
                          <a:gd name="connsiteY1" fmla="*/ 3568 h 8482"/>
                          <a:gd name="connsiteX2" fmla="*/ 2379 w 4757"/>
                          <a:gd name="connsiteY2" fmla="*/ 0 h 8482"/>
                          <a:gd name="connsiteX3" fmla="*/ 0 w 4757"/>
                          <a:gd name="connsiteY3" fmla="*/ 2379 h 8482"/>
                          <a:gd name="connsiteX4" fmla="*/ 2379 w 4757"/>
                          <a:gd name="connsiteY4" fmla="*/ 8326 h 84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757" h="8482">
                            <a:moveTo>
                              <a:pt x="2379" y="8326"/>
                            </a:moveTo>
                            <a:cubicBezTo>
                              <a:pt x="2379" y="8326"/>
                              <a:pt x="4758" y="5947"/>
                              <a:pt x="4758" y="3568"/>
                            </a:cubicBezTo>
                            <a:cubicBezTo>
                              <a:pt x="4758" y="2379"/>
                              <a:pt x="3568" y="0"/>
                              <a:pt x="2379" y="0"/>
                            </a:cubicBezTo>
                            <a:cubicBezTo>
                              <a:pt x="1190" y="0"/>
                              <a:pt x="0" y="1189"/>
                              <a:pt x="0" y="2379"/>
                            </a:cubicBezTo>
                            <a:cubicBezTo>
                              <a:pt x="0" y="3568"/>
                              <a:pt x="1190" y="9515"/>
                              <a:pt x="2379" y="832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4" name="Freeform 1223">
                        <a:extLst>
                          <a:ext uri="{FF2B5EF4-FFF2-40B4-BE49-F238E27FC236}">
                            <a16:creationId xmlns:a16="http://schemas.microsoft.com/office/drawing/2014/main" id="{FC234631-D739-7938-BADE-5EF85CD88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22747" y="5918177"/>
                        <a:ext cx="7804" cy="4096"/>
                      </a:xfrm>
                      <a:custGeom>
                        <a:avLst/>
                        <a:gdLst>
                          <a:gd name="connsiteX0" fmla="*/ 7004 w 7804"/>
                          <a:gd name="connsiteY0" fmla="*/ 529 h 4096"/>
                          <a:gd name="connsiteX1" fmla="*/ 1057 w 7804"/>
                          <a:gd name="connsiteY1" fmla="*/ 529 h 4096"/>
                          <a:gd name="connsiteX2" fmla="*/ 1057 w 7804"/>
                          <a:gd name="connsiteY2" fmla="*/ 4097 h 4096"/>
                          <a:gd name="connsiteX3" fmla="*/ 4626 w 7804"/>
                          <a:gd name="connsiteY3" fmla="*/ 2908 h 4096"/>
                          <a:gd name="connsiteX4" fmla="*/ 7004 w 7804"/>
                          <a:gd name="connsiteY4" fmla="*/ 529 h 40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804" h="4096">
                            <a:moveTo>
                              <a:pt x="7004" y="529"/>
                            </a:moveTo>
                            <a:cubicBezTo>
                              <a:pt x="4626" y="529"/>
                              <a:pt x="1057" y="-661"/>
                              <a:pt x="1057" y="529"/>
                            </a:cubicBezTo>
                            <a:cubicBezTo>
                              <a:pt x="1057" y="1718"/>
                              <a:pt x="-1322" y="4097"/>
                              <a:pt x="1057" y="4097"/>
                            </a:cubicBezTo>
                            <a:cubicBezTo>
                              <a:pt x="3436" y="4097"/>
                              <a:pt x="3436" y="2908"/>
                              <a:pt x="4626" y="2908"/>
                            </a:cubicBezTo>
                            <a:cubicBezTo>
                              <a:pt x="5815" y="2908"/>
                              <a:pt x="9383" y="529"/>
                              <a:pt x="7004" y="52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5" name="Freeform 1224">
                        <a:extLst>
                          <a:ext uri="{FF2B5EF4-FFF2-40B4-BE49-F238E27FC236}">
                            <a16:creationId xmlns:a16="http://schemas.microsoft.com/office/drawing/2014/main" id="{F5A5E828-53C3-572B-A2CF-7B495D1642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21597" y="5902186"/>
                        <a:ext cx="12504" cy="13135"/>
                      </a:xfrm>
                      <a:custGeom>
                        <a:avLst/>
                        <a:gdLst>
                          <a:gd name="connsiteX0" fmla="*/ 11723 w 12504"/>
                          <a:gd name="connsiteY0" fmla="*/ 1057 h 13135"/>
                          <a:gd name="connsiteX1" fmla="*/ 3397 w 12504"/>
                          <a:gd name="connsiteY1" fmla="*/ 1057 h 13135"/>
                          <a:gd name="connsiteX2" fmla="*/ 2207 w 12504"/>
                          <a:gd name="connsiteY2" fmla="*/ 5815 h 13135"/>
                          <a:gd name="connsiteX3" fmla="*/ 1018 w 12504"/>
                          <a:gd name="connsiteY3" fmla="*/ 9383 h 13135"/>
                          <a:gd name="connsiteX4" fmla="*/ 4586 w 12504"/>
                          <a:gd name="connsiteY4" fmla="*/ 11762 h 13135"/>
                          <a:gd name="connsiteX5" fmla="*/ 9344 w 12504"/>
                          <a:gd name="connsiteY5" fmla="*/ 11762 h 13135"/>
                          <a:gd name="connsiteX6" fmla="*/ 10533 w 12504"/>
                          <a:gd name="connsiteY6" fmla="*/ 4626 h 13135"/>
                          <a:gd name="connsiteX7" fmla="*/ 11723 w 12504"/>
                          <a:gd name="connsiteY7" fmla="*/ 1057 h 131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2504" h="13135">
                            <a:moveTo>
                              <a:pt x="11723" y="1057"/>
                            </a:moveTo>
                            <a:cubicBezTo>
                              <a:pt x="10533" y="1057"/>
                              <a:pt x="4586" y="-1322"/>
                              <a:pt x="3397" y="1057"/>
                            </a:cubicBezTo>
                            <a:cubicBezTo>
                              <a:pt x="3397" y="3436"/>
                              <a:pt x="3397" y="5815"/>
                              <a:pt x="2207" y="5815"/>
                            </a:cubicBezTo>
                            <a:cubicBezTo>
                              <a:pt x="1018" y="5815"/>
                              <a:pt x="-1361" y="8194"/>
                              <a:pt x="1018" y="9383"/>
                            </a:cubicBezTo>
                            <a:cubicBezTo>
                              <a:pt x="2207" y="10573"/>
                              <a:pt x="4586" y="10573"/>
                              <a:pt x="4586" y="11762"/>
                            </a:cubicBezTo>
                            <a:cubicBezTo>
                              <a:pt x="5776" y="12952"/>
                              <a:pt x="9344" y="14141"/>
                              <a:pt x="9344" y="11762"/>
                            </a:cubicBezTo>
                            <a:cubicBezTo>
                              <a:pt x="9344" y="11762"/>
                              <a:pt x="9344" y="5815"/>
                              <a:pt x="10533" y="4626"/>
                            </a:cubicBezTo>
                            <a:cubicBezTo>
                              <a:pt x="12912" y="3436"/>
                              <a:pt x="12912" y="1057"/>
                              <a:pt x="11723" y="105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6" name="Freeform 1225">
                        <a:extLst>
                          <a:ext uri="{FF2B5EF4-FFF2-40B4-BE49-F238E27FC236}">
                            <a16:creationId xmlns:a16="http://schemas.microsoft.com/office/drawing/2014/main" id="{83783E94-ABDA-2E3F-8BC9-AA819BC3C6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6480" y="5851040"/>
                        <a:ext cx="23253" cy="49300"/>
                      </a:xfrm>
                      <a:custGeom>
                        <a:avLst/>
                        <a:gdLst>
                          <a:gd name="connsiteX0" fmla="*/ 10893 w 23253"/>
                          <a:gd name="connsiteY0" fmla="*/ 45066 h 49300"/>
                          <a:gd name="connsiteX1" fmla="*/ 18029 w 23253"/>
                          <a:gd name="connsiteY1" fmla="*/ 40309 h 49300"/>
                          <a:gd name="connsiteX2" fmla="*/ 16840 w 23253"/>
                          <a:gd name="connsiteY2" fmla="*/ 46256 h 49300"/>
                          <a:gd name="connsiteX3" fmla="*/ 20408 w 23253"/>
                          <a:gd name="connsiteY3" fmla="*/ 48635 h 49300"/>
                          <a:gd name="connsiteX4" fmla="*/ 22787 w 23253"/>
                          <a:gd name="connsiteY4" fmla="*/ 37930 h 49300"/>
                          <a:gd name="connsiteX5" fmla="*/ 21598 w 23253"/>
                          <a:gd name="connsiteY5" fmla="*/ 29604 h 49300"/>
                          <a:gd name="connsiteX6" fmla="*/ 21598 w 23253"/>
                          <a:gd name="connsiteY6" fmla="*/ 20088 h 49300"/>
                          <a:gd name="connsiteX7" fmla="*/ 18029 w 23253"/>
                          <a:gd name="connsiteY7" fmla="*/ 10573 h 49300"/>
                          <a:gd name="connsiteX8" fmla="*/ 14461 w 23253"/>
                          <a:gd name="connsiteY8" fmla="*/ 1057 h 49300"/>
                          <a:gd name="connsiteX9" fmla="*/ 4946 w 23253"/>
                          <a:gd name="connsiteY9" fmla="*/ 1057 h 49300"/>
                          <a:gd name="connsiteX10" fmla="*/ 3756 w 23253"/>
                          <a:gd name="connsiteY10" fmla="*/ 8194 h 49300"/>
                          <a:gd name="connsiteX11" fmla="*/ 6135 w 23253"/>
                          <a:gd name="connsiteY11" fmla="*/ 12952 h 49300"/>
                          <a:gd name="connsiteX12" fmla="*/ 6135 w 23253"/>
                          <a:gd name="connsiteY12" fmla="*/ 18899 h 49300"/>
                          <a:gd name="connsiteX13" fmla="*/ 9703 w 23253"/>
                          <a:gd name="connsiteY13" fmla="*/ 17709 h 49300"/>
                          <a:gd name="connsiteX14" fmla="*/ 6135 w 23253"/>
                          <a:gd name="connsiteY14" fmla="*/ 23656 h 49300"/>
                          <a:gd name="connsiteX15" fmla="*/ 188 w 23253"/>
                          <a:gd name="connsiteY15" fmla="*/ 24846 h 49300"/>
                          <a:gd name="connsiteX16" fmla="*/ 4946 w 23253"/>
                          <a:gd name="connsiteY16" fmla="*/ 31983 h 49300"/>
                          <a:gd name="connsiteX17" fmla="*/ 10893 w 23253"/>
                          <a:gd name="connsiteY17" fmla="*/ 45066 h 493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</a:cxnLst>
                        <a:rect l="l" t="t" r="r" b="b"/>
                        <a:pathLst>
                          <a:path w="23253" h="49300">
                            <a:moveTo>
                              <a:pt x="10893" y="45066"/>
                            </a:moveTo>
                            <a:cubicBezTo>
                              <a:pt x="13272" y="43877"/>
                              <a:pt x="19219" y="36740"/>
                              <a:pt x="18029" y="40309"/>
                            </a:cubicBezTo>
                            <a:cubicBezTo>
                              <a:pt x="16840" y="43877"/>
                              <a:pt x="15650" y="43877"/>
                              <a:pt x="16840" y="46256"/>
                            </a:cubicBezTo>
                            <a:cubicBezTo>
                              <a:pt x="16840" y="46256"/>
                              <a:pt x="18029" y="51014"/>
                              <a:pt x="20408" y="48635"/>
                            </a:cubicBezTo>
                            <a:cubicBezTo>
                              <a:pt x="22787" y="47445"/>
                              <a:pt x="23976" y="40309"/>
                              <a:pt x="22787" y="37930"/>
                            </a:cubicBezTo>
                            <a:cubicBezTo>
                              <a:pt x="21598" y="35551"/>
                              <a:pt x="21598" y="31983"/>
                              <a:pt x="21598" y="29604"/>
                            </a:cubicBezTo>
                            <a:cubicBezTo>
                              <a:pt x="21598" y="27225"/>
                              <a:pt x="22787" y="22467"/>
                              <a:pt x="21598" y="20088"/>
                            </a:cubicBezTo>
                            <a:cubicBezTo>
                              <a:pt x="20408" y="17709"/>
                              <a:pt x="18029" y="14141"/>
                              <a:pt x="18029" y="10573"/>
                            </a:cubicBezTo>
                            <a:cubicBezTo>
                              <a:pt x="18029" y="7004"/>
                              <a:pt x="16840" y="1057"/>
                              <a:pt x="14461" y="1057"/>
                            </a:cubicBezTo>
                            <a:cubicBezTo>
                              <a:pt x="10893" y="1057"/>
                              <a:pt x="6135" y="-1321"/>
                              <a:pt x="4946" y="1057"/>
                            </a:cubicBezTo>
                            <a:cubicBezTo>
                              <a:pt x="3756" y="3436"/>
                              <a:pt x="2567" y="5815"/>
                              <a:pt x="3756" y="8194"/>
                            </a:cubicBezTo>
                            <a:cubicBezTo>
                              <a:pt x="4946" y="10573"/>
                              <a:pt x="7324" y="11762"/>
                              <a:pt x="6135" y="12952"/>
                            </a:cubicBezTo>
                            <a:cubicBezTo>
                              <a:pt x="6135" y="14141"/>
                              <a:pt x="4946" y="17709"/>
                              <a:pt x="6135" y="18899"/>
                            </a:cubicBezTo>
                            <a:cubicBezTo>
                              <a:pt x="7324" y="20088"/>
                              <a:pt x="9703" y="15331"/>
                              <a:pt x="9703" y="17709"/>
                            </a:cubicBezTo>
                            <a:cubicBezTo>
                              <a:pt x="9703" y="20088"/>
                              <a:pt x="8514" y="22467"/>
                              <a:pt x="6135" y="23656"/>
                            </a:cubicBezTo>
                            <a:cubicBezTo>
                              <a:pt x="3756" y="24846"/>
                              <a:pt x="-1002" y="22467"/>
                              <a:pt x="188" y="24846"/>
                            </a:cubicBezTo>
                            <a:cubicBezTo>
                              <a:pt x="1377" y="27225"/>
                              <a:pt x="3756" y="29604"/>
                              <a:pt x="4946" y="31983"/>
                            </a:cubicBezTo>
                            <a:cubicBezTo>
                              <a:pt x="3756" y="34362"/>
                              <a:pt x="8514" y="46256"/>
                              <a:pt x="10893" y="4506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7" name="Freeform 1226">
                        <a:extLst>
                          <a:ext uri="{FF2B5EF4-FFF2-40B4-BE49-F238E27FC236}">
                            <a16:creationId xmlns:a16="http://schemas.microsoft.com/office/drawing/2014/main" id="{66507280-B069-E4A0-BEAD-9566DEECD6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0531" y="5881597"/>
                        <a:ext cx="9333" cy="11959"/>
                      </a:xfrm>
                      <a:custGeom>
                        <a:avLst/>
                        <a:gdLst>
                          <a:gd name="connsiteX0" fmla="*/ 4947 w 9333"/>
                          <a:gd name="connsiteY0" fmla="*/ 236 h 11959"/>
                          <a:gd name="connsiteX1" fmla="*/ 189 w 9333"/>
                          <a:gd name="connsiteY1" fmla="*/ 2615 h 11959"/>
                          <a:gd name="connsiteX2" fmla="*/ 2568 w 9333"/>
                          <a:gd name="connsiteY2" fmla="*/ 9752 h 11959"/>
                          <a:gd name="connsiteX3" fmla="*/ 7326 w 9333"/>
                          <a:gd name="connsiteY3" fmla="*/ 10941 h 11959"/>
                          <a:gd name="connsiteX4" fmla="*/ 8515 w 9333"/>
                          <a:gd name="connsiteY4" fmla="*/ 4994 h 11959"/>
                          <a:gd name="connsiteX5" fmla="*/ 4947 w 9333"/>
                          <a:gd name="connsiteY5" fmla="*/ 236 h 119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9333" h="11959">
                            <a:moveTo>
                              <a:pt x="4947" y="236"/>
                            </a:moveTo>
                            <a:cubicBezTo>
                              <a:pt x="3758" y="1426"/>
                              <a:pt x="-1000" y="236"/>
                              <a:pt x="189" y="2615"/>
                            </a:cubicBezTo>
                            <a:cubicBezTo>
                              <a:pt x="1379" y="4994"/>
                              <a:pt x="1379" y="8562"/>
                              <a:pt x="2568" y="9752"/>
                            </a:cubicBezTo>
                            <a:cubicBezTo>
                              <a:pt x="3758" y="10941"/>
                              <a:pt x="4947" y="13320"/>
                              <a:pt x="7326" y="10941"/>
                            </a:cubicBezTo>
                            <a:cubicBezTo>
                              <a:pt x="7326" y="10941"/>
                              <a:pt x="10894" y="6183"/>
                              <a:pt x="8515" y="4994"/>
                            </a:cubicBezTo>
                            <a:cubicBezTo>
                              <a:pt x="7326" y="2615"/>
                              <a:pt x="6136" y="-953"/>
                              <a:pt x="4947" y="23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8" name="Freeform 1227">
                        <a:extLst>
                          <a:ext uri="{FF2B5EF4-FFF2-40B4-BE49-F238E27FC236}">
                            <a16:creationId xmlns:a16="http://schemas.microsoft.com/office/drawing/2014/main" id="{11F35E2C-1CC7-C511-9D74-E31E2F0AD9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5470" y="5856619"/>
                        <a:ext cx="11892" cy="15220"/>
                      </a:xfrm>
                      <a:custGeom>
                        <a:avLst/>
                        <a:gdLst>
                          <a:gd name="connsiteX0" fmla="*/ 7629 w 11892"/>
                          <a:gd name="connsiteY0" fmla="*/ 12131 h 15220"/>
                          <a:gd name="connsiteX1" fmla="*/ 10008 w 11892"/>
                          <a:gd name="connsiteY1" fmla="*/ 9752 h 15220"/>
                          <a:gd name="connsiteX2" fmla="*/ 10008 w 11892"/>
                          <a:gd name="connsiteY2" fmla="*/ 4994 h 15220"/>
                          <a:gd name="connsiteX3" fmla="*/ 1682 w 11892"/>
                          <a:gd name="connsiteY3" fmla="*/ 236 h 15220"/>
                          <a:gd name="connsiteX4" fmla="*/ 493 w 11892"/>
                          <a:gd name="connsiteY4" fmla="*/ 4994 h 15220"/>
                          <a:gd name="connsiteX5" fmla="*/ 1682 w 11892"/>
                          <a:gd name="connsiteY5" fmla="*/ 14510 h 15220"/>
                          <a:gd name="connsiteX6" fmla="*/ 7629 w 11892"/>
                          <a:gd name="connsiteY6" fmla="*/ 12131 h 1522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1892" h="15220">
                            <a:moveTo>
                              <a:pt x="7629" y="12131"/>
                            </a:moveTo>
                            <a:cubicBezTo>
                              <a:pt x="7629" y="12131"/>
                              <a:pt x="8819" y="9752"/>
                              <a:pt x="10008" y="9752"/>
                            </a:cubicBezTo>
                            <a:cubicBezTo>
                              <a:pt x="11198" y="9752"/>
                              <a:pt x="13576" y="6183"/>
                              <a:pt x="10008" y="4994"/>
                            </a:cubicBezTo>
                            <a:cubicBezTo>
                              <a:pt x="6440" y="2615"/>
                              <a:pt x="2872" y="-953"/>
                              <a:pt x="1682" y="236"/>
                            </a:cubicBezTo>
                            <a:cubicBezTo>
                              <a:pt x="493" y="1426"/>
                              <a:pt x="-697" y="3805"/>
                              <a:pt x="493" y="4994"/>
                            </a:cubicBezTo>
                            <a:cubicBezTo>
                              <a:pt x="1682" y="6183"/>
                              <a:pt x="1682" y="12131"/>
                              <a:pt x="1682" y="14510"/>
                            </a:cubicBezTo>
                            <a:cubicBezTo>
                              <a:pt x="2872" y="15699"/>
                              <a:pt x="7629" y="15699"/>
                              <a:pt x="7629" y="12131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29" name="Freeform 1228">
                        <a:extLst>
                          <a:ext uri="{FF2B5EF4-FFF2-40B4-BE49-F238E27FC236}">
                            <a16:creationId xmlns:a16="http://schemas.microsoft.com/office/drawing/2014/main" id="{4B565BE5-7747-015C-10AE-ACA6FBD071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8239" y="5819983"/>
                        <a:ext cx="21669" cy="27599"/>
                      </a:xfrm>
                      <a:custGeom>
                        <a:avLst/>
                        <a:gdLst>
                          <a:gd name="connsiteX0" fmla="*/ 10808 w 21669"/>
                          <a:gd name="connsiteY0" fmla="*/ 24978 h 27599"/>
                          <a:gd name="connsiteX1" fmla="*/ 16755 w 21669"/>
                          <a:gd name="connsiteY1" fmla="*/ 27357 h 27599"/>
                          <a:gd name="connsiteX2" fmla="*/ 21513 w 21669"/>
                          <a:gd name="connsiteY2" fmla="*/ 24978 h 27599"/>
                          <a:gd name="connsiteX3" fmla="*/ 17944 w 21669"/>
                          <a:gd name="connsiteY3" fmla="*/ 17842 h 27599"/>
                          <a:gd name="connsiteX4" fmla="*/ 15565 w 21669"/>
                          <a:gd name="connsiteY4" fmla="*/ 9515 h 27599"/>
                          <a:gd name="connsiteX5" fmla="*/ 10808 w 21669"/>
                          <a:gd name="connsiteY5" fmla="*/ 5947 h 27599"/>
                          <a:gd name="connsiteX6" fmla="*/ 9618 w 21669"/>
                          <a:gd name="connsiteY6" fmla="*/ 0 h 27599"/>
                          <a:gd name="connsiteX7" fmla="*/ 103 w 21669"/>
                          <a:gd name="connsiteY7" fmla="*/ 4758 h 27599"/>
                          <a:gd name="connsiteX8" fmla="*/ 7239 w 21669"/>
                          <a:gd name="connsiteY8" fmla="*/ 11894 h 27599"/>
                          <a:gd name="connsiteX9" fmla="*/ 14376 w 21669"/>
                          <a:gd name="connsiteY9" fmla="*/ 21410 h 27599"/>
                          <a:gd name="connsiteX10" fmla="*/ 10808 w 21669"/>
                          <a:gd name="connsiteY10" fmla="*/ 24978 h 275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669" h="27599">
                            <a:moveTo>
                              <a:pt x="10808" y="24978"/>
                            </a:moveTo>
                            <a:cubicBezTo>
                              <a:pt x="10808" y="24978"/>
                              <a:pt x="11997" y="28546"/>
                              <a:pt x="16755" y="27357"/>
                            </a:cubicBezTo>
                            <a:cubicBezTo>
                              <a:pt x="16755" y="27357"/>
                              <a:pt x="22702" y="28546"/>
                              <a:pt x="21513" y="24978"/>
                            </a:cubicBezTo>
                            <a:cubicBezTo>
                              <a:pt x="21513" y="21410"/>
                              <a:pt x="20323" y="20220"/>
                              <a:pt x="17944" y="17842"/>
                            </a:cubicBezTo>
                            <a:cubicBezTo>
                              <a:pt x="15565" y="15463"/>
                              <a:pt x="16755" y="10705"/>
                              <a:pt x="15565" y="9515"/>
                            </a:cubicBezTo>
                            <a:cubicBezTo>
                              <a:pt x="13187" y="8326"/>
                              <a:pt x="10808" y="9515"/>
                              <a:pt x="10808" y="5947"/>
                            </a:cubicBezTo>
                            <a:cubicBezTo>
                              <a:pt x="10808" y="2379"/>
                              <a:pt x="9618" y="0"/>
                              <a:pt x="9618" y="0"/>
                            </a:cubicBezTo>
                            <a:cubicBezTo>
                              <a:pt x="8429" y="0"/>
                              <a:pt x="-1087" y="2379"/>
                              <a:pt x="103" y="4758"/>
                            </a:cubicBezTo>
                            <a:cubicBezTo>
                              <a:pt x="1292" y="7136"/>
                              <a:pt x="4860" y="9515"/>
                              <a:pt x="7239" y="11894"/>
                            </a:cubicBezTo>
                            <a:cubicBezTo>
                              <a:pt x="8429" y="14273"/>
                              <a:pt x="15565" y="19031"/>
                              <a:pt x="14376" y="21410"/>
                            </a:cubicBezTo>
                            <a:cubicBezTo>
                              <a:pt x="10808" y="22599"/>
                              <a:pt x="9618" y="23789"/>
                              <a:pt x="10808" y="2497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0" name="Freeform 1229">
                        <a:extLst>
                          <a:ext uri="{FF2B5EF4-FFF2-40B4-BE49-F238E27FC236}">
                            <a16:creationId xmlns:a16="http://schemas.microsoft.com/office/drawing/2014/main" id="{E95725E5-0E3C-91CA-1D8A-3242E910CF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0888" y="5828309"/>
                        <a:ext cx="17211" cy="26167"/>
                      </a:xfrm>
                      <a:custGeom>
                        <a:avLst/>
                        <a:gdLst>
                          <a:gd name="connsiteX0" fmla="*/ 9832 w 17211"/>
                          <a:gd name="connsiteY0" fmla="*/ 15463 h 26167"/>
                          <a:gd name="connsiteX1" fmla="*/ 14590 w 17211"/>
                          <a:gd name="connsiteY1" fmla="*/ 26168 h 26167"/>
                          <a:gd name="connsiteX2" fmla="*/ 16969 w 17211"/>
                          <a:gd name="connsiteY2" fmla="*/ 21410 h 26167"/>
                          <a:gd name="connsiteX3" fmla="*/ 13400 w 17211"/>
                          <a:gd name="connsiteY3" fmla="*/ 11894 h 26167"/>
                          <a:gd name="connsiteX4" fmla="*/ 3885 w 17211"/>
                          <a:gd name="connsiteY4" fmla="*/ 0 h 26167"/>
                          <a:gd name="connsiteX5" fmla="*/ 316 w 17211"/>
                          <a:gd name="connsiteY5" fmla="*/ 4758 h 26167"/>
                          <a:gd name="connsiteX6" fmla="*/ 3885 w 17211"/>
                          <a:gd name="connsiteY6" fmla="*/ 13084 h 26167"/>
                          <a:gd name="connsiteX7" fmla="*/ 9832 w 17211"/>
                          <a:gd name="connsiteY7" fmla="*/ 15463 h 2616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7211" h="26167">
                            <a:moveTo>
                              <a:pt x="9832" y="15463"/>
                            </a:moveTo>
                            <a:cubicBezTo>
                              <a:pt x="11021" y="17842"/>
                              <a:pt x="8643" y="26168"/>
                              <a:pt x="14590" y="26168"/>
                            </a:cubicBezTo>
                            <a:cubicBezTo>
                              <a:pt x="14590" y="26168"/>
                              <a:pt x="18158" y="23789"/>
                              <a:pt x="16969" y="21410"/>
                            </a:cubicBezTo>
                            <a:cubicBezTo>
                              <a:pt x="16969" y="19031"/>
                              <a:pt x="15779" y="16652"/>
                              <a:pt x="13400" y="11894"/>
                            </a:cubicBezTo>
                            <a:cubicBezTo>
                              <a:pt x="11021" y="7137"/>
                              <a:pt x="5074" y="0"/>
                              <a:pt x="3885" y="0"/>
                            </a:cubicBezTo>
                            <a:cubicBezTo>
                              <a:pt x="1506" y="0"/>
                              <a:pt x="-873" y="1190"/>
                              <a:pt x="316" y="4758"/>
                            </a:cubicBezTo>
                            <a:cubicBezTo>
                              <a:pt x="1506" y="7137"/>
                              <a:pt x="316" y="13084"/>
                              <a:pt x="3885" y="13084"/>
                            </a:cubicBezTo>
                            <a:cubicBezTo>
                              <a:pt x="6264" y="11894"/>
                              <a:pt x="8643" y="13084"/>
                              <a:pt x="9832" y="1546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1" name="Freeform 1230">
                        <a:extLst>
                          <a:ext uri="{FF2B5EF4-FFF2-40B4-BE49-F238E27FC236}">
                            <a16:creationId xmlns:a16="http://schemas.microsoft.com/office/drawing/2014/main" id="{4F733880-767F-159D-2F6D-AD07C48F0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2394" y="5841393"/>
                        <a:ext cx="5947" cy="11690"/>
                      </a:xfrm>
                      <a:custGeom>
                        <a:avLst/>
                        <a:gdLst>
                          <a:gd name="connsiteX0" fmla="*/ 5947 w 5947"/>
                          <a:gd name="connsiteY0" fmla="*/ 10705 h 11690"/>
                          <a:gd name="connsiteX1" fmla="*/ 2379 w 5947"/>
                          <a:gd name="connsiteY1" fmla="*/ 0 h 11690"/>
                          <a:gd name="connsiteX2" fmla="*/ 0 w 5947"/>
                          <a:gd name="connsiteY2" fmla="*/ 2379 h 11690"/>
                          <a:gd name="connsiteX3" fmla="*/ 2379 w 5947"/>
                          <a:gd name="connsiteY3" fmla="*/ 8326 h 11690"/>
                          <a:gd name="connsiteX4" fmla="*/ 5947 w 5947"/>
                          <a:gd name="connsiteY4" fmla="*/ 10705 h 116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947" h="11690">
                            <a:moveTo>
                              <a:pt x="5947" y="10705"/>
                            </a:moveTo>
                            <a:cubicBezTo>
                              <a:pt x="5947" y="10705"/>
                              <a:pt x="3568" y="0"/>
                              <a:pt x="2379" y="0"/>
                            </a:cubicBezTo>
                            <a:cubicBezTo>
                              <a:pt x="1190" y="0"/>
                              <a:pt x="0" y="0"/>
                              <a:pt x="0" y="2379"/>
                            </a:cubicBezTo>
                            <a:cubicBezTo>
                              <a:pt x="0" y="4758"/>
                              <a:pt x="0" y="8326"/>
                              <a:pt x="2379" y="8326"/>
                            </a:cubicBezTo>
                            <a:cubicBezTo>
                              <a:pt x="3568" y="10705"/>
                              <a:pt x="4758" y="13084"/>
                              <a:pt x="5947" y="10705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2" name="Freeform 1231">
                        <a:extLst>
                          <a:ext uri="{FF2B5EF4-FFF2-40B4-BE49-F238E27FC236}">
                            <a16:creationId xmlns:a16="http://schemas.microsoft.com/office/drawing/2014/main" id="{F45178E9-94D2-7AE6-093A-B632638E22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5963" y="5740291"/>
                        <a:ext cx="9143" cy="8326"/>
                      </a:xfrm>
                      <a:custGeom>
                        <a:avLst/>
                        <a:gdLst>
                          <a:gd name="connsiteX0" fmla="*/ 7137 w 9143"/>
                          <a:gd name="connsiteY0" fmla="*/ 8326 h 8326"/>
                          <a:gd name="connsiteX1" fmla="*/ 8326 w 9143"/>
                          <a:gd name="connsiteY1" fmla="*/ 4758 h 8326"/>
                          <a:gd name="connsiteX2" fmla="*/ 1189 w 9143"/>
                          <a:gd name="connsiteY2" fmla="*/ 0 h 8326"/>
                          <a:gd name="connsiteX3" fmla="*/ 0 w 9143"/>
                          <a:gd name="connsiteY3" fmla="*/ 4758 h 8326"/>
                          <a:gd name="connsiteX4" fmla="*/ 7137 w 9143"/>
                          <a:gd name="connsiteY4" fmla="*/ 8326 h 8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143" h="8326">
                            <a:moveTo>
                              <a:pt x="7137" y="8326"/>
                            </a:moveTo>
                            <a:cubicBezTo>
                              <a:pt x="7137" y="8326"/>
                              <a:pt x="10705" y="7137"/>
                              <a:pt x="8326" y="4758"/>
                            </a:cubicBezTo>
                            <a:cubicBezTo>
                              <a:pt x="5947" y="2379"/>
                              <a:pt x="1189" y="0"/>
                              <a:pt x="1189" y="0"/>
                            </a:cubicBezTo>
                            <a:cubicBezTo>
                              <a:pt x="1189" y="0"/>
                              <a:pt x="0" y="3568"/>
                              <a:pt x="0" y="4758"/>
                            </a:cubicBezTo>
                            <a:cubicBezTo>
                              <a:pt x="1189" y="4758"/>
                              <a:pt x="4758" y="8326"/>
                              <a:pt x="7137" y="8326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3" name="Freeform 1232">
                        <a:extLst>
                          <a:ext uri="{FF2B5EF4-FFF2-40B4-BE49-F238E27FC236}">
                            <a16:creationId xmlns:a16="http://schemas.microsoft.com/office/drawing/2014/main" id="{D0374AE2-08EB-9649-90EC-4FF7DF0D74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6428" y="5740588"/>
                        <a:ext cx="4336" cy="3595"/>
                      </a:xfrm>
                      <a:custGeom>
                        <a:avLst/>
                        <a:gdLst>
                          <a:gd name="connsiteX0" fmla="*/ 239 w 4336"/>
                          <a:gd name="connsiteY0" fmla="*/ 892 h 3595"/>
                          <a:gd name="connsiteX1" fmla="*/ 3808 w 4336"/>
                          <a:gd name="connsiteY1" fmla="*/ 3271 h 3595"/>
                          <a:gd name="connsiteX2" fmla="*/ 3808 w 4336"/>
                          <a:gd name="connsiteY2" fmla="*/ 892 h 3595"/>
                          <a:gd name="connsiteX3" fmla="*/ 239 w 4336"/>
                          <a:gd name="connsiteY3" fmla="*/ 892 h 35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4336" h="3595">
                            <a:moveTo>
                              <a:pt x="239" y="892"/>
                            </a:moveTo>
                            <a:cubicBezTo>
                              <a:pt x="1429" y="2082"/>
                              <a:pt x="2618" y="4460"/>
                              <a:pt x="3808" y="3271"/>
                            </a:cubicBezTo>
                            <a:cubicBezTo>
                              <a:pt x="3808" y="3271"/>
                              <a:pt x="4997" y="892"/>
                              <a:pt x="3808" y="892"/>
                            </a:cubicBezTo>
                            <a:cubicBezTo>
                              <a:pt x="2618" y="-297"/>
                              <a:pt x="-950" y="-297"/>
                              <a:pt x="239" y="89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4" name="Freeform 1233">
                        <a:extLst>
                          <a:ext uri="{FF2B5EF4-FFF2-40B4-BE49-F238E27FC236}">
                            <a16:creationId xmlns:a16="http://schemas.microsoft.com/office/drawing/2014/main" id="{ED223AA1-925C-292A-4872-ECC591A4DC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0881" y="5741480"/>
                        <a:ext cx="3892" cy="5743"/>
                      </a:xfrm>
                      <a:custGeom>
                        <a:avLst/>
                        <a:gdLst>
                          <a:gd name="connsiteX0" fmla="*/ 3892 w 3892"/>
                          <a:gd name="connsiteY0" fmla="*/ 4758 h 5743"/>
                          <a:gd name="connsiteX1" fmla="*/ 2703 w 3892"/>
                          <a:gd name="connsiteY1" fmla="*/ 0 h 5743"/>
                          <a:gd name="connsiteX2" fmla="*/ 324 w 3892"/>
                          <a:gd name="connsiteY2" fmla="*/ 2379 h 5743"/>
                          <a:gd name="connsiteX3" fmla="*/ 3892 w 3892"/>
                          <a:gd name="connsiteY3" fmla="*/ 4758 h 57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892" h="5743">
                            <a:moveTo>
                              <a:pt x="3892" y="4758"/>
                            </a:moveTo>
                            <a:cubicBezTo>
                              <a:pt x="3892" y="4758"/>
                              <a:pt x="3892" y="0"/>
                              <a:pt x="2703" y="0"/>
                            </a:cubicBezTo>
                            <a:cubicBezTo>
                              <a:pt x="1514" y="0"/>
                              <a:pt x="-865" y="1190"/>
                              <a:pt x="324" y="2379"/>
                            </a:cubicBezTo>
                            <a:cubicBezTo>
                              <a:pt x="324" y="4758"/>
                              <a:pt x="3892" y="7137"/>
                              <a:pt x="3892" y="475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5" name="Freeform 1234">
                        <a:extLst>
                          <a:ext uri="{FF2B5EF4-FFF2-40B4-BE49-F238E27FC236}">
                            <a16:creationId xmlns:a16="http://schemas.microsoft.com/office/drawing/2014/main" id="{4DB5A8C3-6E21-D0F3-46EF-12AF0A4288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9214" y="5734344"/>
                        <a:ext cx="5371" cy="4997"/>
                      </a:xfrm>
                      <a:custGeom>
                        <a:avLst/>
                        <a:gdLst>
                          <a:gd name="connsiteX0" fmla="*/ 316 w 5371"/>
                          <a:gd name="connsiteY0" fmla="*/ 1190 h 4997"/>
                          <a:gd name="connsiteX1" fmla="*/ 5074 w 5371"/>
                          <a:gd name="connsiteY1" fmla="*/ 4758 h 4997"/>
                          <a:gd name="connsiteX2" fmla="*/ 3885 w 5371"/>
                          <a:gd name="connsiteY2" fmla="*/ 0 h 4997"/>
                          <a:gd name="connsiteX3" fmla="*/ 316 w 5371"/>
                          <a:gd name="connsiteY3" fmla="*/ 1190 h 499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371" h="4997">
                            <a:moveTo>
                              <a:pt x="316" y="1190"/>
                            </a:moveTo>
                            <a:cubicBezTo>
                              <a:pt x="316" y="2379"/>
                              <a:pt x="3885" y="5947"/>
                              <a:pt x="5074" y="4758"/>
                            </a:cubicBezTo>
                            <a:cubicBezTo>
                              <a:pt x="5074" y="4758"/>
                              <a:pt x="6264" y="0"/>
                              <a:pt x="3885" y="0"/>
                            </a:cubicBezTo>
                            <a:cubicBezTo>
                              <a:pt x="1506" y="0"/>
                              <a:pt x="-873" y="0"/>
                              <a:pt x="316" y="119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6" name="Freeform 1235">
                        <a:extLst>
                          <a:ext uri="{FF2B5EF4-FFF2-40B4-BE49-F238E27FC236}">
                            <a16:creationId xmlns:a16="http://schemas.microsoft.com/office/drawing/2014/main" id="{CEF3AA70-DF6C-66B5-DF6F-F1A0C872AF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3099" y="5725885"/>
                        <a:ext cx="10705" cy="13372"/>
                      </a:xfrm>
                      <a:custGeom>
                        <a:avLst/>
                        <a:gdLst>
                          <a:gd name="connsiteX0" fmla="*/ 10705 w 10705"/>
                          <a:gd name="connsiteY0" fmla="*/ 8459 h 13372"/>
                          <a:gd name="connsiteX1" fmla="*/ 9516 w 10705"/>
                          <a:gd name="connsiteY1" fmla="*/ 133 h 13372"/>
                          <a:gd name="connsiteX2" fmla="*/ 3568 w 10705"/>
                          <a:gd name="connsiteY2" fmla="*/ 1322 h 13372"/>
                          <a:gd name="connsiteX3" fmla="*/ 0 w 10705"/>
                          <a:gd name="connsiteY3" fmla="*/ 3701 h 13372"/>
                          <a:gd name="connsiteX4" fmla="*/ 3568 w 10705"/>
                          <a:gd name="connsiteY4" fmla="*/ 7269 h 13372"/>
                          <a:gd name="connsiteX5" fmla="*/ 7137 w 10705"/>
                          <a:gd name="connsiteY5" fmla="*/ 13216 h 13372"/>
                          <a:gd name="connsiteX6" fmla="*/ 10705 w 10705"/>
                          <a:gd name="connsiteY6" fmla="*/ 8459 h 1337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705" h="13372">
                            <a:moveTo>
                              <a:pt x="10705" y="8459"/>
                            </a:moveTo>
                            <a:cubicBezTo>
                              <a:pt x="10705" y="6080"/>
                              <a:pt x="10705" y="-1057"/>
                              <a:pt x="9516" y="133"/>
                            </a:cubicBezTo>
                            <a:cubicBezTo>
                              <a:pt x="8326" y="133"/>
                              <a:pt x="3568" y="133"/>
                              <a:pt x="3568" y="1322"/>
                            </a:cubicBezTo>
                            <a:cubicBezTo>
                              <a:pt x="2379" y="2512"/>
                              <a:pt x="0" y="1322"/>
                              <a:pt x="0" y="3701"/>
                            </a:cubicBezTo>
                            <a:cubicBezTo>
                              <a:pt x="1190" y="4891"/>
                              <a:pt x="2379" y="6080"/>
                              <a:pt x="3568" y="7269"/>
                            </a:cubicBezTo>
                            <a:cubicBezTo>
                              <a:pt x="3568" y="8459"/>
                              <a:pt x="4758" y="14406"/>
                              <a:pt x="7137" y="13216"/>
                            </a:cubicBezTo>
                            <a:cubicBezTo>
                              <a:pt x="7137" y="12027"/>
                              <a:pt x="10705" y="10838"/>
                              <a:pt x="10705" y="845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7" name="Freeform 1236">
                        <a:extLst>
                          <a:ext uri="{FF2B5EF4-FFF2-40B4-BE49-F238E27FC236}">
                            <a16:creationId xmlns:a16="http://schemas.microsoft.com/office/drawing/2014/main" id="{CD87A978-B1A3-50AD-ED63-0870E115BD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8341" y="5720070"/>
                        <a:ext cx="9383" cy="4758"/>
                      </a:xfrm>
                      <a:custGeom>
                        <a:avLst/>
                        <a:gdLst>
                          <a:gd name="connsiteX0" fmla="*/ 8326 w 9383"/>
                          <a:gd name="connsiteY0" fmla="*/ 0 h 4758"/>
                          <a:gd name="connsiteX1" fmla="*/ 3568 w 9383"/>
                          <a:gd name="connsiteY1" fmla="*/ 1190 h 4758"/>
                          <a:gd name="connsiteX2" fmla="*/ 0 w 9383"/>
                          <a:gd name="connsiteY2" fmla="*/ 2379 h 4758"/>
                          <a:gd name="connsiteX3" fmla="*/ 2379 w 9383"/>
                          <a:gd name="connsiteY3" fmla="*/ 4758 h 4758"/>
                          <a:gd name="connsiteX4" fmla="*/ 8326 w 9383"/>
                          <a:gd name="connsiteY4" fmla="*/ 3569 h 4758"/>
                          <a:gd name="connsiteX5" fmla="*/ 8326 w 9383"/>
                          <a:gd name="connsiteY5" fmla="*/ 0 h 47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9383" h="4758">
                            <a:moveTo>
                              <a:pt x="8326" y="0"/>
                            </a:moveTo>
                            <a:cubicBezTo>
                              <a:pt x="7137" y="0"/>
                              <a:pt x="5947" y="0"/>
                              <a:pt x="3568" y="1190"/>
                            </a:cubicBezTo>
                            <a:cubicBezTo>
                              <a:pt x="1190" y="2379"/>
                              <a:pt x="0" y="1190"/>
                              <a:pt x="0" y="2379"/>
                            </a:cubicBezTo>
                            <a:cubicBezTo>
                              <a:pt x="0" y="3569"/>
                              <a:pt x="0" y="4758"/>
                              <a:pt x="2379" y="4758"/>
                            </a:cubicBezTo>
                            <a:cubicBezTo>
                              <a:pt x="3568" y="4758"/>
                              <a:pt x="4758" y="4758"/>
                              <a:pt x="8326" y="3569"/>
                            </a:cubicBezTo>
                            <a:cubicBezTo>
                              <a:pt x="8326" y="4758"/>
                              <a:pt x="10705" y="1190"/>
                              <a:pt x="8326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8" name="Freeform 1237">
                        <a:extLst>
                          <a:ext uri="{FF2B5EF4-FFF2-40B4-BE49-F238E27FC236}">
                            <a16:creationId xmlns:a16="http://schemas.microsoft.com/office/drawing/2014/main" id="{876B0ADA-68D5-E2A7-A9F2-99220B6968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25999" y="5700906"/>
                        <a:ext cx="18025" cy="18271"/>
                      </a:xfrm>
                      <a:custGeom>
                        <a:avLst/>
                        <a:gdLst>
                          <a:gd name="connsiteX0" fmla="*/ 1374 w 18025"/>
                          <a:gd name="connsiteY0" fmla="*/ 16785 h 18271"/>
                          <a:gd name="connsiteX1" fmla="*/ 4942 w 18025"/>
                          <a:gd name="connsiteY1" fmla="*/ 17975 h 18271"/>
                          <a:gd name="connsiteX2" fmla="*/ 13268 w 18025"/>
                          <a:gd name="connsiteY2" fmla="*/ 16785 h 18271"/>
                          <a:gd name="connsiteX3" fmla="*/ 15647 w 18025"/>
                          <a:gd name="connsiteY3" fmla="*/ 13217 h 18271"/>
                          <a:gd name="connsiteX4" fmla="*/ 18026 w 18025"/>
                          <a:gd name="connsiteY4" fmla="*/ 8459 h 18271"/>
                          <a:gd name="connsiteX5" fmla="*/ 14457 w 18025"/>
                          <a:gd name="connsiteY5" fmla="*/ 4891 h 18271"/>
                          <a:gd name="connsiteX6" fmla="*/ 8510 w 18025"/>
                          <a:gd name="connsiteY6" fmla="*/ 133 h 18271"/>
                          <a:gd name="connsiteX7" fmla="*/ 1374 w 18025"/>
                          <a:gd name="connsiteY7" fmla="*/ 7270 h 18271"/>
                          <a:gd name="connsiteX8" fmla="*/ 1374 w 18025"/>
                          <a:gd name="connsiteY8" fmla="*/ 16785 h 182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8025" h="18271">
                            <a:moveTo>
                              <a:pt x="1374" y="16785"/>
                            </a:moveTo>
                            <a:cubicBezTo>
                              <a:pt x="1374" y="19164"/>
                              <a:pt x="4942" y="17975"/>
                              <a:pt x="4942" y="17975"/>
                            </a:cubicBezTo>
                            <a:cubicBezTo>
                              <a:pt x="8510" y="15596"/>
                              <a:pt x="10889" y="16785"/>
                              <a:pt x="13268" y="16785"/>
                            </a:cubicBezTo>
                            <a:cubicBezTo>
                              <a:pt x="15647" y="16785"/>
                              <a:pt x="14457" y="14406"/>
                              <a:pt x="15647" y="13217"/>
                            </a:cubicBezTo>
                            <a:cubicBezTo>
                              <a:pt x="16836" y="12028"/>
                              <a:pt x="18026" y="9649"/>
                              <a:pt x="18026" y="8459"/>
                            </a:cubicBezTo>
                            <a:cubicBezTo>
                              <a:pt x="18026" y="6080"/>
                              <a:pt x="14457" y="6080"/>
                              <a:pt x="14457" y="4891"/>
                            </a:cubicBezTo>
                            <a:cubicBezTo>
                              <a:pt x="14457" y="3701"/>
                              <a:pt x="12078" y="1322"/>
                              <a:pt x="8510" y="133"/>
                            </a:cubicBezTo>
                            <a:cubicBezTo>
                              <a:pt x="4942" y="-1056"/>
                              <a:pt x="3752" y="6080"/>
                              <a:pt x="1374" y="7270"/>
                            </a:cubicBezTo>
                            <a:cubicBezTo>
                              <a:pt x="-1005" y="7270"/>
                              <a:pt x="184" y="14406"/>
                              <a:pt x="1374" y="16785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9" name="Freeform 1238">
                        <a:extLst>
                          <a:ext uri="{FF2B5EF4-FFF2-40B4-BE49-F238E27FC236}">
                            <a16:creationId xmlns:a16="http://schemas.microsoft.com/office/drawing/2014/main" id="{3B0F90F4-1AE3-0040-ADD1-1819EC306D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24993" y="5695092"/>
                        <a:ext cx="4757" cy="2871"/>
                      </a:xfrm>
                      <a:custGeom>
                        <a:avLst/>
                        <a:gdLst>
                          <a:gd name="connsiteX0" fmla="*/ 3568 w 4757"/>
                          <a:gd name="connsiteY0" fmla="*/ 0 h 2871"/>
                          <a:gd name="connsiteX1" fmla="*/ 0 w 4757"/>
                          <a:gd name="connsiteY1" fmla="*/ 1189 h 2871"/>
                          <a:gd name="connsiteX2" fmla="*/ 4758 w 4757"/>
                          <a:gd name="connsiteY2" fmla="*/ 2379 h 2871"/>
                          <a:gd name="connsiteX3" fmla="*/ 3568 w 4757"/>
                          <a:gd name="connsiteY3" fmla="*/ 0 h 28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4757" h="2871">
                            <a:moveTo>
                              <a:pt x="3568" y="0"/>
                            </a:moveTo>
                            <a:cubicBezTo>
                              <a:pt x="2379" y="0"/>
                              <a:pt x="0" y="0"/>
                              <a:pt x="0" y="1189"/>
                            </a:cubicBezTo>
                            <a:cubicBezTo>
                              <a:pt x="1190" y="2379"/>
                              <a:pt x="3568" y="3568"/>
                              <a:pt x="4758" y="2379"/>
                            </a:cubicBezTo>
                            <a:cubicBezTo>
                              <a:pt x="4758" y="3568"/>
                              <a:pt x="4758" y="1189"/>
                              <a:pt x="3568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0" name="Freeform 1239">
                        <a:extLst>
                          <a:ext uri="{FF2B5EF4-FFF2-40B4-BE49-F238E27FC236}">
                            <a16:creationId xmlns:a16="http://schemas.microsoft.com/office/drawing/2014/main" id="{45D79EE6-ECA1-3081-7249-B2CB402BB1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24993" y="5680819"/>
                        <a:ext cx="4586" cy="5224"/>
                      </a:xfrm>
                      <a:custGeom>
                        <a:avLst/>
                        <a:gdLst>
                          <a:gd name="connsiteX0" fmla="*/ 3568 w 4586"/>
                          <a:gd name="connsiteY0" fmla="*/ 0 h 5224"/>
                          <a:gd name="connsiteX1" fmla="*/ 0 w 4586"/>
                          <a:gd name="connsiteY1" fmla="*/ 2379 h 5224"/>
                          <a:gd name="connsiteX2" fmla="*/ 2379 w 4586"/>
                          <a:gd name="connsiteY2" fmla="*/ 4758 h 5224"/>
                          <a:gd name="connsiteX3" fmla="*/ 3568 w 4586"/>
                          <a:gd name="connsiteY3" fmla="*/ 0 h 522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4586" h="5224">
                            <a:moveTo>
                              <a:pt x="3568" y="0"/>
                            </a:moveTo>
                            <a:cubicBezTo>
                              <a:pt x="1190" y="0"/>
                              <a:pt x="0" y="0"/>
                              <a:pt x="0" y="2379"/>
                            </a:cubicBezTo>
                            <a:cubicBezTo>
                              <a:pt x="0" y="4758"/>
                              <a:pt x="2379" y="5947"/>
                              <a:pt x="2379" y="4758"/>
                            </a:cubicBezTo>
                            <a:cubicBezTo>
                              <a:pt x="3568" y="4758"/>
                              <a:pt x="5947" y="0"/>
                              <a:pt x="3568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1" name="Freeform 1240">
                        <a:extLst>
                          <a:ext uri="{FF2B5EF4-FFF2-40B4-BE49-F238E27FC236}">
                            <a16:creationId xmlns:a16="http://schemas.microsoft.com/office/drawing/2014/main" id="{281AEF18-2C22-BAC0-045B-644BE731EF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4289" y="5683198"/>
                        <a:ext cx="7136" cy="7320"/>
                      </a:xfrm>
                      <a:custGeom>
                        <a:avLst/>
                        <a:gdLst>
                          <a:gd name="connsiteX0" fmla="*/ 4758 w 7136"/>
                          <a:gd name="connsiteY0" fmla="*/ 0 h 7320"/>
                          <a:gd name="connsiteX1" fmla="*/ 0 w 7136"/>
                          <a:gd name="connsiteY1" fmla="*/ 1189 h 7320"/>
                          <a:gd name="connsiteX2" fmla="*/ 2379 w 7136"/>
                          <a:gd name="connsiteY2" fmla="*/ 5947 h 7320"/>
                          <a:gd name="connsiteX3" fmla="*/ 7137 w 7136"/>
                          <a:gd name="connsiteY3" fmla="*/ 5947 h 7320"/>
                          <a:gd name="connsiteX4" fmla="*/ 4758 w 7136"/>
                          <a:gd name="connsiteY4" fmla="*/ 0 h 732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136" h="7320">
                            <a:moveTo>
                              <a:pt x="4758" y="0"/>
                            </a:moveTo>
                            <a:cubicBezTo>
                              <a:pt x="2379" y="0"/>
                              <a:pt x="0" y="0"/>
                              <a:pt x="0" y="1189"/>
                            </a:cubicBezTo>
                            <a:cubicBezTo>
                              <a:pt x="0" y="3568"/>
                              <a:pt x="2379" y="4758"/>
                              <a:pt x="2379" y="5947"/>
                            </a:cubicBezTo>
                            <a:cubicBezTo>
                              <a:pt x="2379" y="7136"/>
                              <a:pt x="7137" y="8326"/>
                              <a:pt x="7137" y="5947"/>
                            </a:cubicBezTo>
                            <a:cubicBezTo>
                              <a:pt x="7137" y="5947"/>
                              <a:pt x="7137" y="0"/>
                              <a:pt x="4758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2" name="Freeform 1241">
                        <a:extLst>
                          <a:ext uri="{FF2B5EF4-FFF2-40B4-BE49-F238E27FC236}">
                            <a16:creationId xmlns:a16="http://schemas.microsoft.com/office/drawing/2014/main" id="{3252D9A8-681C-CEF5-A5B4-4F03AD934F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4585" y="5678572"/>
                        <a:ext cx="7508" cy="6526"/>
                      </a:xfrm>
                      <a:custGeom>
                        <a:avLst/>
                        <a:gdLst>
                          <a:gd name="connsiteX0" fmla="*/ 6135 w 7508"/>
                          <a:gd name="connsiteY0" fmla="*/ 1057 h 6526"/>
                          <a:gd name="connsiteX1" fmla="*/ 188 w 7508"/>
                          <a:gd name="connsiteY1" fmla="*/ 1057 h 6526"/>
                          <a:gd name="connsiteX2" fmla="*/ 2567 w 7508"/>
                          <a:gd name="connsiteY2" fmla="*/ 5815 h 6526"/>
                          <a:gd name="connsiteX3" fmla="*/ 6135 w 7508"/>
                          <a:gd name="connsiteY3" fmla="*/ 3436 h 6526"/>
                          <a:gd name="connsiteX4" fmla="*/ 6135 w 7508"/>
                          <a:gd name="connsiteY4" fmla="*/ 1057 h 6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508" h="6526">
                            <a:moveTo>
                              <a:pt x="6135" y="1057"/>
                            </a:moveTo>
                            <a:cubicBezTo>
                              <a:pt x="3756" y="1057"/>
                              <a:pt x="-1002" y="-1321"/>
                              <a:pt x="188" y="1057"/>
                            </a:cubicBezTo>
                            <a:cubicBezTo>
                              <a:pt x="188" y="3436"/>
                              <a:pt x="2567" y="5815"/>
                              <a:pt x="2567" y="5815"/>
                            </a:cubicBezTo>
                            <a:cubicBezTo>
                              <a:pt x="2567" y="7004"/>
                              <a:pt x="4946" y="7004"/>
                              <a:pt x="6135" y="3436"/>
                            </a:cubicBezTo>
                            <a:cubicBezTo>
                              <a:pt x="7324" y="4626"/>
                              <a:pt x="8514" y="1057"/>
                              <a:pt x="6135" y="105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3" name="Freeform 1242">
                        <a:extLst>
                          <a:ext uri="{FF2B5EF4-FFF2-40B4-BE49-F238E27FC236}">
                            <a16:creationId xmlns:a16="http://schemas.microsoft.com/office/drawing/2014/main" id="{087311B7-E36C-A764-8614-649C5FA4F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87882" y="5673358"/>
                        <a:ext cx="10087" cy="7785"/>
                      </a:xfrm>
                      <a:custGeom>
                        <a:avLst/>
                        <a:gdLst>
                          <a:gd name="connsiteX0" fmla="*/ 239 w 10087"/>
                          <a:gd name="connsiteY0" fmla="*/ 5082 h 7785"/>
                          <a:gd name="connsiteX1" fmla="*/ 4997 w 10087"/>
                          <a:gd name="connsiteY1" fmla="*/ 7461 h 7785"/>
                          <a:gd name="connsiteX2" fmla="*/ 8565 w 10087"/>
                          <a:gd name="connsiteY2" fmla="*/ 5082 h 7785"/>
                          <a:gd name="connsiteX3" fmla="*/ 9755 w 10087"/>
                          <a:gd name="connsiteY3" fmla="*/ 2703 h 7785"/>
                          <a:gd name="connsiteX4" fmla="*/ 3808 w 10087"/>
                          <a:gd name="connsiteY4" fmla="*/ 324 h 7785"/>
                          <a:gd name="connsiteX5" fmla="*/ 239 w 10087"/>
                          <a:gd name="connsiteY5" fmla="*/ 5082 h 77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0087" h="7785">
                            <a:moveTo>
                              <a:pt x="239" y="5082"/>
                            </a:moveTo>
                            <a:cubicBezTo>
                              <a:pt x="1429" y="6271"/>
                              <a:pt x="2618" y="8650"/>
                              <a:pt x="4997" y="7461"/>
                            </a:cubicBezTo>
                            <a:cubicBezTo>
                              <a:pt x="7376" y="6271"/>
                              <a:pt x="4997" y="5082"/>
                              <a:pt x="8565" y="5082"/>
                            </a:cubicBezTo>
                            <a:cubicBezTo>
                              <a:pt x="8565" y="5082"/>
                              <a:pt x="10944" y="5082"/>
                              <a:pt x="9755" y="2703"/>
                            </a:cubicBezTo>
                            <a:cubicBezTo>
                              <a:pt x="8565" y="1514"/>
                              <a:pt x="4997" y="-865"/>
                              <a:pt x="3808" y="324"/>
                            </a:cubicBezTo>
                            <a:cubicBezTo>
                              <a:pt x="2618" y="1514"/>
                              <a:pt x="-950" y="3893"/>
                              <a:pt x="239" y="5082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4" name="Freeform 1243">
                        <a:extLst>
                          <a:ext uri="{FF2B5EF4-FFF2-40B4-BE49-F238E27FC236}">
                            <a16:creationId xmlns:a16="http://schemas.microsoft.com/office/drawing/2014/main" id="{5157BBE9-9FF3-75A6-02E8-1686D7C2EF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0015" y="5692713"/>
                        <a:ext cx="10947" cy="7136"/>
                      </a:xfrm>
                      <a:custGeom>
                        <a:avLst/>
                        <a:gdLst>
                          <a:gd name="connsiteX0" fmla="*/ 0 w 10947"/>
                          <a:gd name="connsiteY0" fmla="*/ 4758 h 7136"/>
                          <a:gd name="connsiteX1" fmla="*/ 8326 w 10947"/>
                          <a:gd name="connsiteY1" fmla="*/ 7137 h 7136"/>
                          <a:gd name="connsiteX2" fmla="*/ 10705 w 10947"/>
                          <a:gd name="connsiteY2" fmla="*/ 3568 h 7136"/>
                          <a:gd name="connsiteX3" fmla="*/ 4758 w 10947"/>
                          <a:gd name="connsiteY3" fmla="*/ 0 h 7136"/>
                          <a:gd name="connsiteX4" fmla="*/ 0 w 10947"/>
                          <a:gd name="connsiteY4" fmla="*/ 4758 h 71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947" h="7136">
                            <a:moveTo>
                              <a:pt x="0" y="4758"/>
                            </a:moveTo>
                            <a:cubicBezTo>
                              <a:pt x="0" y="5947"/>
                              <a:pt x="4758" y="7137"/>
                              <a:pt x="8326" y="7137"/>
                            </a:cubicBezTo>
                            <a:cubicBezTo>
                              <a:pt x="8326" y="7137"/>
                              <a:pt x="11894" y="4758"/>
                              <a:pt x="10705" y="3568"/>
                            </a:cubicBezTo>
                            <a:cubicBezTo>
                              <a:pt x="9516" y="2379"/>
                              <a:pt x="5947" y="0"/>
                              <a:pt x="4758" y="0"/>
                            </a:cubicBezTo>
                            <a:cubicBezTo>
                              <a:pt x="2379" y="1190"/>
                              <a:pt x="0" y="3568"/>
                              <a:pt x="0" y="475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5" name="Freeform 1244">
                        <a:extLst>
                          <a:ext uri="{FF2B5EF4-FFF2-40B4-BE49-F238E27FC236}">
                            <a16:creationId xmlns:a16="http://schemas.microsoft.com/office/drawing/2014/main" id="{103C4FE2-7C16-90D2-F2AD-34274B6CC0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0015" y="5700742"/>
                        <a:ext cx="7136" cy="7624"/>
                      </a:xfrm>
                      <a:custGeom>
                        <a:avLst/>
                        <a:gdLst>
                          <a:gd name="connsiteX0" fmla="*/ 2379 w 7136"/>
                          <a:gd name="connsiteY0" fmla="*/ 7434 h 7624"/>
                          <a:gd name="connsiteX1" fmla="*/ 7137 w 7136"/>
                          <a:gd name="connsiteY1" fmla="*/ 5055 h 7624"/>
                          <a:gd name="connsiteX2" fmla="*/ 4758 w 7136"/>
                          <a:gd name="connsiteY2" fmla="*/ 297 h 7624"/>
                          <a:gd name="connsiteX3" fmla="*/ 0 w 7136"/>
                          <a:gd name="connsiteY3" fmla="*/ 1487 h 7624"/>
                          <a:gd name="connsiteX4" fmla="*/ 2379 w 7136"/>
                          <a:gd name="connsiteY4" fmla="*/ 7434 h 762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136" h="7624">
                            <a:moveTo>
                              <a:pt x="2379" y="7434"/>
                            </a:moveTo>
                            <a:cubicBezTo>
                              <a:pt x="4758" y="7434"/>
                              <a:pt x="7137" y="8623"/>
                              <a:pt x="7137" y="5055"/>
                            </a:cubicBezTo>
                            <a:cubicBezTo>
                              <a:pt x="7137" y="3866"/>
                              <a:pt x="5947" y="297"/>
                              <a:pt x="4758" y="297"/>
                            </a:cubicBezTo>
                            <a:cubicBezTo>
                              <a:pt x="3568" y="297"/>
                              <a:pt x="0" y="-892"/>
                              <a:pt x="0" y="1487"/>
                            </a:cubicBezTo>
                            <a:cubicBezTo>
                              <a:pt x="1189" y="5055"/>
                              <a:pt x="1189" y="7434"/>
                              <a:pt x="2379" y="7434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6" name="Freeform 1245">
                        <a:extLst>
                          <a:ext uri="{FF2B5EF4-FFF2-40B4-BE49-F238E27FC236}">
                            <a16:creationId xmlns:a16="http://schemas.microsoft.com/office/drawing/2014/main" id="{598E7B29-9329-7594-90F6-4E42D051EB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4392" y="5711744"/>
                        <a:ext cx="12408" cy="6280"/>
                      </a:xfrm>
                      <a:custGeom>
                        <a:avLst/>
                        <a:gdLst>
                          <a:gd name="connsiteX0" fmla="*/ 5138 w 12408"/>
                          <a:gd name="connsiteY0" fmla="*/ 4758 h 6280"/>
                          <a:gd name="connsiteX1" fmla="*/ 12275 w 12408"/>
                          <a:gd name="connsiteY1" fmla="*/ 1190 h 6280"/>
                          <a:gd name="connsiteX2" fmla="*/ 5138 w 12408"/>
                          <a:gd name="connsiteY2" fmla="*/ 0 h 6280"/>
                          <a:gd name="connsiteX3" fmla="*/ 381 w 12408"/>
                          <a:gd name="connsiteY3" fmla="*/ 5947 h 6280"/>
                          <a:gd name="connsiteX4" fmla="*/ 5138 w 12408"/>
                          <a:gd name="connsiteY4" fmla="*/ 4758 h 62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2408" h="6280">
                            <a:moveTo>
                              <a:pt x="5138" y="4758"/>
                            </a:moveTo>
                            <a:cubicBezTo>
                              <a:pt x="6328" y="3568"/>
                              <a:pt x="11086" y="3568"/>
                              <a:pt x="12275" y="1190"/>
                            </a:cubicBezTo>
                            <a:cubicBezTo>
                              <a:pt x="13464" y="0"/>
                              <a:pt x="6328" y="0"/>
                              <a:pt x="5138" y="0"/>
                            </a:cubicBezTo>
                            <a:cubicBezTo>
                              <a:pt x="-1998" y="1190"/>
                              <a:pt x="381" y="4758"/>
                              <a:pt x="381" y="5947"/>
                            </a:cubicBezTo>
                            <a:cubicBezTo>
                              <a:pt x="1570" y="7137"/>
                              <a:pt x="3949" y="4758"/>
                              <a:pt x="5138" y="475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7" name="Freeform 1246">
                        <a:extLst>
                          <a:ext uri="{FF2B5EF4-FFF2-40B4-BE49-F238E27FC236}">
                            <a16:creationId xmlns:a16="http://schemas.microsoft.com/office/drawing/2014/main" id="{586B809B-0141-77CF-8E97-25A14E3A64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94068" y="5706987"/>
                        <a:ext cx="4914" cy="4864"/>
                      </a:xfrm>
                      <a:custGeom>
                        <a:avLst/>
                        <a:gdLst>
                          <a:gd name="connsiteX0" fmla="*/ 3568 w 4914"/>
                          <a:gd name="connsiteY0" fmla="*/ 0 h 4864"/>
                          <a:gd name="connsiteX1" fmla="*/ 0 w 4914"/>
                          <a:gd name="connsiteY1" fmla="*/ 2379 h 4864"/>
                          <a:gd name="connsiteX2" fmla="*/ 4758 w 4914"/>
                          <a:gd name="connsiteY2" fmla="*/ 3568 h 4864"/>
                          <a:gd name="connsiteX3" fmla="*/ 3568 w 4914"/>
                          <a:gd name="connsiteY3" fmla="*/ 0 h 486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4914" h="4864">
                            <a:moveTo>
                              <a:pt x="3568" y="0"/>
                            </a:moveTo>
                            <a:cubicBezTo>
                              <a:pt x="2379" y="0"/>
                              <a:pt x="0" y="0"/>
                              <a:pt x="0" y="2379"/>
                            </a:cubicBezTo>
                            <a:cubicBezTo>
                              <a:pt x="0" y="4758"/>
                              <a:pt x="5947" y="5947"/>
                              <a:pt x="4758" y="3568"/>
                            </a:cubicBezTo>
                            <a:cubicBezTo>
                              <a:pt x="4758" y="2379"/>
                              <a:pt x="4758" y="0"/>
                              <a:pt x="3568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8" name="Freeform 1247">
                        <a:extLst>
                          <a:ext uri="{FF2B5EF4-FFF2-40B4-BE49-F238E27FC236}">
                            <a16:creationId xmlns:a16="http://schemas.microsoft.com/office/drawing/2014/main" id="{5A7273DC-6E20-239D-9A19-0B5E9B776A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84553" y="5710687"/>
                        <a:ext cx="8326" cy="7616"/>
                      </a:xfrm>
                      <a:custGeom>
                        <a:avLst/>
                        <a:gdLst>
                          <a:gd name="connsiteX0" fmla="*/ 0 w 8326"/>
                          <a:gd name="connsiteY0" fmla="*/ 1057 h 7616"/>
                          <a:gd name="connsiteX1" fmla="*/ 1190 w 8326"/>
                          <a:gd name="connsiteY1" fmla="*/ 5815 h 7616"/>
                          <a:gd name="connsiteX2" fmla="*/ 8326 w 8326"/>
                          <a:gd name="connsiteY2" fmla="*/ 4626 h 7616"/>
                          <a:gd name="connsiteX3" fmla="*/ 7137 w 8326"/>
                          <a:gd name="connsiteY3" fmla="*/ 1057 h 7616"/>
                          <a:gd name="connsiteX4" fmla="*/ 0 w 8326"/>
                          <a:gd name="connsiteY4" fmla="*/ 1057 h 76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326" h="7616">
                            <a:moveTo>
                              <a:pt x="0" y="1057"/>
                            </a:moveTo>
                            <a:cubicBezTo>
                              <a:pt x="0" y="3436"/>
                              <a:pt x="0" y="4626"/>
                              <a:pt x="1190" y="5815"/>
                            </a:cubicBezTo>
                            <a:cubicBezTo>
                              <a:pt x="2379" y="5815"/>
                              <a:pt x="8326" y="10573"/>
                              <a:pt x="8326" y="4626"/>
                            </a:cubicBezTo>
                            <a:cubicBezTo>
                              <a:pt x="8326" y="4626"/>
                              <a:pt x="8326" y="1057"/>
                              <a:pt x="7137" y="1057"/>
                            </a:cubicBezTo>
                            <a:cubicBezTo>
                              <a:pt x="4758" y="1057"/>
                              <a:pt x="0" y="-1322"/>
                              <a:pt x="0" y="1057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49" name="Freeform 1248">
                        <a:extLst>
                          <a:ext uri="{FF2B5EF4-FFF2-40B4-BE49-F238E27FC236}">
                            <a16:creationId xmlns:a16="http://schemas.microsoft.com/office/drawing/2014/main" id="{6804DC61-289B-19E0-44C1-5256DAC414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3099" y="5700258"/>
                        <a:ext cx="5000" cy="6728"/>
                      </a:xfrm>
                      <a:custGeom>
                        <a:avLst/>
                        <a:gdLst>
                          <a:gd name="connsiteX0" fmla="*/ 0 w 5000"/>
                          <a:gd name="connsiteY0" fmla="*/ 781 h 6728"/>
                          <a:gd name="connsiteX1" fmla="*/ 2379 w 5000"/>
                          <a:gd name="connsiteY1" fmla="*/ 6729 h 6728"/>
                          <a:gd name="connsiteX2" fmla="*/ 4758 w 5000"/>
                          <a:gd name="connsiteY2" fmla="*/ 1971 h 6728"/>
                          <a:gd name="connsiteX3" fmla="*/ 0 w 5000"/>
                          <a:gd name="connsiteY3" fmla="*/ 781 h 6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000" h="6728">
                            <a:moveTo>
                              <a:pt x="0" y="781"/>
                            </a:moveTo>
                            <a:cubicBezTo>
                              <a:pt x="0" y="1971"/>
                              <a:pt x="1190" y="6729"/>
                              <a:pt x="2379" y="6729"/>
                            </a:cubicBezTo>
                            <a:cubicBezTo>
                              <a:pt x="2379" y="6729"/>
                              <a:pt x="5947" y="3160"/>
                              <a:pt x="4758" y="1971"/>
                            </a:cubicBezTo>
                            <a:cubicBezTo>
                              <a:pt x="3568" y="-408"/>
                              <a:pt x="0" y="-408"/>
                              <a:pt x="0" y="781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0" name="Freeform 1249">
                        <a:extLst>
                          <a:ext uri="{FF2B5EF4-FFF2-40B4-BE49-F238E27FC236}">
                            <a16:creationId xmlns:a16="http://schemas.microsoft.com/office/drawing/2014/main" id="{EEF8F563-4F2E-9BE6-2C8E-EF0DEED49D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8262" y="5705797"/>
                        <a:ext cx="5542" cy="6131"/>
                      </a:xfrm>
                      <a:custGeom>
                        <a:avLst/>
                        <a:gdLst>
                          <a:gd name="connsiteX0" fmla="*/ 784 w 5542"/>
                          <a:gd name="connsiteY0" fmla="*/ 4758 h 6131"/>
                          <a:gd name="connsiteX1" fmla="*/ 5542 w 5542"/>
                          <a:gd name="connsiteY1" fmla="*/ 4758 h 6131"/>
                          <a:gd name="connsiteX2" fmla="*/ 4353 w 5542"/>
                          <a:gd name="connsiteY2" fmla="*/ 0 h 6131"/>
                          <a:gd name="connsiteX3" fmla="*/ 784 w 5542"/>
                          <a:gd name="connsiteY3" fmla="*/ 4758 h 61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542" h="6131">
                            <a:moveTo>
                              <a:pt x="784" y="4758"/>
                            </a:moveTo>
                            <a:cubicBezTo>
                              <a:pt x="1974" y="5947"/>
                              <a:pt x="5542" y="7137"/>
                              <a:pt x="5542" y="4758"/>
                            </a:cubicBezTo>
                            <a:cubicBezTo>
                              <a:pt x="5542" y="4758"/>
                              <a:pt x="4353" y="0"/>
                              <a:pt x="4353" y="0"/>
                            </a:cubicBezTo>
                            <a:cubicBezTo>
                              <a:pt x="1974" y="0"/>
                              <a:pt x="-1594" y="3568"/>
                              <a:pt x="784" y="4758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1" name="Freeform 1250">
                        <a:extLst>
                          <a:ext uri="{FF2B5EF4-FFF2-40B4-BE49-F238E27FC236}">
                            <a16:creationId xmlns:a16="http://schemas.microsoft.com/office/drawing/2014/main" id="{6393D0CE-5594-6728-3559-B486939FCD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08341" y="5690334"/>
                        <a:ext cx="2907" cy="1682"/>
                      </a:xfrm>
                      <a:custGeom>
                        <a:avLst/>
                        <a:gdLst>
                          <a:gd name="connsiteX0" fmla="*/ 2379 w 2907"/>
                          <a:gd name="connsiteY0" fmla="*/ 0 h 1682"/>
                          <a:gd name="connsiteX1" fmla="*/ 0 w 2907"/>
                          <a:gd name="connsiteY1" fmla="*/ 0 h 1682"/>
                          <a:gd name="connsiteX2" fmla="*/ 2379 w 2907"/>
                          <a:gd name="connsiteY2" fmla="*/ 1190 h 1682"/>
                          <a:gd name="connsiteX3" fmla="*/ 2379 w 2907"/>
                          <a:gd name="connsiteY3" fmla="*/ 0 h 16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907" h="1682">
                            <a:moveTo>
                              <a:pt x="2379" y="0"/>
                            </a:moveTo>
                            <a:cubicBezTo>
                              <a:pt x="1190" y="0"/>
                              <a:pt x="0" y="0"/>
                              <a:pt x="0" y="0"/>
                            </a:cubicBezTo>
                            <a:cubicBezTo>
                              <a:pt x="0" y="1190"/>
                              <a:pt x="1190" y="2379"/>
                              <a:pt x="2379" y="1190"/>
                            </a:cubicBezTo>
                            <a:cubicBezTo>
                              <a:pt x="2379" y="2379"/>
                              <a:pt x="3568" y="0"/>
                              <a:pt x="2379" y="0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2" name="Freeform 1251">
                        <a:extLst>
                          <a:ext uri="{FF2B5EF4-FFF2-40B4-BE49-F238E27FC236}">
                            <a16:creationId xmlns:a16="http://schemas.microsoft.com/office/drawing/2014/main" id="{7D59463F-EE9D-7F1B-3181-18A57845A7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20236" y="5627991"/>
                        <a:ext cx="5286" cy="4717"/>
                      </a:xfrm>
                      <a:custGeom>
                        <a:avLst/>
                        <a:gdLst>
                          <a:gd name="connsiteX0" fmla="*/ 0 w 5286"/>
                          <a:gd name="connsiteY0" fmla="*/ 493 h 4717"/>
                          <a:gd name="connsiteX1" fmla="*/ 4758 w 5286"/>
                          <a:gd name="connsiteY1" fmla="*/ 4061 h 4717"/>
                          <a:gd name="connsiteX2" fmla="*/ 4758 w 5286"/>
                          <a:gd name="connsiteY2" fmla="*/ 1682 h 4717"/>
                          <a:gd name="connsiteX3" fmla="*/ 0 w 5286"/>
                          <a:gd name="connsiteY3" fmla="*/ 493 h 47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286" h="4717">
                            <a:moveTo>
                              <a:pt x="0" y="493"/>
                            </a:moveTo>
                            <a:cubicBezTo>
                              <a:pt x="0" y="1682"/>
                              <a:pt x="3568" y="6440"/>
                              <a:pt x="4758" y="4061"/>
                            </a:cubicBezTo>
                            <a:cubicBezTo>
                              <a:pt x="4758" y="4061"/>
                              <a:pt x="5947" y="2871"/>
                              <a:pt x="4758" y="1682"/>
                            </a:cubicBezTo>
                            <a:cubicBezTo>
                              <a:pt x="3568" y="493"/>
                              <a:pt x="0" y="-697"/>
                              <a:pt x="0" y="493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3" name="Freeform 1252">
                        <a:extLst>
                          <a:ext uri="{FF2B5EF4-FFF2-40B4-BE49-F238E27FC236}">
                            <a16:creationId xmlns:a16="http://schemas.microsoft.com/office/drawing/2014/main" id="{552DDAF7-238A-4C8D-01D1-3BE85626C9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91689" y="5612833"/>
                        <a:ext cx="24978" cy="56205"/>
                      </a:xfrm>
                      <a:custGeom>
                        <a:avLst/>
                        <a:gdLst>
                          <a:gd name="connsiteX0" fmla="*/ 0 w 24978"/>
                          <a:gd name="connsiteY0" fmla="*/ 18029 h 56205"/>
                          <a:gd name="connsiteX1" fmla="*/ 3568 w 24978"/>
                          <a:gd name="connsiteY1" fmla="*/ 26355 h 56205"/>
                          <a:gd name="connsiteX2" fmla="*/ 5947 w 24978"/>
                          <a:gd name="connsiteY2" fmla="*/ 41818 h 56205"/>
                          <a:gd name="connsiteX3" fmla="*/ 3568 w 24978"/>
                          <a:gd name="connsiteY3" fmla="*/ 52523 h 56205"/>
                          <a:gd name="connsiteX4" fmla="*/ 17842 w 24978"/>
                          <a:gd name="connsiteY4" fmla="*/ 54902 h 56205"/>
                          <a:gd name="connsiteX5" fmla="*/ 19031 w 24978"/>
                          <a:gd name="connsiteY5" fmla="*/ 43007 h 56205"/>
                          <a:gd name="connsiteX6" fmla="*/ 24978 w 24978"/>
                          <a:gd name="connsiteY6" fmla="*/ 43007 h 56205"/>
                          <a:gd name="connsiteX7" fmla="*/ 21410 w 24978"/>
                          <a:gd name="connsiteY7" fmla="*/ 37060 h 56205"/>
                          <a:gd name="connsiteX8" fmla="*/ 22599 w 24978"/>
                          <a:gd name="connsiteY8" fmla="*/ 34682 h 56205"/>
                          <a:gd name="connsiteX9" fmla="*/ 16652 w 24978"/>
                          <a:gd name="connsiteY9" fmla="*/ 27545 h 56205"/>
                          <a:gd name="connsiteX10" fmla="*/ 24978 w 24978"/>
                          <a:gd name="connsiteY10" fmla="*/ 28734 h 56205"/>
                          <a:gd name="connsiteX11" fmla="*/ 20220 w 24978"/>
                          <a:gd name="connsiteY11" fmla="*/ 21598 h 56205"/>
                          <a:gd name="connsiteX12" fmla="*/ 22599 w 24978"/>
                          <a:gd name="connsiteY12" fmla="*/ 18029 h 56205"/>
                          <a:gd name="connsiteX13" fmla="*/ 20220 w 24978"/>
                          <a:gd name="connsiteY13" fmla="*/ 6135 h 56205"/>
                          <a:gd name="connsiteX14" fmla="*/ 7137 w 24978"/>
                          <a:gd name="connsiteY14" fmla="*/ 188 h 56205"/>
                          <a:gd name="connsiteX15" fmla="*/ 2379 w 24978"/>
                          <a:gd name="connsiteY15" fmla="*/ 4946 h 56205"/>
                          <a:gd name="connsiteX16" fmla="*/ 4758 w 24978"/>
                          <a:gd name="connsiteY16" fmla="*/ 9703 h 56205"/>
                          <a:gd name="connsiteX17" fmla="*/ 0 w 24978"/>
                          <a:gd name="connsiteY17" fmla="*/ 18029 h 562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</a:cxnLst>
                        <a:rect l="l" t="t" r="r" b="b"/>
                        <a:pathLst>
                          <a:path w="24978" h="56205">
                            <a:moveTo>
                              <a:pt x="0" y="18029"/>
                            </a:moveTo>
                            <a:cubicBezTo>
                              <a:pt x="0" y="20408"/>
                              <a:pt x="3568" y="22787"/>
                              <a:pt x="3568" y="26355"/>
                            </a:cubicBezTo>
                            <a:cubicBezTo>
                              <a:pt x="4758" y="29924"/>
                              <a:pt x="7137" y="37060"/>
                              <a:pt x="5947" y="41818"/>
                            </a:cubicBezTo>
                            <a:cubicBezTo>
                              <a:pt x="4758" y="46576"/>
                              <a:pt x="1189" y="51334"/>
                              <a:pt x="3568" y="52523"/>
                            </a:cubicBezTo>
                            <a:cubicBezTo>
                              <a:pt x="5947" y="53712"/>
                              <a:pt x="16652" y="58470"/>
                              <a:pt x="17842" y="54902"/>
                            </a:cubicBezTo>
                            <a:cubicBezTo>
                              <a:pt x="19031" y="51334"/>
                              <a:pt x="16652" y="41818"/>
                              <a:pt x="19031" y="43007"/>
                            </a:cubicBezTo>
                            <a:cubicBezTo>
                              <a:pt x="21410" y="44197"/>
                              <a:pt x="24978" y="45386"/>
                              <a:pt x="24978" y="43007"/>
                            </a:cubicBezTo>
                            <a:cubicBezTo>
                              <a:pt x="24978" y="40629"/>
                              <a:pt x="21410" y="38250"/>
                              <a:pt x="21410" y="37060"/>
                            </a:cubicBezTo>
                            <a:cubicBezTo>
                              <a:pt x="22599" y="35871"/>
                              <a:pt x="22599" y="35871"/>
                              <a:pt x="22599" y="34682"/>
                            </a:cubicBezTo>
                            <a:cubicBezTo>
                              <a:pt x="21410" y="33492"/>
                              <a:pt x="14273" y="26355"/>
                              <a:pt x="16652" y="27545"/>
                            </a:cubicBezTo>
                            <a:cubicBezTo>
                              <a:pt x="19031" y="27545"/>
                              <a:pt x="24978" y="29924"/>
                              <a:pt x="24978" y="28734"/>
                            </a:cubicBezTo>
                            <a:cubicBezTo>
                              <a:pt x="24978" y="26355"/>
                              <a:pt x="16652" y="22787"/>
                              <a:pt x="20220" y="21598"/>
                            </a:cubicBezTo>
                            <a:cubicBezTo>
                              <a:pt x="20220" y="21598"/>
                              <a:pt x="22599" y="21598"/>
                              <a:pt x="22599" y="18029"/>
                            </a:cubicBezTo>
                            <a:cubicBezTo>
                              <a:pt x="22599" y="15651"/>
                              <a:pt x="22599" y="7324"/>
                              <a:pt x="20220" y="6135"/>
                            </a:cubicBezTo>
                            <a:cubicBezTo>
                              <a:pt x="17842" y="3756"/>
                              <a:pt x="9515" y="-1001"/>
                              <a:pt x="7137" y="188"/>
                            </a:cubicBezTo>
                            <a:cubicBezTo>
                              <a:pt x="4758" y="1377"/>
                              <a:pt x="0" y="2567"/>
                              <a:pt x="2379" y="4946"/>
                            </a:cubicBezTo>
                            <a:cubicBezTo>
                              <a:pt x="3568" y="7324"/>
                              <a:pt x="4758" y="8514"/>
                              <a:pt x="4758" y="9703"/>
                            </a:cubicBezTo>
                            <a:cubicBezTo>
                              <a:pt x="3568" y="13272"/>
                              <a:pt x="1189" y="15651"/>
                              <a:pt x="0" y="18029"/>
                            </a:cubicBezTo>
                            <a:close/>
                          </a:path>
                        </a:pathLst>
                      </a:custGeom>
                      <a:grpFill/>
                      <a:ln w="1189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54" name="Freeform 1253">
                      <a:extLst>
                        <a:ext uri="{FF2B5EF4-FFF2-40B4-BE49-F238E27FC236}">
                          <a16:creationId xmlns:a16="http://schemas.microsoft.com/office/drawing/2014/main" id="{8C87E2FC-B1EB-720D-D0F9-08843156DD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13379" y="4090544"/>
                      <a:ext cx="286653" cy="240266"/>
                    </a:xfrm>
                    <a:custGeom>
                      <a:avLst/>
                      <a:gdLst>
                        <a:gd name="connsiteX0" fmla="*/ 255729 w 286653"/>
                        <a:gd name="connsiteY0" fmla="*/ 80882 h 240266"/>
                        <a:gd name="connsiteX1" fmla="*/ 255729 w 286653"/>
                        <a:gd name="connsiteY1" fmla="*/ 76124 h 240266"/>
                        <a:gd name="connsiteX2" fmla="*/ 255729 w 286653"/>
                        <a:gd name="connsiteY2" fmla="*/ 72556 h 240266"/>
                        <a:gd name="connsiteX3" fmla="*/ 255729 w 286653"/>
                        <a:gd name="connsiteY3" fmla="*/ 68987 h 240266"/>
                        <a:gd name="connsiteX4" fmla="*/ 255729 w 286653"/>
                        <a:gd name="connsiteY4" fmla="*/ 64230 h 240266"/>
                        <a:gd name="connsiteX5" fmla="*/ 253350 w 286653"/>
                        <a:gd name="connsiteY5" fmla="*/ 61851 h 240266"/>
                        <a:gd name="connsiteX6" fmla="*/ 249781 w 286653"/>
                        <a:gd name="connsiteY6" fmla="*/ 57093 h 240266"/>
                        <a:gd name="connsiteX7" fmla="*/ 247402 w 286653"/>
                        <a:gd name="connsiteY7" fmla="*/ 53525 h 240266"/>
                        <a:gd name="connsiteX8" fmla="*/ 245023 w 286653"/>
                        <a:gd name="connsiteY8" fmla="*/ 51146 h 240266"/>
                        <a:gd name="connsiteX9" fmla="*/ 241455 w 286653"/>
                        <a:gd name="connsiteY9" fmla="*/ 47577 h 240266"/>
                        <a:gd name="connsiteX10" fmla="*/ 240266 w 286653"/>
                        <a:gd name="connsiteY10" fmla="*/ 44009 h 240266"/>
                        <a:gd name="connsiteX11" fmla="*/ 239076 w 286653"/>
                        <a:gd name="connsiteY11" fmla="*/ 39252 h 240266"/>
                        <a:gd name="connsiteX12" fmla="*/ 237887 w 286653"/>
                        <a:gd name="connsiteY12" fmla="*/ 33304 h 240266"/>
                        <a:gd name="connsiteX13" fmla="*/ 236698 w 286653"/>
                        <a:gd name="connsiteY13" fmla="*/ 28547 h 240266"/>
                        <a:gd name="connsiteX14" fmla="*/ 237887 w 286653"/>
                        <a:gd name="connsiteY14" fmla="*/ 21410 h 240266"/>
                        <a:gd name="connsiteX15" fmla="*/ 237887 w 286653"/>
                        <a:gd name="connsiteY15" fmla="*/ 17842 h 240266"/>
                        <a:gd name="connsiteX16" fmla="*/ 237887 w 286653"/>
                        <a:gd name="connsiteY16" fmla="*/ 10705 h 240266"/>
                        <a:gd name="connsiteX17" fmla="*/ 239076 w 286653"/>
                        <a:gd name="connsiteY17" fmla="*/ 5947 h 240266"/>
                        <a:gd name="connsiteX18" fmla="*/ 239076 w 286653"/>
                        <a:gd name="connsiteY18" fmla="*/ 1190 h 240266"/>
                        <a:gd name="connsiteX19" fmla="*/ 235508 w 286653"/>
                        <a:gd name="connsiteY19" fmla="*/ 0 h 240266"/>
                        <a:gd name="connsiteX20" fmla="*/ 229561 w 286653"/>
                        <a:gd name="connsiteY20" fmla="*/ 0 h 240266"/>
                        <a:gd name="connsiteX21" fmla="*/ 225993 w 286653"/>
                        <a:gd name="connsiteY21" fmla="*/ 1190 h 240266"/>
                        <a:gd name="connsiteX22" fmla="*/ 224803 w 286653"/>
                        <a:gd name="connsiteY22" fmla="*/ 4758 h 240266"/>
                        <a:gd name="connsiteX23" fmla="*/ 222424 w 286653"/>
                        <a:gd name="connsiteY23" fmla="*/ 5947 h 240266"/>
                        <a:gd name="connsiteX24" fmla="*/ 217666 w 286653"/>
                        <a:gd name="connsiteY24" fmla="*/ 4758 h 240266"/>
                        <a:gd name="connsiteX25" fmla="*/ 212909 w 286653"/>
                        <a:gd name="connsiteY25" fmla="*/ 4758 h 240266"/>
                        <a:gd name="connsiteX26" fmla="*/ 210530 w 286653"/>
                        <a:gd name="connsiteY26" fmla="*/ 5947 h 240266"/>
                        <a:gd name="connsiteX27" fmla="*/ 209340 w 286653"/>
                        <a:gd name="connsiteY27" fmla="*/ 9516 h 240266"/>
                        <a:gd name="connsiteX28" fmla="*/ 212909 w 286653"/>
                        <a:gd name="connsiteY28" fmla="*/ 14273 h 240266"/>
                        <a:gd name="connsiteX29" fmla="*/ 212909 w 286653"/>
                        <a:gd name="connsiteY29" fmla="*/ 19031 h 240266"/>
                        <a:gd name="connsiteX30" fmla="*/ 212909 w 286653"/>
                        <a:gd name="connsiteY30" fmla="*/ 27357 h 240266"/>
                        <a:gd name="connsiteX31" fmla="*/ 212909 w 286653"/>
                        <a:gd name="connsiteY31" fmla="*/ 29736 h 240266"/>
                        <a:gd name="connsiteX32" fmla="*/ 215287 w 286653"/>
                        <a:gd name="connsiteY32" fmla="*/ 35683 h 240266"/>
                        <a:gd name="connsiteX33" fmla="*/ 212909 w 286653"/>
                        <a:gd name="connsiteY33" fmla="*/ 41630 h 240266"/>
                        <a:gd name="connsiteX34" fmla="*/ 209340 w 286653"/>
                        <a:gd name="connsiteY34" fmla="*/ 44009 h 240266"/>
                        <a:gd name="connsiteX35" fmla="*/ 201014 w 286653"/>
                        <a:gd name="connsiteY35" fmla="*/ 51146 h 240266"/>
                        <a:gd name="connsiteX36" fmla="*/ 198635 w 286653"/>
                        <a:gd name="connsiteY36" fmla="*/ 55904 h 240266"/>
                        <a:gd name="connsiteX37" fmla="*/ 196257 w 286653"/>
                        <a:gd name="connsiteY37" fmla="*/ 60661 h 240266"/>
                        <a:gd name="connsiteX38" fmla="*/ 190310 w 286653"/>
                        <a:gd name="connsiteY38" fmla="*/ 68987 h 240266"/>
                        <a:gd name="connsiteX39" fmla="*/ 184362 w 286653"/>
                        <a:gd name="connsiteY39" fmla="*/ 73745 h 240266"/>
                        <a:gd name="connsiteX40" fmla="*/ 179604 w 286653"/>
                        <a:gd name="connsiteY40" fmla="*/ 78503 h 240266"/>
                        <a:gd name="connsiteX41" fmla="*/ 174847 w 286653"/>
                        <a:gd name="connsiteY41" fmla="*/ 78503 h 240266"/>
                        <a:gd name="connsiteX42" fmla="*/ 170089 w 286653"/>
                        <a:gd name="connsiteY42" fmla="*/ 78503 h 240266"/>
                        <a:gd name="connsiteX43" fmla="*/ 167710 w 286653"/>
                        <a:gd name="connsiteY43" fmla="*/ 76124 h 240266"/>
                        <a:gd name="connsiteX44" fmla="*/ 165331 w 286653"/>
                        <a:gd name="connsiteY44" fmla="*/ 73745 h 240266"/>
                        <a:gd name="connsiteX45" fmla="*/ 161763 w 286653"/>
                        <a:gd name="connsiteY45" fmla="*/ 72556 h 240266"/>
                        <a:gd name="connsiteX46" fmla="*/ 159384 w 286653"/>
                        <a:gd name="connsiteY46" fmla="*/ 70177 h 240266"/>
                        <a:gd name="connsiteX47" fmla="*/ 154627 w 286653"/>
                        <a:gd name="connsiteY47" fmla="*/ 66608 h 240266"/>
                        <a:gd name="connsiteX48" fmla="*/ 151058 w 286653"/>
                        <a:gd name="connsiteY48" fmla="*/ 63040 h 240266"/>
                        <a:gd name="connsiteX49" fmla="*/ 148679 w 286653"/>
                        <a:gd name="connsiteY49" fmla="*/ 60661 h 240266"/>
                        <a:gd name="connsiteX50" fmla="*/ 145111 w 286653"/>
                        <a:gd name="connsiteY50" fmla="*/ 61851 h 240266"/>
                        <a:gd name="connsiteX51" fmla="*/ 140353 w 286653"/>
                        <a:gd name="connsiteY51" fmla="*/ 65419 h 240266"/>
                        <a:gd name="connsiteX52" fmla="*/ 135596 w 286653"/>
                        <a:gd name="connsiteY52" fmla="*/ 67798 h 240266"/>
                        <a:gd name="connsiteX53" fmla="*/ 134406 w 286653"/>
                        <a:gd name="connsiteY53" fmla="*/ 76124 h 240266"/>
                        <a:gd name="connsiteX54" fmla="*/ 132027 w 286653"/>
                        <a:gd name="connsiteY54" fmla="*/ 78503 h 240266"/>
                        <a:gd name="connsiteX55" fmla="*/ 129648 w 286653"/>
                        <a:gd name="connsiteY55" fmla="*/ 79692 h 240266"/>
                        <a:gd name="connsiteX56" fmla="*/ 123701 w 286653"/>
                        <a:gd name="connsiteY56" fmla="*/ 79692 h 240266"/>
                        <a:gd name="connsiteX57" fmla="*/ 120133 w 286653"/>
                        <a:gd name="connsiteY57" fmla="*/ 80882 h 240266"/>
                        <a:gd name="connsiteX58" fmla="*/ 117754 w 286653"/>
                        <a:gd name="connsiteY58" fmla="*/ 85639 h 240266"/>
                        <a:gd name="connsiteX59" fmla="*/ 116564 w 286653"/>
                        <a:gd name="connsiteY59" fmla="*/ 89208 h 240266"/>
                        <a:gd name="connsiteX60" fmla="*/ 112996 w 286653"/>
                        <a:gd name="connsiteY60" fmla="*/ 91587 h 240266"/>
                        <a:gd name="connsiteX61" fmla="*/ 108238 w 286653"/>
                        <a:gd name="connsiteY61" fmla="*/ 92776 h 240266"/>
                        <a:gd name="connsiteX62" fmla="*/ 103481 w 286653"/>
                        <a:gd name="connsiteY62" fmla="*/ 92776 h 240266"/>
                        <a:gd name="connsiteX63" fmla="*/ 97533 w 286653"/>
                        <a:gd name="connsiteY63" fmla="*/ 93966 h 240266"/>
                        <a:gd name="connsiteX64" fmla="*/ 93965 w 286653"/>
                        <a:gd name="connsiteY64" fmla="*/ 92776 h 240266"/>
                        <a:gd name="connsiteX65" fmla="*/ 91586 w 286653"/>
                        <a:gd name="connsiteY65" fmla="*/ 90397 h 240266"/>
                        <a:gd name="connsiteX66" fmla="*/ 90397 w 286653"/>
                        <a:gd name="connsiteY66" fmla="*/ 85639 h 240266"/>
                        <a:gd name="connsiteX67" fmla="*/ 89208 w 286653"/>
                        <a:gd name="connsiteY67" fmla="*/ 83260 h 240266"/>
                        <a:gd name="connsiteX68" fmla="*/ 86829 w 286653"/>
                        <a:gd name="connsiteY68" fmla="*/ 82071 h 240266"/>
                        <a:gd name="connsiteX69" fmla="*/ 85639 w 286653"/>
                        <a:gd name="connsiteY69" fmla="*/ 82071 h 240266"/>
                        <a:gd name="connsiteX70" fmla="*/ 77313 w 286653"/>
                        <a:gd name="connsiteY70" fmla="*/ 84450 h 240266"/>
                        <a:gd name="connsiteX71" fmla="*/ 72555 w 286653"/>
                        <a:gd name="connsiteY71" fmla="*/ 83260 h 240266"/>
                        <a:gd name="connsiteX72" fmla="*/ 66608 w 286653"/>
                        <a:gd name="connsiteY72" fmla="*/ 83260 h 240266"/>
                        <a:gd name="connsiteX73" fmla="*/ 63040 w 286653"/>
                        <a:gd name="connsiteY73" fmla="*/ 84450 h 240266"/>
                        <a:gd name="connsiteX74" fmla="*/ 57093 w 286653"/>
                        <a:gd name="connsiteY74" fmla="*/ 88018 h 240266"/>
                        <a:gd name="connsiteX75" fmla="*/ 53525 w 286653"/>
                        <a:gd name="connsiteY75" fmla="*/ 89208 h 240266"/>
                        <a:gd name="connsiteX76" fmla="*/ 48767 w 286653"/>
                        <a:gd name="connsiteY76" fmla="*/ 88018 h 240266"/>
                        <a:gd name="connsiteX77" fmla="*/ 45198 w 286653"/>
                        <a:gd name="connsiteY77" fmla="*/ 84450 h 240266"/>
                        <a:gd name="connsiteX78" fmla="*/ 44009 w 286653"/>
                        <a:gd name="connsiteY78" fmla="*/ 79692 h 240266"/>
                        <a:gd name="connsiteX79" fmla="*/ 42819 w 286653"/>
                        <a:gd name="connsiteY79" fmla="*/ 74935 h 240266"/>
                        <a:gd name="connsiteX80" fmla="*/ 40441 w 286653"/>
                        <a:gd name="connsiteY80" fmla="*/ 73745 h 240266"/>
                        <a:gd name="connsiteX81" fmla="*/ 38062 w 286653"/>
                        <a:gd name="connsiteY81" fmla="*/ 68987 h 240266"/>
                        <a:gd name="connsiteX82" fmla="*/ 35683 w 286653"/>
                        <a:gd name="connsiteY82" fmla="*/ 63040 h 240266"/>
                        <a:gd name="connsiteX83" fmla="*/ 32115 w 286653"/>
                        <a:gd name="connsiteY83" fmla="*/ 57093 h 240266"/>
                        <a:gd name="connsiteX84" fmla="*/ 26167 w 286653"/>
                        <a:gd name="connsiteY84" fmla="*/ 57093 h 240266"/>
                        <a:gd name="connsiteX85" fmla="*/ 17842 w 286653"/>
                        <a:gd name="connsiteY85" fmla="*/ 58283 h 240266"/>
                        <a:gd name="connsiteX86" fmla="*/ 11894 w 286653"/>
                        <a:gd name="connsiteY86" fmla="*/ 60661 h 240266"/>
                        <a:gd name="connsiteX87" fmla="*/ 8326 w 286653"/>
                        <a:gd name="connsiteY87" fmla="*/ 66608 h 240266"/>
                        <a:gd name="connsiteX88" fmla="*/ 4758 w 286653"/>
                        <a:gd name="connsiteY88" fmla="*/ 71366 h 240266"/>
                        <a:gd name="connsiteX89" fmla="*/ 0 w 286653"/>
                        <a:gd name="connsiteY89" fmla="*/ 78503 h 240266"/>
                        <a:gd name="connsiteX90" fmla="*/ 0 w 286653"/>
                        <a:gd name="connsiteY90" fmla="*/ 85639 h 240266"/>
                        <a:gd name="connsiteX91" fmla="*/ 3568 w 286653"/>
                        <a:gd name="connsiteY91" fmla="*/ 91587 h 240266"/>
                        <a:gd name="connsiteX92" fmla="*/ 1189 w 286653"/>
                        <a:gd name="connsiteY92" fmla="*/ 96344 h 240266"/>
                        <a:gd name="connsiteX93" fmla="*/ 1189 w 286653"/>
                        <a:gd name="connsiteY93" fmla="*/ 102291 h 240266"/>
                        <a:gd name="connsiteX94" fmla="*/ 0 w 286653"/>
                        <a:gd name="connsiteY94" fmla="*/ 108239 h 240266"/>
                        <a:gd name="connsiteX95" fmla="*/ 19031 w 286653"/>
                        <a:gd name="connsiteY95" fmla="*/ 120133 h 240266"/>
                        <a:gd name="connsiteX96" fmla="*/ 24978 w 286653"/>
                        <a:gd name="connsiteY96" fmla="*/ 124891 h 240266"/>
                        <a:gd name="connsiteX97" fmla="*/ 30925 w 286653"/>
                        <a:gd name="connsiteY97" fmla="*/ 128459 h 240266"/>
                        <a:gd name="connsiteX98" fmla="*/ 23789 w 286653"/>
                        <a:gd name="connsiteY98" fmla="*/ 139164 h 240266"/>
                        <a:gd name="connsiteX99" fmla="*/ 45198 w 286653"/>
                        <a:gd name="connsiteY99" fmla="*/ 146301 h 240266"/>
                        <a:gd name="connsiteX100" fmla="*/ 58282 w 286653"/>
                        <a:gd name="connsiteY100" fmla="*/ 164142 h 240266"/>
                        <a:gd name="connsiteX101" fmla="*/ 61850 w 286653"/>
                        <a:gd name="connsiteY101" fmla="*/ 167710 h 240266"/>
                        <a:gd name="connsiteX102" fmla="*/ 64229 w 286653"/>
                        <a:gd name="connsiteY102" fmla="*/ 173658 h 240266"/>
                        <a:gd name="connsiteX103" fmla="*/ 73745 w 286653"/>
                        <a:gd name="connsiteY103" fmla="*/ 178415 h 240266"/>
                        <a:gd name="connsiteX104" fmla="*/ 82071 w 286653"/>
                        <a:gd name="connsiteY104" fmla="*/ 197446 h 240266"/>
                        <a:gd name="connsiteX105" fmla="*/ 86829 w 286653"/>
                        <a:gd name="connsiteY105" fmla="*/ 203393 h 240266"/>
                        <a:gd name="connsiteX106" fmla="*/ 99912 w 286653"/>
                        <a:gd name="connsiteY106" fmla="*/ 216477 h 240266"/>
                        <a:gd name="connsiteX107" fmla="*/ 110617 w 286653"/>
                        <a:gd name="connsiteY107" fmla="*/ 212909 h 240266"/>
                        <a:gd name="connsiteX108" fmla="*/ 121322 w 286653"/>
                        <a:gd name="connsiteY108" fmla="*/ 211720 h 240266"/>
                        <a:gd name="connsiteX109" fmla="*/ 139164 w 286653"/>
                        <a:gd name="connsiteY109" fmla="*/ 205772 h 240266"/>
                        <a:gd name="connsiteX110" fmla="*/ 147490 w 286653"/>
                        <a:gd name="connsiteY110" fmla="*/ 212909 h 240266"/>
                        <a:gd name="connsiteX111" fmla="*/ 151058 w 286653"/>
                        <a:gd name="connsiteY111" fmla="*/ 217667 h 240266"/>
                        <a:gd name="connsiteX112" fmla="*/ 157005 w 286653"/>
                        <a:gd name="connsiteY112" fmla="*/ 220045 h 240266"/>
                        <a:gd name="connsiteX113" fmla="*/ 174847 w 286653"/>
                        <a:gd name="connsiteY113" fmla="*/ 237887 h 240266"/>
                        <a:gd name="connsiteX114" fmla="*/ 176036 w 286653"/>
                        <a:gd name="connsiteY114" fmla="*/ 236698 h 240266"/>
                        <a:gd name="connsiteX115" fmla="*/ 186741 w 286653"/>
                        <a:gd name="connsiteY115" fmla="*/ 230751 h 240266"/>
                        <a:gd name="connsiteX116" fmla="*/ 205772 w 286653"/>
                        <a:gd name="connsiteY116" fmla="*/ 240266 h 240266"/>
                        <a:gd name="connsiteX117" fmla="*/ 210530 w 286653"/>
                        <a:gd name="connsiteY117" fmla="*/ 234319 h 240266"/>
                        <a:gd name="connsiteX118" fmla="*/ 228371 w 286653"/>
                        <a:gd name="connsiteY118" fmla="*/ 230751 h 240266"/>
                        <a:gd name="connsiteX119" fmla="*/ 248592 w 286653"/>
                        <a:gd name="connsiteY119" fmla="*/ 227182 h 240266"/>
                        <a:gd name="connsiteX120" fmla="*/ 259297 w 286653"/>
                        <a:gd name="connsiteY120" fmla="*/ 218856 h 240266"/>
                        <a:gd name="connsiteX121" fmla="*/ 272381 w 286653"/>
                        <a:gd name="connsiteY121" fmla="*/ 205772 h 240266"/>
                        <a:gd name="connsiteX122" fmla="*/ 283085 w 286653"/>
                        <a:gd name="connsiteY122" fmla="*/ 193878 h 240266"/>
                        <a:gd name="connsiteX123" fmla="*/ 286654 w 286653"/>
                        <a:gd name="connsiteY123" fmla="*/ 187931 h 240266"/>
                        <a:gd name="connsiteX124" fmla="*/ 284275 w 286653"/>
                        <a:gd name="connsiteY124" fmla="*/ 180794 h 240266"/>
                        <a:gd name="connsiteX125" fmla="*/ 267623 w 286653"/>
                        <a:gd name="connsiteY125" fmla="*/ 154627 h 240266"/>
                        <a:gd name="connsiteX126" fmla="*/ 246213 w 286653"/>
                        <a:gd name="connsiteY126" fmla="*/ 126080 h 240266"/>
                        <a:gd name="connsiteX127" fmla="*/ 229561 w 286653"/>
                        <a:gd name="connsiteY127" fmla="*/ 127270 h 240266"/>
                        <a:gd name="connsiteX128" fmla="*/ 237887 w 286653"/>
                        <a:gd name="connsiteY128" fmla="*/ 110618 h 240266"/>
                        <a:gd name="connsiteX129" fmla="*/ 255729 w 286653"/>
                        <a:gd name="connsiteY129" fmla="*/ 110618 h 240266"/>
                        <a:gd name="connsiteX130" fmla="*/ 259297 w 286653"/>
                        <a:gd name="connsiteY130" fmla="*/ 92776 h 240266"/>
                        <a:gd name="connsiteX131" fmla="*/ 255729 w 286653"/>
                        <a:gd name="connsiteY131" fmla="*/ 90397 h 240266"/>
                        <a:gd name="connsiteX132" fmla="*/ 255729 w 286653"/>
                        <a:gd name="connsiteY132" fmla="*/ 80882 h 240266"/>
                        <a:gd name="connsiteX133" fmla="*/ 255729 w 286653"/>
                        <a:gd name="connsiteY133" fmla="*/ 80882 h 2402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</a:cxnLst>
                      <a:rect l="l" t="t" r="r" b="b"/>
                      <a:pathLst>
                        <a:path w="286653" h="240266">
                          <a:moveTo>
                            <a:pt x="255729" y="80882"/>
                          </a:moveTo>
                          <a:lnTo>
                            <a:pt x="255729" y="76124"/>
                          </a:lnTo>
                          <a:lnTo>
                            <a:pt x="255729" y="72556"/>
                          </a:lnTo>
                          <a:lnTo>
                            <a:pt x="255729" y="68987"/>
                          </a:lnTo>
                          <a:lnTo>
                            <a:pt x="255729" y="64230"/>
                          </a:lnTo>
                          <a:lnTo>
                            <a:pt x="253350" y="61851"/>
                          </a:lnTo>
                          <a:lnTo>
                            <a:pt x="249781" y="57093"/>
                          </a:lnTo>
                          <a:lnTo>
                            <a:pt x="247402" y="53525"/>
                          </a:lnTo>
                          <a:lnTo>
                            <a:pt x="245023" y="51146"/>
                          </a:lnTo>
                          <a:lnTo>
                            <a:pt x="241455" y="47577"/>
                          </a:lnTo>
                          <a:lnTo>
                            <a:pt x="240266" y="44009"/>
                          </a:lnTo>
                          <a:lnTo>
                            <a:pt x="239076" y="39252"/>
                          </a:lnTo>
                          <a:lnTo>
                            <a:pt x="237887" y="33304"/>
                          </a:lnTo>
                          <a:lnTo>
                            <a:pt x="236698" y="28547"/>
                          </a:lnTo>
                          <a:lnTo>
                            <a:pt x="237887" y="21410"/>
                          </a:lnTo>
                          <a:lnTo>
                            <a:pt x="237887" y="17842"/>
                          </a:lnTo>
                          <a:lnTo>
                            <a:pt x="237887" y="10705"/>
                          </a:lnTo>
                          <a:lnTo>
                            <a:pt x="239076" y="5947"/>
                          </a:lnTo>
                          <a:lnTo>
                            <a:pt x="239076" y="1190"/>
                          </a:lnTo>
                          <a:lnTo>
                            <a:pt x="235508" y="0"/>
                          </a:lnTo>
                          <a:lnTo>
                            <a:pt x="229561" y="0"/>
                          </a:lnTo>
                          <a:lnTo>
                            <a:pt x="225993" y="1190"/>
                          </a:lnTo>
                          <a:lnTo>
                            <a:pt x="224803" y="4758"/>
                          </a:lnTo>
                          <a:lnTo>
                            <a:pt x="222424" y="5947"/>
                          </a:lnTo>
                          <a:lnTo>
                            <a:pt x="217666" y="4758"/>
                          </a:lnTo>
                          <a:lnTo>
                            <a:pt x="212909" y="4758"/>
                          </a:lnTo>
                          <a:lnTo>
                            <a:pt x="210530" y="5947"/>
                          </a:lnTo>
                          <a:lnTo>
                            <a:pt x="209340" y="9516"/>
                          </a:lnTo>
                          <a:lnTo>
                            <a:pt x="212909" y="14273"/>
                          </a:lnTo>
                          <a:lnTo>
                            <a:pt x="212909" y="19031"/>
                          </a:lnTo>
                          <a:lnTo>
                            <a:pt x="212909" y="27357"/>
                          </a:lnTo>
                          <a:lnTo>
                            <a:pt x="212909" y="29736"/>
                          </a:lnTo>
                          <a:lnTo>
                            <a:pt x="215287" y="35683"/>
                          </a:lnTo>
                          <a:lnTo>
                            <a:pt x="212909" y="41630"/>
                          </a:lnTo>
                          <a:lnTo>
                            <a:pt x="209340" y="44009"/>
                          </a:lnTo>
                          <a:lnTo>
                            <a:pt x="201014" y="51146"/>
                          </a:lnTo>
                          <a:lnTo>
                            <a:pt x="198635" y="55904"/>
                          </a:lnTo>
                          <a:lnTo>
                            <a:pt x="196257" y="60661"/>
                          </a:lnTo>
                          <a:lnTo>
                            <a:pt x="190310" y="68987"/>
                          </a:lnTo>
                          <a:lnTo>
                            <a:pt x="184362" y="73745"/>
                          </a:lnTo>
                          <a:lnTo>
                            <a:pt x="179604" y="78503"/>
                          </a:lnTo>
                          <a:lnTo>
                            <a:pt x="174847" y="78503"/>
                          </a:lnTo>
                          <a:lnTo>
                            <a:pt x="170089" y="78503"/>
                          </a:lnTo>
                          <a:lnTo>
                            <a:pt x="167710" y="76124"/>
                          </a:lnTo>
                          <a:lnTo>
                            <a:pt x="165331" y="73745"/>
                          </a:lnTo>
                          <a:lnTo>
                            <a:pt x="161763" y="72556"/>
                          </a:lnTo>
                          <a:lnTo>
                            <a:pt x="159384" y="70177"/>
                          </a:lnTo>
                          <a:lnTo>
                            <a:pt x="154627" y="66608"/>
                          </a:lnTo>
                          <a:lnTo>
                            <a:pt x="151058" y="63040"/>
                          </a:lnTo>
                          <a:lnTo>
                            <a:pt x="148679" y="60661"/>
                          </a:lnTo>
                          <a:lnTo>
                            <a:pt x="145111" y="61851"/>
                          </a:lnTo>
                          <a:lnTo>
                            <a:pt x="140353" y="65419"/>
                          </a:lnTo>
                          <a:lnTo>
                            <a:pt x="135596" y="67798"/>
                          </a:lnTo>
                          <a:lnTo>
                            <a:pt x="134406" y="76124"/>
                          </a:lnTo>
                          <a:lnTo>
                            <a:pt x="132027" y="78503"/>
                          </a:lnTo>
                          <a:lnTo>
                            <a:pt x="129648" y="79692"/>
                          </a:lnTo>
                          <a:lnTo>
                            <a:pt x="123701" y="79692"/>
                          </a:lnTo>
                          <a:lnTo>
                            <a:pt x="120133" y="80882"/>
                          </a:lnTo>
                          <a:lnTo>
                            <a:pt x="117754" y="85639"/>
                          </a:lnTo>
                          <a:lnTo>
                            <a:pt x="116564" y="89208"/>
                          </a:lnTo>
                          <a:lnTo>
                            <a:pt x="112996" y="91587"/>
                          </a:lnTo>
                          <a:lnTo>
                            <a:pt x="108238" y="92776"/>
                          </a:lnTo>
                          <a:lnTo>
                            <a:pt x="103481" y="92776"/>
                          </a:lnTo>
                          <a:lnTo>
                            <a:pt x="97533" y="93966"/>
                          </a:lnTo>
                          <a:lnTo>
                            <a:pt x="93965" y="92776"/>
                          </a:lnTo>
                          <a:lnTo>
                            <a:pt x="91586" y="90397"/>
                          </a:lnTo>
                          <a:lnTo>
                            <a:pt x="90397" y="85639"/>
                          </a:lnTo>
                          <a:lnTo>
                            <a:pt x="89208" y="83260"/>
                          </a:lnTo>
                          <a:lnTo>
                            <a:pt x="86829" y="82071"/>
                          </a:lnTo>
                          <a:lnTo>
                            <a:pt x="85639" y="82071"/>
                          </a:lnTo>
                          <a:lnTo>
                            <a:pt x="77313" y="84450"/>
                          </a:lnTo>
                          <a:lnTo>
                            <a:pt x="72555" y="83260"/>
                          </a:lnTo>
                          <a:lnTo>
                            <a:pt x="66608" y="83260"/>
                          </a:lnTo>
                          <a:lnTo>
                            <a:pt x="63040" y="84450"/>
                          </a:lnTo>
                          <a:lnTo>
                            <a:pt x="57093" y="88018"/>
                          </a:lnTo>
                          <a:lnTo>
                            <a:pt x="53525" y="89208"/>
                          </a:lnTo>
                          <a:lnTo>
                            <a:pt x="48767" y="88018"/>
                          </a:lnTo>
                          <a:lnTo>
                            <a:pt x="45198" y="84450"/>
                          </a:lnTo>
                          <a:lnTo>
                            <a:pt x="44009" y="79692"/>
                          </a:lnTo>
                          <a:lnTo>
                            <a:pt x="42819" y="74935"/>
                          </a:lnTo>
                          <a:lnTo>
                            <a:pt x="40441" y="73745"/>
                          </a:lnTo>
                          <a:lnTo>
                            <a:pt x="38062" y="68987"/>
                          </a:lnTo>
                          <a:lnTo>
                            <a:pt x="35683" y="63040"/>
                          </a:lnTo>
                          <a:lnTo>
                            <a:pt x="32115" y="57093"/>
                          </a:lnTo>
                          <a:lnTo>
                            <a:pt x="26167" y="57093"/>
                          </a:lnTo>
                          <a:lnTo>
                            <a:pt x="17842" y="58283"/>
                          </a:lnTo>
                          <a:lnTo>
                            <a:pt x="11894" y="60661"/>
                          </a:lnTo>
                          <a:lnTo>
                            <a:pt x="8326" y="66608"/>
                          </a:lnTo>
                          <a:lnTo>
                            <a:pt x="4758" y="71366"/>
                          </a:lnTo>
                          <a:lnTo>
                            <a:pt x="0" y="78503"/>
                          </a:lnTo>
                          <a:lnTo>
                            <a:pt x="0" y="85639"/>
                          </a:lnTo>
                          <a:lnTo>
                            <a:pt x="3568" y="91587"/>
                          </a:lnTo>
                          <a:lnTo>
                            <a:pt x="1189" y="96344"/>
                          </a:lnTo>
                          <a:lnTo>
                            <a:pt x="1189" y="102291"/>
                          </a:lnTo>
                          <a:lnTo>
                            <a:pt x="0" y="108239"/>
                          </a:lnTo>
                          <a:cubicBezTo>
                            <a:pt x="3568" y="114186"/>
                            <a:pt x="13083" y="115375"/>
                            <a:pt x="19031" y="120133"/>
                          </a:cubicBezTo>
                          <a:cubicBezTo>
                            <a:pt x="21410" y="122512"/>
                            <a:pt x="22599" y="123702"/>
                            <a:pt x="24978" y="124891"/>
                          </a:cubicBezTo>
                          <a:cubicBezTo>
                            <a:pt x="28546" y="126080"/>
                            <a:pt x="29736" y="123702"/>
                            <a:pt x="30925" y="128459"/>
                          </a:cubicBezTo>
                          <a:cubicBezTo>
                            <a:pt x="32115" y="132027"/>
                            <a:pt x="24978" y="136785"/>
                            <a:pt x="23789" y="139164"/>
                          </a:cubicBezTo>
                          <a:cubicBezTo>
                            <a:pt x="30925" y="142732"/>
                            <a:pt x="39251" y="141543"/>
                            <a:pt x="45198" y="146301"/>
                          </a:cubicBezTo>
                          <a:cubicBezTo>
                            <a:pt x="52335" y="151058"/>
                            <a:pt x="52335" y="159385"/>
                            <a:pt x="58282" y="164142"/>
                          </a:cubicBezTo>
                          <a:cubicBezTo>
                            <a:pt x="59472" y="165332"/>
                            <a:pt x="60661" y="165332"/>
                            <a:pt x="61850" y="167710"/>
                          </a:cubicBezTo>
                          <a:cubicBezTo>
                            <a:pt x="63040" y="168900"/>
                            <a:pt x="63040" y="171279"/>
                            <a:pt x="64229" y="173658"/>
                          </a:cubicBezTo>
                          <a:cubicBezTo>
                            <a:pt x="66608" y="177226"/>
                            <a:pt x="71366" y="176037"/>
                            <a:pt x="73745" y="178415"/>
                          </a:cubicBezTo>
                          <a:cubicBezTo>
                            <a:pt x="78502" y="183173"/>
                            <a:pt x="79692" y="190310"/>
                            <a:pt x="82071" y="197446"/>
                          </a:cubicBezTo>
                          <a:cubicBezTo>
                            <a:pt x="83260" y="199825"/>
                            <a:pt x="84450" y="201015"/>
                            <a:pt x="86829" y="203393"/>
                          </a:cubicBezTo>
                          <a:cubicBezTo>
                            <a:pt x="91586" y="208151"/>
                            <a:pt x="97533" y="209341"/>
                            <a:pt x="99912" y="216477"/>
                          </a:cubicBezTo>
                          <a:cubicBezTo>
                            <a:pt x="104670" y="216477"/>
                            <a:pt x="105860" y="214098"/>
                            <a:pt x="110617" y="212909"/>
                          </a:cubicBezTo>
                          <a:cubicBezTo>
                            <a:pt x="114185" y="211720"/>
                            <a:pt x="116564" y="211720"/>
                            <a:pt x="121322" y="211720"/>
                          </a:cubicBezTo>
                          <a:cubicBezTo>
                            <a:pt x="128459" y="211720"/>
                            <a:pt x="134406" y="210530"/>
                            <a:pt x="139164" y="205772"/>
                          </a:cubicBezTo>
                          <a:cubicBezTo>
                            <a:pt x="142732" y="206962"/>
                            <a:pt x="145111" y="210530"/>
                            <a:pt x="147490" y="212909"/>
                          </a:cubicBezTo>
                          <a:cubicBezTo>
                            <a:pt x="148679" y="214098"/>
                            <a:pt x="148679" y="216477"/>
                            <a:pt x="151058" y="217667"/>
                          </a:cubicBezTo>
                          <a:cubicBezTo>
                            <a:pt x="153437" y="218856"/>
                            <a:pt x="155816" y="218856"/>
                            <a:pt x="157005" y="220045"/>
                          </a:cubicBezTo>
                          <a:cubicBezTo>
                            <a:pt x="164142" y="225993"/>
                            <a:pt x="165331" y="233129"/>
                            <a:pt x="174847" y="237887"/>
                          </a:cubicBezTo>
                          <a:cubicBezTo>
                            <a:pt x="174847" y="237887"/>
                            <a:pt x="176036" y="236698"/>
                            <a:pt x="176036" y="236698"/>
                          </a:cubicBezTo>
                          <a:cubicBezTo>
                            <a:pt x="180794" y="229561"/>
                            <a:pt x="176036" y="228372"/>
                            <a:pt x="186741" y="230751"/>
                          </a:cubicBezTo>
                          <a:cubicBezTo>
                            <a:pt x="195067" y="231940"/>
                            <a:pt x="198635" y="236698"/>
                            <a:pt x="205772" y="240266"/>
                          </a:cubicBezTo>
                          <a:cubicBezTo>
                            <a:pt x="208151" y="239077"/>
                            <a:pt x="210530" y="236698"/>
                            <a:pt x="210530" y="234319"/>
                          </a:cubicBezTo>
                          <a:cubicBezTo>
                            <a:pt x="216477" y="233129"/>
                            <a:pt x="221235" y="230751"/>
                            <a:pt x="228371" y="230751"/>
                          </a:cubicBezTo>
                          <a:cubicBezTo>
                            <a:pt x="236698" y="229561"/>
                            <a:pt x="241455" y="231940"/>
                            <a:pt x="248592" y="227182"/>
                          </a:cubicBezTo>
                          <a:cubicBezTo>
                            <a:pt x="253350" y="224804"/>
                            <a:pt x="255729" y="221235"/>
                            <a:pt x="259297" y="218856"/>
                          </a:cubicBezTo>
                          <a:cubicBezTo>
                            <a:pt x="264054" y="215288"/>
                            <a:pt x="267623" y="210530"/>
                            <a:pt x="272381" y="205772"/>
                          </a:cubicBezTo>
                          <a:cubicBezTo>
                            <a:pt x="277138" y="202204"/>
                            <a:pt x="279517" y="197446"/>
                            <a:pt x="283085" y="193878"/>
                          </a:cubicBezTo>
                          <a:cubicBezTo>
                            <a:pt x="285464" y="190310"/>
                            <a:pt x="286654" y="189120"/>
                            <a:pt x="286654" y="187931"/>
                          </a:cubicBezTo>
                          <a:cubicBezTo>
                            <a:pt x="286654" y="186741"/>
                            <a:pt x="285464" y="185552"/>
                            <a:pt x="284275" y="180794"/>
                          </a:cubicBezTo>
                          <a:cubicBezTo>
                            <a:pt x="280706" y="171279"/>
                            <a:pt x="280706" y="152248"/>
                            <a:pt x="267623" y="154627"/>
                          </a:cubicBezTo>
                          <a:cubicBezTo>
                            <a:pt x="259297" y="147490"/>
                            <a:pt x="253350" y="135596"/>
                            <a:pt x="246213" y="126080"/>
                          </a:cubicBezTo>
                          <a:cubicBezTo>
                            <a:pt x="242645" y="128459"/>
                            <a:pt x="233129" y="127270"/>
                            <a:pt x="229561" y="127270"/>
                          </a:cubicBezTo>
                          <a:cubicBezTo>
                            <a:pt x="228371" y="120133"/>
                            <a:pt x="235508" y="116565"/>
                            <a:pt x="237887" y="110618"/>
                          </a:cubicBezTo>
                          <a:cubicBezTo>
                            <a:pt x="242645" y="111807"/>
                            <a:pt x="250971" y="111807"/>
                            <a:pt x="255729" y="110618"/>
                          </a:cubicBezTo>
                          <a:cubicBezTo>
                            <a:pt x="259297" y="104671"/>
                            <a:pt x="259297" y="98723"/>
                            <a:pt x="259297" y="92776"/>
                          </a:cubicBezTo>
                          <a:lnTo>
                            <a:pt x="255729" y="90397"/>
                          </a:lnTo>
                          <a:lnTo>
                            <a:pt x="255729" y="80882"/>
                          </a:lnTo>
                          <a:lnTo>
                            <a:pt x="255729" y="80882"/>
                          </a:ln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5" name="Freeform 1254">
                      <a:extLst>
                        <a:ext uri="{FF2B5EF4-FFF2-40B4-BE49-F238E27FC236}">
                          <a16:creationId xmlns:a16="http://schemas.microsoft.com/office/drawing/2014/main" id="{E100372F-D73D-4135-2784-E76442A576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8969" y="3838797"/>
                      <a:ext cx="425998" cy="357607"/>
                    </a:xfrm>
                    <a:custGeom>
                      <a:avLst/>
                      <a:gdLst>
                        <a:gd name="connsiteX0" fmla="*/ 329654 w 425998"/>
                        <a:gd name="connsiteY0" fmla="*/ 319545 h 357607"/>
                        <a:gd name="connsiteX1" fmla="*/ 327275 w 425998"/>
                        <a:gd name="connsiteY1" fmla="*/ 313598 h 357607"/>
                        <a:gd name="connsiteX2" fmla="*/ 329654 w 425998"/>
                        <a:gd name="connsiteY2" fmla="*/ 308840 h 357607"/>
                        <a:gd name="connsiteX3" fmla="*/ 342738 w 425998"/>
                        <a:gd name="connsiteY3" fmla="*/ 289809 h 357607"/>
                        <a:gd name="connsiteX4" fmla="*/ 353443 w 425998"/>
                        <a:gd name="connsiteY4" fmla="*/ 266021 h 357607"/>
                        <a:gd name="connsiteX5" fmla="*/ 361769 w 425998"/>
                        <a:gd name="connsiteY5" fmla="*/ 245800 h 357607"/>
                        <a:gd name="connsiteX6" fmla="*/ 365337 w 425998"/>
                        <a:gd name="connsiteY6" fmla="*/ 246990 h 357607"/>
                        <a:gd name="connsiteX7" fmla="*/ 378421 w 425998"/>
                        <a:gd name="connsiteY7" fmla="*/ 225580 h 357607"/>
                        <a:gd name="connsiteX8" fmla="*/ 379611 w 425998"/>
                        <a:gd name="connsiteY8" fmla="*/ 210117 h 357607"/>
                        <a:gd name="connsiteX9" fmla="*/ 380800 w 425998"/>
                        <a:gd name="connsiteY9" fmla="*/ 206549 h 357607"/>
                        <a:gd name="connsiteX10" fmla="*/ 380800 w 425998"/>
                        <a:gd name="connsiteY10" fmla="*/ 204170 h 357607"/>
                        <a:gd name="connsiteX11" fmla="*/ 377232 w 425998"/>
                        <a:gd name="connsiteY11" fmla="*/ 199412 h 357607"/>
                        <a:gd name="connsiteX12" fmla="*/ 380800 w 425998"/>
                        <a:gd name="connsiteY12" fmla="*/ 170866 h 357607"/>
                        <a:gd name="connsiteX13" fmla="*/ 386747 w 425998"/>
                        <a:gd name="connsiteY13" fmla="*/ 158972 h 357607"/>
                        <a:gd name="connsiteX14" fmla="*/ 391505 w 425998"/>
                        <a:gd name="connsiteY14" fmla="*/ 147077 h 357607"/>
                        <a:gd name="connsiteX15" fmla="*/ 390316 w 425998"/>
                        <a:gd name="connsiteY15" fmla="*/ 130425 h 357607"/>
                        <a:gd name="connsiteX16" fmla="*/ 397452 w 425998"/>
                        <a:gd name="connsiteY16" fmla="*/ 131615 h 357607"/>
                        <a:gd name="connsiteX17" fmla="*/ 397452 w 425998"/>
                        <a:gd name="connsiteY17" fmla="*/ 123289 h 357607"/>
                        <a:gd name="connsiteX18" fmla="*/ 406968 w 425998"/>
                        <a:gd name="connsiteY18" fmla="*/ 119720 h 357607"/>
                        <a:gd name="connsiteX19" fmla="*/ 411725 w 425998"/>
                        <a:gd name="connsiteY19" fmla="*/ 122099 h 357607"/>
                        <a:gd name="connsiteX20" fmla="*/ 414104 w 425998"/>
                        <a:gd name="connsiteY20" fmla="*/ 118531 h 357607"/>
                        <a:gd name="connsiteX21" fmla="*/ 425999 w 425998"/>
                        <a:gd name="connsiteY21" fmla="*/ 106637 h 357607"/>
                        <a:gd name="connsiteX22" fmla="*/ 425999 w 425998"/>
                        <a:gd name="connsiteY22" fmla="*/ 105447 h 357607"/>
                        <a:gd name="connsiteX23" fmla="*/ 411725 w 425998"/>
                        <a:gd name="connsiteY23" fmla="*/ 101879 h 357607"/>
                        <a:gd name="connsiteX24" fmla="*/ 412915 w 425998"/>
                        <a:gd name="connsiteY24" fmla="*/ 94742 h 357607"/>
                        <a:gd name="connsiteX25" fmla="*/ 387937 w 425998"/>
                        <a:gd name="connsiteY25" fmla="*/ 66196 h 357607"/>
                        <a:gd name="connsiteX26" fmla="*/ 387937 w 425998"/>
                        <a:gd name="connsiteY26" fmla="*/ 43596 h 357607"/>
                        <a:gd name="connsiteX27" fmla="*/ 380800 w 425998"/>
                        <a:gd name="connsiteY27" fmla="*/ 24566 h 357607"/>
                        <a:gd name="connsiteX28" fmla="*/ 385558 w 425998"/>
                        <a:gd name="connsiteY28" fmla="*/ 26944 h 357607"/>
                        <a:gd name="connsiteX29" fmla="*/ 379611 w 425998"/>
                        <a:gd name="connsiteY29" fmla="*/ 12671 h 357607"/>
                        <a:gd name="connsiteX30" fmla="*/ 377232 w 425998"/>
                        <a:gd name="connsiteY30" fmla="*/ 1966 h 357607"/>
                        <a:gd name="connsiteX31" fmla="*/ 337981 w 425998"/>
                        <a:gd name="connsiteY31" fmla="*/ 777 h 357607"/>
                        <a:gd name="connsiteX32" fmla="*/ 70358 w 425998"/>
                        <a:gd name="connsiteY32" fmla="*/ 1966 h 357607"/>
                        <a:gd name="connsiteX33" fmla="*/ 72736 w 425998"/>
                        <a:gd name="connsiteY33" fmla="*/ 54301 h 357607"/>
                        <a:gd name="connsiteX34" fmla="*/ 46569 w 425998"/>
                        <a:gd name="connsiteY34" fmla="*/ 54301 h 357607"/>
                        <a:gd name="connsiteX35" fmla="*/ 47758 w 425998"/>
                        <a:gd name="connsiteY35" fmla="*/ 65006 h 357607"/>
                        <a:gd name="connsiteX36" fmla="*/ 46569 w 425998"/>
                        <a:gd name="connsiteY36" fmla="*/ 63817 h 357607"/>
                        <a:gd name="connsiteX37" fmla="*/ 50137 w 425998"/>
                        <a:gd name="connsiteY37" fmla="*/ 110205 h 357607"/>
                        <a:gd name="connsiteX38" fmla="*/ 48948 w 425998"/>
                        <a:gd name="connsiteY38" fmla="*/ 166108 h 357607"/>
                        <a:gd name="connsiteX39" fmla="*/ 38243 w 425998"/>
                        <a:gd name="connsiteY39" fmla="*/ 170866 h 357607"/>
                        <a:gd name="connsiteX40" fmla="*/ 25159 w 425998"/>
                        <a:gd name="connsiteY40" fmla="*/ 176813 h 357607"/>
                        <a:gd name="connsiteX41" fmla="*/ 25159 w 425998"/>
                        <a:gd name="connsiteY41" fmla="*/ 187518 h 357607"/>
                        <a:gd name="connsiteX42" fmla="*/ 19212 w 425998"/>
                        <a:gd name="connsiteY42" fmla="*/ 197034 h 357607"/>
                        <a:gd name="connsiteX43" fmla="*/ 12075 w 425998"/>
                        <a:gd name="connsiteY43" fmla="*/ 198223 h 357607"/>
                        <a:gd name="connsiteX44" fmla="*/ 12075 w 425998"/>
                        <a:gd name="connsiteY44" fmla="*/ 212496 h 357607"/>
                        <a:gd name="connsiteX45" fmla="*/ 8507 w 425998"/>
                        <a:gd name="connsiteY45" fmla="*/ 224391 h 357607"/>
                        <a:gd name="connsiteX46" fmla="*/ 181 w 425998"/>
                        <a:gd name="connsiteY46" fmla="*/ 241043 h 357607"/>
                        <a:gd name="connsiteX47" fmla="*/ 12075 w 425998"/>
                        <a:gd name="connsiteY47" fmla="*/ 248179 h 357607"/>
                        <a:gd name="connsiteX48" fmla="*/ 12075 w 425998"/>
                        <a:gd name="connsiteY48" fmla="*/ 251747 h 357607"/>
                        <a:gd name="connsiteX49" fmla="*/ 9696 w 425998"/>
                        <a:gd name="connsiteY49" fmla="*/ 254126 h 357607"/>
                        <a:gd name="connsiteX50" fmla="*/ 12075 w 425998"/>
                        <a:gd name="connsiteY50" fmla="*/ 260074 h 357607"/>
                        <a:gd name="connsiteX51" fmla="*/ 26349 w 425998"/>
                        <a:gd name="connsiteY51" fmla="*/ 282673 h 357607"/>
                        <a:gd name="connsiteX52" fmla="*/ 22780 w 425998"/>
                        <a:gd name="connsiteY52" fmla="*/ 286241 h 357607"/>
                        <a:gd name="connsiteX53" fmla="*/ 22780 w 425998"/>
                        <a:gd name="connsiteY53" fmla="*/ 289809 h 357607"/>
                        <a:gd name="connsiteX54" fmla="*/ 23969 w 425998"/>
                        <a:gd name="connsiteY54" fmla="*/ 292188 h 357607"/>
                        <a:gd name="connsiteX55" fmla="*/ 27538 w 425998"/>
                        <a:gd name="connsiteY55" fmla="*/ 302893 h 357607"/>
                        <a:gd name="connsiteX56" fmla="*/ 41811 w 425998"/>
                        <a:gd name="connsiteY56" fmla="*/ 323113 h 357607"/>
                        <a:gd name="connsiteX57" fmla="*/ 38243 w 425998"/>
                        <a:gd name="connsiteY57" fmla="*/ 345713 h 357607"/>
                        <a:gd name="connsiteX58" fmla="*/ 47758 w 425998"/>
                        <a:gd name="connsiteY58" fmla="*/ 349281 h 357607"/>
                        <a:gd name="connsiteX59" fmla="*/ 57274 w 425998"/>
                        <a:gd name="connsiteY59" fmla="*/ 350471 h 357607"/>
                        <a:gd name="connsiteX60" fmla="*/ 58463 w 425998"/>
                        <a:gd name="connsiteY60" fmla="*/ 357607 h 357607"/>
                        <a:gd name="connsiteX61" fmla="*/ 59653 w 425998"/>
                        <a:gd name="connsiteY61" fmla="*/ 351660 h 357607"/>
                        <a:gd name="connsiteX62" fmla="*/ 59653 w 425998"/>
                        <a:gd name="connsiteY62" fmla="*/ 345713 h 357607"/>
                        <a:gd name="connsiteX63" fmla="*/ 62032 w 425998"/>
                        <a:gd name="connsiteY63" fmla="*/ 340955 h 357607"/>
                        <a:gd name="connsiteX64" fmla="*/ 64411 w 425998"/>
                        <a:gd name="connsiteY64" fmla="*/ 333819 h 357607"/>
                        <a:gd name="connsiteX65" fmla="*/ 64411 w 425998"/>
                        <a:gd name="connsiteY65" fmla="*/ 326682 h 357607"/>
                        <a:gd name="connsiteX66" fmla="*/ 69168 w 425998"/>
                        <a:gd name="connsiteY66" fmla="*/ 319545 h 357607"/>
                        <a:gd name="connsiteX67" fmla="*/ 72736 w 425998"/>
                        <a:gd name="connsiteY67" fmla="*/ 314788 h 357607"/>
                        <a:gd name="connsiteX68" fmla="*/ 76305 w 425998"/>
                        <a:gd name="connsiteY68" fmla="*/ 308840 h 357607"/>
                        <a:gd name="connsiteX69" fmla="*/ 82252 w 425998"/>
                        <a:gd name="connsiteY69" fmla="*/ 306461 h 357607"/>
                        <a:gd name="connsiteX70" fmla="*/ 90578 w 425998"/>
                        <a:gd name="connsiteY70" fmla="*/ 305272 h 357607"/>
                        <a:gd name="connsiteX71" fmla="*/ 96525 w 425998"/>
                        <a:gd name="connsiteY71" fmla="*/ 305272 h 357607"/>
                        <a:gd name="connsiteX72" fmla="*/ 100094 w 425998"/>
                        <a:gd name="connsiteY72" fmla="*/ 311219 h 357607"/>
                        <a:gd name="connsiteX73" fmla="*/ 102472 w 425998"/>
                        <a:gd name="connsiteY73" fmla="*/ 317166 h 357607"/>
                        <a:gd name="connsiteX74" fmla="*/ 104851 w 425998"/>
                        <a:gd name="connsiteY74" fmla="*/ 321924 h 357607"/>
                        <a:gd name="connsiteX75" fmla="*/ 107230 w 425998"/>
                        <a:gd name="connsiteY75" fmla="*/ 323113 h 357607"/>
                        <a:gd name="connsiteX76" fmla="*/ 108419 w 425998"/>
                        <a:gd name="connsiteY76" fmla="*/ 327872 h 357607"/>
                        <a:gd name="connsiteX77" fmla="*/ 109609 w 425998"/>
                        <a:gd name="connsiteY77" fmla="*/ 332629 h 357607"/>
                        <a:gd name="connsiteX78" fmla="*/ 113177 w 425998"/>
                        <a:gd name="connsiteY78" fmla="*/ 336197 h 357607"/>
                        <a:gd name="connsiteX79" fmla="*/ 117935 w 425998"/>
                        <a:gd name="connsiteY79" fmla="*/ 337387 h 357607"/>
                        <a:gd name="connsiteX80" fmla="*/ 121503 w 425998"/>
                        <a:gd name="connsiteY80" fmla="*/ 336197 h 357607"/>
                        <a:gd name="connsiteX81" fmla="*/ 127450 w 425998"/>
                        <a:gd name="connsiteY81" fmla="*/ 332629 h 357607"/>
                        <a:gd name="connsiteX82" fmla="*/ 131019 w 425998"/>
                        <a:gd name="connsiteY82" fmla="*/ 331440 h 357607"/>
                        <a:gd name="connsiteX83" fmla="*/ 136966 w 425998"/>
                        <a:gd name="connsiteY83" fmla="*/ 331440 h 357607"/>
                        <a:gd name="connsiteX84" fmla="*/ 141724 w 425998"/>
                        <a:gd name="connsiteY84" fmla="*/ 332629 h 357607"/>
                        <a:gd name="connsiteX85" fmla="*/ 150050 w 425998"/>
                        <a:gd name="connsiteY85" fmla="*/ 330250 h 357607"/>
                        <a:gd name="connsiteX86" fmla="*/ 151239 w 425998"/>
                        <a:gd name="connsiteY86" fmla="*/ 330250 h 357607"/>
                        <a:gd name="connsiteX87" fmla="*/ 153618 w 425998"/>
                        <a:gd name="connsiteY87" fmla="*/ 331440 h 357607"/>
                        <a:gd name="connsiteX88" fmla="*/ 154807 w 425998"/>
                        <a:gd name="connsiteY88" fmla="*/ 333819 h 357607"/>
                        <a:gd name="connsiteX89" fmla="*/ 155997 w 425998"/>
                        <a:gd name="connsiteY89" fmla="*/ 338576 h 357607"/>
                        <a:gd name="connsiteX90" fmla="*/ 158376 w 425998"/>
                        <a:gd name="connsiteY90" fmla="*/ 340955 h 357607"/>
                        <a:gd name="connsiteX91" fmla="*/ 161944 w 425998"/>
                        <a:gd name="connsiteY91" fmla="*/ 342145 h 357607"/>
                        <a:gd name="connsiteX92" fmla="*/ 167891 w 425998"/>
                        <a:gd name="connsiteY92" fmla="*/ 340955 h 357607"/>
                        <a:gd name="connsiteX93" fmla="*/ 172649 w 425998"/>
                        <a:gd name="connsiteY93" fmla="*/ 340955 h 357607"/>
                        <a:gd name="connsiteX94" fmla="*/ 177407 w 425998"/>
                        <a:gd name="connsiteY94" fmla="*/ 339766 h 357607"/>
                        <a:gd name="connsiteX95" fmla="*/ 180975 w 425998"/>
                        <a:gd name="connsiteY95" fmla="*/ 337387 h 357607"/>
                        <a:gd name="connsiteX96" fmla="*/ 182165 w 425998"/>
                        <a:gd name="connsiteY96" fmla="*/ 333819 h 357607"/>
                        <a:gd name="connsiteX97" fmla="*/ 184543 w 425998"/>
                        <a:gd name="connsiteY97" fmla="*/ 329061 h 357607"/>
                        <a:gd name="connsiteX98" fmla="*/ 188112 w 425998"/>
                        <a:gd name="connsiteY98" fmla="*/ 327872 h 357607"/>
                        <a:gd name="connsiteX99" fmla="*/ 194059 w 425998"/>
                        <a:gd name="connsiteY99" fmla="*/ 327872 h 357607"/>
                        <a:gd name="connsiteX100" fmla="*/ 196438 w 425998"/>
                        <a:gd name="connsiteY100" fmla="*/ 326682 h 357607"/>
                        <a:gd name="connsiteX101" fmla="*/ 198817 w 425998"/>
                        <a:gd name="connsiteY101" fmla="*/ 324303 h 357607"/>
                        <a:gd name="connsiteX102" fmla="*/ 200006 w 425998"/>
                        <a:gd name="connsiteY102" fmla="*/ 315977 h 357607"/>
                        <a:gd name="connsiteX103" fmla="*/ 204764 w 425998"/>
                        <a:gd name="connsiteY103" fmla="*/ 313598 h 357607"/>
                        <a:gd name="connsiteX104" fmla="*/ 209521 w 425998"/>
                        <a:gd name="connsiteY104" fmla="*/ 310030 h 357607"/>
                        <a:gd name="connsiteX105" fmla="*/ 213090 w 425998"/>
                        <a:gd name="connsiteY105" fmla="*/ 308840 h 357607"/>
                        <a:gd name="connsiteX106" fmla="*/ 215469 w 425998"/>
                        <a:gd name="connsiteY106" fmla="*/ 311219 h 357607"/>
                        <a:gd name="connsiteX107" fmla="*/ 219037 w 425998"/>
                        <a:gd name="connsiteY107" fmla="*/ 314788 h 357607"/>
                        <a:gd name="connsiteX108" fmla="*/ 223795 w 425998"/>
                        <a:gd name="connsiteY108" fmla="*/ 318356 h 357607"/>
                        <a:gd name="connsiteX109" fmla="*/ 226173 w 425998"/>
                        <a:gd name="connsiteY109" fmla="*/ 320735 h 357607"/>
                        <a:gd name="connsiteX110" fmla="*/ 229742 w 425998"/>
                        <a:gd name="connsiteY110" fmla="*/ 321924 h 357607"/>
                        <a:gd name="connsiteX111" fmla="*/ 232121 w 425998"/>
                        <a:gd name="connsiteY111" fmla="*/ 324303 h 357607"/>
                        <a:gd name="connsiteX112" fmla="*/ 234500 w 425998"/>
                        <a:gd name="connsiteY112" fmla="*/ 326682 h 357607"/>
                        <a:gd name="connsiteX113" fmla="*/ 239257 w 425998"/>
                        <a:gd name="connsiteY113" fmla="*/ 326682 h 357607"/>
                        <a:gd name="connsiteX114" fmla="*/ 244015 w 425998"/>
                        <a:gd name="connsiteY114" fmla="*/ 326682 h 357607"/>
                        <a:gd name="connsiteX115" fmla="*/ 248773 w 425998"/>
                        <a:gd name="connsiteY115" fmla="*/ 321924 h 357607"/>
                        <a:gd name="connsiteX116" fmla="*/ 254720 w 425998"/>
                        <a:gd name="connsiteY116" fmla="*/ 317166 h 357607"/>
                        <a:gd name="connsiteX117" fmla="*/ 260667 w 425998"/>
                        <a:gd name="connsiteY117" fmla="*/ 308840 h 357607"/>
                        <a:gd name="connsiteX118" fmla="*/ 263046 w 425998"/>
                        <a:gd name="connsiteY118" fmla="*/ 304083 h 357607"/>
                        <a:gd name="connsiteX119" fmla="*/ 265425 w 425998"/>
                        <a:gd name="connsiteY119" fmla="*/ 299325 h 357607"/>
                        <a:gd name="connsiteX120" fmla="*/ 273751 w 425998"/>
                        <a:gd name="connsiteY120" fmla="*/ 292188 h 357607"/>
                        <a:gd name="connsiteX121" fmla="*/ 277319 w 425998"/>
                        <a:gd name="connsiteY121" fmla="*/ 289809 h 357607"/>
                        <a:gd name="connsiteX122" fmla="*/ 279698 w 425998"/>
                        <a:gd name="connsiteY122" fmla="*/ 283862 h 357607"/>
                        <a:gd name="connsiteX123" fmla="*/ 277319 w 425998"/>
                        <a:gd name="connsiteY123" fmla="*/ 277915 h 357607"/>
                        <a:gd name="connsiteX124" fmla="*/ 277319 w 425998"/>
                        <a:gd name="connsiteY124" fmla="*/ 275536 h 357607"/>
                        <a:gd name="connsiteX125" fmla="*/ 277319 w 425998"/>
                        <a:gd name="connsiteY125" fmla="*/ 267210 h 357607"/>
                        <a:gd name="connsiteX126" fmla="*/ 277319 w 425998"/>
                        <a:gd name="connsiteY126" fmla="*/ 262453 h 357607"/>
                        <a:gd name="connsiteX127" fmla="*/ 273751 w 425998"/>
                        <a:gd name="connsiteY127" fmla="*/ 257695 h 357607"/>
                        <a:gd name="connsiteX128" fmla="*/ 274940 w 425998"/>
                        <a:gd name="connsiteY128" fmla="*/ 254126 h 357607"/>
                        <a:gd name="connsiteX129" fmla="*/ 277319 w 425998"/>
                        <a:gd name="connsiteY129" fmla="*/ 252937 h 357607"/>
                        <a:gd name="connsiteX130" fmla="*/ 282077 w 425998"/>
                        <a:gd name="connsiteY130" fmla="*/ 252937 h 357607"/>
                        <a:gd name="connsiteX131" fmla="*/ 286835 w 425998"/>
                        <a:gd name="connsiteY131" fmla="*/ 254126 h 357607"/>
                        <a:gd name="connsiteX132" fmla="*/ 289214 w 425998"/>
                        <a:gd name="connsiteY132" fmla="*/ 252937 h 357607"/>
                        <a:gd name="connsiteX133" fmla="*/ 290403 w 425998"/>
                        <a:gd name="connsiteY133" fmla="*/ 249369 h 357607"/>
                        <a:gd name="connsiteX134" fmla="*/ 293971 w 425998"/>
                        <a:gd name="connsiteY134" fmla="*/ 248179 h 357607"/>
                        <a:gd name="connsiteX135" fmla="*/ 297540 w 425998"/>
                        <a:gd name="connsiteY135" fmla="*/ 248179 h 357607"/>
                        <a:gd name="connsiteX136" fmla="*/ 301108 w 425998"/>
                        <a:gd name="connsiteY136" fmla="*/ 249369 h 357607"/>
                        <a:gd name="connsiteX137" fmla="*/ 301108 w 425998"/>
                        <a:gd name="connsiteY137" fmla="*/ 254126 h 357607"/>
                        <a:gd name="connsiteX138" fmla="*/ 299919 w 425998"/>
                        <a:gd name="connsiteY138" fmla="*/ 258884 h 357607"/>
                        <a:gd name="connsiteX139" fmla="*/ 299919 w 425998"/>
                        <a:gd name="connsiteY139" fmla="*/ 266021 h 357607"/>
                        <a:gd name="connsiteX140" fmla="*/ 299919 w 425998"/>
                        <a:gd name="connsiteY140" fmla="*/ 269589 h 357607"/>
                        <a:gd name="connsiteX141" fmla="*/ 298729 w 425998"/>
                        <a:gd name="connsiteY141" fmla="*/ 276726 h 357607"/>
                        <a:gd name="connsiteX142" fmla="*/ 299919 w 425998"/>
                        <a:gd name="connsiteY142" fmla="*/ 281483 h 357607"/>
                        <a:gd name="connsiteX143" fmla="*/ 301108 w 425998"/>
                        <a:gd name="connsiteY143" fmla="*/ 287430 h 357607"/>
                        <a:gd name="connsiteX144" fmla="*/ 302298 w 425998"/>
                        <a:gd name="connsiteY144" fmla="*/ 292188 h 357607"/>
                        <a:gd name="connsiteX145" fmla="*/ 303487 w 425998"/>
                        <a:gd name="connsiteY145" fmla="*/ 295757 h 357607"/>
                        <a:gd name="connsiteX146" fmla="*/ 307055 w 425998"/>
                        <a:gd name="connsiteY146" fmla="*/ 299325 h 357607"/>
                        <a:gd name="connsiteX147" fmla="*/ 309434 w 425998"/>
                        <a:gd name="connsiteY147" fmla="*/ 301704 h 357607"/>
                        <a:gd name="connsiteX148" fmla="*/ 311813 w 425998"/>
                        <a:gd name="connsiteY148" fmla="*/ 305272 h 357607"/>
                        <a:gd name="connsiteX149" fmla="*/ 315381 w 425998"/>
                        <a:gd name="connsiteY149" fmla="*/ 310030 h 357607"/>
                        <a:gd name="connsiteX150" fmla="*/ 317760 w 425998"/>
                        <a:gd name="connsiteY150" fmla="*/ 312409 h 357607"/>
                        <a:gd name="connsiteX151" fmla="*/ 317760 w 425998"/>
                        <a:gd name="connsiteY151" fmla="*/ 317166 h 357607"/>
                        <a:gd name="connsiteX152" fmla="*/ 317760 w 425998"/>
                        <a:gd name="connsiteY152" fmla="*/ 320735 h 357607"/>
                        <a:gd name="connsiteX153" fmla="*/ 317760 w 425998"/>
                        <a:gd name="connsiteY153" fmla="*/ 324303 h 357607"/>
                        <a:gd name="connsiteX154" fmla="*/ 317760 w 425998"/>
                        <a:gd name="connsiteY154" fmla="*/ 329061 h 357607"/>
                        <a:gd name="connsiteX155" fmla="*/ 317760 w 425998"/>
                        <a:gd name="connsiteY155" fmla="*/ 333819 h 357607"/>
                        <a:gd name="connsiteX156" fmla="*/ 321328 w 425998"/>
                        <a:gd name="connsiteY156" fmla="*/ 336197 h 357607"/>
                        <a:gd name="connsiteX157" fmla="*/ 322518 w 425998"/>
                        <a:gd name="connsiteY157" fmla="*/ 325493 h 357607"/>
                        <a:gd name="connsiteX158" fmla="*/ 329654 w 425998"/>
                        <a:gd name="connsiteY158" fmla="*/ 319545 h 3576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</a:cxnLst>
                      <a:rect l="l" t="t" r="r" b="b"/>
                      <a:pathLst>
                        <a:path w="425998" h="357607">
                          <a:moveTo>
                            <a:pt x="329654" y="319545"/>
                          </a:moveTo>
                          <a:cubicBezTo>
                            <a:pt x="329654" y="317166"/>
                            <a:pt x="327275" y="314788"/>
                            <a:pt x="327275" y="313598"/>
                          </a:cubicBezTo>
                          <a:cubicBezTo>
                            <a:pt x="327275" y="311219"/>
                            <a:pt x="329654" y="310030"/>
                            <a:pt x="329654" y="308840"/>
                          </a:cubicBezTo>
                          <a:cubicBezTo>
                            <a:pt x="332033" y="299325"/>
                            <a:pt x="337981" y="298136"/>
                            <a:pt x="342738" y="289809"/>
                          </a:cubicBezTo>
                          <a:cubicBezTo>
                            <a:pt x="346306" y="283862"/>
                            <a:pt x="345117" y="267210"/>
                            <a:pt x="353443" y="266021"/>
                          </a:cubicBezTo>
                          <a:cubicBezTo>
                            <a:pt x="355822" y="258884"/>
                            <a:pt x="359390" y="252937"/>
                            <a:pt x="361769" y="245800"/>
                          </a:cubicBezTo>
                          <a:cubicBezTo>
                            <a:pt x="362958" y="245800"/>
                            <a:pt x="364148" y="245800"/>
                            <a:pt x="365337" y="246990"/>
                          </a:cubicBezTo>
                          <a:cubicBezTo>
                            <a:pt x="371285" y="243422"/>
                            <a:pt x="377232" y="231527"/>
                            <a:pt x="378421" y="225580"/>
                          </a:cubicBezTo>
                          <a:cubicBezTo>
                            <a:pt x="379611" y="220822"/>
                            <a:pt x="379611" y="214875"/>
                            <a:pt x="379611" y="210117"/>
                          </a:cubicBezTo>
                          <a:cubicBezTo>
                            <a:pt x="379611" y="208928"/>
                            <a:pt x="380800" y="207739"/>
                            <a:pt x="380800" y="206549"/>
                          </a:cubicBezTo>
                          <a:cubicBezTo>
                            <a:pt x="380800" y="205359"/>
                            <a:pt x="380800" y="205359"/>
                            <a:pt x="380800" y="204170"/>
                          </a:cubicBezTo>
                          <a:cubicBezTo>
                            <a:pt x="380800" y="201791"/>
                            <a:pt x="377232" y="201791"/>
                            <a:pt x="377232" y="199412"/>
                          </a:cubicBezTo>
                          <a:cubicBezTo>
                            <a:pt x="374853" y="189897"/>
                            <a:pt x="377232" y="179192"/>
                            <a:pt x="380800" y="170866"/>
                          </a:cubicBezTo>
                          <a:cubicBezTo>
                            <a:pt x="381990" y="167298"/>
                            <a:pt x="385558" y="163729"/>
                            <a:pt x="386747" y="158972"/>
                          </a:cubicBezTo>
                          <a:cubicBezTo>
                            <a:pt x="387937" y="155403"/>
                            <a:pt x="389126" y="149456"/>
                            <a:pt x="391505" y="147077"/>
                          </a:cubicBezTo>
                          <a:cubicBezTo>
                            <a:pt x="386747" y="143509"/>
                            <a:pt x="391505" y="135183"/>
                            <a:pt x="390316" y="130425"/>
                          </a:cubicBezTo>
                          <a:cubicBezTo>
                            <a:pt x="392694" y="131615"/>
                            <a:pt x="396263" y="130425"/>
                            <a:pt x="397452" y="131615"/>
                          </a:cubicBezTo>
                          <a:cubicBezTo>
                            <a:pt x="397452" y="129236"/>
                            <a:pt x="397452" y="125668"/>
                            <a:pt x="397452" y="123289"/>
                          </a:cubicBezTo>
                          <a:cubicBezTo>
                            <a:pt x="402210" y="123289"/>
                            <a:pt x="403400" y="120910"/>
                            <a:pt x="406968" y="119720"/>
                          </a:cubicBezTo>
                          <a:cubicBezTo>
                            <a:pt x="408157" y="119720"/>
                            <a:pt x="409347" y="122099"/>
                            <a:pt x="411725" y="122099"/>
                          </a:cubicBezTo>
                          <a:cubicBezTo>
                            <a:pt x="414104" y="120910"/>
                            <a:pt x="414104" y="119720"/>
                            <a:pt x="414104" y="118531"/>
                          </a:cubicBezTo>
                          <a:cubicBezTo>
                            <a:pt x="418862" y="116152"/>
                            <a:pt x="423620" y="111394"/>
                            <a:pt x="425999" y="106637"/>
                          </a:cubicBezTo>
                          <a:cubicBezTo>
                            <a:pt x="425999" y="106637"/>
                            <a:pt x="425999" y="106637"/>
                            <a:pt x="425999" y="105447"/>
                          </a:cubicBezTo>
                          <a:cubicBezTo>
                            <a:pt x="421241" y="103068"/>
                            <a:pt x="417673" y="101879"/>
                            <a:pt x="411725" y="101879"/>
                          </a:cubicBezTo>
                          <a:cubicBezTo>
                            <a:pt x="412915" y="99500"/>
                            <a:pt x="412915" y="97121"/>
                            <a:pt x="412915" y="94742"/>
                          </a:cubicBezTo>
                          <a:cubicBezTo>
                            <a:pt x="398642" y="91174"/>
                            <a:pt x="390316" y="80469"/>
                            <a:pt x="387937" y="66196"/>
                          </a:cubicBezTo>
                          <a:cubicBezTo>
                            <a:pt x="386747" y="57870"/>
                            <a:pt x="389126" y="50733"/>
                            <a:pt x="387937" y="43596"/>
                          </a:cubicBezTo>
                          <a:cubicBezTo>
                            <a:pt x="386747" y="36460"/>
                            <a:pt x="380800" y="31702"/>
                            <a:pt x="380800" y="24566"/>
                          </a:cubicBezTo>
                          <a:cubicBezTo>
                            <a:pt x="381990" y="25755"/>
                            <a:pt x="384369" y="25755"/>
                            <a:pt x="385558" y="26944"/>
                          </a:cubicBezTo>
                          <a:cubicBezTo>
                            <a:pt x="385558" y="22187"/>
                            <a:pt x="380800" y="17429"/>
                            <a:pt x="379611" y="12671"/>
                          </a:cubicBezTo>
                          <a:cubicBezTo>
                            <a:pt x="378421" y="6724"/>
                            <a:pt x="378421" y="4345"/>
                            <a:pt x="377232" y="1966"/>
                          </a:cubicBezTo>
                          <a:cubicBezTo>
                            <a:pt x="365337" y="-1602"/>
                            <a:pt x="351064" y="777"/>
                            <a:pt x="337981" y="777"/>
                          </a:cubicBezTo>
                          <a:cubicBezTo>
                            <a:pt x="293971" y="777"/>
                            <a:pt x="82252" y="1966"/>
                            <a:pt x="70358" y="1966"/>
                          </a:cubicBezTo>
                          <a:cubicBezTo>
                            <a:pt x="70358" y="15050"/>
                            <a:pt x="72736" y="41218"/>
                            <a:pt x="72736" y="54301"/>
                          </a:cubicBezTo>
                          <a:lnTo>
                            <a:pt x="46569" y="54301"/>
                          </a:lnTo>
                          <a:lnTo>
                            <a:pt x="47758" y="65006"/>
                          </a:lnTo>
                          <a:cubicBezTo>
                            <a:pt x="47758" y="65006"/>
                            <a:pt x="46569" y="65006"/>
                            <a:pt x="46569" y="63817"/>
                          </a:cubicBezTo>
                          <a:cubicBezTo>
                            <a:pt x="47758" y="79279"/>
                            <a:pt x="50137" y="94742"/>
                            <a:pt x="50137" y="110205"/>
                          </a:cubicBezTo>
                          <a:cubicBezTo>
                            <a:pt x="48948" y="128046"/>
                            <a:pt x="50137" y="147077"/>
                            <a:pt x="48948" y="166108"/>
                          </a:cubicBezTo>
                          <a:cubicBezTo>
                            <a:pt x="44190" y="166108"/>
                            <a:pt x="40622" y="169676"/>
                            <a:pt x="38243" y="170866"/>
                          </a:cubicBezTo>
                          <a:cubicBezTo>
                            <a:pt x="34675" y="161351"/>
                            <a:pt x="25159" y="172055"/>
                            <a:pt x="25159" y="176813"/>
                          </a:cubicBezTo>
                          <a:cubicBezTo>
                            <a:pt x="25159" y="181571"/>
                            <a:pt x="26349" y="182760"/>
                            <a:pt x="25159" y="187518"/>
                          </a:cubicBezTo>
                          <a:cubicBezTo>
                            <a:pt x="23969" y="191086"/>
                            <a:pt x="19212" y="192276"/>
                            <a:pt x="19212" y="197034"/>
                          </a:cubicBezTo>
                          <a:cubicBezTo>
                            <a:pt x="16833" y="197034"/>
                            <a:pt x="14454" y="198223"/>
                            <a:pt x="12075" y="198223"/>
                          </a:cubicBezTo>
                          <a:cubicBezTo>
                            <a:pt x="9696" y="202981"/>
                            <a:pt x="13265" y="207739"/>
                            <a:pt x="12075" y="212496"/>
                          </a:cubicBezTo>
                          <a:cubicBezTo>
                            <a:pt x="10886" y="216064"/>
                            <a:pt x="181" y="220822"/>
                            <a:pt x="8507" y="224391"/>
                          </a:cubicBezTo>
                          <a:cubicBezTo>
                            <a:pt x="9696" y="230338"/>
                            <a:pt x="1370" y="233906"/>
                            <a:pt x="181" y="241043"/>
                          </a:cubicBezTo>
                          <a:cubicBezTo>
                            <a:pt x="-1008" y="252937"/>
                            <a:pt x="3749" y="246990"/>
                            <a:pt x="12075" y="248179"/>
                          </a:cubicBezTo>
                          <a:cubicBezTo>
                            <a:pt x="12075" y="248179"/>
                            <a:pt x="12075" y="250558"/>
                            <a:pt x="12075" y="251747"/>
                          </a:cubicBezTo>
                          <a:cubicBezTo>
                            <a:pt x="10886" y="252937"/>
                            <a:pt x="10886" y="252937"/>
                            <a:pt x="9696" y="254126"/>
                          </a:cubicBezTo>
                          <a:lnTo>
                            <a:pt x="12075" y="260074"/>
                          </a:lnTo>
                          <a:cubicBezTo>
                            <a:pt x="8507" y="274347"/>
                            <a:pt x="20401" y="276726"/>
                            <a:pt x="26349" y="282673"/>
                          </a:cubicBezTo>
                          <a:cubicBezTo>
                            <a:pt x="25159" y="283862"/>
                            <a:pt x="25159" y="285052"/>
                            <a:pt x="22780" y="286241"/>
                          </a:cubicBezTo>
                          <a:cubicBezTo>
                            <a:pt x="22780" y="287430"/>
                            <a:pt x="22780" y="288620"/>
                            <a:pt x="22780" y="289809"/>
                          </a:cubicBezTo>
                          <a:cubicBezTo>
                            <a:pt x="23969" y="290999"/>
                            <a:pt x="23969" y="290999"/>
                            <a:pt x="23969" y="292188"/>
                          </a:cubicBezTo>
                          <a:cubicBezTo>
                            <a:pt x="26349" y="298136"/>
                            <a:pt x="23969" y="298136"/>
                            <a:pt x="27538" y="302893"/>
                          </a:cubicBezTo>
                          <a:cubicBezTo>
                            <a:pt x="32296" y="308840"/>
                            <a:pt x="37053" y="315977"/>
                            <a:pt x="41811" y="323113"/>
                          </a:cubicBezTo>
                          <a:cubicBezTo>
                            <a:pt x="47758" y="333819"/>
                            <a:pt x="34675" y="336197"/>
                            <a:pt x="38243" y="345713"/>
                          </a:cubicBezTo>
                          <a:cubicBezTo>
                            <a:pt x="40622" y="351660"/>
                            <a:pt x="43001" y="350471"/>
                            <a:pt x="47758" y="349281"/>
                          </a:cubicBezTo>
                          <a:cubicBezTo>
                            <a:pt x="52516" y="348092"/>
                            <a:pt x="52516" y="348092"/>
                            <a:pt x="57274" y="350471"/>
                          </a:cubicBezTo>
                          <a:cubicBezTo>
                            <a:pt x="57274" y="354039"/>
                            <a:pt x="58463" y="355228"/>
                            <a:pt x="58463" y="357607"/>
                          </a:cubicBezTo>
                          <a:lnTo>
                            <a:pt x="59653" y="351660"/>
                          </a:lnTo>
                          <a:lnTo>
                            <a:pt x="59653" y="345713"/>
                          </a:lnTo>
                          <a:lnTo>
                            <a:pt x="62032" y="340955"/>
                          </a:lnTo>
                          <a:lnTo>
                            <a:pt x="64411" y="333819"/>
                          </a:lnTo>
                          <a:lnTo>
                            <a:pt x="64411" y="326682"/>
                          </a:lnTo>
                          <a:lnTo>
                            <a:pt x="69168" y="319545"/>
                          </a:lnTo>
                          <a:lnTo>
                            <a:pt x="72736" y="314788"/>
                          </a:lnTo>
                          <a:lnTo>
                            <a:pt x="76305" y="308840"/>
                          </a:lnTo>
                          <a:lnTo>
                            <a:pt x="82252" y="306461"/>
                          </a:lnTo>
                          <a:lnTo>
                            <a:pt x="90578" y="305272"/>
                          </a:lnTo>
                          <a:lnTo>
                            <a:pt x="96525" y="305272"/>
                          </a:lnTo>
                          <a:lnTo>
                            <a:pt x="100094" y="311219"/>
                          </a:lnTo>
                          <a:lnTo>
                            <a:pt x="102472" y="317166"/>
                          </a:lnTo>
                          <a:lnTo>
                            <a:pt x="104851" y="321924"/>
                          </a:lnTo>
                          <a:lnTo>
                            <a:pt x="107230" y="323113"/>
                          </a:lnTo>
                          <a:lnTo>
                            <a:pt x="108419" y="327872"/>
                          </a:lnTo>
                          <a:lnTo>
                            <a:pt x="109609" y="332629"/>
                          </a:lnTo>
                          <a:lnTo>
                            <a:pt x="113177" y="336197"/>
                          </a:lnTo>
                          <a:lnTo>
                            <a:pt x="117935" y="337387"/>
                          </a:lnTo>
                          <a:lnTo>
                            <a:pt x="121503" y="336197"/>
                          </a:lnTo>
                          <a:lnTo>
                            <a:pt x="127450" y="332629"/>
                          </a:lnTo>
                          <a:lnTo>
                            <a:pt x="131019" y="331440"/>
                          </a:lnTo>
                          <a:lnTo>
                            <a:pt x="136966" y="331440"/>
                          </a:lnTo>
                          <a:lnTo>
                            <a:pt x="141724" y="332629"/>
                          </a:lnTo>
                          <a:lnTo>
                            <a:pt x="150050" y="330250"/>
                          </a:lnTo>
                          <a:lnTo>
                            <a:pt x="151239" y="330250"/>
                          </a:lnTo>
                          <a:lnTo>
                            <a:pt x="153618" y="331440"/>
                          </a:lnTo>
                          <a:lnTo>
                            <a:pt x="154807" y="333819"/>
                          </a:lnTo>
                          <a:lnTo>
                            <a:pt x="155997" y="338576"/>
                          </a:lnTo>
                          <a:lnTo>
                            <a:pt x="158376" y="340955"/>
                          </a:lnTo>
                          <a:lnTo>
                            <a:pt x="161944" y="342145"/>
                          </a:lnTo>
                          <a:lnTo>
                            <a:pt x="167891" y="340955"/>
                          </a:lnTo>
                          <a:lnTo>
                            <a:pt x="172649" y="340955"/>
                          </a:lnTo>
                          <a:lnTo>
                            <a:pt x="177407" y="339766"/>
                          </a:lnTo>
                          <a:lnTo>
                            <a:pt x="180975" y="337387"/>
                          </a:lnTo>
                          <a:lnTo>
                            <a:pt x="182165" y="333819"/>
                          </a:lnTo>
                          <a:lnTo>
                            <a:pt x="184543" y="329061"/>
                          </a:lnTo>
                          <a:lnTo>
                            <a:pt x="188112" y="327872"/>
                          </a:lnTo>
                          <a:lnTo>
                            <a:pt x="194059" y="327872"/>
                          </a:lnTo>
                          <a:lnTo>
                            <a:pt x="196438" y="326682"/>
                          </a:lnTo>
                          <a:lnTo>
                            <a:pt x="198817" y="324303"/>
                          </a:lnTo>
                          <a:lnTo>
                            <a:pt x="200006" y="315977"/>
                          </a:lnTo>
                          <a:lnTo>
                            <a:pt x="204764" y="313598"/>
                          </a:lnTo>
                          <a:lnTo>
                            <a:pt x="209521" y="310030"/>
                          </a:lnTo>
                          <a:lnTo>
                            <a:pt x="213090" y="308840"/>
                          </a:lnTo>
                          <a:lnTo>
                            <a:pt x="215469" y="311219"/>
                          </a:lnTo>
                          <a:lnTo>
                            <a:pt x="219037" y="314788"/>
                          </a:lnTo>
                          <a:lnTo>
                            <a:pt x="223795" y="318356"/>
                          </a:lnTo>
                          <a:lnTo>
                            <a:pt x="226173" y="320735"/>
                          </a:lnTo>
                          <a:lnTo>
                            <a:pt x="229742" y="321924"/>
                          </a:lnTo>
                          <a:lnTo>
                            <a:pt x="232121" y="324303"/>
                          </a:lnTo>
                          <a:lnTo>
                            <a:pt x="234500" y="326682"/>
                          </a:lnTo>
                          <a:lnTo>
                            <a:pt x="239257" y="326682"/>
                          </a:lnTo>
                          <a:lnTo>
                            <a:pt x="244015" y="326682"/>
                          </a:lnTo>
                          <a:lnTo>
                            <a:pt x="248773" y="321924"/>
                          </a:lnTo>
                          <a:lnTo>
                            <a:pt x="254720" y="317166"/>
                          </a:lnTo>
                          <a:lnTo>
                            <a:pt x="260667" y="308840"/>
                          </a:lnTo>
                          <a:lnTo>
                            <a:pt x="263046" y="304083"/>
                          </a:lnTo>
                          <a:lnTo>
                            <a:pt x="265425" y="299325"/>
                          </a:lnTo>
                          <a:lnTo>
                            <a:pt x="273751" y="292188"/>
                          </a:lnTo>
                          <a:lnTo>
                            <a:pt x="277319" y="289809"/>
                          </a:lnTo>
                          <a:lnTo>
                            <a:pt x="279698" y="283862"/>
                          </a:lnTo>
                          <a:lnTo>
                            <a:pt x="277319" y="277915"/>
                          </a:lnTo>
                          <a:lnTo>
                            <a:pt x="277319" y="275536"/>
                          </a:lnTo>
                          <a:lnTo>
                            <a:pt x="277319" y="267210"/>
                          </a:lnTo>
                          <a:lnTo>
                            <a:pt x="277319" y="262453"/>
                          </a:lnTo>
                          <a:lnTo>
                            <a:pt x="273751" y="257695"/>
                          </a:lnTo>
                          <a:lnTo>
                            <a:pt x="274940" y="254126"/>
                          </a:lnTo>
                          <a:lnTo>
                            <a:pt x="277319" y="252937"/>
                          </a:lnTo>
                          <a:lnTo>
                            <a:pt x="282077" y="252937"/>
                          </a:lnTo>
                          <a:lnTo>
                            <a:pt x="286835" y="254126"/>
                          </a:lnTo>
                          <a:lnTo>
                            <a:pt x="289214" y="252937"/>
                          </a:lnTo>
                          <a:lnTo>
                            <a:pt x="290403" y="249369"/>
                          </a:lnTo>
                          <a:lnTo>
                            <a:pt x="293971" y="248179"/>
                          </a:lnTo>
                          <a:lnTo>
                            <a:pt x="297540" y="248179"/>
                          </a:lnTo>
                          <a:lnTo>
                            <a:pt x="301108" y="249369"/>
                          </a:lnTo>
                          <a:lnTo>
                            <a:pt x="301108" y="254126"/>
                          </a:lnTo>
                          <a:lnTo>
                            <a:pt x="299919" y="258884"/>
                          </a:lnTo>
                          <a:lnTo>
                            <a:pt x="299919" y="266021"/>
                          </a:lnTo>
                          <a:lnTo>
                            <a:pt x="299919" y="269589"/>
                          </a:lnTo>
                          <a:lnTo>
                            <a:pt x="298729" y="276726"/>
                          </a:lnTo>
                          <a:lnTo>
                            <a:pt x="299919" y="281483"/>
                          </a:lnTo>
                          <a:lnTo>
                            <a:pt x="301108" y="287430"/>
                          </a:lnTo>
                          <a:lnTo>
                            <a:pt x="302298" y="292188"/>
                          </a:lnTo>
                          <a:lnTo>
                            <a:pt x="303487" y="295757"/>
                          </a:lnTo>
                          <a:lnTo>
                            <a:pt x="307055" y="299325"/>
                          </a:lnTo>
                          <a:lnTo>
                            <a:pt x="309434" y="301704"/>
                          </a:lnTo>
                          <a:lnTo>
                            <a:pt x="311813" y="305272"/>
                          </a:lnTo>
                          <a:lnTo>
                            <a:pt x="315381" y="310030"/>
                          </a:lnTo>
                          <a:lnTo>
                            <a:pt x="317760" y="312409"/>
                          </a:lnTo>
                          <a:lnTo>
                            <a:pt x="317760" y="317166"/>
                          </a:lnTo>
                          <a:lnTo>
                            <a:pt x="317760" y="320735"/>
                          </a:lnTo>
                          <a:lnTo>
                            <a:pt x="317760" y="324303"/>
                          </a:lnTo>
                          <a:lnTo>
                            <a:pt x="317760" y="329061"/>
                          </a:lnTo>
                          <a:lnTo>
                            <a:pt x="317760" y="333819"/>
                          </a:lnTo>
                          <a:lnTo>
                            <a:pt x="321328" y="336197"/>
                          </a:lnTo>
                          <a:cubicBezTo>
                            <a:pt x="321328" y="332629"/>
                            <a:pt x="321328" y="329061"/>
                            <a:pt x="322518" y="325493"/>
                          </a:cubicBezTo>
                          <a:cubicBezTo>
                            <a:pt x="326086" y="325493"/>
                            <a:pt x="329654" y="323113"/>
                            <a:pt x="329654" y="319545"/>
                          </a:cubicBezTo>
                          <a:close/>
                        </a:path>
                      </a:pathLst>
                    </a:custGeom>
                    <a:grpFill/>
                    <a:ln w="1189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1259" name="Oval 1258">
              <a:extLst>
                <a:ext uri="{FF2B5EF4-FFF2-40B4-BE49-F238E27FC236}">
                  <a16:creationId xmlns:a16="http://schemas.microsoft.com/office/drawing/2014/main" id="{3E39FC1D-8943-FE82-4ADA-FDAE56A0D94C}"/>
                </a:ext>
              </a:extLst>
            </p:cNvPr>
            <p:cNvSpPr/>
            <p:nvPr/>
          </p:nvSpPr>
          <p:spPr>
            <a:xfrm>
              <a:off x="1928473" y="3062755"/>
              <a:ext cx="73437" cy="671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0" name="Oval 1259">
              <a:extLst>
                <a:ext uri="{FF2B5EF4-FFF2-40B4-BE49-F238E27FC236}">
                  <a16:creationId xmlns:a16="http://schemas.microsoft.com/office/drawing/2014/main" id="{7FE588B1-F7D7-5F34-D593-D34E7CB34E5A}"/>
                </a:ext>
              </a:extLst>
            </p:cNvPr>
            <p:cNvSpPr/>
            <p:nvPr/>
          </p:nvSpPr>
          <p:spPr>
            <a:xfrm>
              <a:off x="2033233" y="2596299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1" name="Oval 1260">
              <a:extLst>
                <a:ext uri="{FF2B5EF4-FFF2-40B4-BE49-F238E27FC236}">
                  <a16:creationId xmlns:a16="http://schemas.microsoft.com/office/drawing/2014/main" id="{86D56DB7-A153-FFE8-ED61-17E4586CC18B}"/>
                </a:ext>
              </a:extLst>
            </p:cNvPr>
            <p:cNvSpPr/>
            <p:nvPr/>
          </p:nvSpPr>
          <p:spPr>
            <a:xfrm>
              <a:off x="2011023" y="3234989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2" name="Oval 1261">
              <a:extLst>
                <a:ext uri="{FF2B5EF4-FFF2-40B4-BE49-F238E27FC236}">
                  <a16:creationId xmlns:a16="http://schemas.microsoft.com/office/drawing/2014/main" id="{9328F087-5F08-1EC8-0C12-C0CA01D15773}"/>
                </a:ext>
              </a:extLst>
            </p:cNvPr>
            <p:cNvSpPr/>
            <p:nvPr/>
          </p:nvSpPr>
          <p:spPr>
            <a:xfrm>
              <a:off x="5297162" y="2637320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3" name="Oval 1262">
              <a:extLst>
                <a:ext uri="{FF2B5EF4-FFF2-40B4-BE49-F238E27FC236}">
                  <a16:creationId xmlns:a16="http://schemas.microsoft.com/office/drawing/2014/main" id="{55BF1374-FF39-1558-401A-9BB5B3F08119}"/>
                </a:ext>
              </a:extLst>
            </p:cNvPr>
            <p:cNvSpPr/>
            <p:nvPr/>
          </p:nvSpPr>
          <p:spPr>
            <a:xfrm>
              <a:off x="5570645" y="3005405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4" name="Oval 1263">
              <a:extLst>
                <a:ext uri="{FF2B5EF4-FFF2-40B4-BE49-F238E27FC236}">
                  <a16:creationId xmlns:a16="http://schemas.microsoft.com/office/drawing/2014/main" id="{B3C8A359-6F35-015A-2D41-A3955ABE6622}"/>
                </a:ext>
              </a:extLst>
            </p:cNvPr>
            <p:cNvSpPr/>
            <p:nvPr/>
          </p:nvSpPr>
          <p:spPr>
            <a:xfrm>
              <a:off x="5969741" y="2650163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5" name="Oval 1264">
              <a:extLst>
                <a:ext uri="{FF2B5EF4-FFF2-40B4-BE49-F238E27FC236}">
                  <a16:creationId xmlns:a16="http://schemas.microsoft.com/office/drawing/2014/main" id="{6F6235CB-2AA0-88D4-E66E-35000A1BB435}"/>
                </a:ext>
              </a:extLst>
            </p:cNvPr>
            <p:cNvSpPr/>
            <p:nvPr/>
          </p:nvSpPr>
          <p:spPr>
            <a:xfrm>
              <a:off x="5551143" y="2808313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2E0A27C5-FAD9-C125-B24A-A2869FB5CD13}"/>
                </a:ext>
              </a:extLst>
            </p:cNvPr>
            <p:cNvSpPr/>
            <p:nvPr/>
          </p:nvSpPr>
          <p:spPr>
            <a:xfrm>
              <a:off x="5642805" y="2913617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7" name="Oval 1266">
              <a:extLst>
                <a:ext uri="{FF2B5EF4-FFF2-40B4-BE49-F238E27FC236}">
                  <a16:creationId xmlns:a16="http://schemas.microsoft.com/office/drawing/2014/main" id="{C1D92CCF-DFF7-21F7-C880-DF45EDE2DF8C}"/>
                </a:ext>
              </a:extLst>
            </p:cNvPr>
            <p:cNvSpPr/>
            <p:nvPr/>
          </p:nvSpPr>
          <p:spPr>
            <a:xfrm>
              <a:off x="5896805" y="2770742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8" name="Oval 1267">
              <a:extLst>
                <a:ext uri="{FF2B5EF4-FFF2-40B4-BE49-F238E27FC236}">
                  <a16:creationId xmlns:a16="http://schemas.microsoft.com/office/drawing/2014/main" id="{DEBDE9BC-D6AA-3B56-52DA-1BF4AC0943EA}"/>
                </a:ext>
              </a:extLst>
            </p:cNvPr>
            <p:cNvSpPr/>
            <p:nvPr/>
          </p:nvSpPr>
          <p:spPr>
            <a:xfrm>
              <a:off x="6376141" y="2777163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69" name="Oval 1268">
              <a:extLst>
                <a:ext uri="{FF2B5EF4-FFF2-40B4-BE49-F238E27FC236}">
                  <a16:creationId xmlns:a16="http://schemas.microsoft.com/office/drawing/2014/main" id="{F39336C8-DCDD-E69B-F4A3-98879935E687}"/>
                </a:ext>
              </a:extLst>
            </p:cNvPr>
            <p:cNvSpPr/>
            <p:nvPr/>
          </p:nvSpPr>
          <p:spPr>
            <a:xfrm>
              <a:off x="8738138" y="4441905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70" name="Oval 1269">
              <a:extLst>
                <a:ext uri="{FF2B5EF4-FFF2-40B4-BE49-F238E27FC236}">
                  <a16:creationId xmlns:a16="http://schemas.microsoft.com/office/drawing/2014/main" id="{1B8F30ED-B96E-9B55-0A31-335B1EF8E057}"/>
                </a:ext>
              </a:extLst>
            </p:cNvPr>
            <p:cNvSpPr/>
            <p:nvPr/>
          </p:nvSpPr>
          <p:spPr>
            <a:xfrm>
              <a:off x="8640301" y="4325253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71" name="Oval 1270">
              <a:extLst>
                <a:ext uri="{FF2B5EF4-FFF2-40B4-BE49-F238E27FC236}">
                  <a16:creationId xmlns:a16="http://schemas.microsoft.com/office/drawing/2014/main" id="{DE8B3043-FA88-DBE9-46F4-DCB45B725690}"/>
                </a:ext>
              </a:extLst>
            </p:cNvPr>
            <p:cNvSpPr/>
            <p:nvPr/>
          </p:nvSpPr>
          <p:spPr>
            <a:xfrm>
              <a:off x="8805871" y="4122053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72" name="Oval 1271">
              <a:extLst>
                <a:ext uri="{FF2B5EF4-FFF2-40B4-BE49-F238E27FC236}">
                  <a16:creationId xmlns:a16="http://schemas.microsoft.com/office/drawing/2014/main" id="{5FBF4A43-E20B-4DE3-4431-D966E24793CF}"/>
                </a:ext>
              </a:extLst>
            </p:cNvPr>
            <p:cNvSpPr/>
            <p:nvPr/>
          </p:nvSpPr>
          <p:spPr>
            <a:xfrm>
              <a:off x="8561636" y="3497026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73" name="Oval 1272">
              <a:extLst>
                <a:ext uri="{FF2B5EF4-FFF2-40B4-BE49-F238E27FC236}">
                  <a16:creationId xmlns:a16="http://schemas.microsoft.com/office/drawing/2014/main" id="{6B68D0B8-0FC4-4FD6-635E-D05C1EF1014A}"/>
                </a:ext>
              </a:extLst>
            </p:cNvPr>
            <p:cNvSpPr/>
            <p:nvPr/>
          </p:nvSpPr>
          <p:spPr>
            <a:xfrm>
              <a:off x="8715918" y="3284022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74" name="Oval 1273">
              <a:extLst>
                <a:ext uri="{FF2B5EF4-FFF2-40B4-BE49-F238E27FC236}">
                  <a16:creationId xmlns:a16="http://schemas.microsoft.com/office/drawing/2014/main" id="{C2351843-78A1-220E-0C17-01D9275DAA16}"/>
                </a:ext>
              </a:extLst>
            </p:cNvPr>
            <p:cNvSpPr/>
            <p:nvPr/>
          </p:nvSpPr>
          <p:spPr>
            <a:xfrm>
              <a:off x="9099740" y="3470686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75" name="Oval 1274">
              <a:extLst>
                <a:ext uri="{FF2B5EF4-FFF2-40B4-BE49-F238E27FC236}">
                  <a16:creationId xmlns:a16="http://schemas.microsoft.com/office/drawing/2014/main" id="{EC8E9F0A-6FAA-8099-1932-1F01187C4F49}"/>
                </a:ext>
              </a:extLst>
            </p:cNvPr>
            <p:cNvSpPr/>
            <p:nvPr/>
          </p:nvSpPr>
          <p:spPr>
            <a:xfrm>
              <a:off x="9299177" y="3169649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76" name="Oval 1275">
              <a:extLst>
                <a:ext uri="{FF2B5EF4-FFF2-40B4-BE49-F238E27FC236}">
                  <a16:creationId xmlns:a16="http://schemas.microsoft.com/office/drawing/2014/main" id="{3EC3E358-6248-6961-B2FF-5C07048538C7}"/>
                </a:ext>
              </a:extLst>
            </p:cNvPr>
            <p:cNvSpPr/>
            <p:nvPr/>
          </p:nvSpPr>
          <p:spPr>
            <a:xfrm>
              <a:off x="9637844" y="3158360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81" name="TextBox 1280">
              <a:extLst>
                <a:ext uri="{FF2B5EF4-FFF2-40B4-BE49-F238E27FC236}">
                  <a16:creationId xmlns:a16="http://schemas.microsoft.com/office/drawing/2014/main" id="{713DD325-21FE-6455-3837-DC212D77CCCE}"/>
                </a:ext>
              </a:extLst>
            </p:cNvPr>
            <p:cNvSpPr txBox="1"/>
            <p:nvPr/>
          </p:nvSpPr>
          <p:spPr>
            <a:xfrm>
              <a:off x="5190759" y="2728962"/>
              <a:ext cx="509338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Paris</a:t>
              </a:r>
            </a:p>
          </p:txBody>
        </p:sp>
        <p:sp>
          <p:nvSpPr>
            <p:cNvPr id="1278" name="TextBox 1277">
              <a:extLst>
                <a:ext uri="{FF2B5EF4-FFF2-40B4-BE49-F238E27FC236}">
                  <a16:creationId xmlns:a16="http://schemas.microsoft.com/office/drawing/2014/main" id="{6DEF0BB6-466F-3B5D-3907-816C57EC4F39}"/>
                </a:ext>
              </a:extLst>
            </p:cNvPr>
            <p:cNvSpPr txBox="1"/>
            <p:nvPr/>
          </p:nvSpPr>
          <p:spPr>
            <a:xfrm>
              <a:off x="1098669" y="2987707"/>
              <a:ext cx="1128792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San Francisco</a:t>
              </a:r>
            </a:p>
          </p:txBody>
        </p:sp>
        <p:sp>
          <p:nvSpPr>
            <p:cNvPr id="1279" name="TextBox 1278">
              <a:extLst>
                <a:ext uri="{FF2B5EF4-FFF2-40B4-BE49-F238E27FC236}">
                  <a16:creationId xmlns:a16="http://schemas.microsoft.com/office/drawing/2014/main" id="{8D0A0EA6-5F03-D0AA-8120-C8E9788DA1D4}"/>
                </a:ext>
              </a:extLst>
            </p:cNvPr>
            <p:cNvSpPr txBox="1"/>
            <p:nvPr/>
          </p:nvSpPr>
          <p:spPr>
            <a:xfrm>
              <a:off x="1280102" y="3157697"/>
              <a:ext cx="1128792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Los Angeles</a:t>
              </a:r>
            </a:p>
          </p:txBody>
        </p:sp>
        <p:sp>
          <p:nvSpPr>
            <p:cNvPr id="1280" name="TextBox 1279">
              <a:extLst>
                <a:ext uri="{FF2B5EF4-FFF2-40B4-BE49-F238E27FC236}">
                  <a16:creationId xmlns:a16="http://schemas.microsoft.com/office/drawing/2014/main" id="{E9002976-69ED-69D2-FF87-6FF5F7FF182F}"/>
                </a:ext>
              </a:extLst>
            </p:cNvPr>
            <p:cNvSpPr txBox="1"/>
            <p:nvPr/>
          </p:nvSpPr>
          <p:spPr>
            <a:xfrm>
              <a:off x="4846606" y="2562127"/>
              <a:ext cx="602128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Dublin</a:t>
              </a:r>
            </a:p>
          </p:txBody>
        </p:sp>
        <p:sp>
          <p:nvSpPr>
            <p:cNvPr id="1282" name="TextBox 1281">
              <a:extLst>
                <a:ext uri="{FF2B5EF4-FFF2-40B4-BE49-F238E27FC236}">
                  <a16:creationId xmlns:a16="http://schemas.microsoft.com/office/drawing/2014/main" id="{06EDA8D5-CC71-8421-0952-492D14904D79}"/>
                </a:ext>
              </a:extLst>
            </p:cNvPr>
            <p:cNvSpPr txBox="1"/>
            <p:nvPr/>
          </p:nvSpPr>
          <p:spPr>
            <a:xfrm>
              <a:off x="5679762" y="2842259"/>
              <a:ext cx="509338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Lyon</a:t>
              </a:r>
            </a:p>
          </p:txBody>
        </p:sp>
        <p:sp>
          <p:nvSpPr>
            <p:cNvPr id="1283" name="TextBox 1282">
              <a:extLst>
                <a:ext uri="{FF2B5EF4-FFF2-40B4-BE49-F238E27FC236}">
                  <a16:creationId xmlns:a16="http://schemas.microsoft.com/office/drawing/2014/main" id="{44EF77FB-3704-6D4D-78D8-A399497EEDFB}"/>
                </a:ext>
              </a:extLst>
            </p:cNvPr>
            <p:cNvSpPr txBox="1"/>
            <p:nvPr/>
          </p:nvSpPr>
          <p:spPr>
            <a:xfrm>
              <a:off x="4899665" y="2933341"/>
              <a:ext cx="957291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Montpellier</a:t>
              </a:r>
            </a:p>
          </p:txBody>
        </p:sp>
        <p:sp>
          <p:nvSpPr>
            <p:cNvPr id="1284" name="Oval 1283">
              <a:extLst>
                <a:ext uri="{FF2B5EF4-FFF2-40B4-BE49-F238E27FC236}">
                  <a16:creationId xmlns:a16="http://schemas.microsoft.com/office/drawing/2014/main" id="{121EDA9D-57EC-B7FD-2F04-70AA3E950B0B}"/>
                </a:ext>
              </a:extLst>
            </p:cNvPr>
            <p:cNvSpPr/>
            <p:nvPr/>
          </p:nvSpPr>
          <p:spPr>
            <a:xfrm>
              <a:off x="3471622" y="2834259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1285" name="TextBox 1284">
              <a:extLst>
                <a:ext uri="{FF2B5EF4-FFF2-40B4-BE49-F238E27FC236}">
                  <a16:creationId xmlns:a16="http://schemas.microsoft.com/office/drawing/2014/main" id="{75AF636A-CB1A-BCCE-3611-1994E7941A52}"/>
                </a:ext>
              </a:extLst>
            </p:cNvPr>
            <p:cNvSpPr txBox="1"/>
            <p:nvPr/>
          </p:nvSpPr>
          <p:spPr>
            <a:xfrm>
              <a:off x="2919160" y="2761311"/>
              <a:ext cx="758869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Montreal</a:t>
              </a:r>
            </a:p>
          </p:txBody>
        </p:sp>
        <p:sp>
          <p:nvSpPr>
            <p:cNvPr id="1286" name="TextBox 1285">
              <a:extLst>
                <a:ext uri="{FF2B5EF4-FFF2-40B4-BE49-F238E27FC236}">
                  <a16:creationId xmlns:a16="http://schemas.microsoft.com/office/drawing/2014/main" id="{CBE137A0-F1F6-05CE-8F6A-1CE7CD49D70D}"/>
                </a:ext>
              </a:extLst>
            </p:cNvPr>
            <p:cNvSpPr txBox="1"/>
            <p:nvPr/>
          </p:nvSpPr>
          <p:spPr>
            <a:xfrm>
              <a:off x="5904049" y="2702337"/>
              <a:ext cx="651836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Prague</a:t>
              </a:r>
            </a:p>
          </p:txBody>
        </p:sp>
        <p:sp>
          <p:nvSpPr>
            <p:cNvPr id="1287" name="TextBox 1286">
              <a:extLst>
                <a:ext uri="{FF2B5EF4-FFF2-40B4-BE49-F238E27FC236}">
                  <a16:creationId xmlns:a16="http://schemas.microsoft.com/office/drawing/2014/main" id="{B7F134F8-A1BF-B23E-CC0F-CC3D725F94B6}"/>
                </a:ext>
              </a:extLst>
            </p:cNvPr>
            <p:cNvSpPr txBox="1"/>
            <p:nvPr/>
          </p:nvSpPr>
          <p:spPr>
            <a:xfrm>
              <a:off x="6393849" y="2706912"/>
              <a:ext cx="651836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Kyiv</a:t>
              </a:r>
            </a:p>
          </p:txBody>
        </p:sp>
        <p:sp>
          <p:nvSpPr>
            <p:cNvPr id="1288" name="TextBox 1287">
              <a:extLst>
                <a:ext uri="{FF2B5EF4-FFF2-40B4-BE49-F238E27FC236}">
                  <a16:creationId xmlns:a16="http://schemas.microsoft.com/office/drawing/2014/main" id="{1D2C5AF1-7B85-718C-08EB-70F0517A3B46}"/>
                </a:ext>
              </a:extLst>
            </p:cNvPr>
            <p:cNvSpPr txBox="1"/>
            <p:nvPr/>
          </p:nvSpPr>
          <p:spPr>
            <a:xfrm>
              <a:off x="5981850" y="2582880"/>
              <a:ext cx="766197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Warsaw</a:t>
              </a:r>
            </a:p>
          </p:txBody>
        </p:sp>
        <p:sp>
          <p:nvSpPr>
            <p:cNvPr id="2516" name="TextBox 2515">
              <a:extLst>
                <a:ext uri="{FF2B5EF4-FFF2-40B4-BE49-F238E27FC236}">
                  <a16:creationId xmlns:a16="http://schemas.microsoft.com/office/drawing/2014/main" id="{92F8803D-49D1-35F6-5DBE-1CB2991585BF}"/>
                </a:ext>
              </a:extLst>
            </p:cNvPr>
            <p:cNvSpPr txBox="1"/>
            <p:nvPr/>
          </p:nvSpPr>
          <p:spPr>
            <a:xfrm>
              <a:off x="9673006" y="3086220"/>
              <a:ext cx="766197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Tokyo</a:t>
              </a:r>
            </a:p>
          </p:txBody>
        </p:sp>
        <p:sp>
          <p:nvSpPr>
            <p:cNvPr id="2517" name="TextBox 2516">
              <a:extLst>
                <a:ext uri="{FF2B5EF4-FFF2-40B4-BE49-F238E27FC236}">
                  <a16:creationId xmlns:a16="http://schemas.microsoft.com/office/drawing/2014/main" id="{27E52C0B-DCC2-371F-049C-8127CE4A75D8}"/>
                </a:ext>
              </a:extLst>
            </p:cNvPr>
            <p:cNvSpPr txBox="1"/>
            <p:nvPr/>
          </p:nvSpPr>
          <p:spPr>
            <a:xfrm>
              <a:off x="8892830" y="3094609"/>
              <a:ext cx="766197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Seoul</a:t>
              </a:r>
            </a:p>
          </p:txBody>
        </p:sp>
        <p:sp>
          <p:nvSpPr>
            <p:cNvPr id="2518" name="TextBox 2517">
              <a:extLst>
                <a:ext uri="{FF2B5EF4-FFF2-40B4-BE49-F238E27FC236}">
                  <a16:creationId xmlns:a16="http://schemas.microsoft.com/office/drawing/2014/main" id="{1F22F440-C41F-9D48-B18B-38EE16356068}"/>
                </a:ext>
              </a:extLst>
            </p:cNvPr>
            <p:cNvSpPr txBox="1"/>
            <p:nvPr/>
          </p:nvSpPr>
          <p:spPr>
            <a:xfrm>
              <a:off x="9127722" y="3396612"/>
              <a:ext cx="766197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Shanghai</a:t>
              </a:r>
            </a:p>
          </p:txBody>
        </p:sp>
        <p:sp>
          <p:nvSpPr>
            <p:cNvPr id="2519" name="TextBox 2518">
              <a:extLst>
                <a:ext uri="{FF2B5EF4-FFF2-40B4-BE49-F238E27FC236}">
                  <a16:creationId xmlns:a16="http://schemas.microsoft.com/office/drawing/2014/main" id="{2C774234-48EB-7DFF-BEF7-D8C7713EA8CA}"/>
                </a:ext>
              </a:extLst>
            </p:cNvPr>
            <p:cNvSpPr txBox="1"/>
            <p:nvPr/>
          </p:nvSpPr>
          <p:spPr>
            <a:xfrm>
              <a:off x="8352128" y="3209727"/>
              <a:ext cx="425869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Xi’an</a:t>
              </a:r>
            </a:p>
          </p:txBody>
        </p:sp>
        <p:sp>
          <p:nvSpPr>
            <p:cNvPr id="2520" name="TextBox 2519">
              <a:extLst>
                <a:ext uri="{FF2B5EF4-FFF2-40B4-BE49-F238E27FC236}">
                  <a16:creationId xmlns:a16="http://schemas.microsoft.com/office/drawing/2014/main" id="{B04EA101-00FB-1243-7255-F171DDE896ED}"/>
                </a:ext>
              </a:extLst>
            </p:cNvPr>
            <p:cNvSpPr txBox="1"/>
            <p:nvPr/>
          </p:nvSpPr>
          <p:spPr>
            <a:xfrm>
              <a:off x="7995973" y="3427020"/>
              <a:ext cx="715919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Chengdu</a:t>
              </a:r>
            </a:p>
          </p:txBody>
        </p:sp>
        <p:sp>
          <p:nvSpPr>
            <p:cNvPr id="2521" name="TextBox 2520">
              <a:extLst>
                <a:ext uri="{FF2B5EF4-FFF2-40B4-BE49-F238E27FC236}">
                  <a16:creationId xmlns:a16="http://schemas.microsoft.com/office/drawing/2014/main" id="{FF915613-E801-2C2B-AC9D-6F9306EE0135}"/>
                </a:ext>
              </a:extLst>
            </p:cNvPr>
            <p:cNvSpPr txBox="1"/>
            <p:nvPr/>
          </p:nvSpPr>
          <p:spPr>
            <a:xfrm>
              <a:off x="8849820" y="4058655"/>
              <a:ext cx="1102945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Ho Chi Minh City</a:t>
              </a:r>
            </a:p>
          </p:txBody>
        </p:sp>
        <p:sp>
          <p:nvSpPr>
            <p:cNvPr id="2522" name="Oval 2521">
              <a:extLst>
                <a:ext uri="{FF2B5EF4-FFF2-40B4-BE49-F238E27FC236}">
                  <a16:creationId xmlns:a16="http://schemas.microsoft.com/office/drawing/2014/main" id="{DCC743F4-361F-C5C4-7AF0-A0354429A2DA}"/>
                </a:ext>
              </a:extLst>
            </p:cNvPr>
            <p:cNvSpPr/>
            <p:nvPr/>
          </p:nvSpPr>
          <p:spPr>
            <a:xfrm>
              <a:off x="8849987" y="3997727"/>
              <a:ext cx="73437" cy="73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46474">
                <a:schemeClr val="bg2">
                  <a:alpha val="57022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lus Jakarta Sans ExtraBold" pitchFamily="2" charset="0"/>
              </a:endParaRPr>
            </a:p>
          </p:txBody>
        </p:sp>
        <p:sp>
          <p:nvSpPr>
            <p:cNvPr id="2523" name="TextBox 2522">
              <a:extLst>
                <a:ext uri="{FF2B5EF4-FFF2-40B4-BE49-F238E27FC236}">
                  <a16:creationId xmlns:a16="http://schemas.microsoft.com/office/drawing/2014/main" id="{C3BBE467-B563-9533-D48D-C63713E48411}"/>
                </a:ext>
              </a:extLst>
            </p:cNvPr>
            <p:cNvSpPr txBox="1"/>
            <p:nvPr/>
          </p:nvSpPr>
          <p:spPr>
            <a:xfrm>
              <a:off x="8423362" y="3910466"/>
              <a:ext cx="1102945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Da Lat</a:t>
              </a:r>
            </a:p>
          </p:txBody>
        </p:sp>
        <p:sp>
          <p:nvSpPr>
            <p:cNvPr id="2524" name="TextBox 2523">
              <a:extLst>
                <a:ext uri="{FF2B5EF4-FFF2-40B4-BE49-F238E27FC236}">
                  <a16:creationId xmlns:a16="http://schemas.microsoft.com/office/drawing/2014/main" id="{7829FA12-7A8F-026E-1A5E-F12427D9097C}"/>
                </a:ext>
              </a:extLst>
            </p:cNvPr>
            <p:cNvSpPr txBox="1"/>
            <p:nvPr/>
          </p:nvSpPr>
          <p:spPr>
            <a:xfrm>
              <a:off x="7867184" y="4237739"/>
              <a:ext cx="1102945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Kuala Lumpur</a:t>
              </a:r>
            </a:p>
          </p:txBody>
        </p:sp>
        <p:sp>
          <p:nvSpPr>
            <p:cNvPr id="2525" name="TextBox 2524">
              <a:extLst>
                <a:ext uri="{FF2B5EF4-FFF2-40B4-BE49-F238E27FC236}">
                  <a16:creationId xmlns:a16="http://schemas.microsoft.com/office/drawing/2014/main" id="{3B017A5E-FA76-17CF-B790-54FED82D153A}"/>
                </a:ext>
              </a:extLst>
            </p:cNvPr>
            <p:cNvSpPr txBox="1"/>
            <p:nvPr/>
          </p:nvSpPr>
          <p:spPr>
            <a:xfrm>
              <a:off x="8762435" y="4370086"/>
              <a:ext cx="1102945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Singapore</a:t>
              </a:r>
            </a:p>
          </p:txBody>
        </p:sp>
        <p:sp>
          <p:nvSpPr>
            <p:cNvPr id="1277" name="TextBox 1276">
              <a:extLst>
                <a:ext uri="{FF2B5EF4-FFF2-40B4-BE49-F238E27FC236}">
                  <a16:creationId xmlns:a16="http://schemas.microsoft.com/office/drawing/2014/main" id="{DF102E9C-1859-A182-C2D7-353D12EF882B}"/>
                </a:ext>
              </a:extLst>
            </p:cNvPr>
            <p:cNvSpPr txBox="1"/>
            <p:nvPr/>
          </p:nvSpPr>
          <p:spPr>
            <a:xfrm>
              <a:off x="1380872" y="2510774"/>
              <a:ext cx="726294" cy="20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0" b="1" dirty="0">
                  <a:solidFill>
                    <a:schemeClr val="bg1"/>
                  </a:solidFill>
                </a:rPr>
                <a:t>Vancouver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26BF19-7394-2E03-5644-9BE9289BDBD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WHO WE ARE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040F9D-1A39-8152-D800-72286BE56279}"/>
              </a:ext>
            </a:extLst>
          </p:cNvPr>
          <p:cNvGrpSpPr/>
          <p:nvPr/>
        </p:nvGrpSpPr>
        <p:grpSpPr>
          <a:xfrm>
            <a:off x="2387667" y="4904288"/>
            <a:ext cx="7416666" cy="1067923"/>
            <a:chOff x="369801" y="1243077"/>
            <a:chExt cx="7416666" cy="106792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B9934DF-A5FE-E5C1-AA95-7C76395CA5F5}"/>
                </a:ext>
              </a:extLst>
            </p:cNvPr>
            <p:cNvGrpSpPr/>
            <p:nvPr/>
          </p:nvGrpSpPr>
          <p:grpSpPr>
            <a:xfrm>
              <a:off x="369801" y="1243077"/>
              <a:ext cx="1361956" cy="1067923"/>
              <a:chOff x="369801" y="1243077"/>
              <a:chExt cx="1361956" cy="1067923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8E09D2-A6C6-985B-BA48-753A3D1D4A6A}"/>
                  </a:ext>
                </a:extLst>
              </p:cNvPr>
              <p:cNvSpPr txBox="1"/>
              <p:nvPr/>
            </p:nvSpPr>
            <p:spPr>
              <a:xfrm>
                <a:off x="371512" y="1243077"/>
                <a:ext cx="13602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2"/>
                    </a:solidFill>
                    <a:latin typeface="Antonio" pitchFamily="2" charset="77"/>
                  </a:rPr>
                  <a:t>3700+</a:t>
                </a:r>
              </a:p>
            </p:txBody>
          </p:sp>
          <p:sp>
            <p:nvSpPr>
              <p:cNvPr id="20" name="Title 1">
                <a:extLst>
                  <a:ext uri="{FF2B5EF4-FFF2-40B4-BE49-F238E27FC236}">
                    <a16:creationId xmlns:a16="http://schemas.microsoft.com/office/drawing/2014/main" id="{CC2A2056-034E-EAE7-DA43-C3633623E1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9801" y="1934639"/>
                <a:ext cx="1262584" cy="37636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1" i="0" kern="1200">
                    <a:solidFill>
                      <a:schemeClr val="bg1"/>
                    </a:solidFill>
                    <a:latin typeface="Plus Jakarta Sans ExtraBold" pitchFamily="2" charset="77"/>
                    <a:ea typeface="+mj-ea"/>
                    <a:cs typeface="Plus Jakarta Sans ExtraBold" pitchFamily="2" charset="77"/>
                  </a:defRPr>
                </a:lvl1pPr>
              </a:lstStyle>
              <a:p>
                <a:pPr algn="ctr"/>
                <a:r>
                  <a:rPr lang="en-US" sz="1600" b="0" spc="50" dirty="0">
                    <a:latin typeface="+mj-lt"/>
                    <a:cs typeface="Plus Jakarta Sans ExtraBold" pitchFamily="2" charset="0"/>
                  </a:rPr>
                  <a:t>PEOPLE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2C19A9-229E-93CC-42E6-626391C5650F}"/>
                </a:ext>
              </a:extLst>
            </p:cNvPr>
            <p:cNvGrpSpPr/>
            <p:nvPr/>
          </p:nvGrpSpPr>
          <p:grpSpPr>
            <a:xfrm>
              <a:off x="1734003" y="1243077"/>
              <a:ext cx="1712792" cy="960722"/>
              <a:chOff x="297089" y="1243077"/>
              <a:chExt cx="1712792" cy="9607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7E91B4-8BD9-500C-89EE-447C3DEDE00B}"/>
                  </a:ext>
                </a:extLst>
              </p:cNvPr>
              <p:cNvSpPr txBox="1"/>
              <p:nvPr/>
            </p:nvSpPr>
            <p:spPr>
              <a:xfrm>
                <a:off x="461520" y="1243077"/>
                <a:ext cx="13602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2"/>
                    </a:solidFill>
                    <a:latin typeface="Antonio" pitchFamily="2" charset="77"/>
                  </a:rPr>
                  <a:t>22</a:t>
                </a:r>
              </a:p>
            </p:txBody>
          </p:sp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02F77826-E226-B969-5BA0-F2F435483A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7089" y="1934639"/>
                <a:ext cx="1712792" cy="26916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1" i="0" kern="1200">
                    <a:solidFill>
                      <a:schemeClr val="bg1"/>
                    </a:solidFill>
                    <a:latin typeface="Plus Jakarta Sans ExtraBold" pitchFamily="2" charset="77"/>
                    <a:ea typeface="+mj-ea"/>
                    <a:cs typeface="Plus Jakarta Sans ExtraBold" pitchFamily="2" charset="77"/>
                  </a:defRPr>
                </a:lvl1pPr>
              </a:lstStyle>
              <a:p>
                <a:pPr algn="ctr"/>
                <a:r>
                  <a:rPr lang="en-US" sz="1600" b="0" spc="50" dirty="0">
                    <a:latin typeface="+mj-lt"/>
                    <a:cs typeface="Plus Jakarta Sans ExtraBold" pitchFamily="2" charset="0"/>
                  </a:rPr>
                  <a:t>LOCATIONS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C68D01-C0D9-A37D-2BA9-A601ED2CFF1C}"/>
                </a:ext>
              </a:extLst>
            </p:cNvPr>
            <p:cNvGrpSpPr/>
            <p:nvPr/>
          </p:nvGrpSpPr>
          <p:grpSpPr>
            <a:xfrm>
              <a:off x="3381661" y="1265379"/>
              <a:ext cx="1609561" cy="1042114"/>
              <a:chOff x="231955" y="1265379"/>
              <a:chExt cx="1609561" cy="104211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ED31CA-D710-15AB-7A50-7E9E65EE5CA4}"/>
                  </a:ext>
                </a:extLst>
              </p:cNvPr>
              <p:cNvSpPr txBox="1"/>
              <p:nvPr/>
            </p:nvSpPr>
            <p:spPr>
              <a:xfrm>
                <a:off x="400864" y="1265379"/>
                <a:ext cx="13602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2"/>
                    </a:solidFill>
                    <a:latin typeface="Antonio" pitchFamily="2" charset="77"/>
                  </a:rPr>
                  <a:t>900+</a:t>
                </a:r>
              </a:p>
            </p:txBody>
          </p:sp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26C4CF58-B4D1-193C-01CF-7A5881EF38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955" y="1931132"/>
                <a:ext cx="1609561" cy="37636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1" i="0" kern="1200">
                    <a:solidFill>
                      <a:schemeClr val="bg1"/>
                    </a:solidFill>
                    <a:latin typeface="Plus Jakarta Sans ExtraBold" pitchFamily="2" charset="77"/>
                    <a:ea typeface="+mj-ea"/>
                    <a:cs typeface="Plus Jakarta Sans ExtraBold" pitchFamily="2" charset="77"/>
                  </a:defRPr>
                </a:lvl1pPr>
              </a:lstStyle>
              <a:p>
                <a:pPr algn="ctr"/>
                <a:r>
                  <a:rPr lang="en-US" sz="1600" b="0" spc="50" dirty="0">
                    <a:latin typeface="+mj-lt"/>
                    <a:cs typeface="Plus Jakarta Sans ExtraBold" pitchFamily="2" charset="0"/>
                  </a:rPr>
                  <a:t>CLIENTS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D32058B-0304-6DFD-4D2E-8EC68192DB76}"/>
                </a:ext>
              </a:extLst>
            </p:cNvPr>
            <p:cNvGrpSpPr/>
            <p:nvPr/>
          </p:nvGrpSpPr>
          <p:grpSpPr>
            <a:xfrm>
              <a:off x="4778711" y="1243077"/>
              <a:ext cx="1609561" cy="1067423"/>
              <a:chOff x="373445" y="1244053"/>
              <a:chExt cx="1609561" cy="1067423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6EE166-D2B7-F4B9-F146-AEA50C5B6E18}"/>
                  </a:ext>
                </a:extLst>
              </p:cNvPr>
              <p:cNvSpPr txBox="1"/>
              <p:nvPr/>
            </p:nvSpPr>
            <p:spPr>
              <a:xfrm>
                <a:off x="505549" y="1244053"/>
                <a:ext cx="13602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2"/>
                    </a:solidFill>
                    <a:latin typeface="Antonio" pitchFamily="2" charset="77"/>
                  </a:rPr>
                  <a:t>20</a:t>
                </a:r>
              </a:p>
            </p:txBody>
          </p:sp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10CAD0AD-11CD-A983-9DE9-D03959E95F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445" y="1935615"/>
                <a:ext cx="1609561" cy="37586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1" i="0" kern="1200">
                    <a:solidFill>
                      <a:schemeClr val="bg1"/>
                    </a:solidFill>
                    <a:latin typeface="Plus Jakarta Sans ExtraBold" pitchFamily="2" charset="77"/>
                    <a:ea typeface="+mj-ea"/>
                    <a:cs typeface="Plus Jakarta Sans ExtraBold" pitchFamily="2" charset="77"/>
                  </a:defRPr>
                </a:lvl1pPr>
              </a:lstStyle>
              <a:p>
                <a:pPr algn="ctr"/>
                <a:r>
                  <a:rPr lang="en-US" sz="1600" b="0" spc="50" dirty="0">
                    <a:latin typeface="+mj-lt"/>
                    <a:cs typeface="Plus Jakarta Sans ExtraBold" pitchFamily="2" charset="0"/>
                  </a:rPr>
                  <a:t>YEARS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3E99DA6-0782-10AE-426D-B5875EBBED2A}"/>
                </a:ext>
              </a:extLst>
            </p:cNvPr>
            <p:cNvGrpSpPr/>
            <p:nvPr/>
          </p:nvGrpSpPr>
          <p:grpSpPr>
            <a:xfrm>
              <a:off x="6176906" y="1243077"/>
              <a:ext cx="1609561" cy="1067423"/>
              <a:chOff x="399785" y="1245034"/>
              <a:chExt cx="1609561" cy="106742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84FE8B-4FFA-43E5-64B6-5E1158FFDC2F}"/>
                  </a:ext>
                </a:extLst>
              </p:cNvPr>
              <p:cNvSpPr txBox="1"/>
              <p:nvPr/>
            </p:nvSpPr>
            <p:spPr>
              <a:xfrm>
                <a:off x="597058" y="1245034"/>
                <a:ext cx="13602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2"/>
                    </a:solidFill>
                    <a:latin typeface="Antonio" pitchFamily="2" charset="77"/>
                  </a:rPr>
                  <a:t>1500+</a:t>
                </a:r>
              </a:p>
            </p:txBody>
          </p:sp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C0CF6BD8-362C-5634-2C69-85EAAF8D7E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785" y="1936596"/>
                <a:ext cx="1609561" cy="37586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1" i="0" kern="1200">
                    <a:solidFill>
                      <a:schemeClr val="bg1"/>
                    </a:solidFill>
                    <a:latin typeface="Plus Jakarta Sans ExtraBold" pitchFamily="2" charset="77"/>
                    <a:ea typeface="+mj-ea"/>
                    <a:cs typeface="Plus Jakarta Sans ExtraBold" pitchFamily="2" charset="77"/>
                  </a:defRPr>
                </a:lvl1pPr>
              </a:lstStyle>
              <a:p>
                <a:pPr algn="ctr"/>
                <a:r>
                  <a:rPr lang="en-US" sz="1600" b="0" spc="50" dirty="0">
                    <a:latin typeface="+mj-lt"/>
                    <a:cs typeface="Plus Jakarta Sans ExtraBold" pitchFamily="2" charset="0"/>
                  </a:rPr>
                  <a:t>TITLES</a:t>
                </a:r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A23E57-7144-AA47-66E1-DD2B45465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64343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DF30BD-C82C-FC3B-3BBC-E09571573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2060575" algn="l"/>
              </a:tabLst>
            </a:pPr>
            <a:r>
              <a:rPr lang="en-US" dirty="0">
                <a:solidFill>
                  <a:schemeClr val="bg2"/>
                </a:solidFill>
              </a:rPr>
              <a:t>AGENDA</a:t>
            </a:r>
          </a:p>
          <a:p>
            <a:pPr>
              <a:tabLst>
                <a:tab pos="2060575" algn="l"/>
              </a:tabLst>
            </a:pPr>
            <a:r>
              <a:rPr lang="en-US" sz="5400" dirty="0"/>
              <a:t>AND WHY WE </a:t>
            </a:r>
          </a:p>
          <a:p>
            <a:pPr>
              <a:tabLst>
                <a:tab pos="2060575" algn="l"/>
              </a:tabLst>
            </a:pPr>
            <a:r>
              <a:rPr lang="en-US" sz="5400" dirty="0"/>
              <a:t>ARE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036B22C-5FB1-8534-70C4-C1EF4DF135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9870" y="3586390"/>
            <a:ext cx="743050" cy="346589"/>
          </a:xfrm>
        </p:spPr>
        <p:txBody>
          <a:bodyPr/>
          <a:lstStyle/>
          <a:p>
            <a:r>
              <a:rPr lang="en-US" dirty="0"/>
              <a:t>02.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07123E5-547D-1900-1967-134006C85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6886" y="3586390"/>
            <a:ext cx="4961993" cy="346589"/>
          </a:xfrm>
        </p:spPr>
        <p:txBody>
          <a:bodyPr/>
          <a:lstStyle/>
          <a:p>
            <a:r>
              <a:rPr lang="en-US" dirty="0"/>
              <a:t>Material usage and benefits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7FDBB51-3369-97D7-94A5-C55746519B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9870" y="4090369"/>
            <a:ext cx="743050" cy="346589"/>
          </a:xfrm>
        </p:spPr>
        <p:txBody>
          <a:bodyPr/>
          <a:lstStyle/>
          <a:p>
            <a:r>
              <a:rPr lang="en-US" dirty="0"/>
              <a:t>03.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B3F49AA-08E7-1A9A-7288-43B497828C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16886" y="4090369"/>
            <a:ext cx="5292310" cy="346589"/>
          </a:xfrm>
        </p:spPr>
        <p:txBody>
          <a:bodyPr/>
          <a:lstStyle/>
          <a:p>
            <a:r>
              <a:rPr lang="en-US" dirty="0"/>
              <a:t>Alternative to UMG functionality in Materials</a:t>
            </a:r>
          </a:p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7AE28F-75B7-B1D8-6EE4-526977C21C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70" y="4594348"/>
            <a:ext cx="743050" cy="346589"/>
          </a:xfrm>
        </p:spPr>
        <p:txBody>
          <a:bodyPr/>
          <a:lstStyle/>
          <a:p>
            <a:r>
              <a:rPr lang="en-US" dirty="0"/>
              <a:t>04.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6434DCA-09E3-D029-19FF-31E2594EAD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6886" y="4594348"/>
            <a:ext cx="4961993" cy="346589"/>
          </a:xfrm>
        </p:spPr>
        <p:txBody>
          <a:bodyPr/>
          <a:lstStyle/>
          <a:p>
            <a:r>
              <a:rPr lang="en-US" dirty="0"/>
              <a:t>Some material demos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89D05D2-F1AF-EB82-F3E6-0BA8751E39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70" y="5098327"/>
            <a:ext cx="743050" cy="346589"/>
          </a:xfrm>
        </p:spPr>
        <p:txBody>
          <a:bodyPr/>
          <a:lstStyle/>
          <a:p>
            <a:r>
              <a:rPr lang="en-US" dirty="0"/>
              <a:t>05.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0DF61A-B0E8-BFC3-2ED1-A7376E26688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6886" y="5098327"/>
            <a:ext cx="4961993" cy="346589"/>
          </a:xfrm>
        </p:spPr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0D7585F-D770-BE4D-A227-E3E2B337CC6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70" y="3082411"/>
            <a:ext cx="743050" cy="346589"/>
          </a:xfrm>
        </p:spPr>
        <p:txBody>
          <a:bodyPr/>
          <a:lstStyle/>
          <a:p>
            <a:r>
              <a:rPr lang="en-US" dirty="0"/>
              <a:t>01.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E4A5259-34B0-5B24-1403-A96C3B26876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16886" y="3082411"/>
            <a:ext cx="4961993" cy="346589"/>
          </a:xfrm>
        </p:spPr>
        <p:txBody>
          <a:bodyPr/>
          <a:lstStyle/>
          <a:p>
            <a:r>
              <a:rPr lang="en-US" dirty="0"/>
              <a:t>Traditional UMG </a:t>
            </a:r>
            <a:r>
              <a:rPr lang="en-US" dirty="0" err="1"/>
              <a:t>layouting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F45FB-1B7C-D8B0-34CF-9A94AC5E4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4</a:t>
            </a:fld>
            <a:endParaRPr lang="en-SG" dirty="0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685A8533-9E13-2D7C-3A05-6303ECDE9A8C}"/>
              </a:ext>
            </a:extLst>
          </p:cNvPr>
          <p:cNvSpPr txBox="1">
            <a:spLocks/>
          </p:cNvSpPr>
          <p:nvPr/>
        </p:nvSpPr>
        <p:spPr>
          <a:xfrm>
            <a:off x="5769870" y="5602306"/>
            <a:ext cx="743050" cy="346589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06.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E03152E-242F-0683-A58E-EAB60010AC00}"/>
              </a:ext>
            </a:extLst>
          </p:cNvPr>
          <p:cNvSpPr txBox="1">
            <a:spLocks/>
          </p:cNvSpPr>
          <p:nvPr/>
        </p:nvSpPr>
        <p:spPr>
          <a:xfrm>
            <a:off x="6316886" y="5602306"/>
            <a:ext cx="4961993" cy="346589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89694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923A9D-2542-47FB-6070-A4F0E2BF7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Panels and Render Transform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F745F6A-6A20-C5AC-0EB6-8AFAF4C2D79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34963" y="1641764"/>
            <a:ext cx="5761037" cy="4717472"/>
          </a:xfrm>
        </p:spPr>
        <p:txBody>
          <a:bodyPr/>
          <a:lstStyle/>
          <a:p>
            <a:pPr marL="285750" indent="-285750"/>
            <a:r>
              <a:rPr lang="en-US" dirty="0"/>
              <a:t>Batching</a:t>
            </a:r>
          </a:p>
          <a:p>
            <a:pPr marL="285750" indent="-285750"/>
            <a:r>
              <a:rPr lang="en-US" dirty="0"/>
              <a:t>Layout pass CPU calculations</a:t>
            </a:r>
          </a:p>
          <a:p>
            <a:pPr marL="285750" indent="-285750"/>
            <a:r>
              <a:rPr lang="en-US" dirty="0"/>
              <a:t>Extra widgets </a:t>
            </a:r>
            <a:br>
              <a:rPr lang="en-US" dirty="0"/>
            </a:br>
            <a:r>
              <a:rPr lang="en-US" dirty="0"/>
              <a:t>(Panels, and multiple children)</a:t>
            </a:r>
          </a:p>
          <a:p>
            <a:pPr marL="285750" indent="-285750"/>
            <a:r>
              <a:rPr lang="en-US" dirty="0"/>
              <a:t>Layout Invalidation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CDEAD7C-AE00-565E-465B-27842AFE9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LAYOUTING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07CF24C-33C5-05AE-BC26-7020E111A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5</a:t>
            </a:fld>
            <a:endParaRPr lang="en-SG" dirty="0"/>
          </a:p>
        </p:txBody>
      </p:sp>
      <p:pic>
        <p:nvPicPr>
          <p:cNvPr id="3" name="Screenshot 2024-06-05 at 20.17.54.png" descr="Screenshot 2024-06-05 at 20.17.54.png">
            <a:extLst>
              <a:ext uri="{FF2B5EF4-FFF2-40B4-BE49-F238E27FC236}">
                <a16:creationId xmlns:a16="http://schemas.microsoft.com/office/drawing/2014/main" id="{6431B6C9-B3B1-7C05-ABB2-40434585B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6108">
            <a:off x="4704171" y="1362826"/>
            <a:ext cx="4592947" cy="3933936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000000"/>
            </a:outerShdw>
            <a:reflection stA="78488" endPos="40000" dir="5400000" sy="-100000" algn="bl" rotWithShape="0"/>
          </a:effectLst>
        </p:spPr>
      </p:pic>
      <p:pic>
        <p:nvPicPr>
          <p:cNvPr id="4" name="Screenshot 2024-06-05 at 20.18.40.png" descr="Screenshot 2024-06-05 at 20.18.40.png">
            <a:extLst>
              <a:ext uri="{FF2B5EF4-FFF2-40B4-BE49-F238E27FC236}">
                <a16:creationId xmlns:a16="http://schemas.microsoft.com/office/drawing/2014/main" id="{D3143E73-04CC-E3A9-81A7-EE72A209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47820">
            <a:off x="6972430" y="4111954"/>
            <a:ext cx="4535945" cy="1824752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000000"/>
            </a:outerShdw>
            <a:reflection stA="61784" endPos="40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47471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" grpId="0" animBg="1" advAuto="0"/>
      <p:bldP spid="4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923A9D-2542-47FB-6070-A4F0E2BF7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Not just for fancy effects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F745F6A-6A20-C5AC-0EB6-8AFAF4C2D79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34963" y="1641764"/>
            <a:ext cx="5761037" cy="4717472"/>
          </a:xfrm>
        </p:spPr>
        <p:txBody>
          <a:bodyPr/>
          <a:lstStyle/>
          <a:p>
            <a:pPr marL="285750" indent="-285750"/>
            <a:r>
              <a:rPr lang="en-US" dirty="0"/>
              <a:t>Calculations run on GPU</a:t>
            </a:r>
          </a:p>
          <a:p>
            <a:pPr marL="285750" indent="-285750"/>
            <a:r>
              <a:rPr lang="en-US" dirty="0"/>
              <a:t>Highly </a:t>
            </a:r>
            <a:r>
              <a:rPr lang="en-US" dirty="0" err="1"/>
              <a:t>parallelised</a:t>
            </a:r>
            <a:endParaRPr lang="en-US" dirty="0"/>
          </a:p>
          <a:p>
            <a:pPr marL="285750" indent="-285750"/>
            <a:r>
              <a:rPr lang="en-US" dirty="0"/>
              <a:t>Reduce batches</a:t>
            </a:r>
          </a:p>
          <a:p>
            <a:pPr marL="285750" indent="-285750"/>
            <a:r>
              <a:rPr lang="en-US" dirty="0"/>
              <a:t>No layout invalidation</a:t>
            </a:r>
          </a:p>
          <a:p>
            <a:pPr marL="285750" indent="-285750"/>
            <a:r>
              <a:rPr lang="en-US" dirty="0"/>
              <a:t>Reduce number of widgets used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CDEAD7C-AE00-565E-465B-27842AFE9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MATERIALS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07CF24C-33C5-05AE-BC26-7020E111A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6</a:t>
            </a:fld>
            <a:endParaRPr lang="en-SG" dirty="0"/>
          </a:p>
        </p:txBody>
      </p:sp>
      <p:pic>
        <p:nvPicPr>
          <p:cNvPr id="3" name="Screenshot 2024-06-05 at 21.24.29.png" descr="Screenshot 2024-06-05 at 21.24.29.png">
            <a:extLst>
              <a:ext uri="{FF2B5EF4-FFF2-40B4-BE49-F238E27FC236}">
                <a16:creationId xmlns:a16="http://schemas.microsoft.com/office/drawing/2014/main" id="{BC5FBA68-D933-09A4-06CB-623B1DF55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6000">
            <a:off x="4215157" y="1403818"/>
            <a:ext cx="5178003" cy="3152966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000000"/>
            </a:outerShdw>
            <a:reflection stA="64095" endPos="40000" dir="5400000" sy="-100000" algn="bl" rotWithShape="0"/>
          </a:effectLst>
        </p:spPr>
      </p:pic>
      <p:pic>
        <p:nvPicPr>
          <p:cNvPr id="4" name="pasted-movie.png" descr="pasted-movie.png">
            <a:extLst>
              <a:ext uri="{FF2B5EF4-FFF2-40B4-BE49-F238E27FC236}">
                <a16:creationId xmlns:a16="http://schemas.microsoft.com/office/drawing/2014/main" id="{E85F7461-BD9F-C01C-E909-2B1A0194E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47999">
            <a:off x="7174520" y="3581611"/>
            <a:ext cx="3927418" cy="2698314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000000"/>
            </a:outerShdw>
            <a:reflection endPos="40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75501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" grpId="0" animBg="1" advAuto="0"/>
      <p:bldP spid="4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923A9D-2542-47FB-6070-A4F0E2BF7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Additive performance gains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F745F6A-6A20-C5AC-0EB6-8AFAF4C2D79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34963" y="1641764"/>
            <a:ext cx="5761037" cy="4717472"/>
          </a:xfrm>
        </p:spPr>
        <p:txBody>
          <a:bodyPr/>
          <a:lstStyle/>
          <a:p>
            <a:pPr marL="285750" indent="-285750"/>
            <a:r>
              <a:rPr lang="en-US" dirty="0"/>
              <a:t>No magic way to increase performance</a:t>
            </a:r>
          </a:p>
          <a:p>
            <a:pPr marL="285750" indent="-285750"/>
            <a:r>
              <a:rPr lang="en-US" dirty="0"/>
              <a:t>Performance gain is additive</a:t>
            </a:r>
          </a:p>
          <a:p>
            <a:pPr marL="285750" indent="-285750"/>
            <a:r>
              <a:rPr lang="en-US" dirty="0"/>
              <a:t>People underestimate/fear materials</a:t>
            </a:r>
          </a:p>
          <a:p>
            <a:pPr marL="285750" indent="-285750"/>
            <a:r>
              <a:rPr lang="en-US" dirty="0"/>
              <a:t>More vertical integration</a:t>
            </a:r>
          </a:p>
          <a:p>
            <a:pPr marL="285750" indent="-285750"/>
            <a:r>
              <a:rPr lang="en-US" dirty="0"/>
              <a:t>Saved time in a long run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CDEAD7C-AE00-565E-465B-27842AFE9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 lIns="432000" tIns="45720" rIns="72000" bIns="45720" anchor="ctr">
            <a:normAutofit/>
          </a:bodyPr>
          <a:lstStyle/>
          <a:p>
            <a:r>
              <a:rPr lang="en-US" dirty="0"/>
              <a:t>BUT WHY?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07CF24C-33C5-05AE-BC26-7020E111A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7</a:t>
            </a:fld>
            <a:endParaRPr lang="en-SG" dirty="0"/>
          </a:p>
        </p:txBody>
      </p:sp>
      <p:pic>
        <p:nvPicPr>
          <p:cNvPr id="3" name="3cc.jpg" descr="3cc.jpg">
            <a:extLst>
              <a:ext uri="{FF2B5EF4-FFF2-40B4-BE49-F238E27FC236}">
                <a16:creationId xmlns:a16="http://schemas.microsoft.com/office/drawing/2014/main" id="{3F494333-00A6-DCC1-EB50-AC136C44F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1" r="781"/>
          <a:stretch>
            <a:fillRect/>
          </a:stretch>
        </p:blipFill>
        <p:spPr>
          <a:xfrm>
            <a:off x="6273800" y="1000219"/>
            <a:ext cx="5378450" cy="55592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D95421-7D05-FCAB-5E4A-8817D0F3596A}"/>
              </a:ext>
            </a:extLst>
          </p:cNvPr>
          <p:cNvSpPr txBox="1"/>
          <p:nvPr/>
        </p:nvSpPr>
        <p:spPr>
          <a:xfrm>
            <a:off x="6499040" y="1284694"/>
            <a:ext cx="21915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Plus Jakarta Sans"/>
              </a:rPr>
              <a:t>Seemingly innocent 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11381-5075-5FCD-D4B0-75ED7C34F097}"/>
              </a:ext>
            </a:extLst>
          </p:cNvPr>
          <p:cNvSpPr txBox="1"/>
          <p:nvPr/>
        </p:nvSpPr>
        <p:spPr>
          <a:xfrm>
            <a:off x="6499039" y="4565365"/>
            <a:ext cx="21915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Plus Jakarta Sans"/>
              </a:rPr>
              <a:t>Canvases</a:t>
            </a:r>
          </a:p>
          <a:p>
            <a:r>
              <a:rPr lang="en-US" dirty="0">
                <a:solidFill>
                  <a:schemeClr val="bg1"/>
                </a:solidFill>
                <a:cs typeface="Plus Jakarta Sans"/>
              </a:rPr>
              <a:t>Transforms</a:t>
            </a:r>
          </a:p>
          <a:p>
            <a:r>
              <a:rPr lang="en-US" dirty="0">
                <a:solidFill>
                  <a:schemeClr val="bg1"/>
                </a:solidFill>
                <a:cs typeface="Plus Jakarta Sans"/>
              </a:rPr>
              <a:t>Sea of Widgets</a:t>
            </a:r>
          </a:p>
        </p:txBody>
      </p:sp>
    </p:spTree>
    <p:extLst>
      <p:ext uri="{BB962C8B-B14F-4D97-AF65-F5344CB8AC3E}">
        <p14:creationId xmlns:p14="http://schemas.microsoft.com/office/powerpoint/2010/main" val="830712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" grpId="0" animBg="1" advAuto="0"/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923A9D-2542-47FB-6070-A4F0E2BF7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Alternative to UMG functionality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F745F6A-6A20-C5AC-0EB6-8AFAF4C2D79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34963" y="1641764"/>
            <a:ext cx="5761037" cy="4717472"/>
          </a:xfrm>
        </p:spPr>
        <p:txBody>
          <a:bodyPr/>
          <a:lstStyle/>
          <a:p>
            <a:pPr marL="285750" indent="-285750"/>
            <a:r>
              <a:rPr lang="en-US" dirty="0"/>
              <a:t>Transforms</a:t>
            </a:r>
          </a:p>
          <a:p>
            <a:pPr marL="285750" indent="-285750"/>
            <a:r>
              <a:rPr lang="en-US" dirty="0"/>
              <a:t>Overlays, Grids, other Panel functionality</a:t>
            </a:r>
          </a:p>
          <a:p>
            <a:pPr marL="285750" indent="-285750"/>
            <a:r>
              <a:rPr lang="en-US" dirty="0" err="1"/>
              <a:t>Atlasing</a:t>
            </a:r>
            <a:endParaRPr lang="en-US" dirty="0"/>
          </a:p>
          <a:p>
            <a:pPr marL="285750" indent="-285750"/>
            <a:r>
              <a:rPr lang="en-US" dirty="0"/>
              <a:t>Masking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CDEAD7C-AE00-565E-465B-27842AFE9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MATERIAL FUNCTIONALITY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07CF24C-33C5-05AE-BC26-7020E111A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8</a:t>
            </a:fld>
            <a:endParaRPr lang="en-SG" dirty="0"/>
          </a:p>
        </p:txBody>
      </p:sp>
      <p:pic>
        <p:nvPicPr>
          <p:cNvPr id="3" name="Screenshot 2024-06-05 at 21.24.29.png" descr="Screenshot 2024-06-05 at 21.24.29.png">
            <a:extLst>
              <a:ext uri="{FF2B5EF4-FFF2-40B4-BE49-F238E27FC236}">
                <a16:creationId xmlns:a16="http://schemas.microsoft.com/office/drawing/2014/main" id="{8A32864E-781C-3BA9-B6CF-AC7EF2B1C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6000">
            <a:off x="4843967" y="1491775"/>
            <a:ext cx="5178003" cy="3152966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000000"/>
            </a:outerShdw>
            <a:reflection stA="64095" endPos="40000" dir="5400000" sy="-100000" algn="bl" rotWithShape="0"/>
          </a:effectLst>
        </p:spPr>
      </p:pic>
      <p:pic>
        <p:nvPicPr>
          <p:cNvPr id="4" name="pasted-movie.png" descr="pasted-movie.png">
            <a:extLst>
              <a:ext uri="{FF2B5EF4-FFF2-40B4-BE49-F238E27FC236}">
                <a16:creationId xmlns:a16="http://schemas.microsoft.com/office/drawing/2014/main" id="{E145421F-0024-FD55-D973-B1093212E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47999">
            <a:off x="7803330" y="3669568"/>
            <a:ext cx="3927418" cy="2698314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000000"/>
            </a:outerShdw>
            <a:reflection endPos="40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82345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" grpId="0" animBg="1" advAuto="0"/>
      <p:bldP spid="4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CDEAD7C-AE00-565E-465B-27842AFE9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TIME FOR A DEMO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07CF24C-33C5-05AE-BC26-7020E111A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9</a:t>
            </a:fld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923A9D-2542-47FB-6070-A4F0E2BF7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Prerequisites: UI Material Lab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D18BB2B-C48E-59F1-0EA3-5F16B4B1D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1783386"/>
            <a:ext cx="8928100" cy="474421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278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923A9D-2542-47FB-6070-A4F0E2BF7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Emergence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F745F6A-6A20-C5AC-0EB6-8AFAF4C2D79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34963" y="1641764"/>
            <a:ext cx="5761037" cy="4717472"/>
          </a:xfrm>
        </p:spPr>
        <p:txBody>
          <a:bodyPr/>
          <a:lstStyle/>
          <a:p>
            <a:pPr marL="285750" indent="-285750"/>
            <a:r>
              <a:rPr lang="en-US" dirty="0"/>
              <a:t>We used simple materials</a:t>
            </a:r>
          </a:p>
          <a:p>
            <a:pPr marL="285750" indent="-285750"/>
            <a:r>
              <a:rPr lang="en-US" dirty="0"/>
              <a:t>We used material instances</a:t>
            </a:r>
          </a:p>
          <a:p>
            <a:pPr marL="285750" indent="-285750"/>
            <a:r>
              <a:rPr lang="en-US" dirty="0"/>
              <a:t>Performance difference</a:t>
            </a:r>
          </a:p>
          <a:p>
            <a:pPr marL="914400" lvl="2" indent="-285750"/>
            <a:r>
              <a:rPr lang="en-US" dirty="0"/>
              <a:t>Single instance - negligible</a:t>
            </a:r>
          </a:p>
          <a:p>
            <a:pPr marL="914400" lvl="2" indent="-285750"/>
            <a:r>
              <a:rPr lang="en-US" dirty="0"/>
              <a:t>Emerged as a whole - ?</a:t>
            </a:r>
          </a:p>
          <a:p>
            <a:pPr marL="285750" indent="-285750"/>
            <a:endParaRPr lang="en-US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CDEAD7C-AE00-565E-465B-27842AFE9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07CF24C-33C5-05AE-BC26-7020E111A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10</a:t>
            </a:fld>
            <a:endParaRPr lang="en-SG" dirty="0"/>
          </a:p>
        </p:txBody>
      </p:sp>
      <p:graphicFrame>
        <p:nvGraphicFramePr>
          <p:cNvPr id="26" name="Render times (inclusive, average of 10 runs)">
            <a:extLst>
              <a:ext uri="{FF2B5EF4-FFF2-40B4-BE49-F238E27FC236}">
                <a16:creationId xmlns:a16="http://schemas.microsoft.com/office/drawing/2014/main" id="{EF8AE584-9F61-148F-504C-06B842AEC0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1700117"/>
              </p:ext>
            </p:extLst>
          </p:nvPr>
        </p:nvGraphicFramePr>
        <p:xfrm>
          <a:off x="5787638" y="1085273"/>
          <a:ext cx="5064208" cy="1204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2D Bar Chart">
            <a:extLst>
              <a:ext uri="{FF2B5EF4-FFF2-40B4-BE49-F238E27FC236}">
                <a16:creationId xmlns:a16="http://schemas.microsoft.com/office/drawing/2014/main" id="{9B743444-34D7-6763-4F6F-E9637926FA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019356"/>
              </p:ext>
            </p:extLst>
          </p:nvPr>
        </p:nvGraphicFramePr>
        <p:xfrm>
          <a:off x="6099038" y="3619029"/>
          <a:ext cx="4596230" cy="981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2D Bar Chart">
            <a:extLst>
              <a:ext uri="{FF2B5EF4-FFF2-40B4-BE49-F238E27FC236}">
                <a16:creationId xmlns:a16="http://schemas.microsoft.com/office/drawing/2014/main" id="{1E32168F-8018-C87D-DC5A-2C176C309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7148358"/>
              </p:ext>
            </p:extLst>
          </p:nvPr>
        </p:nvGraphicFramePr>
        <p:xfrm>
          <a:off x="6096000" y="4592375"/>
          <a:ext cx="4637053" cy="981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2D Bar Chart">
            <a:extLst>
              <a:ext uri="{FF2B5EF4-FFF2-40B4-BE49-F238E27FC236}">
                <a16:creationId xmlns:a16="http://schemas.microsoft.com/office/drawing/2014/main" id="{7BAACD5A-6CF1-6936-B400-79BCB7CCC4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386920"/>
              </p:ext>
            </p:extLst>
          </p:nvPr>
        </p:nvGraphicFramePr>
        <p:xfrm>
          <a:off x="6083845" y="5571876"/>
          <a:ext cx="4695977" cy="981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" name="2D Bar Chart">
            <a:extLst>
              <a:ext uri="{FF2B5EF4-FFF2-40B4-BE49-F238E27FC236}">
                <a16:creationId xmlns:a16="http://schemas.microsoft.com/office/drawing/2014/main" id="{866F3906-9CC4-72FE-2CD5-7C5B398A19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2185495"/>
              </p:ext>
            </p:extLst>
          </p:nvPr>
        </p:nvGraphicFramePr>
        <p:xfrm>
          <a:off x="6027019" y="2302441"/>
          <a:ext cx="4824827" cy="981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1" name="Line">
            <a:extLst>
              <a:ext uri="{FF2B5EF4-FFF2-40B4-BE49-F238E27FC236}">
                <a16:creationId xmlns:a16="http://schemas.microsoft.com/office/drawing/2014/main" id="{AF5E2A9B-87DE-01E3-5CE9-3B4E60C997BD}"/>
              </a:ext>
            </a:extLst>
          </p:cNvPr>
          <p:cNvSpPr/>
          <p:nvPr/>
        </p:nvSpPr>
        <p:spPr>
          <a:xfrm flipV="1">
            <a:off x="6021864" y="3537209"/>
            <a:ext cx="5761037" cy="7692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" name="↓38%">
            <a:extLst>
              <a:ext uri="{FF2B5EF4-FFF2-40B4-BE49-F238E27FC236}">
                <a16:creationId xmlns:a16="http://schemas.microsoft.com/office/drawing/2014/main" id="{738B70E4-0128-2302-459D-7C68441DADC2}"/>
              </a:ext>
            </a:extLst>
          </p:cNvPr>
          <p:cNvSpPr txBox="1"/>
          <p:nvPr/>
        </p:nvSpPr>
        <p:spPr>
          <a:xfrm>
            <a:off x="10849095" y="1593305"/>
            <a:ext cx="509755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1200" dirty="0"/>
              <a:t>↓38%</a:t>
            </a:r>
          </a:p>
        </p:txBody>
      </p:sp>
      <p:sp>
        <p:nvSpPr>
          <p:cNvPr id="33" name="↓34%">
            <a:extLst>
              <a:ext uri="{FF2B5EF4-FFF2-40B4-BE49-F238E27FC236}">
                <a16:creationId xmlns:a16="http://schemas.microsoft.com/office/drawing/2014/main" id="{82DE88BA-247E-69A7-9CAA-AA503917ACD0}"/>
              </a:ext>
            </a:extLst>
          </p:cNvPr>
          <p:cNvSpPr txBox="1"/>
          <p:nvPr/>
        </p:nvSpPr>
        <p:spPr>
          <a:xfrm>
            <a:off x="10849095" y="2616250"/>
            <a:ext cx="509755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1200" dirty="0"/>
              <a:t>↓34%</a:t>
            </a:r>
          </a:p>
        </p:txBody>
      </p:sp>
      <p:sp>
        <p:nvSpPr>
          <p:cNvPr id="34" name="↓47%">
            <a:extLst>
              <a:ext uri="{FF2B5EF4-FFF2-40B4-BE49-F238E27FC236}">
                <a16:creationId xmlns:a16="http://schemas.microsoft.com/office/drawing/2014/main" id="{3BDB2CB3-104C-CAF3-8E6E-0896D8F47A30}"/>
              </a:ext>
            </a:extLst>
          </p:cNvPr>
          <p:cNvSpPr txBox="1"/>
          <p:nvPr/>
        </p:nvSpPr>
        <p:spPr>
          <a:xfrm>
            <a:off x="10831461" y="3925804"/>
            <a:ext cx="545021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1200" dirty="0"/>
              <a:t>↓47% </a:t>
            </a:r>
          </a:p>
        </p:txBody>
      </p:sp>
      <p:sp>
        <p:nvSpPr>
          <p:cNvPr id="38" name="↓41%">
            <a:extLst>
              <a:ext uri="{FF2B5EF4-FFF2-40B4-BE49-F238E27FC236}">
                <a16:creationId xmlns:a16="http://schemas.microsoft.com/office/drawing/2014/main" id="{E15F882D-F33D-E740-BB22-49E466567791}"/>
              </a:ext>
            </a:extLst>
          </p:cNvPr>
          <p:cNvSpPr txBox="1"/>
          <p:nvPr/>
        </p:nvSpPr>
        <p:spPr>
          <a:xfrm>
            <a:off x="10855391" y="4941645"/>
            <a:ext cx="509755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1200" dirty="0"/>
              <a:t>↓41%</a:t>
            </a:r>
          </a:p>
        </p:txBody>
      </p:sp>
      <p:sp>
        <p:nvSpPr>
          <p:cNvPr id="39" name="↓77%">
            <a:extLst>
              <a:ext uri="{FF2B5EF4-FFF2-40B4-BE49-F238E27FC236}">
                <a16:creationId xmlns:a16="http://schemas.microsoft.com/office/drawing/2014/main" id="{B474A394-72C1-37E0-49FE-B3FB7B277C09}"/>
              </a:ext>
            </a:extLst>
          </p:cNvPr>
          <p:cNvSpPr txBox="1"/>
          <p:nvPr/>
        </p:nvSpPr>
        <p:spPr>
          <a:xfrm>
            <a:off x="10855390" y="5875599"/>
            <a:ext cx="509755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1200" dirty="0"/>
              <a:t>↓77%</a:t>
            </a:r>
          </a:p>
        </p:txBody>
      </p:sp>
    </p:spTree>
    <p:extLst>
      <p:ext uri="{BB962C8B-B14F-4D97-AF65-F5344CB8AC3E}">
        <p14:creationId xmlns:p14="http://schemas.microsoft.com/office/powerpoint/2010/main" val="1901875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6" grpId="0" advAuto="0"/>
      <p:bldP spid="27" grpId="0" advAuto="0"/>
      <p:bldP spid="28" grpId="0" advAuto="0"/>
      <p:bldP spid="29" grpId="0" advAuto="0"/>
      <p:bldP spid="30" grpId="0" advAuto="0"/>
      <p:bldP spid="31" grpId="0" animBg="1" advAuto="0"/>
      <p:bldP spid="32" grpId="0" animBg="1" advAuto="0"/>
      <p:bldP spid="33" grpId="0" animBg="1" advAuto="0"/>
      <p:bldP spid="34" grpId="0" animBg="1" advAuto="0"/>
      <p:bldP spid="38" grpId="0" animBg="1" advAuto="0"/>
      <p:bldP spid="39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CF2A7-7408-A77C-7D1A-05E7A9E525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 Bottom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2C4A2-E5F0-80C9-72EE-AACA46ADC26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34963" y="1641764"/>
            <a:ext cx="11490325" cy="1203036"/>
          </a:xfrm>
        </p:spPr>
        <p:txBody>
          <a:bodyPr/>
          <a:lstStyle/>
          <a:p>
            <a:pPr marL="285750" indent="-285750"/>
            <a:r>
              <a:rPr lang="en-US" dirty="0"/>
              <a:t>Create UI with performance in mind from the start</a:t>
            </a:r>
          </a:p>
          <a:p>
            <a:pPr marL="285750" indent="-285750"/>
            <a:r>
              <a:rPr lang="en-US" dirty="0"/>
              <a:t>Performance gain is usually additive</a:t>
            </a:r>
          </a:p>
          <a:p>
            <a:pPr marL="285750" indent="-285750"/>
            <a:r>
              <a:rPr lang="en-US" dirty="0"/>
              <a:t>Great start with Materials are simple solutions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3B9FC-1FD0-C371-86AF-88A65284C7D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0D69B-6E5F-E526-1164-8E0D5A43C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11</a:t>
            </a:fld>
            <a:endParaRPr lang="en-SG" dirty="0"/>
          </a:p>
        </p:txBody>
      </p:sp>
      <p:sp>
        <p:nvSpPr>
          <p:cNvPr id="7" name="Q&amp;A…">
            <a:extLst>
              <a:ext uri="{FF2B5EF4-FFF2-40B4-BE49-F238E27FC236}">
                <a16:creationId xmlns:a16="http://schemas.microsoft.com/office/drawing/2014/main" id="{F3419384-E68F-08A6-6F16-062987D46925}"/>
              </a:ext>
            </a:extLst>
          </p:cNvPr>
          <p:cNvSpPr txBox="1"/>
          <p:nvPr/>
        </p:nvSpPr>
        <p:spPr>
          <a:xfrm>
            <a:off x="2306637" y="3892982"/>
            <a:ext cx="7578725" cy="17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defRPr sz="12000" spc="-200">
                <a:solidFill>
                  <a:srgbClr val="FFFFFF"/>
                </a:solidFill>
              </a:defRPr>
            </a:pPr>
            <a:r>
              <a:rPr dirty="0">
                <a:solidFill>
                  <a:schemeClr val="bg2"/>
                </a:solidFill>
                <a:latin typeface="+mj-lt"/>
              </a:rPr>
              <a:t>Q&amp;A</a:t>
            </a:r>
            <a:endParaRPr spc="-119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A1D76A7-5C9E-DADB-A3ED-082CCB5F77E9}"/>
              </a:ext>
            </a:extLst>
          </p:cNvPr>
          <p:cNvSpPr txBox="1">
            <a:spLocks/>
          </p:cNvSpPr>
          <p:nvPr/>
        </p:nvSpPr>
        <p:spPr>
          <a:xfrm>
            <a:off x="334963" y="5836911"/>
            <a:ext cx="11490325" cy="40526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286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spcBef>
                <a:spcPts val="1000"/>
              </a:spcBef>
              <a:buNone/>
              <a:defRPr sz="3000" spc="-1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bg1"/>
                </a:solidFill>
              </a:rPr>
              <a:t>Special  thanks  to  Andres </a:t>
            </a:r>
            <a:r>
              <a:rPr lang="en-US" sz="1400" dirty="0" err="1">
                <a:solidFill>
                  <a:schemeClr val="bg1"/>
                </a:solidFill>
              </a:rPr>
              <a:t>Ibañez</a:t>
            </a:r>
            <a:r>
              <a:rPr lang="en-US" sz="1400" dirty="0">
                <a:solidFill>
                  <a:schemeClr val="bg1"/>
                </a:solidFill>
              </a:rPr>
              <a:t>  de  </a:t>
            </a:r>
            <a:r>
              <a:rPr lang="en-US" sz="1400" dirty="0" err="1">
                <a:solidFill>
                  <a:schemeClr val="bg1"/>
                </a:solidFill>
              </a:rPr>
              <a:t>Aldecoa</a:t>
            </a:r>
            <a:r>
              <a:rPr lang="en-US" sz="1400" dirty="0">
                <a:solidFill>
                  <a:schemeClr val="bg1"/>
                </a:solidFill>
              </a:rPr>
              <a:t> for  additional  Material  support  and  performance  analysis</a:t>
            </a:r>
          </a:p>
        </p:txBody>
      </p:sp>
    </p:spTree>
    <p:extLst>
      <p:ext uri="{BB962C8B-B14F-4D97-AF65-F5344CB8AC3E}">
        <p14:creationId xmlns:p14="http://schemas.microsoft.com/office/powerpoint/2010/main" val="1802905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4ABBF5-980D-FC55-06FA-4FA82E8CE3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Daniel </a:t>
            </a:r>
            <a:r>
              <a:rPr lang="en-GB" dirty="0" err="1"/>
              <a:t>Janák</a:t>
            </a:r>
            <a:endParaRPr lang="en-I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382238-FCA0-D72B-48C5-E91047A4C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7436" y="4872784"/>
            <a:ext cx="2549082" cy="307777"/>
          </a:xfrm>
        </p:spPr>
        <p:txBody>
          <a:bodyPr/>
          <a:lstStyle/>
          <a:p>
            <a:r>
              <a:rPr lang="en-GB" dirty="0"/>
              <a:t>djanak_a@virtuosgames.com</a:t>
            </a:r>
            <a:endParaRPr lang="en-IE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9FDDBB6-F9DF-9B22-5132-5DABBF8DC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457200">
              <a:defRPr/>
            </a:pPr>
            <a:r>
              <a:rPr lang="en-US" spc="200">
                <a:solidFill>
                  <a:schemeClr val="bg1">
                    <a:lumMod val="65000"/>
                  </a:schemeClr>
                </a:solidFill>
                <a:cs typeface="Plus Jakarta Sans ExtraBold" pitchFamily="2" charset="0"/>
              </a:rPr>
              <a:t>VIRTUOS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6FE8491-9A41-40C1-7AEE-58F433F71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D5F150-BB19-460A-858F-4FCD43B098AE}" type="slidenum">
              <a:rPr lang="en-SG" smtClean="0"/>
              <a:pPr/>
              <a:t>12</a:t>
            </a:fld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582A2-9297-D2F0-250C-8468AD0AC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4150" y="4496035"/>
            <a:ext cx="3037125" cy="307777"/>
          </a:xfrm>
        </p:spPr>
        <p:txBody>
          <a:bodyPr/>
          <a:lstStyle/>
          <a:p>
            <a:r>
              <a:rPr lang="en-US" dirty="0"/>
              <a:t>Andres </a:t>
            </a:r>
            <a:r>
              <a:rPr lang="en-US" dirty="0" err="1"/>
              <a:t>Ibañez</a:t>
            </a:r>
            <a:r>
              <a:rPr lang="en-US" dirty="0"/>
              <a:t>  de  </a:t>
            </a:r>
            <a:r>
              <a:rPr lang="en-US" dirty="0" err="1"/>
              <a:t>Aldecoa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295A9F-A1E9-33F9-DA9C-3FA2CBF80C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3405" y="4872785"/>
            <a:ext cx="2408238" cy="307777"/>
          </a:xfrm>
        </p:spPr>
        <p:txBody>
          <a:bodyPr/>
          <a:lstStyle/>
          <a:p>
            <a:r>
              <a:rPr lang="en-US" dirty="0"/>
              <a:t>aibanez@virtuosgames.com</a:t>
            </a:r>
          </a:p>
        </p:txBody>
      </p:sp>
    </p:spTree>
    <p:extLst>
      <p:ext uri="{BB962C8B-B14F-4D97-AF65-F5344CB8AC3E}">
        <p14:creationId xmlns:p14="http://schemas.microsoft.com/office/powerpoint/2010/main" val="1588492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Virtuos - Gamified">
  <a:themeElements>
    <a:clrScheme name="Custom 1">
      <a:dk1>
        <a:srgbClr val="1A1A1A"/>
      </a:dk1>
      <a:lt1>
        <a:srgbClr val="FFFFFF"/>
      </a:lt1>
      <a:dk2>
        <a:srgbClr val="00556F"/>
      </a:dk2>
      <a:lt2>
        <a:srgbClr val="F1801F"/>
      </a:lt2>
      <a:accent1>
        <a:srgbClr val="17282D"/>
      </a:accent1>
      <a:accent2>
        <a:srgbClr val="FEFFFF"/>
      </a:accent2>
      <a:accent3>
        <a:srgbClr val="5799AE"/>
      </a:accent3>
      <a:accent4>
        <a:srgbClr val="F07F1F"/>
      </a:accent4>
      <a:accent5>
        <a:srgbClr val="D30019"/>
      </a:accent5>
      <a:accent6>
        <a:srgbClr val="009C35"/>
      </a:accent6>
      <a:hlink>
        <a:srgbClr val="F99A48"/>
      </a:hlink>
      <a:folHlink>
        <a:srgbClr val="C0C0C0"/>
      </a:folHlink>
    </a:clrScheme>
    <a:fontScheme name="Custom 1">
      <a:majorFont>
        <a:latin typeface="Plus Jakarta Sans ExtraBold"/>
        <a:ea typeface=""/>
        <a:cs typeface=""/>
      </a:majorFont>
      <a:minorFont>
        <a:latin typeface="Plus Jakart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irtuos - Corporate Blue">
  <a:themeElements>
    <a:clrScheme name="VIRTUOS">
      <a:dk1>
        <a:srgbClr val="1A1A1A"/>
      </a:dk1>
      <a:lt1>
        <a:srgbClr val="FFFFFF"/>
      </a:lt1>
      <a:dk2>
        <a:srgbClr val="00556F"/>
      </a:dk2>
      <a:lt2>
        <a:srgbClr val="F1801F"/>
      </a:lt2>
      <a:accent1>
        <a:srgbClr val="17282D"/>
      </a:accent1>
      <a:accent2>
        <a:srgbClr val="FEFFFF"/>
      </a:accent2>
      <a:accent3>
        <a:srgbClr val="5799AE"/>
      </a:accent3>
      <a:accent4>
        <a:srgbClr val="F07F1F"/>
      </a:accent4>
      <a:accent5>
        <a:srgbClr val="D30019"/>
      </a:accent5>
      <a:accent6>
        <a:srgbClr val="009C35"/>
      </a:accent6>
      <a:hlink>
        <a:srgbClr val="F99A48"/>
      </a:hlink>
      <a:folHlink>
        <a:srgbClr val="C0C0C0"/>
      </a:folHlink>
    </a:clrScheme>
    <a:fontScheme name="Custom 1">
      <a:majorFont>
        <a:latin typeface="Plus Jakarta Sans ExtraBold"/>
        <a:ea typeface=""/>
        <a:cs typeface=""/>
      </a:majorFont>
      <a:minorFont>
        <a:latin typeface="Plus Jakart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irtuos - Corporate White">
  <a:themeElements>
    <a:clrScheme name="VIRTUOS">
      <a:dk1>
        <a:srgbClr val="1A1A1A"/>
      </a:dk1>
      <a:lt1>
        <a:srgbClr val="FFFFFF"/>
      </a:lt1>
      <a:dk2>
        <a:srgbClr val="00556F"/>
      </a:dk2>
      <a:lt2>
        <a:srgbClr val="F1801F"/>
      </a:lt2>
      <a:accent1>
        <a:srgbClr val="17282D"/>
      </a:accent1>
      <a:accent2>
        <a:srgbClr val="FEFFFF"/>
      </a:accent2>
      <a:accent3>
        <a:srgbClr val="5799AE"/>
      </a:accent3>
      <a:accent4>
        <a:srgbClr val="F07F1F"/>
      </a:accent4>
      <a:accent5>
        <a:srgbClr val="D30019"/>
      </a:accent5>
      <a:accent6>
        <a:srgbClr val="009C35"/>
      </a:accent6>
      <a:hlink>
        <a:srgbClr val="F99A48"/>
      </a:hlink>
      <a:folHlink>
        <a:srgbClr val="C0C0C0"/>
      </a:folHlink>
    </a:clrScheme>
    <a:fontScheme name="Custom 1">
      <a:majorFont>
        <a:latin typeface="Plus Jakarta Sans ExtraBold"/>
        <a:ea typeface=""/>
        <a:cs typeface=""/>
      </a:majorFont>
      <a:minorFont>
        <a:latin typeface="Plus Jakart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9f61c77-fe3f-4ffc-af57-42ec0adf1ac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84036F5489684DA78CC4B9B8A9BE19" ma:contentTypeVersion="16" ma:contentTypeDescription="Create a new document." ma:contentTypeScope="" ma:versionID="e2b7b2c82bca972523f5fe80dbbe1da5">
  <xsd:schema xmlns:xsd="http://www.w3.org/2001/XMLSchema" xmlns:xs="http://www.w3.org/2001/XMLSchema" xmlns:p="http://schemas.microsoft.com/office/2006/metadata/properties" xmlns:ns3="e9f61c77-fe3f-4ffc-af57-42ec0adf1acd" xmlns:ns4="e4dad433-617e-4d08-b68a-89258740016a" targetNamespace="http://schemas.microsoft.com/office/2006/metadata/properties" ma:root="true" ma:fieldsID="c5e80028a7acfa715ceb77f3d7bb646d" ns3:_="" ns4:_="">
    <xsd:import namespace="e9f61c77-fe3f-4ffc-af57-42ec0adf1acd"/>
    <xsd:import namespace="e4dad433-617e-4d08-b68a-89258740016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f61c77-fe3f-4ffc-af57-42ec0adf1ac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dad433-617e-4d08-b68a-89258740016a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DDAA9C-271C-46A7-A15D-2935F90B4CDD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4dad433-617e-4d08-b68a-89258740016a"/>
    <ds:schemaRef ds:uri="e9f61c77-fe3f-4ffc-af57-42ec0adf1acd"/>
  </ds:schemaRefs>
</ds:datastoreItem>
</file>

<file path=customXml/itemProps2.xml><?xml version="1.0" encoding="utf-8"?>
<ds:datastoreItem xmlns:ds="http://schemas.openxmlformats.org/officeDocument/2006/customXml" ds:itemID="{418A0A65-B53A-4F3C-8071-1C919A9FFA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f61c77-fe3f-4ffc-af57-42ec0adf1acd"/>
    <ds:schemaRef ds:uri="e4dad433-617e-4d08-b68a-8925874001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96F621-C194-4BDC-80E5-154BFDA94B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347</Words>
  <Application>Microsoft Office PowerPoint</Application>
  <PresentationFormat>Widescreen</PresentationFormat>
  <Paragraphs>122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Virtuos - Gamified</vt:lpstr>
      <vt:lpstr>Virtuos - Corporate Blue</vt:lpstr>
      <vt:lpstr>Virtuos - Corporate 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Natalia Husada</dc:creator>
  <cp:lastModifiedBy>Pierre-Louis Barbier</cp:lastModifiedBy>
  <cp:revision>92</cp:revision>
  <dcterms:created xsi:type="dcterms:W3CDTF">2024-01-16T07:39:43Z</dcterms:created>
  <dcterms:modified xsi:type="dcterms:W3CDTF">2024-06-18T11:09:20Z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0x0101002084036F5489684DA78CC4B9B8A9BE19</vt:lpwstr>
  </property>
  <property fmtid="{D5CDD505-2E9C-101B-9397-08002B2CF9AE}" pid="3" name="MSIP_Label_52142143-29f6-4d69-bd0a-12ba895a8e1f_Enabled">
    <vt:lpwstr>true</vt:lpwstr>
  </property>
  <property fmtid="{D5CDD505-2E9C-101B-9397-08002B2CF9AE}" pid="4" name="MSIP_Label_52142143-29f6-4d69-bd0a-12ba895a8e1f_SetDate">
    <vt:lpwstr>2024-04-29T07:43:17Z</vt:lpwstr>
  </property>
  <property fmtid="{D5CDD505-2E9C-101B-9397-08002B2CF9AE}" pid="5" name="MSIP_Label_52142143-29f6-4d69-bd0a-12ba895a8e1f_Method">
    <vt:lpwstr>Privileged</vt:lpwstr>
  </property>
  <property fmtid="{D5CDD505-2E9C-101B-9397-08002B2CF9AE}" pid="6" name="MSIP_Label_52142143-29f6-4d69-bd0a-12ba895a8e1f_Name">
    <vt:lpwstr>General</vt:lpwstr>
  </property>
  <property fmtid="{D5CDD505-2E9C-101B-9397-08002B2CF9AE}" pid="7" name="MSIP_Label_52142143-29f6-4d69-bd0a-12ba895a8e1f_SiteId">
    <vt:lpwstr>2ca81594-9a71-42a0-a487-0fc9de27d834</vt:lpwstr>
  </property>
  <property fmtid="{D5CDD505-2E9C-101B-9397-08002B2CF9AE}" pid="8" name="MSIP_Label_52142143-29f6-4d69-bd0a-12ba895a8e1f_ActionId">
    <vt:lpwstr>ee2dec03-d940-476a-a550-82ab0e2b1a03</vt:lpwstr>
  </property>
  <property fmtid="{D5CDD505-2E9C-101B-9397-08002B2CF9AE}" pid="9" name="MSIP_Label_52142143-29f6-4d69-bd0a-12ba895a8e1f_ContentBits">
    <vt:lpwstr>0</vt:lpwstr>
  </property>
</Properties>
</file>